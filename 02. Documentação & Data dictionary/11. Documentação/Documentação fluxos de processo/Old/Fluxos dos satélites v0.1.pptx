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5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7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8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9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0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1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2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3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4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5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6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7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8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9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3"/>
  </p:notesMasterIdLst>
  <p:handoutMasterIdLst>
    <p:handoutMasterId r:id="rId34"/>
  </p:handoutMasterIdLst>
  <p:sldIdLst>
    <p:sldId id="256" r:id="rId5"/>
    <p:sldId id="266" r:id="rId6"/>
    <p:sldId id="281" r:id="rId7"/>
    <p:sldId id="524" r:id="rId8"/>
    <p:sldId id="525" r:id="rId9"/>
    <p:sldId id="546" r:id="rId10"/>
    <p:sldId id="547" r:id="rId11"/>
    <p:sldId id="521" r:id="rId12"/>
    <p:sldId id="526" r:id="rId13"/>
    <p:sldId id="522" r:id="rId14"/>
    <p:sldId id="530" r:id="rId15"/>
    <p:sldId id="523" r:id="rId16"/>
    <p:sldId id="529" r:id="rId17"/>
    <p:sldId id="531" r:id="rId18"/>
    <p:sldId id="544" r:id="rId19"/>
    <p:sldId id="533" r:id="rId20"/>
    <p:sldId id="534" r:id="rId21"/>
    <p:sldId id="535" r:id="rId22"/>
    <p:sldId id="536" r:id="rId23"/>
    <p:sldId id="537" r:id="rId24"/>
    <p:sldId id="538" r:id="rId25"/>
    <p:sldId id="545" r:id="rId26"/>
    <p:sldId id="539" r:id="rId27"/>
    <p:sldId id="540" r:id="rId28"/>
    <p:sldId id="541" r:id="rId29"/>
    <p:sldId id="542" r:id="rId30"/>
    <p:sldId id="543" r:id="rId31"/>
    <p:sldId id="265" r:id="rId32"/>
  </p:sldIdLst>
  <p:sldSz cx="12190413" cy="6859588"/>
  <p:notesSz cx="6858000" cy="9926638"/>
  <p:defaultTextStyle>
    <a:defPPr>
      <a:defRPr lang="es-ES"/>
    </a:defPPr>
    <a:lvl1pPr marL="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3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3636"/>
    <a:srgbClr val="99FFCC"/>
    <a:srgbClr val="FFDDDD"/>
    <a:srgbClr val="EB0000"/>
    <a:srgbClr val="DEEDF2"/>
    <a:srgbClr val="3C3C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5C09AB-7F3E-4DC1-8409-3654F2D16A39}" v="16" dt="2023-04-17T09:47:13.9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77" autoAdjust="0"/>
    <p:restoredTop sz="94837" autoAdjust="0"/>
  </p:normalViewPr>
  <p:slideViewPr>
    <p:cSldViewPr snapToGrid="0">
      <p:cViewPr varScale="1">
        <p:scale>
          <a:sx n="113" d="100"/>
          <a:sy n="113" d="100"/>
        </p:scale>
        <p:origin x="758" y="96"/>
      </p:cViewPr>
      <p:guideLst>
        <p:guide orient="horz" pos="163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180000" cy="180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o Adónis" userId="2a858039-74ae-4480-8dde-8a1dd1818585" providerId="ADAL" clId="{635C09AB-7F3E-4DC1-8409-3654F2D16A39}"/>
    <pc:docChg chg="custSel addSld modSld">
      <pc:chgData name="Bruno Adónis" userId="2a858039-74ae-4480-8dde-8a1dd1818585" providerId="ADAL" clId="{635C09AB-7F3E-4DC1-8409-3654F2D16A39}" dt="2023-04-17T09:28:57.846" v="76" actId="14100"/>
      <pc:docMkLst>
        <pc:docMk/>
      </pc:docMkLst>
      <pc:sldChg chg="addSp delSp modSp add mod">
        <pc:chgData name="Bruno Adónis" userId="2a858039-74ae-4480-8dde-8a1dd1818585" providerId="ADAL" clId="{635C09AB-7F3E-4DC1-8409-3654F2D16A39}" dt="2023-04-17T09:28:57.846" v="76" actId="14100"/>
        <pc:sldMkLst>
          <pc:docMk/>
          <pc:sldMk cId="9580368" sldId="531"/>
        </pc:sldMkLst>
        <pc:spChg chg="mod">
          <ac:chgData name="Bruno Adónis" userId="2a858039-74ae-4480-8dde-8a1dd1818585" providerId="ADAL" clId="{635C09AB-7F3E-4DC1-8409-3654F2D16A39}" dt="2023-04-17T09:20:27.015" v="3"/>
          <ac:spMkLst>
            <pc:docMk/>
            <pc:sldMk cId="9580368" sldId="531"/>
            <ac:spMk id="3" creationId="{CF9AEB1E-01CB-1DC5-37FE-6CCF7705D414}"/>
          </ac:spMkLst>
        </pc:spChg>
        <pc:spChg chg="mod">
          <ac:chgData name="Bruno Adónis" userId="2a858039-74ae-4480-8dde-8a1dd1818585" providerId="ADAL" clId="{635C09AB-7F3E-4DC1-8409-3654F2D16A39}" dt="2023-04-17T09:20:27.015" v="3"/>
          <ac:spMkLst>
            <pc:docMk/>
            <pc:sldMk cId="9580368" sldId="531"/>
            <ac:spMk id="5" creationId="{61E1C7E5-18D1-ED28-A051-C57DDC0E2EBC}"/>
          </ac:spMkLst>
        </pc:spChg>
        <pc:spChg chg="mod">
          <ac:chgData name="Bruno Adónis" userId="2a858039-74ae-4480-8dde-8a1dd1818585" providerId="ADAL" clId="{635C09AB-7F3E-4DC1-8409-3654F2D16A39}" dt="2023-04-17T09:23:44.585" v="5"/>
          <ac:spMkLst>
            <pc:docMk/>
            <pc:sldMk cId="9580368" sldId="531"/>
            <ac:spMk id="8" creationId="{0DD4F84B-F3CC-833C-E42A-DB3221FC1198}"/>
          </ac:spMkLst>
        </pc:spChg>
        <pc:spChg chg="del">
          <ac:chgData name="Bruno Adónis" userId="2a858039-74ae-4480-8dde-8a1dd1818585" providerId="ADAL" clId="{635C09AB-7F3E-4DC1-8409-3654F2D16A39}" dt="2023-04-17T09:24:09.495" v="8" actId="478"/>
          <ac:spMkLst>
            <pc:docMk/>
            <pc:sldMk cId="9580368" sldId="531"/>
            <ac:spMk id="20" creationId="{5B260461-7425-D2C7-661E-F3A2808D1D0B}"/>
          </ac:spMkLst>
        </pc:spChg>
        <pc:spChg chg="del">
          <ac:chgData name="Bruno Adónis" userId="2a858039-74ae-4480-8dde-8a1dd1818585" providerId="ADAL" clId="{635C09AB-7F3E-4DC1-8409-3654F2D16A39}" dt="2023-04-17T09:24:39.561" v="12" actId="478"/>
          <ac:spMkLst>
            <pc:docMk/>
            <pc:sldMk cId="9580368" sldId="531"/>
            <ac:spMk id="23" creationId="{419EBC42-F034-3B35-225D-B12DD6EE01A1}"/>
          </ac:spMkLst>
        </pc:spChg>
        <pc:spChg chg="mod">
          <ac:chgData name="Bruno Adónis" userId="2a858039-74ae-4480-8dde-8a1dd1818585" providerId="ADAL" clId="{635C09AB-7F3E-4DC1-8409-3654F2D16A39}" dt="2023-04-17T09:23:44.585" v="5"/>
          <ac:spMkLst>
            <pc:docMk/>
            <pc:sldMk cId="9580368" sldId="531"/>
            <ac:spMk id="24" creationId="{6A7BC7F3-238E-2DB1-D9AD-204B5D2A9DAA}"/>
          </ac:spMkLst>
        </pc:spChg>
        <pc:spChg chg="mod">
          <ac:chgData name="Bruno Adónis" userId="2a858039-74ae-4480-8dde-8a1dd1818585" providerId="ADAL" clId="{635C09AB-7F3E-4DC1-8409-3654F2D16A39}" dt="2023-04-17T09:19:15.525" v="2" actId="20577"/>
          <ac:spMkLst>
            <pc:docMk/>
            <pc:sldMk cId="9580368" sldId="531"/>
            <ac:spMk id="28" creationId="{00000000-0000-0000-0000-000000000000}"/>
          </ac:spMkLst>
        </pc:spChg>
        <pc:spChg chg="mod">
          <ac:chgData name="Bruno Adónis" userId="2a858039-74ae-4480-8dde-8a1dd1818585" providerId="ADAL" clId="{635C09AB-7F3E-4DC1-8409-3654F2D16A39}" dt="2023-04-17T09:28:37.624" v="69" actId="1076"/>
          <ac:spMkLst>
            <pc:docMk/>
            <pc:sldMk cId="9580368" sldId="531"/>
            <ac:spMk id="41" creationId="{857C8F7B-E01E-D5A2-7095-2AEAC9B2091D}"/>
          </ac:spMkLst>
        </pc:spChg>
        <pc:spChg chg="mod">
          <ac:chgData name="Bruno Adónis" userId="2a858039-74ae-4480-8dde-8a1dd1818585" providerId="ADAL" clId="{635C09AB-7F3E-4DC1-8409-3654F2D16A39}" dt="2023-04-17T09:28:37.624" v="69" actId="1076"/>
          <ac:spMkLst>
            <pc:docMk/>
            <pc:sldMk cId="9580368" sldId="531"/>
            <ac:spMk id="43" creationId="{79DEB19F-FC5A-163B-71BF-A7BBEDD09955}"/>
          </ac:spMkLst>
        </pc:spChg>
        <pc:spChg chg="mod">
          <ac:chgData name="Bruno Adónis" userId="2a858039-74ae-4480-8dde-8a1dd1818585" providerId="ADAL" clId="{635C09AB-7F3E-4DC1-8409-3654F2D16A39}" dt="2023-04-17T09:28:37.624" v="69" actId="1076"/>
          <ac:spMkLst>
            <pc:docMk/>
            <pc:sldMk cId="9580368" sldId="531"/>
            <ac:spMk id="45" creationId="{E573D7ED-3127-21CA-AF99-B8DF62688F0F}"/>
          </ac:spMkLst>
        </pc:spChg>
        <pc:spChg chg="mod">
          <ac:chgData name="Bruno Adónis" userId="2a858039-74ae-4480-8dde-8a1dd1818585" providerId="ADAL" clId="{635C09AB-7F3E-4DC1-8409-3654F2D16A39}" dt="2023-04-17T09:28:37.624" v="69" actId="1076"/>
          <ac:spMkLst>
            <pc:docMk/>
            <pc:sldMk cId="9580368" sldId="531"/>
            <ac:spMk id="46" creationId="{767F94A3-FEB7-096A-8E68-D2A1EDF386C4}"/>
          </ac:spMkLst>
        </pc:spChg>
        <pc:spChg chg="mod">
          <ac:chgData name="Bruno Adónis" userId="2a858039-74ae-4480-8dde-8a1dd1818585" providerId="ADAL" clId="{635C09AB-7F3E-4DC1-8409-3654F2D16A39}" dt="2023-04-17T09:28:37.624" v="69" actId="1076"/>
          <ac:spMkLst>
            <pc:docMk/>
            <pc:sldMk cId="9580368" sldId="531"/>
            <ac:spMk id="47" creationId="{F040A10B-C437-65D2-1527-D5B67673A7EA}"/>
          </ac:spMkLst>
        </pc:spChg>
        <pc:spChg chg="mod">
          <ac:chgData name="Bruno Adónis" userId="2a858039-74ae-4480-8dde-8a1dd1818585" providerId="ADAL" clId="{635C09AB-7F3E-4DC1-8409-3654F2D16A39}" dt="2023-04-17T09:28:37.624" v="69" actId="1076"/>
          <ac:spMkLst>
            <pc:docMk/>
            <pc:sldMk cId="9580368" sldId="531"/>
            <ac:spMk id="48" creationId="{B92C6886-0F2D-0327-7D63-38DEA682B6F5}"/>
          </ac:spMkLst>
        </pc:spChg>
        <pc:spChg chg="mod">
          <ac:chgData name="Bruno Adónis" userId="2a858039-74ae-4480-8dde-8a1dd1818585" providerId="ADAL" clId="{635C09AB-7F3E-4DC1-8409-3654F2D16A39}" dt="2023-04-17T09:28:37.624" v="69" actId="1076"/>
          <ac:spMkLst>
            <pc:docMk/>
            <pc:sldMk cId="9580368" sldId="531"/>
            <ac:spMk id="49" creationId="{20586697-6697-6DD1-9E65-D10970A75B65}"/>
          </ac:spMkLst>
        </pc:spChg>
        <pc:spChg chg="mod">
          <ac:chgData name="Bruno Adónis" userId="2a858039-74ae-4480-8dde-8a1dd1818585" providerId="ADAL" clId="{635C09AB-7F3E-4DC1-8409-3654F2D16A39}" dt="2023-04-17T09:28:37.624" v="69" actId="1076"/>
          <ac:spMkLst>
            <pc:docMk/>
            <pc:sldMk cId="9580368" sldId="531"/>
            <ac:spMk id="50" creationId="{BE430DD0-68F5-6F29-D54C-0FE7C437AA14}"/>
          </ac:spMkLst>
        </pc:spChg>
        <pc:spChg chg="del">
          <ac:chgData name="Bruno Adónis" userId="2a858039-74ae-4480-8dde-8a1dd1818585" providerId="ADAL" clId="{635C09AB-7F3E-4DC1-8409-3654F2D16A39}" dt="2023-04-17T09:24:21.649" v="9" actId="478"/>
          <ac:spMkLst>
            <pc:docMk/>
            <pc:sldMk cId="9580368" sldId="531"/>
            <ac:spMk id="57" creationId="{2A2AE190-F0D3-0D2D-0CFF-69F6DE30CAC5}"/>
          </ac:spMkLst>
        </pc:spChg>
        <pc:spChg chg="del">
          <ac:chgData name="Bruno Adónis" userId="2a858039-74ae-4480-8dde-8a1dd1818585" providerId="ADAL" clId="{635C09AB-7F3E-4DC1-8409-3654F2D16A39}" dt="2023-04-17T09:24:21.649" v="9" actId="478"/>
          <ac:spMkLst>
            <pc:docMk/>
            <pc:sldMk cId="9580368" sldId="531"/>
            <ac:spMk id="88" creationId="{7F1F6BD8-E69E-D18E-1985-AEE763A2E2B4}"/>
          </ac:spMkLst>
        </pc:spChg>
        <pc:grpChg chg="add mod">
          <ac:chgData name="Bruno Adónis" userId="2a858039-74ae-4480-8dde-8a1dd1818585" providerId="ADAL" clId="{635C09AB-7F3E-4DC1-8409-3654F2D16A39}" dt="2023-04-17T09:27:50.484" v="59" actId="1076"/>
          <ac:grpSpMkLst>
            <pc:docMk/>
            <pc:sldMk cId="9580368" sldId="531"/>
            <ac:grpSpMk id="2" creationId="{1AD9CD5F-B492-162E-B314-81BAE6E4121A}"/>
          </ac:grpSpMkLst>
        </pc:grpChg>
        <pc:grpChg chg="mod">
          <ac:chgData name="Bruno Adónis" userId="2a858039-74ae-4480-8dde-8a1dd1818585" providerId="ADAL" clId="{635C09AB-7F3E-4DC1-8409-3654F2D16A39}" dt="2023-04-17T09:20:27.015" v="3"/>
          <ac:grpSpMkLst>
            <pc:docMk/>
            <pc:sldMk cId="9580368" sldId="531"/>
            <ac:grpSpMk id="4" creationId="{D33A2860-6984-95FE-6217-911558734D14}"/>
          </ac:grpSpMkLst>
        </pc:grpChg>
        <pc:grpChg chg="add mod">
          <ac:chgData name="Bruno Adónis" userId="2a858039-74ae-4480-8dde-8a1dd1818585" providerId="ADAL" clId="{635C09AB-7F3E-4DC1-8409-3654F2D16A39}" dt="2023-04-17T09:27:36.131" v="45" actId="1037"/>
          <ac:grpSpMkLst>
            <pc:docMk/>
            <pc:sldMk cId="9580368" sldId="531"/>
            <ac:grpSpMk id="7" creationId="{C97E55F8-CFD6-AAF3-F5AC-8730C5FF27AD}"/>
          </ac:grpSpMkLst>
        </pc:grpChg>
        <pc:grpChg chg="mod">
          <ac:chgData name="Bruno Adónis" userId="2a858039-74ae-4480-8dde-8a1dd1818585" providerId="ADAL" clId="{635C09AB-7F3E-4DC1-8409-3654F2D16A39}" dt="2023-04-17T09:23:44.585" v="5"/>
          <ac:grpSpMkLst>
            <pc:docMk/>
            <pc:sldMk cId="9580368" sldId="531"/>
            <ac:grpSpMk id="9" creationId="{086D33F9-4ED1-492E-0FE6-11B44310DBE9}"/>
          </ac:grpSpMkLst>
        </pc:grpChg>
        <pc:grpChg chg="del">
          <ac:chgData name="Bruno Adónis" userId="2a858039-74ae-4480-8dde-8a1dd1818585" providerId="ADAL" clId="{635C09AB-7F3E-4DC1-8409-3654F2D16A39}" dt="2023-04-17T09:24:39.561" v="12" actId="478"/>
          <ac:grpSpMkLst>
            <pc:docMk/>
            <pc:sldMk cId="9580368" sldId="531"/>
            <ac:grpSpMk id="19" creationId="{27E3C47A-EF57-67D4-395A-CE6067C8515D}"/>
          </ac:grpSpMkLst>
        </pc:grpChg>
        <pc:grpChg chg="add mod">
          <ac:chgData name="Bruno Adónis" userId="2a858039-74ae-4480-8dde-8a1dd1818585" providerId="ADAL" clId="{635C09AB-7F3E-4DC1-8409-3654F2D16A39}" dt="2023-04-17T09:28:37.624" v="69" actId="1076"/>
          <ac:grpSpMkLst>
            <pc:docMk/>
            <pc:sldMk cId="9580368" sldId="531"/>
            <ac:grpSpMk id="40" creationId="{0B3C6DC6-6BD5-2455-0F4F-6BD54C4A3B43}"/>
          </ac:grpSpMkLst>
        </pc:grpChg>
        <pc:grpChg chg="mod">
          <ac:chgData name="Bruno Adónis" userId="2a858039-74ae-4480-8dde-8a1dd1818585" providerId="ADAL" clId="{635C09AB-7F3E-4DC1-8409-3654F2D16A39}" dt="2023-04-17T09:28:37.624" v="69" actId="1076"/>
          <ac:grpSpMkLst>
            <pc:docMk/>
            <pc:sldMk cId="9580368" sldId="531"/>
            <ac:grpSpMk id="42" creationId="{7CA3FA94-64F0-E017-A90E-8398B8821CA4}"/>
          </ac:grpSpMkLst>
        </pc:grpChg>
        <pc:grpChg chg="mod">
          <ac:chgData name="Bruno Adónis" userId="2a858039-74ae-4480-8dde-8a1dd1818585" providerId="ADAL" clId="{635C09AB-7F3E-4DC1-8409-3654F2D16A39}" dt="2023-04-17T09:28:37.624" v="69" actId="1076"/>
          <ac:grpSpMkLst>
            <pc:docMk/>
            <pc:sldMk cId="9580368" sldId="531"/>
            <ac:grpSpMk id="44" creationId="{0671D6C4-22F5-6C14-0239-563A811BAE15}"/>
          </ac:grpSpMkLst>
        </pc:grpChg>
        <pc:grpChg chg="del">
          <ac:chgData name="Bruno Adónis" userId="2a858039-74ae-4480-8dde-8a1dd1818585" providerId="ADAL" clId="{635C09AB-7F3E-4DC1-8409-3654F2D16A39}" dt="2023-04-17T09:25:58.581" v="15" actId="478"/>
          <ac:grpSpMkLst>
            <pc:docMk/>
            <pc:sldMk cId="9580368" sldId="531"/>
            <ac:grpSpMk id="63" creationId="{762BAFF4-255F-08E3-AFB8-DF05539A1748}"/>
          </ac:grpSpMkLst>
        </pc:grpChg>
        <pc:grpChg chg="del">
          <ac:chgData name="Bruno Adónis" userId="2a858039-74ae-4480-8dde-8a1dd1818585" providerId="ADAL" clId="{635C09AB-7F3E-4DC1-8409-3654F2D16A39}" dt="2023-04-17T09:24:21.649" v="9" actId="478"/>
          <ac:grpSpMkLst>
            <pc:docMk/>
            <pc:sldMk cId="9580368" sldId="531"/>
            <ac:grpSpMk id="84" creationId="{51A42D42-E7AD-ED24-F3AC-16F8D5DBC1B8}"/>
          </ac:grpSpMkLst>
        </pc:grpChg>
        <pc:grpChg chg="del">
          <ac:chgData name="Bruno Adónis" userId="2a858039-74ae-4480-8dde-8a1dd1818585" providerId="ADAL" clId="{635C09AB-7F3E-4DC1-8409-3654F2D16A39}" dt="2023-04-17T09:24:21.649" v="9" actId="478"/>
          <ac:grpSpMkLst>
            <pc:docMk/>
            <pc:sldMk cId="9580368" sldId="531"/>
            <ac:grpSpMk id="108" creationId="{90B9125A-79C2-4980-1652-4BCB4A76E545}"/>
          </ac:grpSpMkLst>
        </pc:grpChg>
        <pc:grpChg chg="mod">
          <ac:chgData name="Bruno Adónis" userId="2a858039-74ae-4480-8dde-8a1dd1818585" providerId="ADAL" clId="{635C09AB-7F3E-4DC1-8409-3654F2D16A39}" dt="2023-04-17T09:27:50.484" v="59" actId="1076"/>
          <ac:grpSpMkLst>
            <pc:docMk/>
            <pc:sldMk cId="9580368" sldId="531"/>
            <ac:grpSpMk id="117" creationId="{24F686E8-EDD2-D1C6-8CDD-49ACFDF0DBFA}"/>
          </ac:grpSpMkLst>
        </pc:grpChg>
        <pc:grpChg chg="del">
          <ac:chgData name="Bruno Adónis" userId="2a858039-74ae-4480-8dde-8a1dd1818585" providerId="ADAL" clId="{635C09AB-7F3E-4DC1-8409-3654F2D16A39}" dt="2023-04-17T09:24:05.284" v="7" actId="478"/>
          <ac:grpSpMkLst>
            <pc:docMk/>
            <pc:sldMk cId="9580368" sldId="531"/>
            <ac:grpSpMk id="118" creationId="{75A1838B-B301-0466-8FBE-6AA51216D45E}"/>
          </ac:grpSpMkLst>
        </pc:grpChg>
        <pc:grpChg chg="del">
          <ac:chgData name="Bruno Adónis" userId="2a858039-74ae-4480-8dde-8a1dd1818585" providerId="ADAL" clId="{635C09AB-7F3E-4DC1-8409-3654F2D16A39}" dt="2023-04-17T09:24:31.935" v="10" actId="478"/>
          <ac:grpSpMkLst>
            <pc:docMk/>
            <pc:sldMk cId="9580368" sldId="531"/>
            <ac:grpSpMk id="121" creationId="{249B1ABF-829E-4687-4867-2317EB797160}"/>
          </ac:grpSpMkLst>
        </pc:grpChg>
        <pc:grpChg chg="mod">
          <ac:chgData name="Bruno Adónis" userId="2a858039-74ae-4480-8dde-8a1dd1818585" providerId="ADAL" clId="{635C09AB-7F3E-4DC1-8409-3654F2D16A39}" dt="2023-04-17T09:27:50.484" v="59" actId="1076"/>
          <ac:grpSpMkLst>
            <pc:docMk/>
            <pc:sldMk cId="9580368" sldId="531"/>
            <ac:grpSpMk id="128" creationId="{B1C7CB00-5904-A1A7-6D20-08D27031DE7E}"/>
          </ac:grpSpMkLst>
        </pc:grpChg>
        <pc:grpChg chg="mod">
          <ac:chgData name="Bruno Adónis" userId="2a858039-74ae-4480-8dde-8a1dd1818585" providerId="ADAL" clId="{635C09AB-7F3E-4DC1-8409-3654F2D16A39}" dt="2023-04-17T09:27:50.484" v="59" actId="1076"/>
          <ac:grpSpMkLst>
            <pc:docMk/>
            <pc:sldMk cId="9580368" sldId="531"/>
            <ac:grpSpMk id="158" creationId="{AFDC50D3-7C79-7398-0BE5-254C9B7D115F}"/>
          </ac:grpSpMkLst>
        </pc:grpChg>
        <pc:picChg chg="mod">
          <ac:chgData name="Bruno Adónis" userId="2a858039-74ae-4480-8dde-8a1dd1818585" providerId="ADAL" clId="{635C09AB-7F3E-4DC1-8409-3654F2D16A39}" dt="2023-04-17T09:20:27.015" v="3"/>
          <ac:picMkLst>
            <pc:docMk/>
            <pc:sldMk cId="9580368" sldId="531"/>
            <ac:picMk id="6" creationId="{65CA0FB9-3397-7BDE-CCFF-0432D0DB5E62}"/>
          </ac:picMkLst>
        </pc:picChg>
        <pc:picChg chg="mod">
          <ac:chgData name="Bruno Adónis" userId="2a858039-74ae-4480-8dde-8a1dd1818585" providerId="ADAL" clId="{635C09AB-7F3E-4DC1-8409-3654F2D16A39}" dt="2023-04-17T09:23:44.585" v="5"/>
          <ac:picMkLst>
            <pc:docMk/>
            <pc:sldMk cId="9580368" sldId="531"/>
            <ac:picMk id="10" creationId="{45DFE9D3-BD56-F8EF-2B7A-EDF368F945C4}"/>
          </ac:picMkLst>
        </pc:picChg>
        <pc:picChg chg="mod">
          <ac:chgData name="Bruno Adónis" userId="2a858039-74ae-4480-8dde-8a1dd1818585" providerId="ADAL" clId="{635C09AB-7F3E-4DC1-8409-3654F2D16A39}" dt="2023-04-17T09:23:44.585" v="5"/>
          <ac:picMkLst>
            <pc:docMk/>
            <pc:sldMk cId="9580368" sldId="531"/>
            <ac:picMk id="18" creationId="{21A28C15-6206-13C8-5DE0-0DB74AB84348}"/>
          </ac:picMkLst>
        </pc:picChg>
        <pc:picChg chg="del">
          <ac:chgData name="Bruno Adónis" userId="2a858039-74ae-4480-8dde-8a1dd1818585" providerId="ADAL" clId="{635C09AB-7F3E-4DC1-8409-3654F2D16A39}" dt="2023-04-17T09:24:39.561" v="12" actId="478"/>
          <ac:picMkLst>
            <pc:docMk/>
            <pc:sldMk cId="9580368" sldId="531"/>
            <ac:picMk id="25" creationId="{D5586BDA-2A7B-3C98-F95F-FB0BDBDE45B8}"/>
          </ac:picMkLst>
        </pc:picChg>
        <pc:picChg chg="mod">
          <ac:chgData name="Bruno Adónis" userId="2a858039-74ae-4480-8dde-8a1dd1818585" providerId="ADAL" clId="{635C09AB-7F3E-4DC1-8409-3654F2D16A39}" dt="2023-04-17T09:23:44.585" v="5"/>
          <ac:picMkLst>
            <pc:docMk/>
            <pc:sldMk cId="9580368" sldId="531"/>
            <ac:picMk id="26" creationId="{5ECB6409-38DA-B052-1A21-CB8FD37FD908}"/>
          </ac:picMkLst>
        </pc:picChg>
        <pc:picChg chg="del">
          <ac:chgData name="Bruno Adónis" userId="2a858039-74ae-4480-8dde-8a1dd1818585" providerId="ADAL" clId="{635C09AB-7F3E-4DC1-8409-3654F2D16A39}" dt="2023-04-17T09:24:09.495" v="8" actId="478"/>
          <ac:picMkLst>
            <pc:docMk/>
            <pc:sldMk cId="9580368" sldId="531"/>
            <ac:picMk id="54" creationId="{7CC36514-7F52-F9FD-CCF9-54D6CF53AEC5}"/>
          </ac:picMkLst>
        </pc:picChg>
        <pc:picChg chg="del">
          <ac:chgData name="Bruno Adónis" userId="2a858039-74ae-4480-8dde-8a1dd1818585" providerId="ADAL" clId="{635C09AB-7F3E-4DC1-8409-3654F2D16A39}" dt="2023-04-17T09:24:21.649" v="9" actId="478"/>
          <ac:picMkLst>
            <pc:docMk/>
            <pc:sldMk cId="9580368" sldId="531"/>
            <ac:picMk id="60" creationId="{6E0533F0-A83E-CD0B-2514-E20464BD373B}"/>
          </ac:picMkLst>
        </pc:picChg>
        <pc:picChg chg="del">
          <ac:chgData name="Bruno Adónis" userId="2a858039-74ae-4480-8dde-8a1dd1818585" providerId="ADAL" clId="{635C09AB-7F3E-4DC1-8409-3654F2D16A39}" dt="2023-04-17T09:25:58.581" v="15" actId="478"/>
          <ac:picMkLst>
            <pc:docMk/>
            <pc:sldMk cId="9580368" sldId="531"/>
            <ac:picMk id="80" creationId="{F0607F12-E009-A643-3D32-8AFF5F2FBEF8}"/>
          </ac:picMkLst>
        </pc:picChg>
        <pc:picChg chg="del">
          <ac:chgData name="Bruno Adónis" userId="2a858039-74ae-4480-8dde-8a1dd1818585" providerId="ADAL" clId="{635C09AB-7F3E-4DC1-8409-3654F2D16A39}" dt="2023-04-17T09:24:21.649" v="9" actId="478"/>
          <ac:picMkLst>
            <pc:docMk/>
            <pc:sldMk cId="9580368" sldId="531"/>
            <ac:picMk id="89" creationId="{94E0405A-EA87-5402-C895-2ABF1D3B156E}"/>
          </ac:picMkLst>
        </pc:picChg>
        <pc:picChg chg="del">
          <ac:chgData name="Bruno Adónis" userId="2a858039-74ae-4480-8dde-8a1dd1818585" providerId="ADAL" clId="{635C09AB-7F3E-4DC1-8409-3654F2D16A39}" dt="2023-04-17T09:24:09.495" v="8" actId="478"/>
          <ac:picMkLst>
            <pc:docMk/>
            <pc:sldMk cId="9580368" sldId="531"/>
            <ac:picMk id="97" creationId="{C400457E-6E05-B0F2-DDCF-A37DAFEF98BA}"/>
          </ac:picMkLst>
        </pc:picChg>
        <pc:picChg chg="del">
          <ac:chgData name="Bruno Adónis" userId="2a858039-74ae-4480-8dde-8a1dd1818585" providerId="ADAL" clId="{635C09AB-7F3E-4DC1-8409-3654F2D16A39}" dt="2023-04-17T09:24:21.649" v="9" actId="478"/>
          <ac:picMkLst>
            <pc:docMk/>
            <pc:sldMk cId="9580368" sldId="531"/>
            <ac:picMk id="99" creationId="{1C600093-3693-C2A6-C2D4-5DA3D1A3CCCF}"/>
          </ac:picMkLst>
        </pc:picChg>
        <pc:cxnChg chg="add mod">
          <ac:chgData name="Bruno Adónis" userId="2a858039-74ae-4480-8dde-8a1dd1818585" providerId="ADAL" clId="{635C09AB-7F3E-4DC1-8409-3654F2D16A39}" dt="2023-04-17T09:27:50.484" v="59" actId="1076"/>
          <ac:cxnSpMkLst>
            <pc:docMk/>
            <pc:sldMk cId="9580368" sldId="531"/>
            <ac:cxnSpMk id="27" creationId="{C383D232-5004-5A13-8D7D-A8A443FBDA23}"/>
          </ac:cxnSpMkLst>
        </pc:cxnChg>
        <pc:cxnChg chg="del mod">
          <ac:chgData name="Bruno Adónis" userId="2a858039-74ae-4480-8dde-8a1dd1818585" providerId="ADAL" clId="{635C09AB-7F3E-4DC1-8409-3654F2D16A39}" dt="2023-04-17T09:24:42.425" v="13" actId="478"/>
          <ac:cxnSpMkLst>
            <pc:docMk/>
            <pc:sldMk cId="9580368" sldId="531"/>
            <ac:cxnSpMk id="31" creationId="{022EFF94-87D4-5A81-CB16-3E67FB67E060}"/>
          </ac:cxnSpMkLst>
        </pc:cxnChg>
        <pc:cxnChg chg="del mod">
          <ac:chgData name="Bruno Adónis" userId="2a858039-74ae-4480-8dde-8a1dd1818585" providerId="ADAL" clId="{635C09AB-7F3E-4DC1-8409-3654F2D16A39}" dt="2023-04-17T09:24:34.002" v="11" actId="478"/>
          <ac:cxnSpMkLst>
            <pc:docMk/>
            <pc:sldMk cId="9580368" sldId="531"/>
            <ac:cxnSpMk id="39" creationId="{145DAFBD-1D28-33D5-1580-FA5B8AF2EB12}"/>
          </ac:cxnSpMkLst>
        </pc:cxnChg>
        <pc:cxnChg chg="add mod">
          <ac:chgData name="Bruno Adónis" userId="2a858039-74ae-4480-8dde-8a1dd1818585" providerId="ADAL" clId="{635C09AB-7F3E-4DC1-8409-3654F2D16A39}" dt="2023-04-17T09:28:49.569" v="73" actId="14100"/>
          <ac:cxnSpMkLst>
            <pc:docMk/>
            <pc:sldMk cId="9580368" sldId="531"/>
            <ac:cxnSpMk id="51" creationId="{14D34697-F67B-0496-D043-DF6C9CE484F6}"/>
          </ac:cxnSpMkLst>
        </pc:cxnChg>
        <pc:cxnChg chg="add mod">
          <ac:chgData name="Bruno Adónis" userId="2a858039-74ae-4480-8dde-8a1dd1818585" providerId="ADAL" clId="{635C09AB-7F3E-4DC1-8409-3654F2D16A39}" dt="2023-04-17T09:28:57.846" v="76" actId="14100"/>
          <ac:cxnSpMkLst>
            <pc:docMk/>
            <pc:sldMk cId="9580368" sldId="531"/>
            <ac:cxnSpMk id="68" creationId="{F5F4B327-01AE-BEC1-9F6C-A7292D02DF09}"/>
          </ac:cxnSpMkLst>
        </pc:cxnChg>
        <pc:cxnChg chg="mod">
          <ac:chgData name="Bruno Adónis" userId="2a858039-74ae-4480-8dde-8a1dd1818585" providerId="ADAL" clId="{635C09AB-7F3E-4DC1-8409-3654F2D16A39}" dt="2023-04-17T09:27:50.484" v="59" actId="1076"/>
          <ac:cxnSpMkLst>
            <pc:docMk/>
            <pc:sldMk cId="9580368" sldId="531"/>
            <ac:cxnSpMk id="70" creationId="{00000000-0000-0000-0000-000000000000}"/>
          </ac:cxnSpMkLst>
        </pc:cxnChg>
        <pc:cxnChg chg="del mod">
          <ac:chgData name="Bruno Adónis" userId="2a858039-74ae-4480-8dde-8a1dd1818585" providerId="ADAL" clId="{635C09AB-7F3E-4DC1-8409-3654F2D16A39}" dt="2023-04-17T09:24:21.649" v="9" actId="478"/>
          <ac:cxnSpMkLst>
            <pc:docMk/>
            <pc:sldMk cId="9580368" sldId="531"/>
            <ac:cxnSpMk id="71" creationId="{5A5179F1-AA50-369C-1E9D-EF0E6FA944EE}"/>
          </ac:cxnSpMkLst>
        </pc:cxnChg>
        <pc:cxnChg chg="mod">
          <ac:chgData name="Bruno Adónis" userId="2a858039-74ae-4480-8dde-8a1dd1818585" providerId="ADAL" clId="{635C09AB-7F3E-4DC1-8409-3654F2D16A39}" dt="2023-04-17T09:27:50.484" v="59" actId="1076"/>
          <ac:cxnSpMkLst>
            <pc:docMk/>
            <pc:sldMk cId="9580368" sldId="531"/>
            <ac:cxnSpMk id="72" creationId="{49375212-8B46-A946-7C75-E0EB30720638}"/>
          </ac:cxnSpMkLst>
        </pc:cxnChg>
        <pc:cxnChg chg="del mod">
          <ac:chgData name="Bruno Adónis" userId="2a858039-74ae-4480-8dde-8a1dd1818585" providerId="ADAL" clId="{635C09AB-7F3E-4DC1-8409-3654F2D16A39}" dt="2023-04-17T09:24:44.602" v="14" actId="478"/>
          <ac:cxnSpMkLst>
            <pc:docMk/>
            <pc:sldMk cId="9580368" sldId="531"/>
            <ac:cxnSpMk id="77" creationId="{35AAD688-B72D-A04D-A074-1ED9B10D56B0}"/>
          </ac:cxnSpMkLst>
        </pc:cxnChg>
        <pc:cxnChg chg="del mod">
          <ac:chgData name="Bruno Adónis" userId="2a858039-74ae-4480-8dde-8a1dd1818585" providerId="ADAL" clId="{635C09AB-7F3E-4DC1-8409-3654F2D16A39}" dt="2023-04-17T09:25:58.581" v="15" actId="478"/>
          <ac:cxnSpMkLst>
            <pc:docMk/>
            <pc:sldMk cId="9580368" sldId="531"/>
            <ac:cxnSpMk id="81" creationId="{DF40C24C-796E-E80D-0611-FD4C851F8A51}"/>
          </ac:cxnSpMkLst>
        </pc:cxnChg>
        <pc:cxnChg chg="del mod">
          <ac:chgData name="Bruno Adónis" userId="2a858039-74ae-4480-8dde-8a1dd1818585" providerId="ADAL" clId="{635C09AB-7F3E-4DC1-8409-3654F2D16A39}" dt="2023-04-17T09:24:21.649" v="9" actId="478"/>
          <ac:cxnSpMkLst>
            <pc:docMk/>
            <pc:sldMk cId="9580368" sldId="531"/>
            <ac:cxnSpMk id="90" creationId="{A632863F-0DEC-DFCE-6B28-F1BFF053554A}"/>
          </ac:cxnSpMkLst>
        </pc:cxnChg>
        <pc:cxnChg chg="del mod">
          <ac:chgData name="Bruno Adónis" userId="2a858039-74ae-4480-8dde-8a1dd1818585" providerId="ADAL" clId="{635C09AB-7F3E-4DC1-8409-3654F2D16A39}" dt="2023-04-17T09:26:01.607" v="16" actId="478"/>
          <ac:cxnSpMkLst>
            <pc:docMk/>
            <pc:sldMk cId="9580368" sldId="531"/>
            <ac:cxnSpMk id="129" creationId="{9C564FBA-D093-E421-907A-9A5AF1EBFB36}"/>
          </ac:cxnSpMkLst>
        </pc:cxnChg>
        <pc:cxnChg chg="mod">
          <ac:chgData name="Bruno Adónis" userId="2a858039-74ae-4480-8dde-8a1dd1818585" providerId="ADAL" clId="{635C09AB-7F3E-4DC1-8409-3654F2D16A39}" dt="2023-04-17T09:27:50.484" v="59" actId="1076"/>
          <ac:cxnSpMkLst>
            <pc:docMk/>
            <pc:sldMk cId="9580368" sldId="531"/>
            <ac:cxnSpMk id="133" creationId="{FF178A2D-510D-EE55-A526-680FCE843552}"/>
          </ac:cxnSpMkLst>
        </pc:cxnChg>
      </pc:sldChg>
    </pc:docChg>
  </pc:docChgLst>
  <pc:docChgLst>
    <pc:chgData name="Bruno Adónis" userId="2a858039-74ae-4480-8dde-8a1dd1818585" providerId="ADAL" clId="{B698B0A8-333F-4E87-88C6-9CCB150C5F5A}"/>
    <pc:docChg chg="undo custSel addSld modSld">
      <pc:chgData name="Bruno Adónis" userId="2a858039-74ae-4480-8dde-8a1dd1818585" providerId="ADAL" clId="{B698B0A8-333F-4E87-88C6-9CCB150C5F5A}" dt="2023-03-08T13:33:37.390" v="460" actId="14100"/>
      <pc:docMkLst>
        <pc:docMk/>
      </pc:docMkLst>
      <pc:sldChg chg="addSp delSp modSp add mod">
        <pc:chgData name="Bruno Adónis" userId="2a858039-74ae-4480-8dde-8a1dd1818585" providerId="ADAL" clId="{B698B0A8-333F-4E87-88C6-9CCB150C5F5A}" dt="2023-03-08T13:33:37.390" v="460" actId="14100"/>
        <pc:sldMkLst>
          <pc:docMk/>
          <pc:sldMk cId="2704988569" sldId="529"/>
        </pc:sldMkLst>
        <pc:spChg chg="mod">
          <ac:chgData name="Bruno Adónis" userId="2a858039-74ae-4480-8dde-8a1dd1818585" providerId="ADAL" clId="{B698B0A8-333F-4E87-88C6-9CCB150C5F5A}" dt="2023-03-07T11:37:22.876" v="8"/>
          <ac:spMkLst>
            <pc:docMk/>
            <pc:sldMk cId="2704988569" sldId="529"/>
            <ac:spMk id="3" creationId="{E0DD00F3-2D30-C943-EDBB-2A392EDC2769}"/>
          </ac:spMkLst>
        </pc:spChg>
        <pc:spChg chg="del">
          <ac:chgData name="Bruno Adónis" userId="2a858039-74ae-4480-8dde-8a1dd1818585" providerId="ADAL" clId="{B698B0A8-333F-4E87-88C6-9CCB150C5F5A}" dt="2023-03-07T12:56:30.628" v="53" actId="478"/>
          <ac:spMkLst>
            <pc:docMk/>
            <pc:sldMk cId="2704988569" sldId="529"/>
            <ac:spMk id="5" creationId="{A2283E99-C85E-4F60-0169-F794D6114CB8}"/>
          </ac:spMkLst>
        </pc:spChg>
        <pc:spChg chg="add del mod">
          <ac:chgData name="Bruno Adónis" userId="2a858039-74ae-4480-8dde-8a1dd1818585" providerId="ADAL" clId="{B698B0A8-333F-4E87-88C6-9CCB150C5F5A}" dt="2023-03-07T11:38:08.393" v="32" actId="478"/>
          <ac:spMkLst>
            <pc:docMk/>
            <pc:sldMk cId="2704988569" sldId="529"/>
            <ac:spMk id="6" creationId="{8F32CFA9-5D96-A421-E595-BD754146A7D5}"/>
          </ac:spMkLst>
        </pc:spChg>
        <pc:spChg chg="del">
          <ac:chgData name="Bruno Adónis" userId="2a858039-74ae-4480-8dde-8a1dd1818585" providerId="ADAL" clId="{B698B0A8-333F-4E87-88C6-9CCB150C5F5A}" dt="2023-03-07T12:56:30.628" v="53" actId="478"/>
          <ac:spMkLst>
            <pc:docMk/>
            <pc:sldMk cId="2704988569" sldId="529"/>
            <ac:spMk id="9" creationId="{3ECA1EF7-F86B-CB16-60D7-31D2DDCC084E}"/>
          </ac:spMkLst>
        </pc:spChg>
        <pc:spChg chg="del">
          <ac:chgData name="Bruno Adónis" userId="2a858039-74ae-4480-8dde-8a1dd1818585" providerId="ADAL" clId="{B698B0A8-333F-4E87-88C6-9CCB150C5F5A}" dt="2023-03-07T12:56:30.628" v="53" actId="478"/>
          <ac:spMkLst>
            <pc:docMk/>
            <pc:sldMk cId="2704988569" sldId="529"/>
            <ac:spMk id="10" creationId="{A608A320-0477-CEFC-A37C-D73C564F0E46}"/>
          </ac:spMkLst>
        </pc:spChg>
        <pc:spChg chg="mod">
          <ac:chgData name="Bruno Adónis" userId="2a858039-74ae-4480-8dde-8a1dd1818585" providerId="ADAL" clId="{B698B0A8-333F-4E87-88C6-9CCB150C5F5A}" dt="2023-03-07T12:56:45.058" v="57"/>
          <ac:spMkLst>
            <pc:docMk/>
            <pc:sldMk cId="2704988569" sldId="529"/>
            <ac:spMk id="13" creationId="{AD5D891D-EECA-1D14-8779-430B76ECBDB0}"/>
          </ac:spMkLst>
        </pc:spChg>
        <pc:spChg chg="add mod">
          <ac:chgData name="Bruno Adónis" userId="2a858039-74ae-4480-8dde-8a1dd1818585" providerId="ADAL" clId="{B698B0A8-333F-4E87-88C6-9CCB150C5F5A}" dt="2023-03-08T13:29:41.560" v="415" actId="164"/>
          <ac:spMkLst>
            <pc:docMk/>
            <pc:sldMk cId="2704988569" sldId="529"/>
            <ac:spMk id="15" creationId="{6ED7876A-8671-FE19-04E2-0CAA9C2F7CFB}"/>
          </ac:spMkLst>
        </pc:spChg>
        <pc:spChg chg="mod">
          <ac:chgData name="Bruno Adónis" userId="2a858039-74ae-4480-8dde-8a1dd1818585" providerId="ADAL" clId="{B698B0A8-333F-4E87-88C6-9CCB150C5F5A}" dt="2023-03-07T14:35:23.883" v="184" actId="1076"/>
          <ac:spMkLst>
            <pc:docMk/>
            <pc:sldMk cId="2704988569" sldId="529"/>
            <ac:spMk id="20" creationId="{5B260461-7425-D2C7-661E-F3A2808D1D0B}"/>
          </ac:spMkLst>
        </pc:spChg>
        <pc:spChg chg="mod">
          <ac:chgData name="Bruno Adónis" userId="2a858039-74ae-4480-8dde-8a1dd1818585" providerId="ADAL" clId="{B698B0A8-333F-4E87-88C6-9CCB150C5F5A}" dt="2023-03-07T12:58:30.167" v="103" actId="571"/>
          <ac:spMkLst>
            <pc:docMk/>
            <pc:sldMk cId="2704988569" sldId="529"/>
            <ac:spMk id="21" creationId="{ECF8F865-A189-A3A3-34B4-BB38179621B0}"/>
          </ac:spMkLst>
        </pc:spChg>
        <pc:spChg chg="add mod">
          <ac:chgData name="Bruno Adónis" userId="2a858039-74ae-4480-8dde-8a1dd1818585" providerId="ADAL" clId="{B698B0A8-333F-4E87-88C6-9CCB150C5F5A}" dt="2023-03-07T15:29:32.598" v="368" actId="1076"/>
          <ac:spMkLst>
            <pc:docMk/>
            <pc:sldMk cId="2704988569" sldId="529"/>
            <ac:spMk id="23" creationId="{419EBC42-F034-3B35-225D-B12DD6EE01A1}"/>
          </ac:spMkLst>
        </pc:spChg>
        <pc:spChg chg="mod">
          <ac:chgData name="Bruno Adónis" userId="2a858039-74ae-4480-8dde-8a1dd1818585" providerId="ADAL" clId="{B698B0A8-333F-4E87-88C6-9CCB150C5F5A}" dt="2023-03-07T11:36:59.811" v="7" actId="20577"/>
          <ac:spMkLst>
            <pc:docMk/>
            <pc:sldMk cId="2704988569" sldId="529"/>
            <ac:spMk id="28" creationId="{00000000-0000-0000-0000-000000000000}"/>
          </ac:spMkLst>
        </pc:spChg>
        <pc:spChg chg="mod">
          <ac:chgData name="Bruno Adónis" userId="2a858039-74ae-4480-8dde-8a1dd1818585" providerId="ADAL" clId="{B698B0A8-333F-4E87-88C6-9CCB150C5F5A}" dt="2023-03-08T13:29:21.128" v="411" actId="164"/>
          <ac:spMkLst>
            <pc:docMk/>
            <pc:sldMk cId="2704988569" sldId="529"/>
            <ac:spMk id="38" creationId="{2E5B5498-D998-4564-D586-04BEED0E0297}"/>
          </ac:spMkLst>
        </pc:spChg>
        <pc:spChg chg="mod">
          <ac:chgData name="Bruno Adónis" userId="2a858039-74ae-4480-8dde-8a1dd1818585" providerId="ADAL" clId="{B698B0A8-333F-4E87-88C6-9CCB150C5F5A}" dt="2023-03-07T14:33:54.567" v="175"/>
          <ac:spMkLst>
            <pc:docMk/>
            <pc:sldMk cId="2704988569" sldId="529"/>
            <ac:spMk id="48" creationId="{1AAD2A09-8CD2-99DC-3566-A6839F2C95E0}"/>
          </ac:spMkLst>
        </pc:spChg>
        <pc:spChg chg="mod">
          <ac:chgData name="Bruno Adónis" userId="2a858039-74ae-4480-8dde-8a1dd1818585" providerId="ADAL" clId="{B698B0A8-333F-4E87-88C6-9CCB150C5F5A}" dt="2023-03-07T14:33:54.567" v="175"/>
          <ac:spMkLst>
            <pc:docMk/>
            <pc:sldMk cId="2704988569" sldId="529"/>
            <ac:spMk id="51" creationId="{2E4FF4EC-DF65-6B1E-3081-9C25428F3E60}"/>
          </ac:spMkLst>
        </pc:spChg>
        <pc:spChg chg="add mod">
          <ac:chgData name="Bruno Adónis" userId="2a858039-74ae-4480-8dde-8a1dd1818585" providerId="ADAL" clId="{B698B0A8-333F-4E87-88C6-9CCB150C5F5A}" dt="2023-03-08T13:33:13.295" v="457" actId="164"/>
          <ac:spMkLst>
            <pc:docMk/>
            <pc:sldMk cId="2704988569" sldId="529"/>
            <ac:spMk id="56" creationId="{8F65BAAE-76DC-7E1C-6757-BB3D260B002F}"/>
          </ac:spMkLst>
        </pc:spChg>
        <pc:spChg chg="mod">
          <ac:chgData name="Bruno Adónis" userId="2a858039-74ae-4480-8dde-8a1dd1818585" providerId="ADAL" clId="{B698B0A8-333F-4E87-88C6-9CCB150C5F5A}" dt="2023-03-07T12:54:46.990" v="52" actId="1076"/>
          <ac:spMkLst>
            <pc:docMk/>
            <pc:sldMk cId="2704988569" sldId="529"/>
            <ac:spMk id="57" creationId="{2A2AE190-F0D3-0D2D-0CFF-69F6DE30CAC5}"/>
          </ac:spMkLst>
        </pc:spChg>
        <pc:spChg chg="mod">
          <ac:chgData name="Bruno Adónis" userId="2a858039-74ae-4480-8dde-8a1dd1818585" providerId="ADAL" clId="{B698B0A8-333F-4E87-88C6-9CCB150C5F5A}" dt="2023-03-07T14:36:22.107" v="188"/>
          <ac:spMkLst>
            <pc:docMk/>
            <pc:sldMk cId="2704988569" sldId="529"/>
            <ac:spMk id="59" creationId="{BAF9D583-9F8B-BB5A-68F4-FCE399A3A76C}"/>
          </ac:spMkLst>
        </pc:spChg>
        <pc:spChg chg="mod">
          <ac:chgData name="Bruno Adónis" userId="2a858039-74ae-4480-8dde-8a1dd1818585" providerId="ADAL" clId="{B698B0A8-333F-4E87-88C6-9CCB150C5F5A}" dt="2023-03-07T14:38:21.137" v="210"/>
          <ac:spMkLst>
            <pc:docMk/>
            <pc:sldMk cId="2704988569" sldId="529"/>
            <ac:spMk id="64" creationId="{86E91F50-D86D-40A7-9CE3-51C4E0FBC838}"/>
          </ac:spMkLst>
        </pc:spChg>
        <pc:spChg chg="mod">
          <ac:chgData name="Bruno Adónis" userId="2a858039-74ae-4480-8dde-8a1dd1818585" providerId="ADAL" clId="{B698B0A8-333F-4E87-88C6-9CCB150C5F5A}" dt="2023-03-07T14:38:21.137" v="210"/>
          <ac:spMkLst>
            <pc:docMk/>
            <pc:sldMk cId="2704988569" sldId="529"/>
            <ac:spMk id="67" creationId="{769D285E-BAF0-E4B4-2CE3-50D0DE5D4C28}"/>
          </ac:spMkLst>
        </pc:spChg>
        <pc:spChg chg="del">
          <ac:chgData name="Bruno Adónis" userId="2a858039-74ae-4480-8dde-8a1dd1818585" providerId="ADAL" clId="{B698B0A8-333F-4E87-88C6-9CCB150C5F5A}" dt="2023-03-07T12:54:26.698" v="36" actId="478"/>
          <ac:spMkLst>
            <pc:docMk/>
            <pc:sldMk cId="2704988569" sldId="529"/>
            <ac:spMk id="68" creationId="{16BA29F3-0E5E-3726-0303-A15E706F546B}"/>
          </ac:spMkLst>
        </pc:spChg>
        <pc:spChg chg="del">
          <ac:chgData name="Bruno Adónis" userId="2a858039-74ae-4480-8dde-8a1dd1818585" providerId="ADAL" clId="{B698B0A8-333F-4E87-88C6-9CCB150C5F5A}" dt="2023-03-07T11:37:44.526" v="16" actId="478"/>
          <ac:spMkLst>
            <pc:docMk/>
            <pc:sldMk cId="2704988569" sldId="529"/>
            <ac:spMk id="85" creationId="{C5F56BE9-2C01-5F1E-A23E-BE1AFF401F84}"/>
          </ac:spMkLst>
        </pc:spChg>
        <pc:spChg chg="mod">
          <ac:chgData name="Bruno Adónis" userId="2a858039-74ae-4480-8dde-8a1dd1818585" providerId="ADAL" clId="{B698B0A8-333F-4E87-88C6-9CCB150C5F5A}" dt="2023-03-07T15:30:13.507" v="372"/>
          <ac:spMkLst>
            <pc:docMk/>
            <pc:sldMk cId="2704988569" sldId="529"/>
            <ac:spMk id="86" creationId="{3B84BCFF-88D3-3845-ABFE-3D86EE2D84B4}"/>
          </ac:spMkLst>
        </pc:spChg>
        <pc:spChg chg="add mod">
          <ac:chgData name="Bruno Adónis" userId="2a858039-74ae-4480-8dde-8a1dd1818585" providerId="ADAL" clId="{B698B0A8-333F-4E87-88C6-9CCB150C5F5A}" dt="2023-03-07T15:30:22.394" v="383" actId="1076"/>
          <ac:spMkLst>
            <pc:docMk/>
            <pc:sldMk cId="2704988569" sldId="529"/>
            <ac:spMk id="88" creationId="{7F1F6BD8-E69E-D18E-1985-AEE763A2E2B4}"/>
          </ac:spMkLst>
        </pc:spChg>
        <pc:spChg chg="add del mod">
          <ac:chgData name="Bruno Adónis" userId="2a858039-74ae-4480-8dde-8a1dd1818585" providerId="ADAL" clId="{B698B0A8-333F-4E87-88C6-9CCB150C5F5A}" dt="2023-03-08T13:28:35.836" v="407"/>
          <ac:spMkLst>
            <pc:docMk/>
            <pc:sldMk cId="2704988569" sldId="529"/>
            <ac:spMk id="93" creationId="{3FCCB090-FC24-AB50-AD4D-FE5CDB7F2212}"/>
          </ac:spMkLst>
        </pc:spChg>
        <pc:spChg chg="mod">
          <ac:chgData name="Bruno Adónis" userId="2a858039-74ae-4480-8dde-8a1dd1818585" providerId="ADAL" clId="{B698B0A8-333F-4E87-88C6-9CCB150C5F5A}" dt="2023-03-08T13:28:26.602" v="406"/>
          <ac:spMkLst>
            <pc:docMk/>
            <pc:sldMk cId="2704988569" sldId="529"/>
            <ac:spMk id="95" creationId="{F784EF60-6566-2D43-B9EC-E0A312B1A3EC}"/>
          </ac:spMkLst>
        </pc:spChg>
        <pc:spChg chg="add del mod">
          <ac:chgData name="Bruno Adónis" userId="2a858039-74ae-4480-8dde-8a1dd1818585" providerId="ADAL" clId="{B698B0A8-333F-4E87-88C6-9CCB150C5F5A}" dt="2023-03-08T13:29:14.411" v="410" actId="478"/>
          <ac:spMkLst>
            <pc:docMk/>
            <pc:sldMk cId="2704988569" sldId="529"/>
            <ac:spMk id="102" creationId="{C9109964-9BB5-4D8E-5D16-3C9D14C40908}"/>
          </ac:spMkLst>
        </pc:spChg>
        <pc:spChg chg="mod">
          <ac:chgData name="Bruno Adónis" userId="2a858039-74ae-4480-8dde-8a1dd1818585" providerId="ADAL" clId="{B698B0A8-333F-4E87-88C6-9CCB150C5F5A}" dt="2023-03-08T13:29:09.897" v="408"/>
          <ac:spMkLst>
            <pc:docMk/>
            <pc:sldMk cId="2704988569" sldId="529"/>
            <ac:spMk id="107" creationId="{21872935-158A-AE0E-82B0-DAC3A19F966D}"/>
          </ac:spMkLst>
        </pc:spChg>
        <pc:spChg chg="add mod">
          <ac:chgData name="Bruno Adónis" userId="2a858039-74ae-4480-8dde-8a1dd1818585" providerId="ADAL" clId="{B698B0A8-333F-4E87-88C6-9CCB150C5F5A}" dt="2023-03-08T13:31:33.285" v="426" actId="164"/>
          <ac:spMkLst>
            <pc:docMk/>
            <pc:sldMk cId="2704988569" sldId="529"/>
            <ac:spMk id="123" creationId="{49F631C4-7190-E8EC-C2EA-C934EA69B074}"/>
          </ac:spMkLst>
        </pc:spChg>
        <pc:spChg chg="mod">
          <ac:chgData name="Bruno Adónis" userId="2a858039-74ae-4480-8dde-8a1dd1818585" providerId="ADAL" clId="{B698B0A8-333F-4E87-88C6-9CCB150C5F5A}" dt="2023-03-08T13:31:29.492" v="418"/>
          <ac:spMkLst>
            <pc:docMk/>
            <pc:sldMk cId="2704988569" sldId="529"/>
            <ac:spMk id="125" creationId="{5F10DA92-3D70-56C5-2856-5013042A33B5}"/>
          </ac:spMkLst>
        </pc:spChg>
        <pc:grpChg chg="add del mod">
          <ac:chgData name="Bruno Adónis" userId="2a858039-74ae-4480-8dde-8a1dd1818585" providerId="ADAL" clId="{B698B0A8-333F-4E87-88C6-9CCB150C5F5A}" dt="2023-03-07T11:38:08.393" v="32" actId="478"/>
          <ac:grpSpMkLst>
            <pc:docMk/>
            <pc:sldMk cId="2704988569" sldId="529"/>
            <ac:grpSpMk id="2" creationId="{F084BD90-8368-70B6-E4FC-DBE9D6F5088B}"/>
          </ac:grpSpMkLst>
        </pc:grpChg>
        <pc:grpChg chg="add mod">
          <ac:chgData name="Bruno Adónis" userId="2a858039-74ae-4480-8dde-8a1dd1818585" providerId="ADAL" clId="{B698B0A8-333F-4E87-88C6-9CCB150C5F5A}" dt="2023-03-08T13:29:41.560" v="415" actId="164"/>
          <ac:grpSpMkLst>
            <pc:docMk/>
            <pc:sldMk cId="2704988569" sldId="529"/>
            <ac:grpSpMk id="12" creationId="{7CC89520-5582-9E32-1526-4CF1E091AB63}"/>
          </ac:grpSpMkLst>
        </pc:grpChg>
        <pc:grpChg chg="add mod">
          <ac:chgData name="Bruno Adónis" userId="2a858039-74ae-4480-8dde-8a1dd1818585" providerId="ADAL" clId="{B698B0A8-333F-4E87-88C6-9CCB150C5F5A}" dt="2023-03-07T15:29:32.598" v="368" actId="1076"/>
          <ac:grpSpMkLst>
            <pc:docMk/>
            <pc:sldMk cId="2704988569" sldId="529"/>
            <ac:grpSpMk id="19" creationId="{27E3C47A-EF57-67D4-395A-CE6067C8515D}"/>
          </ac:grpSpMkLst>
        </pc:grpChg>
        <pc:grpChg chg="del">
          <ac:chgData name="Bruno Adónis" userId="2a858039-74ae-4480-8dde-8a1dd1818585" providerId="ADAL" clId="{B698B0A8-333F-4E87-88C6-9CCB150C5F5A}" dt="2023-03-07T11:38:49.783" v="33" actId="478"/>
          <ac:grpSpMkLst>
            <pc:docMk/>
            <pc:sldMk cId="2704988569" sldId="529"/>
            <ac:grpSpMk id="43" creationId="{D646ED98-30CA-5055-F4F4-7EFEF9609A01}"/>
          </ac:grpSpMkLst>
        </pc:grpChg>
        <pc:grpChg chg="del">
          <ac:chgData name="Bruno Adónis" userId="2a858039-74ae-4480-8dde-8a1dd1818585" providerId="ADAL" clId="{B698B0A8-333F-4E87-88C6-9CCB150C5F5A}" dt="2023-03-07T11:38:49.783" v="33" actId="478"/>
          <ac:grpSpMkLst>
            <pc:docMk/>
            <pc:sldMk cId="2704988569" sldId="529"/>
            <ac:grpSpMk id="44" creationId="{85AFC339-3D24-BB7C-CA67-14A5DF8DC7F6}"/>
          </ac:grpSpMkLst>
        </pc:grpChg>
        <pc:grpChg chg="add del mod">
          <ac:chgData name="Bruno Adónis" userId="2a858039-74ae-4480-8dde-8a1dd1818585" providerId="ADAL" clId="{B698B0A8-333F-4E87-88C6-9CCB150C5F5A}" dt="2023-03-07T14:36:35.670" v="208" actId="478"/>
          <ac:grpSpMkLst>
            <pc:docMk/>
            <pc:sldMk cId="2704988569" sldId="529"/>
            <ac:grpSpMk id="47" creationId="{A6857AEA-FEAF-E296-2398-6FA601F6FB9F}"/>
          </ac:grpSpMkLst>
        </pc:grpChg>
        <pc:grpChg chg="mod">
          <ac:chgData name="Bruno Adónis" userId="2a858039-74ae-4480-8dde-8a1dd1818585" providerId="ADAL" clId="{B698B0A8-333F-4E87-88C6-9CCB150C5F5A}" dt="2023-03-07T14:33:54.567" v="175"/>
          <ac:grpSpMkLst>
            <pc:docMk/>
            <pc:sldMk cId="2704988569" sldId="529"/>
            <ac:grpSpMk id="50" creationId="{2E10389E-3DD5-A606-34AF-ACD4712E30AC}"/>
          </ac:grpSpMkLst>
        </pc:grpChg>
        <pc:grpChg chg="add mod">
          <ac:chgData name="Bruno Adónis" userId="2a858039-74ae-4480-8dde-8a1dd1818585" providerId="ADAL" clId="{B698B0A8-333F-4E87-88C6-9CCB150C5F5A}" dt="2023-03-08T13:33:13.295" v="457" actId="164"/>
          <ac:grpSpMkLst>
            <pc:docMk/>
            <pc:sldMk cId="2704988569" sldId="529"/>
            <ac:grpSpMk id="58" creationId="{58DE1E7B-53B5-A402-3827-CC5C664D8027}"/>
          </ac:grpSpMkLst>
        </pc:grpChg>
        <pc:grpChg chg="add mod">
          <ac:chgData name="Bruno Adónis" userId="2a858039-74ae-4480-8dde-8a1dd1818585" providerId="ADAL" clId="{B698B0A8-333F-4E87-88C6-9CCB150C5F5A}" dt="2023-03-08T13:28:03.602" v="403" actId="1076"/>
          <ac:grpSpMkLst>
            <pc:docMk/>
            <pc:sldMk cId="2704988569" sldId="529"/>
            <ac:grpSpMk id="63" creationId="{762BAFF4-255F-08E3-AFB8-DF05539A1748}"/>
          </ac:grpSpMkLst>
        </pc:grpChg>
        <pc:grpChg chg="mod">
          <ac:chgData name="Bruno Adónis" userId="2a858039-74ae-4480-8dde-8a1dd1818585" providerId="ADAL" clId="{B698B0A8-333F-4E87-88C6-9CCB150C5F5A}" dt="2023-03-07T14:38:21.137" v="210"/>
          <ac:grpSpMkLst>
            <pc:docMk/>
            <pc:sldMk cId="2704988569" sldId="529"/>
            <ac:grpSpMk id="65" creationId="{966B7B19-70FD-E05D-8F92-C4D57269B04F}"/>
          </ac:grpSpMkLst>
        </pc:grpChg>
        <pc:grpChg chg="add mod">
          <ac:chgData name="Bruno Adónis" userId="2a858039-74ae-4480-8dde-8a1dd1818585" providerId="ADAL" clId="{B698B0A8-333F-4E87-88C6-9CCB150C5F5A}" dt="2023-03-07T15:30:22.394" v="383" actId="1076"/>
          <ac:grpSpMkLst>
            <pc:docMk/>
            <pc:sldMk cId="2704988569" sldId="529"/>
            <ac:grpSpMk id="84" creationId="{51A42D42-E7AD-ED24-F3AC-16F8D5DBC1B8}"/>
          </ac:grpSpMkLst>
        </pc:grpChg>
        <pc:grpChg chg="add del mod">
          <ac:chgData name="Bruno Adónis" userId="2a858039-74ae-4480-8dde-8a1dd1818585" providerId="ADAL" clId="{B698B0A8-333F-4E87-88C6-9CCB150C5F5A}" dt="2023-03-08T13:28:35.836" v="407"/>
          <ac:grpSpMkLst>
            <pc:docMk/>
            <pc:sldMk cId="2704988569" sldId="529"/>
            <ac:grpSpMk id="94" creationId="{F4EE50A2-11BE-C575-6349-FC286F9216CB}"/>
          </ac:grpSpMkLst>
        </pc:grpChg>
        <pc:grpChg chg="add del mod">
          <ac:chgData name="Bruno Adónis" userId="2a858039-74ae-4480-8dde-8a1dd1818585" providerId="ADAL" clId="{B698B0A8-333F-4E87-88C6-9CCB150C5F5A}" dt="2023-03-08T13:29:14.411" v="410" actId="478"/>
          <ac:grpSpMkLst>
            <pc:docMk/>
            <pc:sldMk cId="2704988569" sldId="529"/>
            <ac:grpSpMk id="103" creationId="{51D896DB-51CC-3359-60B1-789990DDBB80}"/>
          </ac:grpSpMkLst>
        </pc:grpChg>
        <pc:grpChg chg="del">
          <ac:chgData name="Bruno Adónis" userId="2a858039-74ae-4480-8dde-8a1dd1818585" providerId="ADAL" clId="{B698B0A8-333F-4E87-88C6-9CCB150C5F5A}" dt="2023-03-07T12:54:26.698" v="36" actId="478"/>
          <ac:grpSpMkLst>
            <pc:docMk/>
            <pc:sldMk cId="2704988569" sldId="529"/>
            <ac:grpSpMk id="104" creationId="{66F58E4A-7AC9-4064-22FF-32B71709F6E6}"/>
          </ac:grpSpMkLst>
        </pc:grpChg>
        <pc:grpChg chg="mod">
          <ac:chgData name="Bruno Adónis" userId="2a858039-74ae-4480-8dde-8a1dd1818585" providerId="ADAL" clId="{B698B0A8-333F-4E87-88C6-9CCB150C5F5A}" dt="2023-03-07T12:54:46.990" v="52" actId="1076"/>
          <ac:grpSpMkLst>
            <pc:docMk/>
            <pc:sldMk cId="2704988569" sldId="529"/>
            <ac:grpSpMk id="108" creationId="{90B9125A-79C2-4980-1652-4BCB4A76E545}"/>
          </ac:grpSpMkLst>
        </pc:grpChg>
        <pc:grpChg chg="del">
          <ac:chgData name="Bruno Adónis" userId="2a858039-74ae-4480-8dde-8a1dd1818585" providerId="ADAL" clId="{B698B0A8-333F-4E87-88C6-9CCB150C5F5A}" dt="2023-03-07T11:37:44.526" v="16" actId="478"/>
          <ac:grpSpMkLst>
            <pc:docMk/>
            <pc:sldMk cId="2704988569" sldId="529"/>
            <ac:grpSpMk id="111" creationId="{DB073369-30B9-1B0E-9E31-0FCDE96AEE9F}"/>
          </ac:grpSpMkLst>
        </pc:grpChg>
        <pc:grpChg chg="add mod">
          <ac:chgData name="Bruno Adónis" userId="2a858039-74ae-4480-8dde-8a1dd1818585" providerId="ADAL" clId="{B698B0A8-333F-4E87-88C6-9CCB150C5F5A}" dt="2023-03-08T13:29:23.884" v="412" actId="1076"/>
          <ac:grpSpMkLst>
            <pc:docMk/>
            <pc:sldMk cId="2704988569" sldId="529"/>
            <ac:grpSpMk id="117" creationId="{24F686E8-EDD2-D1C6-8CDD-49ACFDF0DBFA}"/>
          </ac:grpSpMkLst>
        </pc:grpChg>
        <pc:grpChg chg="mod">
          <ac:chgData name="Bruno Adónis" userId="2a858039-74ae-4480-8dde-8a1dd1818585" providerId="ADAL" clId="{B698B0A8-333F-4E87-88C6-9CCB150C5F5A}" dt="2023-03-07T14:35:23.883" v="184" actId="1076"/>
          <ac:grpSpMkLst>
            <pc:docMk/>
            <pc:sldMk cId="2704988569" sldId="529"/>
            <ac:grpSpMk id="118" creationId="{75A1838B-B301-0466-8FBE-6AA51216D45E}"/>
          </ac:grpSpMkLst>
        </pc:grpChg>
        <pc:grpChg chg="add mod">
          <ac:chgData name="Bruno Adónis" userId="2a858039-74ae-4480-8dde-8a1dd1818585" providerId="ADAL" clId="{B698B0A8-333F-4E87-88C6-9CCB150C5F5A}" dt="2023-03-08T13:32:43.116" v="453" actId="1076"/>
          <ac:grpSpMkLst>
            <pc:docMk/>
            <pc:sldMk cId="2704988569" sldId="529"/>
            <ac:grpSpMk id="121" creationId="{249B1ABF-829E-4687-4867-2317EB797160}"/>
          </ac:grpSpMkLst>
        </pc:grpChg>
        <pc:grpChg chg="add mod">
          <ac:chgData name="Bruno Adónis" userId="2a858039-74ae-4480-8dde-8a1dd1818585" providerId="ADAL" clId="{B698B0A8-333F-4E87-88C6-9CCB150C5F5A}" dt="2023-03-08T13:31:33.285" v="426" actId="164"/>
          <ac:grpSpMkLst>
            <pc:docMk/>
            <pc:sldMk cId="2704988569" sldId="529"/>
            <ac:grpSpMk id="124" creationId="{2BF4F483-1895-E4AC-669F-9B9C538D1BC1}"/>
          </ac:grpSpMkLst>
        </pc:grpChg>
        <pc:grpChg chg="add mod">
          <ac:chgData name="Bruno Adónis" userId="2a858039-74ae-4480-8dde-8a1dd1818585" providerId="ADAL" clId="{B698B0A8-333F-4E87-88C6-9CCB150C5F5A}" dt="2023-03-08T13:31:37.532" v="442" actId="1036"/>
          <ac:grpSpMkLst>
            <pc:docMk/>
            <pc:sldMk cId="2704988569" sldId="529"/>
            <ac:grpSpMk id="128" creationId="{B1C7CB00-5904-A1A7-6D20-08D27031DE7E}"/>
          </ac:grpSpMkLst>
        </pc:grpChg>
        <pc:grpChg chg="mod">
          <ac:chgData name="Bruno Adónis" userId="2a858039-74ae-4480-8dde-8a1dd1818585" providerId="ADAL" clId="{B698B0A8-333F-4E87-88C6-9CCB150C5F5A}" dt="2023-03-08T13:29:21.128" v="411" actId="164"/>
          <ac:grpSpMkLst>
            <pc:docMk/>
            <pc:sldMk cId="2704988569" sldId="529"/>
            <ac:grpSpMk id="136" creationId="{37218299-A22D-5297-2FD7-F48DCD5CCD86}"/>
          </ac:grpSpMkLst>
        </pc:grpChg>
        <pc:grpChg chg="del">
          <ac:chgData name="Bruno Adónis" userId="2a858039-74ae-4480-8dde-8a1dd1818585" providerId="ADAL" clId="{B698B0A8-333F-4E87-88C6-9CCB150C5F5A}" dt="2023-03-07T12:56:30.628" v="53" actId="478"/>
          <ac:grpSpMkLst>
            <pc:docMk/>
            <pc:sldMk cId="2704988569" sldId="529"/>
            <ac:grpSpMk id="137" creationId="{48990CF9-C253-6FC6-9998-1C063A5E3B69}"/>
          </ac:grpSpMkLst>
        </pc:grpChg>
        <pc:grpChg chg="del">
          <ac:chgData name="Bruno Adónis" userId="2a858039-74ae-4480-8dde-8a1dd1818585" providerId="ADAL" clId="{B698B0A8-333F-4E87-88C6-9CCB150C5F5A}" dt="2023-03-07T12:56:30.628" v="53" actId="478"/>
          <ac:grpSpMkLst>
            <pc:docMk/>
            <pc:sldMk cId="2704988569" sldId="529"/>
            <ac:grpSpMk id="140" creationId="{0807EAF0-1505-CB4B-DAC8-5A396AF53998}"/>
          </ac:grpSpMkLst>
        </pc:grpChg>
        <pc:grpChg chg="del">
          <ac:chgData name="Bruno Adónis" userId="2a858039-74ae-4480-8dde-8a1dd1818585" providerId="ADAL" clId="{B698B0A8-333F-4E87-88C6-9CCB150C5F5A}" dt="2023-03-07T12:56:30.628" v="53" actId="478"/>
          <ac:grpSpMkLst>
            <pc:docMk/>
            <pc:sldMk cId="2704988569" sldId="529"/>
            <ac:grpSpMk id="143" creationId="{D5AECFF3-4594-8C99-AAEF-B0308CDEFEE2}"/>
          </ac:grpSpMkLst>
        </pc:grpChg>
        <pc:grpChg chg="add mod">
          <ac:chgData name="Bruno Adónis" userId="2a858039-74ae-4480-8dde-8a1dd1818585" providerId="ADAL" clId="{B698B0A8-333F-4E87-88C6-9CCB150C5F5A}" dt="2023-03-08T13:33:16.412" v="458" actId="1076"/>
          <ac:grpSpMkLst>
            <pc:docMk/>
            <pc:sldMk cId="2704988569" sldId="529"/>
            <ac:grpSpMk id="158" creationId="{AFDC50D3-7C79-7398-0BE5-254C9B7D115F}"/>
          </ac:grpSpMkLst>
        </pc:grpChg>
        <pc:picChg chg="mod">
          <ac:chgData name="Bruno Adónis" userId="2a858039-74ae-4480-8dde-8a1dd1818585" providerId="ADAL" clId="{B698B0A8-333F-4E87-88C6-9CCB150C5F5A}" dt="2023-03-07T11:37:22.876" v="8"/>
          <ac:picMkLst>
            <pc:docMk/>
            <pc:sldMk cId="2704988569" sldId="529"/>
            <ac:picMk id="4" creationId="{045E3073-D61D-D3AE-C5C9-5B0E3AF4C7C6}"/>
          </ac:picMkLst>
        </pc:picChg>
        <pc:picChg chg="add del mod">
          <ac:chgData name="Bruno Adónis" userId="2a858039-74ae-4480-8dde-8a1dd1818585" providerId="ADAL" clId="{B698B0A8-333F-4E87-88C6-9CCB150C5F5A}" dt="2023-03-07T11:38:08.393" v="32" actId="478"/>
          <ac:picMkLst>
            <pc:docMk/>
            <pc:sldMk cId="2704988569" sldId="529"/>
            <ac:picMk id="7" creationId="{F7653C0B-818F-8B95-782D-C812D2FCD3A9}"/>
          </ac:picMkLst>
        </pc:picChg>
        <pc:picChg chg="add del mod">
          <ac:chgData name="Bruno Adónis" userId="2a858039-74ae-4480-8dde-8a1dd1818585" providerId="ADAL" clId="{B698B0A8-333F-4E87-88C6-9CCB150C5F5A}" dt="2023-03-07T11:38:08.393" v="32" actId="478"/>
          <ac:picMkLst>
            <pc:docMk/>
            <pc:sldMk cId="2704988569" sldId="529"/>
            <ac:picMk id="8" creationId="{130EF7D0-CD1F-22BC-D944-25225CB0854B}"/>
          </ac:picMkLst>
        </pc:picChg>
        <pc:picChg chg="mod">
          <ac:chgData name="Bruno Adónis" userId="2a858039-74ae-4480-8dde-8a1dd1818585" providerId="ADAL" clId="{B698B0A8-333F-4E87-88C6-9CCB150C5F5A}" dt="2023-03-07T12:56:45.058" v="57"/>
          <ac:picMkLst>
            <pc:docMk/>
            <pc:sldMk cId="2704988569" sldId="529"/>
            <ac:picMk id="14" creationId="{7FAB385F-7924-F4AA-7284-C45E61715B5E}"/>
          </ac:picMkLst>
        </pc:picChg>
        <pc:picChg chg="add mod">
          <ac:chgData name="Bruno Adónis" userId="2a858039-74ae-4480-8dde-8a1dd1818585" providerId="ADAL" clId="{B698B0A8-333F-4E87-88C6-9CCB150C5F5A}" dt="2023-03-08T13:29:41.560" v="415" actId="164"/>
          <ac:picMkLst>
            <pc:docMk/>
            <pc:sldMk cId="2704988569" sldId="529"/>
            <ac:picMk id="16" creationId="{F28DAFBF-6754-A73B-15CD-3F8E3E921501}"/>
          </ac:picMkLst>
        </pc:picChg>
        <pc:picChg chg="add mod">
          <ac:chgData name="Bruno Adónis" userId="2a858039-74ae-4480-8dde-8a1dd1818585" providerId="ADAL" clId="{B698B0A8-333F-4E87-88C6-9CCB150C5F5A}" dt="2023-03-08T13:29:41.560" v="415" actId="164"/>
          <ac:picMkLst>
            <pc:docMk/>
            <pc:sldMk cId="2704988569" sldId="529"/>
            <ac:picMk id="17" creationId="{F78B4965-C164-B255-2E2F-9AB4E3A70F15}"/>
          </ac:picMkLst>
        </pc:picChg>
        <pc:picChg chg="mod">
          <ac:chgData name="Bruno Adónis" userId="2a858039-74ae-4480-8dde-8a1dd1818585" providerId="ADAL" clId="{B698B0A8-333F-4E87-88C6-9CCB150C5F5A}" dt="2023-03-07T12:58:30.167" v="103" actId="571"/>
          <ac:picMkLst>
            <pc:docMk/>
            <pc:sldMk cId="2704988569" sldId="529"/>
            <ac:picMk id="22" creationId="{DC74D23A-FE56-CA9A-4D5A-1F12C8A302FD}"/>
          </ac:picMkLst>
        </pc:picChg>
        <pc:picChg chg="add mod">
          <ac:chgData name="Bruno Adónis" userId="2a858039-74ae-4480-8dde-8a1dd1818585" providerId="ADAL" clId="{B698B0A8-333F-4E87-88C6-9CCB150C5F5A}" dt="2023-03-07T15:29:32.598" v="368" actId="1076"/>
          <ac:picMkLst>
            <pc:docMk/>
            <pc:sldMk cId="2704988569" sldId="529"/>
            <ac:picMk id="25" creationId="{D5586BDA-2A7B-3C98-F95F-FB0BDBDE45B8}"/>
          </ac:picMkLst>
        </pc:picChg>
        <pc:picChg chg="add del mod">
          <ac:chgData name="Bruno Adónis" userId="2a858039-74ae-4480-8dde-8a1dd1818585" providerId="ADAL" clId="{B698B0A8-333F-4E87-88C6-9CCB150C5F5A}" dt="2023-03-07T12:58:36.386" v="104" actId="478"/>
          <ac:picMkLst>
            <pc:docMk/>
            <pc:sldMk cId="2704988569" sldId="529"/>
            <ac:picMk id="26" creationId="{FBC5D0E9-20D6-75FA-5C65-AB78761E1D1D}"/>
          </ac:picMkLst>
        </pc:picChg>
        <pc:picChg chg="del">
          <ac:chgData name="Bruno Adónis" userId="2a858039-74ae-4480-8dde-8a1dd1818585" providerId="ADAL" clId="{B698B0A8-333F-4E87-88C6-9CCB150C5F5A}" dt="2023-03-07T11:38:49.783" v="33" actId="478"/>
          <ac:picMkLst>
            <pc:docMk/>
            <pc:sldMk cId="2704988569" sldId="529"/>
            <ac:picMk id="52" creationId="{C5DEE586-4FCA-414E-3790-68DE73F775FF}"/>
          </ac:picMkLst>
        </pc:picChg>
        <pc:picChg chg="del">
          <ac:chgData name="Bruno Adónis" userId="2a858039-74ae-4480-8dde-8a1dd1818585" providerId="ADAL" clId="{B698B0A8-333F-4E87-88C6-9CCB150C5F5A}" dt="2023-03-07T11:38:49.783" v="33" actId="478"/>
          <ac:picMkLst>
            <pc:docMk/>
            <pc:sldMk cId="2704988569" sldId="529"/>
            <ac:picMk id="53" creationId="{AA9CE8F4-A94B-BA07-6729-D56AEDFA24FA}"/>
          </ac:picMkLst>
        </pc:picChg>
        <pc:picChg chg="mod">
          <ac:chgData name="Bruno Adónis" userId="2a858039-74ae-4480-8dde-8a1dd1818585" providerId="ADAL" clId="{B698B0A8-333F-4E87-88C6-9CCB150C5F5A}" dt="2023-03-07T14:35:23.883" v="184" actId="1076"/>
          <ac:picMkLst>
            <pc:docMk/>
            <pc:sldMk cId="2704988569" sldId="529"/>
            <ac:picMk id="54" creationId="{7CC36514-7F52-F9FD-CCF9-54D6CF53AEC5}"/>
          </ac:picMkLst>
        </pc:picChg>
        <pc:picChg chg="mod">
          <ac:chgData name="Bruno Adónis" userId="2a858039-74ae-4480-8dde-8a1dd1818585" providerId="ADAL" clId="{B698B0A8-333F-4E87-88C6-9CCB150C5F5A}" dt="2023-03-07T14:33:54.567" v="175"/>
          <ac:picMkLst>
            <pc:docMk/>
            <pc:sldMk cId="2704988569" sldId="529"/>
            <ac:picMk id="55" creationId="{A28634E5-7ED4-82FD-B2E8-9F8511AD3D7A}"/>
          </ac:picMkLst>
        </pc:picChg>
        <pc:picChg chg="mod">
          <ac:chgData name="Bruno Adónis" userId="2a858039-74ae-4480-8dde-8a1dd1818585" providerId="ADAL" clId="{B698B0A8-333F-4E87-88C6-9CCB150C5F5A}" dt="2023-03-07T12:54:46.990" v="52" actId="1076"/>
          <ac:picMkLst>
            <pc:docMk/>
            <pc:sldMk cId="2704988569" sldId="529"/>
            <ac:picMk id="60" creationId="{6E0533F0-A83E-CD0B-2514-E20464BD373B}"/>
          </ac:picMkLst>
        </pc:picChg>
        <pc:picChg chg="mod">
          <ac:chgData name="Bruno Adónis" userId="2a858039-74ae-4480-8dde-8a1dd1818585" providerId="ADAL" clId="{B698B0A8-333F-4E87-88C6-9CCB150C5F5A}" dt="2023-03-07T14:36:22.107" v="188"/>
          <ac:picMkLst>
            <pc:docMk/>
            <pc:sldMk cId="2704988569" sldId="529"/>
            <ac:picMk id="61" creationId="{731B2746-6554-F184-4654-9B2BF48BC210}"/>
          </ac:picMkLst>
        </pc:picChg>
        <pc:picChg chg="add mod">
          <ac:chgData name="Bruno Adónis" userId="2a858039-74ae-4480-8dde-8a1dd1818585" providerId="ADAL" clId="{B698B0A8-333F-4E87-88C6-9CCB150C5F5A}" dt="2023-03-08T13:33:13.295" v="457" actId="164"/>
          <ac:picMkLst>
            <pc:docMk/>
            <pc:sldMk cId="2704988569" sldId="529"/>
            <ac:picMk id="62" creationId="{2850892F-6C8C-6E34-2E47-44D1A7231662}"/>
          </ac:picMkLst>
        </pc:picChg>
        <pc:picChg chg="mod">
          <ac:chgData name="Bruno Adónis" userId="2a858039-74ae-4480-8dde-8a1dd1818585" providerId="ADAL" clId="{B698B0A8-333F-4E87-88C6-9CCB150C5F5A}" dt="2023-03-07T14:38:21.137" v="210"/>
          <ac:picMkLst>
            <pc:docMk/>
            <pc:sldMk cId="2704988569" sldId="529"/>
            <ac:picMk id="66" creationId="{DE3112B6-21E1-070D-5D0C-FC264D06708A}"/>
          </ac:picMkLst>
        </pc:picChg>
        <pc:picChg chg="mod">
          <ac:chgData name="Bruno Adónis" userId="2a858039-74ae-4480-8dde-8a1dd1818585" providerId="ADAL" clId="{B698B0A8-333F-4E87-88C6-9CCB150C5F5A}" dt="2023-03-07T14:38:21.137" v="210"/>
          <ac:picMkLst>
            <pc:docMk/>
            <pc:sldMk cId="2704988569" sldId="529"/>
            <ac:picMk id="69" creationId="{205CC7A4-90E3-D006-3AF3-A23966993DD5}"/>
          </ac:picMkLst>
        </pc:picChg>
        <pc:picChg chg="add del mod">
          <ac:chgData name="Bruno Adónis" userId="2a858039-74ae-4480-8dde-8a1dd1818585" providerId="ADAL" clId="{B698B0A8-333F-4E87-88C6-9CCB150C5F5A}" dt="2023-03-08T13:28:03.602" v="403" actId="1076"/>
          <ac:picMkLst>
            <pc:docMk/>
            <pc:sldMk cId="2704988569" sldId="529"/>
            <ac:picMk id="80" creationId="{F0607F12-E009-A643-3D32-8AFF5F2FBEF8}"/>
          </ac:picMkLst>
        </pc:picChg>
        <pc:picChg chg="mod">
          <ac:chgData name="Bruno Adónis" userId="2a858039-74ae-4480-8dde-8a1dd1818585" providerId="ADAL" clId="{B698B0A8-333F-4E87-88C6-9CCB150C5F5A}" dt="2023-03-07T15:30:13.507" v="372"/>
          <ac:picMkLst>
            <pc:docMk/>
            <pc:sldMk cId="2704988569" sldId="529"/>
            <ac:picMk id="87" creationId="{13AFA886-6065-B978-AAE4-1F97DA4B59A9}"/>
          </ac:picMkLst>
        </pc:picChg>
        <pc:picChg chg="add mod">
          <ac:chgData name="Bruno Adónis" userId="2a858039-74ae-4480-8dde-8a1dd1818585" providerId="ADAL" clId="{B698B0A8-333F-4E87-88C6-9CCB150C5F5A}" dt="2023-03-07T15:30:22.394" v="383" actId="1076"/>
          <ac:picMkLst>
            <pc:docMk/>
            <pc:sldMk cId="2704988569" sldId="529"/>
            <ac:picMk id="89" creationId="{94E0405A-EA87-5402-C895-2ABF1D3B156E}"/>
          </ac:picMkLst>
        </pc:picChg>
        <pc:picChg chg="mod">
          <ac:chgData name="Bruno Adónis" userId="2a858039-74ae-4480-8dde-8a1dd1818585" providerId="ADAL" clId="{B698B0A8-333F-4E87-88C6-9CCB150C5F5A}" dt="2023-03-08T13:28:26.602" v="406"/>
          <ac:picMkLst>
            <pc:docMk/>
            <pc:sldMk cId="2704988569" sldId="529"/>
            <ac:picMk id="96" creationId="{C37DE7B6-77A3-EFA9-6898-42229C5E1BD0}"/>
          </ac:picMkLst>
        </pc:picChg>
        <pc:picChg chg="mod">
          <ac:chgData name="Bruno Adónis" userId="2a858039-74ae-4480-8dde-8a1dd1818585" providerId="ADAL" clId="{B698B0A8-333F-4E87-88C6-9CCB150C5F5A}" dt="2023-03-07T14:35:23.883" v="184" actId="1076"/>
          <ac:picMkLst>
            <pc:docMk/>
            <pc:sldMk cId="2704988569" sldId="529"/>
            <ac:picMk id="97" creationId="{C400457E-6E05-B0F2-DDCF-A37DAFEF98BA}"/>
          </ac:picMkLst>
        </pc:picChg>
        <pc:picChg chg="del">
          <ac:chgData name="Bruno Adónis" userId="2a858039-74ae-4480-8dde-8a1dd1818585" providerId="ADAL" clId="{B698B0A8-333F-4E87-88C6-9CCB150C5F5A}" dt="2023-03-07T11:37:44.526" v="16" actId="478"/>
          <ac:picMkLst>
            <pc:docMk/>
            <pc:sldMk cId="2704988569" sldId="529"/>
            <ac:picMk id="98" creationId="{75CED94C-8F6A-D644-D3CE-B2FAF17CC4A2}"/>
          </ac:picMkLst>
        </pc:picChg>
        <pc:picChg chg="mod">
          <ac:chgData name="Bruno Adónis" userId="2a858039-74ae-4480-8dde-8a1dd1818585" providerId="ADAL" clId="{B698B0A8-333F-4E87-88C6-9CCB150C5F5A}" dt="2023-03-07T12:54:46.990" v="52" actId="1076"/>
          <ac:picMkLst>
            <pc:docMk/>
            <pc:sldMk cId="2704988569" sldId="529"/>
            <ac:picMk id="99" creationId="{1C600093-3693-C2A6-C2D4-5DA3D1A3CCCF}"/>
          </ac:picMkLst>
        </pc:picChg>
        <pc:picChg chg="del">
          <ac:chgData name="Bruno Adónis" userId="2a858039-74ae-4480-8dde-8a1dd1818585" providerId="ADAL" clId="{B698B0A8-333F-4E87-88C6-9CCB150C5F5A}" dt="2023-03-07T12:54:26.698" v="36" actId="478"/>
          <ac:picMkLst>
            <pc:docMk/>
            <pc:sldMk cId="2704988569" sldId="529"/>
            <ac:picMk id="100" creationId="{70361C75-80CC-1F43-344A-719470E50E24}"/>
          </ac:picMkLst>
        </pc:picChg>
        <pc:picChg chg="add del mod">
          <ac:chgData name="Bruno Adónis" userId="2a858039-74ae-4480-8dde-8a1dd1818585" providerId="ADAL" clId="{B698B0A8-333F-4E87-88C6-9CCB150C5F5A}" dt="2023-03-08T13:28:35.836" v="407"/>
          <ac:picMkLst>
            <pc:docMk/>
            <pc:sldMk cId="2704988569" sldId="529"/>
            <ac:picMk id="101" creationId="{7930168B-A07E-E2D2-1908-026FE502ED22}"/>
          </ac:picMkLst>
        </pc:picChg>
        <pc:picChg chg="mod">
          <ac:chgData name="Bruno Adónis" userId="2a858039-74ae-4480-8dde-8a1dd1818585" providerId="ADAL" clId="{B698B0A8-333F-4E87-88C6-9CCB150C5F5A}" dt="2023-03-08T13:29:09.897" v="408"/>
          <ac:picMkLst>
            <pc:docMk/>
            <pc:sldMk cId="2704988569" sldId="529"/>
            <ac:picMk id="115" creationId="{E0100FD3-4298-7D52-C1F5-CF9745EADCB3}"/>
          </ac:picMkLst>
        </pc:picChg>
        <pc:picChg chg="add del mod">
          <ac:chgData name="Bruno Adónis" userId="2a858039-74ae-4480-8dde-8a1dd1818585" providerId="ADAL" clId="{B698B0A8-333F-4E87-88C6-9CCB150C5F5A}" dt="2023-03-08T13:29:14.411" v="410" actId="478"/>
          <ac:picMkLst>
            <pc:docMk/>
            <pc:sldMk cId="2704988569" sldId="529"/>
            <ac:picMk id="116" creationId="{0B1E7881-08EA-B4F2-7141-24EC2718FD34}"/>
          </ac:picMkLst>
        </pc:picChg>
        <pc:picChg chg="mod">
          <ac:chgData name="Bruno Adónis" userId="2a858039-74ae-4480-8dde-8a1dd1818585" providerId="ADAL" clId="{B698B0A8-333F-4E87-88C6-9CCB150C5F5A}" dt="2023-03-08T13:31:29.492" v="418"/>
          <ac:picMkLst>
            <pc:docMk/>
            <pc:sldMk cId="2704988569" sldId="529"/>
            <ac:picMk id="126" creationId="{B7DC4788-F890-0A3D-65EA-1C9465269041}"/>
          </ac:picMkLst>
        </pc:picChg>
        <pc:picChg chg="add mod">
          <ac:chgData name="Bruno Adónis" userId="2a858039-74ae-4480-8dde-8a1dd1818585" providerId="ADAL" clId="{B698B0A8-333F-4E87-88C6-9CCB150C5F5A}" dt="2023-03-08T13:31:33.285" v="426" actId="164"/>
          <ac:picMkLst>
            <pc:docMk/>
            <pc:sldMk cId="2704988569" sldId="529"/>
            <ac:picMk id="127" creationId="{D883040A-B3A1-CEBD-D48C-DEE08EB23327}"/>
          </ac:picMkLst>
        </pc:picChg>
        <pc:picChg chg="mod">
          <ac:chgData name="Bruno Adónis" userId="2a858039-74ae-4480-8dde-8a1dd1818585" providerId="ADAL" clId="{B698B0A8-333F-4E87-88C6-9CCB150C5F5A}" dt="2023-03-08T13:29:21.128" v="411" actId="164"/>
          <ac:picMkLst>
            <pc:docMk/>
            <pc:sldMk cId="2704988569" sldId="529"/>
            <ac:picMk id="154" creationId="{B49E83CF-918B-BEE6-542B-08DB2584DB34}"/>
          </ac:picMkLst>
        </pc:picChg>
        <pc:picChg chg="del">
          <ac:chgData name="Bruno Adónis" userId="2a858039-74ae-4480-8dde-8a1dd1818585" providerId="ADAL" clId="{B698B0A8-333F-4E87-88C6-9CCB150C5F5A}" dt="2023-03-07T12:56:30.628" v="53" actId="478"/>
          <ac:picMkLst>
            <pc:docMk/>
            <pc:sldMk cId="2704988569" sldId="529"/>
            <ac:picMk id="155" creationId="{9BB43AE3-26B2-F738-9C13-433DA3678D5A}"/>
          </ac:picMkLst>
        </pc:picChg>
        <pc:picChg chg="del">
          <ac:chgData name="Bruno Adónis" userId="2a858039-74ae-4480-8dde-8a1dd1818585" providerId="ADAL" clId="{B698B0A8-333F-4E87-88C6-9CCB150C5F5A}" dt="2023-03-07T12:56:30.628" v="53" actId="478"/>
          <ac:picMkLst>
            <pc:docMk/>
            <pc:sldMk cId="2704988569" sldId="529"/>
            <ac:picMk id="156" creationId="{85E24736-1214-8C49-CA83-00419DD8BC75}"/>
          </ac:picMkLst>
        </pc:picChg>
        <pc:picChg chg="del">
          <ac:chgData name="Bruno Adónis" userId="2a858039-74ae-4480-8dde-8a1dd1818585" providerId="ADAL" clId="{B698B0A8-333F-4E87-88C6-9CCB150C5F5A}" dt="2023-03-07T12:56:30.628" v="53" actId="478"/>
          <ac:picMkLst>
            <pc:docMk/>
            <pc:sldMk cId="2704988569" sldId="529"/>
            <ac:picMk id="157" creationId="{680B1414-5DB3-A90F-AB67-6860607FAAFA}"/>
          </ac:picMkLst>
        </pc:picChg>
        <pc:cxnChg chg="del mod">
          <ac:chgData name="Bruno Adónis" userId="2a858039-74ae-4480-8dde-8a1dd1818585" providerId="ADAL" clId="{B698B0A8-333F-4E87-88C6-9CCB150C5F5A}" dt="2023-03-07T12:56:35.680" v="56" actId="478"/>
          <ac:cxnSpMkLst>
            <pc:docMk/>
            <pc:sldMk cId="2704988569" sldId="529"/>
            <ac:cxnSpMk id="24" creationId="{0F7399F2-6890-4169-9943-1F0B94B21852}"/>
          </ac:cxnSpMkLst>
        </pc:cxnChg>
        <pc:cxnChg chg="add del mod">
          <ac:chgData name="Bruno Adónis" userId="2a858039-74ae-4480-8dde-8a1dd1818585" providerId="ADAL" clId="{B698B0A8-333F-4E87-88C6-9CCB150C5F5A}" dt="2023-03-07T14:33:25.384" v="174" actId="478"/>
          <ac:cxnSpMkLst>
            <pc:docMk/>
            <pc:sldMk cId="2704988569" sldId="529"/>
            <ac:cxnSpMk id="27" creationId="{CBDB30E5-E236-7621-5BFA-369DDC86FDD8}"/>
          </ac:cxnSpMkLst>
        </pc:cxnChg>
        <pc:cxnChg chg="add mod">
          <ac:chgData name="Bruno Adónis" userId="2a858039-74ae-4480-8dde-8a1dd1818585" providerId="ADAL" clId="{B698B0A8-333F-4E87-88C6-9CCB150C5F5A}" dt="2023-03-07T15:29:32.598" v="368" actId="1076"/>
          <ac:cxnSpMkLst>
            <pc:docMk/>
            <pc:sldMk cId="2704988569" sldId="529"/>
            <ac:cxnSpMk id="31" creationId="{022EFF94-87D4-5A81-CB16-3E67FB67E060}"/>
          </ac:cxnSpMkLst>
        </pc:cxnChg>
        <pc:cxnChg chg="add mod">
          <ac:chgData name="Bruno Adónis" userId="2a858039-74ae-4480-8dde-8a1dd1818585" providerId="ADAL" clId="{B698B0A8-333F-4E87-88C6-9CCB150C5F5A}" dt="2023-03-08T13:32:43.116" v="453" actId="1076"/>
          <ac:cxnSpMkLst>
            <pc:docMk/>
            <pc:sldMk cId="2704988569" sldId="529"/>
            <ac:cxnSpMk id="39" creationId="{145DAFBD-1D28-33D5-1580-FA5B8AF2EB12}"/>
          </ac:cxnSpMkLst>
        </pc:cxnChg>
        <pc:cxnChg chg="del mod">
          <ac:chgData name="Bruno Adónis" userId="2a858039-74ae-4480-8dde-8a1dd1818585" providerId="ADAL" clId="{B698B0A8-333F-4E87-88C6-9CCB150C5F5A}" dt="2023-03-07T12:56:34.216" v="55" actId="478"/>
          <ac:cxnSpMkLst>
            <pc:docMk/>
            <pc:sldMk cId="2704988569" sldId="529"/>
            <ac:cxnSpMk id="42" creationId="{5C38457B-8B32-3511-F399-D5D8FE4257F9}"/>
          </ac:cxnSpMkLst>
        </pc:cxnChg>
        <pc:cxnChg chg="del mod">
          <ac:chgData name="Bruno Adónis" userId="2a858039-74ae-4480-8dde-8a1dd1818585" providerId="ADAL" clId="{B698B0A8-333F-4E87-88C6-9CCB150C5F5A}" dt="2023-03-07T11:38:53.391" v="35" actId="478"/>
          <ac:cxnSpMkLst>
            <pc:docMk/>
            <pc:sldMk cId="2704988569" sldId="529"/>
            <ac:cxnSpMk id="45" creationId="{A06EA36C-2395-E5F9-97BE-34BCAB79EA45}"/>
          </ac:cxnSpMkLst>
        </pc:cxnChg>
        <pc:cxnChg chg="del mod">
          <ac:chgData name="Bruno Adónis" userId="2a858039-74ae-4480-8dde-8a1dd1818585" providerId="ADAL" clId="{B698B0A8-333F-4E87-88C6-9CCB150C5F5A}" dt="2023-03-07T12:56:32.781" v="54" actId="478"/>
          <ac:cxnSpMkLst>
            <pc:docMk/>
            <pc:sldMk cId="2704988569" sldId="529"/>
            <ac:cxnSpMk id="46" creationId="{1BEAEDCB-C88A-35EE-954B-44706EEC33D5}"/>
          </ac:cxnSpMkLst>
        </pc:cxnChg>
        <pc:cxnChg chg="del mod">
          <ac:chgData name="Bruno Adónis" userId="2a858039-74ae-4480-8dde-8a1dd1818585" providerId="ADAL" clId="{B698B0A8-333F-4E87-88C6-9CCB150C5F5A}" dt="2023-03-07T11:38:52.058" v="34" actId="478"/>
          <ac:cxnSpMkLst>
            <pc:docMk/>
            <pc:sldMk cId="2704988569" sldId="529"/>
            <ac:cxnSpMk id="49" creationId="{23CCDD3D-0C08-17B8-515F-AADD14123C9C}"/>
          </ac:cxnSpMkLst>
        </pc:cxnChg>
        <pc:cxnChg chg="mod">
          <ac:chgData name="Bruno Adónis" userId="2a858039-74ae-4480-8dde-8a1dd1818585" providerId="ADAL" clId="{B698B0A8-333F-4E87-88C6-9CCB150C5F5A}" dt="2023-03-08T13:32:43.116" v="453" actId="1076"/>
          <ac:cxnSpMkLst>
            <pc:docMk/>
            <pc:sldMk cId="2704988569" sldId="529"/>
            <ac:cxnSpMk id="70" creationId="{00000000-0000-0000-0000-000000000000}"/>
          </ac:cxnSpMkLst>
        </pc:cxnChg>
        <pc:cxnChg chg="mod">
          <ac:chgData name="Bruno Adónis" userId="2a858039-74ae-4480-8dde-8a1dd1818585" providerId="ADAL" clId="{B698B0A8-333F-4E87-88C6-9CCB150C5F5A}" dt="2023-03-07T14:35:23.883" v="184" actId="1076"/>
          <ac:cxnSpMkLst>
            <pc:docMk/>
            <pc:sldMk cId="2704988569" sldId="529"/>
            <ac:cxnSpMk id="71" creationId="{5A5179F1-AA50-369C-1E9D-EF0E6FA944EE}"/>
          </ac:cxnSpMkLst>
        </pc:cxnChg>
        <pc:cxnChg chg="add mod">
          <ac:chgData name="Bruno Adónis" userId="2a858039-74ae-4480-8dde-8a1dd1818585" providerId="ADAL" clId="{B698B0A8-333F-4E87-88C6-9CCB150C5F5A}" dt="2023-03-08T13:33:16.412" v="458" actId="1076"/>
          <ac:cxnSpMkLst>
            <pc:docMk/>
            <pc:sldMk cId="2704988569" sldId="529"/>
            <ac:cxnSpMk id="72" creationId="{49375212-8B46-A946-7C75-E0EB30720638}"/>
          </ac:cxnSpMkLst>
        </pc:cxnChg>
        <pc:cxnChg chg="del mod">
          <ac:chgData name="Bruno Adónis" userId="2a858039-74ae-4480-8dde-8a1dd1818585" providerId="ADAL" clId="{B698B0A8-333F-4E87-88C6-9CCB150C5F5A}" dt="2023-03-07T12:54:28.426" v="37" actId="478"/>
          <ac:cxnSpMkLst>
            <pc:docMk/>
            <pc:sldMk cId="2704988569" sldId="529"/>
            <ac:cxnSpMk id="75" creationId="{BFCD648A-8FF7-1AFD-DB0C-55EAC21DD25E}"/>
          </ac:cxnSpMkLst>
        </pc:cxnChg>
        <pc:cxnChg chg="add mod">
          <ac:chgData name="Bruno Adónis" userId="2a858039-74ae-4480-8dde-8a1dd1818585" providerId="ADAL" clId="{B698B0A8-333F-4E87-88C6-9CCB150C5F5A}" dt="2023-03-08T13:33:24.119" v="459" actId="14100"/>
          <ac:cxnSpMkLst>
            <pc:docMk/>
            <pc:sldMk cId="2704988569" sldId="529"/>
            <ac:cxnSpMk id="77" creationId="{35AAD688-B72D-A04D-A074-1ED9B10D56B0}"/>
          </ac:cxnSpMkLst>
        </pc:cxnChg>
        <pc:cxnChg chg="add mod">
          <ac:chgData name="Bruno Adónis" userId="2a858039-74ae-4480-8dde-8a1dd1818585" providerId="ADAL" clId="{B698B0A8-333F-4E87-88C6-9CCB150C5F5A}" dt="2023-03-08T13:33:37.390" v="460" actId="14100"/>
          <ac:cxnSpMkLst>
            <pc:docMk/>
            <pc:sldMk cId="2704988569" sldId="529"/>
            <ac:cxnSpMk id="81" creationId="{DF40C24C-796E-E80D-0611-FD4C851F8A51}"/>
          </ac:cxnSpMkLst>
        </pc:cxnChg>
        <pc:cxnChg chg="add mod">
          <ac:chgData name="Bruno Adónis" userId="2a858039-74ae-4480-8dde-8a1dd1818585" providerId="ADAL" clId="{B698B0A8-333F-4E87-88C6-9CCB150C5F5A}" dt="2023-03-07T15:30:32.649" v="386" actId="14100"/>
          <ac:cxnSpMkLst>
            <pc:docMk/>
            <pc:sldMk cId="2704988569" sldId="529"/>
            <ac:cxnSpMk id="90" creationId="{A632863F-0DEC-DFCE-6B28-F1BFF053554A}"/>
          </ac:cxnSpMkLst>
        </pc:cxnChg>
        <pc:cxnChg chg="del mod">
          <ac:chgData name="Bruno Adónis" userId="2a858039-74ae-4480-8dde-8a1dd1818585" providerId="ADAL" clId="{B698B0A8-333F-4E87-88C6-9CCB150C5F5A}" dt="2023-03-07T11:37:47.021" v="17" actId="478"/>
          <ac:cxnSpMkLst>
            <pc:docMk/>
            <pc:sldMk cId="2704988569" sldId="529"/>
            <ac:cxnSpMk id="114" creationId="{4ABA2CEA-7B5E-B6DC-0E84-1D497B52677C}"/>
          </ac:cxnSpMkLst>
        </pc:cxnChg>
        <pc:cxnChg chg="add mod">
          <ac:chgData name="Bruno Adónis" userId="2a858039-74ae-4480-8dde-8a1dd1818585" providerId="ADAL" clId="{B698B0A8-333F-4E87-88C6-9CCB150C5F5A}" dt="2023-03-08T13:32:47.959" v="454" actId="14100"/>
          <ac:cxnSpMkLst>
            <pc:docMk/>
            <pc:sldMk cId="2704988569" sldId="529"/>
            <ac:cxnSpMk id="129" creationId="{9C564FBA-D093-E421-907A-9A5AF1EBFB36}"/>
          </ac:cxnSpMkLst>
        </pc:cxnChg>
        <pc:cxnChg chg="add mod">
          <ac:chgData name="Bruno Adónis" userId="2a858039-74ae-4480-8dde-8a1dd1818585" providerId="ADAL" clId="{B698B0A8-333F-4E87-88C6-9CCB150C5F5A}" dt="2023-03-08T13:32:51.676" v="455" actId="14100"/>
          <ac:cxnSpMkLst>
            <pc:docMk/>
            <pc:sldMk cId="2704988569" sldId="529"/>
            <ac:cxnSpMk id="133" creationId="{FF178A2D-510D-EE55-A526-680FCE843552}"/>
          </ac:cxnSpMkLst>
        </pc:cxnChg>
      </pc:sldChg>
      <pc:sldChg chg="addSp modSp add mod">
        <pc:chgData name="Bruno Adónis" userId="2a858039-74ae-4480-8dde-8a1dd1818585" providerId="ADAL" clId="{B698B0A8-333F-4E87-88C6-9CCB150C5F5A}" dt="2023-03-07T14:41:35.650" v="244"/>
        <pc:sldMkLst>
          <pc:docMk/>
          <pc:sldMk cId="3455063967" sldId="530"/>
        </pc:sldMkLst>
        <pc:spChg chg="mod">
          <ac:chgData name="Bruno Adónis" userId="2a858039-74ae-4480-8dde-8a1dd1818585" providerId="ADAL" clId="{B698B0A8-333F-4E87-88C6-9CCB150C5F5A}" dt="2023-03-07T14:41:21.515" v="243" actId="20577"/>
          <ac:spMkLst>
            <pc:docMk/>
            <pc:sldMk cId="3455063967" sldId="530"/>
            <ac:spMk id="3" creationId="{409D66D3-EDCD-EC07-97A4-F92452114EC3}"/>
          </ac:spMkLst>
        </pc:spChg>
        <pc:spChg chg="mod">
          <ac:chgData name="Bruno Adónis" userId="2a858039-74ae-4480-8dde-8a1dd1818585" providerId="ADAL" clId="{B698B0A8-333F-4E87-88C6-9CCB150C5F5A}" dt="2023-03-07T14:41:17.635" v="241" actId="20577"/>
          <ac:spMkLst>
            <pc:docMk/>
            <pc:sldMk cId="3455063967" sldId="530"/>
            <ac:spMk id="28" creationId="{00000000-0000-0000-0000-000000000000}"/>
          </ac:spMkLst>
        </pc:spChg>
        <pc:picChg chg="add mod">
          <ac:chgData name="Bruno Adónis" userId="2a858039-74ae-4480-8dde-8a1dd1818585" providerId="ADAL" clId="{B698B0A8-333F-4E87-88C6-9CCB150C5F5A}" dt="2023-03-07T14:41:35.650" v="244"/>
          <ac:picMkLst>
            <pc:docMk/>
            <pc:sldMk cId="3455063967" sldId="530"/>
            <ac:picMk id="2" creationId="{55EBC073-94D7-EC46-6537-E65E305A2175}"/>
          </ac:picMkLst>
        </pc:picChg>
      </pc:sldChg>
    </pc:docChg>
  </pc:docChgLst>
  <pc:docChgLst>
    <pc:chgData name="Maria Manuela Pinto Abelha" userId="11db3d86-96bc-46c8-8037-b7fd195aa52c" providerId="ADAL" clId="{643375EB-A32E-45CE-BC33-BB7EBE522287}"/>
    <pc:docChg chg="modSld">
      <pc:chgData name="Maria Manuela Pinto Abelha" userId="11db3d86-96bc-46c8-8037-b7fd195aa52c" providerId="ADAL" clId="{643375EB-A32E-45CE-BC33-BB7EBE522287}" dt="2023-03-21T18:41:22.874" v="50" actId="1076"/>
      <pc:docMkLst>
        <pc:docMk/>
      </pc:docMkLst>
      <pc:sldChg chg="addSp modSp mod">
        <pc:chgData name="Maria Manuela Pinto Abelha" userId="11db3d86-96bc-46c8-8037-b7fd195aa52c" providerId="ADAL" clId="{643375EB-A32E-45CE-BC33-BB7EBE522287}" dt="2023-03-21T18:41:22.874" v="50" actId="1076"/>
        <pc:sldMkLst>
          <pc:docMk/>
          <pc:sldMk cId="430273121" sldId="524"/>
        </pc:sldMkLst>
        <pc:spChg chg="mod">
          <ac:chgData name="Maria Manuela Pinto Abelha" userId="11db3d86-96bc-46c8-8037-b7fd195aa52c" providerId="ADAL" clId="{643375EB-A32E-45CE-BC33-BB7EBE522287}" dt="2023-03-14T17:36:27.659" v="8" actId="20577"/>
          <ac:spMkLst>
            <pc:docMk/>
            <pc:sldMk cId="430273121" sldId="524"/>
            <ac:spMk id="48" creationId="{AC93C162-D8C4-D319-FC08-DEB5E838B41B}"/>
          </ac:spMkLst>
        </pc:spChg>
        <pc:spChg chg="mod">
          <ac:chgData name="Maria Manuela Pinto Abelha" userId="11db3d86-96bc-46c8-8037-b7fd195aa52c" providerId="ADAL" clId="{643375EB-A32E-45CE-BC33-BB7EBE522287}" dt="2023-03-14T17:36:17.302" v="0"/>
          <ac:spMkLst>
            <pc:docMk/>
            <pc:sldMk cId="430273121" sldId="524"/>
            <ac:spMk id="59" creationId="{0E9C0000-0579-FF41-9FC9-FA4E621B09E4}"/>
          </ac:spMkLst>
        </pc:spChg>
        <pc:spChg chg="mod">
          <ac:chgData name="Maria Manuela Pinto Abelha" userId="11db3d86-96bc-46c8-8037-b7fd195aa52c" providerId="ADAL" clId="{643375EB-A32E-45CE-BC33-BB7EBE522287}" dt="2023-03-21T13:58:17.566" v="13" actId="20577"/>
          <ac:spMkLst>
            <pc:docMk/>
            <pc:sldMk cId="430273121" sldId="524"/>
            <ac:spMk id="65" creationId="{B95A3059-3AF1-B827-5952-348A9C821B86}"/>
          </ac:spMkLst>
        </pc:spChg>
        <pc:spChg chg="mod">
          <ac:chgData name="Maria Manuela Pinto Abelha" userId="11db3d86-96bc-46c8-8037-b7fd195aa52c" providerId="ADAL" clId="{643375EB-A32E-45CE-BC33-BB7EBE522287}" dt="2023-03-21T13:58:06.376" v="9"/>
          <ac:spMkLst>
            <pc:docMk/>
            <pc:sldMk cId="430273121" sldId="524"/>
            <ac:spMk id="74" creationId="{139BB48F-D15D-D126-3597-6C9F0196E355}"/>
          </ac:spMkLst>
        </pc:spChg>
        <pc:spChg chg="mod">
          <ac:chgData name="Maria Manuela Pinto Abelha" userId="11db3d86-96bc-46c8-8037-b7fd195aa52c" providerId="ADAL" clId="{643375EB-A32E-45CE-BC33-BB7EBE522287}" dt="2023-03-21T13:59:17.707" v="48" actId="20577"/>
          <ac:spMkLst>
            <pc:docMk/>
            <pc:sldMk cId="430273121" sldId="524"/>
            <ac:spMk id="95" creationId="{EBB99CED-F50D-F0E8-88D7-9B92395348C0}"/>
          </ac:spMkLst>
        </pc:spChg>
        <pc:spChg chg="mod">
          <ac:chgData name="Maria Manuela Pinto Abelha" userId="11db3d86-96bc-46c8-8037-b7fd195aa52c" providerId="ADAL" clId="{643375EB-A32E-45CE-BC33-BB7EBE522287}" dt="2023-03-21T13:58:43.860" v="17"/>
          <ac:spMkLst>
            <pc:docMk/>
            <pc:sldMk cId="430273121" sldId="524"/>
            <ac:spMk id="99" creationId="{4C376069-0FE5-FE76-464B-8DCD3DB42C22}"/>
          </ac:spMkLst>
        </pc:spChg>
        <pc:grpChg chg="add mod">
          <ac:chgData name="Maria Manuela Pinto Abelha" userId="11db3d86-96bc-46c8-8037-b7fd195aa52c" providerId="ADAL" clId="{643375EB-A32E-45CE-BC33-BB7EBE522287}" dt="2023-03-14T17:36:22.777" v="1" actId="1076"/>
          <ac:grpSpMkLst>
            <pc:docMk/>
            <pc:sldMk cId="430273121" sldId="524"/>
            <ac:grpSpMk id="47" creationId="{A052B8B1-CD97-7CF9-6862-364828D0E273}"/>
          </ac:grpSpMkLst>
        </pc:grpChg>
        <pc:grpChg chg="mod">
          <ac:chgData name="Maria Manuela Pinto Abelha" userId="11db3d86-96bc-46c8-8037-b7fd195aa52c" providerId="ADAL" clId="{643375EB-A32E-45CE-BC33-BB7EBE522287}" dt="2023-03-14T17:36:17.302" v="0"/>
          <ac:grpSpMkLst>
            <pc:docMk/>
            <pc:sldMk cId="430273121" sldId="524"/>
            <ac:grpSpMk id="56" creationId="{6A2EC1C4-EB10-DBF7-991A-D88DA7315D88}"/>
          </ac:grpSpMkLst>
        </pc:grpChg>
        <pc:grpChg chg="add mod">
          <ac:chgData name="Maria Manuela Pinto Abelha" userId="11db3d86-96bc-46c8-8037-b7fd195aa52c" providerId="ADAL" clId="{643375EB-A32E-45CE-BC33-BB7EBE522287}" dt="2023-03-21T13:58:57.994" v="20" actId="1076"/>
          <ac:grpSpMkLst>
            <pc:docMk/>
            <pc:sldMk cId="430273121" sldId="524"/>
            <ac:grpSpMk id="61" creationId="{B247B10F-1054-0675-391F-36E4862D117C}"/>
          </ac:grpSpMkLst>
        </pc:grpChg>
        <pc:grpChg chg="mod">
          <ac:chgData name="Maria Manuela Pinto Abelha" userId="11db3d86-96bc-46c8-8037-b7fd195aa52c" providerId="ADAL" clId="{643375EB-A32E-45CE-BC33-BB7EBE522287}" dt="2023-03-21T13:58:06.376" v="9"/>
          <ac:grpSpMkLst>
            <pc:docMk/>
            <pc:sldMk cId="430273121" sldId="524"/>
            <ac:grpSpMk id="66" creationId="{C9E6C668-7A1F-4B78-80BC-3976567530E7}"/>
          </ac:grpSpMkLst>
        </pc:grpChg>
        <pc:grpChg chg="add mod">
          <ac:chgData name="Maria Manuela Pinto Abelha" userId="11db3d86-96bc-46c8-8037-b7fd195aa52c" providerId="ADAL" clId="{643375EB-A32E-45CE-BC33-BB7EBE522287}" dt="2023-03-21T13:59:04.163" v="22" actId="1076"/>
          <ac:grpSpMkLst>
            <pc:docMk/>
            <pc:sldMk cId="430273121" sldId="524"/>
            <ac:grpSpMk id="92" creationId="{CAC34084-B569-11CB-583D-A7A2C77EA48C}"/>
          </ac:grpSpMkLst>
        </pc:grpChg>
        <pc:grpChg chg="mod">
          <ac:chgData name="Maria Manuela Pinto Abelha" userId="11db3d86-96bc-46c8-8037-b7fd195aa52c" providerId="ADAL" clId="{643375EB-A32E-45CE-BC33-BB7EBE522287}" dt="2023-03-21T13:58:43.860" v="17"/>
          <ac:grpSpMkLst>
            <pc:docMk/>
            <pc:sldMk cId="430273121" sldId="524"/>
            <ac:grpSpMk id="98" creationId="{8E7FC424-C916-4469-FF1F-72173975A2AD}"/>
          </ac:grpSpMkLst>
        </pc:grpChg>
        <pc:picChg chg="mod">
          <ac:chgData name="Maria Manuela Pinto Abelha" userId="11db3d86-96bc-46c8-8037-b7fd195aa52c" providerId="ADAL" clId="{643375EB-A32E-45CE-BC33-BB7EBE522287}" dt="2023-03-14T17:36:17.302" v="0"/>
          <ac:picMkLst>
            <pc:docMk/>
            <pc:sldMk cId="430273121" sldId="524"/>
            <ac:picMk id="57" creationId="{676FF3D2-0838-AC7B-94C8-64843479747B}"/>
          </ac:picMkLst>
        </pc:picChg>
        <pc:picChg chg="mod">
          <ac:chgData name="Maria Manuela Pinto Abelha" userId="11db3d86-96bc-46c8-8037-b7fd195aa52c" providerId="ADAL" clId="{643375EB-A32E-45CE-BC33-BB7EBE522287}" dt="2023-03-14T17:36:17.302" v="0"/>
          <ac:picMkLst>
            <pc:docMk/>
            <pc:sldMk cId="430273121" sldId="524"/>
            <ac:picMk id="58" creationId="{D59B127A-128A-ADE1-C7A9-4AA3A4A185C7}"/>
          </ac:picMkLst>
        </pc:picChg>
        <pc:picChg chg="mod">
          <ac:chgData name="Maria Manuela Pinto Abelha" userId="11db3d86-96bc-46c8-8037-b7fd195aa52c" providerId="ADAL" clId="{643375EB-A32E-45CE-BC33-BB7EBE522287}" dt="2023-03-14T17:36:17.302" v="0"/>
          <ac:picMkLst>
            <pc:docMk/>
            <pc:sldMk cId="430273121" sldId="524"/>
            <ac:picMk id="60" creationId="{1D742A0A-D4AD-78A8-831F-8D164368C00F}"/>
          </ac:picMkLst>
        </pc:picChg>
        <pc:picChg chg="mod">
          <ac:chgData name="Maria Manuela Pinto Abelha" userId="11db3d86-96bc-46c8-8037-b7fd195aa52c" providerId="ADAL" clId="{643375EB-A32E-45CE-BC33-BB7EBE522287}" dt="2023-03-21T13:58:06.376" v="9"/>
          <ac:picMkLst>
            <pc:docMk/>
            <pc:sldMk cId="430273121" sldId="524"/>
            <ac:picMk id="88" creationId="{2F763CB8-0880-898A-2BD4-368E788EF9A0}"/>
          </ac:picMkLst>
        </pc:picChg>
        <pc:picChg chg="add mod">
          <ac:chgData name="Maria Manuela Pinto Abelha" userId="11db3d86-96bc-46c8-8037-b7fd195aa52c" providerId="ADAL" clId="{643375EB-A32E-45CE-BC33-BB7EBE522287}" dt="2023-03-21T13:59:00.402" v="21" actId="1076"/>
          <ac:picMkLst>
            <pc:docMk/>
            <pc:sldMk cId="430273121" sldId="524"/>
            <ac:picMk id="89" creationId="{CAE1C4B7-6C1D-8C86-947D-882B7C833BBA}"/>
          </ac:picMkLst>
        </pc:picChg>
        <pc:picChg chg="mod">
          <ac:chgData name="Maria Manuela Pinto Abelha" userId="11db3d86-96bc-46c8-8037-b7fd195aa52c" providerId="ADAL" clId="{643375EB-A32E-45CE-BC33-BB7EBE522287}" dt="2023-03-21T13:58:43.860" v="17"/>
          <ac:picMkLst>
            <pc:docMk/>
            <pc:sldMk cId="430273121" sldId="524"/>
            <ac:picMk id="103" creationId="{C1A7134E-930B-D459-BB45-A004018BB7D9}"/>
          </ac:picMkLst>
        </pc:picChg>
        <pc:picChg chg="add mod">
          <ac:chgData name="Maria Manuela Pinto Abelha" userId="11db3d86-96bc-46c8-8037-b7fd195aa52c" providerId="ADAL" clId="{643375EB-A32E-45CE-BC33-BB7EBE522287}" dt="2023-03-21T18:41:22.874" v="50" actId="1076"/>
          <ac:picMkLst>
            <pc:docMk/>
            <pc:sldMk cId="430273121" sldId="524"/>
            <ac:picMk id="106" creationId="{AAE2547E-0B2C-26F8-B7EB-7377BCF22D87}"/>
          </ac:picMkLst>
        </pc:picChg>
      </pc:sldChg>
    </pc:docChg>
  </pc:docChgLst>
  <pc:docChgLst>
    <pc:chgData name="Maria Manuela Pinto Abelha" userId="11db3d86-96bc-46c8-8037-b7fd195aa52c" providerId="ADAL" clId="{EBEA7D1A-BB06-41B4-B2BF-B928485CD7D3}"/>
    <pc:docChg chg="undo custSel modSld">
      <pc:chgData name="Maria Manuela Pinto Abelha" userId="11db3d86-96bc-46c8-8037-b7fd195aa52c" providerId="ADAL" clId="{EBEA7D1A-BB06-41B4-B2BF-B928485CD7D3}" dt="2023-02-17T11:57:00.506" v="559" actId="14100"/>
      <pc:docMkLst>
        <pc:docMk/>
      </pc:docMkLst>
      <pc:sldChg chg="addSp delSp modSp mod">
        <pc:chgData name="Maria Manuela Pinto Abelha" userId="11db3d86-96bc-46c8-8037-b7fd195aa52c" providerId="ADAL" clId="{EBEA7D1A-BB06-41B4-B2BF-B928485CD7D3}" dt="2023-02-17T11:57:00.506" v="559" actId="14100"/>
        <pc:sldMkLst>
          <pc:docMk/>
          <pc:sldMk cId="899889964" sldId="521"/>
        </pc:sldMkLst>
        <pc:spChg chg="mod">
          <ac:chgData name="Maria Manuela Pinto Abelha" userId="11db3d86-96bc-46c8-8037-b7fd195aa52c" providerId="ADAL" clId="{EBEA7D1A-BB06-41B4-B2BF-B928485CD7D3}" dt="2023-02-17T11:55:06.578" v="547" actId="1076"/>
          <ac:spMkLst>
            <pc:docMk/>
            <pc:sldMk cId="899889964" sldId="521"/>
            <ac:spMk id="35" creationId="{F0DBF849-88CA-40AC-ADA1-8DE52739DC73}"/>
          </ac:spMkLst>
        </pc:spChg>
        <pc:spChg chg="mod">
          <ac:chgData name="Maria Manuela Pinto Abelha" userId="11db3d86-96bc-46c8-8037-b7fd195aa52c" providerId="ADAL" clId="{EBEA7D1A-BB06-41B4-B2BF-B928485CD7D3}" dt="2023-02-17T11:54:12.599" v="536"/>
          <ac:spMkLst>
            <pc:docMk/>
            <pc:sldMk cId="899889964" sldId="521"/>
            <ac:spMk id="37" creationId="{8D2A2FE2-C869-4255-8C8A-F090E608B130}"/>
          </ac:spMkLst>
        </pc:spChg>
        <pc:spChg chg="mod">
          <ac:chgData name="Maria Manuela Pinto Abelha" userId="11db3d86-96bc-46c8-8037-b7fd195aa52c" providerId="ADAL" clId="{EBEA7D1A-BB06-41B4-B2BF-B928485CD7D3}" dt="2023-02-17T11:46:15.990" v="519" actId="1035"/>
          <ac:spMkLst>
            <pc:docMk/>
            <pc:sldMk cId="899889964" sldId="521"/>
            <ac:spMk id="69" creationId="{F294E4E8-1B92-4A6E-F2F6-73BAF7B8EE41}"/>
          </ac:spMkLst>
        </pc:spChg>
        <pc:spChg chg="mod">
          <ac:chgData name="Maria Manuela Pinto Abelha" userId="11db3d86-96bc-46c8-8037-b7fd195aa52c" providerId="ADAL" clId="{EBEA7D1A-BB06-41B4-B2BF-B928485CD7D3}" dt="2023-02-17T11:52:16.353" v="520" actId="1076"/>
          <ac:spMkLst>
            <pc:docMk/>
            <pc:sldMk cId="899889964" sldId="521"/>
            <ac:spMk id="75" creationId="{C20CDE68-182D-678A-10DA-2F14AC445002}"/>
          </ac:spMkLst>
        </pc:spChg>
        <pc:spChg chg="mod">
          <ac:chgData name="Maria Manuela Pinto Abelha" userId="11db3d86-96bc-46c8-8037-b7fd195aa52c" providerId="ADAL" clId="{EBEA7D1A-BB06-41B4-B2BF-B928485CD7D3}" dt="2023-02-17T11:52:27.067" v="522" actId="1076"/>
          <ac:spMkLst>
            <pc:docMk/>
            <pc:sldMk cId="899889964" sldId="521"/>
            <ac:spMk id="76" creationId="{382AD550-775D-2099-3A14-FE1EB2D89C17}"/>
          </ac:spMkLst>
        </pc:spChg>
        <pc:spChg chg="mod">
          <ac:chgData name="Maria Manuela Pinto Abelha" userId="11db3d86-96bc-46c8-8037-b7fd195aa52c" providerId="ADAL" clId="{EBEA7D1A-BB06-41B4-B2BF-B928485CD7D3}" dt="2023-02-17T11:54:43.019" v="543" actId="1076"/>
          <ac:spMkLst>
            <pc:docMk/>
            <pc:sldMk cId="899889964" sldId="521"/>
            <ac:spMk id="77" creationId="{C0AB5D30-93CB-43D8-B728-4AF10BC1D6D7}"/>
          </ac:spMkLst>
        </pc:spChg>
        <pc:spChg chg="mod">
          <ac:chgData name="Maria Manuela Pinto Abelha" userId="11db3d86-96bc-46c8-8037-b7fd195aa52c" providerId="ADAL" clId="{EBEA7D1A-BB06-41B4-B2BF-B928485CD7D3}" dt="2023-02-17T11:54:29.353" v="540" actId="1076"/>
          <ac:spMkLst>
            <pc:docMk/>
            <pc:sldMk cId="899889964" sldId="521"/>
            <ac:spMk id="78" creationId="{100F9BD1-5D73-30C3-565A-883FA944ED85}"/>
          </ac:spMkLst>
        </pc:spChg>
        <pc:grpChg chg="add mod">
          <ac:chgData name="Maria Manuela Pinto Abelha" userId="11db3d86-96bc-46c8-8037-b7fd195aa52c" providerId="ADAL" clId="{EBEA7D1A-BB06-41B4-B2BF-B928485CD7D3}" dt="2023-02-17T11:54:50.225" v="544" actId="1076"/>
          <ac:grpSpMkLst>
            <pc:docMk/>
            <pc:sldMk cId="899889964" sldId="521"/>
            <ac:grpSpMk id="34" creationId="{87C20147-6495-4988-9D32-64CA6B7698F4}"/>
          </ac:grpSpMkLst>
        </pc:grpChg>
        <pc:grpChg chg="mod">
          <ac:chgData name="Maria Manuela Pinto Abelha" userId="11db3d86-96bc-46c8-8037-b7fd195aa52c" providerId="ADAL" clId="{EBEA7D1A-BB06-41B4-B2BF-B928485CD7D3}" dt="2023-02-17T11:54:12.599" v="536"/>
          <ac:grpSpMkLst>
            <pc:docMk/>
            <pc:sldMk cId="899889964" sldId="521"/>
            <ac:grpSpMk id="36" creationId="{FCB70321-BBFF-4924-8666-21C0DE9BABE4}"/>
          </ac:grpSpMkLst>
        </pc:grpChg>
        <pc:grpChg chg="mod">
          <ac:chgData name="Maria Manuela Pinto Abelha" userId="11db3d86-96bc-46c8-8037-b7fd195aa52c" providerId="ADAL" clId="{EBEA7D1A-BB06-41B4-B2BF-B928485CD7D3}" dt="2023-02-17T11:52:16.353" v="520" actId="1076"/>
          <ac:grpSpMkLst>
            <pc:docMk/>
            <pc:sldMk cId="899889964" sldId="521"/>
            <ac:grpSpMk id="79" creationId="{9B1D0C81-10CF-EE9B-902E-ECC45CB7B37C}"/>
          </ac:grpSpMkLst>
        </pc:grpChg>
        <pc:grpChg chg="mod">
          <ac:chgData name="Maria Manuela Pinto Abelha" userId="11db3d86-96bc-46c8-8037-b7fd195aa52c" providerId="ADAL" clId="{EBEA7D1A-BB06-41B4-B2BF-B928485CD7D3}" dt="2023-02-17T11:52:27.067" v="522" actId="1076"/>
          <ac:grpSpMkLst>
            <pc:docMk/>
            <pc:sldMk cId="899889964" sldId="521"/>
            <ac:grpSpMk id="82" creationId="{75F9A2E1-B0CB-17DE-2C42-438CEA5E280C}"/>
          </ac:grpSpMkLst>
        </pc:grpChg>
        <pc:grpChg chg="mod">
          <ac:chgData name="Maria Manuela Pinto Abelha" userId="11db3d86-96bc-46c8-8037-b7fd195aa52c" providerId="ADAL" clId="{EBEA7D1A-BB06-41B4-B2BF-B928485CD7D3}" dt="2023-02-17T11:54:23.697" v="538" actId="1076"/>
          <ac:grpSpMkLst>
            <pc:docMk/>
            <pc:sldMk cId="899889964" sldId="521"/>
            <ac:grpSpMk id="87" creationId="{F22A7837-23CA-AD08-2B3B-3EBE260E8AAD}"/>
          </ac:grpSpMkLst>
        </pc:grpChg>
        <pc:grpChg chg="mod">
          <ac:chgData name="Maria Manuela Pinto Abelha" userId="11db3d86-96bc-46c8-8037-b7fd195aa52c" providerId="ADAL" clId="{EBEA7D1A-BB06-41B4-B2BF-B928485CD7D3}" dt="2023-02-17T11:54:33.376" v="541" actId="1076"/>
          <ac:grpSpMkLst>
            <pc:docMk/>
            <pc:sldMk cId="899889964" sldId="521"/>
            <ac:grpSpMk id="90" creationId="{40171F82-4CFD-086F-55AF-F98EDFC1BBCB}"/>
          </ac:grpSpMkLst>
        </pc:grpChg>
        <pc:grpChg chg="mod">
          <ac:chgData name="Maria Manuela Pinto Abelha" userId="11db3d86-96bc-46c8-8037-b7fd195aa52c" providerId="ADAL" clId="{EBEA7D1A-BB06-41B4-B2BF-B928485CD7D3}" dt="2023-02-17T11:46:15.990" v="519" actId="1035"/>
          <ac:grpSpMkLst>
            <pc:docMk/>
            <pc:sldMk cId="899889964" sldId="521"/>
            <ac:grpSpMk id="97" creationId="{9CCDFF82-9496-1380-6859-7C3863FB51EE}"/>
          </ac:grpSpMkLst>
        </pc:grpChg>
        <pc:picChg chg="mod">
          <ac:chgData name="Maria Manuela Pinto Abelha" userId="11db3d86-96bc-46c8-8037-b7fd195aa52c" providerId="ADAL" clId="{EBEA7D1A-BB06-41B4-B2BF-B928485CD7D3}" dt="2023-02-17T11:54:12.599" v="536"/>
          <ac:picMkLst>
            <pc:docMk/>
            <pc:sldMk cId="899889964" sldId="521"/>
            <ac:picMk id="38" creationId="{9BEEB004-33A4-48E1-B16F-92408AC7C890}"/>
          </ac:picMkLst>
        </pc:picChg>
        <pc:picChg chg="add mod">
          <ac:chgData name="Maria Manuela Pinto Abelha" userId="11db3d86-96bc-46c8-8037-b7fd195aa52c" providerId="ADAL" clId="{EBEA7D1A-BB06-41B4-B2BF-B928485CD7D3}" dt="2023-02-17T11:55:01.522" v="546" actId="1076"/>
          <ac:picMkLst>
            <pc:docMk/>
            <pc:sldMk cId="899889964" sldId="521"/>
            <ac:picMk id="39" creationId="{8B9BDCF8-8318-4A7E-8A35-43737B115D75}"/>
          </ac:picMkLst>
        </pc:picChg>
        <pc:picChg chg="mod">
          <ac:chgData name="Maria Manuela Pinto Abelha" userId="11db3d86-96bc-46c8-8037-b7fd195aa52c" providerId="ADAL" clId="{EBEA7D1A-BB06-41B4-B2BF-B928485CD7D3}" dt="2023-02-17T11:52:18.792" v="521" actId="1076"/>
          <ac:picMkLst>
            <pc:docMk/>
            <pc:sldMk cId="899889964" sldId="521"/>
            <ac:picMk id="93" creationId="{4AE68E92-2F58-A5C3-84A0-350D8E08CFD1}"/>
          </ac:picMkLst>
        </pc:picChg>
        <pc:picChg chg="mod">
          <ac:chgData name="Maria Manuela Pinto Abelha" userId="11db3d86-96bc-46c8-8037-b7fd195aa52c" providerId="ADAL" clId="{EBEA7D1A-BB06-41B4-B2BF-B928485CD7D3}" dt="2023-02-17T11:52:29.760" v="523" actId="1076"/>
          <ac:picMkLst>
            <pc:docMk/>
            <pc:sldMk cId="899889964" sldId="521"/>
            <ac:picMk id="94" creationId="{965679E7-A9CD-DBA0-6A49-86FD0B197343}"/>
          </ac:picMkLst>
        </pc:picChg>
        <pc:picChg chg="mod">
          <ac:chgData name="Maria Manuela Pinto Abelha" userId="11db3d86-96bc-46c8-8037-b7fd195aa52c" providerId="ADAL" clId="{EBEA7D1A-BB06-41B4-B2BF-B928485CD7D3}" dt="2023-02-17T11:54:25.738" v="539" actId="1076"/>
          <ac:picMkLst>
            <pc:docMk/>
            <pc:sldMk cId="899889964" sldId="521"/>
            <ac:picMk id="95" creationId="{FBFBF20D-71C7-60F3-3B9F-26C4D84BBDFF}"/>
          </ac:picMkLst>
        </pc:picChg>
        <pc:picChg chg="mod">
          <ac:chgData name="Maria Manuela Pinto Abelha" userId="11db3d86-96bc-46c8-8037-b7fd195aa52c" providerId="ADAL" clId="{EBEA7D1A-BB06-41B4-B2BF-B928485CD7D3}" dt="2023-02-17T11:54:37.617" v="542" actId="1076"/>
          <ac:picMkLst>
            <pc:docMk/>
            <pc:sldMk cId="899889964" sldId="521"/>
            <ac:picMk id="96" creationId="{BDF050C7-4EF2-11DB-A9C1-8F296468DB44}"/>
          </ac:picMkLst>
        </pc:picChg>
        <pc:cxnChg chg="add mod">
          <ac:chgData name="Maria Manuela Pinto Abelha" userId="11db3d86-96bc-46c8-8037-b7fd195aa52c" providerId="ADAL" clId="{EBEA7D1A-BB06-41B4-B2BF-B928485CD7D3}" dt="2023-02-17T11:56:46.334" v="558" actId="1076"/>
          <ac:cxnSpMkLst>
            <pc:docMk/>
            <pc:sldMk cId="899889964" sldId="521"/>
            <ac:cxnSpMk id="3" creationId="{25F20D84-B121-48D9-A2A5-6F73484B687A}"/>
          </ac:cxnSpMkLst>
        </pc:cxnChg>
        <pc:cxnChg chg="add del mod">
          <ac:chgData name="Maria Manuela Pinto Abelha" userId="11db3d86-96bc-46c8-8037-b7fd195aa52c" providerId="ADAL" clId="{EBEA7D1A-BB06-41B4-B2BF-B928485CD7D3}" dt="2023-02-17T11:55:12.968" v="549" actId="478"/>
          <ac:cxnSpMkLst>
            <pc:docMk/>
            <pc:sldMk cId="899889964" sldId="521"/>
            <ac:cxnSpMk id="40" creationId="{ABEA6618-C6B4-42E0-8F25-4DD14EF55485}"/>
          </ac:cxnSpMkLst>
        </pc:cxnChg>
        <pc:cxnChg chg="mod">
          <ac:chgData name="Maria Manuela Pinto Abelha" userId="11db3d86-96bc-46c8-8037-b7fd195aa52c" providerId="ADAL" clId="{EBEA7D1A-BB06-41B4-B2BF-B928485CD7D3}" dt="2023-02-17T11:57:00.506" v="559" actId="14100"/>
          <ac:cxnSpMkLst>
            <pc:docMk/>
            <pc:sldMk cId="899889964" sldId="521"/>
            <ac:cxnSpMk id="68" creationId="{324B9150-E122-DFBD-AD0D-F67361543930}"/>
          </ac:cxnSpMkLst>
        </pc:cxnChg>
        <pc:cxnChg chg="mod">
          <ac:chgData name="Maria Manuela Pinto Abelha" userId="11db3d86-96bc-46c8-8037-b7fd195aa52c" providerId="ADAL" clId="{EBEA7D1A-BB06-41B4-B2BF-B928485CD7D3}" dt="2023-02-17T11:52:27.067" v="522" actId="1076"/>
          <ac:cxnSpMkLst>
            <pc:docMk/>
            <pc:sldMk cId="899889964" sldId="521"/>
            <ac:cxnSpMk id="71" creationId="{0E88E8E0-DC24-AD6D-28B8-3B33C1A4303A}"/>
          </ac:cxnSpMkLst>
        </pc:cxnChg>
        <pc:cxnChg chg="mod">
          <ac:chgData name="Maria Manuela Pinto Abelha" userId="11db3d86-96bc-46c8-8037-b7fd195aa52c" providerId="ADAL" clId="{EBEA7D1A-BB06-41B4-B2BF-B928485CD7D3}" dt="2023-02-17T11:54:23.697" v="538" actId="1076"/>
          <ac:cxnSpMkLst>
            <pc:docMk/>
            <pc:sldMk cId="899889964" sldId="521"/>
            <ac:cxnSpMk id="72" creationId="{63DFF627-5DF4-902C-D159-59539736AB74}"/>
          </ac:cxnSpMkLst>
        </pc:cxnChg>
        <pc:cxnChg chg="mod">
          <ac:chgData name="Maria Manuela Pinto Abelha" userId="11db3d86-96bc-46c8-8037-b7fd195aa52c" providerId="ADAL" clId="{EBEA7D1A-BB06-41B4-B2BF-B928485CD7D3}" dt="2023-02-17T11:54:33.376" v="541" actId="1076"/>
          <ac:cxnSpMkLst>
            <pc:docMk/>
            <pc:sldMk cId="899889964" sldId="521"/>
            <ac:cxnSpMk id="73" creationId="{CE894F13-C5CB-BFFF-03A5-98938D00296D}"/>
          </ac:cxnSpMkLst>
        </pc:cxnChg>
      </pc:sldChg>
      <pc:sldChg chg="addSp modSp mod">
        <pc:chgData name="Maria Manuela Pinto Abelha" userId="11db3d86-96bc-46c8-8037-b7fd195aa52c" providerId="ADAL" clId="{EBEA7D1A-BB06-41B4-B2BF-B928485CD7D3}" dt="2023-02-17T11:54:01.090" v="535" actId="1076"/>
        <pc:sldMkLst>
          <pc:docMk/>
          <pc:sldMk cId="430273121" sldId="524"/>
        </pc:sldMkLst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79" creationId="{ABA82FDE-F0DC-872E-797D-E076A3967298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81" creationId="{51C9EFD7-8455-E543-6EF5-2AD3E728E47C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82" creationId="{BE0D4C42-5761-579E-8388-D4DA8ADA27FF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84" creationId="{AB805DBF-9D80-FA19-5640-57FFD37B35B8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85" creationId="{CA8A74E4-B24A-B2A3-312A-68A6C2592E55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86" creationId="{892E4A2D-5D71-130F-B053-B7227FCAFDAB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87" creationId="{8BFFDDDB-700D-301A-AEDA-13ED65C21D53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90" creationId="{A0290D73-1F45-55C3-ABEF-34DCE8CF50D5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93" creationId="{6ED38323-7A6C-A749-49B5-7E3C564A0458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96" creationId="{67AD644D-B67B-09B0-F893-384868E4310C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97" creationId="{547719A3-AE22-62CC-F12E-29DA10550F70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0" creationId="{C2E16A47-B8A9-D456-CD16-0DB1B696AFC8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1" creationId="{F0E5E47A-E226-6132-55B6-1848F779F2D3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2" creationId="{2A3CC22E-74A6-CA52-7A92-7FA126AEB651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4" creationId="{514921D4-684C-7155-3601-7E49655AF6F5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91" creationId="{9BC8421B-D23F-43F0-958E-AE2263D8DF00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93" creationId="{69B54FEE-87F4-4A15-87BB-BE54A83BA9E3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95" creationId="{64F58104-45F2-43D0-86F1-6D6DADFB8555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96" creationId="{A5CAA09D-3DD5-4849-9D58-01E08E124E3D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97" creationId="{E310E113-DC87-4548-85DE-B0FC16C4E2D7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98" creationId="{7D1B4A38-FB3D-4966-BFF6-9332D241B89F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99" creationId="{48C59780-5AF7-4CC4-B1F8-7A190363B8F5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200" creationId="{2A3968FE-9A0C-4EDD-BA92-B3444A956ACB}"/>
          </ac:spMkLst>
        </pc:spChg>
        <pc:spChg chg="mod">
          <ac:chgData name="Maria Manuela Pinto Abelha" userId="11db3d86-96bc-46c8-8037-b7fd195aa52c" providerId="ADAL" clId="{EBEA7D1A-BB06-41B4-B2BF-B928485CD7D3}" dt="2023-01-16T17:03:43.111" v="7" actId="20577"/>
          <ac:spMkLst>
            <pc:docMk/>
            <pc:sldMk cId="430273121" sldId="524"/>
            <ac:spMk id="213" creationId="{D51F7AA2-1522-4164-86E5-B353F40285EF}"/>
          </ac:spMkLst>
        </pc:spChg>
        <pc:spChg chg="mod">
          <ac:chgData name="Maria Manuela Pinto Abelha" userId="11db3d86-96bc-46c8-8037-b7fd195aa52c" providerId="ADAL" clId="{EBEA7D1A-BB06-41B4-B2BF-B928485CD7D3}" dt="2023-01-16T17:03:33.281" v="0"/>
          <ac:spMkLst>
            <pc:docMk/>
            <pc:sldMk cId="430273121" sldId="524"/>
            <ac:spMk id="215" creationId="{0E42D5B1-1A41-46CD-87CF-6814E97095F0}"/>
          </ac:spMkLst>
        </pc:spChg>
        <pc:spChg chg="mod">
          <ac:chgData name="Maria Manuela Pinto Abelha" userId="11db3d86-96bc-46c8-8037-b7fd195aa52c" providerId="ADAL" clId="{EBEA7D1A-BB06-41B4-B2BF-B928485CD7D3}" dt="2023-02-02T10:31:19.125" v="434" actId="1076"/>
          <ac:spMkLst>
            <pc:docMk/>
            <pc:sldMk cId="430273121" sldId="524"/>
            <ac:spMk id="218" creationId="{2A1B8E7D-47C1-401B-BDF1-EBE426D70622}"/>
          </ac:spMkLst>
        </pc:spChg>
        <pc:spChg chg="mod">
          <ac:chgData name="Maria Manuela Pinto Abelha" userId="11db3d86-96bc-46c8-8037-b7fd195aa52c" providerId="ADAL" clId="{EBEA7D1A-BB06-41B4-B2BF-B928485CD7D3}" dt="2023-01-23T15:20:53.055" v="122"/>
          <ac:spMkLst>
            <pc:docMk/>
            <pc:sldMk cId="430273121" sldId="524"/>
            <ac:spMk id="222" creationId="{73EBA4E7-DB8D-46FF-8A1C-1BC18915B633}"/>
          </ac:spMkLst>
        </pc:spChg>
        <pc:spChg chg="mod">
          <ac:chgData name="Maria Manuela Pinto Abelha" userId="11db3d86-96bc-46c8-8037-b7fd195aa52c" providerId="ADAL" clId="{EBEA7D1A-BB06-41B4-B2BF-B928485CD7D3}" dt="2023-01-24T12:09:47.606" v="142" actId="108"/>
          <ac:spMkLst>
            <pc:docMk/>
            <pc:sldMk cId="430273121" sldId="524"/>
            <ac:spMk id="225" creationId="{0A656547-DA10-41C1-951A-714FDF597E08}"/>
          </ac:spMkLst>
        </pc:spChg>
        <pc:spChg chg="mod">
          <ac:chgData name="Maria Manuela Pinto Abelha" userId="11db3d86-96bc-46c8-8037-b7fd195aa52c" providerId="ADAL" clId="{EBEA7D1A-BB06-41B4-B2BF-B928485CD7D3}" dt="2023-01-24T12:09:12.673" v="139"/>
          <ac:spMkLst>
            <pc:docMk/>
            <pc:sldMk cId="430273121" sldId="524"/>
            <ac:spMk id="227" creationId="{9B674B17-7B9B-46B6-B7F8-758CE457DF7D}"/>
          </ac:spMkLst>
        </pc:spChg>
        <pc:spChg chg="mod">
          <ac:chgData name="Maria Manuela Pinto Abelha" userId="11db3d86-96bc-46c8-8037-b7fd195aa52c" providerId="ADAL" clId="{EBEA7D1A-BB06-41B4-B2BF-B928485CD7D3}" dt="2023-01-31T17:05:25.744" v="176" actId="20577"/>
          <ac:spMkLst>
            <pc:docMk/>
            <pc:sldMk cId="430273121" sldId="524"/>
            <ac:spMk id="230" creationId="{47405D6C-B1BB-4DDB-BF19-EAAD4754CED7}"/>
          </ac:spMkLst>
        </pc:spChg>
        <pc:spChg chg="mod">
          <ac:chgData name="Maria Manuela Pinto Abelha" userId="11db3d86-96bc-46c8-8037-b7fd195aa52c" providerId="ADAL" clId="{EBEA7D1A-BB06-41B4-B2BF-B928485CD7D3}" dt="2023-01-31T17:04:29.739" v="150"/>
          <ac:spMkLst>
            <pc:docMk/>
            <pc:sldMk cId="430273121" sldId="524"/>
            <ac:spMk id="232" creationId="{C104A1E0-7EE0-4BB5-8818-2B7C83B14045}"/>
          </ac:spMkLst>
        </pc:spChg>
        <pc:spChg chg="mod">
          <ac:chgData name="Maria Manuela Pinto Abelha" userId="11db3d86-96bc-46c8-8037-b7fd195aa52c" providerId="ADAL" clId="{EBEA7D1A-BB06-41B4-B2BF-B928485CD7D3}" dt="2023-02-17T11:53:30.378" v="532" actId="20577"/>
          <ac:spMkLst>
            <pc:docMk/>
            <pc:sldMk cId="430273121" sldId="524"/>
            <ac:spMk id="237" creationId="{1771CA7E-3998-4A1B-8098-1CFBBCB4F6C5}"/>
          </ac:spMkLst>
        </pc:spChg>
        <pc:spChg chg="mod">
          <ac:chgData name="Maria Manuela Pinto Abelha" userId="11db3d86-96bc-46c8-8037-b7fd195aa52c" providerId="ADAL" clId="{EBEA7D1A-BB06-41B4-B2BF-B928485CD7D3}" dt="2023-02-17T11:53:21.019" v="526"/>
          <ac:spMkLst>
            <pc:docMk/>
            <pc:sldMk cId="430273121" sldId="524"/>
            <ac:spMk id="239" creationId="{7CC1C194-DF82-406D-ADC2-2E860A9D3AF7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48" creationId="{ABB3D027-A65E-B6DD-AA15-BD02BDE78010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90" creationId="{D85B83A5-5F7C-023C-C018-11B9DB34D7E9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92" creationId="{E2984FE0-4AF0-5AC9-A596-16C61137DDE8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94" creationId="{ECB100F9-1C30-C10B-22B7-89A87EF9AFBC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95" creationId="{FFBC6316-96CE-12CD-ABC5-9F384EED5E3A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96" creationId="{548D7D7D-9021-3839-FB98-18E76D9CDD5E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97" creationId="{09CD9D4C-1138-5137-DA52-A4CEF33C6E7C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98" creationId="{F67C4B88-FD0D-FE6A-41C7-E02A4509A5FA}"/>
          </ac:spMkLst>
        </pc:spChg>
        <pc:spChg chg="mod">
          <ac:chgData name="Maria Manuela Pinto Abelha" userId="11db3d86-96bc-46c8-8037-b7fd195aa52c" providerId="ADAL" clId="{EBEA7D1A-BB06-41B4-B2BF-B928485CD7D3}" dt="2023-01-23T15:17:21.615" v="28" actId="1036"/>
          <ac:spMkLst>
            <pc:docMk/>
            <pc:sldMk cId="430273121" sldId="524"/>
            <ac:spMk id="1099" creationId="{02BF30F4-17C3-0EBF-17A7-25A525DB94A5}"/>
          </ac:spMkLst>
        </pc:spChg>
        <pc:grpChg chg="mod">
          <ac:chgData name="Maria Manuela Pinto Abelha" userId="11db3d86-96bc-46c8-8037-b7fd195aa52c" providerId="ADAL" clId="{EBEA7D1A-BB06-41B4-B2BF-B928485CD7D3}" dt="2023-01-23T15:17:21.615" v="28" actId="1036"/>
          <ac:grpSpMkLst>
            <pc:docMk/>
            <pc:sldMk cId="430273121" sldId="524"/>
            <ac:grpSpMk id="78" creationId="{ACFF664F-0909-FEAA-66DF-8D40D4DC758A}"/>
          </ac:grpSpMkLst>
        </pc:grpChg>
        <pc:grpChg chg="mod">
          <ac:chgData name="Maria Manuela Pinto Abelha" userId="11db3d86-96bc-46c8-8037-b7fd195aa52c" providerId="ADAL" clId="{EBEA7D1A-BB06-41B4-B2BF-B928485CD7D3}" dt="2023-01-23T15:17:21.615" v="28" actId="1036"/>
          <ac:grpSpMkLst>
            <pc:docMk/>
            <pc:sldMk cId="430273121" sldId="524"/>
            <ac:grpSpMk id="80" creationId="{4ADD5418-6523-6333-16CA-DA87D12B8D1C}"/>
          </ac:grpSpMkLst>
        </pc:grpChg>
        <pc:grpChg chg="mod">
          <ac:chgData name="Maria Manuela Pinto Abelha" userId="11db3d86-96bc-46c8-8037-b7fd195aa52c" providerId="ADAL" clId="{EBEA7D1A-BB06-41B4-B2BF-B928485CD7D3}" dt="2023-01-23T15:17:21.615" v="28" actId="1036"/>
          <ac:grpSpMkLst>
            <pc:docMk/>
            <pc:sldMk cId="430273121" sldId="524"/>
            <ac:grpSpMk id="91" creationId="{98FC423F-571A-4E61-439F-A6E0E46BF62D}"/>
          </ac:grpSpMkLst>
        </pc:grpChg>
        <pc:grpChg chg="mod">
          <ac:chgData name="Maria Manuela Pinto Abelha" userId="11db3d86-96bc-46c8-8037-b7fd195aa52c" providerId="ADAL" clId="{EBEA7D1A-BB06-41B4-B2BF-B928485CD7D3}" dt="2023-01-23T15:17:21.615" v="28" actId="1036"/>
          <ac:grpSpMkLst>
            <pc:docMk/>
            <pc:sldMk cId="430273121" sldId="524"/>
            <ac:grpSpMk id="94" creationId="{D4225319-C948-AFAB-76F3-4562F75C1149}"/>
          </ac:grpSpMkLst>
        </pc:grpChg>
        <pc:grpChg chg="mod">
          <ac:chgData name="Maria Manuela Pinto Abelha" userId="11db3d86-96bc-46c8-8037-b7fd195aa52c" providerId="ADAL" clId="{EBEA7D1A-BB06-41B4-B2BF-B928485CD7D3}" dt="2023-01-23T15:19:46.385" v="117" actId="1035"/>
          <ac:grpSpMkLst>
            <pc:docMk/>
            <pc:sldMk cId="430273121" sldId="524"/>
            <ac:grpSpMk id="167" creationId="{20D8E5FD-709C-9E1D-7BF7-ED2C3F848F4A}"/>
          </ac:grpSpMkLst>
        </pc:grpChg>
        <pc:grpChg chg="mod">
          <ac:chgData name="Maria Manuela Pinto Abelha" userId="11db3d86-96bc-46c8-8037-b7fd195aa52c" providerId="ADAL" clId="{EBEA7D1A-BB06-41B4-B2BF-B928485CD7D3}" dt="2023-01-23T15:18:04.802" v="63" actId="1035"/>
          <ac:grpSpMkLst>
            <pc:docMk/>
            <pc:sldMk cId="430273121" sldId="524"/>
            <ac:grpSpMk id="168" creationId="{4EBA2BD4-BC9C-B34E-EF37-DD6F54A0DD81}"/>
          </ac:grpSpMkLst>
        </pc:grpChg>
        <pc:grpChg chg="mod">
          <ac:chgData name="Maria Manuela Pinto Abelha" userId="11db3d86-96bc-46c8-8037-b7fd195aa52c" providerId="ADAL" clId="{EBEA7D1A-BB06-41B4-B2BF-B928485CD7D3}" dt="2023-01-23T15:19:30.758" v="95" actId="1035"/>
          <ac:grpSpMkLst>
            <pc:docMk/>
            <pc:sldMk cId="430273121" sldId="524"/>
            <ac:grpSpMk id="169" creationId="{6B3EAD0A-456A-7FC2-C0EA-10C3F0C7A4E6}"/>
          </ac:grpSpMkLst>
        </pc:grpChg>
        <pc:grpChg chg="mod">
          <ac:chgData name="Maria Manuela Pinto Abelha" userId="11db3d86-96bc-46c8-8037-b7fd195aa52c" providerId="ADAL" clId="{EBEA7D1A-BB06-41B4-B2BF-B928485CD7D3}" dt="2023-01-23T15:19:46.385" v="117" actId="1035"/>
          <ac:grpSpMkLst>
            <pc:docMk/>
            <pc:sldMk cId="430273121" sldId="524"/>
            <ac:grpSpMk id="170" creationId="{40E70162-9779-FEB4-0891-B2EAFC3B3B17}"/>
          </ac:grpSpMkLst>
        </pc:grpChg>
        <pc:grpChg chg="mod">
          <ac:chgData name="Maria Manuela Pinto Abelha" userId="11db3d86-96bc-46c8-8037-b7fd195aa52c" providerId="ADAL" clId="{EBEA7D1A-BB06-41B4-B2BF-B928485CD7D3}" dt="2023-01-23T15:19:46.385" v="117" actId="1035"/>
          <ac:grpSpMkLst>
            <pc:docMk/>
            <pc:sldMk cId="430273121" sldId="524"/>
            <ac:grpSpMk id="171" creationId="{24099441-DEB0-1D58-5279-D22923F7618B}"/>
          </ac:grpSpMkLst>
        </pc:grpChg>
        <pc:grpChg chg="mod">
          <ac:chgData name="Maria Manuela Pinto Abelha" userId="11db3d86-96bc-46c8-8037-b7fd195aa52c" providerId="ADAL" clId="{EBEA7D1A-BB06-41B4-B2BF-B928485CD7D3}" dt="2023-01-23T15:17:21.615" v="28" actId="1036"/>
          <ac:grpSpMkLst>
            <pc:docMk/>
            <pc:sldMk cId="430273121" sldId="524"/>
            <ac:grpSpMk id="172" creationId="{D3495B04-3496-AACD-C2D9-9EEBF73BF289}"/>
          </ac:grpSpMkLst>
        </pc:grpChg>
        <pc:grpChg chg="mod">
          <ac:chgData name="Maria Manuela Pinto Abelha" userId="11db3d86-96bc-46c8-8037-b7fd195aa52c" providerId="ADAL" clId="{EBEA7D1A-BB06-41B4-B2BF-B928485CD7D3}" dt="2023-01-23T15:17:21.615" v="28" actId="1036"/>
          <ac:grpSpMkLst>
            <pc:docMk/>
            <pc:sldMk cId="430273121" sldId="524"/>
            <ac:grpSpMk id="173" creationId="{4A1740D0-12E6-6652-A721-32ABD7A095C1}"/>
          </ac:grpSpMkLst>
        </pc:grpChg>
        <pc:grpChg chg="mod">
          <ac:chgData name="Maria Manuela Pinto Abelha" userId="11db3d86-96bc-46c8-8037-b7fd195aa52c" providerId="ADAL" clId="{EBEA7D1A-BB06-41B4-B2BF-B928485CD7D3}" dt="2023-01-23T15:19:30.758" v="95" actId="1035"/>
          <ac:grpSpMkLst>
            <pc:docMk/>
            <pc:sldMk cId="430273121" sldId="524"/>
            <ac:grpSpMk id="174" creationId="{EDC291DD-3434-DB82-5E97-B95152CDB80A}"/>
          </ac:grpSpMkLst>
        </pc:grpChg>
        <pc:grpChg chg="mod">
          <ac:chgData name="Maria Manuela Pinto Abelha" userId="11db3d86-96bc-46c8-8037-b7fd195aa52c" providerId="ADAL" clId="{EBEA7D1A-BB06-41B4-B2BF-B928485CD7D3}" dt="2023-01-23T15:19:55.181" v="119" actId="1076"/>
          <ac:grpSpMkLst>
            <pc:docMk/>
            <pc:sldMk cId="430273121" sldId="524"/>
            <ac:grpSpMk id="175" creationId="{982486FD-80B4-59AE-E05F-D1D849FF3E97}"/>
          </ac:grpSpMkLst>
        </pc:grpChg>
        <pc:grpChg chg="mod">
          <ac:chgData name="Maria Manuela Pinto Abelha" userId="11db3d86-96bc-46c8-8037-b7fd195aa52c" providerId="ADAL" clId="{EBEA7D1A-BB06-41B4-B2BF-B928485CD7D3}" dt="2023-01-23T15:19:30.758" v="95" actId="1035"/>
          <ac:grpSpMkLst>
            <pc:docMk/>
            <pc:sldMk cId="430273121" sldId="524"/>
            <ac:grpSpMk id="176" creationId="{8A076E94-5BE3-E3C4-0DE1-96C193E1494E}"/>
          </ac:grpSpMkLst>
        </pc:grpChg>
        <pc:grpChg chg="mod">
          <ac:chgData name="Maria Manuela Pinto Abelha" userId="11db3d86-96bc-46c8-8037-b7fd195aa52c" providerId="ADAL" clId="{EBEA7D1A-BB06-41B4-B2BF-B928485CD7D3}" dt="2023-01-23T15:19:30.758" v="95" actId="1035"/>
          <ac:grpSpMkLst>
            <pc:docMk/>
            <pc:sldMk cId="430273121" sldId="524"/>
            <ac:grpSpMk id="177" creationId="{C1199A6E-3CB9-0C54-FFE8-8658E3D7B7B6}"/>
          </ac:grpSpMkLst>
        </pc:grpChg>
        <pc:grpChg chg="mod">
          <ac:chgData name="Maria Manuela Pinto Abelha" userId="11db3d86-96bc-46c8-8037-b7fd195aa52c" providerId="ADAL" clId="{EBEA7D1A-BB06-41B4-B2BF-B928485CD7D3}" dt="2023-01-23T15:19:30.758" v="95" actId="1035"/>
          <ac:grpSpMkLst>
            <pc:docMk/>
            <pc:sldMk cId="430273121" sldId="524"/>
            <ac:grpSpMk id="178" creationId="{B1A10C5C-9786-51D9-855F-AE204EEC8D0B}"/>
          </ac:grpSpMkLst>
        </pc:grpChg>
        <pc:grpChg chg="mod">
          <ac:chgData name="Maria Manuela Pinto Abelha" userId="11db3d86-96bc-46c8-8037-b7fd195aa52c" providerId="ADAL" clId="{EBEA7D1A-BB06-41B4-B2BF-B928485CD7D3}" dt="2023-01-23T15:20:03.854" v="121" actId="1076"/>
          <ac:grpSpMkLst>
            <pc:docMk/>
            <pc:sldMk cId="430273121" sldId="524"/>
            <ac:grpSpMk id="179" creationId="{01BCD1D6-0AC4-FF4C-FE48-10C714B15227}"/>
          </ac:grpSpMkLst>
        </pc:grpChg>
        <pc:grpChg chg="mod">
          <ac:chgData name="Maria Manuela Pinto Abelha" userId="11db3d86-96bc-46c8-8037-b7fd195aa52c" providerId="ADAL" clId="{EBEA7D1A-BB06-41B4-B2BF-B928485CD7D3}" dt="2023-01-23T15:18:25.132" v="68" actId="1076"/>
          <ac:grpSpMkLst>
            <pc:docMk/>
            <pc:sldMk cId="430273121" sldId="524"/>
            <ac:grpSpMk id="180" creationId="{42EBF25D-829E-FD2E-8998-8201520652D4}"/>
          </ac:grpSpMkLst>
        </pc:grpChg>
        <pc:grpChg chg="mod">
          <ac:chgData name="Maria Manuela Pinto Abelha" userId="11db3d86-96bc-46c8-8037-b7fd195aa52c" providerId="ADAL" clId="{EBEA7D1A-BB06-41B4-B2BF-B928485CD7D3}" dt="2023-01-23T15:18:22.645" v="67" actId="1076"/>
          <ac:grpSpMkLst>
            <pc:docMk/>
            <pc:sldMk cId="430273121" sldId="524"/>
            <ac:grpSpMk id="181" creationId="{5CBD09C9-A63F-5F10-1F5B-37BA9848E76C}"/>
          </ac:grpSpMkLst>
        </pc:grpChg>
        <pc:grpChg chg="mod">
          <ac:chgData name="Maria Manuela Pinto Abelha" userId="11db3d86-96bc-46c8-8037-b7fd195aa52c" providerId="ADAL" clId="{EBEA7D1A-BB06-41B4-B2BF-B928485CD7D3}" dt="2023-01-23T15:18:19.805" v="66" actId="1076"/>
          <ac:grpSpMkLst>
            <pc:docMk/>
            <pc:sldMk cId="430273121" sldId="524"/>
            <ac:grpSpMk id="182" creationId="{2753C7E6-84A3-A820-8823-6A562A67E48F}"/>
          </ac:grpSpMkLst>
        </pc:grpChg>
        <pc:grpChg chg="mod">
          <ac:chgData name="Maria Manuela Pinto Abelha" userId="11db3d86-96bc-46c8-8037-b7fd195aa52c" providerId="ADAL" clId="{EBEA7D1A-BB06-41B4-B2BF-B928485CD7D3}" dt="2023-01-23T15:18:09.613" v="64" actId="1076"/>
          <ac:grpSpMkLst>
            <pc:docMk/>
            <pc:sldMk cId="430273121" sldId="524"/>
            <ac:grpSpMk id="183" creationId="{B3FCA364-C61E-08A5-6A90-CF03D33E862C}"/>
          </ac:grpSpMkLst>
        </pc:grpChg>
        <pc:grpChg chg="mod">
          <ac:chgData name="Maria Manuela Pinto Abelha" userId="11db3d86-96bc-46c8-8037-b7fd195aa52c" providerId="ADAL" clId="{EBEA7D1A-BB06-41B4-B2BF-B928485CD7D3}" dt="2023-01-23T15:17:21.615" v="28" actId="1036"/>
          <ac:grpSpMkLst>
            <pc:docMk/>
            <pc:sldMk cId="430273121" sldId="524"/>
            <ac:grpSpMk id="184" creationId="{22114CA1-A064-4A6C-A5A4-BB2008588B86}"/>
          </ac:grpSpMkLst>
        </pc:grpChg>
        <pc:grpChg chg="mod">
          <ac:chgData name="Maria Manuela Pinto Abelha" userId="11db3d86-96bc-46c8-8037-b7fd195aa52c" providerId="ADAL" clId="{EBEA7D1A-BB06-41B4-B2BF-B928485CD7D3}" dt="2023-01-23T15:18:15.021" v="65" actId="1076"/>
          <ac:grpSpMkLst>
            <pc:docMk/>
            <pc:sldMk cId="430273121" sldId="524"/>
            <ac:grpSpMk id="185" creationId="{9EACAC15-DF26-D0C1-A23B-C3321A3B5DCB}"/>
          </ac:grpSpMkLst>
        </pc:grpChg>
        <pc:grpChg chg="mod">
          <ac:chgData name="Maria Manuela Pinto Abelha" userId="11db3d86-96bc-46c8-8037-b7fd195aa52c" providerId="ADAL" clId="{EBEA7D1A-BB06-41B4-B2BF-B928485CD7D3}" dt="2023-01-23T15:18:04.802" v="63" actId="1035"/>
          <ac:grpSpMkLst>
            <pc:docMk/>
            <pc:sldMk cId="430273121" sldId="524"/>
            <ac:grpSpMk id="186" creationId="{7481893D-3C48-2B9E-BEA2-1ED33F023BB6}"/>
          </ac:grpSpMkLst>
        </pc:grpChg>
        <pc:grpChg chg="mod">
          <ac:chgData name="Maria Manuela Pinto Abelha" userId="11db3d86-96bc-46c8-8037-b7fd195aa52c" providerId="ADAL" clId="{EBEA7D1A-BB06-41B4-B2BF-B928485CD7D3}" dt="2023-01-23T15:18:04.802" v="63" actId="1035"/>
          <ac:grpSpMkLst>
            <pc:docMk/>
            <pc:sldMk cId="430273121" sldId="524"/>
            <ac:grpSpMk id="187" creationId="{EA5657F4-3D6C-1926-C4F7-E32D6C995FA7}"/>
          </ac:grpSpMkLst>
        </pc:grpChg>
        <pc:grpChg chg="mod">
          <ac:chgData name="Maria Manuela Pinto Abelha" userId="11db3d86-96bc-46c8-8037-b7fd195aa52c" providerId="ADAL" clId="{EBEA7D1A-BB06-41B4-B2BF-B928485CD7D3}" dt="2023-01-23T15:18:04.802" v="63" actId="1035"/>
          <ac:grpSpMkLst>
            <pc:docMk/>
            <pc:sldMk cId="430273121" sldId="524"/>
            <ac:grpSpMk id="188" creationId="{2B0DB5CF-0EFE-167F-3509-EEADF7D75802}"/>
          </ac:grpSpMkLst>
        </pc:grpChg>
        <pc:grpChg chg="mod">
          <ac:chgData name="Maria Manuela Pinto Abelha" userId="11db3d86-96bc-46c8-8037-b7fd195aa52c" providerId="ADAL" clId="{EBEA7D1A-BB06-41B4-B2BF-B928485CD7D3}" dt="2023-01-23T15:19:30.758" v="95" actId="1035"/>
          <ac:grpSpMkLst>
            <pc:docMk/>
            <pc:sldMk cId="430273121" sldId="524"/>
            <ac:grpSpMk id="189" creationId="{0BB18944-2731-C28D-BE8A-13B2F14D0696}"/>
          </ac:grpSpMkLst>
        </pc:grpChg>
        <pc:grpChg chg="mod">
          <ac:chgData name="Maria Manuela Pinto Abelha" userId="11db3d86-96bc-46c8-8037-b7fd195aa52c" providerId="ADAL" clId="{EBEA7D1A-BB06-41B4-B2BF-B928485CD7D3}" dt="2023-01-23T15:19:30.758" v="95" actId="1035"/>
          <ac:grpSpMkLst>
            <pc:docMk/>
            <pc:sldMk cId="430273121" sldId="524"/>
            <ac:grpSpMk id="190" creationId="{695499EF-7378-1CC6-857F-DA5C5C7DA3AF}"/>
          </ac:grpSpMkLst>
        </pc:grpChg>
        <pc:grpChg chg="mod">
          <ac:chgData name="Maria Manuela Pinto Abelha" userId="11db3d86-96bc-46c8-8037-b7fd195aa52c" providerId="ADAL" clId="{EBEA7D1A-BB06-41B4-B2BF-B928485CD7D3}" dt="2023-01-23T15:17:21.615" v="28" actId="1036"/>
          <ac:grpSpMkLst>
            <pc:docMk/>
            <pc:sldMk cId="430273121" sldId="524"/>
            <ac:grpSpMk id="192" creationId="{F778918E-23E6-4EEF-996A-B865C3B00733}"/>
          </ac:grpSpMkLst>
        </pc:grpChg>
        <pc:grpChg chg="mod">
          <ac:chgData name="Maria Manuela Pinto Abelha" userId="11db3d86-96bc-46c8-8037-b7fd195aa52c" providerId="ADAL" clId="{EBEA7D1A-BB06-41B4-B2BF-B928485CD7D3}" dt="2023-01-23T15:17:21.615" v="28" actId="1036"/>
          <ac:grpSpMkLst>
            <pc:docMk/>
            <pc:sldMk cId="430273121" sldId="524"/>
            <ac:grpSpMk id="194" creationId="{43C5CC13-6DF1-41ED-9D33-29494B26AECA}"/>
          </ac:grpSpMkLst>
        </pc:grpChg>
        <pc:grpChg chg="mod">
          <ac:chgData name="Maria Manuela Pinto Abelha" userId="11db3d86-96bc-46c8-8037-b7fd195aa52c" providerId="ADAL" clId="{EBEA7D1A-BB06-41B4-B2BF-B928485CD7D3}" dt="2023-01-23T15:19:46.385" v="117" actId="1035"/>
          <ac:grpSpMkLst>
            <pc:docMk/>
            <pc:sldMk cId="430273121" sldId="524"/>
            <ac:grpSpMk id="201" creationId="{8C1018AC-6274-4DDF-A884-1E514EB90BA6}"/>
          </ac:grpSpMkLst>
        </pc:grpChg>
        <pc:grpChg chg="mod">
          <ac:chgData name="Maria Manuela Pinto Abelha" userId="11db3d86-96bc-46c8-8037-b7fd195aa52c" providerId="ADAL" clId="{EBEA7D1A-BB06-41B4-B2BF-B928485CD7D3}" dt="2023-01-23T15:18:04.802" v="63" actId="1035"/>
          <ac:grpSpMkLst>
            <pc:docMk/>
            <pc:sldMk cId="430273121" sldId="524"/>
            <ac:grpSpMk id="207" creationId="{BFBBAF6E-9230-4989-BC68-E8ECBC66C4BB}"/>
          </ac:grpSpMkLst>
        </pc:grpChg>
        <pc:grpChg chg="add mod">
          <ac:chgData name="Maria Manuela Pinto Abelha" userId="11db3d86-96bc-46c8-8037-b7fd195aa52c" providerId="ADAL" clId="{EBEA7D1A-BB06-41B4-B2BF-B928485CD7D3}" dt="2023-01-24T12:09:10.373" v="138" actId="1076"/>
          <ac:grpSpMkLst>
            <pc:docMk/>
            <pc:sldMk cId="430273121" sldId="524"/>
            <ac:grpSpMk id="212" creationId="{7CDEEA41-5A62-450E-B029-83A9C6A126E6}"/>
          </ac:grpSpMkLst>
        </pc:grpChg>
        <pc:grpChg chg="mod">
          <ac:chgData name="Maria Manuela Pinto Abelha" userId="11db3d86-96bc-46c8-8037-b7fd195aa52c" providerId="ADAL" clId="{EBEA7D1A-BB06-41B4-B2BF-B928485CD7D3}" dt="2023-01-16T17:03:33.281" v="0"/>
          <ac:grpSpMkLst>
            <pc:docMk/>
            <pc:sldMk cId="430273121" sldId="524"/>
            <ac:grpSpMk id="214" creationId="{C236D8FE-E0FD-406B-8848-5E2B65DF1D24}"/>
          </ac:grpSpMkLst>
        </pc:grpChg>
        <pc:grpChg chg="add mod">
          <ac:chgData name="Maria Manuela Pinto Abelha" userId="11db3d86-96bc-46c8-8037-b7fd195aa52c" providerId="ADAL" clId="{EBEA7D1A-BB06-41B4-B2BF-B928485CD7D3}" dt="2023-01-23T15:21:07.078" v="128" actId="1076"/>
          <ac:grpSpMkLst>
            <pc:docMk/>
            <pc:sldMk cId="430273121" sldId="524"/>
            <ac:grpSpMk id="217" creationId="{49D51F73-04A4-4AB3-A883-E3FEA371115C}"/>
          </ac:grpSpMkLst>
        </pc:grpChg>
        <pc:grpChg chg="mod">
          <ac:chgData name="Maria Manuela Pinto Abelha" userId="11db3d86-96bc-46c8-8037-b7fd195aa52c" providerId="ADAL" clId="{EBEA7D1A-BB06-41B4-B2BF-B928485CD7D3}" dt="2023-01-23T15:20:53.055" v="122"/>
          <ac:grpSpMkLst>
            <pc:docMk/>
            <pc:sldMk cId="430273121" sldId="524"/>
            <ac:grpSpMk id="219" creationId="{8EF51205-3C0E-44FE-9AC6-21204C8F6DBE}"/>
          </ac:grpSpMkLst>
        </pc:grpChg>
        <pc:grpChg chg="add mod">
          <ac:chgData name="Maria Manuela Pinto Abelha" userId="11db3d86-96bc-46c8-8037-b7fd195aa52c" providerId="ADAL" clId="{EBEA7D1A-BB06-41B4-B2BF-B928485CD7D3}" dt="2023-01-24T12:09:19.916" v="140" actId="1076"/>
          <ac:grpSpMkLst>
            <pc:docMk/>
            <pc:sldMk cId="430273121" sldId="524"/>
            <ac:grpSpMk id="224" creationId="{1192F9A8-1950-4390-9C06-EA28EC35FA49}"/>
          </ac:grpSpMkLst>
        </pc:grpChg>
        <pc:grpChg chg="mod">
          <ac:chgData name="Maria Manuela Pinto Abelha" userId="11db3d86-96bc-46c8-8037-b7fd195aa52c" providerId="ADAL" clId="{EBEA7D1A-BB06-41B4-B2BF-B928485CD7D3}" dt="2023-01-24T12:09:12.673" v="139"/>
          <ac:grpSpMkLst>
            <pc:docMk/>
            <pc:sldMk cId="430273121" sldId="524"/>
            <ac:grpSpMk id="226" creationId="{BE81CBAD-FD15-47F3-8EAF-8F05F61E86C3}"/>
          </ac:grpSpMkLst>
        </pc:grpChg>
        <pc:grpChg chg="add mod">
          <ac:chgData name="Maria Manuela Pinto Abelha" userId="11db3d86-96bc-46c8-8037-b7fd195aa52c" providerId="ADAL" clId="{EBEA7D1A-BB06-41B4-B2BF-B928485CD7D3}" dt="2023-01-31T17:04:33.772" v="151" actId="1076"/>
          <ac:grpSpMkLst>
            <pc:docMk/>
            <pc:sldMk cId="430273121" sldId="524"/>
            <ac:grpSpMk id="229" creationId="{2408AF3C-CC7B-4C3D-9563-6F40EC78FA57}"/>
          </ac:grpSpMkLst>
        </pc:grpChg>
        <pc:grpChg chg="mod">
          <ac:chgData name="Maria Manuela Pinto Abelha" userId="11db3d86-96bc-46c8-8037-b7fd195aa52c" providerId="ADAL" clId="{EBEA7D1A-BB06-41B4-B2BF-B928485CD7D3}" dt="2023-01-31T17:04:29.739" v="150"/>
          <ac:grpSpMkLst>
            <pc:docMk/>
            <pc:sldMk cId="430273121" sldId="524"/>
            <ac:grpSpMk id="231" creationId="{75EA2551-9F14-4511-B743-6540E3A1A481}"/>
          </ac:grpSpMkLst>
        </pc:grpChg>
        <pc:grpChg chg="add mod">
          <ac:chgData name="Maria Manuela Pinto Abelha" userId="11db3d86-96bc-46c8-8037-b7fd195aa52c" providerId="ADAL" clId="{EBEA7D1A-BB06-41B4-B2BF-B928485CD7D3}" dt="2023-02-17T11:53:43.072" v="533" actId="1076"/>
          <ac:grpSpMkLst>
            <pc:docMk/>
            <pc:sldMk cId="430273121" sldId="524"/>
            <ac:grpSpMk id="236" creationId="{05A5C4EF-F6E2-496F-87C5-7C8139FA13F8}"/>
          </ac:grpSpMkLst>
        </pc:grpChg>
        <pc:grpChg chg="mod">
          <ac:chgData name="Maria Manuela Pinto Abelha" userId="11db3d86-96bc-46c8-8037-b7fd195aa52c" providerId="ADAL" clId="{EBEA7D1A-BB06-41B4-B2BF-B928485CD7D3}" dt="2023-02-17T11:53:21.019" v="526"/>
          <ac:grpSpMkLst>
            <pc:docMk/>
            <pc:sldMk cId="430273121" sldId="524"/>
            <ac:grpSpMk id="238" creationId="{977BB77F-5A41-42DA-928E-09D84B10294F}"/>
          </ac:grpSpMkLst>
        </pc:grpChg>
        <pc:grpChg chg="mod">
          <ac:chgData name="Maria Manuela Pinto Abelha" userId="11db3d86-96bc-46c8-8037-b7fd195aa52c" providerId="ADAL" clId="{EBEA7D1A-BB06-41B4-B2BF-B928485CD7D3}" dt="2023-01-23T15:17:21.615" v="28" actId="1036"/>
          <ac:grpSpMkLst>
            <pc:docMk/>
            <pc:sldMk cId="430273121" sldId="524"/>
            <ac:grpSpMk id="1091" creationId="{C12E7D10-BC6E-0E23-4640-B4E0D392B1D1}"/>
          </ac:grpSpMkLst>
        </pc:grpChg>
        <pc:grpChg chg="mod">
          <ac:chgData name="Maria Manuela Pinto Abelha" userId="11db3d86-96bc-46c8-8037-b7fd195aa52c" providerId="ADAL" clId="{EBEA7D1A-BB06-41B4-B2BF-B928485CD7D3}" dt="2023-01-23T15:17:21.615" v="28" actId="1036"/>
          <ac:grpSpMkLst>
            <pc:docMk/>
            <pc:sldMk cId="430273121" sldId="524"/>
            <ac:grpSpMk id="1093" creationId="{21A9B27C-7E91-DFC0-29A3-8A338D727A73}"/>
          </ac:grpSpMkLst>
        </pc:grpChg>
        <pc:grpChg chg="mod">
          <ac:chgData name="Maria Manuela Pinto Abelha" userId="11db3d86-96bc-46c8-8037-b7fd195aa52c" providerId="ADAL" clId="{EBEA7D1A-BB06-41B4-B2BF-B928485CD7D3}" dt="2023-01-23T15:17:21.615" v="28" actId="1036"/>
          <ac:grpSpMkLst>
            <pc:docMk/>
            <pc:sldMk cId="430273121" sldId="524"/>
            <ac:grpSpMk id="1100" creationId="{14EFC98C-148C-7C98-7B25-78D27E2EB0A5}"/>
          </ac:grpSpMkLst>
        </pc:grpChg>
        <pc:grpChg chg="mod">
          <ac:chgData name="Maria Manuela Pinto Abelha" userId="11db3d86-96bc-46c8-8037-b7fd195aa52c" providerId="ADAL" clId="{EBEA7D1A-BB06-41B4-B2BF-B928485CD7D3}" dt="2023-01-23T15:18:29.309" v="69" actId="1076"/>
          <ac:grpSpMkLst>
            <pc:docMk/>
            <pc:sldMk cId="430273121" sldId="524"/>
            <ac:grpSpMk id="1101" creationId="{D20190AA-D6A4-C685-760F-DB34F2AEA02F}"/>
          </ac:grpSpMkLst>
        </pc:grpChg>
        <pc:picChg chg="mod">
          <ac:chgData name="Maria Manuela Pinto Abelha" userId="11db3d86-96bc-46c8-8037-b7fd195aa52c" providerId="ADAL" clId="{EBEA7D1A-BB06-41B4-B2BF-B928485CD7D3}" dt="2023-01-23T15:19:36.550" v="96" actId="1076"/>
          <ac:picMkLst>
            <pc:docMk/>
            <pc:sldMk cId="430273121" sldId="524"/>
            <ac:picMk id="206" creationId="{43742EB3-0B9A-46E6-9C53-AA0DA53D5B2B}"/>
          </ac:picMkLst>
        </pc:picChg>
        <pc:picChg chg="mod">
          <ac:chgData name="Maria Manuela Pinto Abelha" userId="11db3d86-96bc-46c8-8037-b7fd195aa52c" providerId="ADAL" clId="{EBEA7D1A-BB06-41B4-B2BF-B928485CD7D3}" dt="2023-01-16T17:03:33.281" v="0"/>
          <ac:picMkLst>
            <pc:docMk/>
            <pc:sldMk cId="430273121" sldId="524"/>
            <ac:picMk id="216" creationId="{D627E14E-3C1A-4278-AC93-8A79330C8046}"/>
          </ac:picMkLst>
        </pc:picChg>
        <pc:picChg chg="mod">
          <ac:chgData name="Maria Manuela Pinto Abelha" userId="11db3d86-96bc-46c8-8037-b7fd195aa52c" providerId="ADAL" clId="{EBEA7D1A-BB06-41B4-B2BF-B928485CD7D3}" dt="2023-01-23T15:20:53.055" v="122"/>
          <ac:picMkLst>
            <pc:docMk/>
            <pc:sldMk cId="430273121" sldId="524"/>
            <ac:picMk id="220" creationId="{522BAC32-C537-40B4-A43C-3595287B8C5C}"/>
          </ac:picMkLst>
        </pc:picChg>
        <pc:picChg chg="mod">
          <ac:chgData name="Maria Manuela Pinto Abelha" userId="11db3d86-96bc-46c8-8037-b7fd195aa52c" providerId="ADAL" clId="{EBEA7D1A-BB06-41B4-B2BF-B928485CD7D3}" dt="2023-01-23T15:20:53.055" v="122"/>
          <ac:picMkLst>
            <pc:docMk/>
            <pc:sldMk cId="430273121" sldId="524"/>
            <ac:picMk id="221" creationId="{5D43E741-6CBE-4C90-9EC7-08E3B56E1667}"/>
          </ac:picMkLst>
        </pc:picChg>
        <pc:picChg chg="mod">
          <ac:chgData name="Maria Manuela Pinto Abelha" userId="11db3d86-96bc-46c8-8037-b7fd195aa52c" providerId="ADAL" clId="{EBEA7D1A-BB06-41B4-B2BF-B928485CD7D3}" dt="2023-01-23T15:20:53.055" v="122"/>
          <ac:picMkLst>
            <pc:docMk/>
            <pc:sldMk cId="430273121" sldId="524"/>
            <ac:picMk id="223" creationId="{1C7B6A82-1C25-4015-B27D-4F406DD50F1F}"/>
          </ac:picMkLst>
        </pc:picChg>
        <pc:picChg chg="mod">
          <ac:chgData name="Maria Manuela Pinto Abelha" userId="11db3d86-96bc-46c8-8037-b7fd195aa52c" providerId="ADAL" clId="{EBEA7D1A-BB06-41B4-B2BF-B928485CD7D3}" dt="2023-01-24T12:09:12.673" v="139"/>
          <ac:picMkLst>
            <pc:docMk/>
            <pc:sldMk cId="430273121" sldId="524"/>
            <ac:picMk id="228" creationId="{0F12C3CD-D315-47ED-8A03-970C74A89C1C}"/>
          </ac:picMkLst>
        </pc:picChg>
        <pc:picChg chg="mod">
          <ac:chgData name="Maria Manuela Pinto Abelha" userId="11db3d86-96bc-46c8-8037-b7fd195aa52c" providerId="ADAL" clId="{EBEA7D1A-BB06-41B4-B2BF-B928485CD7D3}" dt="2023-01-31T17:04:29.739" v="150"/>
          <ac:picMkLst>
            <pc:docMk/>
            <pc:sldMk cId="430273121" sldId="524"/>
            <ac:picMk id="233" creationId="{3CF97295-60AF-4FB5-8387-274C8D79057F}"/>
          </ac:picMkLst>
        </pc:picChg>
        <pc:picChg chg="add mod">
          <ac:chgData name="Maria Manuela Pinto Abelha" userId="11db3d86-96bc-46c8-8037-b7fd195aa52c" providerId="ADAL" clId="{EBEA7D1A-BB06-41B4-B2BF-B928485CD7D3}" dt="2023-01-31T17:04:58.531" v="154" actId="1076"/>
          <ac:picMkLst>
            <pc:docMk/>
            <pc:sldMk cId="430273121" sldId="524"/>
            <ac:picMk id="234" creationId="{ED01EEE0-C2AB-4503-8101-0709CDD2DAB1}"/>
          </ac:picMkLst>
        </pc:picChg>
        <pc:picChg chg="add mod">
          <ac:chgData name="Maria Manuela Pinto Abelha" userId="11db3d86-96bc-46c8-8037-b7fd195aa52c" providerId="ADAL" clId="{EBEA7D1A-BB06-41B4-B2BF-B928485CD7D3}" dt="2023-01-31T17:05:08.652" v="156" actId="1076"/>
          <ac:picMkLst>
            <pc:docMk/>
            <pc:sldMk cId="430273121" sldId="524"/>
            <ac:picMk id="235" creationId="{A9AB721D-75C2-43D7-8597-CD16F3FC9044}"/>
          </ac:picMkLst>
        </pc:picChg>
        <pc:picChg chg="mod">
          <ac:chgData name="Maria Manuela Pinto Abelha" userId="11db3d86-96bc-46c8-8037-b7fd195aa52c" providerId="ADAL" clId="{EBEA7D1A-BB06-41B4-B2BF-B928485CD7D3}" dt="2023-02-17T11:53:21.019" v="526"/>
          <ac:picMkLst>
            <pc:docMk/>
            <pc:sldMk cId="430273121" sldId="524"/>
            <ac:picMk id="240" creationId="{8E8AAEDF-C428-4D5A-A8AA-5A96542FF2AC}"/>
          </ac:picMkLst>
        </pc:picChg>
        <pc:picChg chg="add mod">
          <ac:chgData name="Maria Manuela Pinto Abelha" userId="11db3d86-96bc-46c8-8037-b7fd195aa52c" providerId="ADAL" clId="{EBEA7D1A-BB06-41B4-B2BF-B928485CD7D3}" dt="2023-02-17T11:54:01.090" v="535" actId="1076"/>
          <ac:picMkLst>
            <pc:docMk/>
            <pc:sldMk cId="430273121" sldId="524"/>
            <ac:picMk id="241" creationId="{69B37443-823D-4068-9B6E-44C9279E7C8E}"/>
          </ac:picMkLst>
        </pc:picChg>
      </pc:sldChg>
      <pc:sldChg chg="addSp delSp modSp mod">
        <pc:chgData name="Maria Manuela Pinto Abelha" userId="11db3d86-96bc-46c8-8037-b7fd195aa52c" providerId="ADAL" clId="{EBEA7D1A-BB06-41B4-B2BF-B928485CD7D3}" dt="2023-02-03T17:00:44.624" v="450" actId="1076"/>
        <pc:sldMkLst>
          <pc:docMk/>
          <pc:sldMk cId="2760158784" sldId="525"/>
        </pc:sldMkLst>
        <pc:spChg chg="add mod">
          <ac:chgData name="Maria Manuela Pinto Abelha" userId="11db3d86-96bc-46c8-8037-b7fd195aa52c" providerId="ADAL" clId="{EBEA7D1A-BB06-41B4-B2BF-B928485CD7D3}" dt="2023-01-30T09:30:36.743" v="149" actId="1076"/>
          <ac:spMkLst>
            <pc:docMk/>
            <pc:sldMk cId="2760158784" sldId="525"/>
            <ac:spMk id="23" creationId="{7D7261AF-2053-48C2-A475-39CEDE66251E}"/>
          </ac:spMkLst>
        </pc:spChg>
        <pc:spChg chg="add mod">
          <ac:chgData name="Maria Manuela Pinto Abelha" userId="11db3d86-96bc-46c8-8037-b7fd195aa52c" providerId="ADAL" clId="{EBEA7D1A-BB06-41B4-B2BF-B928485CD7D3}" dt="2023-01-31T17:55:37.411" v="184" actId="1076"/>
          <ac:spMkLst>
            <pc:docMk/>
            <pc:sldMk cId="2760158784" sldId="525"/>
            <ac:spMk id="26" creationId="{B5B1BA94-3041-46D2-A53C-BF4473F64180}"/>
          </ac:spMkLst>
        </pc:spChg>
        <pc:spChg chg="add del mod">
          <ac:chgData name="Maria Manuela Pinto Abelha" userId="11db3d86-96bc-46c8-8037-b7fd195aa52c" providerId="ADAL" clId="{EBEA7D1A-BB06-41B4-B2BF-B928485CD7D3}" dt="2023-02-02T10:29:03.502" v="390" actId="478"/>
          <ac:spMkLst>
            <pc:docMk/>
            <pc:sldMk cId="2760158784" sldId="525"/>
            <ac:spMk id="30" creationId="{AF4912C8-72AF-42F0-953C-FF4D9F7C7FCD}"/>
          </ac:spMkLst>
        </pc:spChg>
        <pc:spChg chg="add mod">
          <ac:chgData name="Maria Manuela Pinto Abelha" userId="11db3d86-96bc-46c8-8037-b7fd195aa52c" providerId="ADAL" clId="{EBEA7D1A-BB06-41B4-B2BF-B928485CD7D3}" dt="2023-02-02T10:29:15.437" v="417" actId="1037"/>
          <ac:spMkLst>
            <pc:docMk/>
            <pc:sldMk cId="2760158784" sldId="525"/>
            <ac:spMk id="32" creationId="{8E875CE9-00BA-4F2F-9FF9-30386D3E44AA}"/>
          </ac:spMkLst>
        </pc:spChg>
        <pc:spChg chg="add mod">
          <ac:chgData name="Maria Manuela Pinto Abelha" userId="11db3d86-96bc-46c8-8037-b7fd195aa52c" providerId="ADAL" clId="{EBEA7D1A-BB06-41B4-B2BF-B928485CD7D3}" dt="2023-02-03T15:02:56.135" v="445" actId="1076"/>
          <ac:spMkLst>
            <pc:docMk/>
            <pc:sldMk cId="2760158784" sldId="525"/>
            <ac:spMk id="35" creationId="{0249CB4C-5A22-4328-8B83-730BB52CCE19}"/>
          </ac:spMkLst>
        </pc:spChg>
        <pc:spChg chg="mod">
          <ac:chgData name="Maria Manuela Pinto Abelha" userId="11db3d86-96bc-46c8-8037-b7fd195aa52c" providerId="ADAL" clId="{EBEA7D1A-BB06-41B4-B2BF-B928485CD7D3}" dt="2023-02-02T10:13:12.343" v="354" actId="1038"/>
          <ac:spMkLst>
            <pc:docMk/>
            <pc:sldMk cId="2760158784" sldId="525"/>
            <ac:spMk id="38" creationId="{833C3DDB-2EE1-758A-A98B-4BF76303DF66}"/>
          </ac:spMkLst>
        </pc:spChg>
        <pc:spChg chg="mod">
          <ac:chgData name="Maria Manuela Pinto Abelha" userId="11db3d86-96bc-46c8-8037-b7fd195aa52c" providerId="ADAL" clId="{EBEA7D1A-BB06-41B4-B2BF-B928485CD7D3}" dt="2023-02-02T10:13:12.343" v="354" actId="1038"/>
          <ac:spMkLst>
            <pc:docMk/>
            <pc:sldMk cId="2760158784" sldId="525"/>
            <ac:spMk id="110" creationId="{FFB15DB3-EA42-3F8F-2D44-998FE30B8835}"/>
          </ac:spMkLst>
        </pc:spChg>
        <pc:spChg chg="mod">
          <ac:chgData name="Maria Manuela Pinto Abelha" userId="11db3d86-96bc-46c8-8037-b7fd195aa52c" providerId="ADAL" clId="{EBEA7D1A-BB06-41B4-B2BF-B928485CD7D3}" dt="2023-02-02T10:13:12.343" v="354" actId="1038"/>
          <ac:spMkLst>
            <pc:docMk/>
            <pc:sldMk cId="2760158784" sldId="525"/>
            <ac:spMk id="1027" creationId="{10C464CC-F2F1-ABB8-F4F2-C2AC0D25866A}"/>
          </ac:spMkLst>
        </pc:spChg>
        <pc:spChg chg="mod">
          <ac:chgData name="Maria Manuela Pinto Abelha" userId="11db3d86-96bc-46c8-8037-b7fd195aa52c" providerId="ADAL" clId="{EBEA7D1A-BB06-41B4-B2BF-B928485CD7D3}" dt="2023-02-02T10:13:12.343" v="354" actId="1038"/>
          <ac:spMkLst>
            <pc:docMk/>
            <pc:sldMk cId="2760158784" sldId="525"/>
            <ac:spMk id="1031" creationId="{BF68C6E9-F5F9-D00A-0C22-9991B2D38896}"/>
          </ac:spMkLst>
        </pc:spChg>
        <pc:spChg chg="mod">
          <ac:chgData name="Maria Manuela Pinto Abelha" userId="11db3d86-96bc-46c8-8037-b7fd195aa52c" providerId="ADAL" clId="{EBEA7D1A-BB06-41B4-B2BF-B928485CD7D3}" dt="2023-01-31T17:51:36.044" v="178" actId="1076"/>
          <ac:spMkLst>
            <pc:docMk/>
            <pc:sldMk cId="2760158784" sldId="525"/>
            <ac:spMk id="1073" creationId="{43FA2607-B4BD-2FEE-50BC-14C96CFE85EE}"/>
          </ac:spMkLst>
        </pc:spChg>
        <pc:picChg chg="add mod">
          <ac:chgData name="Maria Manuela Pinto Abelha" userId="11db3d86-96bc-46c8-8037-b7fd195aa52c" providerId="ADAL" clId="{EBEA7D1A-BB06-41B4-B2BF-B928485CD7D3}" dt="2023-01-30T09:30:33.470" v="148" actId="1076"/>
          <ac:picMkLst>
            <pc:docMk/>
            <pc:sldMk cId="2760158784" sldId="525"/>
            <ac:picMk id="24" creationId="{F529E13E-407D-4FCD-8303-D99B606F7EBB}"/>
          </ac:picMkLst>
        </pc:picChg>
        <pc:picChg chg="add mod">
          <ac:chgData name="Maria Manuela Pinto Abelha" userId="11db3d86-96bc-46c8-8037-b7fd195aa52c" providerId="ADAL" clId="{EBEA7D1A-BB06-41B4-B2BF-B928485CD7D3}" dt="2023-02-02T10:14:07.169" v="363" actId="14100"/>
          <ac:picMkLst>
            <pc:docMk/>
            <pc:sldMk cId="2760158784" sldId="525"/>
            <ac:picMk id="25" creationId="{E6930953-4299-4212-B541-F856EBBBDED0}"/>
          </ac:picMkLst>
        </pc:picChg>
        <pc:picChg chg="add del mod">
          <ac:chgData name="Maria Manuela Pinto Abelha" userId="11db3d86-96bc-46c8-8037-b7fd195aa52c" providerId="ADAL" clId="{EBEA7D1A-BB06-41B4-B2BF-B928485CD7D3}" dt="2023-02-02T10:29:06.601" v="391" actId="478"/>
          <ac:picMkLst>
            <pc:docMk/>
            <pc:sldMk cId="2760158784" sldId="525"/>
            <ac:picMk id="27" creationId="{99679663-D160-4F3E-8550-3FC388FA940B}"/>
          </ac:picMkLst>
        </pc:picChg>
        <pc:picChg chg="add del mod">
          <ac:chgData name="Maria Manuela Pinto Abelha" userId="11db3d86-96bc-46c8-8037-b7fd195aa52c" providerId="ADAL" clId="{EBEA7D1A-BB06-41B4-B2BF-B928485CD7D3}" dt="2023-02-02T10:29:07.733" v="392" actId="478"/>
          <ac:picMkLst>
            <pc:docMk/>
            <pc:sldMk cId="2760158784" sldId="525"/>
            <ac:picMk id="29" creationId="{8486FD7C-C09B-40B2-BCB9-647B4C20AE20}"/>
          </ac:picMkLst>
        </pc:picChg>
        <pc:picChg chg="add mod">
          <ac:chgData name="Maria Manuela Pinto Abelha" userId="11db3d86-96bc-46c8-8037-b7fd195aa52c" providerId="ADAL" clId="{EBEA7D1A-BB06-41B4-B2BF-B928485CD7D3}" dt="2023-02-03T15:02:37.856" v="436" actId="1076"/>
          <ac:picMkLst>
            <pc:docMk/>
            <pc:sldMk cId="2760158784" sldId="525"/>
            <ac:picMk id="30" creationId="{454864B4-067A-4084-96D1-577397C29DAF}"/>
          </ac:picMkLst>
        </pc:picChg>
        <pc:picChg chg="add mod">
          <ac:chgData name="Maria Manuela Pinto Abelha" userId="11db3d86-96bc-46c8-8037-b7fd195aa52c" providerId="ADAL" clId="{EBEA7D1A-BB06-41B4-B2BF-B928485CD7D3}" dt="2023-02-02T10:29:15.437" v="417" actId="1037"/>
          <ac:picMkLst>
            <pc:docMk/>
            <pc:sldMk cId="2760158784" sldId="525"/>
            <ac:picMk id="31" creationId="{B861D152-6814-448D-97E3-605025EDDECB}"/>
          </ac:picMkLst>
        </pc:picChg>
        <pc:picChg chg="add mod">
          <ac:chgData name="Maria Manuela Pinto Abelha" userId="11db3d86-96bc-46c8-8037-b7fd195aa52c" providerId="ADAL" clId="{EBEA7D1A-BB06-41B4-B2BF-B928485CD7D3}" dt="2023-02-02T10:29:15.437" v="417" actId="1037"/>
          <ac:picMkLst>
            <pc:docMk/>
            <pc:sldMk cId="2760158784" sldId="525"/>
            <ac:picMk id="33" creationId="{844E32E0-5431-413F-BBE7-27E2C56B6192}"/>
          </ac:picMkLst>
        </pc:picChg>
        <pc:picChg chg="add mod">
          <ac:chgData name="Maria Manuela Pinto Abelha" userId="11db3d86-96bc-46c8-8037-b7fd195aa52c" providerId="ADAL" clId="{EBEA7D1A-BB06-41B4-B2BF-B928485CD7D3}" dt="2023-02-03T17:00:44.624" v="450" actId="1076"/>
          <ac:picMkLst>
            <pc:docMk/>
            <pc:sldMk cId="2760158784" sldId="525"/>
            <ac:picMk id="36" creationId="{A03B1872-3441-4871-9064-379F48F92E9B}"/>
          </ac:picMkLst>
        </pc:picChg>
        <pc:picChg chg="mod">
          <ac:chgData name="Maria Manuela Pinto Abelha" userId="11db3d86-96bc-46c8-8037-b7fd195aa52c" providerId="ADAL" clId="{EBEA7D1A-BB06-41B4-B2BF-B928485CD7D3}" dt="2023-02-02T10:13:12.343" v="354" actId="1038"/>
          <ac:picMkLst>
            <pc:docMk/>
            <pc:sldMk cId="2760158784" sldId="525"/>
            <ac:picMk id="37" creationId="{CCAD59D7-73D2-5098-E90A-882F8BB96129}"/>
          </ac:picMkLst>
        </pc:picChg>
        <pc:picChg chg="add mod">
          <ac:chgData name="Maria Manuela Pinto Abelha" userId="11db3d86-96bc-46c8-8037-b7fd195aa52c" providerId="ADAL" clId="{EBEA7D1A-BB06-41B4-B2BF-B928485CD7D3}" dt="2023-02-03T17:00:38.200" v="448" actId="1076"/>
          <ac:picMkLst>
            <pc:docMk/>
            <pc:sldMk cId="2760158784" sldId="525"/>
            <ac:picMk id="39" creationId="{8299850B-CCD7-4A01-BBF7-0B9A427EC5D3}"/>
          </ac:picMkLst>
        </pc:picChg>
        <pc:picChg chg="mod">
          <ac:chgData name="Maria Manuela Pinto Abelha" userId="11db3d86-96bc-46c8-8037-b7fd195aa52c" providerId="ADAL" clId="{EBEA7D1A-BB06-41B4-B2BF-B928485CD7D3}" dt="2023-02-02T10:13:12.343" v="354" actId="1038"/>
          <ac:picMkLst>
            <pc:docMk/>
            <pc:sldMk cId="2760158784" sldId="525"/>
            <ac:picMk id="109" creationId="{F1626CE6-E784-2E6F-3629-734D143C9982}"/>
          </ac:picMkLst>
        </pc:picChg>
        <pc:picChg chg="mod">
          <ac:chgData name="Maria Manuela Pinto Abelha" userId="11db3d86-96bc-46c8-8037-b7fd195aa52c" providerId="ADAL" clId="{EBEA7D1A-BB06-41B4-B2BF-B928485CD7D3}" dt="2023-02-02T10:13:12.343" v="354" actId="1038"/>
          <ac:picMkLst>
            <pc:docMk/>
            <pc:sldMk cId="2760158784" sldId="525"/>
            <ac:picMk id="1025" creationId="{29530B8E-C9B0-66E8-BAA7-FFF419AED72B}"/>
          </ac:picMkLst>
        </pc:picChg>
        <pc:picChg chg="mod">
          <ac:chgData name="Maria Manuela Pinto Abelha" userId="11db3d86-96bc-46c8-8037-b7fd195aa52c" providerId="ADAL" clId="{EBEA7D1A-BB06-41B4-B2BF-B928485CD7D3}" dt="2023-02-02T10:13:12.343" v="354" actId="1038"/>
          <ac:picMkLst>
            <pc:docMk/>
            <pc:sldMk cId="2760158784" sldId="525"/>
            <ac:picMk id="1029" creationId="{21B11F74-7093-31B5-1C86-B1F74027EB63}"/>
          </ac:picMkLst>
        </pc:picChg>
        <pc:picChg chg="mod">
          <ac:chgData name="Maria Manuela Pinto Abelha" userId="11db3d86-96bc-46c8-8037-b7fd195aa52c" providerId="ADAL" clId="{EBEA7D1A-BB06-41B4-B2BF-B928485CD7D3}" dt="2023-01-31T17:51:33.732" v="177" actId="1076"/>
          <ac:picMkLst>
            <pc:docMk/>
            <pc:sldMk cId="2760158784" sldId="525"/>
            <ac:picMk id="1074" creationId="{CEF14D2E-914A-6B0A-9E86-834DF57BBD5F}"/>
          </ac:picMkLst>
        </pc:pic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B1AF7E-5BC2-4D30-87FE-E1B659CA1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D35212-2950-4BB8-B0AA-EE7736899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188B-02CB-4126-A12E-C27940239E67}" type="datetimeFigureOut">
              <a:rPr lang="es-ES" smtClean="0"/>
              <a:t>20/06/2023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AF009-7545-4A39-A198-6416D3420C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A1D82-08B5-4B1F-860C-695167F2EE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4CB31-C4D0-4176-AC65-C48107E42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6867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1D6FC-8B18-4D83-81FA-5ECA9E5C1AAF}" type="datetimeFigureOut">
              <a:rPr lang="es-ES" smtClean="0"/>
              <a:t>20/06/2023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54025" y="1241425"/>
            <a:ext cx="59499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777194"/>
            <a:ext cx="548640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D618-BBD3-4FF5-9218-0E9FEB4B2F8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31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0145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367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55771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9052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84601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4418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1523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8025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14420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19113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9054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84453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4675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76572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7147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7572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63735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29352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43949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4477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2.png"/><Relationship Id="rId18" Type="http://schemas.openxmlformats.org/officeDocument/2006/relationships/image" Target="../media/image21.svg"/><Relationship Id="rId3" Type="http://schemas.openxmlformats.org/officeDocument/2006/relationships/image" Target="../media/image7.svg"/><Relationship Id="rId7" Type="http://schemas.openxmlformats.org/officeDocument/2006/relationships/image" Target="../media/image7.png"/><Relationship Id="rId12" Type="http://schemas.openxmlformats.org/officeDocument/2006/relationships/image" Target="../media/image15.svg"/><Relationship Id="rId17" Type="http://schemas.openxmlformats.org/officeDocument/2006/relationships/image" Target="../media/image15.pn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20" Type="http://schemas.openxmlformats.org/officeDocument/2006/relationships/image" Target="../media/image23.sv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en.wikipedia.org/wiki/File:Circle-icons-global.svg" TargetMode="External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5" Type="http://schemas.openxmlformats.org/officeDocument/2006/relationships/image" Target="../media/image13.png"/><Relationship Id="rId10" Type="http://schemas.openxmlformats.org/officeDocument/2006/relationships/image" Target="../media/image10.png"/><Relationship Id="rId19" Type="http://schemas.openxmlformats.org/officeDocument/2006/relationships/image" Target="../media/image16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4" Type="http://schemas.openxmlformats.org/officeDocument/2006/relationships/image" Target="../media/image1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653" y="1096740"/>
            <a:ext cx="4936541" cy="1407330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536" y="2722783"/>
            <a:ext cx="4933667" cy="243701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9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2" indent="0" algn="ctr">
              <a:buNone/>
              <a:defRPr sz="1600"/>
            </a:lvl6pPr>
            <a:lvl7pPr marL="2743130" indent="0" algn="ctr">
              <a:buNone/>
              <a:defRPr sz="1600"/>
            </a:lvl7pPr>
            <a:lvl8pPr marL="3200319" indent="0" algn="ctr">
              <a:buNone/>
              <a:defRPr sz="1600"/>
            </a:lvl8pPr>
            <a:lvl9pPr marL="3657508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872" y="5728730"/>
            <a:ext cx="1896345" cy="332665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1" y="5231142"/>
            <a:ext cx="12195102" cy="1628456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900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557" y="333731"/>
            <a:ext cx="11176096" cy="419197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189" indent="0">
              <a:buNone/>
              <a:defRPr sz="1300">
                <a:solidFill>
                  <a:schemeClr val="tx2"/>
                </a:solidFill>
              </a:defRPr>
            </a:lvl2pPr>
            <a:lvl3pPr marL="914377" indent="0">
              <a:buNone/>
              <a:defRPr sz="1300">
                <a:solidFill>
                  <a:schemeClr val="tx2"/>
                </a:solidFill>
              </a:defRPr>
            </a:lvl3pPr>
            <a:lvl4pPr marL="1371566" indent="0">
              <a:buNone/>
              <a:defRPr sz="1300">
                <a:solidFill>
                  <a:schemeClr val="tx2"/>
                </a:solidFill>
              </a:defRPr>
            </a:lvl4pPr>
            <a:lvl5pPr marL="1828754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809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10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5" y="6263778"/>
            <a:ext cx="1171955" cy="20559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439" y="312351"/>
            <a:ext cx="1849581" cy="297586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533" y="1100504"/>
            <a:ext cx="10634458" cy="4907801"/>
          </a:xfrm>
        </p:spPr>
        <p:txBody>
          <a:bodyPr>
            <a:normAutofit/>
          </a:bodyPr>
          <a:lstStyle>
            <a:lvl1pPr marL="431989" indent="-395990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0106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424" y="626519"/>
            <a:ext cx="4385624" cy="2853398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4180" y="0"/>
            <a:ext cx="3266235" cy="6859588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900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4053" y="3271296"/>
            <a:ext cx="2958370" cy="2365509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700">
                <a:solidFill>
                  <a:schemeClr val="bg1"/>
                </a:solidFill>
              </a:defRPr>
            </a:lvl1pPr>
            <a:lvl2pPr>
              <a:defRPr sz="139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245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0" y="1087721"/>
            <a:ext cx="5296868" cy="160641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10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5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9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34" y="3094291"/>
            <a:ext cx="5308085" cy="308411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147" y="1087719"/>
            <a:ext cx="5080343" cy="50906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29190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9" y="1087720"/>
            <a:ext cx="10757333" cy="1823433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10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5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9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41" y="3094291"/>
            <a:ext cx="10757333" cy="3084115"/>
          </a:xfrm>
        </p:spPr>
        <p:txBody>
          <a:bodyPr numCol="2" spcCol="719982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9566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77" y="1110029"/>
            <a:ext cx="3800624" cy="5051859"/>
          </a:xfrm>
        </p:spPr>
        <p:txBody>
          <a:bodyPr anchor="t">
            <a:noAutofit/>
          </a:bodyPr>
          <a:lstStyle>
            <a:lvl1pPr>
              <a:defRPr sz="25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10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5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9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111" y="1126534"/>
            <a:ext cx="6696163" cy="5051860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7707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10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5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9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1" y="1087711"/>
            <a:ext cx="3910892" cy="118340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3" y="2517761"/>
            <a:ext cx="3910892" cy="366064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6811" y="1087699"/>
            <a:ext cx="6682681" cy="5124049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712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10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5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9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3" y="1192088"/>
            <a:ext cx="3910892" cy="498631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202" y="1708173"/>
            <a:ext cx="6612105" cy="450356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202" y="1192079"/>
            <a:ext cx="6586719" cy="38159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082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10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5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9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3" y="1192088"/>
            <a:ext cx="3910892" cy="65769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3419" y="1192088"/>
            <a:ext cx="6455897" cy="65769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108" y="1994373"/>
            <a:ext cx="3911091" cy="360662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3418" y="1994373"/>
            <a:ext cx="6471876" cy="360662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1780" y="3685926"/>
            <a:ext cx="187126" cy="207105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s-ES" sz="1900"/>
          </a:p>
        </p:txBody>
      </p:sp>
    </p:spTree>
    <p:extLst>
      <p:ext uri="{BB962C8B-B14F-4D97-AF65-F5344CB8AC3E}">
        <p14:creationId xmlns:p14="http://schemas.microsoft.com/office/powerpoint/2010/main" val="969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10" y="5231142"/>
            <a:ext cx="12190413" cy="1628456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s-ES" sz="190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872" y="5728730"/>
            <a:ext cx="1896345" cy="332665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64" y="5574446"/>
            <a:ext cx="1347307" cy="455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1579" y="5574878"/>
            <a:ext cx="578631" cy="455123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04" y="1946102"/>
            <a:ext cx="3365041" cy="1384993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pt-PT" sz="14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400">
              <a:solidFill>
                <a:schemeClr val="tx2"/>
              </a:solidFill>
            </a:endParaRPr>
          </a:p>
          <a:p>
            <a:r>
              <a:rPr lang="pt-PT" sz="1400">
                <a:solidFill>
                  <a:schemeClr val="tx2"/>
                </a:solidFill>
              </a:rPr>
              <a:t>A nossa cultura baseia-se no princípio</a:t>
            </a:r>
            <a:r>
              <a:rPr lang="pt-PT" sz="1400" baseline="0">
                <a:solidFill>
                  <a:schemeClr val="tx2"/>
                </a:solidFill>
              </a:rPr>
              <a:t> </a:t>
            </a:r>
            <a:r>
              <a:rPr lang="pt-PT" sz="1400">
                <a:solidFill>
                  <a:schemeClr val="tx2"/>
                </a:solidFill>
              </a:rPr>
              <a:t>de que tudo</a:t>
            </a:r>
            <a:r>
              <a:rPr lang="pt-PT" sz="1400" baseline="0">
                <a:solidFill>
                  <a:schemeClr val="tx2"/>
                </a:solidFill>
              </a:rPr>
              <a:t> o </a:t>
            </a:r>
            <a:r>
              <a:rPr lang="pt-PT" sz="14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421" y="628350"/>
            <a:ext cx="3365041" cy="708051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pt-PT" sz="4000" noProof="0">
                <a:solidFill>
                  <a:schemeClr val="accent1"/>
                </a:solidFill>
              </a:rPr>
              <a:t>Obrigado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1" y="5231142"/>
            <a:ext cx="12195102" cy="1628456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900"/>
          </a:p>
        </p:txBody>
      </p:sp>
      <p:pic>
        <p:nvPicPr>
          <p:cNvPr id="14" name="Imagen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60" y="3459001"/>
            <a:ext cx="3046241" cy="29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63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10935634" y="131793"/>
            <a:ext cx="1158842" cy="457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eaLnBrk="0" hangingPunct="0">
              <a:defRPr/>
            </a:pPr>
            <a:endParaRPr lang="es-ES_tradnl" sz="1500" dirty="0">
              <a:solidFill>
                <a:srgbClr val="FF0000"/>
              </a:solidFill>
            </a:endParaRPr>
          </a:p>
        </p:txBody>
      </p:sp>
      <p:pic>
        <p:nvPicPr>
          <p:cNvPr id="2" name="Gráfico 10">
            <a:extLst>
              <a:ext uri="{FF2B5EF4-FFF2-40B4-BE49-F238E27FC236}">
                <a16:creationId xmlns:a16="http://schemas.microsoft.com/office/drawing/2014/main" id="{2F4ACC3D-2348-2539-0713-C9AC8CEEA1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5" y="6429154"/>
            <a:ext cx="1171955" cy="20559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5A15B30-D7C7-F3D3-1E4D-D8B366C42DCA}"/>
              </a:ext>
            </a:extLst>
          </p:cNvPr>
          <p:cNvGrpSpPr/>
          <p:nvPr userDrawn="1"/>
        </p:nvGrpSpPr>
        <p:grpSpPr>
          <a:xfrm>
            <a:off x="9356537" y="40642"/>
            <a:ext cx="2803397" cy="1059507"/>
            <a:chOff x="9354484" y="1805841"/>
            <a:chExt cx="2803397" cy="1059507"/>
          </a:xfrm>
        </p:grpSpPr>
        <p:sp>
          <p:nvSpPr>
            <p:cNvPr id="4" name="Rectangle 38">
              <a:extLst>
                <a:ext uri="{FF2B5EF4-FFF2-40B4-BE49-F238E27FC236}">
                  <a16:creationId xmlns:a16="http://schemas.microsoft.com/office/drawing/2014/main" id="{8CA58985-9CC8-8896-BD97-014C3900916C}"/>
                </a:ext>
              </a:extLst>
            </p:cNvPr>
            <p:cNvSpPr/>
            <p:nvPr/>
          </p:nvSpPr>
          <p:spPr>
            <a:xfrm>
              <a:off x="9354484" y="1805841"/>
              <a:ext cx="2803397" cy="10595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00" dirty="0"/>
            </a:p>
          </p:txBody>
        </p:sp>
        <p:sp>
          <p:nvSpPr>
            <p:cNvPr id="5" name="TextBox 46">
              <a:extLst>
                <a:ext uri="{FF2B5EF4-FFF2-40B4-BE49-F238E27FC236}">
                  <a16:creationId xmlns:a16="http://schemas.microsoft.com/office/drawing/2014/main" id="{89456AD8-C20C-B71C-4D91-193C279194C5}"/>
                </a:ext>
              </a:extLst>
            </p:cNvPr>
            <p:cNvSpPr txBox="1"/>
            <p:nvPr/>
          </p:nvSpPr>
          <p:spPr>
            <a:xfrm>
              <a:off x="10509154" y="1938137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Process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EA960643-94D8-531F-1A13-74881734AF12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11569" y="1908391"/>
              <a:ext cx="252000" cy="25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7" descr="Icon&#10;&#10;Description automatically generated">
              <a:extLst>
                <a:ext uri="{FF2B5EF4-FFF2-40B4-BE49-F238E27FC236}">
                  <a16:creationId xmlns:a16="http://schemas.microsoft.com/office/drawing/2014/main" id="{A4EB97E2-93A6-1AFC-BB27-6680F82A8155}"/>
                </a:ext>
              </a:extLst>
            </p:cNvPr>
            <p:cNvPicPr>
              <a:picLocks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="" xmlns:a1611="http://schemas.microsoft.com/office/drawing/2016/11/main" r:id="rId6"/>
                </a:ext>
              </a:extLst>
            </a:blip>
            <a:stretch>
              <a:fillRect/>
            </a:stretch>
          </p:blipFill>
          <p:spPr>
            <a:xfrm>
              <a:off x="11170862" y="1908391"/>
              <a:ext cx="252000" cy="252000"/>
            </a:xfrm>
            <a:prstGeom prst="rect">
              <a:avLst/>
            </a:prstGeom>
          </p:spPr>
        </p:pic>
        <p:pic>
          <p:nvPicPr>
            <p:cNvPr id="9" name="Picture 3">
              <a:extLst>
                <a:ext uri="{FF2B5EF4-FFF2-40B4-BE49-F238E27FC236}">
                  <a16:creationId xmlns:a16="http://schemas.microsoft.com/office/drawing/2014/main" id="{EC0B4DCB-F371-59B3-9242-8524A082312E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11569" y="2198865"/>
              <a:ext cx="252000" cy="25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C9A1534-6E16-2182-5AE3-939C8050B34F}"/>
                </a:ext>
              </a:extLst>
            </p:cNvPr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311569" y="2489339"/>
              <a:ext cx="252000" cy="252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0E1C53A-6DF4-15DF-6DC4-D5E70A32BB82}"/>
                </a:ext>
              </a:extLst>
            </p:cNvPr>
            <p:cNvPicPr>
              <a:picLocks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70862" y="2198865"/>
              <a:ext cx="252000" cy="252000"/>
            </a:xfrm>
            <a:prstGeom prst="ellipse">
              <a:avLst/>
            </a:prstGeom>
          </p:spPr>
        </p:pic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5C9E3940-3A23-D23F-E647-EF5CB645B225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70862" y="2489339"/>
              <a:ext cx="252000" cy="25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92B64F1-C557-F3EF-3265-8E2CE27B90E6}"/>
                </a:ext>
              </a:extLst>
            </p:cNvPr>
            <p:cNvGrpSpPr>
              <a:grpSpLocks/>
            </p:cNvGrpSpPr>
            <p:nvPr/>
          </p:nvGrpSpPr>
          <p:grpSpPr>
            <a:xfrm>
              <a:off x="9452276" y="2489339"/>
              <a:ext cx="252000" cy="252000"/>
              <a:chOff x="455122" y="3851392"/>
              <a:chExt cx="648000" cy="648000"/>
            </a:xfrm>
          </p:grpSpPr>
          <p:sp>
            <p:nvSpPr>
              <p:cNvPr id="28" name="Oval 2">
                <a:extLst>
                  <a:ext uri="{FF2B5EF4-FFF2-40B4-BE49-F238E27FC236}">
                    <a16:creationId xmlns:a16="http://schemas.microsoft.com/office/drawing/2014/main" id="{BCC75B9A-22B4-8C1D-ABFB-D21763710FD4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29" name="Grupo 14">
                <a:extLst>
                  <a:ext uri="{FF2B5EF4-FFF2-40B4-BE49-F238E27FC236}">
                    <a16:creationId xmlns:a16="http://schemas.microsoft.com/office/drawing/2014/main" id="{71B8431D-BB60-D858-2E6C-D578B71A94B5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30" name="Freeform 52">
                  <a:extLst>
                    <a:ext uri="{FF2B5EF4-FFF2-40B4-BE49-F238E27FC236}">
                      <a16:creationId xmlns:a16="http://schemas.microsoft.com/office/drawing/2014/main" id="{10E60A65-5922-1D4A-E1FF-E9DDF15557A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1" name="Freeform 53">
                  <a:extLst>
                    <a:ext uri="{FF2B5EF4-FFF2-40B4-BE49-F238E27FC236}">
                      <a16:creationId xmlns:a16="http://schemas.microsoft.com/office/drawing/2014/main" id="{9ADFC2AA-4E01-3665-763A-AE3544F7193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2" name="Freeform 54">
                  <a:extLst>
                    <a:ext uri="{FF2B5EF4-FFF2-40B4-BE49-F238E27FC236}">
                      <a16:creationId xmlns:a16="http://schemas.microsoft.com/office/drawing/2014/main" id="{EE18430C-5A4F-46A0-D968-DA89E814E08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3" name="Freeform 55">
                  <a:extLst>
                    <a:ext uri="{FF2B5EF4-FFF2-40B4-BE49-F238E27FC236}">
                      <a16:creationId xmlns:a16="http://schemas.microsoft.com/office/drawing/2014/main" id="{BC78A244-578B-D097-F939-17E7A5BB0DA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4" name="Freeform 56">
                  <a:extLst>
                    <a:ext uri="{FF2B5EF4-FFF2-40B4-BE49-F238E27FC236}">
                      <a16:creationId xmlns:a16="http://schemas.microsoft.com/office/drawing/2014/main" id="{D53A2118-ABFE-AB5D-9DBA-4BD9779834B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5" name="Freeform 57">
                  <a:extLst>
                    <a:ext uri="{FF2B5EF4-FFF2-40B4-BE49-F238E27FC236}">
                      <a16:creationId xmlns:a16="http://schemas.microsoft.com/office/drawing/2014/main" id="{8DC9B12B-A1FD-6D7D-BDF6-E012CDE51E3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B0B8236-9567-6F29-8D0A-99F51FFCA2E7}"/>
                </a:ext>
              </a:extLst>
            </p:cNvPr>
            <p:cNvGrpSpPr>
              <a:grpSpLocks/>
            </p:cNvGrpSpPr>
            <p:nvPr/>
          </p:nvGrpSpPr>
          <p:grpSpPr>
            <a:xfrm>
              <a:off x="9452276" y="2198865"/>
              <a:ext cx="252000" cy="252000"/>
              <a:chOff x="455122" y="4977513"/>
              <a:chExt cx="648000" cy="648000"/>
            </a:xfrm>
          </p:grpSpPr>
          <p:sp>
            <p:nvSpPr>
              <p:cNvPr id="26" name="Oval 2">
                <a:extLst>
                  <a:ext uri="{FF2B5EF4-FFF2-40B4-BE49-F238E27FC236}">
                    <a16:creationId xmlns:a16="http://schemas.microsoft.com/office/drawing/2014/main" id="{2034CF06-4482-17F0-D263-A83CFD42F1CA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7" name="Graphic 26" descr="Database with solid fill">
                <a:extLst>
                  <a:ext uri="{FF2B5EF4-FFF2-40B4-BE49-F238E27FC236}">
                    <a16:creationId xmlns:a16="http://schemas.microsoft.com/office/drawing/2014/main" id="{4F92ACC6-380C-FE3B-6F6F-256235FE8F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B8514FD-462B-E658-D111-2C8C242F1851}"/>
                </a:ext>
              </a:extLst>
            </p:cNvPr>
            <p:cNvGrpSpPr>
              <a:grpSpLocks/>
            </p:cNvGrpSpPr>
            <p:nvPr/>
          </p:nvGrpSpPr>
          <p:grpSpPr>
            <a:xfrm>
              <a:off x="9452276" y="1908391"/>
              <a:ext cx="252000" cy="252000"/>
              <a:chOff x="1498452" y="4969551"/>
              <a:chExt cx="648000" cy="648000"/>
            </a:xfrm>
          </p:grpSpPr>
          <p:sp>
            <p:nvSpPr>
              <p:cNvPr id="24" name="Oval 2">
                <a:extLst>
                  <a:ext uri="{FF2B5EF4-FFF2-40B4-BE49-F238E27FC236}">
                    <a16:creationId xmlns:a16="http://schemas.microsoft.com/office/drawing/2014/main" id="{86F4A0D8-4FDC-36F9-0302-F881BEA9BCE6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5" name="Graphic 24" descr="Server with solid fill">
                <a:extLst>
                  <a:ext uri="{FF2B5EF4-FFF2-40B4-BE49-F238E27FC236}">
                    <a16:creationId xmlns:a16="http://schemas.microsoft.com/office/drawing/2014/main" id="{622FDC57-B3D7-ADC4-4E67-DDF7429074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6" name="TextBox 46">
              <a:extLst>
                <a:ext uri="{FF2B5EF4-FFF2-40B4-BE49-F238E27FC236}">
                  <a16:creationId xmlns:a16="http://schemas.microsoft.com/office/drawing/2014/main" id="{B26B2B32-7538-7F5C-D44B-83A945610AA3}"/>
                </a:ext>
              </a:extLst>
            </p:cNvPr>
            <p:cNvSpPr txBox="1"/>
            <p:nvPr/>
          </p:nvSpPr>
          <p:spPr>
            <a:xfrm>
              <a:off x="10509154" y="2221086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Output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7" name="TextBox 46">
              <a:extLst>
                <a:ext uri="{FF2B5EF4-FFF2-40B4-BE49-F238E27FC236}">
                  <a16:creationId xmlns:a16="http://schemas.microsoft.com/office/drawing/2014/main" id="{850B8860-CA69-AACC-54E7-402FBA53B86F}"/>
                </a:ext>
              </a:extLst>
            </p:cNvPr>
            <p:cNvSpPr txBox="1"/>
            <p:nvPr/>
          </p:nvSpPr>
          <p:spPr>
            <a:xfrm>
              <a:off x="10509154" y="2511411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EUC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8" name="TextBox 46">
              <a:extLst>
                <a:ext uri="{FF2B5EF4-FFF2-40B4-BE49-F238E27FC236}">
                  <a16:creationId xmlns:a16="http://schemas.microsoft.com/office/drawing/2014/main" id="{9A4A7983-145A-4B9D-F863-03FB892AE2E8}"/>
                </a:ext>
              </a:extLst>
            </p:cNvPr>
            <p:cNvSpPr txBox="1"/>
            <p:nvPr/>
          </p:nvSpPr>
          <p:spPr>
            <a:xfrm>
              <a:off x="9658053" y="1938137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S.Ope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9" name="TextBox 46">
              <a:extLst>
                <a:ext uri="{FF2B5EF4-FFF2-40B4-BE49-F238E27FC236}">
                  <a16:creationId xmlns:a16="http://schemas.microsoft.com/office/drawing/2014/main" id="{522527F4-E338-3679-4C37-4A317E34E55A}"/>
                </a:ext>
              </a:extLst>
            </p:cNvPr>
            <p:cNvSpPr txBox="1"/>
            <p:nvPr/>
          </p:nvSpPr>
          <p:spPr>
            <a:xfrm>
              <a:off x="9658053" y="2221086"/>
              <a:ext cx="5932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S.Inf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0" name="TextBox 46">
              <a:extLst>
                <a:ext uri="{FF2B5EF4-FFF2-40B4-BE49-F238E27FC236}">
                  <a16:creationId xmlns:a16="http://schemas.microsoft.com/office/drawing/2014/main" id="{651E1137-51DD-A959-937F-44E1ECE7C854}"/>
                </a:ext>
              </a:extLst>
            </p:cNvPr>
            <p:cNvSpPr txBox="1"/>
            <p:nvPr/>
          </p:nvSpPr>
          <p:spPr>
            <a:xfrm>
              <a:off x="9658053" y="2511411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Motor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1" name="TextBox 46">
              <a:extLst>
                <a:ext uri="{FF2B5EF4-FFF2-40B4-BE49-F238E27FC236}">
                  <a16:creationId xmlns:a16="http://schemas.microsoft.com/office/drawing/2014/main" id="{6AF95050-5BEA-46FF-CB7A-2DEC8F16FF28}"/>
                </a:ext>
              </a:extLst>
            </p:cNvPr>
            <p:cNvSpPr txBox="1"/>
            <p:nvPr/>
          </p:nvSpPr>
          <p:spPr>
            <a:xfrm>
              <a:off x="11430372" y="1938137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Externo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2" name="TextBox 46">
              <a:extLst>
                <a:ext uri="{FF2B5EF4-FFF2-40B4-BE49-F238E27FC236}">
                  <a16:creationId xmlns:a16="http://schemas.microsoft.com/office/drawing/2014/main" id="{596D2C81-8C62-610C-CADD-F60E8BCADB1E}"/>
                </a:ext>
              </a:extLst>
            </p:cNvPr>
            <p:cNvSpPr txBox="1"/>
            <p:nvPr/>
          </p:nvSpPr>
          <p:spPr>
            <a:xfrm>
              <a:off x="11430372" y="2221086"/>
              <a:ext cx="72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Corporação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3" name="TextBox 46">
              <a:extLst>
                <a:ext uri="{FF2B5EF4-FFF2-40B4-BE49-F238E27FC236}">
                  <a16:creationId xmlns:a16="http://schemas.microsoft.com/office/drawing/2014/main" id="{AF54E3E0-80BA-EC39-C78E-EE08B5A575C9}"/>
                </a:ext>
              </a:extLst>
            </p:cNvPr>
            <p:cNvSpPr txBox="1"/>
            <p:nvPr/>
          </p:nvSpPr>
          <p:spPr>
            <a:xfrm>
              <a:off x="11430372" y="2511411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Métrica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6" name="MetricID">
            <a:extLst>
              <a:ext uri="{FF2B5EF4-FFF2-40B4-BE49-F238E27FC236}">
                <a16:creationId xmlns:a16="http://schemas.microsoft.com/office/drawing/2014/main" id="{934D16A5-F4B1-2E54-640F-0CDFB5B821E0}"/>
              </a:ext>
            </a:extLst>
          </p:cNvPr>
          <p:cNvSpPr txBox="1"/>
          <p:nvPr userDrawn="1"/>
        </p:nvSpPr>
        <p:spPr>
          <a:xfrm>
            <a:off x="2413453" y="6439674"/>
            <a:ext cx="1943747" cy="24615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 dirty="0"/>
              <a:t>Existem Controlos</a:t>
            </a:r>
          </a:p>
        </p:txBody>
      </p:sp>
      <p:pic>
        <p:nvPicPr>
          <p:cNvPr id="37" name="Imagen 18">
            <a:extLst>
              <a:ext uri="{FF2B5EF4-FFF2-40B4-BE49-F238E27FC236}">
                <a16:creationId xmlns:a16="http://schemas.microsoft.com/office/drawing/2014/main" id="{777A7514-5840-5B6B-F509-CC44C2F2C929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7782" y="6442181"/>
            <a:ext cx="241138" cy="241138"/>
          </a:xfrm>
          <a:prstGeom prst="rect">
            <a:avLst/>
          </a:prstGeom>
        </p:spPr>
      </p:pic>
      <p:sp>
        <p:nvSpPr>
          <p:cNvPr id="38" name="MetricID">
            <a:extLst>
              <a:ext uri="{FF2B5EF4-FFF2-40B4-BE49-F238E27FC236}">
                <a16:creationId xmlns:a16="http://schemas.microsoft.com/office/drawing/2014/main" id="{E95AB4DF-04AD-8A3D-8557-4E27E244D1E5}"/>
              </a:ext>
            </a:extLst>
          </p:cNvPr>
          <p:cNvSpPr txBox="1"/>
          <p:nvPr userDrawn="1"/>
        </p:nvSpPr>
        <p:spPr>
          <a:xfrm>
            <a:off x="7294833" y="6439658"/>
            <a:ext cx="1943747" cy="24618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 dirty="0"/>
              <a:t>Existe documentação técnica</a:t>
            </a:r>
          </a:p>
        </p:txBody>
      </p:sp>
      <p:pic>
        <p:nvPicPr>
          <p:cNvPr id="39" name="Picture 139" descr="Related image">
            <a:extLst>
              <a:ext uri="{FF2B5EF4-FFF2-40B4-BE49-F238E27FC236}">
                <a16:creationId xmlns:a16="http://schemas.microsoft.com/office/drawing/2014/main" id="{271CCEFC-5D0E-650C-3E34-53E4014B21B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5693" y="6442181"/>
            <a:ext cx="241138" cy="24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MetricID">
            <a:extLst>
              <a:ext uri="{FF2B5EF4-FFF2-40B4-BE49-F238E27FC236}">
                <a16:creationId xmlns:a16="http://schemas.microsoft.com/office/drawing/2014/main" id="{6E52B15F-569E-6C50-2845-60B47C381230}"/>
              </a:ext>
            </a:extLst>
          </p:cNvPr>
          <p:cNvSpPr txBox="1"/>
          <p:nvPr userDrawn="1"/>
        </p:nvSpPr>
        <p:spPr>
          <a:xfrm>
            <a:off x="9682009" y="6439658"/>
            <a:ext cx="1943747" cy="24618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 dirty="0"/>
              <a:t>Processo manual</a:t>
            </a:r>
          </a:p>
        </p:txBody>
      </p:sp>
      <p:pic>
        <p:nvPicPr>
          <p:cNvPr id="41" name="Graphic 40" descr="Single gear with solid fill">
            <a:extLst>
              <a:ext uri="{FF2B5EF4-FFF2-40B4-BE49-F238E27FC236}">
                <a16:creationId xmlns:a16="http://schemas.microsoft.com/office/drawing/2014/main" id="{7BF27852-3D87-78CF-4799-97993DFB2B80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969249" y="6436750"/>
            <a:ext cx="252000" cy="252000"/>
          </a:xfrm>
          <a:prstGeom prst="rect">
            <a:avLst/>
          </a:prstGeom>
        </p:spPr>
      </p:pic>
      <p:sp>
        <p:nvSpPr>
          <p:cNvPr id="42" name="MetricID">
            <a:extLst>
              <a:ext uri="{FF2B5EF4-FFF2-40B4-BE49-F238E27FC236}">
                <a16:creationId xmlns:a16="http://schemas.microsoft.com/office/drawing/2014/main" id="{30BF2E23-1C7C-A9ED-1426-9CBB364A072C}"/>
              </a:ext>
            </a:extLst>
          </p:cNvPr>
          <p:cNvSpPr txBox="1"/>
          <p:nvPr userDrawn="1"/>
        </p:nvSpPr>
        <p:spPr>
          <a:xfrm>
            <a:off x="4238164" y="6439642"/>
            <a:ext cx="2567929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 dirty="0"/>
              <a:t>Existem Controlos não documentados</a:t>
            </a:r>
          </a:p>
        </p:txBody>
      </p:sp>
      <p:pic>
        <p:nvPicPr>
          <p:cNvPr id="43" name="Graphic 42" descr="Single gear outline">
            <a:extLst>
              <a:ext uri="{FF2B5EF4-FFF2-40B4-BE49-F238E27FC236}">
                <a16:creationId xmlns:a16="http://schemas.microsoft.com/office/drawing/2014/main" id="{E076CB04-0133-53FC-CD89-830F8E78D2E6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130449" y="6418750"/>
            <a:ext cx="288000" cy="28800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4D22CF37-131F-09DC-E75F-E03FEE0F1081}"/>
              </a:ext>
            </a:extLst>
          </p:cNvPr>
          <p:cNvSpPr/>
          <p:nvPr userDrawn="1"/>
        </p:nvSpPr>
        <p:spPr>
          <a:xfrm>
            <a:off x="271684" y="1133126"/>
            <a:ext cx="11647046" cy="522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8213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00" y="365210"/>
            <a:ext cx="10514231" cy="1325870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00" y="1826047"/>
            <a:ext cx="10514231" cy="4352346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00" y="6357822"/>
            <a:ext cx="2742843" cy="36521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76" y="6357822"/>
            <a:ext cx="4114264" cy="36521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480" y="6357822"/>
            <a:ext cx="2742843" cy="36521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8" name="MSIPCMContentMarking" descr="{&quot;HashCode&quot;:-365914804,&quot;Placement&quot;:&quot;Header&quot;,&quot;Top&quot;:0.0,&quot;Left&quot;:0.0,&quot;SlideWidth&quot;:959,&quot;SlideHeight&quot;:540}">
            <a:extLst>
              <a:ext uri="{FF2B5EF4-FFF2-40B4-BE49-F238E27FC236}">
                <a16:creationId xmlns:a16="http://schemas.microsoft.com/office/drawing/2014/main" id="{D8CC5CFD-CB17-41F4-BBA4-FDE28A204AAE}"/>
              </a:ext>
            </a:extLst>
          </p:cNvPr>
          <p:cNvSpPr txBox="1"/>
          <p:nvPr userDrawn="1"/>
        </p:nvSpPr>
        <p:spPr>
          <a:xfrm>
            <a:off x="0" y="0"/>
            <a:ext cx="1472482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PT" sz="1000">
                <a:solidFill>
                  <a:srgbClr val="000000"/>
                </a:solidFill>
                <a:latin typeface="Calibri" panose="020F0502020204030204" pitchFamily="34" charset="0"/>
              </a:rPr>
              <a:t>Restricted-confidential</a:t>
            </a:r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2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2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0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19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8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3" Type="http://schemas.openxmlformats.org/officeDocument/2006/relationships/tags" Target="../tags/tag2.xml"/><Relationship Id="rId7" Type="http://schemas.openxmlformats.org/officeDocument/2006/relationships/image" Target="../media/image17.emf"/><Relationship Id="rId12" Type="http://schemas.openxmlformats.org/officeDocument/2006/relationships/image" Target="../media/image16.png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17.svg"/><Relationship Id="rId5" Type="http://schemas.openxmlformats.org/officeDocument/2006/relationships/notesSlide" Target="../notesSlides/notesSlide1.xml"/><Relationship Id="rId15" Type="http://schemas.openxmlformats.org/officeDocument/2006/relationships/image" Target="../media/image20.png"/><Relationship Id="rId10" Type="http://schemas.openxmlformats.org/officeDocument/2006/relationships/image" Target="../media/image19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5.sv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2.png"/><Relationship Id="rId18" Type="http://schemas.openxmlformats.org/officeDocument/2006/relationships/image" Target="../media/image14.png"/><Relationship Id="rId3" Type="http://schemas.openxmlformats.org/officeDocument/2006/relationships/tags" Target="../tags/tag4.xml"/><Relationship Id="rId7" Type="http://schemas.openxmlformats.org/officeDocument/2006/relationships/image" Target="../media/image17.emf"/><Relationship Id="rId12" Type="http://schemas.openxmlformats.org/officeDocument/2006/relationships/image" Target="../media/image7.png"/><Relationship Id="rId17" Type="http://schemas.openxmlformats.org/officeDocument/2006/relationships/image" Target="../media/image20.png"/><Relationship Id="rId2" Type="http://schemas.openxmlformats.org/officeDocument/2006/relationships/tags" Target="../tags/tag3.xml"/><Relationship Id="rId16" Type="http://schemas.openxmlformats.org/officeDocument/2006/relationships/image" Target="../media/image24.png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png"/><Relationship Id="rId5" Type="http://schemas.openxmlformats.org/officeDocument/2006/relationships/notesSlide" Target="../notesSlides/notesSlide2.xml"/><Relationship Id="rId15" Type="http://schemas.openxmlformats.org/officeDocument/2006/relationships/image" Target="../media/image23.png"/><Relationship Id="rId10" Type="http://schemas.openxmlformats.org/officeDocument/2006/relationships/image" Target="../media/image8.png"/><Relationship Id="rId4" Type="http://schemas.openxmlformats.org/officeDocument/2006/relationships/slideLayout" Target="../slideLayouts/slideLayout11.xml"/><Relationship Id="rId9" Type="http://schemas.openxmlformats.org/officeDocument/2006/relationships/hyperlink" Target="https://en.wikipedia.org/wiki/File:Circle-icons-global.svg" TargetMode="External"/><Relationship Id="rId1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7.emf"/><Relationship Id="rId3" Type="http://schemas.openxmlformats.org/officeDocument/2006/relationships/tags" Target="../tags/tag6.xml"/><Relationship Id="rId7" Type="http://schemas.openxmlformats.org/officeDocument/2006/relationships/image" Target="../media/image17.svg"/><Relationship Id="rId12" Type="http://schemas.openxmlformats.org/officeDocument/2006/relationships/oleObject" Target="../embeddings/oleObject3.bin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9.png"/><Relationship Id="rId11" Type="http://schemas.openxmlformats.org/officeDocument/2006/relationships/image" Target="../media/image15.svg"/><Relationship Id="rId5" Type="http://schemas.openxmlformats.org/officeDocument/2006/relationships/notesSlide" Target="../notesSlides/notesSlide3.xml"/><Relationship Id="rId15" Type="http://schemas.openxmlformats.org/officeDocument/2006/relationships/image" Target="../media/image20.png"/><Relationship Id="rId10" Type="http://schemas.openxmlformats.org/officeDocument/2006/relationships/image" Target="../media/image18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3.svg"/><Relationship Id="rId1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5.svg"/><Relationship Id="rId3" Type="http://schemas.openxmlformats.org/officeDocument/2006/relationships/tags" Target="../tags/tag8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2" Type="http://schemas.openxmlformats.org/officeDocument/2006/relationships/tags" Target="../tags/tag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23.svg"/><Relationship Id="rId5" Type="http://schemas.openxmlformats.org/officeDocument/2006/relationships/notesSlide" Target="../notesSlides/notesSlide4.xml"/><Relationship Id="rId10" Type="http://schemas.openxmlformats.org/officeDocument/2006/relationships/image" Target="../media/image16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5.svg"/><Relationship Id="rId3" Type="http://schemas.openxmlformats.org/officeDocument/2006/relationships/tags" Target="../tags/tag10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2" Type="http://schemas.openxmlformats.org/officeDocument/2006/relationships/tags" Target="../tags/tag9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23.svg"/><Relationship Id="rId5" Type="http://schemas.openxmlformats.org/officeDocument/2006/relationships/notesSlide" Target="../notesSlides/notesSlide5.xml"/><Relationship Id="rId10" Type="http://schemas.openxmlformats.org/officeDocument/2006/relationships/image" Target="../media/image16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5.svg"/><Relationship Id="rId3" Type="http://schemas.openxmlformats.org/officeDocument/2006/relationships/tags" Target="../tags/tag12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2" Type="http://schemas.openxmlformats.org/officeDocument/2006/relationships/tags" Target="../tags/tag11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23.svg"/><Relationship Id="rId5" Type="http://schemas.openxmlformats.org/officeDocument/2006/relationships/notesSlide" Target="../notesSlides/notesSlide6.xml"/><Relationship Id="rId10" Type="http://schemas.openxmlformats.org/officeDocument/2006/relationships/image" Target="../media/image16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7.svg"/><Relationship Id="rId1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6.png"/><Relationship Id="rId3" Type="http://schemas.openxmlformats.org/officeDocument/2006/relationships/tags" Target="../tags/tag14.xml"/><Relationship Id="rId7" Type="http://schemas.openxmlformats.org/officeDocument/2006/relationships/image" Target="../media/image15.svg"/><Relationship Id="rId12" Type="http://schemas.openxmlformats.org/officeDocument/2006/relationships/image" Target="../media/image13.png"/><Relationship Id="rId2" Type="http://schemas.openxmlformats.org/officeDocument/2006/relationships/tags" Target="../tags/tag13.xml"/><Relationship Id="rId16" Type="http://schemas.openxmlformats.org/officeDocument/2006/relationships/image" Target="../media/image17.svg"/><Relationship Id="rId1" Type="http://schemas.openxmlformats.org/officeDocument/2006/relationships/vmlDrawing" Target="../drawings/vmlDrawing7.vml"/><Relationship Id="rId6" Type="http://schemas.openxmlformats.org/officeDocument/2006/relationships/image" Target="../media/image18.png"/><Relationship Id="rId11" Type="http://schemas.openxmlformats.org/officeDocument/2006/relationships/image" Target="../media/image14.png"/><Relationship Id="rId5" Type="http://schemas.openxmlformats.org/officeDocument/2006/relationships/notesSlide" Target="../notesSlides/notesSlide7.xml"/><Relationship Id="rId15" Type="http://schemas.openxmlformats.org/officeDocument/2006/relationships/image" Target="../media/image19.png"/><Relationship Id="rId10" Type="http://schemas.openxmlformats.org/officeDocument/2006/relationships/image" Target="../media/image25.jpe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7.emf"/><Relationship Id="rId14" Type="http://schemas.openxmlformats.org/officeDocument/2006/relationships/image" Target="../media/image23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9.png"/><Relationship Id="rId3" Type="http://schemas.openxmlformats.org/officeDocument/2006/relationships/tags" Target="../tags/tag16.xml"/><Relationship Id="rId7" Type="http://schemas.openxmlformats.org/officeDocument/2006/relationships/image" Target="../media/image15.svg"/><Relationship Id="rId12" Type="http://schemas.openxmlformats.org/officeDocument/2006/relationships/image" Target="../media/image23.svg"/><Relationship Id="rId2" Type="http://schemas.openxmlformats.org/officeDocument/2006/relationships/tags" Target="../tags/tag15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8.png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8.xml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7.emf"/><Relationship Id="rId14" Type="http://schemas.openxmlformats.org/officeDocument/2006/relationships/image" Target="../media/image17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5.svg"/><Relationship Id="rId3" Type="http://schemas.openxmlformats.org/officeDocument/2006/relationships/tags" Target="../tags/tag18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2" Type="http://schemas.openxmlformats.org/officeDocument/2006/relationships/tags" Target="../tags/tag1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23.svg"/><Relationship Id="rId5" Type="http://schemas.openxmlformats.org/officeDocument/2006/relationships/notesSlide" Target="../notesSlides/notesSlide9.xml"/><Relationship Id="rId10" Type="http://schemas.openxmlformats.org/officeDocument/2006/relationships/image" Target="../media/image16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7.svg"/><Relationship Id="rId1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3" Type="http://schemas.openxmlformats.org/officeDocument/2006/relationships/tags" Target="../tags/tag20.xml"/><Relationship Id="rId7" Type="http://schemas.openxmlformats.org/officeDocument/2006/relationships/image" Target="../media/image17.emf"/><Relationship Id="rId17" Type="http://schemas.openxmlformats.org/officeDocument/2006/relationships/image" Target="../media/image21.svg"/><Relationship Id="rId2" Type="http://schemas.openxmlformats.org/officeDocument/2006/relationships/tags" Target="../tags/tag19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10.xml"/><Relationship Id="rId15" Type="http://schemas.openxmlformats.org/officeDocument/2006/relationships/image" Target="../media/image26.png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5.svg"/><Relationship Id="rId1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3" Type="http://schemas.openxmlformats.org/officeDocument/2006/relationships/tags" Target="../tags/tag22.xml"/><Relationship Id="rId7" Type="http://schemas.openxmlformats.org/officeDocument/2006/relationships/image" Target="../media/image17.emf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" Type="http://schemas.openxmlformats.org/officeDocument/2006/relationships/tags" Target="../tags/tag21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3.png"/><Relationship Id="rId5" Type="http://schemas.openxmlformats.org/officeDocument/2006/relationships/notesSlide" Target="../notesSlides/notesSlide11.xml"/><Relationship Id="rId15" Type="http://schemas.openxmlformats.org/officeDocument/2006/relationships/image" Target="../media/image26.png"/><Relationship Id="rId10" Type="http://schemas.openxmlformats.org/officeDocument/2006/relationships/image" Target="../media/image15.svg"/><Relationship Id="rId4" Type="http://schemas.openxmlformats.org/officeDocument/2006/relationships/slideLayout" Target="../slideLayouts/slideLayout11.xml"/><Relationship Id="rId1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24.xml"/><Relationship Id="rId7" Type="http://schemas.openxmlformats.org/officeDocument/2006/relationships/image" Target="../media/image17.emf"/><Relationship Id="rId17" Type="http://schemas.openxmlformats.org/officeDocument/2006/relationships/image" Target="../media/image21.svg"/><Relationship Id="rId2" Type="http://schemas.openxmlformats.org/officeDocument/2006/relationships/tags" Target="../tags/tag23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8.bin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3" Type="http://schemas.openxmlformats.org/officeDocument/2006/relationships/tags" Target="../tags/tag26.xml"/><Relationship Id="rId7" Type="http://schemas.openxmlformats.org/officeDocument/2006/relationships/image" Target="../media/image17.emf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" Type="http://schemas.openxmlformats.org/officeDocument/2006/relationships/tags" Target="../tags/tag25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3.png"/><Relationship Id="rId5" Type="http://schemas.openxmlformats.org/officeDocument/2006/relationships/notesSlide" Target="../notesSlides/notesSlide13.xml"/><Relationship Id="rId15" Type="http://schemas.openxmlformats.org/officeDocument/2006/relationships/image" Target="../media/image26.png"/><Relationship Id="rId10" Type="http://schemas.openxmlformats.org/officeDocument/2006/relationships/image" Target="../media/image15.svg"/><Relationship Id="rId4" Type="http://schemas.openxmlformats.org/officeDocument/2006/relationships/slideLayout" Target="../slideLayouts/slideLayout11.xml"/><Relationship Id="rId1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18" Type="http://schemas.openxmlformats.org/officeDocument/2006/relationships/image" Target="../media/image26.png"/><Relationship Id="rId3" Type="http://schemas.openxmlformats.org/officeDocument/2006/relationships/tags" Target="../tags/tag28.xml"/><Relationship Id="rId7" Type="http://schemas.openxmlformats.org/officeDocument/2006/relationships/image" Target="../media/image17.emf"/><Relationship Id="rId12" Type="http://schemas.openxmlformats.org/officeDocument/2006/relationships/image" Target="../media/image16.png"/><Relationship Id="rId17" Type="http://schemas.openxmlformats.org/officeDocument/2006/relationships/image" Target="../media/image10.png"/><Relationship Id="rId2" Type="http://schemas.openxmlformats.org/officeDocument/2006/relationships/tags" Target="../tags/tag27.xml"/><Relationship Id="rId16" Type="http://schemas.openxmlformats.org/officeDocument/2006/relationships/image" Target="../media/image8.png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3.png"/><Relationship Id="rId5" Type="http://schemas.openxmlformats.org/officeDocument/2006/relationships/notesSlide" Target="../notesSlides/notesSlide14.xml"/><Relationship Id="rId15" Type="http://schemas.openxmlformats.org/officeDocument/2006/relationships/image" Target="../media/image23.svg"/><Relationship Id="rId10" Type="http://schemas.openxmlformats.org/officeDocument/2006/relationships/image" Target="../media/image15.svg"/><Relationship Id="rId19" Type="http://schemas.openxmlformats.org/officeDocument/2006/relationships/image" Target="../media/image21.svg"/><Relationship Id="rId4" Type="http://schemas.openxmlformats.org/officeDocument/2006/relationships/slideLayout" Target="../slideLayouts/slideLayout11.xml"/><Relationship Id="rId14" Type="http://schemas.openxmlformats.org/officeDocument/2006/relationships/image" Target="../media/image15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18" Type="http://schemas.openxmlformats.org/officeDocument/2006/relationships/image" Target="../media/image10.png"/><Relationship Id="rId3" Type="http://schemas.openxmlformats.org/officeDocument/2006/relationships/tags" Target="../tags/tag30.xml"/><Relationship Id="rId7" Type="http://schemas.openxmlformats.org/officeDocument/2006/relationships/image" Target="../media/image17.emf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" Type="http://schemas.openxmlformats.org/officeDocument/2006/relationships/tags" Target="../tags/tag29.xml"/><Relationship Id="rId16" Type="http://schemas.openxmlformats.org/officeDocument/2006/relationships/image" Target="../media/image26.png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3.png"/><Relationship Id="rId5" Type="http://schemas.openxmlformats.org/officeDocument/2006/relationships/notesSlide" Target="../notesSlides/notesSlide15.xml"/><Relationship Id="rId15" Type="http://schemas.openxmlformats.org/officeDocument/2006/relationships/image" Target="../media/image14.png"/><Relationship Id="rId10" Type="http://schemas.openxmlformats.org/officeDocument/2006/relationships/image" Target="../media/image15.svg"/><Relationship Id="rId4" Type="http://schemas.openxmlformats.org/officeDocument/2006/relationships/slideLayout" Target="../slideLayouts/slideLayout11.xml"/><Relationship Id="rId1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16.png"/><Relationship Id="rId18" Type="http://schemas.openxmlformats.org/officeDocument/2006/relationships/image" Target="../media/image26.png"/><Relationship Id="rId3" Type="http://schemas.openxmlformats.org/officeDocument/2006/relationships/tags" Target="../tags/tag32.xml"/><Relationship Id="rId7" Type="http://schemas.openxmlformats.org/officeDocument/2006/relationships/image" Target="../media/image17.emf"/><Relationship Id="rId12" Type="http://schemas.openxmlformats.org/officeDocument/2006/relationships/image" Target="../media/image13.png"/><Relationship Id="rId17" Type="http://schemas.openxmlformats.org/officeDocument/2006/relationships/image" Target="../media/image10.png"/><Relationship Id="rId2" Type="http://schemas.openxmlformats.org/officeDocument/2006/relationships/tags" Target="../tags/tag31.xml"/><Relationship Id="rId16" Type="http://schemas.openxmlformats.org/officeDocument/2006/relationships/image" Target="../media/image22.png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5.svg"/><Relationship Id="rId5" Type="http://schemas.openxmlformats.org/officeDocument/2006/relationships/notesSlide" Target="../notesSlides/notesSlide16.xml"/><Relationship Id="rId15" Type="http://schemas.openxmlformats.org/officeDocument/2006/relationships/image" Target="../media/image7.png"/><Relationship Id="rId19" Type="http://schemas.openxmlformats.org/officeDocument/2006/relationships/image" Target="../media/image21.svg"/><Relationship Id="rId4" Type="http://schemas.openxmlformats.org/officeDocument/2006/relationships/slideLayout" Target="../slideLayouts/slideLayout11.xml"/><Relationship Id="rId14" Type="http://schemas.openxmlformats.org/officeDocument/2006/relationships/image" Target="../media/image23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34.xml"/><Relationship Id="rId7" Type="http://schemas.openxmlformats.org/officeDocument/2006/relationships/image" Target="../media/image17.emf"/><Relationship Id="rId17" Type="http://schemas.openxmlformats.org/officeDocument/2006/relationships/image" Target="../media/image21.svg"/><Relationship Id="rId2" Type="http://schemas.openxmlformats.org/officeDocument/2006/relationships/tags" Target="../tags/tag33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8.bin"/><Relationship Id="rId5" Type="http://schemas.openxmlformats.org/officeDocument/2006/relationships/notesSlide" Target="../notesSlides/notesSlide17.xml"/><Relationship Id="rId10" Type="http://schemas.openxmlformats.org/officeDocument/2006/relationships/image" Target="../media/image26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36.xml"/><Relationship Id="rId7" Type="http://schemas.openxmlformats.org/officeDocument/2006/relationships/image" Target="../media/image17.emf"/><Relationship Id="rId17" Type="http://schemas.openxmlformats.org/officeDocument/2006/relationships/image" Target="../media/image21.svg"/><Relationship Id="rId2" Type="http://schemas.openxmlformats.org/officeDocument/2006/relationships/tags" Target="../tags/tag35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8.bin"/><Relationship Id="rId5" Type="http://schemas.openxmlformats.org/officeDocument/2006/relationships/notesSlide" Target="../notesSlides/notesSlide18.xml"/><Relationship Id="rId10" Type="http://schemas.openxmlformats.org/officeDocument/2006/relationships/image" Target="../media/image26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3.svg"/><Relationship Id="rId3" Type="http://schemas.openxmlformats.org/officeDocument/2006/relationships/tags" Target="../tags/tag38.xml"/><Relationship Id="rId7" Type="http://schemas.openxmlformats.org/officeDocument/2006/relationships/image" Target="../media/image17.emf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" Type="http://schemas.openxmlformats.org/officeDocument/2006/relationships/tags" Target="../tags/tag37.xml"/><Relationship Id="rId16" Type="http://schemas.openxmlformats.org/officeDocument/2006/relationships/image" Target="../media/image26.png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3.png"/><Relationship Id="rId5" Type="http://schemas.openxmlformats.org/officeDocument/2006/relationships/notesSlide" Target="../notesSlides/notesSlide19.xml"/><Relationship Id="rId1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8.png"/><Relationship Id="rId1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6.png"/><Relationship Id="rId18" Type="http://schemas.openxmlformats.org/officeDocument/2006/relationships/image" Target="../media/image21.svg"/><Relationship Id="rId3" Type="http://schemas.openxmlformats.org/officeDocument/2006/relationships/tags" Target="../tags/tag40.xml"/><Relationship Id="rId7" Type="http://schemas.openxmlformats.org/officeDocument/2006/relationships/image" Target="../media/image17.emf"/><Relationship Id="rId12" Type="http://schemas.openxmlformats.org/officeDocument/2006/relationships/image" Target="../media/image13.png"/><Relationship Id="rId17" Type="http://schemas.openxmlformats.org/officeDocument/2006/relationships/image" Target="../media/image26.png"/><Relationship Id="rId2" Type="http://schemas.openxmlformats.org/officeDocument/2006/relationships/tags" Target="../tags/tag39.xml"/><Relationship Id="rId16" Type="http://schemas.openxmlformats.org/officeDocument/2006/relationships/image" Target="../media/image10.png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5.svg"/><Relationship Id="rId5" Type="http://schemas.openxmlformats.org/officeDocument/2006/relationships/notesSlide" Target="../notesSlides/notesSlide20.xml"/><Relationship Id="rId15" Type="http://schemas.openxmlformats.org/officeDocument/2006/relationships/image" Target="../media/image22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8.png"/><Relationship Id="rId14" Type="http://schemas.openxmlformats.org/officeDocument/2006/relationships/image" Target="../media/image23.sv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0447380-3E61-4E42-AFCA-CAF1866AA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647" y="1096740"/>
            <a:ext cx="6425198" cy="1407330"/>
          </a:xfrm>
        </p:spPr>
        <p:txBody>
          <a:bodyPr>
            <a:normAutofit/>
          </a:bodyPr>
          <a:lstStyle/>
          <a:p>
            <a:r>
              <a:rPr lang="pt-PT" dirty="0"/>
              <a:t>Fluxo de Dados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D184A763-02A6-4822-A5F0-D9E80A5D80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 err="1" smtClean="0"/>
              <a:t>Neyond</a:t>
            </a:r>
            <a:r>
              <a:rPr lang="pt-PT" dirty="0" smtClean="0"/>
              <a:t> – BS | Pilar III ESG</a:t>
            </a:r>
            <a:endParaRPr lang="pt-PT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46C0DCE-BC9C-49A6-A719-B8608011D8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dirty="0"/>
              <a:t>Data 	Lisboa	</a:t>
            </a:r>
            <a:r>
              <a:rPr lang="pt-PT" dirty="0" smtClean="0"/>
              <a:t>20/06/2023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2565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4D7B61F-31A8-4435-8741-CD328CABF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pt-PT" dirty="0" smtClean="0"/>
              <a:t>Símbolos</a:t>
            </a:r>
          </a:p>
          <a:p>
            <a:r>
              <a:rPr lang="pt-PT" dirty="0" err="1" smtClean="0"/>
              <a:t>Governance</a:t>
            </a:r>
            <a:endParaRPr lang="pt-PT" dirty="0"/>
          </a:p>
          <a:p>
            <a:r>
              <a:rPr lang="pt-PT" dirty="0"/>
              <a:t>Fluxos </a:t>
            </a:r>
            <a:r>
              <a:rPr lang="pt-PT" dirty="0" smtClean="0"/>
              <a:t>Comuns</a:t>
            </a:r>
          </a:p>
          <a:p>
            <a:r>
              <a:rPr lang="pt-PT" dirty="0" smtClean="0"/>
              <a:t>Fluxos Primários</a:t>
            </a:r>
          </a:p>
          <a:p>
            <a:r>
              <a:rPr lang="pt-PT" dirty="0" smtClean="0"/>
              <a:t>Fluxos Secundários</a:t>
            </a:r>
            <a:endParaRPr lang="pt-PT" dirty="0"/>
          </a:p>
          <a:p>
            <a:pPr marL="35999" indent="0">
              <a:buNone/>
            </a:pPr>
            <a:endParaRPr lang="pt-PT" dirty="0"/>
          </a:p>
          <a:p>
            <a:pPr marL="35999" indent="0">
              <a:buNone/>
            </a:pPr>
            <a:endParaRPr lang="pt-PT" i="1" dirty="0"/>
          </a:p>
          <a:p>
            <a:endParaRPr lang="pt-PT" dirty="0"/>
          </a:p>
          <a:p>
            <a:pPr marL="35999" indent="0">
              <a:buNone/>
            </a:pPr>
            <a:endParaRPr lang="pt-PT" dirty="0"/>
          </a:p>
          <a:p>
            <a:endParaRPr lang="pt-PT" dirty="0"/>
          </a:p>
          <a:p>
            <a:endParaRPr lang="pt-PT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06C0ABA-C9DE-4F35-90D1-E94A1D3C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8101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24" y="626520"/>
            <a:ext cx="5892021" cy="2853398"/>
          </a:xfrm>
        </p:spPr>
        <p:txBody>
          <a:bodyPr/>
          <a:lstStyle/>
          <a:p>
            <a:r>
              <a:rPr lang="pt-PT" dirty="0"/>
              <a:t>Símbolos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 smtClean="0"/>
              <a:t>01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7966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Símbolos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34" name="Nombre"/>
          <p:cNvSpPr txBox="1">
            <a:spLocks/>
          </p:cNvSpPr>
          <p:nvPr/>
        </p:nvSpPr>
        <p:spPr>
          <a:xfrm>
            <a:off x="416561" y="716880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ES" sz="1600" b="1" dirty="0">
                <a:solidFill>
                  <a:srgbClr val="FF0000"/>
                </a:solidFill>
              </a:rPr>
              <a:t>Sistemas </a:t>
            </a:r>
            <a:r>
              <a:rPr lang="es-ES" sz="1600" b="1" dirty="0" err="1">
                <a:solidFill>
                  <a:srgbClr val="FF0000"/>
                </a:solidFill>
              </a:rPr>
              <a:t>Operacionais</a:t>
            </a:r>
            <a:r>
              <a:rPr lang="es-ES" sz="1600" b="1" dirty="0">
                <a:solidFill>
                  <a:srgbClr val="FF0000"/>
                </a:solidFill>
              </a:rPr>
              <a:t>, Sistemas </a:t>
            </a:r>
            <a:r>
              <a:rPr lang="es-ES" sz="1600" b="1" dirty="0" err="1">
                <a:solidFill>
                  <a:srgbClr val="FF0000"/>
                </a:solidFill>
              </a:rPr>
              <a:t>Informacionais</a:t>
            </a:r>
            <a:r>
              <a:rPr lang="es-ES" sz="1600" b="1" dirty="0">
                <a:solidFill>
                  <a:srgbClr val="FF0000"/>
                </a:solidFill>
              </a:rPr>
              <a:t>, Motores</a:t>
            </a:r>
          </a:p>
        </p:txBody>
      </p:sp>
      <p:grpSp>
        <p:nvGrpSpPr>
          <p:cNvPr id="1077" name="Group 1076">
            <a:extLst>
              <a:ext uri="{FF2B5EF4-FFF2-40B4-BE49-F238E27FC236}">
                <a16:creationId xmlns:a16="http://schemas.microsoft.com/office/drawing/2014/main" id="{C4B3192C-1A1F-1FA0-1C84-C81A5A316BEE}"/>
              </a:ext>
            </a:extLst>
          </p:cNvPr>
          <p:cNvGrpSpPr/>
          <p:nvPr/>
        </p:nvGrpSpPr>
        <p:grpSpPr>
          <a:xfrm>
            <a:off x="11126830" y="5579675"/>
            <a:ext cx="648000" cy="648000"/>
            <a:chOff x="455122" y="3851392"/>
            <a:chExt cx="648000" cy="648000"/>
          </a:xfrm>
        </p:grpSpPr>
        <p:sp>
          <p:nvSpPr>
            <p:cNvPr id="1078" name="Oval 2">
              <a:extLst>
                <a:ext uri="{FF2B5EF4-FFF2-40B4-BE49-F238E27FC236}">
                  <a16:creationId xmlns:a16="http://schemas.microsoft.com/office/drawing/2014/main" id="{3C18B0AF-1AF2-6C1F-B982-9B02462070FA}"/>
                </a:ext>
              </a:extLst>
            </p:cNvPr>
            <p:cNvSpPr/>
            <p:nvPr/>
          </p:nvSpPr>
          <p:spPr>
            <a:xfrm>
              <a:off x="455122" y="3851392"/>
              <a:ext cx="648000" cy="648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grpSp>
          <p:nvGrpSpPr>
            <p:cNvPr id="1079" name="Grupo 14">
              <a:extLst>
                <a:ext uri="{FF2B5EF4-FFF2-40B4-BE49-F238E27FC236}">
                  <a16:creationId xmlns:a16="http://schemas.microsoft.com/office/drawing/2014/main" id="{518515BA-5F45-1BD5-62A8-C3B9C719D367}"/>
                </a:ext>
              </a:extLst>
            </p:cNvPr>
            <p:cNvGrpSpPr/>
            <p:nvPr/>
          </p:nvGrpSpPr>
          <p:grpSpPr>
            <a:xfrm>
              <a:off x="617140" y="4013410"/>
              <a:ext cx="323964" cy="323964"/>
              <a:chOff x="8467725" y="4843463"/>
              <a:chExt cx="568325" cy="566738"/>
            </a:xfrm>
            <a:solidFill>
              <a:schemeClr val="bg1"/>
            </a:solidFill>
          </p:grpSpPr>
          <p:sp>
            <p:nvSpPr>
              <p:cNvPr id="1080" name="Freeform 52">
                <a:extLst>
                  <a:ext uri="{FF2B5EF4-FFF2-40B4-BE49-F238E27FC236}">
                    <a16:creationId xmlns:a16="http://schemas.microsoft.com/office/drawing/2014/main" id="{A967B69C-3FEA-EBE5-AE9D-0022659F49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582025" y="5049838"/>
                <a:ext cx="155575" cy="158750"/>
              </a:xfrm>
              <a:custGeom>
                <a:avLst/>
                <a:gdLst>
                  <a:gd name="T0" fmla="*/ 24 w 49"/>
                  <a:gd name="T1" fmla="*/ 50 h 50"/>
                  <a:gd name="T2" fmla="*/ 42 w 49"/>
                  <a:gd name="T3" fmla="*/ 42 h 50"/>
                  <a:gd name="T4" fmla="*/ 49 w 49"/>
                  <a:gd name="T5" fmla="*/ 25 h 50"/>
                  <a:gd name="T6" fmla="*/ 42 w 49"/>
                  <a:gd name="T7" fmla="*/ 8 h 50"/>
                  <a:gd name="T8" fmla="*/ 24 w 49"/>
                  <a:gd name="T9" fmla="*/ 0 h 50"/>
                  <a:gd name="T10" fmla="*/ 7 w 49"/>
                  <a:gd name="T11" fmla="*/ 8 h 50"/>
                  <a:gd name="T12" fmla="*/ 0 w 49"/>
                  <a:gd name="T13" fmla="*/ 25 h 50"/>
                  <a:gd name="T14" fmla="*/ 7 w 49"/>
                  <a:gd name="T15" fmla="*/ 42 h 50"/>
                  <a:gd name="T16" fmla="*/ 24 w 49"/>
                  <a:gd name="T17" fmla="*/ 50 h 50"/>
                  <a:gd name="T18" fmla="*/ 7 w 49"/>
                  <a:gd name="T19" fmla="*/ 25 h 50"/>
                  <a:gd name="T20" fmla="*/ 12 w 49"/>
                  <a:gd name="T21" fmla="*/ 13 h 50"/>
                  <a:gd name="T22" fmla="*/ 24 w 49"/>
                  <a:gd name="T23" fmla="*/ 8 h 50"/>
                  <a:gd name="T24" fmla="*/ 37 w 49"/>
                  <a:gd name="T25" fmla="*/ 13 h 50"/>
                  <a:gd name="T26" fmla="*/ 42 w 49"/>
                  <a:gd name="T27" fmla="*/ 25 h 50"/>
                  <a:gd name="T28" fmla="*/ 37 w 49"/>
                  <a:gd name="T29" fmla="*/ 37 h 50"/>
                  <a:gd name="T30" fmla="*/ 24 w 49"/>
                  <a:gd name="T31" fmla="*/ 42 h 50"/>
                  <a:gd name="T32" fmla="*/ 12 w 49"/>
                  <a:gd name="T33" fmla="*/ 37 h 50"/>
                  <a:gd name="T34" fmla="*/ 7 w 49"/>
                  <a:gd name="T35" fmla="*/ 25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9" h="50">
                    <a:moveTo>
                      <a:pt x="24" y="50"/>
                    </a:moveTo>
                    <a:cubicBezTo>
                      <a:pt x="31" y="50"/>
                      <a:pt x="37" y="47"/>
                      <a:pt x="42" y="42"/>
                    </a:cubicBezTo>
                    <a:cubicBezTo>
                      <a:pt x="46" y="38"/>
                      <a:pt x="49" y="32"/>
                      <a:pt x="49" y="25"/>
                    </a:cubicBezTo>
                    <a:cubicBezTo>
                      <a:pt x="49" y="18"/>
                      <a:pt x="46" y="12"/>
                      <a:pt x="42" y="8"/>
                    </a:cubicBezTo>
                    <a:cubicBezTo>
                      <a:pt x="37" y="3"/>
                      <a:pt x="31" y="0"/>
                      <a:pt x="24" y="0"/>
                    </a:cubicBezTo>
                    <a:cubicBezTo>
                      <a:pt x="17" y="0"/>
                      <a:pt x="12" y="3"/>
                      <a:pt x="7" y="8"/>
                    </a:cubicBezTo>
                    <a:cubicBezTo>
                      <a:pt x="2" y="12"/>
                      <a:pt x="0" y="18"/>
                      <a:pt x="0" y="25"/>
                    </a:cubicBezTo>
                    <a:cubicBezTo>
                      <a:pt x="0" y="32"/>
                      <a:pt x="2" y="38"/>
                      <a:pt x="7" y="42"/>
                    </a:cubicBezTo>
                    <a:cubicBezTo>
                      <a:pt x="12" y="47"/>
                      <a:pt x="17" y="50"/>
                      <a:pt x="24" y="50"/>
                    </a:cubicBezTo>
                    <a:close/>
                    <a:moveTo>
                      <a:pt x="7" y="25"/>
                    </a:moveTo>
                    <a:cubicBezTo>
                      <a:pt x="7" y="20"/>
                      <a:pt x="9" y="16"/>
                      <a:pt x="12" y="13"/>
                    </a:cubicBezTo>
                    <a:cubicBezTo>
                      <a:pt x="15" y="9"/>
                      <a:pt x="19" y="8"/>
                      <a:pt x="24" y="8"/>
                    </a:cubicBezTo>
                    <a:cubicBezTo>
                      <a:pt x="29" y="8"/>
                      <a:pt x="33" y="9"/>
                      <a:pt x="37" y="13"/>
                    </a:cubicBezTo>
                    <a:cubicBezTo>
                      <a:pt x="40" y="16"/>
                      <a:pt x="42" y="20"/>
                      <a:pt x="42" y="25"/>
                    </a:cubicBezTo>
                    <a:cubicBezTo>
                      <a:pt x="42" y="30"/>
                      <a:pt x="40" y="34"/>
                      <a:pt x="37" y="37"/>
                    </a:cubicBezTo>
                    <a:cubicBezTo>
                      <a:pt x="33" y="41"/>
                      <a:pt x="29" y="42"/>
                      <a:pt x="24" y="42"/>
                    </a:cubicBezTo>
                    <a:cubicBezTo>
                      <a:pt x="19" y="42"/>
                      <a:pt x="15" y="41"/>
                      <a:pt x="12" y="37"/>
                    </a:cubicBezTo>
                    <a:cubicBezTo>
                      <a:pt x="9" y="34"/>
                      <a:pt x="7" y="30"/>
                      <a:pt x="7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53" tIns="41476" rIns="82953" bIns="4147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1" name="Freeform 53">
                <a:extLst>
                  <a:ext uri="{FF2B5EF4-FFF2-40B4-BE49-F238E27FC236}">
                    <a16:creationId xmlns:a16="http://schemas.microsoft.com/office/drawing/2014/main" id="{76C95B67-EA04-820D-B8BB-3D7106CFCE3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467725" y="4938713"/>
                <a:ext cx="381000" cy="381000"/>
              </a:xfrm>
              <a:custGeom>
                <a:avLst/>
                <a:gdLst>
                  <a:gd name="T0" fmla="*/ 109 w 120"/>
                  <a:gd name="T1" fmla="*/ 91 h 120"/>
                  <a:gd name="T2" fmla="*/ 103 w 120"/>
                  <a:gd name="T3" fmla="*/ 75 h 120"/>
                  <a:gd name="T4" fmla="*/ 119 w 120"/>
                  <a:gd name="T5" fmla="*/ 71 h 120"/>
                  <a:gd name="T6" fmla="*/ 120 w 120"/>
                  <a:gd name="T7" fmla="*/ 52 h 120"/>
                  <a:gd name="T8" fmla="*/ 117 w 120"/>
                  <a:gd name="T9" fmla="*/ 48 h 120"/>
                  <a:gd name="T10" fmla="*/ 101 w 120"/>
                  <a:gd name="T11" fmla="*/ 39 h 120"/>
                  <a:gd name="T12" fmla="*/ 109 w 120"/>
                  <a:gd name="T13" fmla="*/ 29 h 120"/>
                  <a:gd name="T14" fmla="*/ 96 w 120"/>
                  <a:gd name="T15" fmla="*/ 11 h 120"/>
                  <a:gd name="T16" fmla="*/ 80 w 120"/>
                  <a:gd name="T17" fmla="*/ 19 h 120"/>
                  <a:gd name="T18" fmla="*/ 72 w 120"/>
                  <a:gd name="T19" fmla="*/ 3 h 120"/>
                  <a:gd name="T20" fmla="*/ 69 w 120"/>
                  <a:gd name="T21" fmla="*/ 0 h 120"/>
                  <a:gd name="T22" fmla="*/ 48 w 120"/>
                  <a:gd name="T23" fmla="*/ 3 h 120"/>
                  <a:gd name="T24" fmla="*/ 40 w 120"/>
                  <a:gd name="T25" fmla="*/ 19 h 120"/>
                  <a:gd name="T26" fmla="*/ 27 w 120"/>
                  <a:gd name="T27" fmla="*/ 10 h 120"/>
                  <a:gd name="T28" fmla="*/ 12 w 120"/>
                  <a:gd name="T29" fmla="*/ 24 h 120"/>
                  <a:gd name="T30" fmla="*/ 11 w 120"/>
                  <a:gd name="T31" fmla="*/ 29 h 120"/>
                  <a:gd name="T32" fmla="*/ 17 w 120"/>
                  <a:gd name="T33" fmla="*/ 46 h 120"/>
                  <a:gd name="T34" fmla="*/ 1 w 120"/>
                  <a:gd name="T35" fmla="*/ 49 h 120"/>
                  <a:gd name="T36" fmla="*/ 0 w 120"/>
                  <a:gd name="T37" fmla="*/ 68 h 120"/>
                  <a:gd name="T38" fmla="*/ 3 w 120"/>
                  <a:gd name="T39" fmla="*/ 72 h 120"/>
                  <a:gd name="T40" fmla="*/ 19 w 120"/>
                  <a:gd name="T41" fmla="*/ 81 h 120"/>
                  <a:gd name="T42" fmla="*/ 12 w 120"/>
                  <a:gd name="T43" fmla="*/ 91 h 120"/>
                  <a:gd name="T44" fmla="*/ 25 w 120"/>
                  <a:gd name="T45" fmla="*/ 109 h 120"/>
                  <a:gd name="T46" fmla="*/ 40 w 120"/>
                  <a:gd name="T47" fmla="*/ 101 h 120"/>
                  <a:gd name="T48" fmla="*/ 48 w 120"/>
                  <a:gd name="T49" fmla="*/ 117 h 120"/>
                  <a:gd name="T50" fmla="*/ 52 w 120"/>
                  <a:gd name="T51" fmla="*/ 120 h 120"/>
                  <a:gd name="T52" fmla="*/ 72 w 120"/>
                  <a:gd name="T53" fmla="*/ 117 h 120"/>
                  <a:gd name="T54" fmla="*/ 81 w 120"/>
                  <a:gd name="T55" fmla="*/ 101 h 120"/>
                  <a:gd name="T56" fmla="*/ 93 w 120"/>
                  <a:gd name="T57" fmla="*/ 110 h 120"/>
                  <a:gd name="T58" fmla="*/ 109 w 120"/>
                  <a:gd name="T59" fmla="*/ 96 h 120"/>
                  <a:gd name="T60" fmla="*/ 26 w 120"/>
                  <a:gd name="T61" fmla="*/ 85 h 120"/>
                  <a:gd name="T62" fmla="*/ 23 w 120"/>
                  <a:gd name="T63" fmla="*/ 71 h 120"/>
                  <a:gd name="T64" fmla="*/ 7 w 120"/>
                  <a:gd name="T65" fmla="*/ 66 h 120"/>
                  <a:gd name="T66" fmla="*/ 19 w 120"/>
                  <a:gd name="T67" fmla="*/ 53 h 120"/>
                  <a:gd name="T68" fmla="*/ 26 w 120"/>
                  <a:gd name="T69" fmla="*/ 42 h 120"/>
                  <a:gd name="T70" fmla="*/ 19 w 120"/>
                  <a:gd name="T71" fmla="*/ 27 h 120"/>
                  <a:gd name="T72" fmla="*/ 27 w 120"/>
                  <a:gd name="T73" fmla="*/ 18 h 120"/>
                  <a:gd name="T74" fmla="*/ 43 w 120"/>
                  <a:gd name="T75" fmla="*/ 26 h 120"/>
                  <a:gd name="T76" fmla="*/ 53 w 120"/>
                  <a:gd name="T77" fmla="*/ 18 h 120"/>
                  <a:gd name="T78" fmla="*/ 66 w 120"/>
                  <a:gd name="T79" fmla="*/ 7 h 120"/>
                  <a:gd name="T80" fmla="*/ 72 w 120"/>
                  <a:gd name="T81" fmla="*/ 23 h 120"/>
                  <a:gd name="T82" fmla="*/ 84 w 120"/>
                  <a:gd name="T83" fmla="*/ 25 h 120"/>
                  <a:gd name="T84" fmla="*/ 101 w 120"/>
                  <a:gd name="T85" fmla="*/ 27 h 120"/>
                  <a:gd name="T86" fmla="*/ 95 w 120"/>
                  <a:gd name="T87" fmla="*/ 36 h 120"/>
                  <a:gd name="T88" fmla="*/ 97 w 120"/>
                  <a:gd name="T89" fmla="*/ 49 h 120"/>
                  <a:gd name="T90" fmla="*/ 113 w 120"/>
                  <a:gd name="T91" fmla="*/ 55 h 120"/>
                  <a:gd name="T92" fmla="*/ 102 w 120"/>
                  <a:gd name="T93" fmla="*/ 68 h 120"/>
                  <a:gd name="T94" fmla="*/ 94 w 120"/>
                  <a:gd name="T95" fmla="*/ 78 h 120"/>
                  <a:gd name="T96" fmla="*/ 101 w 120"/>
                  <a:gd name="T97" fmla="*/ 93 h 120"/>
                  <a:gd name="T98" fmla="*/ 93 w 120"/>
                  <a:gd name="T99" fmla="*/ 102 h 120"/>
                  <a:gd name="T100" fmla="*/ 78 w 120"/>
                  <a:gd name="T101" fmla="*/ 94 h 120"/>
                  <a:gd name="T102" fmla="*/ 67 w 120"/>
                  <a:gd name="T103" fmla="*/ 102 h 120"/>
                  <a:gd name="T104" fmla="*/ 54 w 120"/>
                  <a:gd name="T105" fmla="*/ 113 h 120"/>
                  <a:gd name="T106" fmla="*/ 48 w 120"/>
                  <a:gd name="T107" fmla="*/ 97 h 120"/>
                  <a:gd name="T108" fmla="*/ 36 w 120"/>
                  <a:gd name="T109" fmla="*/ 95 h 120"/>
                  <a:gd name="T110" fmla="*/ 19 w 120"/>
                  <a:gd name="T111" fmla="*/ 93 h 120"/>
                  <a:gd name="T112" fmla="*/ 26 w 120"/>
                  <a:gd name="T113" fmla="*/ 85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20" h="120">
                    <a:moveTo>
                      <a:pt x="110" y="93"/>
                    </a:moveTo>
                    <a:cubicBezTo>
                      <a:pt x="110" y="92"/>
                      <a:pt x="109" y="92"/>
                      <a:pt x="109" y="91"/>
                    </a:cubicBezTo>
                    <a:cubicBezTo>
                      <a:pt x="106" y="87"/>
                      <a:pt x="103" y="84"/>
                      <a:pt x="101" y="81"/>
                    </a:cubicBezTo>
                    <a:cubicBezTo>
                      <a:pt x="102" y="78"/>
                      <a:pt x="103" y="76"/>
                      <a:pt x="103" y="75"/>
                    </a:cubicBezTo>
                    <a:cubicBezTo>
                      <a:pt x="117" y="73"/>
                      <a:pt x="117" y="73"/>
                      <a:pt x="117" y="73"/>
                    </a:cubicBezTo>
                    <a:cubicBezTo>
                      <a:pt x="118" y="72"/>
                      <a:pt x="119" y="72"/>
                      <a:pt x="119" y="71"/>
                    </a:cubicBezTo>
                    <a:cubicBezTo>
                      <a:pt x="120" y="70"/>
                      <a:pt x="120" y="70"/>
                      <a:pt x="120" y="69"/>
                    </a:cubicBezTo>
                    <a:cubicBezTo>
                      <a:pt x="120" y="52"/>
                      <a:pt x="120" y="52"/>
                      <a:pt x="120" y="52"/>
                    </a:cubicBezTo>
                    <a:cubicBezTo>
                      <a:pt x="120" y="51"/>
                      <a:pt x="120" y="50"/>
                      <a:pt x="119" y="49"/>
                    </a:cubicBezTo>
                    <a:cubicBezTo>
                      <a:pt x="119" y="49"/>
                      <a:pt x="118" y="48"/>
                      <a:pt x="117" y="48"/>
                    </a:cubicBezTo>
                    <a:cubicBezTo>
                      <a:pt x="104" y="46"/>
                      <a:pt x="104" y="46"/>
                      <a:pt x="104" y="46"/>
                    </a:cubicBezTo>
                    <a:cubicBezTo>
                      <a:pt x="103" y="44"/>
                      <a:pt x="102" y="42"/>
                      <a:pt x="101" y="39"/>
                    </a:cubicBezTo>
                    <a:cubicBezTo>
                      <a:pt x="102" y="38"/>
                      <a:pt x="103" y="36"/>
                      <a:pt x="105" y="34"/>
                    </a:cubicBezTo>
                    <a:cubicBezTo>
                      <a:pt x="107" y="32"/>
                      <a:pt x="108" y="30"/>
                      <a:pt x="109" y="29"/>
                    </a:cubicBezTo>
                    <a:cubicBezTo>
                      <a:pt x="109" y="28"/>
                      <a:pt x="109" y="28"/>
                      <a:pt x="109" y="27"/>
                    </a:cubicBezTo>
                    <a:cubicBezTo>
                      <a:pt x="109" y="25"/>
                      <a:pt x="108" y="23"/>
                      <a:pt x="96" y="11"/>
                    </a:cubicBezTo>
                    <a:cubicBezTo>
                      <a:pt x="94" y="10"/>
                      <a:pt x="92" y="10"/>
                      <a:pt x="91" y="11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78" y="18"/>
                      <a:pt x="76" y="17"/>
                      <a:pt x="74" y="17"/>
                    </a:cubicBezTo>
                    <a:cubicBezTo>
                      <a:pt x="72" y="3"/>
                      <a:pt x="72" y="3"/>
                      <a:pt x="72" y="3"/>
                    </a:cubicBezTo>
                    <a:cubicBezTo>
                      <a:pt x="72" y="2"/>
                      <a:pt x="72" y="2"/>
                      <a:pt x="71" y="1"/>
                    </a:cubicBezTo>
                    <a:cubicBezTo>
                      <a:pt x="70" y="0"/>
                      <a:pt x="70" y="0"/>
                      <a:pt x="69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0" y="0"/>
                      <a:pt x="48" y="1"/>
                      <a:pt x="48" y="3"/>
                    </a:cubicBezTo>
                    <a:cubicBezTo>
                      <a:pt x="47" y="6"/>
                      <a:pt x="46" y="10"/>
                      <a:pt x="46" y="17"/>
                    </a:cubicBezTo>
                    <a:cubicBezTo>
                      <a:pt x="44" y="17"/>
                      <a:pt x="42" y="18"/>
                      <a:pt x="40" y="19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9" y="11"/>
                      <a:pt x="28" y="10"/>
                      <a:pt x="27" y="10"/>
                    </a:cubicBezTo>
                    <a:cubicBezTo>
                      <a:pt x="26" y="10"/>
                      <a:pt x="24" y="11"/>
                      <a:pt x="19" y="16"/>
                    </a:cubicBezTo>
                    <a:cubicBezTo>
                      <a:pt x="15" y="20"/>
                      <a:pt x="13" y="23"/>
                      <a:pt x="12" y="24"/>
                    </a:cubicBezTo>
                    <a:cubicBezTo>
                      <a:pt x="11" y="25"/>
                      <a:pt x="11" y="26"/>
                      <a:pt x="11" y="27"/>
                    </a:cubicBezTo>
                    <a:cubicBezTo>
                      <a:pt x="11" y="28"/>
                      <a:pt x="11" y="28"/>
                      <a:pt x="11" y="29"/>
                    </a:cubicBezTo>
                    <a:cubicBezTo>
                      <a:pt x="15" y="33"/>
                      <a:pt x="17" y="37"/>
                      <a:pt x="19" y="39"/>
                    </a:cubicBezTo>
                    <a:cubicBezTo>
                      <a:pt x="18" y="42"/>
                      <a:pt x="17" y="44"/>
                      <a:pt x="17" y="46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2" y="48"/>
                      <a:pt x="2" y="48"/>
                      <a:pt x="1" y="49"/>
                    </a:cubicBezTo>
                    <a:cubicBezTo>
                      <a:pt x="1" y="50"/>
                      <a:pt x="0" y="51"/>
                      <a:pt x="0" y="51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69"/>
                      <a:pt x="1" y="70"/>
                      <a:pt x="1" y="71"/>
                    </a:cubicBezTo>
                    <a:cubicBezTo>
                      <a:pt x="2" y="72"/>
                      <a:pt x="2" y="72"/>
                      <a:pt x="3" y="72"/>
                    </a:cubicBezTo>
                    <a:cubicBezTo>
                      <a:pt x="17" y="74"/>
                      <a:pt x="17" y="74"/>
                      <a:pt x="17" y="74"/>
                    </a:cubicBezTo>
                    <a:cubicBezTo>
                      <a:pt x="17" y="76"/>
                      <a:pt x="18" y="79"/>
                      <a:pt x="19" y="81"/>
                    </a:cubicBezTo>
                    <a:cubicBezTo>
                      <a:pt x="19" y="82"/>
                      <a:pt x="17" y="84"/>
                      <a:pt x="16" y="86"/>
                    </a:cubicBezTo>
                    <a:cubicBezTo>
                      <a:pt x="14" y="88"/>
                      <a:pt x="12" y="90"/>
                      <a:pt x="12" y="91"/>
                    </a:cubicBezTo>
                    <a:cubicBezTo>
                      <a:pt x="11" y="92"/>
                      <a:pt x="11" y="92"/>
                      <a:pt x="11" y="93"/>
                    </a:cubicBezTo>
                    <a:cubicBezTo>
                      <a:pt x="11" y="95"/>
                      <a:pt x="13" y="98"/>
                      <a:pt x="25" y="109"/>
                    </a:cubicBezTo>
                    <a:cubicBezTo>
                      <a:pt x="26" y="110"/>
                      <a:pt x="29" y="110"/>
                      <a:pt x="30" y="109"/>
                    </a:cubicBezTo>
                    <a:cubicBezTo>
                      <a:pt x="40" y="101"/>
                      <a:pt x="40" y="101"/>
                      <a:pt x="40" y="101"/>
                    </a:cubicBezTo>
                    <a:cubicBezTo>
                      <a:pt x="42" y="102"/>
                      <a:pt x="44" y="103"/>
                      <a:pt x="46" y="103"/>
                    </a:cubicBezTo>
                    <a:cubicBezTo>
                      <a:pt x="48" y="117"/>
                      <a:pt x="48" y="117"/>
                      <a:pt x="48" y="117"/>
                    </a:cubicBezTo>
                    <a:cubicBezTo>
                      <a:pt x="48" y="118"/>
                      <a:pt x="48" y="119"/>
                      <a:pt x="49" y="119"/>
                    </a:cubicBezTo>
                    <a:cubicBezTo>
                      <a:pt x="50" y="120"/>
                      <a:pt x="51" y="120"/>
                      <a:pt x="52" y="120"/>
                    </a:cubicBezTo>
                    <a:cubicBezTo>
                      <a:pt x="69" y="120"/>
                      <a:pt x="69" y="120"/>
                      <a:pt x="69" y="120"/>
                    </a:cubicBezTo>
                    <a:cubicBezTo>
                      <a:pt x="71" y="120"/>
                      <a:pt x="72" y="119"/>
                      <a:pt x="72" y="117"/>
                    </a:cubicBezTo>
                    <a:cubicBezTo>
                      <a:pt x="73" y="114"/>
                      <a:pt x="74" y="110"/>
                      <a:pt x="75" y="103"/>
                    </a:cubicBezTo>
                    <a:cubicBezTo>
                      <a:pt x="77" y="103"/>
                      <a:pt x="79" y="102"/>
                      <a:pt x="81" y="101"/>
                    </a:cubicBezTo>
                    <a:cubicBezTo>
                      <a:pt x="91" y="109"/>
                      <a:pt x="91" y="109"/>
                      <a:pt x="91" y="109"/>
                    </a:cubicBezTo>
                    <a:cubicBezTo>
                      <a:pt x="91" y="109"/>
                      <a:pt x="92" y="110"/>
                      <a:pt x="93" y="110"/>
                    </a:cubicBezTo>
                    <a:cubicBezTo>
                      <a:pt x="94" y="110"/>
                      <a:pt x="96" y="109"/>
                      <a:pt x="101" y="104"/>
                    </a:cubicBezTo>
                    <a:cubicBezTo>
                      <a:pt x="105" y="100"/>
                      <a:pt x="107" y="97"/>
                      <a:pt x="109" y="96"/>
                    </a:cubicBezTo>
                    <a:cubicBezTo>
                      <a:pt x="109" y="95"/>
                      <a:pt x="110" y="94"/>
                      <a:pt x="110" y="93"/>
                    </a:cubicBezTo>
                    <a:close/>
                    <a:moveTo>
                      <a:pt x="26" y="85"/>
                    </a:moveTo>
                    <a:cubicBezTo>
                      <a:pt x="27" y="83"/>
                      <a:pt x="27" y="80"/>
                      <a:pt x="26" y="78"/>
                    </a:cubicBezTo>
                    <a:cubicBezTo>
                      <a:pt x="25" y="76"/>
                      <a:pt x="24" y="74"/>
                      <a:pt x="23" y="71"/>
                    </a:cubicBezTo>
                    <a:cubicBezTo>
                      <a:pt x="23" y="69"/>
                      <a:pt x="21" y="68"/>
                      <a:pt x="18" y="67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54"/>
                      <a:pt x="7" y="54"/>
                      <a:pt x="7" y="54"/>
                    </a:cubicBezTo>
                    <a:cubicBezTo>
                      <a:pt x="19" y="53"/>
                      <a:pt x="19" y="53"/>
                      <a:pt x="19" y="53"/>
                    </a:cubicBezTo>
                    <a:cubicBezTo>
                      <a:pt x="21" y="52"/>
                      <a:pt x="23" y="50"/>
                      <a:pt x="24" y="48"/>
                    </a:cubicBezTo>
                    <a:cubicBezTo>
                      <a:pt x="24" y="46"/>
                      <a:pt x="25" y="44"/>
                      <a:pt x="26" y="42"/>
                    </a:cubicBezTo>
                    <a:cubicBezTo>
                      <a:pt x="27" y="40"/>
                      <a:pt x="27" y="38"/>
                      <a:pt x="26" y="36"/>
                    </a:cubicBezTo>
                    <a:cubicBezTo>
                      <a:pt x="24" y="33"/>
                      <a:pt x="22" y="30"/>
                      <a:pt x="19" y="27"/>
                    </a:cubicBezTo>
                    <a:cubicBezTo>
                      <a:pt x="20" y="25"/>
                      <a:pt x="22" y="24"/>
                      <a:pt x="24" y="21"/>
                    </a:cubicBezTo>
                    <a:cubicBezTo>
                      <a:pt x="25" y="20"/>
                      <a:pt x="26" y="19"/>
                      <a:pt x="27" y="18"/>
                    </a:cubicBezTo>
                    <a:cubicBezTo>
                      <a:pt x="36" y="25"/>
                      <a:pt x="36" y="25"/>
                      <a:pt x="36" y="25"/>
                    </a:cubicBezTo>
                    <a:cubicBezTo>
                      <a:pt x="38" y="27"/>
                      <a:pt x="40" y="27"/>
                      <a:pt x="43" y="26"/>
                    </a:cubicBezTo>
                    <a:cubicBezTo>
                      <a:pt x="44" y="25"/>
                      <a:pt x="46" y="24"/>
                      <a:pt x="49" y="23"/>
                    </a:cubicBezTo>
                    <a:cubicBezTo>
                      <a:pt x="51" y="23"/>
                      <a:pt x="53" y="20"/>
                      <a:pt x="53" y="18"/>
                    </a:cubicBezTo>
                    <a:cubicBezTo>
                      <a:pt x="53" y="14"/>
                      <a:pt x="54" y="10"/>
                      <a:pt x="54" y="7"/>
                    </a:cubicBezTo>
                    <a:cubicBezTo>
                      <a:pt x="66" y="7"/>
                      <a:pt x="66" y="7"/>
                      <a:pt x="66" y="7"/>
                    </a:cubicBezTo>
                    <a:cubicBezTo>
                      <a:pt x="67" y="18"/>
                      <a:pt x="67" y="18"/>
                      <a:pt x="67" y="18"/>
                    </a:cubicBezTo>
                    <a:cubicBezTo>
                      <a:pt x="68" y="21"/>
                      <a:pt x="70" y="23"/>
                      <a:pt x="72" y="23"/>
                    </a:cubicBezTo>
                    <a:cubicBezTo>
                      <a:pt x="74" y="24"/>
                      <a:pt x="76" y="25"/>
                      <a:pt x="78" y="26"/>
                    </a:cubicBezTo>
                    <a:cubicBezTo>
                      <a:pt x="80" y="27"/>
                      <a:pt x="82" y="27"/>
                      <a:pt x="84" y="25"/>
                    </a:cubicBezTo>
                    <a:cubicBezTo>
                      <a:pt x="93" y="19"/>
                      <a:pt x="93" y="19"/>
                      <a:pt x="93" y="19"/>
                    </a:cubicBezTo>
                    <a:cubicBezTo>
                      <a:pt x="98" y="23"/>
                      <a:pt x="100" y="25"/>
                      <a:pt x="101" y="27"/>
                    </a:cubicBezTo>
                    <a:cubicBezTo>
                      <a:pt x="101" y="28"/>
                      <a:pt x="100" y="29"/>
                      <a:pt x="99" y="30"/>
                    </a:cubicBezTo>
                    <a:cubicBezTo>
                      <a:pt x="97" y="32"/>
                      <a:pt x="96" y="34"/>
                      <a:pt x="95" y="36"/>
                    </a:cubicBezTo>
                    <a:cubicBezTo>
                      <a:pt x="93" y="38"/>
                      <a:pt x="93" y="40"/>
                      <a:pt x="94" y="42"/>
                    </a:cubicBezTo>
                    <a:cubicBezTo>
                      <a:pt x="95" y="45"/>
                      <a:pt x="96" y="47"/>
                      <a:pt x="97" y="49"/>
                    </a:cubicBezTo>
                    <a:cubicBezTo>
                      <a:pt x="98" y="51"/>
                      <a:pt x="100" y="53"/>
                      <a:pt x="102" y="53"/>
                    </a:cubicBezTo>
                    <a:cubicBezTo>
                      <a:pt x="113" y="55"/>
                      <a:pt x="113" y="55"/>
                      <a:pt x="113" y="55"/>
                    </a:cubicBezTo>
                    <a:cubicBezTo>
                      <a:pt x="113" y="66"/>
                      <a:pt x="113" y="66"/>
                      <a:pt x="113" y="66"/>
                    </a:cubicBezTo>
                    <a:cubicBezTo>
                      <a:pt x="102" y="68"/>
                      <a:pt x="102" y="68"/>
                      <a:pt x="102" y="68"/>
                    </a:cubicBezTo>
                    <a:cubicBezTo>
                      <a:pt x="99" y="68"/>
                      <a:pt x="97" y="70"/>
                      <a:pt x="97" y="72"/>
                    </a:cubicBezTo>
                    <a:cubicBezTo>
                      <a:pt x="96" y="74"/>
                      <a:pt x="95" y="76"/>
                      <a:pt x="94" y="78"/>
                    </a:cubicBezTo>
                    <a:cubicBezTo>
                      <a:pt x="93" y="80"/>
                      <a:pt x="93" y="82"/>
                      <a:pt x="95" y="84"/>
                    </a:cubicBezTo>
                    <a:cubicBezTo>
                      <a:pt x="97" y="87"/>
                      <a:pt x="99" y="90"/>
                      <a:pt x="101" y="93"/>
                    </a:cubicBezTo>
                    <a:cubicBezTo>
                      <a:pt x="100" y="95"/>
                      <a:pt x="98" y="97"/>
                      <a:pt x="96" y="99"/>
                    </a:cubicBezTo>
                    <a:cubicBezTo>
                      <a:pt x="95" y="100"/>
                      <a:pt x="94" y="101"/>
                      <a:pt x="93" y="102"/>
                    </a:cubicBezTo>
                    <a:cubicBezTo>
                      <a:pt x="85" y="95"/>
                      <a:pt x="85" y="95"/>
                      <a:pt x="85" y="95"/>
                    </a:cubicBezTo>
                    <a:cubicBezTo>
                      <a:pt x="83" y="93"/>
                      <a:pt x="80" y="93"/>
                      <a:pt x="78" y="94"/>
                    </a:cubicBezTo>
                    <a:cubicBezTo>
                      <a:pt x="76" y="95"/>
                      <a:pt x="74" y="96"/>
                      <a:pt x="72" y="97"/>
                    </a:cubicBezTo>
                    <a:cubicBezTo>
                      <a:pt x="69" y="97"/>
                      <a:pt x="68" y="99"/>
                      <a:pt x="67" y="102"/>
                    </a:cubicBezTo>
                    <a:cubicBezTo>
                      <a:pt x="67" y="107"/>
                      <a:pt x="66" y="110"/>
                      <a:pt x="66" y="113"/>
                    </a:cubicBezTo>
                    <a:cubicBezTo>
                      <a:pt x="54" y="113"/>
                      <a:pt x="54" y="113"/>
                      <a:pt x="54" y="113"/>
                    </a:cubicBezTo>
                    <a:cubicBezTo>
                      <a:pt x="53" y="102"/>
                      <a:pt x="53" y="102"/>
                      <a:pt x="53" y="102"/>
                    </a:cubicBezTo>
                    <a:cubicBezTo>
                      <a:pt x="52" y="99"/>
                      <a:pt x="51" y="97"/>
                      <a:pt x="48" y="97"/>
                    </a:cubicBezTo>
                    <a:cubicBezTo>
                      <a:pt x="47" y="96"/>
                      <a:pt x="45" y="95"/>
                      <a:pt x="43" y="94"/>
                    </a:cubicBezTo>
                    <a:cubicBezTo>
                      <a:pt x="41" y="93"/>
                      <a:pt x="38" y="94"/>
                      <a:pt x="36" y="95"/>
                    </a:cubicBezTo>
                    <a:cubicBezTo>
                      <a:pt x="27" y="102"/>
                      <a:pt x="27" y="102"/>
                      <a:pt x="27" y="102"/>
                    </a:cubicBezTo>
                    <a:cubicBezTo>
                      <a:pt x="23" y="97"/>
                      <a:pt x="20" y="95"/>
                      <a:pt x="19" y="93"/>
                    </a:cubicBezTo>
                    <a:cubicBezTo>
                      <a:pt x="20" y="92"/>
                      <a:pt x="20" y="91"/>
                      <a:pt x="21" y="90"/>
                    </a:cubicBezTo>
                    <a:cubicBezTo>
                      <a:pt x="23" y="88"/>
                      <a:pt x="25" y="86"/>
                      <a:pt x="26" y="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53" tIns="41476" rIns="82953" bIns="4147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2" name="Freeform 54">
                <a:extLst>
                  <a:ext uri="{FF2B5EF4-FFF2-40B4-BE49-F238E27FC236}">
                    <a16:creationId xmlns:a16="http://schemas.microsoft.com/office/drawing/2014/main" id="{0F834FC5-7AB7-3786-D71C-5B6E094C6A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80475" y="5259388"/>
                <a:ext cx="82550" cy="79375"/>
              </a:xfrm>
              <a:custGeom>
                <a:avLst/>
                <a:gdLst>
                  <a:gd name="T0" fmla="*/ 13 w 26"/>
                  <a:gd name="T1" fmla="*/ 0 h 25"/>
                  <a:gd name="T2" fmla="*/ 4 w 26"/>
                  <a:gd name="T3" fmla="*/ 4 h 25"/>
                  <a:gd name="T4" fmla="*/ 0 w 26"/>
                  <a:gd name="T5" fmla="*/ 13 h 25"/>
                  <a:gd name="T6" fmla="*/ 4 w 26"/>
                  <a:gd name="T7" fmla="*/ 22 h 25"/>
                  <a:gd name="T8" fmla="*/ 13 w 26"/>
                  <a:gd name="T9" fmla="*/ 25 h 25"/>
                  <a:gd name="T10" fmla="*/ 22 w 26"/>
                  <a:gd name="T11" fmla="*/ 22 h 25"/>
                  <a:gd name="T12" fmla="*/ 26 w 26"/>
                  <a:gd name="T13" fmla="*/ 13 h 25"/>
                  <a:gd name="T14" fmla="*/ 22 w 26"/>
                  <a:gd name="T15" fmla="*/ 4 h 25"/>
                  <a:gd name="T16" fmla="*/ 13 w 26"/>
                  <a:gd name="T17" fmla="*/ 0 h 25"/>
                  <a:gd name="T18" fmla="*/ 18 w 26"/>
                  <a:gd name="T19" fmla="*/ 13 h 25"/>
                  <a:gd name="T20" fmla="*/ 17 w 26"/>
                  <a:gd name="T21" fmla="*/ 17 h 25"/>
                  <a:gd name="T22" fmla="*/ 13 w 26"/>
                  <a:gd name="T23" fmla="*/ 18 h 25"/>
                  <a:gd name="T24" fmla="*/ 9 w 26"/>
                  <a:gd name="T25" fmla="*/ 17 h 25"/>
                  <a:gd name="T26" fmla="*/ 7 w 26"/>
                  <a:gd name="T27" fmla="*/ 13 h 25"/>
                  <a:gd name="T28" fmla="*/ 9 w 26"/>
                  <a:gd name="T29" fmla="*/ 9 h 25"/>
                  <a:gd name="T30" fmla="*/ 13 w 26"/>
                  <a:gd name="T31" fmla="*/ 7 h 25"/>
                  <a:gd name="T32" fmla="*/ 17 w 26"/>
                  <a:gd name="T33" fmla="*/ 9 h 25"/>
                  <a:gd name="T34" fmla="*/ 18 w 26"/>
                  <a:gd name="T35" fmla="*/ 13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6" h="25">
                    <a:moveTo>
                      <a:pt x="13" y="0"/>
                    </a:moveTo>
                    <a:cubicBezTo>
                      <a:pt x="9" y="0"/>
                      <a:pt x="6" y="1"/>
                      <a:pt x="4" y="4"/>
                    </a:cubicBezTo>
                    <a:cubicBezTo>
                      <a:pt x="1" y="6"/>
                      <a:pt x="0" y="9"/>
                      <a:pt x="0" y="13"/>
                    </a:cubicBezTo>
                    <a:cubicBezTo>
                      <a:pt x="0" y="16"/>
                      <a:pt x="1" y="19"/>
                      <a:pt x="4" y="22"/>
                    </a:cubicBezTo>
                    <a:cubicBezTo>
                      <a:pt x="6" y="24"/>
                      <a:pt x="9" y="25"/>
                      <a:pt x="13" y="25"/>
                    </a:cubicBezTo>
                    <a:cubicBezTo>
                      <a:pt x="16" y="25"/>
                      <a:pt x="19" y="24"/>
                      <a:pt x="22" y="22"/>
                    </a:cubicBezTo>
                    <a:cubicBezTo>
                      <a:pt x="24" y="19"/>
                      <a:pt x="26" y="16"/>
                      <a:pt x="26" y="13"/>
                    </a:cubicBezTo>
                    <a:cubicBezTo>
                      <a:pt x="26" y="9"/>
                      <a:pt x="24" y="6"/>
                      <a:pt x="22" y="4"/>
                    </a:cubicBezTo>
                    <a:cubicBezTo>
                      <a:pt x="19" y="1"/>
                      <a:pt x="16" y="0"/>
                      <a:pt x="13" y="0"/>
                    </a:cubicBezTo>
                    <a:close/>
                    <a:moveTo>
                      <a:pt x="18" y="13"/>
                    </a:moveTo>
                    <a:cubicBezTo>
                      <a:pt x="18" y="14"/>
                      <a:pt x="18" y="15"/>
                      <a:pt x="17" y="17"/>
                    </a:cubicBezTo>
                    <a:cubicBezTo>
                      <a:pt x="16" y="18"/>
                      <a:pt x="14" y="18"/>
                      <a:pt x="13" y="18"/>
                    </a:cubicBezTo>
                    <a:cubicBezTo>
                      <a:pt x="11" y="18"/>
                      <a:pt x="10" y="18"/>
                      <a:pt x="9" y="17"/>
                    </a:cubicBezTo>
                    <a:cubicBezTo>
                      <a:pt x="8" y="15"/>
                      <a:pt x="7" y="14"/>
                      <a:pt x="7" y="13"/>
                    </a:cubicBezTo>
                    <a:cubicBezTo>
                      <a:pt x="7" y="11"/>
                      <a:pt x="8" y="10"/>
                      <a:pt x="9" y="9"/>
                    </a:cubicBezTo>
                    <a:cubicBezTo>
                      <a:pt x="10" y="7"/>
                      <a:pt x="11" y="7"/>
                      <a:pt x="13" y="7"/>
                    </a:cubicBezTo>
                    <a:cubicBezTo>
                      <a:pt x="14" y="7"/>
                      <a:pt x="16" y="7"/>
                      <a:pt x="17" y="9"/>
                    </a:cubicBezTo>
                    <a:cubicBezTo>
                      <a:pt x="18" y="10"/>
                      <a:pt x="18" y="11"/>
                      <a:pt x="18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53" tIns="41476" rIns="82953" bIns="4147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3" name="Freeform 55">
                <a:extLst>
                  <a:ext uri="{FF2B5EF4-FFF2-40B4-BE49-F238E27FC236}">
                    <a16:creationId xmlns:a16="http://schemas.microsoft.com/office/drawing/2014/main" id="{B35A9119-7F43-F89A-9970-3308EE7A129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07450" y="5189538"/>
                <a:ext cx="228600" cy="220663"/>
              </a:xfrm>
              <a:custGeom>
                <a:avLst/>
                <a:gdLst>
                  <a:gd name="T0" fmla="*/ 43 w 72"/>
                  <a:gd name="T1" fmla="*/ 65 h 70"/>
                  <a:gd name="T2" fmla="*/ 60 w 72"/>
                  <a:gd name="T3" fmla="*/ 63 h 70"/>
                  <a:gd name="T4" fmla="*/ 56 w 72"/>
                  <a:gd name="T5" fmla="*/ 49 h 70"/>
                  <a:gd name="T6" fmla="*/ 72 w 72"/>
                  <a:gd name="T7" fmla="*/ 41 h 70"/>
                  <a:gd name="T8" fmla="*/ 58 w 72"/>
                  <a:gd name="T9" fmla="*/ 24 h 70"/>
                  <a:gd name="T10" fmla="*/ 60 w 72"/>
                  <a:gd name="T11" fmla="*/ 8 h 70"/>
                  <a:gd name="T12" fmla="*/ 48 w 72"/>
                  <a:gd name="T13" fmla="*/ 0 h 70"/>
                  <a:gd name="T14" fmla="*/ 46 w 72"/>
                  <a:gd name="T15" fmla="*/ 0 h 70"/>
                  <a:gd name="T16" fmla="*/ 34 w 72"/>
                  <a:gd name="T17" fmla="*/ 10 h 70"/>
                  <a:gd name="T18" fmla="*/ 24 w 72"/>
                  <a:gd name="T19" fmla="*/ 0 h 70"/>
                  <a:gd name="T20" fmla="*/ 15 w 72"/>
                  <a:gd name="T21" fmla="*/ 4 h 70"/>
                  <a:gd name="T22" fmla="*/ 11 w 72"/>
                  <a:gd name="T23" fmla="*/ 8 h 70"/>
                  <a:gd name="T24" fmla="*/ 14 w 72"/>
                  <a:gd name="T25" fmla="*/ 24 h 70"/>
                  <a:gd name="T26" fmla="*/ 0 w 72"/>
                  <a:gd name="T27" fmla="*/ 41 h 70"/>
                  <a:gd name="T28" fmla="*/ 16 w 72"/>
                  <a:gd name="T29" fmla="*/ 49 h 70"/>
                  <a:gd name="T30" fmla="*/ 12 w 72"/>
                  <a:gd name="T31" fmla="*/ 63 h 70"/>
                  <a:gd name="T32" fmla="*/ 29 w 72"/>
                  <a:gd name="T33" fmla="*/ 65 h 70"/>
                  <a:gd name="T34" fmla="*/ 38 w 72"/>
                  <a:gd name="T35" fmla="*/ 59 h 70"/>
                  <a:gd name="T36" fmla="*/ 52 w 72"/>
                  <a:gd name="T37" fmla="*/ 41 h 70"/>
                  <a:gd name="T38" fmla="*/ 49 w 72"/>
                  <a:gd name="T39" fmla="*/ 51 h 70"/>
                  <a:gd name="T40" fmla="*/ 49 w 72"/>
                  <a:gd name="T41" fmla="*/ 61 h 70"/>
                  <a:gd name="T42" fmla="*/ 44 w 72"/>
                  <a:gd name="T43" fmla="*/ 55 h 70"/>
                  <a:gd name="T44" fmla="*/ 34 w 72"/>
                  <a:gd name="T45" fmla="*/ 52 h 70"/>
                  <a:gd name="T46" fmla="*/ 23 w 72"/>
                  <a:gd name="T47" fmla="*/ 60 h 70"/>
                  <a:gd name="T48" fmla="*/ 19 w 72"/>
                  <a:gd name="T49" fmla="*/ 59 h 70"/>
                  <a:gd name="T50" fmla="*/ 22 w 72"/>
                  <a:gd name="T51" fmla="*/ 45 h 70"/>
                  <a:gd name="T52" fmla="*/ 15 w 72"/>
                  <a:gd name="T53" fmla="*/ 38 h 70"/>
                  <a:gd name="T54" fmla="*/ 7 w 72"/>
                  <a:gd name="T55" fmla="*/ 32 h 70"/>
                  <a:gd name="T56" fmla="*/ 20 w 72"/>
                  <a:gd name="T57" fmla="*/ 28 h 70"/>
                  <a:gd name="T58" fmla="*/ 23 w 72"/>
                  <a:gd name="T59" fmla="*/ 18 h 70"/>
                  <a:gd name="T60" fmla="*/ 23 w 72"/>
                  <a:gd name="T61" fmla="*/ 8 h 70"/>
                  <a:gd name="T62" fmla="*/ 28 w 72"/>
                  <a:gd name="T63" fmla="*/ 15 h 70"/>
                  <a:gd name="T64" fmla="*/ 36 w 72"/>
                  <a:gd name="T65" fmla="*/ 17 h 70"/>
                  <a:gd name="T66" fmla="*/ 44 w 72"/>
                  <a:gd name="T67" fmla="*/ 15 h 70"/>
                  <a:gd name="T68" fmla="*/ 52 w 72"/>
                  <a:gd name="T69" fmla="*/ 10 h 70"/>
                  <a:gd name="T70" fmla="*/ 50 w 72"/>
                  <a:gd name="T71" fmla="*/ 24 h 70"/>
                  <a:gd name="T72" fmla="*/ 57 w 72"/>
                  <a:gd name="T73" fmla="*/ 31 h 70"/>
                  <a:gd name="T74" fmla="*/ 65 w 72"/>
                  <a:gd name="T75" fmla="*/ 37 h 70"/>
                  <a:gd name="T76" fmla="*/ 52 w 72"/>
                  <a:gd name="T77" fmla="*/ 41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2" h="70">
                    <a:moveTo>
                      <a:pt x="42" y="64"/>
                    </a:moveTo>
                    <a:cubicBezTo>
                      <a:pt x="42" y="65"/>
                      <a:pt x="42" y="65"/>
                      <a:pt x="43" y="65"/>
                    </a:cubicBezTo>
                    <a:cubicBezTo>
                      <a:pt x="46" y="69"/>
                      <a:pt x="47" y="70"/>
                      <a:pt x="48" y="70"/>
                    </a:cubicBezTo>
                    <a:cubicBezTo>
                      <a:pt x="48" y="70"/>
                      <a:pt x="48" y="70"/>
                      <a:pt x="60" y="63"/>
                    </a:cubicBezTo>
                    <a:cubicBezTo>
                      <a:pt x="60" y="62"/>
                      <a:pt x="60" y="62"/>
                      <a:pt x="60" y="61"/>
                    </a:cubicBezTo>
                    <a:cubicBezTo>
                      <a:pt x="60" y="60"/>
                      <a:pt x="60" y="58"/>
                      <a:pt x="56" y="49"/>
                    </a:cubicBezTo>
                    <a:cubicBezTo>
                      <a:pt x="57" y="48"/>
                      <a:pt x="58" y="46"/>
                      <a:pt x="58" y="45"/>
                    </a:cubicBezTo>
                    <a:cubicBezTo>
                      <a:pt x="71" y="43"/>
                      <a:pt x="72" y="42"/>
                      <a:pt x="72" y="41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2" y="27"/>
                      <a:pt x="71" y="26"/>
                      <a:pt x="58" y="24"/>
                    </a:cubicBezTo>
                    <a:cubicBezTo>
                      <a:pt x="57" y="23"/>
                      <a:pt x="57" y="21"/>
                      <a:pt x="56" y="20"/>
                    </a:cubicBezTo>
                    <a:cubicBezTo>
                      <a:pt x="60" y="11"/>
                      <a:pt x="60" y="9"/>
                      <a:pt x="60" y="8"/>
                    </a:cubicBezTo>
                    <a:cubicBezTo>
                      <a:pt x="60" y="7"/>
                      <a:pt x="60" y="7"/>
                      <a:pt x="60" y="6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4" y="3"/>
                      <a:pt x="41" y="6"/>
                      <a:pt x="38" y="10"/>
                    </a:cubicBezTo>
                    <a:cubicBezTo>
                      <a:pt x="36" y="10"/>
                      <a:pt x="36" y="10"/>
                      <a:pt x="34" y="10"/>
                    </a:cubicBezTo>
                    <a:cubicBezTo>
                      <a:pt x="33" y="9"/>
                      <a:pt x="31" y="7"/>
                      <a:pt x="29" y="4"/>
                    </a:cubicBezTo>
                    <a:cubicBezTo>
                      <a:pt x="26" y="0"/>
                      <a:pt x="25" y="0"/>
                      <a:pt x="24" y="0"/>
                    </a:cubicBezTo>
                    <a:cubicBezTo>
                      <a:pt x="24" y="0"/>
                      <a:pt x="24" y="0"/>
                      <a:pt x="21" y="1"/>
                    </a:cubicBezTo>
                    <a:cubicBezTo>
                      <a:pt x="19" y="2"/>
                      <a:pt x="17" y="3"/>
                      <a:pt x="15" y="4"/>
                    </a:cubicBezTo>
                    <a:cubicBezTo>
                      <a:pt x="14" y="5"/>
                      <a:pt x="12" y="6"/>
                      <a:pt x="12" y="6"/>
                    </a:cubicBezTo>
                    <a:cubicBezTo>
                      <a:pt x="12" y="7"/>
                      <a:pt x="11" y="7"/>
                      <a:pt x="11" y="8"/>
                    </a:cubicBezTo>
                    <a:cubicBezTo>
                      <a:pt x="11" y="9"/>
                      <a:pt x="12" y="11"/>
                      <a:pt x="16" y="20"/>
                    </a:cubicBezTo>
                    <a:cubicBezTo>
                      <a:pt x="15" y="22"/>
                      <a:pt x="14" y="23"/>
                      <a:pt x="14" y="24"/>
                    </a:cubicBezTo>
                    <a:cubicBezTo>
                      <a:pt x="1" y="26"/>
                      <a:pt x="0" y="27"/>
                      <a:pt x="0" y="28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2"/>
                      <a:pt x="1" y="43"/>
                      <a:pt x="14" y="45"/>
                    </a:cubicBezTo>
                    <a:cubicBezTo>
                      <a:pt x="14" y="46"/>
                      <a:pt x="15" y="47"/>
                      <a:pt x="16" y="49"/>
                    </a:cubicBezTo>
                    <a:cubicBezTo>
                      <a:pt x="12" y="58"/>
                      <a:pt x="11" y="60"/>
                      <a:pt x="11" y="61"/>
                    </a:cubicBezTo>
                    <a:cubicBezTo>
                      <a:pt x="11" y="62"/>
                      <a:pt x="11" y="62"/>
                      <a:pt x="12" y="63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5" y="70"/>
                      <a:pt x="26" y="69"/>
                      <a:pt x="29" y="65"/>
                    </a:cubicBezTo>
                    <a:cubicBezTo>
                      <a:pt x="31" y="62"/>
                      <a:pt x="33" y="60"/>
                      <a:pt x="34" y="59"/>
                    </a:cubicBezTo>
                    <a:cubicBezTo>
                      <a:pt x="36" y="59"/>
                      <a:pt x="36" y="59"/>
                      <a:pt x="38" y="59"/>
                    </a:cubicBezTo>
                    <a:cubicBezTo>
                      <a:pt x="39" y="60"/>
                      <a:pt x="40" y="62"/>
                      <a:pt x="42" y="64"/>
                    </a:cubicBezTo>
                    <a:moveTo>
                      <a:pt x="52" y="41"/>
                    </a:moveTo>
                    <a:cubicBezTo>
                      <a:pt x="51" y="43"/>
                      <a:pt x="51" y="44"/>
                      <a:pt x="50" y="45"/>
                    </a:cubicBezTo>
                    <a:cubicBezTo>
                      <a:pt x="48" y="47"/>
                      <a:pt x="48" y="49"/>
                      <a:pt x="49" y="51"/>
                    </a:cubicBezTo>
                    <a:cubicBezTo>
                      <a:pt x="50" y="54"/>
                      <a:pt x="52" y="57"/>
                      <a:pt x="52" y="59"/>
                    </a:cubicBezTo>
                    <a:cubicBezTo>
                      <a:pt x="51" y="60"/>
                      <a:pt x="50" y="60"/>
                      <a:pt x="49" y="6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46" y="57"/>
                      <a:pt x="44" y="55"/>
                      <a:pt x="44" y="55"/>
                    </a:cubicBezTo>
                    <a:cubicBezTo>
                      <a:pt x="43" y="53"/>
                      <a:pt x="40" y="52"/>
                      <a:pt x="38" y="52"/>
                    </a:cubicBezTo>
                    <a:cubicBezTo>
                      <a:pt x="36" y="52"/>
                      <a:pt x="36" y="52"/>
                      <a:pt x="34" y="52"/>
                    </a:cubicBezTo>
                    <a:cubicBezTo>
                      <a:pt x="31" y="52"/>
                      <a:pt x="29" y="53"/>
                      <a:pt x="28" y="55"/>
                    </a:cubicBezTo>
                    <a:cubicBezTo>
                      <a:pt x="27" y="55"/>
                      <a:pt x="26" y="57"/>
                      <a:pt x="23" y="60"/>
                    </a:cubicBezTo>
                    <a:cubicBezTo>
                      <a:pt x="23" y="61"/>
                      <a:pt x="23" y="61"/>
                      <a:pt x="23" y="61"/>
                    </a:cubicBezTo>
                    <a:cubicBezTo>
                      <a:pt x="22" y="60"/>
                      <a:pt x="21" y="60"/>
                      <a:pt x="19" y="59"/>
                    </a:cubicBezTo>
                    <a:cubicBezTo>
                      <a:pt x="20" y="57"/>
                      <a:pt x="21" y="54"/>
                      <a:pt x="23" y="51"/>
                    </a:cubicBezTo>
                    <a:cubicBezTo>
                      <a:pt x="24" y="49"/>
                      <a:pt x="23" y="47"/>
                      <a:pt x="22" y="45"/>
                    </a:cubicBezTo>
                    <a:cubicBezTo>
                      <a:pt x="21" y="44"/>
                      <a:pt x="20" y="43"/>
                      <a:pt x="20" y="41"/>
                    </a:cubicBezTo>
                    <a:cubicBezTo>
                      <a:pt x="19" y="39"/>
                      <a:pt x="17" y="38"/>
                      <a:pt x="15" y="38"/>
                    </a:cubicBezTo>
                    <a:cubicBezTo>
                      <a:pt x="11" y="37"/>
                      <a:pt x="9" y="37"/>
                      <a:pt x="7" y="37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9" y="32"/>
                      <a:pt x="11" y="32"/>
                      <a:pt x="15" y="31"/>
                    </a:cubicBezTo>
                    <a:cubicBezTo>
                      <a:pt x="17" y="31"/>
                      <a:pt x="19" y="30"/>
                      <a:pt x="20" y="28"/>
                    </a:cubicBezTo>
                    <a:cubicBezTo>
                      <a:pt x="20" y="26"/>
                      <a:pt x="21" y="25"/>
                      <a:pt x="22" y="24"/>
                    </a:cubicBezTo>
                    <a:cubicBezTo>
                      <a:pt x="23" y="22"/>
                      <a:pt x="24" y="20"/>
                      <a:pt x="23" y="18"/>
                    </a:cubicBezTo>
                    <a:cubicBezTo>
                      <a:pt x="21" y="14"/>
                      <a:pt x="20" y="12"/>
                      <a:pt x="19" y="10"/>
                    </a:cubicBezTo>
                    <a:cubicBezTo>
                      <a:pt x="21" y="10"/>
                      <a:pt x="22" y="9"/>
                      <a:pt x="23" y="8"/>
                    </a:cubicBezTo>
                    <a:cubicBezTo>
                      <a:pt x="23" y="8"/>
                      <a:pt x="23" y="9"/>
                      <a:pt x="24" y="9"/>
                    </a:cubicBezTo>
                    <a:cubicBezTo>
                      <a:pt x="26" y="12"/>
                      <a:pt x="27" y="14"/>
                      <a:pt x="28" y="15"/>
                    </a:cubicBezTo>
                    <a:cubicBezTo>
                      <a:pt x="29" y="16"/>
                      <a:pt x="31" y="18"/>
                      <a:pt x="34" y="17"/>
                    </a:cubicBezTo>
                    <a:cubicBezTo>
                      <a:pt x="35" y="17"/>
                      <a:pt x="35" y="17"/>
                      <a:pt x="36" y="17"/>
                    </a:cubicBezTo>
                    <a:cubicBezTo>
                      <a:pt x="36" y="17"/>
                      <a:pt x="37" y="17"/>
                      <a:pt x="38" y="17"/>
                    </a:cubicBezTo>
                    <a:cubicBezTo>
                      <a:pt x="40" y="18"/>
                      <a:pt x="42" y="17"/>
                      <a:pt x="44" y="15"/>
                    </a:cubicBezTo>
                    <a:cubicBezTo>
                      <a:pt x="45" y="12"/>
                      <a:pt x="47" y="10"/>
                      <a:pt x="49" y="8"/>
                    </a:cubicBezTo>
                    <a:cubicBezTo>
                      <a:pt x="50" y="9"/>
                      <a:pt x="51" y="9"/>
                      <a:pt x="52" y="10"/>
                    </a:cubicBezTo>
                    <a:cubicBezTo>
                      <a:pt x="52" y="12"/>
                      <a:pt x="50" y="15"/>
                      <a:pt x="49" y="18"/>
                    </a:cubicBezTo>
                    <a:cubicBezTo>
                      <a:pt x="48" y="20"/>
                      <a:pt x="48" y="22"/>
                      <a:pt x="50" y="24"/>
                    </a:cubicBezTo>
                    <a:cubicBezTo>
                      <a:pt x="51" y="25"/>
                      <a:pt x="51" y="26"/>
                      <a:pt x="52" y="28"/>
                    </a:cubicBezTo>
                    <a:cubicBezTo>
                      <a:pt x="53" y="30"/>
                      <a:pt x="55" y="31"/>
                      <a:pt x="57" y="31"/>
                    </a:cubicBezTo>
                    <a:cubicBezTo>
                      <a:pt x="60" y="32"/>
                      <a:pt x="63" y="32"/>
                      <a:pt x="65" y="32"/>
                    </a:cubicBezTo>
                    <a:cubicBezTo>
                      <a:pt x="65" y="37"/>
                      <a:pt x="65" y="37"/>
                      <a:pt x="65" y="37"/>
                    </a:cubicBezTo>
                    <a:cubicBezTo>
                      <a:pt x="63" y="37"/>
                      <a:pt x="60" y="37"/>
                      <a:pt x="57" y="38"/>
                    </a:cubicBezTo>
                    <a:cubicBezTo>
                      <a:pt x="55" y="38"/>
                      <a:pt x="53" y="39"/>
                      <a:pt x="52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53" tIns="41476" rIns="82953" bIns="4147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4" name="Freeform 56">
                <a:extLst>
                  <a:ext uri="{FF2B5EF4-FFF2-40B4-BE49-F238E27FC236}">
                    <a16:creationId xmlns:a16="http://schemas.microsoft.com/office/drawing/2014/main" id="{C21C1B92-8FDD-E4C1-0EBB-4A3884445FC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80475" y="4913313"/>
                <a:ext cx="82550" cy="79375"/>
              </a:xfrm>
              <a:custGeom>
                <a:avLst/>
                <a:gdLst>
                  <a:gd name="T0" fmla="*/ 4 w 26"/>
                  <a:gd name="T1" fmla="*/ 22 h 25"/>
                  <a:gd name="T2" fmla="*/ 13 w 26"/>
                  <a:gd name="T3" fmla="*/ 25 h 25"/>
                  <a:gd name="T4" fmla="*/ 22 w 26"/>
                  <a:gd name="T5" fmla="*/ 22 h 25"/>
                  <a:gd name="T6" fmla="*/ 26 w 26"/>
                  <a:gd name="T7" fmla="*/ 13 h 25"/>
                  <a:gd name="T8" fmla="*/ 22 w 26"/>
                  <a:gd name="T9" fmla="*/ 4 h 25"/>
                  <a:gd name="T10" fmla="*/ 13 w 26"/>
                  <a:gd name="T11" fmla="*/ 0 h 25"/>
                  <a:gd name="T12" fmla="*/ 4 w 26"/>
                  <a:gd name="T13" fmla="*/ 4 h 25"/>
                  <a:gd name="T14" fmla="*/ 0 w 26"/>
                  <a:gd name="T15" fmla="*/ 13 h 25"/>
                  <a:gd name="T16" fmla="*/ 4 w 26"/>
                  <a:gd name="T17" fmla="*/ 22 h 25"/>
                  <a:gd name="T18" fmla="*/ 7 w 26"/>
                  <a:gd name="T19" fmla="*/ 13 h 25"/>
                  <a:gd name="T20" fmla="*/ 9 w 26"/>
                  <a:gd name="T21" fmla="*/ 9 h 25"/>
                  <a:gd name="T22" fmla="*/ 13 w 26"/>
                  <a:gd name="T23" fmla="*/ 7 h 25"/>
                  <a:gd name="T24" fmla="*/ 17 w 26"/>
                  <a:gd name="T25" fmla="*/ 9 h 25"/>
                  <a:gd name="T26" fmla="*/ 18 w 26"/>
                  <a:gd name="T27" fmla="*/ 13 h 25"/>
                  <a:gd name="T28" fmla="*/ 17 w 26"/>
                  <a:gd name="T29" fmla="*/ 17 h 25"/>
                  <a:gd name="T30" fmla="*/ 13 w 26"/>
                  <a:gd name="T31" fmla="*/ 18 h 25"/>
                  <a:gd name="T32" fmla="*/ 9 w 26"/>
                  <a:gd name="T33" fmla="*/ 17 h 25"/>
                  <a:gd name="T34" fmla="*/ 7 w 26"/>
                  <a:gd name="T35" fmla="*/ 13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6" h="25">
                    <a:moveTo>
                      <a:pt x="4" y="22"/>
                    </a:moveTo>
                    <a:cubicBezTo>
                      <a:pt x="6" y="24"/>
                      <a:pt x="9" y="25"/>
                      <a:pt x="13" y="25"/>
                    </a:cubicBezTo>
                    <a:cubicBezTo>
                      <a:pt x="16" y="25"/>
                      <a:pt x="19" y="24"/>
                      <a:pt x="22" y="22"/>
                    </a:cubicBezTo>
                    <a:cubicBezTo>
                      <a:pt x="24" y="19"/>
                      <a:pt x="26" y="16"/>
                      <a:pt x="26" y="13"/>
                    </a:cubicBezTo>
                    <a:cubicBezTo>
                      <a:pt x="26" y="9"/>
                      <a:pt x="24" y="6"/>
                      <a:pt x="22" y="4"/>
                    </a:cubicBezTo>
                    <a:cubicBezTo>
                      <a:pt x="19" y="1"/>
                      <a:pt x="16" y="0"/>
                      <a:pt x="13" y="0"/>
                    </a:cubicBezTo>
                    <a:cubicBezTo>
                      <a:pt x="9" y="0"/>
                      <a:pt x="6" y="1"/>
                      <a:pt x="4" y="4"/>
                    </a:cubicBezTo>
                    <a:cubicBezTo>
                      <a:pt x="1" y="6"/>
                      <a:pt x="0" y="9"/>
                      <a:pt x="0" y="13"/>
                    </a:cubicBezTo>
                    <a:cubicBezTo>
                      <a:pt x="0" y="16"/>
                      <a:pt x="1" y="19"/>
                      <a:pt x="4" y="22"/>
                    </a:cubicBezTo>
                    <a:close/>
                    <a:moveTo>
                      <a:pt x="7" y="13"/>
                    </a:moveTo>
                    <a:cubicBezTo>
                      <a:pt x="7" y="11"/>
                      <a:pt x="8" y="10"/>
                      <a:pt x="9" y="9"/>
                    </a:cubicBezTo>
                    <a:cubicBezTo>
                      <a:pt x="10" y="7"/>
                      <a:pt x="11" y="7"/>
                      <a:pt x="13" y="7"/>
                    </a:cubicBezTo>
                    <a:cubicBezTo>
                      <a:pt x="14" y="7"/>
                      <a:pt x="16" y="7"/>
                      <a:pt x="17" y="9"/>
                    </a:cubicBezTo>
                    <a:cubicBezTo>
                      <a:pt x="18" y="10"/>
                      <a:pt x="18" y="11"/>
                      <a:pt x="18" y="13"/>
                    </a:cubicBezTo>
                    <a:cubicBezTo>
                      <a:pt x="18" y="14"/>
                      <a:pt x="18" y="15"/>
                      <a:pt x="17" y="17"/>
                    </a:cubicBezTo>
                    <a:cubicBezTo>
                      <a:pt x="16" y="18"/>
                      <a:pt x="14" y="18"/>
                      <a:pt x="13" y="18"/>
                    </a:cubicBezTo>
                    <a:cubicBezTo>
                      <a:pt x="11" y="18"/>
                      <a:pt x="10" y="18"/>
                      <a:pt x="9" y="17"/>
                    </a:cubicBezTo>
                    <a:cubicBezTo>
                      <a:pt x="8" y="15"/>
                      <a:pt x="7" y="14"/>
                      <a:pt x="7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53" tIns="41476" rIns="82953" bIns="4147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5" name="Freeform 57">
                <a:extLst>
                  <a:ext uri="{FF2B5EF4-FFF2-40B4-BE49-F238E27FC236}">
                    <a16:creationId xmlns:a16="http://schemas.microsoft.com/office/drawing/2014/main" id="{CA907993-3029-0E49-CD62-D44AE0DCE4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07450" y="4843463"/>
                <a:ext cx="228600" cy="222250"/>
              </a:xfrm>
              <a:custGeom>
                <a:avLst/>
                <a:gdLst>
                  <a:gd name="T0" fmla="*/ 56 w 72"/>
                  <a:gd name="T1" fmla="*/ 20 h 70"/>
                  <a:gd name="T2" fmla="*/ 60 w 72"/>
                  <a:gd name="T3" fmla="*/ 6 h 70"/>
                  <a:gd name="T4" fmla="*/ 47 w 72"/>
                  <a:gd name="T5" fmla="*/ 0 h 70"/>
                  <a:gd name="T6" fmla="*/ 38 w 72"/>
                  <a:gd name="T7" fmla="*/ 10 h 70"/>
                  <a:gd name="T8" fmla="*/ 29 w 72"/>
                  <a:gd name="T9" fmla="*/ 4 h 70"/>
                  <a:gd name="T10" fmla="*/ 21 w 72"/>
                  <a:gd name="T11" fmla="*/ 1 h 70"/>
                  <a:gd name="T12" fmla="*/ 12 w 72"/>
                  <a:gd name="T13" fmla="*/ 6 h 70"/>
                  <a:gd name="T14" fmla="*/ 16 w 72"/>
                  <a:gd name="T15" fmla="*/ 20 h 70"/>
                  <a:gd name="T16" fmla="*/ 0 w 72"/>
                  <a:gd name="T17" fmla="*/ 28 h 70"/>
                  <a:gd name="T18" fmla="*/ 14 w 72"/>
                  <a:gd name="T19" fmla="*/ 45 h 70"/>
                  <a:gd name="T20" fmla="*/ 11 w 72"/>
                  <a:gd name="T21" fmla="*/ 62 h 70"/>
                  <a:gd name="T22" fmla="*/ 24 w 72"/>
                  <a:gd name="T23" fmla="*/ 70 h 70"/>
                  <a:gd name="T24" fmla="*/ 34 w 72"/>
                  <a:gd name="T25" fmla="*/ 59 h 70"/>
                  <a:gd name="T26" fmla="*/ 43 w 72"/>
                  <a:gd name="T27" fmla="*/ 65 h 70"/>
                  <a:gd name="T28" fmla="*/ 60 w 72"/>
                  <a:gd name="T29" fmla="*/ 63 h 70"/>
                  <a:gd name="T30" fmla="*/ 56 w 72"/>
                  <a:gd name="T31" fmla="*/ 49 h 70"/>
                  <a:gd name="T32" fmla="*/ 72 w 72"/>
                  <a:gd name="T33" fmla="*/ 41 h 70"/>
                  <a:gd name="T34" fmla="*/ 58 w 72"/>
                  <a:gd name="T35" fmla="*/ 24 h 70"/>
                  <a:gd name="T36" fmla="*/ 24 w 72"/>
                  <a:gd name="T37" fmla="*/ 9 h 70"/>
                  <a:gd name="T38" fmla="*/ 34 w 72"/>
                  <a:gd name="T39" fmla="*/ 17 h 70"/>
                  <a:gd name="T40" fmla="*/ 38 w 72"/>
                  <a:gd name="T41" fmla="*/ 17 h 70"/>
                  <a:gd name="T42" fmla="*/ 49 w 72"/>
                  <a:gd name="T43" fmla="*/ 8 h 70"/>
                  <a:gd name="T44" fmla="*/ 49 w 72"/>
                  <a:gd name="T45" fmla="*/ 18 h 70"/>
                  <a:gd name="T46" fmla="*/ 52 w 72"/>
                  <a:gd name="T47" fmla="*/ 28 h 70"/>
                  <a:gd name="T48" fmla="*/ 65 w 72"/>
                  <a:gd name="T49" fmla="*/ 33 h 70"/>
                  <a:gd name="T50" fmla="*/ 57 w 72"/>
                  <a:gd name="T51" fmla="*/ 38 h 70"/>
                  <a:gd name="T52" fmla="*/ 50 w 72"/>
                  <a:gd name="T53" fmla="*/ 45 h 70"/>
                  <a:gd name="T54" fmla="*/ 52 w 72"/>
                  <a:gd name="T55" fmla="*/ 59 h 70"/>
                  <a:gd name="T56" fmla="*/ 48 w 72"/>
                  <a:gd name="T57" fmla="*/ 61 h 70"/>
                  <a:gd name="T58" fmla="*/ 38 w 72"/>
                  <a:gd name="T59" fmla="*/ 52 h 70"/>
                  <a:gd name="T60" fmla="*/ 34 w 72"/>
                  <a:gd name="T61" fmla="*/ 52 h 70"/>
                  <a:gd name="T62" fmla="*/ 23 w 72"/>
                  <a:gd name="T63" fmla="*/ 61 h 70"/>
                  <a:gd name="T64" fmla="*/ 19 w 72"/>
                  <a:gd name="T65" fmla="*/ 59 h 70"/>
                  <a:gd name="T66" fmla="*/ 22 w 72"/>
                  <a:gd name="T67" fmla="*/ 45 h 70"/>
                  <a:gd name="T68" fmla="*/ 15 w 72"/>
                  <a:gd name="T69" fmla="*/ 38 h 70"/>
                  <a:gd name="T70" fmla="*/ 7 w 72"/>
                  <a:gd name="T71" fmla="*/ 33 h 70"/>
                  <a:gd name="T72" fmla="*/ 20 w 72"/>
                  <a:gd name="T73" fmla="*/ 28 h 70"/>
                  <a:gd name="T74" fmla="*/ 23 w 72"/>
                  <a:gd name="T75" fmla="*/ 18 h 70"/>
                  <a:gd name="T76" fmla="*/ 23 w 72"/>
                  <a:gd name="T77" fmla="*/ 8 h 70"/>
                  <a:gd name="T78" fmla="*/ 19 w 72"/>
                  <a:gd name="T79" fmla="*/ 1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72" h="70">
                    <a:moveTo>
                      <a:pt x="58" y="24"/>
                    </a:moveTo>
                    <a:cubicBezTo>
                      <a:pt x="57" y="23"/>
                      <a:pt x="57" y="22"/>
                      <a:pt x="56" y="20"/>
                    </a:cubicBezTo>
                    <a:cubicBezTo>
                      <a:pt x="60" y="11"/>
                      <a:pt x="60" y="9"/>
                      <a:pt x="60" y="8"/>
                    </a:cubicBezTo>
                    <a:cubicBezTo>
                      <a:pt x="60" y="7"/>
                      <a:pt x="60" y="7"/>
                      <a:pt x="60" y="6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4" y="3"/>
                      <a:pt x="41" y="6"/>
                      <a:pt x="38" y="10"/>
                    </a:cubicBezTo>
                    <a:cubicBezTo>
                      <a:pt x="36" y="10"/>
                      <a:pt x="36" y="10"/>
                      <a:pt x="34" y="10"/>
                    </a:cubicBezTo>
                    <a:cubicBezTo>
                      <a:pt x="33" y="9"/>
                      <a:pt x="31" y="7"/>
                      <a:pt x="29" y="4"/>
                    </a:cubicBezTo>
                    <a:cubicBezTo>
                      <a:pt x="26" y="0"/>
                      <a:pt x="25" y="0"/>
                      <a:pt x="24" y="0"/>
                    </a:cubicBezTo>
                    <a:cubicBezTo>
                      <a:pt x="24" y="0"/>
                      <a:pt x="24" y="0"/>
                      <a:pt x="21" y="1"/>
                    </a:cubicBezTo>
                    <a:cubicBezTo>
                      <a:pt x="19" y="2"/>
                      <a:pt x="17" y="3"/>
                      <a:pt x="15" y="4"/>
                    </a:cubicBezTo>
                    <a:cubicBezTo>
                      <a:pt x="14" y="6"/>
                      <a:pt x="12" y="6"/>
                      <a:pt x="12" y="6"/>
                    </a:cubicBezTo>
                    <a:cubicBezTo>
                      <a:pt x="12" y="7"/>
                      <a:pt x="11" y="7"/>
                      <a:pt x="11" y="8"/>
                    </a:cubicBezTo>
                    <a:cubicBezTo>
                      <a:pt x="11" y="9"/>
                      <a:pt x="12" y="11"/>
                      <a:pt x="16" y="20"/>
                    </a:cubicBezTo>
                    <a:cubicBezTo>
                      <a:pt x="15" y="22"/>
                      <a:pt x="14" y="23"/>
                      <a:pt x="14" y="24"/>
                    </a:cubicBezTo>
                    <a:cubicBezTo>
                      <a:pt x="1" y="26"/>
                      <a:pt x="0" y="27"/>
                      <a:pt x="0" y="28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2"/>
                      <a:pt x="1" y="44"/>
                      <a:pt x="14" y="45"/>
                    </a:cubicBezTo>
                    <a:cubicBezTo>
                      <a:pt x="14" y="46"/>
                      <a:pt x="15" y="48"/>
                      <a:pt x="16" y="49"/>
                    </a:cubicBezTo>
                    <a:cubicBezTo>
                      <a:pt x="12" y="58"/>
                      <a:pt x="11" y="60"/>
                      <a:pt x="11" y="62"/>
                    </a:cubicBezTo>
                    <a:cubicBezTo>
                      <a:pt x="11" y="62"/>
                      <a:pt x="11" y="63"/>
                      <a:pt x="12" y="63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5" y="70"/>
                      <a:pt x="26" y="69"/>
                      <a:pt x="29" y="65"/>
                    </a:cubicBezTo>
                    <a:cubicBezTo>
                      <a:pt x="31" y="63"/>
                      <a:pt x="33" y="61"/>
                      <a:pt x="34" y="59"/>
                    </a:cubicBezTo>
                    <a:cubicBezTo>
                      <a:pt x="36" y="59"/>
                      <a:pt x="36" y="59"/>
                      <a:pt x="38" y="59"/>
                    </a:cubicBezTo>
                    <a:cubicBezTo>
                      <a:pt x="39" y="61"/>
                      <a:pt x="41" y="63"/>
                      <a:pt x="43" y="65"/>
                    </a:cubicBezTo>
                    <a:cubicBezTo>
                      <a:pt x="46" y="69"/>
                      <a:pt x="47" y="70"/>
                      <a:pt x="48" y="70"/>
                    </a:cubicBezTo>
                    <a:cubicBezTo>
                      <a:pt x="48" y="70"/>
                      <a:pt x="48" y="70"/>
                      <a:pt x="60" y="63"/>
                    </a:cubicBezTo>
                    <a:cubicBezTo>
                      <a:pt x="60" y="63"/>
                      <a:pt x="60" y="62"/>
                      <a:pt x="60" y="62"/>
                    </a:cubicBezTo>
                    <a:cubicBezTo>
                      <a:pt x="60" y="60"/>
                      <a:pt x="60" y="58"/>
                      <a:pt x="56" y="49"/>
                    </a:cubicBezTo>
                    <a:cubicBezTo>
                      <a:pt x="57" y="48"/>
                      <a:pt x="58" y="46"/>
                      <a:pt x="58" y="45"/>
                    </a:cubicBezTo>
                    <a:cubicBezTo>
                      <a:pt x="71" y="44"/>
                      <a:pt x="72" y="42"/>
                      <a:pt x="72" y="41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2" y="27"/>
                      <a:pt x="71" y="26"/>
                      <a:pt x="58" y="24"/>
                    </a:cubicBezTo>
                    <a:close/>
                    <a:moveTo>
                      <a:pt x="23" y="8"/>
                    </a:moveTo>
                    <a:cubicBezTo>
                      <a:pt x="23" y="9"/>
                      <a:pt x="23" y="9"/>
                      <a:pt x="24" y="9"/>
                    </a:cubicBezTo>
                    <a:cubicBezTo>
                      <a:pt x="26" y="12"/>
                      <a:pt x="27" y="14"/>
                      <a:pt x="28" y="15"/>
                    </a:cubicBezTo>
                    <a:cubicBezTo>
                      <a:pt x="29" y="17"/>
                      <a:pt x="31" y="18"/>
                      <a:pt x="34" y="17"/>
                    </a:cubicBezTo>
                    <a:cubicBezTo>
                      <a:pt x="35" y="17"/>
                      <a:pt x="35" y="17"/>
                      <a:pt x="36" y="17"/>
                    </a:cubicBezTo>
                    <a:cubicBezTo>
                      <a:pt x="36" y="17"/>
                      <a:pt x="37" y="17"/>
                      <a:pt x="38" y="17"/>
                    </a:cubicBezTo>
                    <a:cubicBezTo>
                      <a:pt x="40" y="18"/>
                      <a:pt x="42" y="17"/>
                      <a:pt x="44" y="15"/>
                    </a:cubicBezTo>
                    <a:cubicBezTo>
                      <a:pt x="45" y="12"/>
                      <a:pt x="47" y="10"/>
                      <a:pt x="49" y="8"/>
                    </a:cubicBezTo>
                    <a:cubicBezTo>
                      <a:pt x="50" y="9"/>
                      <a:pt x="51" y="10"/>
                      <a:pt x="52" y="10"/>
                    </a:cubicBezTo>
                    <a:cubicBezTo>
                      <a:pt x="52" y="12"/>
                      <a:pt x="50" y="15"/>
                      <a:pt x="49" y="18"/>
                    </a:cubicBezTo>
                    <a:cubicBezTo>
                      <a:pt x="48" y="20"/>
                      <a:pt x="48" y="22"/>
                      <a:pt x="50" y="24"/>
                    </a:cubicBezTo>
                    <a:cubicBezTo>
                      <a:pt x="51" y="25"/>
                      <a:pt x="51" y="26"/>
                      <a:pt x="52" y="28"/>
                    </a:cubicBezTo>
                    <a:cubicBezTo>
                      <a:pt x="53" y="30"/>
                      <a:pt x="55" y="31"/>
                      <a:pt x="57" y="32"/>
                    </a:cubicBezTo>
                    <a:cubicBezTo>
                      <a:pt x="60" y="32"/>
                      <a:pt x="63" y="32"/>
                      <a:pt x="65" y="33"/>
                    </a:cubicBezTo>
                    <a:cubicBezTo>
                      <a:pt x="65" y="37"/>
                      <a:pt x="65" y="37"/>
                      <a:pt x="65" y="37"/>
                    </a:cubicBezTo>
                    <a:cubicBezTo>
                      <a:pt x="63" y="37"/>
                      <a:pt x="60" y="38"/>
                      <a:pt x="57" y="38"/>
                    </a:cubicBezTo>
                    <a:cubicBezTo>
                      <a:pt x="55" y="38"/>
                      <a:pt x="53" y="39"/>
                      <a:pt x="52" y="42"/>
                    </a:cubicBezTo>
                    <a:cubicBezTo>
                      <a:pt x="51" y="43"/>
                      <a:pt x="51" y="44"/>
                      <a:pt x="50" y="45"/>
                    </a:cubicBezTo>
                    <a:cubicBezTo>
                      <a:pt x="48" y="47"/>
                      <a:pt x="48" y="49"/>
                      <a:pt x="49" y="51"/>
                    </a:cubicBezTo>
                    <a:cubicBezTo>
                      <a:pt x="50" y="54"/>
                      <a:pt x="52" y="57"/>
                      <a:pt x="52" y="59"/>
                    </a:cubicBezTo>
                    <a:cubicBezTo>
                      <a:pt x="51" y="60"/>
                      <a:pt x="50" y="61"/>
                      <a:pt x="49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6" y="57"/>
                      <a:pt x="44" y="56"/>
                      <a:pt x="44" y="55"/>
                    </a:cubicBezTo>
                    <a:cubicBezTo>
                      <a:pt x="43" y="53"/>
                      <a:pt x="40" y="52"/>
                      <a:pt x="38" y="52"/>
                    </a:cubicBezTo>
                    <a:cubicBezTo>
                      <a:pt x="37" y="52"/>
                      <a:pt x="36" y="52"/>
                      <a:pt x="36" y="52"/>
                    </a:cubicBezTo>
                    <a:cubicBezTo>
                      <a:pt x="35" y="52"/>
                      <a:pt x="35" y="52"/>
                      <a:pt x="34" y="52"/>
                    </a:cubicBezTo>
                    <a:cubicBezTo>
                      <a:pt x="31" y="52"/>
                      <a:pt x="29" y="53"/>
                      <a:pt x="28" y="55"/>
                    </a:cubicBezTo>
                    <a:cubicBezTo>
                      <a:pt x="27" y="56"/>
                      <a:pt x="26" y="57"/>
                      <a:pt x="23" y="61"/>
                    </a:cubicBezTo>
                    <a:cubicBezTo>
                      <a:pt x="23" y="61"/>
                      <a:pt x="23" y="61"/>
                      <a:pt x="23" y="61"/>
                    </a:cubicBezTo>
                    <a:cubicBezTo>
                      <a:pt x="22" y="61"/>
                      <a:pt x="21" y="60"/>
                      <a:pt x="19" y="59"/>
                    </a:cubicBezTo>
                    <a:cubicBezTo>
                      <a:pt x="20" y="57"/>
                      <a:pt x="21" y="54"/>
                      <a:pt x="23" y="51"/>
                    </a:cubicBezTo>
                    <a:cubicBezTo>
                      <a:pt x="24" y="49"/>
                      <a:pt x="23" y="47"/>
                      <a:pt x="22" y="45"/>
                    </a:cubicBezTo>
                    <a:cubicBezTo>
                      <a:pt x="21" y="44"/>
                      <a:pt x="20" y="43"/>
                      <a:pt x="20" y="42"/>
                    </a:cubicBezTo>
                    <a:cubicBezTo>
                      <a:pt x="19" y="39"/>
                      <a:pt x="17" y="38"/>
                      <a:pt x="15" y="38"/>
                    </a:cubicBezTo>
                    <a:cubicBezTo>
                      <a:pt x="11" y="38"/>
                      <a:pt x="9" y="37"/>
                      <a:pt x="7" y="37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9" y="32"/>
                      <a:pt x="11" y="32"/>
                      <a:pt x="15" y="32"/>
                    </a:cubicBezTo>
                    <a:cubicBezTo>
                      <a:pt x="17" y="31"/>
                      <a:pt x="19" y="30"/>
                      <a:pt x="20" y="28"/>
                    </a:cubicBezTo>
                    <a:cubicBezTo>
                      <a:pt x="20" y="27"/>
                      <a:pt x="21" y="25"/>
                      <a:pt x="22" y="24"/>
                    </a:cubicBezTo>
                    <a:cubicBezTo>
                      <a:pt x="23" y="22"/>
                      <a:pt x="24" y="20"/>
                      <a:pt x="23" y="18"/>
                    </a:cubicBezTo>
                    <a:cubicBezTo>
                      <a:pt x="21" y="14"/>
                      <a:pt x="20" y="12"/>
                      <a:pt x="19" y="10"/>
                    </a:cubicBezTo>
                    <a:cubicBezTo>
                      <a:pt x="21" y="10"/>
                      <a:pt x="22" y="9"/>
                      <a:pt x="23" y="8"/>
                    </a:cubicBezTo>
                    <a:close/>
                    <a:moveTo>
                      <a:pt x="19" y="10"/>
                    </a:moveTo>
                    <a:cubicBezTo>
                      <a:pt x="19" y="10"/>
                      <a:pt x="19" y="10"/>
                      <a:pt x="19" y="10"/>
                    </a:cubicBezTo>
                    <a:cubicBezTo>
                      <a:pt x="19" y="10"/>
                      <a:pt x="19" y="10"/>
                      <a:pt x="19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53" tIns="41476" rIns="82953" bIns="4147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</p:grpSp>
      </p:grpSp>
      <p:grpSp>
        <p:nvGrpSpPr>
          <p:cNvPr id="1086" name="Group 1085">
            <a:extLst>
              <a:ext uri="{FF2B5EF4-FFF2-40B4-BE49-F238E27FC236}">
                <a16:creationId xmlns:a16="http://schemas.microsoft.com/office/drawing/2014/main" id="{87992EDA-1539-97B1-E7CE-D2E79407AEA7}"/>
              </a:ext>
            </a:extLst>
          </p:cNvPr>
          <p:cNvGrpSpPr/>
          <p:nvPr/>
        </p:nvGrpSpPr>
        <p:grpSpPr>
          <a:xfrm>
            <a:off x="10182191" y="5579675"/>
            <a:ext cx="648000" cy="648000"/>
            <a:chOff x="455122" y="4977513"/>
            <a:chExt cx="648000" cy="648000"/>
          </a:xfrm>
        </p:grpSpPr>
        <p:sp>
          <p:nvSpPr>
            <p:cNvPr id="1087" name="Oval 2">
              <a:extLst>
                <a:ext uri="{FF2B5EF4-FFF2-40B4-BE49-F238E27FC236}">
                  <a16:creationId xmlns:a16="http://schemas.microsoft.com/office/drawing/2014/main" id="{8EC11093-84F6-2BCE-0BAD-79E977DB91B9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8" name="Graphic 127" descr="Database with solid fill">
              <a:extLst>
                <a:ext uri="{FF2B5EF4-FFF2-40B4-BE49-F238E27FC236}">
                  <a16:creationId xmlns:a16="http://schemas.microsoft.com/office/drawing/2014/main" id="{36AD6EEA-76D3-3C39-E262-6A6BA59CC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2890791-5015-60DA-3E67-B2C1CE8C48A9}"/>
              </a:ext>
            </a:extLst>
          </p:cNvPr>
          <p:cNvGrpSpPr/>
          <p:nvPr/>
        </p:nvGrpSpPr>
        <p:grpSpPr>
          <a:xfrm>
            <a:off x="9237552" y="5579675"/>
            <a:ext cx="648000" cy="648000"/>
            <a:chOff x="1498452" y="4969551"/>
            <a:chExt cx="648000" cy="648000"/>
          </a:xfrm>
        </p:grpSpPr>
        <p:sp>
          <p:nvSpPr>
            <p:cNvPr id="132" name="Oval 2">
              <a:extLst>
                <a:ext uri="{FF2B5EF4-FFF2-40B4-BE49-F238E27FC236}">
                  <a16:creationId xmlns:a16="http://schemas.microsoft.com/office/drawing/2014/main" id="{204A365C-3FA1-410A-20AF-14D7C7F61E07}"/>
                </a:ext>
              </a:extLst>
            </p:cNvPr>
            <p:cNvSpPr/>
            <p:nvPr/>
          </p:nvSpPr>
          <p:spPr>
            <a:xfrm>
              <a:off x="1498452" y="496955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3" name="Graphic 132" descr="Server with solid fill">
              <a:extLst>
                <a:ext uri="{FF2B5EF4-FFF2-40B4-BE49-F238E27FC236}">
                  <a16:creationId xmlns:a16="http://schemas.microsoft.com/office/drawing/2014/main" id="{EF46911F-D3A0-97D5-A8C0-5078EE46E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606452" y="5077551"/>
              <a:ext cx="432000" cy="432000"/>
            </a:xfrm>
            <a:prstGeom prst="rect">
              <a:avLst/>
            </a:prstGeom>
          </p:spPr>
        </p:pic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01BCD1D6-0AC4-FF4C-FE48-10C714B15227}"/>
              </a:ext>
            </a:extLst>
          </p:cNvPr>
          <p:cNvGrpSpPr/>
          <p:nvPr/>
        </p:nvGrpSpPr>
        <p:grpSpPr>
          <a:xfrm>
            <a:off x="5016113" y="3557295"/>
            <a:ext cx="720000" cy="939408"/>
            <a:chOff x="9555954" y="2584086"/>
            <a:chExt cx="720000" cy="939408"/>
          </a:xfrm>
        </p:grpSpPr>
        <p:sp>
          <p:nvSpPr>
            <p:cNvPr id="1036" name="TextBox 1035">
              <a:extLst>
                <a:ext uri="{FF2B5EF4-FFF2-40B4-BE49-F238E27FC236}">
                  <a16:creationId xmlns:a16="http://schemas.microsoft.com/office/drawing/2014/main" id="{B3885A85-4AD3-6D3B-A01B-CAE2918FA69C}"/>
                </a:ext>
              </a:extLst>
            </p:cNvPr>
            <p:cNvSpPr txBox="1"/>
            <p:nvPr/>
          </p:nvSpPr>
          <p:spPr>
            <a:xfrm>
              <a:off x="9555954" y="3292662"/>
              <a:ext cx="72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CRM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589BC00-12EE-96C8-9248-23BF879FE2D4}"/>
                </a:ext>
              </a:extLst>
            </p:cNvPr>
            <p:cNvGrpSpPr/>
            <p:nvPr/>
          </p:nvGrpSpPr>
          <p:grpSpPr>
            <a:xfrm>
              <a:off x="9574173" y="2584086"/>
              <a:ext cx="648000" cy="648000"/>
              <a:chOff x="455122" y="4977513"/>
              <a:chExt cx="648000" cy="648000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DEF40B0-EE14-E9CB-3FCD-E0BEBAA34B55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0" name="Graphic 9" descr="Database with solid fill">
                <a:extLst>
                  <a:ext uri="{FF2B5EF4-FFF2-40B4-BE49-F238E27FC236}">
                    <a16:creationId xmlns:a16="http://schemas.microsoft.com/office/drawing/2014/main" id="{86F98DDD-782C-3C41-1DE0-BEF414F2FB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C1199A6E-3CB9-0C54-FFE8-8658E3D7B7B6}"/>
              </a:ext>
            </a:extLst>
          </p:cNvPr>
          <p:cNvGrpSpPr/>
          <p:nvPr/>
        </p:nvGrpSpPr>
        <p:grpSpPr>
          <a:xfrm>
            <a:off x="7268323" y="2450520"/>
            <a:ext cx="720000" cy="939408"/>
            <a:chOff x="7268323" y="2584086"/>
            <a:chExt cx="720000" cy="939408"/>
          </a:xfrm>
        </p:grpSpPr>
        <p:sp>
          <p:nvSpPr>
            <p:cNvPr id="1038" name="TextBox 1037">
              <a:extLst>
                <a:ext uri="{FF2B5EF4-FFF2-40B4-BE49-F238E27FC236}">
                  <a16:creationId xmlns:a16="http://schemas.microsoft.com/office/drawing/2014/main" id="{45653F47-2D95-FCE6-73D9-22630BDA9E4E}"/>
                </a:ext>
              </a:extLst>
            </p:cNvPr>
            <p:cNvSpPr txBox="1"/>
            <p:nvPr/>
          </p:nvSpPr>
          <p:spPr>
            <a:xfrm>
              <a:off x="7268323" y="3292662"/>
              <a:ext cx="72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MIS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E8754EF-32FB-EC62-F6F4-05A09951D432}"/>
                </a:ext>
              </a:extLst>
            </p:cNvPr>
            <p:cNvGrpSpPr/>
            <p:nvPr/>
          </p:nvGrpSpPr>
          <p:grpSpPr>
            <a:xfrm>
              <a:off x="7308327" y="2584086"/>
              <a:ext cx="648000" cy="648000"/>
              <a:chOff x="455122" y="4977513"/>
              <a:chExt cx="648000" cy="648000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E477604C-0C8D-031A-5D6E-C91AF03AF704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4" name="Graphic 13" descr="Database with solid fill">
                <a:extLst>
                  <a:ext uri="{FF2B5EF4-FFF2-40B4-BE49-F238E27FC236}">
                    <a16:creationId xmlns:a16="http://schemas.microsoft.com/office/drawing/2014/main" id="{585BA91B-D55E-96F3-1575-C38D969500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982486FD-80B4-59AE-E05F-D1D849FF3E97}"/>
              </a:ext>
            </a:extLst>
          </p:cNvPr>
          <p:cNvGrpSpPr/>
          <p:nvPr/>
        </p:nvGrpSpPr>
        <p:grpSpPr>
          <a:xfrm>
            <a:off x="4906959" y="2368302"/>
            <a:ext cx="864000" cy="1077908"/>
            <a:chOff x="4918099" y="2584086"/>
            <a:chExt cx="864000" cy="1077908"/>
          </a:xfrm>
        </p:grpSpPr>
        <p:sp>
          <p:nvSpPr>
            <p:cNvPr id="1040" name="TextBox 1039">
              <a:extLst>
                <a:ext uri="{FF2B5EF4-FFF2-40B4-BE49-F238E27FC236}">
                  <a16:creationId xmlns:a16="http://schemas.microsoft.com/office/drawing/2014/main" id="{D4D29B66-51C2-A40D-B918-A5416A0D9944}"/>
                </a:ext>
              </a:extLst>
            </p:cNvPr>
            <p:cNvSpPr txBox="1"/>
            <p:nvPr/>
          </p:nvSpPr>
          <p:spPr>
            <a:xfrm>
              <a:off x="4918099" y="3292662"/>
              <a:ext cx="86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</a:t>
              </a:r>
              <a:r>
                <a:rPr lang="en-US" sz="900" dirty="0" err="1"/>
                <a:t>Controlo</a:t>
              </a:r>
              <a:r>
                <a:rPr lang="en-US" sz="900" dirty="0"/>
                <a:t> Interno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74AB31A-E500-B05D-6335-41E70F547F0F}"/>
                </a:ext>
              </a:extLst>
            </p:cNvPr>
            <p:cNvGrpSpPr/>
            <p:nvPr/>
          </p:nvGrpSpPr>
          <p:grpSpPr>
            <a:xfrm>
              <a:off x="5042481" y="2584086"/>
              <a:ext cx="648000" cy="648000"/>
              <a:chOff x="455122" y="4977513"/>
              <a:chExt cx="648000" cy="648000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CEE4FB8-FB5C-5D71-1235-C12E4CE4C0C9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7" name="Graphic 16" descr="Database with solid fill">
                <a:extLst>
                  <a:ext uri="{FF2B5EF4-FFF2-40B4-BE49-F238E27FC236}">
                    <a16:creationId xmlns:a16="http://schemas.microsoft.com/office/drawing/2014/main" id="{F81DEF0F-2401-7617-A817-7B470C0300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24099441-DEB0-1D58-5279-D22923F7618B}"/>
              </a:ext>
            </a:extLst>
          </p:cNvPr>
          <p:cNvGrpSpPr/>
          <p:nvPr/>
        </p:nvGrpSpPr>
        <p:grpSpPr>
          <a:xfrm>
            <a:off x="2657506" y="3567727"/>
            <a:ext cx="828000" cy="969206"/>
            <a:chOff x="2657506" y="3814311"/>
            <a:chExt cx="828000" cy="969206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A49EF82-965D-5820-79A2-E49868B1C054}"/>
                </a:ext>
              </a:extLst>
            </p:cNvPr>
            <p:cNvSpPr txBox="1"/>
            <p:nvPr/>
          </p:nvSpPr>
          <p:spPr>
            <a:xfrm>
              <a:off x="2657506" y="4552685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CRISTINE II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355FB48B-2239-44DA-B570-16225119A418}"/>
                </a:ext>
              </a:extLst>
            </p:cNvPr>
            <p:cNvGrpSpPr/>
            <p:nvPr/>
          </p:nvGrpSpPr>
          <p:grpSpPr>
            <a:xfrm>
              <a:off x="2776635" y="3814311"/>
              <a:ext cx="648000" cy="648000"/>
              <a:chOff x="455122" y="4977513"/>
              <a:chExt cx="648000" cy="648000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4174565F-705B-EF9B-EB93-211EEDE46419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9" name="Graphic 48" descr="Database with solid fill">
                <a:extLst>
                  <a:ext uri="{FF2B5EF4-FFF2-40B4-BE49-F238E27FC236}">
                    <a16:creationId xmlns:a16="http://schemas.microsoft.com/office/drawing/2014/main" id="{29EDDD1C-B625-1942-7FA3-306A142A61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9EACAC15-DF26-D0C1-A23B-C3321A3B5DCB}"/>
              </a:ext>
            </a:extLst>
          </p:cNvPr>
          <p:cNvGrpSpPr/>
          <p:nvPr/>
        </p:nvGrpSpPr>
        <p:grpSpPr>
          <a:xfrm>
            <a:off x="5024853" y="1204956"/>
            <a:ext cx="675260" cy="967089"/>
            <a:chOff x="5042481" y="1353861"/>
            <a:chExt cx="675260" cy="967089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AD48F5F-3D5F-62F8-6EC7-E4FE02C74684}"/>
                </a:ext>
              </a:extLst>
            </p:cNvPr>
            <p:cNvSpPr txBox="1"/>
            <p:nvPr/>
          </p:nvSpPr>
          <p:spPr>
            <a:xfrm>
              <a:off x="5069741" y="2090118"/>
              <a:ext cx="64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MUREX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C8860AA3-69C9-5704-E72D-C88D20FCC81D}"/>
                </a:ext>
              </a:extLst>
            </p:cNvPr>
            <p:cNvGrpSpPr/>
            <p:nvPr/>
          </p:nvGrpSpPr>
          <p:grpSpPr>
            <a:xfrm>
              <a:off x="5042481" y="1353861"/>
              <a:ext cx="648000" cy="648000"/>
              <a:chOff x="1498452" y="4969551"/>
              <a:chExt cx="648000" cy="648000"/>
            </a:xfrm>
          </p:grpSpPr>
          <p:sp>
            <p:nvSpPr>
              <p:cNvPr id="68" name="Oval 2">
                <a:extLst>
                  <a:ext uri="{FF2B5EF4-FFF2-40B4-BE49-F238E27FC236}">
                    <a16:creationId xmlns:a16="http://schemas.microsoft.com/office/drawing/2014/main" id="{AC34BBF6-FF1C-A1B0-3D08-900B858DED6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0" name="Graphic 69" descr="Server with solid fill">
                <a:extLst>
                  <a:ext uri="{FF2B5EF4-FFF2-40B4-BE49-F238E27FC236}">
                    <a16:creationId xmlns:a16="http://schemas.microsoft.com/office/drawing/2014/main" id="{257AD899-A327-80EB-6C6A-D518368B3A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42EBF25D-829E-FD2E-8998-8201520652D4}"/>
              </a:ext>
            </a:extLst>
          </p:cNvPr>
          <p:cNvGrpSpPr/>
          <p:nvPr/>
        </p:nvGrpSpPr>
        <p:grpSpPr>
          <a:xfrm>
            <a:off x="9284676" y="1202404"/>
            <a:ext cx="828000" cy="967089"/>
            <a:chOff x="9506709" y="1353861"/>
            <a:chExt cx="828000" cy="967089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8CD6221-4E8B-2337-EF4F-6FD0B8E2AE75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WORKDAY</a:t>
              </a: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AD49E6D0-46C2-2A27-6755-2A116D925C99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72" name="Oval 2">
                <a:extLst>
                  <a:ext uri="{FF2B5EF4-FFF2-40B4-BE49-F238E27FC236}">
                    <a16:creationId xmlns:a16="http://schemas.microsoft.com/office/drawing/2014/main" id="{A9C74042-845F-0E19-2BCC-F274C5CE4D8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3" name="Graphic 72" descr="Server with solid fill">
                <a:extLst>
                  <a:ext uri="{FF2B5EF4-FFF2-40B4-BE49-F238E27FC236}">
                    <a16:creationId xmlns:a16="http://schemas.microsoft.com/office/drawing/2014/main" id="{A77B468E-6E36-6AD7-3447-6D0C5F651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B3FCA364-C61E-08A5-6A90-CF03D33E862C}"/>
              </a:ext>
            </a:extLst>
          </p:cNvPr>
          <p:cNvGrpSpPr/>
          <p:nvPr/>
        </p:nvGrpSpPr>
        <p:grpSpPr>
          <a:xfrm>
            <a:off x="5993906" y="1169038"/>
            <a:ext cx="1044000" cy="1105589"/>
            <a:chOff x="5986962" y="1353861"/>
            <a:chExt cx="1044000" cy="1105589"/>
          </a:xfrm>
        </p:grpSpPr>
        <p:sp>
          <p:nvSpPr>
            <p:cNvPr id="1074" name="TextBox 1073">
              <a:extLst>
                <a:ext uri="{FF2B5EF4-FFF2-40B4-BE49-F238E27FC236}">
                  <a16:creationId xmlns:a16="http://schemas.microsoft.com/office/drawing/2014/main" id="{10390450-6F41-4BE5-7F60-4EB31B9BFC2D}"/>
                </a:ext>
              </a:extLst>
            </p:cNvPr>
            <p:cNvSpPr txBox="1"/>
            <p:nvPr/>
          </p:nvSpPr>
          <p:spPr>
            <a:xfrm>
              <a:off x="5986962" y="2090118"/>
              <a:ext cx="104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TERMINAL CONTENCIOSO</a:t>
              </a: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5604EEC6-D222-1DA1-991C-86FA0051A153}"/>
                </a:ext>
              </a:extLst>
            </p:cNvPr>
            <p:cNvGrpSpPr/>
            <p:nvPr/>
          </p:nvGrpSpPr>
          <p:grpSpPr>
            <a:xfrm>
              <a:off x="6175404" y="1353861"/>
              <a:ext cx="648000" cy="648000"/>
              <a:chOff x="1498452" y="4969551"/>
              <a:chExt cx="648000" cy="648000"/>
            </a:xfrm>
          </p:grpSpPr>
          <p:sp>
            <p:nvSpPr>
              <p:cNvPr id="76" name="Oval 2">
                <a:extLst>
                  <a:ext uri="{FF2B5EF4-FFF2-40B4-BE49-F238E27FC236}">
                    <a16:creationId xmlns:a16="http://schemas.microsoft.com/office/drawing/2014/main" id="{A8421478-4383-153B-0EE4-73C94B6590F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7" name="Graphic 76" descr="Server with solid fill">
                <a:extLst>
                  <a:ext uri="{FF2B5EF4-FFF2-40B4-BE49-F238E27FC236}">
                    <a16:creationId xmlns:a16="http://schemas.microsoft.com/office/drawing/2014/main" id="{5E11F8B7-A674-F6E7-CA42-FA99F033A7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4A1740D0-12E6-6652-A721-32ABD7A095C1}"/>
              </a:ext>
            </a:extLst>
          </p:cNvPr>
          <p:cNvGrpSpPr/>
          <p:nvPr/>
        </p:nvGrpSpPr>
        <p:grpSpPr>
          <a:xfrm>
            <a:off x="415299" y="5342481"/>
            <a:ext cx="828000" cy="915970"/>
            <a:chOff x="415299" y="5044535"/>
            <a:chExt cx="828000" cy="915970"/>
          </a:xfrm>
        </p:grpSpPr>
        <p:sp>
          <p:nvSpPr>
            <p:cNvPr id="1048" name="TextBox 1047">
              <a:extLst>
                <a:ext uri="{FF2B5EF4-FFF2-40B4-BE49-F238E27FC236}">
                  <a16:creationId xmlns:a16="http://schemas.microsoft.com/office/drawing/2014/main" id="{ABB3D027-A65E-B6DD-AA15-BD02BDE78010}"/>
                </a:ext>
              </a:extLst>
            </p:cNvPr>
            <p:cNvSpPr txBox="1"/>
            <p:nvPr/>
          </p:nvSpPr>
          <p:spPr>
            <a:xfrm>
              <a:off x="415299" y="5729673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MODELICA</a:t>
              </a:r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ACFF664F-0909-FEAA-66DF-8D40D4DC758A}"/>
                </a:ext>
              </a:extLst>
            </p:cNvPr>
            <p:cNvGrpSpPr/>
            <p:nvPr/>
          </p:nvGrpSpPr>
          <p:grpSpPr>
            <a:xfrm>
              <a:off x="510789" y="5044535"/>
              <a:ext cx="648000" cy="648000"/>
              <a:chOff x="455122" y="3851392"/>
              <a:chExt cx="648000" cy="648000"/>
            </a:xfrm>
          </p:grpSpPr>
          <p:sp>
            <p:nvSpPr>
              <p:cNvPr id="79" name="Oval 2">
                <a:extLst>
                  <a:ext uri="{FF2B5EF4-FFF2-40B4-BE49-F238E27FC236}">
                    <a16:creationId xmlns:a16="http://schemas.microsoft.com/office/drawing/2014/main" id="{ABA82FDE-F0DC-872E-797D-E076A3967298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80" name="Grupo 14">
                <a:extLst>
                  <a:ext uri="{FF2B5EF4-FFF2-40B4-BE49-F238E27FC236}">
                    <a16:creationId xmlns:a16="http://schemas.microsoft.com/office/drawing/2014/main" id="{4ADD5418-6523-6333-16CA-DA87D12B8D1C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81" name="Freeform 52">
                  <a:extLst>
                    <a:ext uri="{FF2B5EF4-FFF2-40B4-BE49-F238E27FC236}">
                      <a16:creationId xmlns:a16="http://schemas.microsoft.com/office/drawing/2014/main" id="{51C9EFD7-8455-E543-6EF5-2AD3E728E47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2" name="Freeform 53">
                  <a:extLst>
                    <a:ext uri="{FF2B5EF4-FFF2-40B4-BE49-F238E27FC236}">
                      <a16:creationId xmlns:a16="http://schemas.microsoft.com/office/drawing/2014/main" id="{BE0D4C42-5761-579E-8388-D4DA8ADA27F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4" name="Freeform 54">
                  <a:extLst>
                    <a:ext uri="{FF2B5EF4-FFF2-40B4-BE49-F238E27FC236}">
                      <a16:creationId xmlns:a16="http://schemas.microsoft.com/office/drawing/2014/main" id="{AB805DBF-9D80-FA19-5640-57FFD37B35B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5" name="Freeform 55">
                  <a:extLst>
                    <a:ext uri="{FF2B5EF4-FFF2-40B4-BE49-F238E27FC236}">
                      <a16:creationId xmlns:a16="http://schemas.microsoft.com/office/drawing/2014/main" id="{CA8A74E4-B24A-B2A3-312A-68A6C2592E5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6" name="Freeform 56">
                  <a:extLst>
                    <a:ext uri="{FF2B5EF4-FFF2-40B4-BE49-F238E27FC236}">
                      <a16:creationId xmlns:a16="http://schemas.microsoft.com/office/drawing/2014/main" id="{892E4A2D-5D71-130F-B053-B7227FCAFDA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7" name="Freeform 57">
                  <a:extLst>
                    <a:ext uri="{FF2B5EF4-FFF2-40B4-BE49-F238E27FC236}">
                      <a16:creationId xmlns:a16="http://schemas.microsoft.com/office/drawing/2014/main" id="{8BFFDDDB-700D-301A-AEDA-13ED65C21D5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D3495B04-3496-AACD-C2D9-9EEBF73BF289}"/>
              </a:ext>
            </a:extLst>
          </p:cNvPr>
          <p:cNvGrpSpPr/>
          <p:nvPr/>
        </p:nvGrpSpPr>
        <p:grpSpPr>
          <a:xfrm>
            <a:off x="1495099" y="5342481"/>
            <a:ext cx="936000" cy="915970"/>
            <a:chOff x="1495099" y="5044535"/>
            <a:chExt cx="936000" cy="915970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0290D73-1F45-55C3-ABEF-34DCE8CF50D5}"/>
                </a:ext>
              </a:extLst>
            </p:cNvPr>
            <p:cNvSpPr txBox="1"/>
            <p:nvPr/>
          </p:nvSpPr>
          <p:spPr>
            <a:xfrm>
              <a:off x="1495099" y="5729673"/>
              <a:ext cx="93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BANCWARE</a:t>
              </a:r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98FC423F-571A-4E61-439F-A6E0E46BF62D}"/>
                </a:ext>
              </a:extLst>
            </p:cNvPr>
            <p:cNvGrpSpPr/>
            <p:nvPr/>
          </p:nvGrpSpPr>
          <p:grpSpPr>
            <a:xfrm>
              <a:off x="1643712" y="5044535"/>
              <a:ext cx="648000" cy="648000"/>
              <a:chOff x="455122" y="3851392"/>
              <a:chExt cx="648000" cy="648000"/>
            </a:xfrm>
          </p:grpSpPr>
          <p:sp>
            <p:nvSpPr>
              <p:cNvPr id="93" name="Oval 2">
                <a:extLst>
                  <a:ext uri="{FF2B5EF4-FFF2-40B4-BE49-F238E27FC236}">
                    <a16:creationId xmlns:a16="http://schemas.microsoft.com/office/drawing/2014/main" id="{6ED38323-7A6C-A749-49B5-7E3C564A0458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94" name="Grupo 14">
                <a:extLst>
                  <a:ext uri="{FF2B5EF4-FFF2-40B4-BE49-F238E27FC236}">
                    <a16:creationId xmlns:a16="http://schemas.microsoft.com/office/drawing/2014/main" id="{D4225319-C948-AFAB-76F3-4562F75C1149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96" name="Freeform 52">
                  <a:extLst>
                    <a:ext uri="{FF2B5EF4-FFF2-40B4-BE49-F238E27FC236}">
                      <a16:creationId xmlns:a16="http://schemas.microsoft.com/office/drawing/2014/main" id="{67AD644D-B67B-09B0-F893-384868E4310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97" name="Freeform 53">
                  <a:extLst>
                    <a:ext uri="{FF2B5EF4-FFF2-40B4-BE49-F238E27FC236}">
                      <a16:creationId xmlns:a16="http://schemas.microsoft.com/office/drawing/2014/main" id="{547719A3-AE22-62CC-F12E-29DA10550F7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0" name="Freeform 54">
                  <a:extLst>
                    <a:ext uri="{FF2B5EF4-FFF2-40B4-BE49-F238E27FC236}">
                      <a16:creationId xmlns:a16="http://schemas.microsoft.com/office/drawing/2014/main" id="{C2E16A47-B8A9-D456-CD16-0DB1B696AFC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1" name="Freeform 55">
                  <a:extLst>
                    <a:ext uri="{FF2B5EF4-FFF2-40B4-BE49-F238E27FC236}">
                      <a16:creationId xmlns:a16="http://schemas.microsoft.com/office/drawing/2014/main" id="{F0E5E47A-E226-6132-55B6-1848F779F2D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2" name="Freeform 56">
                  <a:extLst>
                    <a:ext uri="{FF2B5EF4-FFF2-40B4-BE49-F238E27FC236}">
                      <a16:creationId xmlns:a16="http://schemas.microsoft.com/office/drawing/2014/main" id="{2A3CC22E-74A6-CA52-7A92-7FA126AEB65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4" name="Freeform 57">
                  <a:extLst>
                    <a:ext uri="{FF2B5EF4-FFF2-40B4-BE49-F238E27FC236}">
                      <a16:creationId xmlns:a16="http://schemas.microsoft.com/office/drawing/2014/main" id="{514921D4-684C-7155-3601-7E49655AF6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2753C7E6-84A3-A820-8823-6A562A67E48F}"/>
              </a:ext>
            </a:extLst>
          </p:cNvPr>
          <p:cNvGrpSpPr/>
          <p:nvPr/>
        </p:nvGrpSpPr>
        <p:grpSpPr>
          <a:xfrm>
            <a:off x="7175943" y="1160427"/>
            <a:ext cx="936000" cy="967089"/>
            <a:chOff x="7188423" y="1353861"/>
            <a:chExt cx="936000" cy="967089"/>
          </a:xfrm>
        </p:grpSpPr>
        <p:sp>
          <p:nvSpPr>
            <p:cNvPr id="1053" name="TextBox 1052">
              <a:extLst>
                <a:ext uri="{FF2B5EF4-FFF2-40B4-BE49-F238E27FC236}">
                  <a16:creationId xmlns:a16="http://schemas.microsoft.com/office/drawing/2014/main" id="{F9D3EC4F-7FC8-F3B7-5AA4-2A1FB9DBFE52}"/>
                </a:ext>
              </a:extLst>
            </p:cNvPr>
            <p:cNvSpPr txBox="1"/>
            <p:nvPr/>
          </p:nvSpPr>
          <p:spPr>
            <a:xfrm>
              <a:off x="7188423" y="2090118"/>
              <a:ext cx="93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err="1"/>
                <a:t>ConsolS</a:t>
              </a:r>
              <a:endParaRPr lang="en-US" sz="900" dirty="0"/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5AC84B90-7583-D2A5-AB7F-D1BCF940BEEE}"/>
                </a:ext>
              </a:extLst>
            </p:cNvPr>
            <p:cNvGrpSpPr/>
            <p:nvPr/>
          </p:nvGrpSpPr>
          <p:grpSpPr>
            <a:xfrm>
              <a:off x="7308327" y="1353861"/>
              <a:ext cx="648000" cy="648000"/>
              <a:chOff x="1498452" y="4969551"/>
              <a:chExt cx="648000" cy="648000"/>
            </a:xfrm>
          </p:grpSpPr>
          <p:sp>
            <p:nvSpPr>
              <p:cNvPr id="108" name="Oval 2">
                <a:extLst>
                  <a:ext uri="{FF2B5EF4-FFF2-40B4-BE49-F238E27FC236}">
                    <a16:creationId xmlns:a16="http://schemas.microsoft.com/office/drawing/2014/main" id="{1241621A-62FE-5F48-C5D8-B15736F6120E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09" name="Graphic 108" descr="Server with solid fill">
                <a:extLst>
                  <a:ext uri="{FF2B5EF4-FFF2-40B4-BE49-F238E27FC236}">
                    <a16:creationId xmlns:a16="http://schemas.microsoft.com/office/drawing/2014/main" id="{DD2F4364-4A77-C4B6-12D8-0E902780A8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4EBA2BD4-BC9C-B34E-EF37-DD6F54A0DD81}"/>
              </a:ext>
            </a:extLst>
          </p:cNvPr>
          <p:cNvGrpSpPr/>
          <p:nvPr/>
        </p:nvGrpSpPr>
        <p:grpSpPr>
          <a:xfrm>
            <a:off x="285529" y="1160427"/>
            <a:ext cx="1044000" cy="1047624"/>
            <a:chOff x="312789" y="1263166"/>
            <a:chExt cx="1044000" cy="1047624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1BA9F8D-53B9-42C3-42D7-97EF9FD619B8}"/>
                </a:ext>
              </a:extLst>
            </p:cNvPr>
            <p:cNvSpPr txBox="1"/>
            <p:nvPr/>
          </p:nvSpPr>
          <p:spPr>
            <a:xfrm>
              <a:off x="312789" y="2079958"/>
              <a:ext cx="104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err="1"/>
                <a:t>Sintra</a:t>
              </a:r>
              <a:r>
                <a:rPr lang="en-US" sz="900" dirty="0"/>
                <a:t> /Partenón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950213C-50E1-6CC7-082B-F161B9A86038}"/>
                </a:ext>
              </a:extLst>
            </p:cNvPr>
            <p:cNvGrpSpPr/>
            <p:nvPr/>
          </p:nvGrpSpPr>
          <p:grpSpPr>
            <a:xfrm>
              <a:off x="510789" y="1353861"/>
              <a:ext cx="648000" cy="648000"/>
              <a:chOff x="1498452" y="4969551"/>
              <a:chExt cx="648000" cy="648000"/>
            </a:xfrm>
          </p:grpSpPr>
          <p:sp>
            <p:nvSpPr>
              <p:cNvPr id="42" name="Oval 2">
                <a:extLst>
                  <a:ext uri="{FF2B5EF4-FFF2-40B4-BE49-F238E27FC236}">
                    <a16:creationId xmlns:a16="http://schemas.microsoft.com/office/drawing/2014/main" id="{EE206986-28E4-2CAF-06FF-E44C01182811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3" name="Graphic 42" descr="Server with solid fill">
                <a:extLst>
                  <a:ext uri="{FF2B5EF4-FFF2-40B4-BE49-F238E27FC236}">
                    <a16:creationId xmlns:a16="http://schemas.microsoft.com/office/drawing/2014/main" id="{7FA3223A-0958-0FFF-98F1-462FBF2296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49" name="Graphic 148" descr="Single gear outline">
              <a:extLst>
                <a:ext uri="{FF2B5EF4-FFF2-40B4-BE49-F238E27FC236}">
                  <a16:creationId xmlns:a16="http://schemas.microsoft.com/office/drawing/2014/main" id="{F99FABC9-7FA1-C7C8-AFAD-121C226CA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35774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2B0DB5CF-0EFE-167F-3509-EEADF7D75802}"/>
              </a:ext>
            </a:extLst>
          </p:cNvPr>
          <p:cNvGrpSpPr/>
          <p:nvPr/>
        </p:nvGrpSpPr>
        <p:grpSpPr>
          <a:xfrm>
            <a:off x="1616453" y="1160427"/>
            <a:ext cx="719941" cy="1057784"/>
            <a:chOff x="1643712" y="1263166"/>
            <a:chExt cx="719941" cy="1057784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3E3212B-F255-511F-AC1E-1FB917EA162F}"/>
                </a:ext>
              </a:extLst>
            </p:cNvPr>
            <p:cNvSpPr txBox="1"/>
            <p:nvPr/>
          </p:nvSpPr>
          <p:spPr>
            <a:xfrm>
              <a:off x="1678012" y="2090118"/>
              <a:ext cx="57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SIGOM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7FD15938-B438-27A3-E0E6-F3536272F517}"/>
                </a:ext>
              </a:extLst>
            </p:cNvPr>
            <p:cNvGrpSpPr/>
            <p:nvPr/>
          </p:nvGrpSpPr>
          <p:grpSpPr>
            <a:xfrm>
              <a:off x="1643712" y="1353861"/>
              <a:ext cx="648000" cy="648000"/>
              <a:chOff x="1498452" y="4969551"/>
              <a:chExt cx="648000" cy="648000"/>
            </a:xfrm>
          </p:grpSpPr>
          <p:sp>
            <p:nvSpPr>
              <p:cNvPr id="52" name="Oval 2">
                <a:extLst>
                  <a:ext uri="{FF2B5EF4-FFF2-40B4-BE49-F238E27FC236}">
                    <a16:creationId xmlns:a16="http://schemas.microsoft.com/office/drawing/2014/main" id="{AAF7EE2A-5033-A477-7A49-908235DCF84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54" name="Graphic 53" descr="Server with solid fill">
                <a:extLst>
                  <a:ext uri="{FF2B5EF4-FFF2-40B4-BE49-F238E27FC236}">
                    <a16:creationId xmlns:a16="http://schemas.microsoft.com/office/drawing/2014/main" id="{41822AAE-87E7-0C50-AFE1-6F5787D596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0" name="Graphic 149" descr="Single gear outline">
              <a:extLst>
                <a:ext uri="{FF2B5EF4-FFF2-40B4-BE49-F238E27FC236}">
                  <a16:creationId xmlns:a16="http://schemas.microsoft.com/office/drawing/2014/main" id="{B5C94437-EC78-B7C0-7591-ED9543FE11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075653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EA5657F4-3D6C-1926-C4F7-E32D6C995FA7}"/>
              </a:ext>
            </a:extLst>
          </p:cNvPr>
          <p:cNvGrpSpPr/>
          <p:nvPr/>
        </p:nvGrpSpPr>
        <p:grpSpPr>
          <a:xfrm>
            <a:off x="2749376" y="1160427"/>
            <a:ext cx="745160" cy="1057784"/>
            <a:chOff x="2776635" y="1263166"/>
            <a:chExt cx="745160" cy="1057784"/>
          </a:xfrm>
        </p:grpSpPr>
        <p:sp>
          <p:nvSpPr>
            <p:cNvPr id="1046" name="TextBox 1045">
              <a:extLst>
                <a:ext uri="{FF2B5EF4-FFF2-40B4-BE49-F238E27FC236}">
                  <a16:creationId xmlns:a16="http://schemas.microsoft.com/office/drawing/2014/main" id="{64B60AAA-FCCC-7210-4BB3-1F3F7493D861}"/>
                </a:ext>
              </a:extLst>
            </p:cNvPr>
            <p:cNvSpPr txBox="1"/>
            <p:nvPr/>
          </p:nvSpPr>
          <p:spPr>
            <a:xfrm>
              <a:off x="2782783" y="2090118"/>
              <a:ext cx="612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LEASE</a:t>
              </a:r>
            </a:p>
          </p:txBody>
        </p: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66C45D51-D210-C54B-FD9C-594A2E7C5425}"/>
                </a:ext>
              </a:extLst>
            </p:cNvPr>
            <p:cNvGrpSpPr/>
            <p:nvPr/>
          </p:nvGrpSpPr>
          <p:grpSpPr>
            <a:xfrm>
              <a:off x="2776635" y="1353861"/>
              <a:ext cx="648000" cy="648000"/>
              <a:chOff x="1498452" y="4969551"/>
              <a:chExt cx="648000" cy="648000"/>
            </a:xfrm>
          </p:grpSpPr>
          <p:sp>
            <p:nvSpPr>
              <p:cNvPr id="120" name="Oval 2">
                <a:extLst>
                  <a:ext uri="{FF2B5EF4-FFF2-40B4-BE49-F238E27FC236}">
                    <a16:creationId xmlns:a16="http://schemas.microsoft.com/office/drawing/2014/main" id="{70D87ABB-656D-FDFD-33F5-EC1E163854CC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1" name="Graphic 120" descr="Server with solid fill">
                <a:extLst>
                  <a:ext uri="{FF2B5EF4-FFF2-40B4-BE49-F238E27FC236}">
                    <a16:creationId xmlns:a16="http://schemas.microsoft.com/office/drawing/2014/main" id="{E1BADDF8-6D3C-FFF7-A8F7-1D50CF126D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1" name="Graphic 150" descr="Single gear outline">
              <a:extLst>
                <a:ext uri="{FF2B5EF4-FFF2-40B4-BE49-F238E27FC236}">
                  <a16:creationId xmlns:a16="http://schemas.microsoft.com/office/drawing/2014/main" id="{AFE4F019-7117-D483-F733-8701CEE3E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233795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7481893D-3C48-2B9E-BEA2-1ED33F023BB6}"/>
              </a:ext>
            </a:extLst>
          </p:cNvPr>
          <p:cNvGrpSpPr/>
          <p:nvPr/>
        </p:nvGrpSpPr>
        <p:grpSpPr>
          <a:xfrm>
            <a:off x="3833728" y="1160427"/>
            <a:ext cx="787601" cy="1057784"/>
            <a:chOff x="3860987" y="1263166"/>
            <a:chExt cx="787601" cy="1057784"/>
          </a:xfrm>
        </p:grpSpPr>
        <p:sp>
          <p:nvSpPr>
            <p:cNvPr id="1045" name="TextBox 1044">
              <a:extLst>
                <a:ext uri="{FF2B5EF4-FFF2-40B4-BE49-F238E27FC236}">
                  <a16:creationId xmlns:a16="http://schemas.microsoft.com/office/drawing/2014/main" id="{C3B35C3C-8C62-C426-1EC3-595D4B9BECE6}"/>
                </a:ext>
              </a:extLst>
            </p:cNvPr>
            <p:cNvSpPr txBox="1"/>
            <p:nvPr/>
          </p:nvSpPr>
          <p:spPr>
            <a:xfrm>
              <a:off x="3860987" y="2090118"/>
              <a:ext cx="75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EUROFAC</a:t>
              </a:r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5419CFB5-789D-ED32-3C1A-6FBC20A9E10F}"/>
                </a:ext>
              </a:extLst>
            </p:cNvPr>
            <p:cNvGrpSpPr/>
            <p:nvPr/>
          </p:nvGrpSpPr>
          <p:grpSpPr>
            <a:xfrm>
              <a:off x="3909558" y="1353861"/>
              <a:ext cx="648000" cy="648000"/>
              <a:chOff x="1498452" y="4969551"/>
              <a:chExt cx="648000" cy="648000"/>
            </a:xfrm>
          </p:grpSpPr>
          <p:sp>
            <p:nvSpPr>
              <p:cNvPr id="115" name="Oval 2">
                <a:extLst>
                  <a:ext uri="{FF2B5EF4-FFF2-40B4-BE49-F238E27FC236}">
                    <a16:creationId xmlns:a16="http://schemas.microsoft.com/office/drawing/2014/main" id="{D9B8D76E-B415-451C-4C9F-85BCF3852EC0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16" name="Graphic 115" descr="Server with solid fill">
                <a:extLst>
                  <a:ext uri="{FF2B5EF4-FFF2-40B4-BE49-F238E27FC236}">
                    <a16:creationId xmlns:a16="http://schemas.microsoft.com/office/drawing/2014/main" id="{DC814EEF-F6FA-7D96-3638-3AC8231526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2" name="Graphic 151" descr="Single gear outline">
              <a:extLst>
                <a:ext uri="{FF2B5EF4-FFF2-40B4-BE49-F238E27FC236}">
                  <a16:creationId xmlns:a16="http://schemas.microsoft.com/office/drawing/2014/main" id="{33C36F5C-5806-C169-6579-1FA0FDF01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360588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5CBD09C9-A63F-5F10-1F5B-37BA9848E76C}"/>
              </a:ext>
            </a:extLst>
          </p:cNvPr>
          <p:cNvGrpSpPr/>
          <p:nvPr/>
        </p:nvGrpSpPr>
        <p:grpSpPr>
          <a:xfrm>
            <a:off x="8369251" y="1098556"/>
            <a:ext cx="828000" cy="1057784"/>
            <a:chOff x="8370197" y="1263166"/>
            <a:chExt cx="828000" cy="1057784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77B020C-F7BD-1B15-C963-17A25B7C7061}"/>
                </a:ext>
              </a:extLst>
            </p:cNvPr>
            <p:cNvSpPr txBox="1"/>
            <p:nvPr/>
          </p:nvSpPr>
          <p:spPr>
            <a:xfrm>
              <a:off x="8370197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HERACLES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832FE0E-6760-ECE8-0E87-8C058BC3E525}"/>
                </a:ext>
              </a:extLst>
            </p:cNvPr>
            <p:cNvGrpSpPr/>
            <p:nvPr/>
          </p:nvGrpSpPr>
          <p:grpSpPr>
            <a:xfrm>
              <a:off x="8441250" y="1353861"/>
              <a:ext cx="648000" cy="648000"/>
              <a:chOff x="1498452" y="4969551"/>
              <a:chExt cx="648000" cy="648000"/>
            </a:xfrm>
          </p:grpSpPr>
          <p:sp>
            <p:nvSpPr>
              <p:cNvPr id="63" name="Oval 2">
                <a:extLst>
                  <a:ext uri="{FF2B5EF4-FFF2-40B4-BE49-F238E27FC236}">
                    <a16:creationId xmlns:a16="http://schemas.microsoft.com/office/drawing/2014/main" id="{E0017416-C967-E606-7162-32B00BA71DAC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4" name="Graphic 63" descr="Server with solid fill">
                <a:extLst>
                  <a:ext uri="{FF2B5EF4-FFF2-40B4-BE49-F238E27FC236}">
                    <a16:creationId xmlns:a16="http://schemas.microsoft.com/office/drawing/2014/main" id="{BB150DC7-76A4-9C86-E856-08B7168F92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3" name="Graphic 152" descr="Single gear outline">
              <a:extLst>
                <a:ext uri="{FF2B5EF4-FFF2-40B4-BE49-F238E27FC236}">
                  <a16:creationId xmlns:a16="http://schemas.microsoft.com/office/drawing/2014/main" id="{A9C50749-BC2E-DC37-61BD-99BDB8836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909250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8A076E94-5BE3-E3C4-0DE1-96C193E1494E}"/>
              </a:ext>
            </a:extLst>
          </p:cNvPr>
          <p:cNvGrpSpPr/>
          <p:nvPr/>
        </p:nvGrpSpPr>
        <p:grpSpPr>
          <a:xfrm>
            <a:off x="6134771" y="2355335"/>
            <a:ext cx="796634" cy="1034593"/>
            <a:chOff x="6134770" y="2488901"/>
            <a:chExt cx="796634" cy="1034593"/>
          </a:xfrm>
        </p:grpSpPr>
        <p:sp>
          <p:nvSpPr>
            <p:cNvPr id="1042" name="TextBox 1041">
              <a:extLst>
                <a:ext uri="{FF2B5EF4-FFF2-40B4-BE49-F238E27FC236}">
                  <a16:creationId xmlns:a16="http://schemas.microsoft.com/office/drawing/2014/main" id="{3508BB35-3174-0529-0EC5-75CCA8C8093A}"/>
                </a:ext>
              </a:extLst>
            </p:cNvPr>
            <p:cNvSpPr txBox="1"/>
            <p:nvPr/>
          </p:nvSpPr>
          <p:spPr>
            <a:xfrm>
              <a:off x="6134770" y="3292662"/>
              <a:ext cx="75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</a:t>
              </a:r>
              <a:r>
                <a:rPr lang="en-US" sz="900" dirty="0" err="1"/>
                <a:t>Riscos</a:t>
              </a:r>
              <a:endParaRPr lang="en-US" sz="900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C5B8357-776F-D283-7297-D9CA9EA454D1}"/>
                </a:ext>
              </a:extLst>
            </p:cNvPr>
            <p:cNvGrpSpPr/>
            <p:nvPr/>
          </p:nvGrpSpPr>
          <p:grpSpPr>
            <a:xfrm>
              <a:off x="6175404" y="2584086"/>
              <a:ext cx="648000" cy="648000"/>
              <a:chOff x="455122" y="4977513"/>
              <a:chExt cx="648000" cy="6480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7D27280-B6E4-113E-C1A2-B0B686B5768C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0" name="Graphic 19" descr="Database with solid fill">
                <a:extLst>
                  <a:ext uri="{FF2B5EF4-FFF2-40B4-BE49-F238E27FC236}">
                    <a16:creationId xmlns:a16="http://schemas.microsoft.com/office/drawing/2014/main" id="{811F777C-D0F3-69B5-5473-E4E1FD4499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5" name="Graphic 154" descr="Single gear outline">
              <a:extLst>
                <a:ext uri="{FF2B5EF4-FFF2-40B4-BE49-F238E27FC236}">
                  <a16:creationId xmlns:a16="http://schemas.microsoft.com/office/drawing/2014/main" id="{6D870519-0C1B-2128-0DD8-0615F97EA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643404" y="2488901"/>
              <a:ext cx="288000" cy="288000"/>
            </a:xfrm>
            <a:prstGeom prst="rect">
              <a:avLst/>
            </a:prstGeom>
          </p:spPr>
        </p:pic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EDC291DD-3434-DB82-5E97-B95152CDB80A}"/>
              </a:ext>
            </a:extLst>
          </p:cNvPr>
          <p:cNvGrpSpPr/>
          <p:nvPr/>
        </p:nvGrpSpPr>
        <p:grpSpPr>
          <a:xfrm>
            <a:off x="3909558" y="2355335"/>
            <a:ext cx="756000" cy="1034593"/>
            <a:chOff x="3909558" y="2488901"/>
            <a:chExt cx="756000" cy="1034593"/>
          </a:xfrm>
        </p:grpSpPr>
        <p:sp>
          <p:nvSpPr>
            <p:cNvPr id="1032" name="TextBox 1031">
              <a:extLst>
                <a:ext uri="{FF2B5EF4-FFF2-40B4-BE49-F238E27FC236}">
                  <a16:creationId xmlns:a16="http://schemas.microsoft.com/office/drawing/2014/main" id="{D11B03F3-192B-EF53-F97B-E7C723444D80}"/>
                </a:ext>
              </a:extLst>
            </p:cNvPr>
            <p:cNvSpPr txBox="1"/>
            <p:nvPr/>
          </p:nvSpPr>
          <p:spPr>
            <a:xfrm>
              <a:off x="4039151" y="3292662"/>
              <a:ext cx="39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DW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C35A4F8-D556-3B33-0670-3B858DF74527}"/>
                </a:ext>
              </a:extLst>
            </p:cNvPr>
            <p:cNvGrpSpPr/>
            <p:nvPr/>
          </p:nvGrpSpPr>
          <p:grpSpPr>
            <a:xfrm>
              <a:off x="3909558" y="2584086"/>
              <a:ext cx="648000" cy="648000"/>
              <a:chOff x="455122" y="4977513"/>
              <a:chExt cx="648000" cy="648000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8A272668-37D6-4959-4770-96DB05B8A836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" name="Graphic 3" descr="Database with solid fill">
                <a:extLst>
                  <a:ext uri="{FF2B5EF4-FFF2-40B4-BE49-F238E27FC236}">
                    <a16:creationId xmlns:a16="http://schemas.microsoft.com/office/drawing/2014/main" id="{821165D7-2AF0-24C4-A171-EFA1249409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6" name="Graphic 155" descr="Single gear outline">
              <a:extLst>
                <a:ext uri="{FF2B5EF4-FFF2-40B4-BE49-F238E27FC236}">
                  <a16:creationId xmlns:a16="http://schemas.microsoft.com/office/drawing/2014/main" id="{F7BD5B3F-C924-242A-4346-030FD650F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377558" y="2488901"/>
              <a:ext cx="288000" cy="288000"/>
            </a:xfrm>
            <a:prstGeom prst="rect">
              <a:avLst/>
            </a:prstGeom>
          </p:spPr>
        </p:pic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695499EF-7378-1CC6-857F-DA5C5C7DA3AF}"/>
              </a:ext>
            </a:extLst>
          </p:cNvPr>
          <p:cNvGrpSpPr/>
          <p:nvPr/>
        </p:nvGrpSpPr>
        <p:grpSpPr>
          <a:xfrm>
            <a:off x="2776636" y="2355335"/>
            <a:ext cx="736033" cy="1034593"/>
            <a:chOff x="2776635" y="2488901"/>
            <a:chExt cx="736033" cy="1034593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1B7B6C9-BCB7-E05D-A26F-CB94E0742B72}"/>
                </a:ext>
              </a:extLst>
            </p:cNvPr>
            <p:cNvSpPr txBox="1"/>
            <p:nvPr/>
          </p:nvSpPr>
          <p:spPr>
            <a:xfrm>
              <a:off x="2837795" y="3292662"/>
              <a:ext cx="54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IFRS9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6EF092C-384F-BD0D-6556-7E0192A3CFA7}"/>
                </a:ext>
              </a:extLst>
            </p:cNvPr>
            <p:cNvGrpSpPr/>
            <p:nvPr/>
          </p:nvGrpSpPr>
          <p:grpSpPr>
            <a:xfrm>
              <a:off x="2776635" y="2584086"/>
              <a:ext cx="648000" cy="648000"/>
              <a:chOff x="455122" y="4977513"/>
              <a:chExt cx="648000" cy="648000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744D71BC-A0EB-5EC9-9662-D84E36C11B69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30" name="Graphic 29" descr="Database with solid fill">
                <a:extLst>
                  <a:ext uri="{FF2B5EF4-FFF2-40B4-BE49-F238E27FC236}">
                    <a16:creationId xmlns:a16="http://schemas.microsoft.com/office/drawing/2014/main" id="{753A0CFA-72C3-2DBD-8BCD-D7B33C103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7" name="Graphic 156" descr="Single gear outline">
              <a:extLst>
                <a:ext uri="{FF2B5EF4-FFF2-40B4-BE49-F238E27FC236}">
                  <a16:creationId xmlns:a16="http://schemas.microsoft.com/office/drawing/2014/main" id="{B3D794E0-8420-CA24-0446-2B8C9EE79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224668" y="2488901"/>
              <a:ext cx="288000" cy="288000"/>
            </a:xfrm>
            <a:prstGeom prst="rect">
              <a:avLst/>
            </a:prstGeom>
          </p:spPr>
        </p:pic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6B3EAD0A-456A-7FC2-C0EA-10C3F0C7A4E6}"/>
              </a:ext>
            </a:extLst>
          </p:cNvPr>
          <p:cNvGrpSpPr/>
          <p:nvPr/>
        </p:nvGrpSpPr>
        <p:grpSpPr>
          <a:xfrm>
            <a:off x="510790" y="2355335"/>
            <a:ext cx="745033" cy="1034593"/>
            <a:chOff x="510789" y="2488901"/>
            <a:chExt cx="745033" cy="1034593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4B683E9-90DC-82DD-4219-C5D8AB0A22D5}"/>
                </a:ext>
              </a:extLst>
            </p:cNvPr>
            <p:cNvSpPr txBox="1"/>
            <p:nvPr/>
          </p:nvSpPr>
          <p:spPr>
            <a:xfrm>
              <a:off x="609110" y="3292662"/>
              <a:ext cx="432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MIS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EF439CC-E913-6D42-FCFF-A66A67AB7401}"/>
                </a:ext>
              </a:extLst>
            </p:cNvPr>
            <p:cNvGrpSpPr/>
            <p:nvPr/>
          </p:nvGrpSpPr>
          <p:grpSpPr>
            <a:xfrm>
              <a:off x="510789" y="2584086"/>
              <a:ext cx="648000" cy="648000"/>
              <a:chOff x="455122" y="4977513"/>
              <a:chExt cx="648000" cy="648000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21304C03-BC2C-951E-35C3-38C0EF14E768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0" name="Graphic 39" descr="Database with solid fill">
                <a:extLst>
                  <a:ext uri="{FF2B5EF4-FFF2-40B4-BE49-F238E27FC236}">
                    <a16:creationId xmlns:a16="http://schemas.microsoft.com/office/drawing/2014/main" id="{297FBE6E-14EA-D6BA-3B2A-D50E8498AC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9" name="Graphic 158" descr="Single gear outline">
              <a:extLst>
                <a:ext uri="{FF2B5EF4-FFF2-40B4-BE49-F238E27FC236}">
                  <a16:creationId xmlns:a16="http://schemas.microsoft.com/office/drawing/2014/main" id="{C47D417B-6630-2860-BAA8-1EC4CA8C7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67822" y="2488901"/>
              <a:ext cx="288000" cy="288000"/>
            </a:xfrm>
            <a:prstGeom prst="rect">
              <a:avLst/>
            </a:prstGeom>
          </p:spPr>
        </p:pic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0BB18944-2731-C28D-BE8A-13B2F14D0696}"/>
              </a:ext>
            </a:extLst>
          </p:cNvPr>
          <p:cNvGrpSpPr/>
          <p:nvPr/>
        </p:nvGrpSpPr>
        <p:grpSpPr>
          <a:xfrm>
            <a:off x="1643712" y="2355335"/>
            <a:ext cx="748847" cy="1034593"/>
            <a:chOff x="1643712" y="2488901"/>
            <a:chExt cx="748847" cy="1034593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670C8E7-6F55-D6D2-7827-5A37435AC4F6}"/>
                </a:ext>
              </a:extLst>
            </p:cNvPr>
            <p:cNvSpPr txBox="1"/>
            <p:nvPr/>
          </p:nvSpPr>
          <p:spPr>
            <a:xfrm>
              <a:off x="1773142" y="3292662"/>
              <a:ext cx="432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BDR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1CE7974-0473-BACB-801E-57475F0A6A51}"/>
                </a:ext>
              </a:extLst>
            </p:cNvPr>
            <p:cNvGrpSpPr/>
            <p:nvPr/>
          </p:nvGrpSpPr>
          <p:grpSpPr>
            <a:xfrm>
              <a:off x="1643712" y="2584086"/>
              <a:ext cx="648000" cy="648000"/>
              <a:chOff x="455122" y="4977513"/>
              <a:chExt cx="648000" cy="648000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7689A130-40AF-047A-D79A-7949292DF534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35" name="Graphic 34" descr="Database with solid fill">
                <a:extLst>
                  <a:ext uri="{FF2B5EF4-FFF2-40B4-BE49-F238E27FC236}">
                    <a16:creationId xmlns:a16="http://schemas.microsoft.com/office/drawing/2014/main" id="{7D22AC59-206D-5A84-6AC8-A8650892B6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8" name="Graphic 157" descr="Single gear outline">
              <a:extLst>
                <a:ext uri="{FF2B5EF4-FFF2-40B4-BE49-F238E27FC236}">
                  <a16:creationId xmlns:a16="http://schemas.microsoft.com/office/drawing/2014/main" id="{7965C152-6DA2-BD19-5D73-0D9797A486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104559" y="2488901"/>
              <a:ext cx="288000" cy="288000"/>
            </a:xfrm>
            <a:prstGeom prst="rect">
              <a:avLst/>
            </a:prstGeom>
          </p:spPr>
        </p:pic>
        <p:pic>
          <p:nvPicPr>
            <p:cNvPr id="162" name="Imagen 18">
              <a:extLst>
                <a:ext uri="{FF2B5EF4-FFF2-40B4-BE49-F238E27FC236}">
                  <a16:creationId xmlns:a16="http://schemas.microsoft.com/office/drawing/2014/main" id="{B4989550-1910-3C54-F767-B263D7E73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52557" y="2494696"/>
              <a:ext cx="241169" cy="241169"/>
            </a:xfrm>
            <a:prstGeom prst="rect">
              <a:avLst/>
            </a:prstGeom>
          </p:spPr>
        </p:pic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B1A10C5C-9786-51D9-855F-AE204EEC8D0B}"/>
              </a:ext>
            </a:extLst>
          </p:cNvPr>
          <p:cNvGrpSpPr/>
          <p:nvPr/>
        </p:nvGrpSpPr>
        <p:grpSpPr>
          <a:xfrm>
            <a:off x="8424328" y="2355335"/>
            <a:ext cx="772923" cy="1034593"/>
            <a:chOff x="8424327" y="2488901"/>
            <a:chExt cx="772923" cy="1034593"/>
          </a:xfrm>
        </p:grpSpPr>
        <p:sp>
          <p:nvSpPr>
            <p:cNvPr id="1050" name="TextBox 1049">
              <a:extLst>
                <a:ext uri="{FF2B5EF4-FFF2-40B4-BE49-F238E27FC236}">
                  <a16:creationId xmlns:a16="http://schemas.microsoft.com/office/drawing/2014/main" id="{2044B185-9DB2-B6C0-F07D-9EFAB91D2B74}"/>
                </a:ext>
              </a:extLst>
            </p:cNvPr>
            <p:cNvSpPr txBox="1"/>
            <p:nvPr/>
          </p:nvSpPr>
          <p:spPr>
            <a:xfrm>
              <a:off x="8432064" y="3292662"/>
              <a:ext cx="72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ALM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89E4F4A-1561-6E21-52CA-8DC295A78914}"/>
                </a:ext>
              </a:extLst>
            </p:cNvPr>
            <p:cNvGrpSpPr/>
            <p:nvPr/>
          </p:nvGrpSpPr>
          <p:grpSpPr>
            <a:xfrm>
              <a:off x="8441250" y="2584086"/>
              <a:ext cx="648000" cy="648000"/>
              <a:chOff x="455122" y="4977513"/>
              <a:chExt cx="648000" cy="648000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39AEC8A-2463-5139-98C6-09A1B56A8F86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" name="Graphic 6" descr="Database with solid fill">
                <a:extLst>
                  <a:ext uri="{FF2B5EF4-FFF2-40B4-BE49-F238E27FC236}">
                    <a16:creationId xmlns:a16="http://schemas.microsoft.com/office/drawing/2014/main" id="{B78E220A-C246-8234-2BE3-4483274922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4" name="Graphic 153" descr="Single gear outline">
              <a:extLst>
                <a:ext uri="{FF2B5EF4-FFF2-40B4-BE49-F238E27FC236}">
                  <a16:creationId xmlns:a16="http://schemas.microsoft.com/office/drawing/2014/main" id="{80C495BA-43C8-B81F-0868-BDD06599A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909250" y="2488901"/>
              <a:ext cx="288000" cy="288000"/>
            </a:xfrm>
            <a:prstGeom prst="rect">
              <a:avLst/>
            </a:prstGeom>
          </p:spPr>
        </p:pic>
        <p:pic>
          <p:nvPicPr>
            <p:cNvPr id="163" name="Imagen 18">
              <a:extLst>
                <a:ext uri="{FF2B5EF4-FFF2-40B4-BE49-F238E27FC236}">
                  <a16:creationId xmlns:a16="http://schemas.microsoft.com/office/drawing/2014/main" id="{20BD548F-C010-0343-0E10-F6226858A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4327" y="2494696"/>
              <a:ext cx="241169" cy="241169"/>
            </a:xfrm>
            <a:prstGeom prst="rect">
              <a:avLst/>
            </a:prstGeom>
          </p:spPr>
        </p:pic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20D8E5FD-709C-9E1D-7BF7-ED2C3F848F4A}"/>
              </a:ext>
            </a:extLst>
          </p:cNvPr>
          <p:cNvGrpSpPr/>
          <p:nvPr/>
        </p:nvGrpSpPr>
        <p:grpSpPr>
          <a:xfrm>
            <a:off x="400572" y="3438928"/>
            <a:ext cx="864000" cy="1098005"/>
            <a:chOff x="400572" y="3685512"/>
            <a:chExt cx="864000" cy="1098005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287035F-70DD-C85A-6190-A7808F17333D}"/>
                </a:ext>
              </a:extLst>
            </p:cNvPr>
            <p:cNvSpPr txBox="1"/>
            <p:nvPr/>
          </p:nvSpPr>
          <p:spPr>
            <a:xfrm>
              <a:off x="400572" y="4552685"/>
              <a:ext cx="86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CAPTOOLS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838DC5C-5FB2-425F-5231-DE5743DE56AC}"/>
                </a:ext>
              </a:extLst>
            </p:cNvPr>
            <p:cNvGrpSpPr/>
            <p:nvPr/>
          </p:nvGrpSpPr>
          <p:grpSpPr>
            <a:xfrm>
              <a:off x="510789" y="3814311"/>
              <a:ext cx="648000" cy="648000"/>
              <a:chOff x="455122" y="4977513"/>
              <a:chExt cx="648000" cy="648000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1854E57-47F6-0316-DCA8-185453247B5A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6" name="Graphic 25" descr="Database with solid fill">
                <a:extLst>
                  <a:ext uri="{FF2B5EF4-FFF2-40B4-BE49-F238E27FC236}">
                    <a16:creationId xmlns:a16="http://schemas.microsoft.com/office/drawing/2014/main" id="{910A2CAC-3B4E-5F0A-ACE6-3459D4FA0C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60" name="Graphic 159" descr="Single gear outline">
              <a:extLst>
                <a:ext uri="{FF2B5EF4-FFF2-40B4-BE49-F238E27FC236}">
                  <a16:creationId xmlns:a16="http://schemas.microsoft.com/office/drawing/2014/main" id="{B747AC7A-0ACB-0D20-5D0A-3934D28E9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67822" y="3685512"/>
              <a:ext cx="288000" cy="288000"/>
            </a:xfrm>
            <a:prstGeom prst="rect">
              <a:avLst/>
            </a:prstGeom>
          </p:spPr>
        </p:pic>
        <p:pic>
          <p:nvPicPr>
            <p:cNvPr id="164" name="Imagen 18">
              <a:extLst>
                <a:ext uri="{FF2B5EF4-FFF2-40B4-BE49-F238E27FC236}">
                  <a16:creationId xmlns:a16="http://schemas.microsoft.com/office/drawing/2014/main" id="{291A18E5-E655-208D-FD18-F597E8295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6763" y="3724069"/>
              <a:ext cx="241169" cy="241169"/>
            </a:xfrm>
            <a:prstGeom prst="rect">
              <a:avLst/>
            </a:prstGeom>
          </p:spPr>
        </p:pic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40E70162-9779-FEB4-0891-B2EAFC3B3B17}"/>
              </a:ext>
            </a:extLst>
          </p:cNvPr>
          <p:cNvGrpSpPr/>
          <p:nvPr/>
        </p:nvGrpSpPr>
        <p:grpSpPr>
          <a:xfrm>
            <a:off x="1643607" y="3438928"/>
            <a:ext cx="736169" cy="1098005"/>
            <a:chOff x="1643606" y="3685512"/>
            <a:chExt cx="736169" cy="1098005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A7E8F40-5E0E-C84B-D5EC-300BBD71368F}"/>
                </a:ext>
              </a:extLst>
            </p:cNvPr>
            <p:cNvSpPr txBox="1"/>
            <p:nvPr/>
          </p:nvSpPr>
          <p:spPr>
            <a:xfrm>
              <a:off x="1731775" y="4552685"/>
              <a:ext cx="50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ALM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98C3BCC-C516-5B52-A361-5CEB96E38462}"/>
                </a:ext>
              </a:extLst>
            </p:cNvPr>
            <p:cNvGrpSpPr/>
            <p:nvPr/>
          </p:nvGrpSpPr>
          <p:grpSpPr>
            <a:xfrm>
              <a:off x="1643712" y="3814311"/>
              <a:ext cx="648000" cy="648000"/>
              <a:chOff x="455122" y="4977513"/>
              <a:chExt cx="648000" cy="64800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FE26504-2E01-E33F-68F2-BDD0D5A43942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3" name="Graphic 22" descr="Database with solid fill">
                <a:extLst>
                  <a:ext uri="{FF2B5EF4-FFF2-40B4-BE49-F238E27FC236}">
                    <a16:creationId xmlns:a16="http://schemas.microsoft.com/office/drawing/2014/main" id="{4283FAC4-F54B-E41D-1931-2CC714EEB8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61" name="Graphic 160" descr="Single gear outline">
              <a:extLst>
                <a:ext uri="{FF2B5EF4-FFF2-40B4-BE49-F238E27FC236}">
                  <a16:creationId xmlns:a16="http://schemas.microsoft.com/office/drawing/2014/main" id="{F4510D8A-9685-31E5-DF8F-12C392B09C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091775" y="3685512"/>
              <a:ext cx="288000" cy="288000"/>
            </a:xfrm>
            <a:prstGeom prst="rect">
              <a:avLst/>
            </a:prstGeom>
          </p:spPr>
        </p:pic>
        <p:pic>
          <p:nvPicPr>
            <p:cNvPr id="165" name="Imagen 18">
              <a:extLst>
                <a:ext uri="{FF2B5EF4-FFF2-40B4-BE49-F238E27FC236}">
                  <a16:creationId xmlns:a16="http://schemas.microsoft.com/office/drawing/2014/main" id="{A5254EE5-6A6D-A712-8838-2EBF54B5E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606" y="3724069"/>
              <a:ext cx="241169" cy="241169"/>
            </a:xfrm>
            <a:prstGeom prst="rect">
              <a:avLst/>
            </a:prstGeom>
          </p:spPr>
        </p:pic>
      </p:grpSp>
      <p:grpSp>
        <p:nvGrpSpPr>
          <p:cNvPr id="1100" name="Group 1099">
            <a:extLst>
              <a:ext uri="{FF2B5EF4-FFF2-40B4-BE49-F238E27FC236}">
                <a16:creationId xmlns:a16="http://schemas.microsoft.com/office/drawing/2014/main" id="{14EFC98C-148C-7C98-7B25-78D27E2EB0A5}"/>
              </a:ext>
            </a:extLst>
          </p:cNvPr>
          <p:cNvGrpSpPr/>
          <p:nvPr/>
        </p:nvGrpSpPr>
        <p:grpSpPr>
          <a:xfrm>
            <a:off x="2610612" y="5342481"/>
            <a:ext cx="1008076" cy="915970"/>
            <a:chOff x="2610612" y="5044535"/>
            <a:chExt cx="1008076" cy="915970"/>
          </a:xfrm>
        </p:grpSpPr>
        <p:sp>
          <p:nvSpPr>
            <p:cNvPr id="1090" name="TextBox 1089">
              <a:extLst>
                <a:ext uri="{FF2B5EF4-FFF2-40B4-BE49-F238E27FC236}">
                  <a16:creationId xmlns:a16="http://schemas.microsoft.com/office/drawing/2014/main" id="{D85B83A5-5F7C-023C-C018-11B9DB34D7E9}"/>
                </a:ext>
              </a:extLst>
            </p:cNvPr>
            <p:cNvSpPr txBox="1"/>
            <p:nvPr/>
          </p:nvSpPr>
          <p:spPr>
            <a:xfrm>
              <a:off x="2610612" y="5729673"/>
              <a:ext cx="10080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NEW DEFAULT</a:t>
              </a:r>
            </a:p>
          </p:txBody>
        </p:sp>
        <p:grpSp>
          <p:nvGrpSpPr>
            <p:cNvPr id="1091" name="Group 1090">
              <a:extLst>
                <a:ext uri="{FF2B5EF4-FFF2-40B4-BE49-F238E27FC236}">
                  <a16:creationId xmlns:a16="http://schemas.microsoft.com/office/drawing/2014/main" id="{C12E7D10-BC6E-0E23-4640-B4E0D392B1D1}"/>
                </a:ext>
              </a:extLst>
            </p:cNvPr>
            <p:cNvGrpSpPr/>
            <p:nvPr/>
          </p:nvGrpSpPr>
          <p:grpSpPr>
            <a:xfrm>
              <a:off x="2788409" y="5044535"/>
              <a:ext cx="648000" cy="648000"/>
              <a:chOff x="455122" y="3851392"/>
              <a:chExt cx="648000" cy="648000"/>
            </a:xfrm>
          </p:grpSpPr>
          <p:sp>
            <p:nvSpPr>
              <p:cNvPr id="1092" name="Oval 2">
                <a:extLst>
                  <a:ext uri="{FF2B5EF4-FFF2-40B4-BE49-F238E27FC236}">
                    <a16:creationId xmlns:a16="http://schemas.microsoft.com/office/drawing/2014/main" id="{E2984FE0-4AF0-5AC9-A596-16C61137DDE8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1093" name="Grupo 14">
                <a:extLst>
                  <a:ext uri="{FF2B5EF4-FFF2-40B4-BE49-F238E27FC236}">
                    <a16:creationId xmlns:a16="http://schemas.microsoft.com/office/drawing/2014/main" id="{21A9B27C-7E91-DFC0-29A3-8A338D727A73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1094" name="Freeform 52">
                  <a:extLst>
                    <a:ext uri="{FF2B5EF4-FFF2-40B4-BE49-F238E27FC236}">
                      <a16:creationId xmlns:a16="http://schemas.microsoft.com/office/drawing/2014/main" id="{ECB100F9-1C30-C10B-22B7-89A87EF9AFB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5" name="Freeform 53">
                  <a:extLst>
                    <a:ext uri="{FF2B5EF4-FFF2-40B4-BE49-F238E27FC236}">
                      <a16:creationId xmlns:a16="http://schemas.microsoft.com/office/drawing/2014/main" id="{FFBC6316-96CE-12CD-ABC5-9F384EED5E3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6" name="Freeform 54">
                  <a:extLst>
                    <a:ext uri="{FF2B5EF4-FFF2-40B4-BE49-F238E27FC236}">
                      <a16:creationId xmlns:a16="http://schemas.microsoft.com/office/drawing/2014/main" id="{548D7D7D-9021-3839-FB98-18E76D9CDD5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7" name="Freeform 55">
                  <a:extLst>
                    <a:ext uri="{FF2B5EF4-FFF2-40B4-BE49-F238E27FC236}">
                      <a16:creationId xmlns:a16="http://schemas.microsoft.com/office/drawing/2014/main" id="{09CD9D4C-1138-5137-DA52-A4CEF33C6E7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8" name="Freeform 56">
                  <a:extLst>
                    <a:ext uri="{FF2B5EF4-FFF2-40B4-BE49-F238E27FC236}">
                      <a16:creationId xmlns:a16="http://schemas.microsoft.com/office/drawing/2014/main" id="{F67C4B88-FD0D-FE6A-41C7-E02A4509A5F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9" name="Freeform 57">
                  <a:extLst>
                    <a:ext uri="{FF2B5EF4-FFF2-40B4-BE49-F238E27FC236}">
                      <a16:creationId xmlns:a16="http://schemas.microsoft.com/office/drawing/2014/main" id="{02BF30F4-17C3-0EBF-17A7-25A525DB94A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grpSp>
        <p:nvGrpSpPr>
          <p:cNvPr id="1101" name="Group 1100">
            <a:extLst>
              <a:ext uri="{FF2B5EF4-FFF2-40B4-BE49-F238E27FC236}">
                <a16:creationId xmlns:a16="http://schemas.microsoft.com/office/drawing/2014/main" id="{D20190AA-D6A4-C685-760F-DB34F2AEA02F}"/>
              </a:ext>
            </a:extLst>
          </p:cNvPr>
          <p:cNvGrpSpPr/>
          <p:nvPr/>
        </p:nvGrpSpPr>
        <p:grpSpPr>
          <a:xfrm>
            <a:off x="10150621" y="1189251"/>
            <a:ext cx="828000" cy="967089"/>
            <a:chOff x="9506709" y="1353861"/>
            <a:chExt cx="828000" cy="967089"/>
          </a:xfrm>
        </p:grpSpPr>
        <p:sp>
          <p:nvSpPr>
            <p:cNvPr id="1102" name="TextBox 1101">
              <a:extLst>
                <a:ext uri="{FF2B5EF4-FFF2-40B4-BE49-F238E27FC236}">
                  <a16:creationId xmlns:a16="http://schemas.microsoft.com/office/drawing/2014/main" id="{F940E53F-290B-C8A9-A689-904613A4DFBA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NORKOM</a:t>
              </a:r>
            </a:p>
          </p:txBody>
        </p:sp>
        <p:grpSp>
          <p:nvGrpSpPr>
            <p:cNvPr id="1103" name="Group 1102">
              <a:extLst>
                <a:ext uri="{FF2B5EF4-FFF2-40B4-BE49-F238E27FC236}">
                  <a16:creationId xmlns:a16="http://schemas.microsoft.com/office/drawing/2014/main" id="{A97B214E-A56E-96B4-2FE8-2FB066173400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1104" name="Oval 2">
                <a:extLst>
                  <a:ext uri="{FF2B5EF4-FFF2-40B4-BE49-F238E27FC236}">
                    <a16:creationId xmlns:a16="http://schemas.microsoft.com/office/drawing/2014/main" id="{D5514AEB-DB6C-1E19-AEAD-919FCA7CEFB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105" name="Graphic 1104" descr="Server with solid fill">
                <a:extLst>
                  <a:ext uri="{FF2B5EF4-FFF2-40B4-BE49-F238E27FC236}">
                    <a16:creationId xmlns:a16="http://schemas.microsoft.com/office/drawing/2014/main" id="{A5337E76-1B5E-2A4A-5913-D2CD2AA2C1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22114CA1-A064-4A6C-A5A4-BB2008588B86}"/>
              </a:ext>
            </a:extLst>
          </p:cNvPr>
          <p:cNvGrpSpPr/>
          <p:nvPr/>
        </p:nvGrpSpPr>
        <p:grpSpPr>
          <a:xfrm>
            <a:off x="3765331" y="5339691"/>
            <a:ext cx="1067013" cy="918760"/>
            <a:chOff x="2788409" y="5044535"/>
            <a:chExt cx="1067013" cy="918760"/>
          </a:xfrm>
        </p:grpSpPr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9BC8421B-D23F-43F0-958E-AE2263D8DF00}"/>
                </a:ext>
              </a:extLst>
            </p:cNvPr>
            <p:cNvSpPr txBox="1"/>
            <p:nvPr/>
          </p:nvSpPr>
          <p:spPr>
            <a:xfrm>
              <a:off x="2847346" y="5732463"/>
              <a:ext cx="10080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SIGMA</a:t>
              </a:r>
            </a:p>
          </p:txBody>
        </p: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F778918E-23E6-4EEF-996A-B865C3B00733}"/>
                </a:ext>
              </a:extLst>
            </p:cNvPr>
            <p:cNvGrpSpPr/>
            <p:nvPr/>
          </p:nvGrpSpPr>
          <p:grpSpPr>
            <a:xfrm>
              <a:off x="2788409" y="5044535"/>
              <a:ext cx="648000" cy="648000"/>
              <a:chOff x="455122" y="3851392"/>
              <a:chExt cx="648000" cy="648000"/>
            </a:xfrm>
          </p:grpSpPr>
          <p:sp>
            <p:nvSpPr>
              <p:cNvPr id="193" name="Oval 2">
                <a:extLst>
                  <a:ext uri="{FF2B5EF4-FFF2-40B4-BE49-F238E27FC236}">
                    <a16:creationId xmlns:a16="http://schemas.microsoft.com/office/drawing/2014/main" id="{69B54FEE-87F4-4A15-87BB-BE54A83BA9E3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194" name="Grupo 14">
                <a:extLst>
                  <a:ext uri="{FF2B5EF4-FFF2-40B4-BE49-F238E27FC236}">
                    <a16:creationId xmlns:a16="http://schemas.microsoft.com/office/drawing/2014/main" id="{43C5CC13-6DF1-41ED-9D33-29494B26AECA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195" name="Freeform 52">
                  <a:extLst>
                    <a:ext uri="{FF2B5EF4-FFF2-40B4-BE49-F238E27FC236}">
                      <a16:creationId xmlns:a16="http://schemas.microsoft.com/office/drawing/2014/main" id="{64F58104-45F2-43D0-86F1-6D6DADFB855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96" name="Freeform 53">
                  <a:extLst>
                    <a:ext uri="{FF2B5EF4-FFF2-40B4-BE49-F238E27FC236}">
                      <a16:creationId xmlns:a16="http://schemas.microsoft.com/office/drawing/2014/main" id="{A5CAA09D-3DD5-4849-9D58-01E08E124E3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97" name="Freeform 54">
                  <a:extLst>
                    <a:ext uri="{FF2B5EF4-FFF2-40B4-BE49-F238E27FC236}">
                      <a16:creationId xmlns:a16="http://schemas.microsoft.com/office/drawing/2014/main" id="{E310E113-DC87-4548-85DE-B0FC16C4E2D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98" name="Freeform 55">
                  <a:extLst>
                    <a:ext uri="{FF2B5EF4-FFF2-40B4-BE49-F238E27FC236}">
                      <a16:creationId xmlns:a16="http://schemas.microsoft.com/office/drawing/2014/main" id="{7D1B4A38-FB3D-4966-BFF6-9332D241B89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99" name="Freeform 56">
                  <a:extLst>
                    <a:ext uri="{FF2B5EF4-FFF2-40B4-BE49-F238E27FC236}">
                      <a16:creationId xmlns:a16="http://schemas.microsoft.com/office/drawing/2014/main" id="{48C59780-5AF7-4CC4-B1F8-7A190363B8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200" name="Freeform 57">
                  <a:extLst>
                    <a:ext uri="{FF2B5EF4-FFF2-40B4-BE49-F238E27FC236}">
                      <a16:creationId xmlns:a16="http://schemas.microsoft.com/office/drawing/2014/main" id="{2A3968FE-9A0C-4EDD-BA92-B3444A956AC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8C1018AC-6274-4DDF-A884-1E514EB90BA6}"/>
              </a:ext>
            </a:extLst>
          </p:cNvPr>
          <p:cNvGrpSpPr/>
          <p:nvPr/>
        </p:nvGrpSpPr>
        <p:grpSpPr>
          <a:xfrm>
            <a:off x="3867094" y="3543722"/>
            <a:ext cx="828000" cy="965601"/>
            <a:chOff x="2707009" y="3814311"/>
            <a:chExt cx="828000" cy="965601"/>
          </a:xfrm>
        </p:grpSpPr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7E26243C-CF8B-49FB-90F6-CE5BA6CA4CF9}"/>
                </a:ext>
              </a:extLst>
            </p:cNvPr>
            <p:cNvSpPr txBox="1"/>
            <p:nvPr/>
          </p:nvSpPr>
          <p:spPr>
            <a:xfrm>
              <a:off x="2707009" y="4549080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MARS</a:t>
              </a:r>
            </a:p>
          </p:txBody>
        </p:sp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4B27635E-F257-459D-8687-7E6006272D64}"/>
                </a:ext>
              </a:extLst>
            </p:cNvPr>
            <p:cNvGrpSpPr/>
            <p:nvPr/>
          </p:nvGrpSpPr>
          <p:grpSpPr>
            <a:xfrm>
              <a:off x="2776635" y="3814311"/>
              <a:ext cx="648000" cy="648000"/>
              <a:chOff x="455122" y="4977513"/>
              <a:chExt cx="648000" cy="648000"/>
            </a:xfrm>
          </p:grpSpPr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87BDAD7E-4C9C-4AC5-A24C-4801E127E015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05" name="Graphic 204" descr="Database with solid fill">
                <a:extLst>
                  <a:ext uri="{FF2B5EF4-FFF2-40B4-BE49-F238E27FC236}">
                    <a16:creationId xmlns:a16="http://schemas.microsoft.com/office/drawing/2014/main" id="{F87057EB-5DCE-4629-81E9-AFC3335000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206" name="Imagen 18">
            <a:extLst>
              <a:ext uri="{FF2B5EF4-FFF2-40B4-BE49-F238E27FC236}">
                <a16:creationId xmlns:a16="http://schemas.microsoft.com/office/drawing/2014/main" id="{43742EB3-0B9A-46E6-9C53-AA0DA53D5B2B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558" y="2429189"/>
            <a:ext cx="241169" cy="241169"/>
          </a:xfrm>
          <a:prstGeom prst="rect">
            <a:avLst/>
          </a:prstGeom>
        </p:spPr>
      </p:pic>
      <p:grpSp>
        <p:nvGrpSpPr>
          <p:cNvPr id="207" name="Group 206">
            <a:extLst>
              <a:ext uri="{FF2B5EF4-FFF2-40B4-BE49-F238E27FC236}">
                <a16:creationId xmlns:a16="http://schemas.microsoft.com/office/drawing/2014/main" id="{BFBBAF6E-9230-4989-BC68-E8ECBC66C4BB}"/>
              </a:ext>
            </a:extLst>
          </p:cNvPr>
          <p:cNvGrpSpPr/>
          <p:nvPr/>
        </p:nvGrpSpPr>
        <p:grpSpPr>
          <a:xfrm>
            <a:off x="11024530" y="1204956"/>
            <a:ext cx="828000" cy="967089"/>
            <a:chOff x="9506709" y="1353861"/>
            <a:chExt cx="828000" cy="967089"/>
          </a:xfrm>
        </p:grpSpPr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B9394515-545E-4C11-BF39-95B4E0898C1E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AQUANIMA</a:t>
              </a:r>
            </a:p>
          </p:txBody>
        </p: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A3D594BC-FEF6-4C9E-B81D-5912B5C877B6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10" name="Oval 2">
                <a:extLst>
                  <a:ext uri="{FF2B5EF4-FFF2-40B4-BE49-F238E27FC236}">
                    <a16:creationId xmlns:a16="http://schemas.microsoft.com/office/drawing/2014/main" id="{D598D43B-844E-4F19-A610-144D2D985E32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11" name="Graphic 210" descr="Server with solid fill">
                <a:extLst>
                  <a:ext uri="{FF2B5EF4-FFF2-40B4-BE49-F238E27FC236}">
                    <a16:creationId xmlns:a16="http://schemas.microsoft.com/office/drawing/2014/main" id="{E1F48952-0710-406A-BE10-F3F4C92FC4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7CDEEA41-5A62-450E-B029-83A9C6A126E6}"/>
              </a:ext>
            </a:extLst>
          </p:cNvPr>
          <p:cNvGrpSpPr/>
          <p:nvPr/>
        </p:nvGrpSpPr>
        <p:grpSpPr>
          <a:xfrm>
            <a:off x="11011531" y="2274627"/>
            <a:ext cx="828000" cy="967089"/>
            <a:chOff x="9506709" y="1353861"/>
            <a:chExt cx="828000" cy="967089"/>
          </a:xfrm>
        </p:grpSpPr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D51F7AA2-1522-4164-86E5-B353F40285EF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BLANCA</a:t>
              </a:r>
            </a:p>
          </p:txBody>
        </p: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C236D8FE-E0FD-406B-8848-5E2B65DF1D24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15" name="Oval 2">
                <a:extLst>
                  <a:ext uri="{FF2B5EF4-FFF2-40B4-BE49-F238E27FC236}">
                    <a16:creationId xmlns:a16="http://schemas.microsoft.com/office/drawing/2014/main" id="{0E42D5B1-1A41-46CD-87CF-6814E97095F0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16" name="Graphic 215" descr="Server with solid fill">
                <a:extLst>
                  <a:ext uri="{FF2B5EF4-FFF2-40B4-BE49-F238E27FC236}">
                    <a16:creationId xmlns:a16="http://schemas.microsoft.com/office/drawing/2014/main" id="{D627E14E-3C1A-4278-AC93-8A79330C80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49D51F73-04A4-4AB3-A883-E3FEA371115C}"/>
              </a:ext>
            </a:extLst>
          </p:cNvPr>
          <p:cNvGrpSpPr/>
          <p:nvPr/>
        </p:nvGrpSpPr>
        <p:grpSpPr>
          <a:xfrm>
            <a:off x="5700221" y="3469661"/>
            <a:ext cx="1680890" cy="1034149"/>
            <a:chOff x="7982884" y="2488901"/>
            <a:chExt cx="1680890" cy="1034149"/>
          </a:xfrm>
        </p:grpSpPr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2A1B8E7D-47C1-401B-BDF1-EBE426D70622}"/>
                </a:ext>
              </a:extLst>
            </p:cNvPr>
            <p:cNvSpPr txBox="1"/>
            <p:nvPr/>
          </p:nvSpPr>
          <p:spPr>
            <a:xfrm>
              <a:off x="7982884" y="3292218"/>
              <a:ext cx="168089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ServiceNow</a:t>
              </a:r>
              <a:endParaRPr lang="en-US" sz="900" dirty="0"/>
            </a:p>
          </p:txBody>
        </p:sp>
        <p:grpSp>
          <p:nvGrpSpPr>
            <p:cNvPr id="219" name="Group 218">
              <a:extLst>
                <a:ext uri="{FF2B5EF4-FFF2-40B4-BE49-F238E27FC236}">
                  <a16:creationId xmlns:a16="http://schemas.microsoft.com/office/drawing/2014/main" id="{8EF51205-3C0E-44FE-9AC6-21204C8F6DBE}"/>
                </a:ext>
              </a:extLst>
            </p:cNvPr>
            <p:cNvGrpSpPr/>
            <p:nvPr/>
          </p:nvGrpSpPr>
          <p:grpSpPr>
            <a:xfrm>
              <a:off x="8441250" y="2584086"/>
              <a:ext cx="648000" cy="648000"/>
              <a:chOff x="455122" y="4977513"/>
              <a:chExt cx="648000" cy="648000"/>
            </a:xfrm>
          </p:grpSpPr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id="{73EBA4E7-DB8D-46FF-8A1C-1BC18915B633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23" name="Graphic 222" descr="Database with solid fill">
                <a:extLst>
                  <a:ext uri="{FF2B5EF4-FFF2-40B4-BE49-F238E27FC236}">
                    <a16:creationId xmlns:a16="http://schemas.microsoft.com/office/drawing/2014/main" id="{1C7B6A82-1C25-4015-B27D-4F406DD50F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220" name="Graphic 219" descr="Single gear outline">
              <a:extLst>
                <a:ext uri="{FF2B5EF4-FFF2-40B4-BE49-F238E27FC236}">
                  <a16:creationId xmlns:a16="http://schemas.microsoft.com/office/drawing/2014/main" id="{522BAC32-C537-40B4-A43C-3595287B8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909250" y="2488901"/>
              <a:ext cx="288000" cy="288000"/>
            </a:xfrm>
            <a:prstGeom prst="rect">
              <a:avLst/>
            </a:prstGeom>
          </p:spPr>
        </p:pic>
        <p:pic>
          <p:nvPicPr>
            <p:cNvPr id="221" name="Imagen 18">
              <a:extLst>
                <a:ext uri="{FF2B5EF4-FFF2-40B4-BE49-F238E27FC236}">
                  <a16:creationId xmlns:a16="http://schemas.microsoft.com/office/drawing/2014/main" id="{5D43E741-6CBE-4C90-9EC7-08E3B56E16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4327" y="2494696"/>
              <a:ext cx="241169" cy="241169"/>
            </a:xfrm>
            <a:prstGeom prst="rect">
              <a:avLst/>
            </a:prstGeom>
          </p:spPr>
        </p:pic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1192F9A8-1950-4390-9C06-EA28EC35FA49}"/>
              </a:ext>
            </a:extLst>
          </p:cNvPr>
          <p:cNvGrpSpPr/>
          <p:nvPr/>
        </p:nvGrpSpPr>
        <p:grpSpPr>
          <a:xfrm>
            <a:off x="10103860" y="2265731"/>
            <a:ext cx="828000" cy="1244088"/>
            <a:chOff x="9506709" y="1353861"/>
            <a:chExt cx="828000" cy="1244088"/>
          </a:xfrm>
        </p:grpSpPr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0A656547-DA10-41C1-951A-714FDF597E08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Microsoft </a:t>
              </a:r>
            </a:p>
            <a:p>
              <a:pPr algn="ctr"/>
              <a:r>
                <a:rPr lang="pt-PT" sz="900" dirty="0"/>
                <a:t>Active Directory</a:t>
              </a:r>
              <a:endParaRPr lang="en-US" sz="900" dirty="0"/>
            </a:p>
          </p:txBody>
        </p: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BE81CBAD-FD15-47F3-8EAF-8F05F61E86C3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27" name="Oval 2">
                <a:extLst>
                  <a:ext uri="{FF2B5EF4-FFF2-40B4-BE49-F238E27FC236}">
                    <a16:creationId xmlns:a16="http://schemas.microsoft.com/office/drawing/2014/main" id="{9B674B17-7B9B-46B6-B7F8-758CE457DF7D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28" name="Graphic 227" descr="Server with solid fill">
                <a:extLst>
                  <a:ext uri="{FF2B5EF4-FFF2-40B4-BE49-F238E27FC236}">
                    <a16:creationId xmlns:a16="http://schemas.microsoft.com/office/drawing/2014/main" id="{0F12C3CD-D315-47ED-8A03-970C74A89C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2408AF3C-CC7B-4C3D-9563-6F40EC78FA57}"/>
              </a:ext>
            </a:extLst>
          </p:cNvPr>
          <p:cNvGrpSpPr/>
          <p:nvPr/>
        </p:nvGrpSpPr>
        <p:grpSpPr>
          <a:xfrm>
            <a:off x="10978621" y="3414198"/>
            <a:ext cx="828000" cy="1105589"/>
            <a:chOff x="9506709" y="1353861"/>
            <a:chExt cx="828000" cy="1105589"/>
          </a:xfrm>
        </p:grpSpPr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47405D6C-B1BB-4DDB-BF19-EAAD4754CED7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SERVIÇO FRAUDE</a:t>
              </a:r>
            </a:p>
          </p:txBody>
        </p: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75EA2551-9F14-4511-B743-6540E3A1A481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32" name="Oval 2">
                <a:extLst>
                  <a:ext uri="{FF2B5EF4-FFF2-40B4-BE49-F238E27FC236}">
                    <a16:creationId xmlns:a16="http://schemas.microsoft.com/office/drawing/2014/main" id="{C104A1E0-7EE0-4BB5-8818-2B7C83B14045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33" name="Graphic 232" descr="Server with solid fill">
                <a:extLst>
                  <a:ext uri="{FF2B5EF4-FFF2-40B4-BE49-F238E27FC236}">
                    <a16:creationId xmlns:a16="http://schemas.microsoft.com/office/drawing/2014/main" id="{3CF97295-60AF-4FB5-8387-274C8D7905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234" name="Graphic 233" descr="Single gear outline">
            <a:extLst>
              <a:ext uri="{FF2B5EF4-FFF2-40B4-BE49-F238E27FC236}">
                <a16:creationId xmlns:a16="http://schemas.microsoft.com/office/drawing/2014/main" id="{ED01EEE0-C2AB-4503-8101-0709CDD2DAB1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496085" y="3325661"/>
            <a:ext cx="288000" cy="288000"/>
          </a:xfrm>
          <a:prstGeom prst="rect">
            <a:avLst/>
          </a:prstGeom>
        </p:spPr>
      </p:pic>
      <p:pic>
        <p:nvPicPr>
          <p:cNvPr id="235" name="Imagen 18">
            <a:extLst>
              <a:ext uri="{FF2B5EF4-FFF2-40B4-BE49-F238E27FC236}">
                <a16:creationId xmlns:a16="http://schemas.microsoft.com/office/drawing/2014/main" id="{A9AB721D-75C2-43D7-8597-CD16F3FC9044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8669" y="3401613"/>
            <a:ext cx="241169" cy="241169"/>
          </a:xfrm>
          <a:prstGeom prst="rect">
            <a:avLst/>
          </a:prstGeom>
        </p:spPr>
      </p:pic>
      <p:grpSp>
        <p:nvGrpSpPr>
          <p:cNvPr id="236" name="Group 235">
            <a:extLst>
              <a:ext uri="{FF2B5EF4-FFF2-40B4-BE49-F238E27FC236}">
                <a16:creationId xmlns:a16="http://schemas.microsoft.com/office/drawing/2014/main" id="{05A5C4EF-F6E2-496F-87C5-7C8139FA13F8}"/>
              </a:ext>
            </a:extLst>
          </p:cNvPr>
          <p:cNvGrpSpPr/>
          <p:nvPr/>
        </p:nvGrpSpPr>
        <p:grpSpPr>
          <a:xfrm>
            <a:off x="9252044" y="2298707"/>
            <a:ext cx="828000" cy="967089"/>
            <a:chOff x="9506709" y="1353861"/>
            <a:chExt cx="828000" cy="967089"/>
          </a:xfrm>
        </p:grpSpPr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1771CA7E-3998-4A1B-8098-1CFBBCB4F6C5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CREAM</a:t>
              </a:r>
              <a:endParaRPr lang="en-US" sz="900" dirty="0"/>
            </a:p>
          </p:txBody>
        </p: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977BB77F-5A41-42DA-928E-09D84B10294F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39" name="Oval 2">
                <a:extLst>
                  <a:ext uri="{FF2B5EF4-FFF2-40B4-BE49-F238E27FC236}">
                    <a16:creationId xmlns:a16="http://schemas.microsoft.com/office/drawing/2014/main" id="{7CC1C194-DF82-406D-ADC2-2E860A9D3AF7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40" name="Graphic 239" descr="Server with solid fill">
                <a:extLst>
                  <a:ext uri="{FF2B5EF4-FFF2-40B4-BE49-F238E27FC236}">
                    <a16:creationId xmlns:a16="http://schemas.microsoft.com/office/drawing/2014/main" id="{8E8AAEDF-C428-4D5A-A8AA-5A96542FF2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241" name="Picture 240">
            <a:extLst>
              <a:ext uri="{FF2B5EF4-FFF2-40B4-BE49-F238E27FC236}">
                <a16:creationId xmlns:a16="http://schemas.microsoft.com/office/drawing/2014/main" id="{69B37443-823D-4068-9B6E-44C9279E7C8E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7674" y="2292445"/>
            <a:ext cx="257784" cy="293295"/>
          </a:xfrm>
          <a:prstGeom prst="ellipse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A052B8B1-CD97-7CF9-6862-364828D0E273}"/>
              </a:ext>
            </a:extLst>
          </p:cNvPr>
          <p:cNvGrpSpPr/>
          <p:nvPr/>
        </p:nvGrpSpPr>
        <p:grpSpPr>
          <a:xfrm>
            <a:off x="6839078" y="3426063"/>
            <a:ext cx="1680890" cy="1034149"/>
            <a:chOff x="7982884" y="2488901"/>
            <a:chExt cx="1680890" cy="1034149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C93C162-D8C4-D319-FC08-DEB5E838B41B}"/>
                </a:ext>
              </a:extLst>
            </p:cNvPr>
            <p:cNvSpPr txBox="1"/>
            <p:nvPr/>
          </p:nvSpPr>
          <p:spPr>
            <a:xfrm>
              <a:off x="7982884" y="3292218"/>
              <a:ext cx="168089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ConsolS</a:t>
              </a:r>
              <a:endParaRPr lang="en-US" sz="900" dirty="0"/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A2EC1C4-EB10-DBF7-991A-D88DA7315D88}"/>
                </a:ext>
              </a:extLst>
            </p:cNvPr>
            <p:cNvGrpSpPr/>
            <p:nvPr/>
          </p:nvGrpSpPr>
          <p:grpSpPr>
            <a:xfrm>
              <a:off x="8441250" y="2584086"/>
              <a:ext cx="648000" cy="648000"/>
              <a:chOff x="455122" y="4977513"/>
              <a:chExt cx="648000" cy="6480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0E9C0000-0579-FF41-9FC9-FA4E621B09E4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0" name="Graphic 59" descr="Database with solid fill">
                <a:extLst>
                  <a:ext uri="{FF2B5EF4-FFF2-40B4-BE49-F238E27FC236}">
                    <a16:creationId xmlns:a16="http://schemas.microsoft.com/office/drawing/2014/main" id="{1D742A0A-D4AD-78A8-831F-8D164368C0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57" name="Graphic 56" descr="Single gear outline">
              <a:extLst>
                <a:ext uri="{FF2B5EF4-FFF2-40B4-BE49-F238E27FC236}">
                  <a16:creationId xmlns:a16="http://schemas.microsoft.com/office/drawing/2014/main" id="{676FF3D2-0838-AC7B-94C8-648434797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909250" y="2488901"/>
              <a:ext cx="288000" cy="288000"/>
            </a:xfrm>
            <a:prstGeom prst="rect">
              <a:avLst/>
            </a:prstGeom>
          </p:spPr>
        </p:pic>
        <p:pic>
          <p:nvPicPr>
            <p:cNvPr id="58" name="Imagen 18">
              <a:extLst>
                <a:ext uri="{FF2B5EF4-FFF2-40B4-BE49-F238E27FC236}">
                  <a16:creationId xmlns:a16="http://schemas.microsoft.com/office/drawing/2014/main" id="{D59B127A-128A-ADE1-C7A9-4AA3A4A185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4327" y="2494696"/>
              <a:ext cx="241169" cy="241169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247B10F-1054-0675-391F-36E4862D117C}"/>
              </a:ext>
            </a:extLst>
          </p:cNvPr>
          <p:cNvGrpSpPr/>
          <p:nvPr/>
        </p:nvGrpSpPr>
        <p:grpSpPr>
          <a:xfrm>
            <a:off x="8838044" y="3500837"/>
            <a:ext cx="828000" cy="967089"/>
            <a:chOff x="9506709" y="1353861"/>
            <a:chExt cx="828000" cy="967089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95A3059-3AF1-B827-5952-348A9C821B86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PGR</a:t>
              </a:r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C9E6C668-7A1F-4B78-80BC-3976567530E7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74" name="Oval 2">
                <a:extLst>
                  <a:ext uri="{FF2B5EF4-FFF2-40B4-BE49-F238E27FC236}">
                    <a16:creationId xmlns:a16="http://schemas.microsoft.com/office/drawing/2014/main" id="{139BB48F-D15D-D126-3597-6C9F0196E355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88" name="Graphic 87" descr="Server with solid fill">
                <a:extLst>
                  <a:ext uri="{FF2B5EF4-FFF2-40B4-BE49-F238E27FC236}">
                    <a16:creationId xmlns:a16="http://schemas.microsoft.com/office/drawing/2014/main" id="{2F763CB8-0880-898A-2BD4-368E788EF9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CAE1C4B7-6C1D-8C86-947D-882B7C833BBA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322621" y="3420846"/>
            <a:ext cx="288000" cy="288000"/>
          </a:xfrm>
          <a:prstGeom prst="rect">
            <a:avLst/>
          </a:prstGeom>
        </p:spPr>
      </p:pic>
      <p:grpSp>
        <p:nvGrpSpPr>
          <p:cNvPr id="92" name="Group 91">
            <a:extLst>
              <a:ext uri="{FF2B5EF4-FFF2-40B4-BE49-F238E27FC236}">
                <a16:creationId xmlns:a16="http://schemas.microsoft.com/office/drawing/2014/main" id="{CAC34084-B569-11CB-583D-A7A2C77EA48C}"/>
              </a:ext>
            </a:extLst>
          </p:cNvPr>
          <p:cNvGrpSpPr/>
          <p:nvPr/>
        </p:nvGrpSpPr>
        <p:grpSpPr>
          <a:xfrm>
            <a:off x="9838702" y="3525596"/>
            <a:ext cx="828000" cy="967089"/>
            <a:chOff x="9506709" y="1353861"/>
            <a:chExt cx="828000" cy="967089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BB99CED-F50D-F0E8-88D7-9B92395348C0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REMEDY</a:t>
              </a:r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8E7FC424-C916-4469-FF1F-72173975A2AD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99" name="Oval 2">
                <a:extLst>
                  <a:ext uri="{FF2B5EF4-FFF2-40B4-BE49-F238E27FC236}">
                    <a16:creationId xmlns:a16="http://schemas.microsoft.com/office/drawing/2014/main" id="{4C376069-0FE5-FE76-464B-8DCD3DB42C22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03" name="Graphic 102" descr="Server with solid fill">
                <a:extLst>
                  <a:ext uri="{FF2B5EF4-FFF2-40B4-BE49-F238E27FC236}">
                    <a16:creationId xmlns:a16="http://schemas.microsoft.com/office/drawing/2014/main" id="{C1A7134E-930B-D459-BB45-A004018BB7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106" name="Imagen 18">
            <a:extLst>
              <a:ext uri="{FF2B5EF4-FFF2-40B4-BE49-F238E27FC236}">
                <a16:creationId xmlns:a16="http://schemas.microsoft.com/office/drawing/2014/main" id="{AAE2547E-0B2C-26F8-B7EB-7377BCF22D87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1787" y="1160427"/>
            <a:ext cx="241169" cy="241169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430273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9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Símbolos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34" name="Nombre"/>
          <p:cNvSpPr txBox="1">
            <a:spLocks/>
          </p:cNvSpPr>
          <p:nvPr/>
        </p:nvSpPr>
        <p:spPr>
          <a:xfrm>
            <a:off x="416561" y="716880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ES" sz="1600" b="1" dirty="0" err="1">
                <a:solidFill>
                  <a:srgbClr val="FF0000"/>
                </a:solidFill>
              </a:rPr>
              <a:t>Processos</a:t>
            </a:r>
            <a:r>
              <a:rPr lang="es-ES" sz="1600" b="1" dirty="0">
                <a:solidFill>
                  <a:srgbClr val="FF0000"/>
                </a:solidFill>
              </a:rPr>
              <a:t>, Output, EUC, </a:t>
            </a:r>
            <a:r>
              <a:rPr lang="es-ES" sz="1600" b="1" dirty="0" err="1">
                <a:solidFill>
                  <a:srgbClr val="FF0000"/>
                </a:solidFill>
              </a:rPr>
              <a:t>Fontes</a:t>
            </a:r>
            <a:r>
              <a:rPr lang="es-ES" sz="1600" b="1" dirty="0">
                <a:solidFill>
                  <a:srgbClr val="FF0000"/>
                </a:solidFill>
              </a:rPr>
              <a:t> Externas, </a:t>
            </a:r>
            <a:r>
              <a:rPr lang="es-ES" sz="1600" b="1" dirty="0" err="1">
                <a:solidFill>
                  <a:srgbClr val="FF0000"/>
                </a:solidFill>
              </a:rPr>
              <a:t>Fonte</a:t>
            </a:r>
            <a:r>
              <a:rPr lang="es-ES" sz="1600" b="1" dirty="0">
                <a:solidFill>
                  <a:srgbClr val="FF0000"/>
                </a:solidFill>
              </a:rPr>
              <a:t> Corporativa, Métricas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CE2701D-A027-CC34-5CED-AE0AE79E10C7}"/>
              </a:ext>
            </a:extLst>
          </p:cNvPr>
          <p:cNvSpPr txBox="1"/>
          <p:nvPr/>
        </p:nvSpPr>
        <p:spPr>
          <a:xfrm>
            <a:off x="557195" y="3203780"/>
            <a:ext cx="57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BPNet</a:t>
            </a:r>
            <a:endParaRPr lang="en-US" sz="1000" dirty="0"/>
          </a:p>
        </p:txBody>
      </p:sp>
      <p:pic>
        <p:nvPicPr>
          <p:cNvPr id="86" name="Picture 85" descr="Icon&#10;&#10;Description automatically generated">
            <a:extLst>
              <a:ext uri="{FF2B5EF4-FFF2-40B4-BE49-F238E27FC236}">
                <a16:creationId xmlns:a16="http://schemas.microsoft.com/office/drawing/2014/main" id="{0E41B5F1-F326-3BDE-743A-4AAD81E60DFC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510789" y="2556392"/>
            <a:ext cx="648000" cy="648000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5848052" y="1381795"/>
            <a:ext cx="828000" cy="905822"/>
            <a:chOff x="5848052" y="1381795"/>
            <a:chExt cx="828000" cy="905822"/>
          </a:xfrm>
        </p:grpSpPr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F1626CE6-E784-2E6F-3629-734D143C9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878920" y="1381795"/>
              <a:ext cx="648000" cy="648000"/>
            </a:xfrm>
            <a:prstGeom prst="rect">
              <a:avLst/>
            </a:prstGeom>
          </p:spPr>
        </p:pic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FFB15DB3-EA42-3F8F-2D44-998FE30B8835}"/>
                </a:ext>
              </a:extLst>
            </p:cNvPr>
            <p:cNvSpPr txBox="1"/>
            <p:nvPr/>
          </p:nvSpPr>
          <p:spPr>
            <a:xfrm>
              <a:off x="5848052" y="2041396"/>
              <a:ext cx="828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Ficheiro</a:t>
              </a:r>
              <a:r>
                <a:rPr lang="en-US" sz="900" dirty="0"/>
                <a:t>.xls</a:t>
              </a:r>
            </a:p>
          </p:txBody>
        </p:sp>
      </p:grpSp>
      <p:pic>
        <p:nvPicPr>
          <p:cNvPr id="115" name="Picture 4">
            <a:extLst>
              <a:ext uri="{FF2B5EF4-FFF2-40B4-BE49-F238E27FC236}">
                <a16:creationId xmlns:a16="http://schemas.microsoft.com/office/drawing/2014/main" id="{99E82821-A0BE-8409-93D9-F0F1925C7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789" y="1370843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CF30938C-6492-A94D-FBB7-B906388E625D}"/>
              </a:ext>
            </a:extLst>
          </p:cNvPr>
          <p:cNvSpPr txBox="1"/>
          <p:nvPr/>
        </p:nvSpPr>
        <p:spPr>
          <a:xfrm>
            <a:off x="611195" y="2030444"/>
            <a:ext cx="46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SAS</a:t>
            </a:r>
          </a:p>
        </p:txBody>
      </p:sp>
      <p:pic>
        <p:nvPicPr>
          <p:cNvPr id="1025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9826" y="1381795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extBox 1026">
            <a:extLst>
              <a:ext uri="{FF2B5EF4-FFF2-40B4-BE49-F238E27FC236}">
                <a16:creationId xmlns:a16="http://schemas.microsoft.com/office/drawing/2014/main" id="{10C464CC-F2F1-ABB8-F4F2-C2AC0D25866A}"/>
              </a:ext>
            </a:extLst>
          </p:cNvPr>
          <p:cNvSpPr txBox="1"/>
          <p:nvPr/>
        </p:nvSpPr>
        <p:spPr>
          <a:xfrm>
            <a:off x="4742847" y="2041396"/>
            <a:ext cx="75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Output.txt</a:t>
            </a:r>
          </a:p>
        </p:txBody>
      </p:sp>
      <p:pic>
        <p:nvPicPr>
          <p:cNvPr id="1029" name="Picture 1028">
            <a:extLst>
              <a:ext uri="{FF2B5EF4-FFF2-40B4-BE49-F238E27FC236}">
                <a16:creationId xmlns:a16="http://schemas.microsoft.com/office/drawing/2014/main" id="{21B11F74-7093-31B5-1C86-B1F74027EB6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843" y="1393396"/>
            <a:ext cx="648000" cy="648000"/>
          </a:xfrm>
          <a:prstGeom prst="ellipse">
            <a:avLst/>
          </a:prstGeom>
        </p:spPr>
      </p:pic>
      <p:sp>
        <p:nvSpPr>
          <p:cNvPr id="1031" name="TextBox 1030">
            <a:extLst>
              <a:ext uri="{FF2B5EF4-FFF2-40B4-BE49-F238E27FC236}">
                <a16:creationId xmlns:a16="http://schemas.microsoft.com/office/drawing/2014/main" id="{BF68C6E9-F5F9-D00A-0C22-9991B2D38896}"/>
              </a:ext>
            </a:extLst>
          </p:cNvPr>
          <p:cNvSpPr txBox="1"/>
          <p:nvPr/>
        </p:nvSpPr>
        <p:spPr>
          <a:xfrm>
            <a:off x="6905454" y="2006459"/>
            <a:ext cx="900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Corporação</a:t>
            </a:r>
            <a:endParaRPr 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439BDA-A9EB-13E8-A22A-7AB2EE76078A}"/>
              </a:ext>
            </a:extLst>
          </p:cNvPr>
          <p:cNvSpPr txBox="1"/>
          <p:nvPr/>
        </p:nvSpPr>
        <p:spPr>
          <a:xfrm>
            <a:off x="1553111" y="3203780"/>
            <a:ext cx="82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Bloomberg</a:t>
            </a: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B4709F44-83DD-0F9A-F0CA-BC9540A24D35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1643713" y="2556392"/>
            <a:ext cx="648000" cy="648000"/>
          </a:xfrm>
          <a:prstGeom prst="rect">
            <a:avLst/>
          </a:prstGeom>
        </p:spPr>
      </p:pic>
      <p:pic>
        <p:nvPicPr>
          <p:cNvPr id="37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3615" y="1379799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33C3DDB-2EE1-758A-A98B-4BF76303DF66}"/>
              </a:ext>
            </a:extLst>
          </p:cNvPr>
          <p:cNvSpPr txBox="1"/>
          <p:nvPr/>
        </p:nvSpPr>
        <p:spPr>
          <a:xfrm>
            <a:off x="7925771" y="2012084"/>
            <a:ext cx="900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Métrica</a:t>
            </a:r>
            <a:endParaRPr lang="en-US" sz="1000" dirty="0"/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43FA2607-B4BD-2FEE-50BC-14C96CFE85EE}"/>
              </a:ext>
            </a:extLst>
          </p:cNvPr>
          <p:cNvSpPr txBox="1"/>
          <p:nvPr/>
        </p:nvSpPr>
        <p:spPr>
          <a:xfrm>
            <a:off x="2613102" y="3237581"/>
            <a:ext cx="82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INE</a:t>
            </a:r>
          </a:p>
        </p:txBody>
      </p:sp>
      <p:pic>
        <p:nvPicPr>
          <p:cNvPr id="1074" name="Picture 1073" descr="Icon&#10;&#10;Description automatically generated">
            <a:extLst>
              <a:ext uri="{FF2B5EF4-FFF2-40B4-BE49-F238E27FC236}">
                <a16:creationId xmlns:a16="http://schemas.microsoft.com/office/drawing/2014/main" id="{CEF14D2E-914A-6B0A-9E86-834DF57BBD5F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2696797" y="2597159"/>
            <a:ext cx="648000" cy="648000"/>
          </a:xfrm>
          <a:prstGeom prst="rect">
            <a:avLst/>
          </a:prstGeom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8E21E4B6-7E9F-46BC-9343-ACF2412E6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431" y="1370843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70A5D78-43A0-49F5-AD5C-C81F722003E1}"/>
              </a:ext>
            </a:extLst>
          </p:cNvPr>
          <p:cNvSpPr txBox="1"/>
          <p:nvPr/>
        </p:nvSpPr>
        <p:spPr>
          <a:xfrm>
            <a:off x="1480479" y="2041396"/>
            <a:ext cx="82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QlikSense</a:t>
            </a:r>
            <a:endParaRPr lang="en-US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7261AF-2053-48C2-A475-39CEDE66251E}"/>
              </a:ext>
            </a:extLst>
          </p:cNvPr>
          <p:cNvSpPr txBox="1"/>
          <p:nvPr/>
        </p:nvSpPr>
        <p:spPr>
          <a:xfrm>
            <a:off x="3576917" y="3252970"/>
            <a:ext cx="91111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POWER BI</a:t>
            </a:r>
          </a:p>
        </p:txBody>
      </p:sp>
      <p:pic>
        <p:nvPicPr>
          <p:cNvPr id="24" name="Picture 2" descr="Business Intelligence Certification Training Course – Gpearls">
            <a:extLst>
              <a:ext uri="{FF2B5EF4-FFF2-40B4-BE49-F238E27FC236}">
                <a16:creationId xmlns:a16="http://schemas.microsoft.com/office/drawing/2014/main" id="{F529E13E-407D-4FCD-8303-D99B606F7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3094" y="2597159"/>
            <a:ext cx="648000" cy="655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6930953-4299-4212-B541-F856EBBBDED0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847" y="2556391"/>
            <a:ext cx="720000" cy="65951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5B1BA94-3041-46D2-A53C-BF4473F64180}"/>
              </a:ext>
            </a:extLst>
          </p:cNvPr>
          <p:cNvSpPr txBox="1"/>
          <p:nvPr/>
        </p:nvSpPr>
        <p:spPr>
          <a:xfrm>
            <a:off x="4517754" y="3252970"/>
            <a:ext cx="16937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BALCÕES / CALL CENTER</a:t>
            </a: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B861D152-6814-448D-97E3-605025EDD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763" y="1397230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E875CE9-00BA-4F2F-9FF9-30386D3E44AA}"/>
              </a:ext>
            </a:extLst>
          </p:cNvPr>
          <p:cNvSpPr txBox="1"/>
          <p:nvPr/>
        </p:nvSpPr>
        <p:spPr>
          <a:xfrm>
            <a:off x="2492091" y="2033217"/>
            <a:ext cx="11901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b="1" dirty="0">
                <a:solidFill>
                  <a:srgbClr val="53535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QLIK Sense - MashUp </a:t>
            </a:r>
            <a:endParaRPr lang="en-US" sz="1000" b="1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44E32E0-5431-413F-BBE7-27E2C56B6192}"/>
              </a:ext>
            </a:extLst>
          </p:cNvPr>
          <p:cNvPicPr>
            <a:picLocks noChangeAspect="1"/>
          </p:cNvPicPr>
          <p:nvPr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9299" y="1448271"/>
            <a:ext cx="257784" cy="293295"/>
          </a:xfrm>
          <a:prstGeom prst="ellipse">
            <a:avLst/>
          </a:prstGeom>
        </p:spPr>
      </p:pic>
      <p:pic>
        <p:nvPicPr>
          <p:cNvPr id="30" name="Picture 4">
            <a:extLst>
              <a:ext uri="{FF2B5EF4-FFF2-40B4-BE49-F238E27FC236}">
                <a16:creationId xmlns:a16="http://schemas.microsoft.com/office/drawing/2014/main" id="{454864B4-067A-4084-96D1-577397C29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327" y="1358459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249CB4C-5A22-4328-8B83-730BB52CCE19}"/>
              </a:ext>
            </a:extLst>
          </p:cNvPr>
          <p:cNvSpPr txBox="1"/>
          <p:nvPr/>
        </p:nvSpPr>
        <p:spPr>
          <a:xfrm>
            <a:off x="3574759" y="2027799"/>
            <a:ext cx="82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Impala</a:t>
            </a:r>
          </a:p>
        </p:txBody>
      </p:sp>
      <p:pic>
        <p:nvPicPr>
          <p:cNvPr id="36" name="Picture 139" descr="Related image">
            <a:extLst>
              <a:ext uri="{FF2B5EF4-FFF2-40B4-BE49-F238E27FC236}">
                <a16:creationId xmlns:a16="http://schemas.microsoft.com/office/drawing/2014/main" id="{A03B1872-3441-4871-9064-379F48F92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925" y="1347958"/>
            <a:ext cx="241169" cy="241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39" descr="Related image">
            <a:extLst>
              <a:ext uri="{FF2B5EF4-FFF2-40B4-BE49-F238E27FC236}">
                <a16:creationId xmlns:a16="http://schemas.microsoft.com/office/drawing/2014/main" id="{8299850B-CCD7-4A01-BBF7-0B9A427EC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698" y="1327686"/>
            <a:ext cx="241169" cy="241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2760158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24" y="626520"/>
            <a:ext cx="5892021" cy="2853398"/>
          </a:xfrm>
        </p:spPr>
        <p:txBody>
          <a:bodyPr/>
          <a:lstStyle/>
          <a:p>
            <a:r>
              <a:rPr lang="pt-PT" dirty="0" err="1" smtClean="0"/>
              <a:t>Governance</a:t>
            </a:r>
            <a:r>
              <a:rPr lang="pt-PT" dirty="0" smtClean="0"/>
              <a:t/>
            </a:r>
            <a:br>
              <a:rPr lang="pt-PT" dirty="0" smtClean="0"/>
            </a:br>
            <a:endParaRPr lang="pt-P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 smtClean="0"/>
              <a:t>02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69526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24" y="626520"/>
            <a:ext cx="5892021" cy="2853398"/>
          </a:xfrm>
        </p:spPr>
        <p:txBody>
          <a:bodyPr/>
          <a:lstStyle/>
          <a:p>
            <a:r>
              <a:rPr lang="pt-PT" dirty="0"/>
              <a:t>Fluxos </a:t>
            </a:r>
            <a:r>
              <a:rPr lang="pt-PT" dirty="0" smtClean="0"/>
              <a:t>Comuns</a:t>
            </a:r>
            <a:br>
              <a:rPr lang="pt-PT" dirty="0" smtClean="0"/>
            </a:br>
            <a:endParaRPr lang="pt-P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 smtClean="0"/>
              <a:t>03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68588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Elbow Connector 69">
            <a:extLst>
              <a:ext uri="{FF2B5EF4-FFF2-40B4-BE49-F238E27FC236}">
                <a16:creationId xmlns:a16="http://schemas.microsoft.com/office/drawing/2014/main" id="{324B9150-E122-DFBD-AD0D-F67361543930}"/>
              </a:ext>
            </a:extLst>
          </p:cNvPr>
          <p:cNvCxnSpPr>
            <a:cxnSpLocks/>
            <a:endCxn id="98" idx="2"/>
          </p:cNvCxnSpPr>
          <p:nvPr/>
        </p:nvCxnSpPr>
        <p:spPr>
          <a:xfrm>
            <a:off x="2175935" y="1665149"/>
            <a:ext cx="6122076" cy="198046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F294E4E8-1B92-4A6E-F2F6-73BAF7B8EE41}"/>
              </a:ext>
            </a:extLst>
          </p:cNvPr>
          <p:cNvSpPr txBox="1"/>
          <p:nvPr/>
        </p:nvSpPr>
        <p:spPr>
          <a:xfrm>
            <a:off x="8352011" y="3992095"/>
            <a:ext cx="54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BDR</a:t>
            </a:r>
          </a:p>
        </p:txBody>
      </p:sp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0E88E8E0-DC24-AD6D-28B8-3B33C1A4303A}"/>
              </a:ext>
            </a:extLst>
          </p:cNvPr>
          <p:cNvCxnSpPr>
            <a:cxnSpLocks/>
            <a:stCxn id="84" idx="6"/>
            <a:endCxn id="98" idx="2"/>
          </p:cNvCxnSpPr>
          <p:nvPr/>
        </p:nvCxnSpPr>
        <p:spPr>
          <a:xfrm>
            <a:off x="2143875" y="2791886"/>
            <a:ext cx="6154136" cy="85372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63DFF627-5DF4-902C-D159-59539736AB74}"/>
              </a:ext>
            </a:extLst>
          </p:cNvPr>
          <p:cNvCxnSpPr>
            <a:cxnSpLocks/>
            <a:stCxn id="88" idx="6"/>
            <a:endCxn id="98" idx="2"/>
          </p:cNvCxnSpPr>
          <p:nvPr/>
        </p:nvCxnSpPr>
        <p:spPr>
          <a:xfrm flipV="1">
            <a:off x="2120863" y="3645615"/>
            <a:ext cx="6177148" cy="17306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69">
            <a:extLst>
              <a:ext uri="{FF2B5EF4-FFF2-40B4-BE49-F238E27FC236}">
                <a16:creationId xmlns:a16="http://schemas.microsoft.com/office/drawing/2014/main" id="{CE894F13-C5CB-BFFF-03A5-98938D00296D}"/>
              </a:ext>
            </a:extLst>
          </p:cNvPr>
          <p:cNvCxnSpPr>
            <a:cxnSpLocks/>
            <a:stCxn id="91" idx="6"/>
            <a:endCxn id="98" idx="2"/>
          </p:cNvCxnSpPr>
          <p:nvPr/>
        </p:nvCxnSpPr>
        <p:spPr>
          <a:xfrm flipV="1">
            <a:off x="2117322" y="3645615"/>
            <a:ext cx="6180689" cy="110170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C20CDE68-182D-678A-10DA-2F14AC445002}"/>
              </a:ext>
            </a:extLst>
          </p:cNvPr>
          <p:cNvSpPr txBox="1"/>
          <p:nvPr/>
        </p:nvSpPr>
        <p:spPr>
          <a:xfrm>
            <a:off x="1318429" y="1982108"/>
            <a:ext cx="10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Sintra</a:t>
            </a:r>
            <a:r>
              <a:rPr lang="en-US" sz="900" dirty="0"/>
              <a:t> /Partenón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82AD550-775D-2099-3A14-FE1EB2D89C17}"/>
              </a:ext>
            </a:extLst>
          </p:cNvPr>
          <p:cNvSpPr txBox="1"/>
          <p:nvPr/>
        </p:nvSpPr>
        <p:spPr>
          <a:xfrm>
            <a:off x="1515987" y="3138367"/>
            <a:ext cx="57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0AB5D30-93CB-43D8-B728-4AF10BC1D6D7}"/>
              </a:ext>
            </a:extLst>
          </p:cNvPr>
          <p:cNvSpPr txBox="1"/>
          <p:nvPr/>
        </p:nvSpPr>
        <p:spPr>
          <a:xfrm>
            <a:off x="1387875" y="5108660"/>
            <a:ext cx="75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00F9BD1-5D73-30C3-565A-883FA944ED85}"/>
              </a:ext>
            </a:extLst>
          </p:cNvPr>
          <p:cNvSpPr txBox="1"/>
          <p:nvPr/>
        </p:nvSpPr>
        <p:spPr>
          <a:xfrm>
            <a:off x="1508863" y="4153024"/>
            <a:ext cx="61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B1D0C81-10CF-EE9B-902E-ECC45CB7B37C}"/>
              </a:ext>
            </a:extLst>
          </p:cNvPr>
          <p:cNvGrpSpPr/>
          <p:nvPr/>
        </p:nvGrpSpPr>
        <p:grpSpPr>
          <a:xfrm>
            <a:off x="1532318" y="1322888"/>
            <a:ext cx="648000" cy="648000"/>
            <a:chOff x="510789" y="1353861"/>
            <a:chExt cx="648000" cy="648000"/>
          </a:xfrm>
        </p:grpSpPr>
        <p:sp>
          <p:nvSpPr>
            <p:cNvPr id="80" name="Oval 2">
              <a:extLst>
                <a:ext uri="{FF2B5EF4-FFF2-40B4-BE49-F238E27FC236}">
                  <a16:creationId xmlns:a16="http://schemas.microsoft.com/office/drawing/2014/main" id="{0F33AD57-ED9C-658B-75E2-F61F9114C44D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1" name="Graphic 80" descr="Server with solid fill">
              <a:extLst>
                <a:ext uri="{FF2B5EF4-FFF2-40B4-BE49-F238E27FC236}">
                  <a16:creationId xmlns:a16="http://schemas.microsoft.com/office/drawing/2014/main" id="{D2F8FA44-5C28-B063-BC42-7A6B0016109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75F9A2E1-B0CB-17DE-2C42-438CEA5E280C}"/>
              </a:ext>
            </a:extLst>
          </p:cNvPr>
          <p:cNvGrpSpPr/>
          <p:nvPr/>
        </p:nvGrpSpPr>
        <p:grpSpPr>
          <a:xfrm>
            <a:off x="1495875" y="2467886"/>
            <a:ext cx="648000" cy="648000"/>
            <a:chOff x="510789" y="1353861"/>
            <a:chExt cx="648000" cy="648000"/>
          </a:xfrm>
        </p:grpSpPr>
        <p:sp>
          <p:nvSpPr>
            <p:cNvPr id="84" name="Oval 2">
              <a:extLst>
                <a:ext uri="{FF2B5EF4-FFF2-40B4-BE49-F238E27FC236}">
                  <a16:creationId xmlns:a16="http://schemas.microsoft.com/office/drawing/2014/main" id="{0E84FB30-C95F-B7CF-E359-918734788C96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5" name="Graphic 84" descr="Server with solid fill">
              <a:extLst>
                <a:ext uri="{FF2B5EF4-FFF2-40B4-BE49-F238E27FC236}">
                  <a16:creationId xmlns:a16="http://schemas.microsoft.com/office/drawing/2014/main" id="{5EFC96EA-7148-A667-217F-48F08FB181F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22A7837-23CA-AD08-2B3B-3EBE260E8AAD}"/>
              </a:ext>
            </a:extLst>
          </p:cNvPr>
          <p:cNvGrpSpPr/>
          <p:nvPr/>
        </p:nvGrpSpPr>
        <p:grpSpPr>
          <a:xfrm>
            <a:off x="1472863" y="3494675"/>
            <a:ext cx="648000" cy="648000"/>
            <a:chOff x="510789" y="1353861"/>
            <a:chExt cx="648000" cy="648000"/>
          </a:xfrm>
        </p:grpSpPr>
        <p:sp>
          <p:nvSpPr>
            <p:cNvPr id="88" name="Oval 2">
              <a:extLst>
                <a:ext uri="{FF2B5EF4-FFF2-40B4-BE49-F238E27FC236}">
                  <a16:creationId xmlns:a16="http://schemas.microsoft.com/office/drawing/2014/main" id="{2A4DD77F-F1AC-23D5-A5FE-648FD3E4757F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9" name="Graphic 88" descr="Server with solid fill">
              <a:extLst>
                <a:ext uri="{FF2B5EF4-FFF2-40B4-BE49-F238E27FC236}">
                  <a16:creationId xmlns:a16="http://schemas.microsoft.com/office/drawing/2014/main" id="{17BA9B2F-EA6C-1FA6-6C78-252829DFD2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40171F82-4CFD-086F-55AF-F98EDFC1BBCB}"/>
              </a:ext>
            </a:extLst>
          </p:cNvPr>
          <p:cNvGrpSpPr/>
          <p:nvPr/>
        </p:nvGrpSpPr>
        <p:grpSpPr>
          <a:xfrm>
            <a:off x="1469322" y="4423319"/>
            <a:ext cx="648000" cy="648000"/>
            <a:chOff x="510789" y="1353861"/>
            <a:chExt cx="648000" cy="648000"/>
          </a:xfrm>
        </p:grpSpPr>
        <p:sp>
          <p:nvSpPr>
            <p:cNvPr id="91" name="Oval 2">
              <a:extLst>
                <a:ext uri="{FF2B5EF4-FFF2-40B4-BE49-F238E27FC236}">
                  <a16:creationId xmlns:a16="http://schemas.microsoft.com/office/drawing/2014/main" id="{4F5DD215-6423-DF85-A95D-71F96CAE9E08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2" name="Graphic 91" descr="Server with solid fill">
              <a:extLst>
                <a:ext uri="{FF2B5EF4-FFF2-40B4-BE49-F238E27FC236}">
                  <a16:creationId xmlns:a16="http://schemas.microsoft.com/office/drawing/2014/main" id="{27D48B75-C086-9123-8B82-B5D824794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93" name="Graphic 92" descr="Single gear outline">
            <a:extLst>
              <a:ext uri="{FF2B5EF4-FFF2-40B4-BE49-F238E27FC236}">
                <a16:creationId xmlns:a16="http://schemas.microsoft.com/office/drawing/2014/main" id="{4AE68E92-2F58-A5C3-84A0-350D8E08CFD1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68935" y="1299708"/>
            <a:ext cx="288000" cy="288000"/>
          </a:xfrm>
          <a:prstGeom prst="rect">
            <a:avLst/>
          </a:prstGeom>
        </p:spPr>
      </p:pic>
      <p:pic>
        <p:nvPicPr>
          <p:cNvPr id="94" name="Graphic 93" descr="Single gear outline">
            <a:extLst>
              <a:ext uri="{FF2B5EF4-FFF2-40B4-BE49-F238E27FC236}">
                <a16:creationId xmlns:a16="http://schemas.microsoft.com/office/drawing/2014/main" id="{965679E7-A9CD-DBA0-6A49-86FD0B197343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47987" y="2465467"/>
            <a:ext cx="288000" cy="288000"/>
          </a:xfrm>
          <a:prstGeom prst="rect">
            <a:avLst/>
          </a:prstGeom>
        </p:spPr>
      </p:pic>
      <p:pic>
        <p:nvPicPr>
          <p:cNvPr id="95" name="Graphic 94" descr="Single gear outline">
            <a:extLst>
              <a:ext uri="{FF2B5EF4-FFF2-40B4-BE49-F238E27FC236}">
                <a16:creationId xmlns:a16="http://schemas.microsoft.com/office/drawing/2014/main" id="{FBFBF20D-71C7-60F3-3B9F-26C4D84BBDFF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14184" y="3462145"/>
            <a:ext cx="288000" cy="288000"/>
          </a:xfrm>
          <a:prstGeom prst="rect">
            <a:avLst/>
          </a:prstGeom>
        </p:spPr>
      </p:pic>
      <p:pic>
        <p:nvPicPr>
          <p:cNvPr id="96" name="Graphic 95" descr="Single gear outline">
            <a:extLst>
              <a:ext uri="{FF2B5EF4-FFF2-40B4-BE49-F238E27FC236}">
                <a16:creationId xmlns:a16="http://schemas.microsoft.com/office/drawing/2014/main" id="{BDF050C7-4EF2-11DB-A9C1-8F296468DB44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10760" y="4410848"/>
            <a:ext cx="288000" cy="288000"/>
          </a:xfrm>
          <a:prstGeom prst="rect">
            <a:avLst/>
          </a:prstGeom>
        </p:spPr>
      </p:pic>
      <p:grpSp>
        <p:nvGrpSpPr>
          <p:cNvPr id="97" name="Group 96">
            <a:extLst>
              <a:ext uri="{FF2B5EF4-FFF2-40B4-BE49-F238E27FC236}">
                <a16:creationId xmlns:a16="http://schemas.microsoft.com/office/drawing/2014/main" id="{9CCDFF82-9496-1380-6859-7C3863FB51EE}"/>
              </a:ext>
            </a:extLst>
          </p:cNvPr>
          <p:cNvGrpSpPr/>
          <p:nvPr/>
        </p:nvGrpSpPr>
        <p:grpSpPr>
          <a:xfrm>
            <a:off x="8298011" y="3321615"/>
            <a:ext cx="648000" cy="648000"/>
            <a:chOff x="455122" y="4977513"/>
            <a:chExt cx="648000" cy="648000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70D503C6-90C7-9BE8-F4B1-6DE119C25AC3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9" name="Graphic 98" descr="Database with solid fill">
              <a:extLst>
                <a:ext uri="{FF2B5EF4-FFF2-40B4-BE49-F238E27FC236}">
                  <a16:creationId xmlns:a16="http://schemas.microsoft.com/office/drawing/2014/main" id="{85E26626-A915-871A-7446-B27833A41B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0" name="Graphic 99" descr="Single gear outline">
            <a:extLst>
              <a:ext uri="{FF2B5EF4-FFF2-40B4-BE49-F238E27FC236}">
                <a16:creationId xmlns:a16="http://schemas.microsoft.com/office/drawing/2014/main" id="{AC04CB78-3A59-247E-8FFA-1D006F255C7F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37421" y="3296639"/>
            <a:ext cx="288000" cy="288000"/>
          </a:xfrm>
          <a:prstGeom prst="rect">
            <a:avLst/>
          </a:prstGeom>
        </p:spPr>
      </p:pic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9" name="think-cell Slide" r:id="rId12" imgW="270" imgH="270" progId="TCLayout.ActiveDocument.1">
                  <p:embed/>
                </p:oleObj>
              </mc:Choice>
              <mc:Fallback>
                <p:oleObj name="think-cell Slide" r:id="rId12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BDR</a:t>
            </a:r>
            <a:endParaRPr lang="es-ES" sz="1600" dirty="0">
              <a:solidFill>
                <a:srgbClr val="FF0000"/>
              </a:solidFill>
            </a:endParaRPr>
          </a:p>
        </p:txBody>
      </p:sp>
      <p:pic>
        <p:nvPicPr>
          <p:cNvPr id="54" name="Imagen 18">
            <a:extLst>
              <a:ext uri="{FF2B5EF4-FFF2-40B4-BE49-F238E27FC236}">
                <a16:creationId xmlns:a16="http://schemas.microsoft.com/office/drawing/2014/main" id="{491C24CA-7270-0C72-1E70-53B6CE94C8B4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1988" y="3294047"/>
            <a:ext cx="241169" cy="241169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87C20147-6495-4988-9D32-64CA6B7698F4}"/>
              </a:ext>
            </a:extLst>
          </p:cNvPr>
          <p:cNvGrpSpPr/>
          <p:nvPr/>
        </p:nvGrpSpPr>
        <p:grpSpPr>
          <a:xfrm>
            <a:off x="1324923" y="5407603"/>
            <a:ext cx="828000" cy="901628"/>
            <a:chOff x="9402697" y="1353861"/>
            <a:chExt cx="828000" cy="901628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0DBF849-88CA-40AC-ADA1-8DE52739DC73}"/>
                </a:ext>
              </a:extLst>
            </p:cNvPr>
            <p:cNvSpPr txBox="1"/>
            <p:nvPr/>
          </p:nvSpPr>
          <p:spPr>
            <a:xfrm>
              <a:off x="9402697" y="2024657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CREAM</a:t>
              </a:r>
              <a:endParaRPr lang="en-US" sz="900" dirty="0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CB70321-BBFF-4924-8666-21C0DE9BABE4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37" name="Oval 2">
                <a:extLst>
                  <a:ext uri="{FF2B5EF4-FFF2-40B4-BE49-F238E27FC236}">
                    <a16:creationId xmlns:a16="http://schemas.microsoft.com/office/drawing/2014/main" id="{8D2A2FE2-C869-4255-8C8A-F090E608B130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38" name="Graphic 37" descr="Server with solid fill">
                <a:extLst>
                  <a:ext uri="{FF2B5EF4-FFF2-40B4-BE49-F238E27FC236}">
                    <a16:creationId xmlns:a16="http://schemas.microsoft.com/office/drawing/2014/main" id="{9BEEB004-33A4-48E1-B16F-92408AC7C8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8B9BDCF8-8318-4A7E-8A35-43737B115D75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203" y="5413232"/>
            <a:ext cx="257784" cy="293295"/>
          </a:xfrm>
          <a:prstGeom prst="ellipse">
            <a:avLst/>
          </a:prstGeom>
        </p:spPr>
      </p:pic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25F20D84-B121-48D9-A2A5-6F73484B687A}"/>
              </a:ext>
            </a:extLst>
          </p:cNvPr>
          <p:cNvCxnSpPr>
            <a:cxnSpLocks/>
          </p:cNvCxnSpPr>
          <p:nvPr/>
        </p:nvCxnSpPr>
        <p:spPr>
          <a:xfrm flipV="1">
            <a:off x="2113781" y="3635878"/>
            <a:ext cx="6153612" cy="2085988"/>
          </a:xfrm>
          <a:prstGeom prst="bentConnector3">
            <a:avLst/>
          </a:prstGeom>
          <a:ln w="19050">
            <a:solidFill>
              <a:srgbClr val="3636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899889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3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MIS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6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80" idx="6"/>
            <a:endCxn id="98" idx="2"/>
          </p:cNvCxnSpPr>
          <p:nvPr/>
        </p:nvCxnSpPr>
        <p:spPr>
          <a:xfrm>
            <a:off x="2175934" y="2150804"/>
            <a:ext cx="6122076" cy="149481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D8EEBF01-A123-1E4D-CD56-03A0F422D16A}"/>
              </a:ext>
            </a:extLst>
          </p:cNvPr>
          <p:cNvSpPr txBox="1"/>
          <p:nvPr/>
        </p:nvSpPr>
        <p:spPr>
          <a:xfrm>
            <a:off x="8352011" y="3992095"/>
            <a:ext cx="54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MIS</a:t>
            </a:r>
          </a:p>
        </p:txBody>
      </p:sp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D7AA6780-8B39-3E6C-701C-239A68725B2C}"/>
              </a:ext>
            </a:extLst>
          </p:cNvPr>
          <p:cNvCxnSpPr>
            <a:cxnSpLocks/>
            <a:stCxn id="84" idx="6"/>
            <a:endCxn id="98" idx="2"/>
          </p:cNvCxnSpPr>
          <p:nvPr/>
        </p:nvCxnSpPr>
        <p:spPr>
          <a:xfrm>
            <a:off x="2175934" y="3204216"/>
            <a:ext cx="6122076" cy="44139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92AE27DD-D943-9F0D-CE06-898B1D5662F0}"/>
              </a:ext>
            </a:extLst>
          </p:cNvPr>
          <p:cNvCxnSpPr>
            <a:cxnSpLocks/>
            <a:stCxn id="88" idx="6"/>
            <a:endCxn id="98" idx="2"/>
          </p:cNvCxnSpPr>
          <p:nvPr/>
        </p:nvCxnSpPr>
        <p:spPr>
          <a:xfrm flipV="1">
            <a:off x="2175934" y="3645614"/>
            <a:ext cx="6122076" cy="62327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69">
            <a:extLst>
              <a:ext uri="{FF2B5EF4-FFF2-40B4-BE49-F238E27FC236}">
                <a16:creationId xmlns:a16="http://schemas.microsoft.com/office/drawing/2014/main" id="{EBA999BF-0327-9C5D-271E-4A0F00DFD536}"/>
              </a:ext>
            </a:extLst>
          </p:cNvPr>
          <p:cNvCxnSpPr>
            <a:cxnSpLocks/>
            <a:stCxn id="91" idx="6"/>
            <a:endCxn id="98" idx="2"/>
          </p:cNvCxnSpPr>
          <p:nvPr/>
        </p:nvCxnSpPr>
        <p:spPr>
          <a:xfrm flipV="1">
            <a:off x="2175934" y="3645615"/>
            <a:ext cx="6122076" cy="168794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49BEBB76-3939-35D8-D380-9339A9519D55}"/>
              </a:ext>
            </a:extLst>
          </p:cNvPr>
          <p:cNvSpPr txBox="1"/>
          <p:nvPr/>
        </p:nvSpPr>
        <p:spPr>
          <a:xfrm>
            <a:off x="1314046" y="2486024"/>
            <a:ext cx="10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Sintra</a:t>
            </a:r>
            <a:r>
              <a:rPr lang="en-US" sz="900" dirty="0"/>
              <a:t> /Partenón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64169E0-155E-7D90-13B2-3A1A728C76C0}"/>
              </a:ext>
            </a:extLst>
          </p:cNvPr>
          <p:cNvSpPr txBox="1"/>
          <p:nvPr/>
        </p:nvSpPr>
        <p:spPr>
          <a:xfrm>
            <a:off x="1548047" y="3550697"/>
            <a:ext cx="57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0AECD81-A37F-BAF2-0E3A-339D14E444EB}"/>
              </a:ext>
            </a:extLst>
          </p:cNvPr>
          <p:cNvSpPr txBox="1"/>
          <p:nvPr/>
        </p:nvSpPr>
        <p:spPr>
          <a:xfrm>
            <a:off x="1458047" y="5680043"/>
            <a:ext cx="75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07B9758-28EF-72D2-ED22-14E2A5A18CDC}"/>
              </a:ext>
            </a:extLst>
          </p:cNvPr>
          <p:cNvSpPr txBox="1"/>
          <p:nvPr/>
        </p:nvSpPr>
        <p:spPr>
          <a:xfrm>
            <a:off x="1530047" y="4615370"/>
            <a:ext cx="61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2B1256BC-86A4-91B6-38DC-B48409DD319E}"/>
              </a:ext>
            </a:extLst>
          </p:cNvPr>
          <p:cNvGrpSpPr/>
          <p:nvPr/>
        </p:nvGrpSpPr>
        <p:grpSpPr>
          <a:xfrm>
            <a:off x="1527935" y="1826804"/>
            <a:ext cx="648000" cy="648000"/>
            <a:chOff x="510789" y="1353861"/>
            <a:chExt cx="648000" cy="648000"/>
          </a:xfrm>
        </p:grpSpPr>
        <p:sp>
          <p:nvSpPr>
            <p:cNvPr id="80" name="Oval 2">
              <a:extLst>
                <a:ext uri="{FF2B5EF4-FFF2-40B4-BE49-F238E27FC236}">
                  <a16:creationId xmlns:a16="http://schemas.microsoft.com/office/drawing/2014/main" id="{DD45EEE2-F670-AA7D-609C-F48B6D06A7A3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1" name="Graphic 80" descr="Server with solid fill">
              <a:extLst>
                <a:ext uri="{FF2B5EF4-FFF2-40B4-BE49-F238E27FC236}">
                  <a16:creationId xmlns:a16="http://schemas.microsoft.com/office/drawing/2014/main" id="{21EA9476-50AD-D8A3-4008-229CF3177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2EDC6F4-3732-EB40-00E8-47E247648AC2}"/>
              </a:ext>
            </a:extLst>
          </p:cNvPr>
          <p:cNvGrpSpPr/>
          <p:nvPr/>
        </p:nvGrpSpPr>
        <p:grpSpPr>
          <a:xfrm>
            <a:off x="1527935" y="2880216"/>
            <a:ext cx="648000" cy="648000"/>
            <a:chOff x="510789" y="1353861"/>
            <a:chExt cx="648000" cy="648000"/>
          </a:xfrm>
        </p:grpSpPr>
        <p:sp>
          <p:nvSpPr>
            <p:cNvPr id="84" name="Oval 2">
              <a:extLst>
                <a:ext uri="{FF2B5EF4-FFF2-40B4-BE49-F238E27FC236}">
                  <a16:creationId xmlns:a16="http://schemas.microsoft.com/office/drawing/2014/main" id="{0D3EFF87-C4F8-F1C3-D320-8C6042C2CED9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5" name="Graphic 84" descr="Server with solid fill">
              <a:extLst>
                <a:ext uri="{FF2B5EF4-FFF2-40B4-BE49-F238E27FC236}">
                  <a16:creationId xmlns:a16="http://schemas.microsoft.com/office/drawing/2014/main" id="{6D433A65-7BB1-CBC0-E406-4651C15DE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32E3826-CE81-D44A-D31D-B16DFBA2F617}"/>
              </a:ext>
            </a:extLst>
          </p:cNvPr>
          <p:cNvGrpSpPr/>
          <p:nvPr/>
        </p:nvGrpSpPr>
        <p:grpSpPr>
          <a:xfrm>
            <a:off x="1527935" y="3944889"/>
            <a:ext cx="648000" cy="648000"/>
            <a:chOff x="510789" y="1353861"/>
            <a:chExt cx="648000" cy="648000"/>
          </a:xfrm>
        </p:grpSpPr>
        <p:sp>
          <p:nvSpPr>
            <p:cNvPr id="88" name="Oval 2">
              <a:extLst>
                <a:ext uri="{FF2B5EF4-FFF2-40B4-BE49-F238E27FC236}">
                  <a16:creationId xmlns:a16="http://schemas.microsoft.com/office/drawing/2014/main" id="{07BA372F-A96F-172F-DB00-9127C150DE79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9" name="Graphic 88" descr="Server with solid fill">
              <a:extLst>
                <a:ext uri="{FF2B5EF4-FFF2-40B4-BE49-F238E27FC236}">
                  <a16:creationId xmlns:a16="http://schemas.microsoft.com/office/drawing/2014/main" id="{E0467E23-FDD5-B4FF-9CDA-8BB11DD4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48FFAAA-B219-3FCC-EEE3-EF766882B068}"/>
              </a:ext>
            </a:extLst>
          </p:cNvPr>
          <p:cNvGrpSpPr/>
          <p:nvPr/>
        </p:nvGrpSpPr>
        <p:grpSpPr>
          <a:xfrm>
            <a:off x="1527935" y="5009562"/>
            <a:ext cx="648000" cy="648000"/>
            <a:chOff x="510789" y="1353861"/>
            <a:chExt cx="648000" cy="648000"/>
          </a:xfrm>
        </p:grpSpPr>
        <p:sp>
          <p:nvSpPr>
            <p:cNvPr id="91" name="Oval 2">
              <a:extLst>
                <a:ext uri="{FF2B5EF4-FFF2-40B4-BE49-F238E27FC236}">
                  <a16:creationId xmlns:a16="http://schemas.microsoft.com/office/drawing/2014/main" id="{46EE77FC-3EDD-AC6C-F789-99FDE8FC2BD7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2" name="Graphic 91" descr="Server with solid fill">
              <a:extLst>
                <a:ext uri="{FF2B5EF4-FFF2-40B4-BE49-F238E27FC236}">
                  <a16:creationId xmlns:a16="http://schemas.microsoft.com/office/drawing/2014/main" id="{4646B15E-1168-DEF6-8BF0-3C0932265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93" name="Graphic 92" descr="Single gear outline">
            <a:extLst>
              <a:ext uri="{FF2B5EF4-FFF2-40B4-BE49-F238E27FC236}">
                <a16:creationId xmlns:a16="http://schemas.microsoft.com/office/drawing/2014/main" id="{3DC9353D-7A9D-8C02-F818-73BD2A2265EE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68935" y="1785071"/>
            <a:ext cx="288000" cy="288000"/>
          </a:xfrm>
          <a:prstGeom prst="rect">
            <a:avLst/>
          </a:prstGeom>
        </p:spPr>
      </p:pic>
      <p:pic>
        <p:nvPicPr>
          <p:cNvPr id="94" name="Graphic 93" descr="Single gear outline">
            <a:extLst>
              <a:ext uri="{FF2B5EF4-FFF2-40B4-BE49-F238E27FC236}">
                <a16:creationId xmlns:a16="http://schemas.microsoft.com/office/drawing/2014/main" id="{0DF1C231-6E1B-ABBE-831B-C212ABF2FEAE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68935" y="2834536"/>
            <a:ext cx="288000" cy="288000"/>
          </a:xfrm>
          <a:prstGeom prst="rect">
            <a:avLst/>
          </a:prstGeom>
        </p:spPr>
      </p:pic>
      <p:pic>
        <p:nvPicPr>
          <p:cNvPr id="95" name="Graphic 94" descr="Single gear outline">
            <a:extLst>
              <a:ext uri="{FF2B5EF4-FFF2-40B4-BE49-F238E27FC236}">
                <a16:creationId xmlns:a16="http://schemas.microsoft.com/office/drawing/2014/main" id="{5F1746F1-BA09-0D61-49F9-0D5D1756FDAB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68935" y="3953766"/>
            <a:ext cx="288000" cy="288000"/>
          </a:xfrm>
          <a:prstGeom prst="rect">
            <a:avLst/>
          </a:prstGeom>
        </p:spPr>
      </p:pic>
      <p:pic>
        <p:nvPicPr>
          <p:cNvPr id="96" name="Graphic 95" descr="Single gear outline">
            <a:extLst>
              <a:ext uri="{FF2B5EF4-FFF2-40B4-BE49-F238E27FC236}">
                <a16:creationId xmlns:a16="http://schemas.microsoft.com/office/drawing/2014/main" id="{29F09C5C-E734-F3FC-23B4-30ED342CE2DF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68935" y="4964743"/>
            <a:ext cx="288000" cy="288000"/>
          </a:xfrm>
          <a:prstGeom prst="rect">
            <a:avLst/>
          </a:prstGeom>
        </p:spPr>
      </p:pic>
      <p:grpSp>
        <p:nvGrpSpPr>
          <p:cNvPr id="97" name="Group 96">
            <a:extLst>
              <a:ext uri="{FF2B5EF4-FFF2-40B4-BE49-F238E27FC236}">
                <a16:creationId xmlns:a16="http://schemas.microsoft.com/office/drawing/2014/main" id="{219B0331-AD1B-7600-4326-96790802FDA3}"/>
              </a:ext>
            </a:extLst>
          </p:cNvPr>
          <p:cNvGrpSpPr/>
          <p:nvPr/>
        </p:nvGrpSpPr>
        <p:grpSpPr>
          <a:xfrm>
            <a:off x="8298011" y="3321615"/>
            <a:ext cx="648000" cy="648000"/>
            <a:chOff x="455122" y="4977513"/>
            <a:chExt cx="648000" cy="648000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4BE6385D-DBDC-5D3B-855D-94A8C859088E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9" name="Graphic 98" descr="Database with solid fill">
              <a:extLst>
                <a:ext uri="{FF2B5EF4-FFF2-40B4-BE49-F238E27FC236}">
                  <a16:creationId xmlns:a16="http://schemas.microsoft.com/office/drawing/2014/main" id="{773947C7-61BB-6929-0B62-B25516147F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0" name="Graphic 99" descr="Single gear outline">
            <a:extLst>
              <a:ext uri="{FF2B5EF4-FFF2-40B4-BE49-F238E27FC236}">
                <a16:creationId xmlns:a16="http://schemas.microsoft.com/office/drawing/2014/main" id="{1B93158C-3E59-7D9C-F06F-3AF825A2AE54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37421" y="3296639"/>
            <a:ext cx="288000" cy="28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485563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7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IFRS9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72" idx="6"/>
            <a:endCxn id="95" idx="2"/>
          </p:cNvCxnSpPr>
          <p:nvPr/>
        </p:nvCxnSpPr>
        <p:spPr>
          <a:xfrm>
            <a:off x="2175934" y="2150804"/>
            <a:ext cx="6122076" cy="149481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09D66D3-EDCD-EC07-97A4-F92452114EC3}"/>
              </a:ext>
            </a:extLst>
          </p:cNvPr>
          <p:cNvSpPr txBox="1"/>
          <p:nvPr/>
        </p:nvSpPr>
        <p:spPr>
          <a:xfrm>
            <a:off x="8352011" y="3992095"/>
            <a:ext cx="54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IFRS9</a:t>
            </a:r>
          </a:p>
        </p:txBody>
      </p:sp>
      <p:cxnSp>
        <p:nvCxnSpPr>
          <p:cNvPr id="24" name="Elbow Connector 69">
            <a:extLst>
              <a:ext uri="{FF2B5EF4-FFF2-40B4-BE49-F238E27FC236}">
                <a16:creationId xmlns:a16="http://schemas.microsoft.com/office/drawing/2014/main" id="{0F7399F2-6890-4169-9943-1F0B94B21852}"/>
              </a:ext>
            </a:extLst>
          </p:cNvPr>
          <p:cNvCxnSpPr>
            <a:cxnSpLocks/>
            <a:stCxn id="76" idx="6"/>
            <a:endCxn id="95" idx="2"/>
          </p:cNvCxnSpPr>
          <p:nvPr/>
        </p:nvCxnSpPr>
        <p:spPr>
          <a:xfrm>
            <a:off x="2175934" y="3204216"/>
            <a:ext cx="6122076" cy="44139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69">
            <a:extLst>
              <a:ext uri="{FF2B5EF4-FFF2-40B4-BE49-F238E27FC236}">
                <a16:creationId xmlns:a16="http://schemas.microsoft.com/office/drawing/2014/main" id="{5C38457B-8B32-3511-F399-D5D8FE4257F9}"/>
              </a:ext>
            </a:extLst>
          </p:cNvPr>
          <p:cNvCxnSpPr>
            <a:cxnSpLocks/>
            <a:stCxn id="79" idx="6"/>
            <a:endCxn id="95" idx="2"/>
          </p:cNvCxnSpPr>
          <p:nvPr/>
        </p:nvCxnSpPr>
        <p:spPr>
          <a:xfrm flipV="1">
            <a:off x="2175934" y="3645614"/>
            <a:ext cx="6122076" cy="62327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69">
            <a:extLst>
              <a:ext uri="{FF2B5EF4-FFF2-40B4-BE49-F238E27FC236}">
                <a16:creationId xmlns:a16="http://schemas.microsoft.com/office/drawing/2014/main" id="{1BEAEDCB-C88A-35EE-954B-44706EEC33D5}"/>
              </a:ext>
            </a:extLst>
          </p:cNvPr>
          <p:cNvCxnSpPr>
            <a:cxnSpLocks/>
            <a:stCxn id="82" idx="6"/>
            <a:endCxn id="95" idx="2"/>
          </p:cNvCxnSpPr>
          <p:nvPr/>
        </p:nvCxnSpPr>
        <p:spPr>
          <a:xfrm flipV="1">
            <a:off x="2175934" y="3645615"/>
            <a:ext cx="6122076" cy="168794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05E0C9E-3C21-D236-8F8D-AA3E9760778D}"/>
              </a:ext>
            </a:extLst>
          </p:cNvPr>
          <p:cNvSpPr txBox="1"/>
          <p:nvPr/>
        </p:nvSpPr>
        <p:spPr>
          <a:xfrm>
            <a:off x="1314046" y="2486024"/>
            <a:ext cx="10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Sintra</a:t>
            </a:r>
            <a:r>
              <a:rPr lang="en-US" sz="900" dirty="0"/>
              <a:t> /Partenón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A66F82B-2D60-4C3A-134C-444E62CF65EB}"/>
              </a:ext>
            </a:extLst>
          </p:cNvPr>
          <p:cNvSpPr txBox="1"/>
          <p:nvPr/>
        </p:nvSpPr>
        <p:spPr>
          <a:xfrm>
            <a:off x="1548047" y="3550697"/>
            <a:ext cx="57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29EE02-C06D-62ED-75B6-787754C108EA}"/>
              </a:ext>
            </a:extLst>
          </p:cNvPr>
          <p:cNvSpPr txBox="1"/>
          <p:nvPr/>
        </p:nvSpPr>
        <p:spPr>
          <a:xfrm>
            <a:off x="1458047" y="5680043"/>
            <a:ext cx="75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410AE8F-058E-606D-64BD-FCABF0494AA8}"/>
              </a:ext>
            </a:extLst>
          </p:cNvPr>
          <p:cNvSpPr txBox="1"/>
          <p:nvPr/>
        </p:nvSpPr>
        <p:spPr>
          <a:xfrm>
            <a:off x="1530047" y="4615370"/>
            <a:ext cx="61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78CD8D-518B-A145-9004-0431D474F6D1}"/>
              </a:ext>
            </a:extLst>
          </p:cNvPr>
          <p:cNvGrpSpPr/>
          <p:nvPr/>
        </p:nvGrpSpPr>
        <p:grpSpPr>
          <a:xfrm>
            <a:off x="1527935" y="1826804"/>
            <a:ext cx="648000" cy="648000"/>
            <a:chOff x="510789" y="1353861"/>
            <a:chExt cx="648000" cy="648000"/>
          </a:xfrm>
        </p:grpSpPr>
        <p:sp>
          <p:nvSpPr>
            <p:cNvPr id="72" name="Oval 2">
              <a:extLst>
                <a:ext uri="{FF2B5EF4-FFF2-40B4-BE49-F238E27FC236}">
                  <a16:creationId xmlns:a16="http://schemas.microsoft.com/office/drawing/2014/main" id="{0C26F5BE-0642-9F3F-EAFD-C98383DDE7B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3" name="Graphic 72" descr="Server with solid fill">
              <a:extLst>
                <a:ext uri="{FF2B5EF4-FFF2-40B4-BE49-F238E27FC236}">
                  <a16:creationId xmlns:a16="http://schemas.microsoft.com/office/drawing/2014/main" id="{83A7891E-FB77-5727-0459-89416121A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D542FAD-8705-5815-3620-24426B872CD2}"/>
              </a:ext>
            </a:extLst>
          </p:cNvPr>
          <p:cNvGrpSpPr/>
          <p:nvPr/>
        </p:nvGrpSpPr>
        <p:grpSpPr>
          <a:xfrm>
            <a:off x="1527935" y="2880216"/>
            <a:ext cx="648000" cy="648000"/>
            <a:chOff x="510789" y="1353861"/>
            <a:chExt cx="648000" cy="648000"/>
          </a:xfrm>
        </p:grpSpPr>
        <p:sp>
          <p:nvSpPr>
            <p:cNvPr id="76" name="Oval 2">
              <a:extLst>
                <a:ext uri="{FF2B5EF4-FFF2-40B4-BE49-F238E27FC236}">
                  <a16:creationId xmlns:a16="http://schemas.microsoft.com/office/drawing/2014/main" id="{D41633FC-F112-7B1E-D520-042CE99CDFA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7" name="Graphic 76" descr="Server with solid fill">
              <a:extLst>
                <a:ext uri="{FF2B5EF4-FFF2-40B4-BE49-F238E27FC236}">
                  <a16:creationId xmlns:a16="http://schemas.microsoft.com/office/drawing/2014/main" id="{1D9497C5-1B46-FC71-D6AA-2C541522C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59E9622-4C40-FF89-3ADA-5FB6EFEC68A9}"/>
              </a:ext>
            </a:extLst>
          </p:cNvPr>
          <p:cNvGrpSpPr/>
          <p:nvPr/>
        </p:nvGrpSpPr>
        <p:grpSpPr>
          <a:xfrm>
            <a:off x="1527935" y="3944889"/>
            <a:ext cx="648000" cy="648000"/>
            <a:chOff x="510789" y="1353861"/>
            <a:chExt cx="648000" cy="648000"/>
          </a:xfrm>
        </p:grpSpPr>
        <p:sp>
          <p:nvSpPr>
            <p:cNvPr id="79" name="Oval 2">
              <a:extLst>
                <a:ext uri="{FF2B5EF4-FFF2-40B4-BE49-F238E27FC236}">
                  <a16:creationId xmlns:a16="http://schemas.microsoft.com/office/drawing/2014/main" id="{19676254-C42C-0425-8FE1-88D618220E3E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0" name="Graphic 79" descr="Server with solid fill">
              <a:extLst>
                <a:ext uri="{FF2B5EF4-FFF2-40B4-BE49-F238E27FC236}">
                  <a16:creationId xmlns:a16="http://schemas.microsoft.com/office/drawing/2014/main" id="{C2DFBB47-148C-1185-637D-3D9232147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F1DFFB2-416D-E9B8-73BE-3B74548CEAFB}"/>
              </a:ext>
            </a:extLst>
          </p:cNvPr>
          <p:cNvGrpSpPr/>
          <p:nvPr/>
        </p:nvGrpSpPr>
        <p:grpSpPr>
          <a:xfrm>
            <a:off x="1527935" y="5009562"/>
            <a:ext cx="648000" cy="648000"/>
            <a:chOff x="510789" y="1353861"/>
            <a:chExt cx="648000" cy="648000"/>
          </a:xfrm>
        </p:grpSpPr>
        <p:sp>
          <p:nvSpPr>
            <p:cNvPr id="82" name="Oval 2">
              <a:extLst>
                <a:ext uri="{FF2B5EF4-FFF2-40B4-BE49-F238E27FC236}">
                  <a16:creationId xmlns:a16="http://schemas.microsoft.com/office/drawing/2014/main" id="{444426AF-2488-75A9-AE49-C786BC777C1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4" name="Graphic 83" descr="Server with solid fill">
              <a:extLst>
                <a:ext uri="{FF2B5EF4-FFF2-40B4-BE49-F238E27FC236}">
                  <a16:creationId xmlns:a16="http://schemas.microsoft.com/office/drawing/2014/main" id="{BC722105-191D-EAEC-C8B2-183C33635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85" name="Graphic 84" descr="Single gear outline">
            <a:extLst>
              <a:ext uri="{FF2B5EF4-FFF2-40B4-BE49-F238E27FC236}">
                <a16:creationId xmlns:a16="http://schemas.microsoft.com/office/drawing/2014/main" id="{7CA40789-E550-557B-D22E-C5E7A01D63F4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68935" y="1785071"/>
            <a:ext cx="288000" cy="288000"/>
          </a:xfrm>
          <a:prstGeom prst="rect">
            <a:avLst/>
          </a:prstGeom>
        </p:spPr>
      </p:pic>
      <p:pic>
        <p:nvPicPr>
          <p:cNvPr id="87" name="Graphic 86" descr="Single gear outline">
            <a:extLst>
              <a:ext uri="{FF2B5EF4-FFF2-40B4-BE49-F238E27FC236}">
                <a16:creationId xmlns:a16="http://schemas.microsoft.com/office/drawing/2014/main" id="{ECC99C79-561C-71A0-0BD9-37C96D878879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68935" y="2834536"/>
            <a:ext cx="288000" cy="288000"/>
          </a:xfrm>
          <a:prstGeom prst="rect">
            <a:avLst/>
          </a:prstGeom>
        </p:spPr>
      </p:pic>
      <p:pic>
        <p:nvPicPr>
          <p:cNvPr id="88" name="Graphic 87" descr="Single gear outline">
            <a:extLst>
              <a:ext uri="{FF2B5EF4-FFF2-40B4-BE49-F238E27FC236}">
                <a16:creationId xmlns:a16="http://schemas.microsoft.com/office/drawing/2014/main" id="{BC4851BB-8840-7329-E50C-D2F3AF2BFD4F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68935" y="3953766"/>
            <a:ext cx="288000" cy="288000"/>
          </a:xfrm>
          <a:prstGeom prst="rect">
            <a:avLst/>
          </a:prstGeom>
        </p:spPr>
      </p:pic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C5B20C4C-E210-071B-7B5B-1CD89BA8AFCE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68935" y="4964743"/>
            <a:ext cx="288000" cy="288000"/>
          </a:xfrm>
          <a:prstGeom prst="rect">
            <a:avLst/>
          </a:prstGeom>
        </p:spPr>
      </p:pic>
      <p:grpSp>
        <p:nvGrpSpPr>
          <p:cNvPr id="94" name="Group 93">
            <a:extLst>
              <a:ext uri="{FF2B5EF4-FFF2-40B4-BE49-F238E27FC236}">
                <a16:creationId xmlns:a16="http://schemas.microsoft.com/office/drawing/2014/main" id="{0F182F8A-0BB7-4CC2-95FF-F253B2DD1741}"/>
              </a:ext>
            </a:extLst>
          </p:cNvPr>
          <p:cNvGrpSpPr/>
          <p:nvPr/>
        </p:nvGrpSpPr>
        <p:grpSpPr>
          <a:xfrm>
            <a:off x="8298011" y="3321615"/>
            <a:ext cx="648000" cy="648000"/>
            <a:chOff x="455122" y="4977513"/>
            <a:chExt cx="648000" cy="648000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2A41F59C-05DA-6CC5-D2C2-144399A44523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6" name="Graphic 95" descr="Database with solid fill">
              <a:extLst>
                <a:ext uri="{FF2B5EF4-FFF2-40B4-BE49-F238E27FC236}">
                  <a16:creationId xmlns:a16="http://schemas.microsoft.com/office/drawing/2014/main" id="{DC944482-BA52-09E3-113F-B7F69EF72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5" name="Graphic 104" descr="Single gear outline">
            <a:extLst>
              <a:ext uri="{FF2B5EF4-FFF2-40B4-BE49-F238E27FC236}">
                <a16:creationId xmlns:a16="http://schemas.microsoft.com/office/drawing/2014/main" id="{23AA75E1-01AD-961D-F3BF-D1AA86D1A766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37421" y="3296639"/>
            <a:ext cx="288000" cy="28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1299049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1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DW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72" idx="6"/>
            <a:endCxn id="95" idx="2"/>
          </p:cNvCxnSpPr>
          <p:nvPr/>
        </p:nvCxnSpPr>
        <p:spPr>
          <a:xfrm>
            <a:off x="2175934" y="2150804"/>
            <a:ext cx="6122076" cy="149481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09D66D3-EDCD-EC07-97A4-F92452114EC3}"/>
              </a:ext>
            </a:extLst>
          </p:cNvPr>
          <p:cNvSpPr txBox="1"/>
          <p:nvPr/>
        </p:nvSpPr>
        <p:spPr>
          <a:xfrm>
            <a:off x="8352011" y="3992095"/>
            <a:ext cx="54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DW</a:t>
            </a:r>
          </a:p>
        </p:txBody>
      </p:sp>
      <p:cxnSp>
        <p:nvCxnSpPr>
          <p:cNvPr id="24" name="Elbow Connector 69">
            <a:extLst>
              <a:ext uri="{FF2B5EF4-FFF2-40B4-BE49-F238E27FC236}">
                <a16:creationId xmlns:a16="http://schemas.microsoft.com/office/drawing/2014/main" id="{0F7399F2-6890-4169-9943-1F0B94B21852}"/>
              </a:ext>
            </a:extLst>
          </p:cNvPr>
          <p:cNvCxnSpPr>
            <a:cxnSpLocks/>
            <a:stCxn id="76" idx="6"/>
            <a:endCxn id="95" idx="2"/>
          </p:cNvCxnSpPr>
          <p:nvPr/>
        </p:nvCxnSpPr>
        <p:spPr>
          <a:xfrm>
            <a:off x="2175934" y="3204216"/>
            <a:ext cx="6122076" cy="44139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69">
            <a:extLst>
              <a:ext uri="{FF2B5EF4-FFF2-40B4-BE49-F238E27FC236}">
                <a16:creationId xmlns:a16="http://schemas.microsoft.com/office/drawing/2014/main" id="{5C38457B-8B32-3511-F399-D5D8FE4257F9}"/>
              </a:ext>
            </a:extLst>
          </p:cNvPr>
          <p:cNvCxnSpPr>
            <a:cxnSpLocks/>
            <a:stCxn id="79" idx="6"/>
            <a:endCxn id="95" idx="2"/>
          </p:cNvCxnSpPr>
          <p:nvPr/>
        </p:nvCxnSpPr>
        <p:spPr>
          <a:xfrm flipV="1">
            <a:off x="2175934" y="3645614"/>
            <a:ext cx="6122076" cy="62327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69">
            <a:extLst>
              <a:ext uri="{FF2B5EF4-FFF2-40B4-BE49-F238E27FC236}">
                <a16:creationId xmlns:a16="http://schemas.microsoft.com/office/drawing/2014/main" id="{1BEAEDCB-C88A-35EE-954B-44706EEC33D5}"/>
              </a:ext>
            </a:extLst>
          </p:cNvPr>
          <p:cNvCxnSpPr>
            <a:cxnSpLocks/>
            <a:stCxn id="82" idx="6"/>
            <a:endCxn id="95" idx="2"/>
          </p:cNvCxnSpPr>
          <p:nvPr/>
        </p:nvCxnSpPr>
        <p:spPr>
          <a:xfrm flipV="1">
            <a:off x="2175934" y="3645615"/>
            <a:ext cx="6122076" cy="168794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05E0C9E-3C21-D236-8F8D-AA3E9760778D}"/>
              </a:ext>
            </a:extLst>
          </p:cNvPr>
          <p:cNvSpPr txBox="1"/>
          <p:nvPr/>
        </p:nvSpPr>
        <p:spPr>
          <a:xfrm>
            <a:off x="1314046" y="2486024"/>
            <a:ext cx="10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Sintra</a:t>
            </a:r>
            <a:r>
              <a:rPr lang="en-US" sz="900" dirty="0"/>
              <a:t> /Partenón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A66F82B-2D60-4C3A-134C-444E62CF65EB}"/>
              </a:ext>
            </a:extLst>
          </p:cNvPr>
          <p:cNvSpPr txBox="1"/>
          <p:nvPr/>
        </p:nvSpPr>
        <p:spPr>
          <a:xfrm>
            <a:off x="1548047" y="3550697"/>
            <a:ext cx="57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29EE02-C06D-62ED-75B6-787754C108EA}"/>
              </a:ext>
            </a:extLst>
          </p:cNvPr>
          <p:cNvSpPr txBox="1"/>
          <p:nvPr/>
        </p:nvSpPr>
        <p:spPr>
          <a:xfrm>
            <a:off x="1458047" y="5680043"/>
            <a:ext cx="75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410AE8F-058E-606D-64BD-FCABF0494AA8}"/>
              </a:ext>
            </a:extLst>
          </p:cNvPr>
          <p:cNvSpPr txBox="1"/>
          <p:nvPr/>
        </p:nvSpPr>
        <p:spPr>
          <a:xfrm>
            <a:off x="1530047" y="4615370"/>
            <a:ext cx="61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78CD8D-518B-A145-9004-0431D474F6D1}"/>
              </a:ext>
            </a:extLst>
          </p:cNvPr>
          <p:cNvGrpSpPr/>
          <p:nvPr/>
        </p:nvGrpSpPr>
        <p:grpSpPr>
          <a:xfrm>
            <a:off x="1527935" y="1826804"/>
            <a:ext cx="648000" cy="648000"/>
            <a:chOff x="510789" y="1353861"/>
            <a:chExt cx="648000" cy="648000"/>
          </a:xfrm>
        </p:grpSpPr>
        <p:sp>
          <p:nvSpPr>
            <p:cNvPr id="72" name="Oval 2">
              <a:extLst>
                <a:ext uri="{FF2B5EF4-FFF2-40B4-BE49-F238E27FC236}">
                  <a16:creationId xmlns:a16="http://schemas.microsoft.com/office/drawing/2014/main" id="{0C26F5BE-0642-9F3F-EAFD-C98383DDE7B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3" name="Graphic 72" descr="Server with solid fill">
              <a:extLst>
                <a:ext uri="{FF2B5EF4-FFF2-40B4-BE49-F238E27FC236}">
                  <a16:creationId xmlns:a16="http://schemas.microsoft.com/office/drawing/2014/main" id="{83A7891E-FB77-5727-0459-89416121A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D542FAD-8705-5815-3620-24426B872CD2}"/>
              </a:ext>
            </a:extLst>
          </p:cNvPr>
          <p:cNvGrpSpPr/>
          <p:nvPr/>
        </p:nvGrpSpPr>
        <p:grpSpPr>
          <a:xfrm>
            <a:off x="1527935" y="2880216"/>
            <a:ext cx="648000" cy="648000"/>
            <a:chOff x="510789" y="1353861"/>
            <a:chExt cx="648000" cy="648000"/>
          </a:xfrm>
        </p:grpSpPr>
        <p:sp>
          <p:nvSpPr>
            <p:cNvPr id="76" name="Oval 2">
              <a:extLst>
                <a:ext uri="{FF2B5EF4-FFF2-40B4-BE49-F238E27FC236}">
                  <a16:creationId xmlns:a16="http://schemas.microsoft.com/office/drawing/2014/main" id="{D41633FC-F112-7B1E-D520-042CE99CDFA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7" name="Graphic 76" descr="Server with solid fill">
              <a:extLst>
                <a:ext uri="{FF2B5EF4-FFF2-40B4-BE49-F238E27FC236}">
                  <a16:creationId xmlns:a16="http://schemas.microsoft.com/office/drawing/2014/main" id="{1D9497C5-1B46-FC71-D6AA-2C541522C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59E9622-4C40-FF89-3ADA-5FB6EFEC68A9}"/>
              </a:ext>
            </a:extLst>
          </p:cNvPr>
          <p:cNvGrpSpPr/>
          <p:nvPr/>
        </p:nvGrpSpPr>
        <p:grpSpPr>
          <a:xfrm>
            <a:off x="1527935" y="3944889"/>
            <a:ext cx="648000" cy="648000"/>
            <a:chOff x="510789" y="1353861"/>
            <a:chExt cx="648000" cy="648000"/>
          </a:xfrm>
        </p:grpSpPr>
        <p:sp>
          <p:nvSpPr>
            <p:cNvPr id="79" name="Oval 2">
              <a:extLst>
                <a:ext uri="{FF2B5EF4-FFF2-40B4-BE49-F238E27FC236}">
                  <a16:creationId xmlns:a16="http://schemas.microsoft.com/office/drawing/2014/main" id="{19676254-C42C-0425-8FE1-88D618220E3E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0" name="Graphic 79" descr="Server with solid fill">
              <a:extLst>
                <a:ext uri="{FF2B5EF4-FFF2-40B4-BE49-F238E27FC236}">
                  <a16:creationId xmlns:a16="http://schemas.microsoft.com/office/drawing/2014/main" id="{C2DFBB47-148C-1185-637D-3D9232147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F1DFFB2-416D-E9B8-73BE-3B74548CEAFB}"/>
              </a:ext>
            </a:extLst>
          </p:cNvPr>
          <p:cNvGrpSpPr/>
          <p:nvPr/>
        </p:nvGrpSpPr>
        <p:grpSpPr>
          <a:xfrm>
            <a:off x="1527935" y="5009562"/>
            <a:ext cx="648000" cy="648000"/>
            <a:chOff x="510789" y="1353861"/>
            <a:chExt cx="648000" cy="648000"/>
          </a:xfrm>
        </p:grpSpPr>
        <p:sp>
          <p:nvSpPr>
            <p:cNvPr id="82" name="Oval 2">
              <a:extLst>
                <a:ext uri="{FF2B5EF4-FFF2-40B4-BE49-F238E27FC236}">
                  <a16:creationId xmlns:a16="http://schemas.microsoft.com/office/drawing/2014/main" id="{444426AF-2488-75A9-AE49-C786BC777C1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4" name="Graphic 83" descr="Server with solid fill">
              <a:extLst>
                <a:ext uri="{FF2B5EF4-FFF2-40B4-BE49-F238E27FC236}">
                  <a16:creationId xmlns:a16="http://schemas.microsoft.com/office/drawing/2014/main" id="{BC722105-191D-EAEC-C8B2-183C33635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85" name="Graphic 84" descr="Single gear outline">
            <a:extLst>
              <a:ext uri="{FF2B5EF4-FFF2-40B4-BE49-F238E27FC236}">
                <a16:creationId xmlns:a16="http://schemas.microsoft.com/office/drawing/2014/main" id="{7CA40789-E550-557B-D22E-C5E7A01D63F4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68935" y="1785071"/>
            <a:ext cx="288000" cy="288000"/>
          </a:xfrm>
          <a:prstGeom prst="rect">
            <a:avLst/>
          </a:prstGeom>
        </p:spPr>
      </p:pic>
      <p:pic>
        <p:nvPicPr>
          <p:cNvPr id="87" name="Graphic 86" descr="Single gear outline">
            <a:extLst>
              <a:ext uri="{FF2B5EF4-FFF2-40B4-BE49-F238E27FC236}">
                <a16:creationId xmlns:a16="http://schemas.microsoft.com/office/drawing/2014/main" id="{ECC99C79-561C-71A0-0BD9-37C96D878879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68935" y="2834536"/>
            <a:ext cx="288000" cy="288000"/>
          </a:xfrm>
          <a:prstGeom prst="rect">
            <a:avLst/>
          </a:prstGeom>
        </p:spPr>
      </p:pic>
      <p:pic>
        <p:nvPicPr>
          <p:cNvPr id="88" name="Graphic 87" descr="Single gear outline">
            <a:extLst>
              <a:ext uri="{FF2B5EF4-FFF2-40B4-BE49-F238E27FC236}">
                <a16:creationId xmlns:a16="http://schemas.microsoft.com/office/drawing/2014/main" id="{BC4851BB-8840-7329-E50C-D2F3AF2BFD4F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68935" y="3953766"/>
            <a:ext cx="288000" cy="288000"/>
          </a:xfrm>
          <a:prstGeom prst="rect">
            <a:avLst/>
          </a:prstGeom>
        </p:spPr>
      </p:pic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C5B20C4C-E210-071B-7B5B-1CD89BA8AFCE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68935" y="4964743"/>
            <a:ext cx="288000" cy="288000"/>
          </a:xfrm>
          <a:prstGeom prst="rect">
            <a:avLst/>
          </a:prstGeom>
        </p:spPr>
      </p:pic>
      <p:grpSp>
        <p:nvGrpSpPr>
          <p:cNvPr id="94" name="Group 93">
            <a:extLst>
              <a:ext uri="{FF2B5EF4-FFF2-40B4-BE49-F238E27FC236}">
                <a16:creationId xmlns:a16="http://schemas.microsoft.com/office/drawing/2014/main" id="{0F182F8A-0BB7-4CC2-95FF-F253B2DD1741}"/>
              </a:ext>
            </a:extLst>
          </p:cNvPr>
          <p:cNvGrpSpPr/>
          <p:nvPr/>
        </p:nvGrpSpPr>
        <p:grpSpPr>
          <a:xfrm>
            <a:off x="8298011" y="3321615"/>
            <a:ext cx="648000" cy="648000"/>
            <a:chOff x="455122" y="4977513"/>
            <a:chExt cx="648000" cy="648000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2A41F59C-05DA-6CC5-D2C2-144399A44523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6" name="Graphic 95" descr="Database with solid fill">
              <a:extLst>
                <a:ext uri="{FF2B5EF4-FFF2-40B4-BE49-F238E27FC236}">
                  <a16:creationId xmlns:a16="http://schemas.microsoft.com/office/drawing/2014/main" id="{DC944482-BA52-09E3-113F-B7F69EF72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5" name="Graphic 104" descr="Single gear outline">
            <a:extLst>
              <a:ext uri="{FF2B5EF4-FFF2-40B4-BE49-F238E27FC236}">
                <a16:creationId xmlns:a16="http://schemas.microsoft.com/office/drawing/2014/main" id="{23AA75E1-01AD-961D-F3BF-D1AA86D1A766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37421" y="3296639"/>
            <a:ext cx="288000" cy="288000"/>
          </a:xfrm>
          <a:prstGeom prst="rect">
            <a:avLst/>
          </a:prstGeom>
        </p:spPr>
      </p:pic>
      <p:pic>
        <p:nvPicPr>
          <p:cNvPr id="2" name="Imagen 18">
            <a:extLst>
              <a:ext uri="{FF2B5EF4-FFF2-40B4-BE49-F238E27FC236}">
                <a16:creationId xmlns:a16="http://schemas.microsoft.com/office/drawing/2014/main" id="{55EBC073-94D7-EC46-6537-E65E305A2175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1988" y="3294047"/>
            <a:ext cx="241169" cy="241169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455063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5708540" y="3407986"/>
            <a:ext cx="648000" cy="648000"/>
            <a:chOff x="455122" y="4977513"/>
            <a:chExt cx="648000" cy="648000"/>
          </a:xfrm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0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66F58E4A-7AC9-4064-22FF-32B71709F6E6}"/>
              </a:ext>
            </a:extLst>
          </p:cNvPr>
          <p:cNvGrpSpPr/>
          <p:nvPr/>
        </p:nvGrpSpPr>
        <p:grpSpPr>
          <a:xfrm>
            <a:off x="9222571" y="4906574"/>
            <a:ext cx="648000" cy="648000"/>
            <a:chOff x="455122" y="4977513"/>
            <a:chExt cx="648000" cy="648000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99C18689-DAA3-8CFC-1A13-DCEAAB2E301F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06" name="Graphic 105" descr="Database with solid fill">
              <a:extLst>
                <a:ext uri="{FF2B5EF4-FFF2-40B4-BE49-F238E27FC236}">
                  <a16:creationId xmlns:a16="http://schemas.microsoft.com/office/drawing/2014/main" id="{B15D669A-6E5B-DC5B-E374-BFF90ED44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0B9125A-79C2-4980-1652-4BCB4A76E545}"/>
              </a:ext>
            </a:extLst>
          </p:cNvPr>
          <p:cNvGrpSpPr/>
          <p:nvPr/>
        </p:nvGrpSpPr>
        <p:grpSpPr>
          <a:xfrm>
            <a:off x="7505530" y="4906574"/>
            <a:ext cx="648000" cy="648000"/>
            <a:chOff x="455122" y="4977513"/>
            <a:chExt cx="648000" cy="648000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9B410E6F-2407-6BA1-99E2-AE511A449DC6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0" name="Graphic 109" descr="Database with solid fill">
              <a:extLst>
                <a:ext uri="{FF2B5EF4-FFF2-40B4-BE49-F238E27FC236}">
                  <a16:creationId xmlns:a16="http://schemas.microsoft.com/office/drawing/2014/main" id="{2138AF8E-9DF6-4A94-6165-AC494FD90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DB073369-30B9-1B0E-9E31-0FCDE96AEE9F}"/>
              </a:ext>
            </a:extLst>
          </p:cNvPr>
          <p:cNvGrpSpPr/>
          <p:nvPr/>
        </p:nvGrpSpPr>
        <p:grpSpPr>
          <a:xfrm>
            <a:off x="6037302" y="4906574"/>
            <a:ext cx="648000" cy="648000"/>
            <a:chOff x="455122" y="4977513"/>
            <a:chExt cx="648000" cy="648000"/>
          </a:xfrm>
        </p:grpSpPr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A82CE9CA-14BB-419C-B5E9-109F40C3D879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3" name="Graphic 112" descr="Database with solid fill">
              <a:extLst>
                <a:ext uri="{FF2B5EF4-FFF2-40B4-BE49-F238E27FC236}">
                  <a16:creationId xmlns:a16="http://schemas.microsoft.com/office/drawing/2014/main" id="{E5BEABFD-26B0-1DFA-0A19-D27274E00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5" name="think-cell Slide" r:id="rId8" imgW="270" imgH="270" progId="TCLayout.ActiveDocument.1">
                  <p:embed/>
                </p:oleObj>
              </mc:Choice>
              <mc:Fallback>
                <p:oleObj name="think-cell Slide" r:id="rId8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CapTools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134" idx="6"/>
            <a:endCxn id="119" idx="2"/>
          </p:cNvCxnSpPr>
          <p:nvPr/>
        </p:nvCxnSpPr>
        <p:spPr>
          <a:xfrm>
            <a:off x="2175934" y="2150803"/>
            <a:ext cx="3532606" cy="158118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E5B5498-D998-4564-D586-04BEED0E0297}"/>
              </a:ext>
            </a:extLst>
          </p:cNvPr>
          <p:cNvSpPr txBox="1"/>
          <p:nvPr/>
        </p:nvSpPr>
        <p:spPr>
          <a:xfrm>
            <a:off x="1314046" y="2486024"/>
            <a:ext cx="10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Sintra</a:t>
            </a:r>
            <a:r>
              <a:rPr lang="en-US" sz="900" dirty="0"/>
              <a:t> /Partenón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283E99-C85E-4F60-0169-F794D6114CB8}"/>
              </a:ext>
            </a:extLst>
          </p:cNvPr>
          <p:cNvSpPr txBox="1"/>
          <p:nvPr/>
        </p:nvSpPr>
        <p:spPr>
          <a:xfrm>
            <a:off x="1548047" y="3550697"/>
            <a:ext cx="57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CA1EF7-F86B-CB16-60D7-31D2DDCC084E}"/>
              </a:ext>
            </a:extLst>
          </p:cNvPr>
          <p:cNvSpPr txBox="1"/>
          <p:nvPr/>
        </p:nvSpPr>
        <p:spPr>
          <a:xfrm>
            <a:off x="1458047" y="5680043"/>
            <a:ext cx="75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08A320-0477-CEFC-A37C-D73C564F0E46}"/>
              </a:ext>
            </a:extLst>
          </p:cNvPr>
          <p:cNvSpPr txBox="1"/>
          <p:nvPr/>
        </p:nvSpPr>
        <p:spPr>
          <a:xfrm>
            <a:off x="1530047" y="4615370"/>
            <a:ext cx="61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cxnSp>
        <p:nvCxnSpPr>
          <p:cNvPr id="24" name="Elbow Connector 69">
            <a:extLst>
              <a:ext uri="{FF2B5EF4-FFF2-40B4-BE49-F238E27FC236}">
                <a16:creationId xmlns:a16="http://schemas.microsoft.com/office/drawing/2014/main" id="{0F7399F2-6890-4169-9943-1F0B94B21852}"/>
              </a:ext>
            </a:extLst>
          </p:cNvPr>
          <p:cNvCxnSpPr>
            <a:cxnSpLocks/>
            <a:stCxn id="138" idx="6"/>
            <a:endCxn id="119" idx="2"/>
          </p:cNvCxnSpPr>
          <p:nvPr/>
        </p:nvCxnSpPr>
        <p:spPr>
          <a:xfrm>
            <a:off x="2175934" y="3204217"/>
            <a:ext cx="3532606" cy="52776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69">
            <a:extLst>
              <a:ext uri="{FF2B5EF4-FFF2-40B4-BE49-F238E27FC236}">
                <a16:creationId xmlns:a16="http://schemas.microsoft.com/office/drawing/2014/main" id="{5C38457B-8B32-3511-F399-D5D8FE4257F9}"/>
              </a:ext>
            </a:extLst>
          </p:cNvPr>
          <p:cNvCxnSpPr>
            <a:cxnSpLocks/>
            <a:stCxn id="141" idx="6"/>
            <a:endCxn id="119" idx="2"/>
          </p:cNvCxnSpPr>
          <p:nvPr/>
        </p:nvCxnSpPr>
        <p:spPr>
          <a:xfrm flipV="1">
            <a:off x="2175934" y="3731985"/>
            <a:ext cx="3532606" cy="53690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69">
            <a:extLst>
              <a:ext uri="{FF2B5EF4-FFF2-40B4-BE49-F238E27FC236}">
                <a16:creationId xmlns:a16="http://schemas.microsoft.com/office/drawing/2014/main" id="{1BEAEDCB-C88A-35EE-954B-44706EEC33D5}"/>
              </a:ext>
            </a:extLst>
          </p:cNvPr>
          <p:cNvCxnSpPr>
            <a:cxnSpLocks/>
            <a:stCxn id="144" idx="6"/>
            <a:endCxn id="119" idx="2"/>
          </p:cNvCxnSpPr>
          <p:nvPr/>
        </p:nvCxnSpPr>
        <p:spPr>
          <a:xfrm flipV="1">
            <a:off x="2175934" y="3731986"/>
            <a:ext cx="3532606" cy="160157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5605302" y="4078466"/>
            <a:ext cx="86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5AFC339-3D24-BB7C-CA67-14A5DF8DC7F6}"/>
              </a:ext>
            </a:extLst>
          </p:cNvPr>
          <p:cNvGrpSpPr/>
          <p:nvPr/>
        </p:nvGrpSpPr>
        <p:grpSpPr>
          <a:xfrm>
            <a:off x="5435023" y="1688159"/>
            <a:ext cx="828000" cy="892001"/>
            <a:chOff x="1422208" y="1189977"/>
            <a:chExt cx="828000" cy="892001"/>
          </a:xfrm>
        </p:grpSpPr>
        <p:pic>
          <p:nvPicPr>
            <p:cNvPr id="33" name="Picture 6">
              <a:extLst>
                <a:ext uri="{FF2B5EF4-FFF2-40B4-BE49-F238E27FC236}">
                  <a16:creationId xmlns:a16="http://schemas.microsoft.com/office/drawing/2014/main" id="{B09626C4-C599-E7C1-8A26-A986F2E9B0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208" y="1189977"/>
              <a:ext cx="648000" cy="64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B3C8746-A200-A851-CC9A-A0FFF65DF3A3}"/>
                </a:ext>
              </a:extLst>
            </p:cNvPr>
            <p:cNvSpPr txBox="1"/>
            <p:nvPr/>
          </p:nvSpPr>
          <p:spPr>
            <a:xfrm>
              <a:off x="1422208" y="1835757"/>
              <a:ext cx="828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/>
                <a:t>Balancetes</a:t>
              </a:r>
              <a:endParaRPr lang="en-US" sz="10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646ED98-30CA-5055-F4F4-7EFEF9609A01}"/>
              </a:ext>
            </a:extLst>
          </p:cNvPr>
          <p:cNvGrpSpPr/>
          <p:nvPr/>
        </p:nvGrpSpPr>
        <p:grpSpPr>
          <a:xfrm>
            <a:off x="6982740" y="1688159"/>
            <a:ext cx="900000" cy="892001"/>
            <a:chOff x="2986732" y="1189977"/>
            <a:chExt cx="900000" cy="892001"/>
          </a:xfrm>
        </p:grpSpPr>
        <p:pic>
          <p:nvPicPr>
            <p:cNvPr id="35" name="Picture 6">
              <a:extLst>
                <a:ext uri="{FF2B5EF4-FFF2-40B4-BE49-F238E27FC236}">
                  <a16:creationId xmlns:a16="http://schemas.microsoft.com/office/drawing/2014/main" id="{86F4444F-02A8-19F2-FD5B-C4161AA3BB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12732" y="1189977"/>
              <a:ext cx="648000" cy="64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8A29597-5E3E-7482-BACB-2F00AE99E0DC}"/>
                </a:ext>
              </a:extLst>
            </p:cNvPr>
            <p:cNvSpPr txBox="1"/>
            <p:nvPr/>
          </p:nvSpPr>
          <p:spPr>
            <a:xfrm>
              <a:off x="2986732" y="1835757"/>
              <a:ext cx="900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/>
                <a:t>Fich.Comp</a:t>
              </a:r>
              <a:r>
                <a:rPr lang="en-US" sz="1000" dirty="0"/>
                <a:t>,</a:t>
              </a:r>
            </a:p>
          </p:txBody>
        </p:sp>
      </p:grpSp>
      <p:cxnSp>
        <p:nvCxnSpPr>
          <p:cNvPr id="45" name="Elbow Connector 69">
            <a:extLst>
              <a:ext uri="{FF2B5EF4-FFF2-40B4-BE49-F238E27FC236}">
                <a16:creationId xmlns:a16="http://schemas.microsoft.com/office/drawing/2014/main" id="{A06EA36C-2395-E5F9-97BE-34BCAB79EA45}"/>
              </a:ext>
            </a:extLst>
          </p:cNvPr>
          <p:cNvCxnSpPr>
            <a:cxnSpLocks/>
            <a:stCxn id="33" idx="3"/>
            <a:endCxn id="119" idx="0"/>
          </p:cNvCxnSpPr>
          <p:nvPr/>
        </p:nvCxnSpPr>
        <p:spPr>
          <a:xfrm flipH="1">
            <a:off x="6032541" y="2012159"/>
            <a:ext cx="140483" cy="1395827"/>
          </a:xfrm>
          <a:prstGeom prst="bentConnector4">
            <a:avLst>
              <a:gd name="adj1" fmla="val -162724"/>
              <a:gd name="adj2" fmla="val 6160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69">
            <a:extLst>
              <a:ext uri="{FF2B5EF4-FFF2-40B4-BE49-F238E27FC236}">
                <a16:creationId xmlns:a16="http://schemas.microsoft.com/office/drawing/2014/main" id="{23CCDD3D-0C08-17B8-515F-AADD14123C9C}"/>
              </a:ext>
            </a:extLst>
          </p:cNvPr>
          <p:cNvCxnSpPr>
            <a:cxnSpLocks/>
            <a:stCxn id="35" idx="3"/>
            <a:endCxn id="119" idx="0"/>
          </p:cNvCxnSpPr>
          <p:nvPr/>
        </p:nvCxnSpPr>
        <p:spPr>
          <a:xfrm flipH="1">
            <a:off x="6032540" y="2012159"/>
            <a:ext cx="1724200" cy="1395827"/>
          </a:xfrm>
          <a:prstGeom prst="bentConnector4">
            <a:avLst>
              <a:gd name="adj1" fmla="val -13258"/>
              <a:gd name="adj2" fmla="val 6160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139" descr="Related image">
            <a:extLst>
              <a:ext uri="{FF2B5EF4-FFF2-40B4-BE49-F238E27FC236}">
                <a16:creationId xmlns:a16="http://schemas.microsoft.com/office/drawing/2014/main" id="{C5DEE586-4FCA-414E-3790-68DE73F77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8316" y="1682997"/>
            <a:ext cx="241138" cy="24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139" descr="Related image">
            <a:extLst>
              <a:ext uri="{FF2B5EF4-FFF2-40B4-BE49-F238E27FC236}">
                <a16:creationId xmlns:a16="http://schemas.microsoft.com/office/drawing/2014/main" id="{AA9CE8F4-A94B-BA07-6729-D56AEDFA2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3299" y="1682997"/>
            <a:ext cx="241138" cy="241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1188" y="3355007"/>
            <a:ext cx="241169" cy="241169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A2AE190-F0D3-0D2D-0CFF-69F6DE30CAC5}"/>
              </a:ext>
            </a:extLst>
          </p:cNvPr>
          <p:cNvSpPr txBox="1"/>
          <p:nvPr/>
        </p:nvSpPr>
        <p:spPr>
          <a:xfrm>
            <a:off x="7613530" y="5577055"/>
            <a:ext cx="43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BDR</a:t>
            </a:r>
          </a:p>
        </p:txBody>
      </p:sp>
      <p:pic>
        <p:nvPicPr>
          <p:cNvPr id="60" name="Imagen 18">
            <a:extLst>
              <a:ext uri="{FF2B5EF4-FFF2-40B4-BE49-F238E27FC236}">
                <a16:creationId xmlns:a16="http://schemas.microsoft.com/office/drawing/2014/main" id="{6E0533F0-A83E-CD0B-2514-E20464BD373B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9508" y="4879007"/>
            <a:ext cx="241169" cy="241169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16BA29F3-0E5E-3726-0303-A15E706F546B}"/>
              </a:ext>
            </a:extLst>
          </p:cNvPr>
          <p:cNvSpPr txBox="1"/>
          <p:nvPr/>
        </p:nvSpPr>
        <p:spPr>
          <a:xfrm>
            <a:off x="9276571" y="5577055"/>
            <a:ext cx="54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IFRS9</a:t>
            </a:r>
          </a:p>
        </p:txBody>
      </p:sp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5A5179F1-AA50-369C-1E9D-EF0E6FA944EE}"/>
              </a:ext>
            </a:extLst>
          </p:cNvPr>
          <p:cNvCxnSpPr>
            <a:cxnSpLocks/>
            <a:stCxn id="109" idx="6"/>
            <a:endCxn id="119" idx="6"/>
          </p:cNvCxnSpPr>
          <p:nvPr/>
        </p:nvCxnSpPr>
        <p:spPr>
          <a:xfrm flipH="1" flipV="1">
            <a:off x="6356540" y="3731986"/>
            <a:ext cx="1796990" cy="1498589"/>
          </a:xfrm>
          <a:prstGeom prst="bentConnector3">
            <a:avLst>
              <a:gd name="adj1" fmla="val -12721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Elbow Connector 69">
            <a:extLst>
              <a:ext uri="{FF2B5EF4-FFF2-40B4-BE49-F238E27FC236}">
                <a16:creationId xmlns:a16="http://schemas.microsoft.com/office/drawing/2014/main" id="{BFCD648A-8FF7-1AFD-DB0C-55EAC21DD25E}"/>
              </a:ext>
            </a:extLst>
          </p:cNvPr>
          <p:cNvCxnSpPr>
            <a:cxnSpLocks/>
            <a:stCxn id="105" idx="6"/>
            <a:endCxn id="119" idx="6"/>
          </p:cNvCxnSpPr>
          <p:nvPr/>
        </p:nvCxnSpPr>
        <p:spPr>
          <a:xfrm flipH="1" flipV="1">
            <a:off x="6356540" y="3731986"/>
            <a:ext cx="3514030" cy="1498589"/>
          </a:xfrm>
          <a:prstGeom prst="bentConnector3">
            <a:avLst>
              <a:gd name="adj1" fmla="val -6505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C5F56BE9-2C01-5F1E-A23E-BE1AFF401F84}"/>
              </a:ext>
            </a:extLst>
          </p:cNvPr>
          <p:cNvSpPr txBox="1"/>
          <p:nvPr/>
        </p:nvSpPr>
        <p:spPr>
          <a:xfrm>
            <a:off x="6091302" y="5577055"/>
            <a:ext cx="54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MIS</a:t>
            </a:r>
          </a:p>
        </p:txBody>
      </p:sp>
      <p:pic>
        <p:nvPicPr>
          <p:cNvPr id="9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59598" y="3355007"/>
            <a:ext cx="288000" cy="288000"/>
          </a:xfrm>
          <a:prstGeom prst="rect">
            <a:avLst/>
          </a:prstGeom>
        </p:spPr>
      </p:pic>
      <p:pic>
        <p:nvPicPr>
          <p:cNvPr id="98" name="Graphic 97" descr="Single gear outline">
            <a:extLst>
              <a:ext uri="{FF2B5EF4-FFF2-40B4-BE49-F238E27FC236}">
                <a16:creationId xmlns:a16="http://schemas.microsoft.com/office/drawing/2014/main" id="{75CED94C-8F6A-D644-D3CE-B2FAF17CC4A2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51430" y="4836134"/>
            <a:ext cx="288000" cy="288000"/>
          </a:xfrm>
          <a:prstGeom prst="rect">
            <a:avLst/>
          </a:prstGeom>
        </p:spPr>
      </p:pic>
      <p:pic>
        <p:nvPicPr>
          <p:cNvPr id="99" name="Graphic 98" descr="Single gear outline">
            <a:extLst>
              <a:ext uri="{FF2B5EF4-FFF2-40B4-BE49-F238E27FC236}">
                <a16:creationId xmlns:a16="http://schemas.microsoft.com/office/drawing/2014/main" id="{1C600093-3693-C2A6-C2D4-5DA3D1A3CCCF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44996" y="4836134"/>
            <a:ext cx="288000" cy="288000"/>
          </a:xfrm>
          <a:prstGeom prst="rect">
            <a:avLst/>
          </a:prstGeom>
        </p:spPr>
      </p:pic>
      <p:pic>
        <p:nvPicPr>
          <p:cNvPr id="100" name="Graphic 99" descr="Single gear outline">
            <a:extLst>
              <a:ext uri="{FF2B5EF4-FFF2-40B4-BE49-F238E27FC236}">
                <a16:creationId xmlns:a16="http://schemas.microsoft.com/office/drawing/2014/main" id="{70361C75-80CC-1F43-344A-719470E50E24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666038" y="4836134"/>
            <a:ext cx="288000" cy="288000"/>
          </a:xfrm>
          <a:prstGeom prst="rect">
            <a:avLst/>
          </a:prstGeom>
        </p:spPr>
      </p:pic>
      <p:cxnSp>
        <p:nvCxnSpPr>
          <p:cNvPr id="114" name="Elbow Connector 69">
            <a:extLst>
              <a:ext uri="{FF2B5EF4-FFF2-40B4-BE49-F238E27FC236}">
                <a16:creationId xmlns:a16="http://schemas.microsoft.com/office/drawing/2014/main" id="{4ABA2CEA-7B5E-B6DC-0E84-1D497B52677C}"/>
              </a:ext>
            </a:extLst>
          </p:cNvPr>
          <p:cNvCxnSpPr>
            <a:cxnSpLocks/>
            <a:stCxn id="112" idx="6"/>
            <a:endCxn id="119" idx="6"/>
          </p:cNvCxnSpPr>
          <p:nvPr/>
        </p:nvCxnSpPr>
        <p:spPr>
          <a:xfrm flipH="1" flipV="1">
            <a:off x="6356540" y="3731986"/>
            <a:ext cx="328762" cy="1498589"/>
          </a:xfrm>
          <a:prstGeom prst="bentConnector3">
            <a:avLst>
              <a:gd name="adj1" fmla="val -6953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37218299-A22D-5297-2FD7-F48DCD5CCD86}"/>
              </a:ext>
            </a:extLst>
          </p:cNvPr>
          <p:cNvGrpSpPr/>
          <p:nvPr/>
        </p:nvGrpSpPr>
        <p:grpSpPr>
          <a:xfrm>
            <a:off x="1527935" y="1826804"/>
            <a:ext cx="648000" cy="648000"/>
            <a:chOff x="510789" y="1353861"/>
            <a:chExt cx="648000" cy="648000"/>
          </a:xfrm>
        </p:grpSpPr>
        <p:sp>
          <p:nvSpPr>
            <p:cNvPr id="134" name="Oval 2">
              <a:extLst>
                <a:ext uri="{FF2B5EF4-FFF2-40B4-BE49-F238E27FC236}">
                  <a16:creationId xmlns:a16="http://schemas.microsoft.com/office/drawing/2014/main" id="{D243C843-3449-6442-18E6-9CE89F478B54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5" name="Graphic 134" descr="Server with solid fill">
              <a:extLst>
                <a:ext uri="{FF2B5EF4-FFF2-40B4-BE49-F238E27FC236}">
                  <a16:creationId xmlns:a16="http://schemas.microsoft.com/office/drawing/2014/main" id="{7FAF07F6-13D5-D116-9BCE-929C34FD97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48990CF9-C253-6FC6-9998-1C063A5E3B69}"/>
              </a:ext>
            </a:extLst>
          </p:cNvPr>
          <p:cNvGrpSpPr/>
          <p:nvPr/>
        </p:nvGrpSpPr>
        <p:grpSpPr>
          <a:xfrm>
            <a:off x="1527935" y="2880216"/>
            <a:ext cx="648000" cy="648000"/>
            <a:chOff x="510789" y="1353861"/>
            <a:chExt cx="648000" cy="648000"/>
          </a:xfrm>
        </p:grpSpPr>
        <p:sp>
          <p:nvSpPr>
            <p:cNvPr id="138" name="Oval 2">
              <a:extLst>
                <a:ext uri="{FF2B5EF4-FFF2-40B4-BE49-F238E27FC236}">
                  <a16:creationId xmlns:a16="http://schemas.microsoft.com/office/drawing/2014/main" id="{B5B814C6-7127-0762-0E76-E3A6BA52F718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9" name="Graphic 138" descr="Server with solid fill">
              <a:extLst>
                <a:ext uri="{FF2B5EF4-FFF2-40B4-BE49-F238E27FC236}">
                  <a16:creationId xmlns:a16="http://schemas.microsoft.com/office/drawing/2014/main" id="{26EC8B5C-9CD7-2A55-4345-5BE63F648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0807EAF0-1505-CB4B-DAC8-5A396AF53998}"/>
              </a:ext>
            </a:extLst>
          </p:cNvPr>
          <p:cNvGrpSpPr/>
          <p:nvPr/>
        </p:nvGrpSpPr>
        <p:grpSpPr>
          <a:xfrm>
            <a:off x="1527935" y="3944889"/>
            <a:ext cx="648000" cy="648000"/>
            <a:chOff x="510789" y="1353861"/>
            <a:chExt cx="648000" cy="648000"/>
          </a:xfrm>
        </p:grpSpPr>
        <p:sp>
          <p:nvSpPr>
            <p:cNvPr id="141" name="Oval 2">
              <a:extLst>
                <a:ext uri="{FF2B5EF4-FFF2-40B4-BE49-F238E27FC236}">
                  <a16:creationId xmlns:a16="http://schemas.microsoft.com/office/drawing/2014/main" id="{8607840F-C263-3F6D-15F3-6951DD29BFB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42" name="Graphic 141" descr="Server with solid fill">
              <a:extLst>
                <a:ext uri="{FF2B5EF4-FFF2-40B4-BE49-F238E27FC236}">
                  <a16:creationId xmlns:a16="http://schemas.microsoft.com/office/drawing/2014/main" id="{C5D890B8-DBD7-AB25-2303-A562F885EA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D5AECFF3-4594-8C99-AAEF-B0308CDEFEE2}"/>
              </a:ext>
            </a:extLst>
          </p:cNvPr>
          <p:cNvGrpSpPr/>
          <p:nvPr/>
        </p:nvGrpSpPr>
        <p:grpSpPr>
          <a:xfrm>
            <a:off x="1527935" y="5009562"/>
            <a:ext cx="648000" cy="648000"/>
            <a:chOff x="510789" y="1353861"/>
            <a:chExt cx="648000" cy="648000"/>
          </a:xfrm>
        </p:grpSpPr>
        <p:sp>
          <p:nvSpPr>
            <p:cNvPr id="144" name="Oval 2">
              <a:extLst>
                <a:ext uri="{FF2B5EF4-FFF2-40B4-BE49-F238E27FC236}">
                  <a16:creationId xmlns:a16="http://schemas.microsoft.com/office/drawing/2014/main" id="{9E149001-73C5-CF7F-85F6-9C220748C21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45" name="Graphic 144" descr="Server with solid fill">
              <a:extLst>
                <a:ext uri="{FF2B5EF4-FFF2-40B4-BE49-F238E27FC236}">
                  <a16:creationId xmlns:a16="http://schemas.microsoft.com/office/drawing/2014/main" id="{609BD441-E854-32CE-E809-636ABDA1B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154" name="Graphic 153" descr="Single gear outline">
            <a:extLst>
              <a:ext uri="{FF2B5EF4-FFF2-40B4-BE49-F238E27FC236}">
                <a16:creationId xmlns:a16="http://schemas.microsoft.com/office/drawing/2014/main" id="{B49E83CF-918B-BEE6-542B-08DB2584DB34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68935" y="1785071"/>
            <a:ext cx="288000" cy="288000"/>
          </a:xfrm>
          <a:prstGeom prst="rect">
            <a:avLst/>
          </a:prstGeom>
        </p:spPr>
      </p:pic>
      <p:pic>
        <p:nvPicPr>
          <p:cNvPr id="155" name="Graphic 154" descr="Single gear outline">
            <a:extLst>
              <a:ext uri="{FF2B5EF4-FFF2-40B4-BE49-F238E27FC236}">
                <a16:creationId xmlns:a16="http://schemas.microsoft.com/office/drawing/2014/main" id="{9BB43AE3-26B2-F738-9C13-433DA3678D5A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68935" y="2834536"/>
            <a:ext cx="288000" cy="288000"/>
          </a:xfrm>
          <a:prstGeom prst="rect">
            <a:avLst/>
          </a:prstGeom>
        </p:spPr>
      </p:pic>
      <p:pic>
        <p:nvPicPr>
          <p:cNvPr id="156" name="Graphic 155" descr="Single gear outline">
            <a:extLst>
              <a:ext uri="{FF2B5EF4-FFF2-40B4-BE49-F238E27FC236}">
                <a16:creationId xmlns:a16="http://schemas.microsoft.com/office/drawing/2014/main" id="{85E24736-1214-8C49-CA83-00419DD8BC75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68935" y="3953766"/>
            <a:ext cx="288000" cy="288000"/>
          </a:xfrm>
          <a:prstGeom prst="rect">
            <a:avLst/>
          </a:prstGeom>
        </p:spPr>
      </p:pic>
      <p:pic>
        <p:nvPicPr>
          <p:cNvPr id="157" name="Graphic 156" descr="Single gear outline">
            <a:extLst>
              <a:ext uri="{FF2B5EF4-FFF2-40B4-BE49-F238E27FC236}">
                <a16:creationId xmlns:a16="http://schemas.microsoft.com/office/drawing/2014/main" id="{680B1414-5DB3-A90F-AB67-6860607FAAFA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68935" y="4964743"/>
            <a:ext cx="288000" cy="28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434232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7997632" y="3407986"/>
            <a:ext cx="648000" cy="648000"/>
            <a:chOff x="455122" y="4977513"/>
            <a:chExt cx="648000" cy="648000"/>
          </a:xfrm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0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0B9125A-79C2-4980-1652-4BCB4A76E545}"/>
              </a:ext>
            </a:extLst>
          </p:cNvPr>
          <p:cNvGrpSpPr/>
          <p:nvPr/>
        </p:nvGrpSpPr>
        <p:grpSpPr>
          <a:xfrm>
            <a:off x="8952264" y="4906574"/>
            <a:ext cx="648000" cy="648000"/>
            <a:chOff x="455122" y="4977513"/>
            <a:chExt cx="648000" cy="648000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9B410E6F-2407-6BA1-99E2-AE511A449DC6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0" name="Graphic 109" descr="Database with solid fill">
              <a:extLst>
                <a:ext uri="{FF2B5EF4-FFF2-40B4-BE49-F238E27FC236}">
                  <a16:creationId xmlns:a16="http://schemas.microsoft.com/office/drawing/2014/main" id="{2138AF8E-9DF6-4A94-6165-AC494FD90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9" name="think-cell Slide" r:id="rId8" imgW="270" imgH="270" progId="TCLayout.ActiveDocument.1">
                  <p:embed/>
                </p:oleObj>
              </mc:Choice>
              <mc:Fallback>
                <p:oleObj name="think-cell Slide" r:id="rId8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DLALM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134" idx="6"/>
            <a:endCxn id="13" idx="2"/>
          </p:cNvCxnSpPr>
          <p:nvPr/>
        </p:nvCxnSpPr>
        <p:spPr>
          <a:xfrm>
            <a:off x="2175935" y="1668461"/>
            <a:ext cx="3369213" cy="75982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7894394" y="4078466"/>
            <a:ext cx="86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DL ALM</a:t>
            </a:r>
          </a:p>
        </p:txBody>
      </p:sp>
      <p:pic>
        <p:nvPicPr>
          <p:cNvPr id="5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280" y="3355007"/>
            <a:ext cx="241169" cy="241169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A2AE190-F0D3-0D2D-0CFF-69F6DE30CAC5}"/>
              </a:ext>
            </a:extLst>
          </p:cNvPr>
          <p:cNvSpPr txBox="1"/>
          <p:nvPr/>
        </p:nvSpPr>
        <p:spPr>
          <a:xfrm>
            <a:off x="8844264" y="5577055"/>
            <a:ext cx="8354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pic>
        <p:nvPicPr>
          <p:cNvPr id="60" name="Imagen 18">
            <a:extLst>
              <a:ext uri="{FF2B5EF4-FFF2-40B4-BE49-F238E27FC236}">
                <a16:creationId xmlns:a16="http://schemas.microsoft.com/office/drawing/2014/main" id="{6E0533F0-A83E-CD0B-2514-E20464BD373B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6242" y="4879007"/>
            <a:ext cx="241169" cy="241169"/>
          </a:xfrm>
          <a:prstGeom prst="rect">
            <a:avLst/>
          </a:prstGeom>
        </p:spPr>
      </p:pic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5A5179F1-AA50-369C-1E9D-EF0E6FA944EE}"/>
              </a:ext>
            </a:extLst>
          </p:cNvPr>
          <p:cNvCxnSpPr>
            <a:cxnSpLocks/>
            <a:stCxn id="109" idx="6"/>
            <a:endCxn id="119" idx="6"/>
          </p:cNvCxnSpPr>
          <p:nvPr/>
        </p:nvCxnSpPr>
        <p:spPr>
          <a:xfrm flipH="1" flipV="1">
            <a:off x="8645632" y="3731986"/>
            <a:ext cx="954632" cy="1498588"/>
          </a:xfrm>
          <a:prstGeom prst="bentConnector3">
            <a:avLst>
              <a:gd name="adj1" fmla="val -2394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48690" y="3355007"/>
            <a:ext cx="288000" cy="288000"/>
          </a:xfrm>
          <a:prstGeom prst="rect">
            <a:avLst/>
          </a:prstGeom>
        </p:spPr>
      </p:pic>
      <p:pic>
        <p:nvPicPr>
          <p:cNvPr id="99" name="Graphic 98" descr="Single gear outline">
            <a:extLst>
              <a:ext uri="{FF2B5EF4-FFF2-40B4-BE49-F238E27FC236}">
                <a16:creationId xmlns:a16="http://schemas.microsoft.com/office/drawing/2014/main" id="{1C600093-3693-C2A6-C2D4-5DA3D1A3CCCF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91730" y="4836134"/>
            <a:ext cx="288000" cy="288000"/>
          </a:xfrm>
          <a:prstGeom prst="rect">
            <a:avLst/>
          </a:prstGeom>
        </p:spPr>
      </p:pic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4F686E8-EDD2-D1C6-8CDD-49ACFDF0DBFA}"/>
              </a:ext>
            </a:extLst>
          </p:cNvPr>
          <p:cNvGrpSpPr/>
          <p:nvPr/>
        </p:nvGrpSpPr>
        <p:grpSpPr>
          <a:xfrm>
            <a:off x="1314046" y="1302728"/>
            <a:ext cx="1044000" cy="931785"/>
            <a:chOff x="1314046" y="2217131"/>
            <a:chExt cx="1044000" cy="931785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E5B5498-D998-4564-D586-04BEED0E0297}"/>
                </a:ext>
              </a:extLst>
            </p:cNvPr>
            <p:cNvSpPr txBox="1"/>
            <p:nvPr/>
          </p:nvSpPr>
          <p:spPr>
            <a:xfrm>
              <a:off x="1314046" y="2918084"/>
              <a:ext cx="104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err="1"/>
                <a:t>Sintra</a:t>
              </a:r>
              <a:r>
                <a:rPr lang="en-US" sz="900" dirty="0"/>
                <a:t> /Partenón</a:t>
              </a: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37218299-A22D-5297-2FD7-F48DCD5CCD86}"/>
                </a:ext>
              </a:extLst>
            </p:cNvPr>
            <p:cNvGrpSpPr/>
            <p:nvPr/>
          </p:nvGrpSpPr>
          <p:grpSpPr>
            <a:xfrm>
              <a:off x="1527935" y="2258864"/>
              <a:ext cx="648000" cy="648000"/>
              <a:chOff x="510789" y="1353861"/>
              <a:chExt cx="648000" cy="648000"/>
            </a:xfrm>
          </p:grpSpPr>
          <p:sp>
            <p:nvSpPr>
              <p:cNvPr id="134" name="Oval 2">
                <a:extLst>
                  <a:ext uri="{FF2B5EF4-FFF2-40B4-BE49-F238E27FC236}">
                    <a16:creationId xmlns:a16="http://schemas.microsoft.com/office/drawing/2014/main" id="{D243C843-3449-6442-18E6-9CE89F478B54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35" name="Graphic 134" descr="Server with solid fill">
                <a:extLst>
                  <a:ext uri="{FF2B5EF4-FFF2-40B4-BE49-F238E27FC236}">
                    <a16:creationId xmlns:a16="http://schemas.microsoft.com/office/drawing/2014/main" id="{7FAF07F6-13D5-D116-9BCE-929C34FD97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4" name="Graphic 153" descr="Single gear outline">
              <a:extLst>
                <a:ext uri="{FF2B5EF4-FFF2-40B4-BE49-F238E27FC236}">
                  <a16:creationId xmlns:a16="http://schemas.microsoft.com/office/drawing/2014/main" id="{B49E83CF-918B-BEE6-542B-08DB2584D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968935" y="2217131"/>
              <a:ext cx="288000" cy="2880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49B1ABF-829E-4687-4867-2317EB797160}"/>
              </a:ext>
            </a:extLst>
          </p:cNvPr>
          <p:cNvGrpSpPr/>
          <p:nvPr/>
        </p:nvGrpSpPr>
        <p:grpSpPr>
          <a:xfrm>
            <a:off x="5437148" y="2033847"/>
            <a:ext cx="835466" cy="971753"/>
            <a:chOff x="5440743" y="2497182"/>
            <a:chExt cx="835466" cy="97175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CC89520-5582-9E32-1526-4CF1E091AB63}"/>
                </a:ext>
              </a:extLst>
            </p:cNvPr>
            <p:cNvGrpSpPr/>
            <p:nvPr/>
          </p:nvGrpSpPr>
          <p:grpSpPr>
            <a:xfrm>
              <a:off x="5548743" y="2567622"/>
              <a:ext cx="648000" cy="648000"/>
              <a:chOff x="455122" y="4977513"/>
              <a:chExt cx="648000" cy="648000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D5D891D-EECA-1D14-8779-430B76ECBDB0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4" name="Graphic 13" descr="Database with solid fill">
                <a:extLst>
                  <a:ext uri="{FF2B5EF4-FFF2-40B4-BE49-F238E27FC236}">
                    <a16:creationId xmlns:a16="http://schemas.microsoft.com/office/drawing/2014/main" id="{7FAB385F-7924-F4AA-7284-C45E61715B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ED7876A-8671-FE19-04E2-0CAA9C2F7CFB}"/>
                </a:ext>
              </a:extLst>
            </p:cNvPr>
            <p:cNvSpPr txBox="1"/>
            <p:nvPr/>
          </p:nvSpPr>
          <p:spPr>
            <a:xfrm>
              <a:off x="5440743" y="3238103"/>
              <a:ext cx="8354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FGD</a:t>
              </a:r>
            </a:p>
          </p:txBody>
        </p:sp>
        <p:pic>
          <p:nvPicPr>
            <p:cNvPr id="16" name="Imagen 18">
              <a:extLst>
                <a:ext uri="{FF2B5EF4-FFF2-40B4-BE49-F238E27FC236}">
                  <a16:creationId xmlns:a16="http://schemas.microsoft.com/office/drawing/2014/main" id="{F28DAFBF-6754-A73B-15CD-3F8E3E921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02721" y="2540055"/>
              <a:ext cx="241169" cy="241169"/>
            </a:xfrm>
            <a:prstGeom prst="rect">
              <a:avLst/>
            </a:prstGeom>
          </p:spPr>
        </p:pic>
        <p:pic>
          <p:nvPicPr>
            <p:cNvPr id="17" name="Graphic 16" descr="Single gear outline">
              <a:extLst>
                <a:ext uri="{FF2B5EF4-FFF2-40B4-BE49-F238E27FC236}">
                  <a16:creationId xmlns:a16="http://schemas.microsoft.com/office/drawing/2014/main" id="{F78B4965-C164-B255-2E2F-9AB4E3A70F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988209" y="2497182"/>
              <a:ext cx="288000" cy="288000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E3C47A-EF57-67D4-395A-CE6067C8515D}"/>
              </a:ext>
            </a:extLst>
          </p:cNvPr>
          <p:cNvGrpSpPr/>
          <p:nvPr/>
        </p:nvGrpSpPr>
        <p:grpSpPr>
          <a:xfrm>
            <a:off x="5548743" y="4906574"/>
            <a:ext cx="648000" cy="648000"/>
            <a:chOff x="455122" y="4977513"/>
            <a:chExt cx="648000" cy="64800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CF8F865-A189-A3A3-34B4-BB38179621B0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2" name="Graphic 21" descr="Database with solid fill">
              <a:extLst>
                <a:ext uri="{FF2B5EF4-FFF2-40B4-BE49-F238E27FC236}">
                  <a16:creationId xmlns:a16="http://schemas.microsoft.com/office/drawing/2014/main" id="{DC74D23A-FE56-CA9A-4D5A-1F12C8A30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19EBC42-F034-3B35-225D-B12DD6EE01A1}"/>
              </a:ext>
            </a:extLst>
          </p:cNvPr>
          <p:cNvSpPr txBox="1"/>
          <p:nvPr/>
        </p:nvSpPr>
        <p:spPr>
          <a:xfrm>
            <a:off x="5382375" y="5577055"/>
            <a:ext cx="9450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DM Marketing</a:t>
            </a:r>
          </a:p>
          <a:p>
            <a:pPr algn="ctr"/>
            <a:r>
              <a:rPr lang="en-US" sz="900" dirty="0"/>
              <a:t>Automation</a:t>
            </a:r>
          </a:p>
          <a:p>
            <a:pPr algn="ctr"/>
            <a:r>
              <a:rPr lang="en-US" sz="900" dirty="0"/>
              <a:t>(</a:t>
            </a:r>
            <a:r>
              <a:rPr lang="en-US" sz="900" dirty="0" err="1"/>
              <a:t>Vinculação</a:t>
            </a:r>
            <a:r>
              <a:rPr lang="en-US" sz="900" dirty="0"/>
              <a:t>)</a:t>
            </a:r>
          </a:p>
        </p:txBody>
      </p:sp>
      <p:pic>
        <p:nvPicPr>
          <p:cNvPr id="25" name="Imagen 18">
            <a:extLst>
              <a:ext uri="{FF2B5EF4-FFF2-40B4-BE49-F238E27FC236}">
                <a16:creationId xmlns:a16="http://schemas.microsoft.com/office/drawing/2014/main" id="{D5586BDA-2A7B-3C98-F95F-FB0BDBDE45B8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2721" y="4879007"/>
            <a:ext cx="241169" cy="241169"/>
          </a:xfrm>
          <a:prstGeom prst="rect">
            <a:avLst/>
          </a:prstGeom>
        </p:spPr>
      </p:pic>
      <p:cxnSp>
        <p:nvCxnSpPr>
          <p:cNvPr id="31" name="Elbow Connector 69">
            <a:extLst>
              <a:ext uri="{FF2B5EF4-FFF2-40B4-BE49-F238E27FC236}">
                <a16:creationId xmlns:a16="http://schemas.microsoft.com/office/drawing/2014/main" id="{022EFF94-87D4-5A81-CB16-3E67FB67E060}"/>
              </a:ext>
            </a:extLst>
          </p:cNvPr>
          <p:cNvCxnSpPr>
            <a:cxnSpLocks/>
            <a:stCxn id="21" idx="6"/>
            <a:endCxn id="119" idx="2"/>
          </p:cNvCxnSpPr>
          <p:nvPr/>
        </p:nvCxnSpPr>
        <p:spPr>
          <a:xfrm flipV="1">
            <a:off x="6196743" y="3731986"/>
            <a:ext cx="1800889" cy="149858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69">
            <a:extLst>
              <a:ext uri="{FF2B5EF4-FFF2-40B4-BE49-F238E27FC236}">
                <a16:creationId xmlns:a16="http://schemas.microsoft.com/office/drawing/2014/main" id="{145DAFBD-1D28-33D5-1580-FA5B8AF2EB12}"/>
              </a:ext>
            </a:extLst>
          </p:cNvPr>
          <p:cNvCxnSpPr>
            <a:cxnSpLocks/>
            <a:stCxn id="13" idx="6"/>
            <a:endCxn id="119" idx="0"/>
          </p:cNvCxnSpPr>
          <p:nvPr/>
        </p:nvCxnSpPr>
        <p:spPr>
          <a:xfrm>
            <a:off x="6193148" y="2428287"/>
            <a:ext cx="2128484" cy="979699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AFDC50D3-7C79-7398-0BE5-254C9B7D115F}"/>
              </a:ext>
            </a:extLst>
          </p:cNvPr>
          <p:cNvGrpSpPr/>
          <p:nvPr/>
        </p:nvGrpSpPr>
        <p:grpSpPr>
          <a:xfrm>
            <a:off x="1520427" y="5158598"/>
            <a:ext cx="727410" cy="926288"/>
            <a:chOff x="1550693" y="4881599"/>
            <a:chExt cx="727410" cy="92628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F65BAAE-76DC-7E1C-6757-BB3D260B002F}"/>
                </a:ext>
              </a:extLst>
            </p:cNvPr>
            <p:cNvSpPr txBox="1"/>
            <p:nvPr/>
          </p:nvSpPr>
          <p:spPr>
            <a:xfrm>
              <a:off x="1604693" y="5577055"/>
              <a:ext cx="54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MIS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8DE1E7B-53B5-A402-3827-CC5C664D8027}"/>
                </a:ext>
              </a:extLst>
            </p:cNvPr>
            <p:cNvGrpSpPr/>
            <p:nvPr/>
          </p:nvGrpSpPr>
          <p:grpSpPr>
            <a:xfrm>
              <a:off x="1550693" y="4906575"/>
              <a:ext cx="648000" cy="648000"/>
              <a:chOff x="455122" y="4977513"/>
              <a:chExt cx="648000" cy="6480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BAF9D583-9F8B-BB5A-68F4-FCE399A3A76C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1" name="Graphic 60" descr="Database with solid fill">
                <a:extLst>
                  <a:ext uri="{FF2B5EF4-FFF2-40B4-BE49-F238E27FC236}">
                    <a16:creationId xmlns:a16="http://schemas.microsoft.com/office/drawing/2014/main" id="{731B2746-6554-F184-4654-9B2BF48BC2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62" name="Graphic 61" descr="Single gear outline">
              <a:extLst>
                <a:ext uri="{FF2B5EF4-FFF2-40B4-BE49-F238E27FC236}">
                  <a16:creationId xmlns:a16="http://schemas.microsoft.com/office/drawing/2014/main" id="{2850892F-6C8C-6E34-2E47-44D1A7231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990103" y="4881599"/>
              <a:ext cx="288000" cy="288000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62BAFF4-255F-08E3-AFB8-DF05539A1748}"/>
              </a:ext>
            </a:extLst>
          </p:cNvPr>
          <p:cNvGrpSpPr/>
          <p:nvPr/>
        </p:nvGrpSpPr>
        <p:grpSpPr>
          <a:xfrm>
            <a:off x="1545242" y="3776063"/>
            <a:ext cx="756000" cy="1034593"/>
            <a:chOff x="3909558" y="2488901"/>
            <a:chExt cx="756000" cy="1034593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6E91F50-D86D-40A7-9CE3-51C4E0FBC838}"/>
                </a:ext>
              </a:extLst>
            </p:cNvPr>
            <p:cNvSpPr txBox="1"/>
            <p:nvPr/>
          </p:nvSpPr>
          <p:spPr>
            <a:xfrm>
              <a:off x="4039151" y="3292662"/>
              <a:ext cx="39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DW</a:t>
              </a:r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66B7B19-70FD-E05D-8F92-C4D57269B04F}"/>
                </a:ext>
              </a:extLst>
            </p:cNvPr>
            <p:cNvGrpSpPr/>
            <p:nvPr/>
          </p:nvGrpSpPr>
          <p:grpSpPr>
            <a:xfrm>
              <a:off x="3909558" y="2584086"/>
              <a:ext cx="648000" cy="648000"/>
              <a:chOff x="455122" y="4977513"/>
              <a:chExt cx="648000" cy="648000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769D285E-BAF0-E4B4-2CE3-50D0DE5D4C28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9" name="Graphic 68" descr="Database with solid fill">
                <a:extLst>
                  <a:ext uri="{FF2B5EF4-FFF2-40B4-BE49-F238E27FC236}">
                    <a16:creationId xmlns:a16="http://schemas.microsoft.com/office/drawing/2014/main" id="{205CC7A4-90E3-D006-3AF3-A23966993D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66" name="Graphic 65" descr="Single gear outline">
              <a:extLst>
                <a:ext uri="{FF2B5EF4-FFF2-40B4-BE49-F238E27FC236}">
                  <a16:creationId xmlns:a16="http://schemas.microsoft.com/office/drawing/2014/main" id="{DE3112B6-21E1-070D-5D0C-FC264D067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377558" y="2488901"/>
              <a:ext cx="288000" cy="288000"/>
            </a:xfrm>
            <a:prstGeom prst="rect">
              <a:avLst/>
            </a:prstGeom>
          </p:spPr>
        </p:pic>
      </p:grp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49375212-8B46-A946-7C75-E0EB30720638}"/>
              </a:ext>
            </a:extLst>
          </p:cNvPr>
          <p:cNvCxnSpPr>
            <a:cxnSpLocks/>
            <a:stCxn id="59" idx="6"/>
            <a:endCxn id="21" idx="2"/>
          </p:cNvCxnSpPr>
          <p:nvPr/>
        </p:nvCxnSpPr>
        <p:spPr>
          <a:xfrm flipV="1">
            <a:off x="2168427" y="5230574"/>
            <a:ext cx="3380316" cy="27700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69">
            <a:extLst>
              <a:ext uri="{FF2B5EF4-FFF2-40B4-BE49-F238E27FC236}">
                <a16:creationId xmlns:a16="http://schemas.microsoft.com/office/drawing/2014/main" id="{35AAD688-B72D-A04D-A074-1ED9B10D56B0}"/>
              </a:ext>
            </a:extLst>
          </p:cNvPr>
          <p:cNvCxnSpPr>
            <a:cxnSpLocks/>
            <a:stCxn id="67" idx="6"/>
            <a:endCxn id="21" idx="0"/>
          </p:cNvCxnSpPr>
          <p:nvPr/>
        </p:nvCxnSpPr>
        <p:spPr>
          <a:xfrm>
            <a:off x="2193242" y="4195248"/>
            <a:ext cx="3679501" cy="711326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Imagen 18">
            <a:extLst>
              <a:ext uri="{FF2B5EF4-FFF2-40B4-BE49-F238E27FC236}">
                <a16:creationId xmlns:a16="http://schemas.microsoft.com/office/drawing/2014/main" id="{F0607F12-E009-A643-3D32-8AFF5F2FBEF8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427" y="3822109"/>
            <a:ext cx="241169" cy="241169"/>
          </a:xfrm>
          <a:prstGeom prst="rect">
            <a:avLst/>
          </a:prstGeom>
        </p:spPr>
      </p:pic>
      <p:cxnSp>
        <p:nvCxnSpPr>
          <p:cNvPr id="81" name="Elbow Connector 69">
            <a:extLst>
              <a:ext uri="{FF2B5EF4-FFF2-40B4-BE49-F238E27FC236}">
                <a16:creationId xmlns:a16="http://schemas.microsoft.com/office/drawing/2014/main" id="{DF40C24C-796E-E80D-0611-FD4C851F8A51}"/>
              </a:ext>
            </a:extLst>
          </p:cNvPr>
          <p:cNvCxnSpPr>
            <a:cxnSpLocks/>
            <a:stCxn id="67" idx="6"/>
            <a:endCxn id="119" idx="2"/>
          </p:cNvCxnSpPr>
          <p:nvPr/>
        </p:nvCxnSpPr>
        <p:spPr>
          <a:xfrm flipV="1">
            <a:off x="2193242" y="3731986"/>
            <a:ext cx="5804390" cy="463262"/>
          </a:xfrm>
          <a:prstGeom prst="bentConnector3">
            <a:avLst>
              <a:gd name="adj1" fmla="val 7614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1A42D42-E7AD-ED24-F3AC-16F8D5DBC1B8}"/>
              </a:ext>
            </a:extLst>
          </p:cNvPr>
          <p:cNvGrpSpPr/>
          <p:nvPr/>
        </p:nvGrpSpPr>
        <p:grpSpPr>
          <a:xfrm>
            <a:off x="10444347" y="4906574"/>
            <a:ext cx="648000" cy="648000"/>
            <a:chOff x="455122" y="4977513"/>
            <a:chExt cx="648000" cy="648000"/>
          </a:xfrm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3B84BCFF-88D3-3845-ABFE-3D86EE2D84B4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7" name="Graphic 86" descr="Database with solid fill">
              <a:extLst>
                <a:ext uri="{FF2B5EF4-FFF2-40B4-BE49-F238E27FC236}">
                  <a16:creationId xmlns:a16="http://schemas.microsoft.com/office/drawing/2014/main" id="{13AFA886-6065-B978-AAE4-1F97DA4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7F1F6BD8-E69E-D18E-1985-AEE763A2E2B4}"/>
              </a:ext>
            </a:extLst>
          </p:cNvPr>
          <p:cNvSpPr txBox="1"/>
          <p:nvPr/>
        </p:nvSpPr>
        <p:spPr>
          <a:xfrm>
            <a:off x="10498347" y="5577055"/>
            <a:ext cx="54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IFRS9</a:t>
            </a:r>
          </a:p>
        </p:txBody>
      </p:sp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94E0405A-EA87-5402-C895-2ABF1D3B156E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887814" y="4836134"/>
            <a:ext cx="288000" cy="288000"/>
          </a:xfrm>
          <a:prstGeom prst="rect">
            <a:avLst/>
          </a:prstGeom>
        </p:spPr>
      </p:pic>
      <p:cxnSp>
        <p:nvCxnSpPr>
          <p:cNvPr id="90" name="Elbow Connector 69">
            <a:extLst>
              <a:ext uri="{FF2B5EF4-FFF2-40B4-BE49-F238E27FC236}">
                <a16:creationId xmlns:a16="http://schemas.microsoft.com/office/drawing/2014/main" id="{A632863F-0DEC-DFCE-6B28-F1BFF053554A}"/>
              </a:ext>
            </a:extLst>
          </p:cNvPr>
          <p:cNvCxnSpPr>
            <a:cxnSpLocks/>
            <a:stCxn id="86" idx="6"/>
            <a:endCxn id="119" idx="6"/>
          </p:cNvCxnSpPr>
          <p:nvPr/>
        </p:nvCxnSpPr>
        <p:spPr>
          <a:xfrm flipH="1" flipV="1">
            <a:off x="8645632" y="3731986"/>
            <a:ext cx="2446715" cy="1498588"/>
          </a:xfrm>
          <a:prstGeom prst="bentConnector3">
            <a:avLst>
              <a:gd name="adj1" fmla="val -934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1C7CB00-5904-A1A7-6D20-08D27031DE7E}"/>
              </a:ext>
            </a:extLst>
          </p:cNvPr>
          <p:cNvGrpSpPr/>
          <p:nvPr/>
        </p:nvGrpSpPr>
        <p:grpSpPr>
          <a:xfrm>
            <a:off x="1527935" y="2649704"/>
            <a:ext cx="729000" cy="946993"/>
            <a:chOff x="1527935" y="2766440"/>
            <a:chExt cx="729000" cy="946993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49F631C4-7190-E8EC-C2EA-C934EA69B074}"/>
                </a:ext>
              </a:extLst>
            </p:cNvPr>
            <p:cNvSpPr txBox="1"/>
            <p:nvPr/>
          </p:nvSpPr>
          <p:spPr>
            <a:xfrm>
              <a:off x="1548047" y="3482601"/>
              <a:ext cx="57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SIGOM</a:t>
              </a: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2BF4F483-1895-E4AC-669F-9B9C538D1BC1}"/>
                </a:ext>
              </a:extLst>
            </p:cNvPr>
            <p:cNvGrpSpPr/>
            <p:nvPr/>
          </p:nvGrpSpPr>
          <p:grpSpPr>
            <a:xfrm>
              <a:off x="1527935" y="2812120"/>
              <a:ext cx="648000" cy="648000"/>
              <a:chOff x="510789" y="1353861"/>
              <a:chExt cx="648000" cy="648000"/>
            </a:xfrm>
          </p:grpSpPr>
          <p:sp>
            <p:nvSpPr>
              <p:cNvPr id="125" name="Oval 2">
                <a:extLst>
                  <a:ext uri="{FF2B5EF4-FFF2-40B4-BE49-F238E27FC236}">
                    <a16:creationId xmlns:a16="http://schemas.microsoft.com/office/drawing/2014/main" id="{5F10DA92-3D70-56C5-2856-5013042A33B5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6" name="Graphic 125" descr="Server with solid fill">
                <a:extLst>
                  <a:ext uri="{FF2B5EF4-FFF2-40B4-BE49-F238E27FC236}">
                    <a16:creationId xmlns:a16="http://schemas.microsoft.com/office/drawing/2014/main" id="{B7DC4788-F890-0A3D-65EA-1C94652690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27" name="Graphic 126" descr="Single gear outline">
              <a:extLst>
                <a:ext uri="{FF2B5EF4-FFF2-40B4-BE49-F238E27FC236}">
                  <a16:creationId xmlns:a16="http://schemas.microsoft.com/office/drawing/2014/main" id="{D883040A-B3A1-CEBD-D48C-DEE08EB23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968935" y="2766440"/>
              <a:ext cx="288000" cy="288000"/>
            </a:xfrm>
            <a:prstGeom prst="rect">
              <a:avLst/>
            </a:prstGeom>
          </p:spPr>
        </p:pic>
      </p:grpSp>
      <p:cxnSp>
        <p:nvCxnSpPr>
          <p:cNvPr id="129" name="Elbow Connector 69">
            <a:extLst>
              <a:ext uri="{FF2B5EF4-FFF2-40B4-BE49-F238E27FC236}">
                <a16:creationId xmlns:a16="http://schemas.microsoft.com/office/drawing/2014/main" id="{9C564FBA-D093-E421-907A-9A5AF1EBFB36}"/>
              </a:ext>
            </a:extLst>
          </p:cNvPr>
          <p:cNvCxnSpPr>
            <a:cxnSpLocks/>
            <a:stCxn id="134" idx="6"/>
            <a:endCxn id="119" idx="2"/>
          </p:cNvCxnSpPr>
          <p:nvPr/>
        </p:nvCxnSpPr>
        <p:spPr>
          <a:xfrm>
            <a:off x="2175935" y="1668461"/>
            <a:ext cx="5821697" cy="2063525"/>
          </a:xfrm>
          <a:prstGeom prst="bentConnector3">
            <a:avLst>
              <a:gd name="adj1" fmla="val 1825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Elbow Connector 69">
            <a:extLst>
              <a:ext uri="{FF2B5EF4-FFF2-40B4-BE49-F238E27FC236}">
                <a16:creationId xmlns:a16="http://schemas.microsoft.com/office/drawing/2014/main" id="{FF178A2D-510D-EE55-A526-680FCE843552}"/>
              </a:ext>
            </a:extLst>
          </p:cNvPr>
          <p:cNvCxnSpPr>
            <a:cxnSpLocks/>
            <a:stCxn id="125" idx="6"/>
            <a:endCxn id="119" idx="2"/>
          </p:cNvCxnSpPr>
          <p:nvPr/>
        </p:nvCxnSpPr>
        <p:spPr>
          <a:xfrm>
            <a:off x="2175935" y="3019384"/>
            <a:ext cx="5821697" cy="712602"/>
          </a:xfrm>
          <a:prstGeom prst="bentConnector3">
            <a:avLst>
              <a:gd name="adj1" fmla="val 11067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2704988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3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DMALM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134" idx="6"/>
            <a:endCxn id="24" idx="2"/>
          </p:cNvCxnSpPr>
          <p:nvPr/>
        </p:nvCxnSpPr>
        <p:spPr>
          <a:xfrm>
            <a:off x="2259064" y="1668461"/>
            <a:ext cx="6104501" cy="194375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4F686E8-EDD2-D1C6-8CDD-49ACFDF0DBFA}"/>
              </a:ext>
            </a:extLst>
          </p:cNvPr>
          <p:cNvGrpSpPr/>
          <p:nvPr/>
        </p:nvGrpSpPr>
        <p:grpSpPr>
          <a:xfrm>
            <a:off x="1397175" y="1302728"/>
            <a:ext cx="1044000" cy="931785"/>
            <a:chOff x="1314046" y="2217131"/>
            <a:chExt cx="1044000" cy="931785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E5B5498-D998-4564-D586-04BEED0E0297}"/>
                </a:ext>
              </a:extLst>
            </p:cNvPr>
            <p:cNvSpPr txBox="1"/>
            <p:nvPr/>
          </p:nvSpPr>
          <p:spPr>
            <a:xfrm>
              <a:off x="1314046" y="2918084"/>
              <a:ext cx="104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err="1"/>
                <a:t>Sintra</a:t>
              </a:r>
              <a:r>
                <a:rPr lang="en-US" sz="900" dirty="0"/>
                <a:t> /Partenón</a:t>
              </a: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37218299-A22D-5297-2FD7-F48DCD5CCD86}"/>
                </a:ext>
              </a:extLst>
            </p:cNvPr>
            <p:cNvGrpSpPr/>
            <p:nvPr/>
          </p:nvGrpSpPr>
          <p:grpSpPr>
            <a:xfrm>
              <a:off x="1527935" y="2258864"/>
              <a:ext cx="648000" cy="648000"/>
              <a:chOff x="510789" y="1353861"/>
              <a:chExt cx="648000" cy="648000"/>
            </a:xfrm>
          </p:grpSpPr>
          <p:sp>
            <p:nvSpPr>
              <p:cNvPr id="134" name="Oval 2">
                <a:extLst>
                  <a:ext uri="{FF2B5EF4-FFF2-40B4-BE49-F238E27FC236}">
                    <a16:creationId xmlns:a16="http://schemas.microsoft.com/office/drawing/2014/main" id="{D243C843-3449-6442-18E6-9CE89F478B54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35" name="Graphic 134" descr="Server with solid fill">
                <a:extLst>
                  <a:ext uri="{FF2B5EF4-FFF2-40B4-BE49-F238E27FC236}">
                    <a16:creationId xmlns:a16="http://schemas.microsoft.com/office/drawing/2014/main" id="{7FAF07F6-13D5-D116-9BCE-929C34FD97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4" name="Graphic 153" descr="Single gear outline">
              <a:extLst>
                <a:ext uri="{FF2B5EF4-FFF2-40B4-BE49-F238E27FC236}">
                  <a16:creationId xmlns:a16="http://schemas.microsoft.com/office/drawing/2014/main" id="{B49E83CF-918B-BEE6-542B-08DB2584D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968935" y="2217131"/>
              <a:ext cx="288000" cy="288000"/>
            </a:xfrm>
            <a:prstGeom prst="rect">
              <a:avLst/>
            </a:prstGeom>
          </p:spPr>
        </p:pic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AFDC50D3-7C79-7398-0BE5-254C9B7D115F}"/>
              </a:ext>
            </a:extLst>
          </p:cNvPr>
          <p:cNvGrpSpPr/>
          <p:nvPr/>
        </p:nvGrpSpPr>
        <p:grpSpPr>
          <a:xfrm>
            <a:off x="1587959" y="5232123"/>
            <a:ext cx="727410" cy="926288"/>
            <a:chOff x="1550693" y="4881599"/>
            <a:chExt cx="727410" cy="92628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F65BAAE-76DC-7E1C-6757-BB3D260B002F}"/>
                </a:ext>
              </a:extLst>
            </p:cNvPr>
            <p:cNvSpPr txBox="1"/>
            <p:nvPr/>
          </p:nvSpPr>
          <p:spPr>
            <a:xfrm>
              <a:off x="1604693" y="5577055"/>
              <a:ext cx="54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MIS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8DE1E7B-53B5-A402-3827-CC5C664D8027}"/>
                </a:ext>
              </a:extLst>
            </p:cNvPr>
            <p:cNvGrpSpPr/>
            <p:nvPr/>
          </p:nvGrpSpPr>
          <p:grpSpPr>
            <a:xfrm>
              <a:off x="1550693" y="4906575"/>
              <a:ext cx="648000" cy="648000"/>
              <a:chOff x="455122" y="4977513"/>
              <a:chExt cx="648000" cy="6480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BAF9D583-9F8B-BB5A-68F4-FCE399A3A76C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1" name="Graphic 60" descr="Database with solid fill">
                <a:extLst>
                  <a:ext uri="{FF2B5EF4-FFF2-40B4-BE49-F238E27FC236}">
                    <a16:creationId xmlns:a16="http://schemas.microsoft.com/office/drawing/2014/main" id="{731B2746-6554-F184-4654-9B2BF48BC2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62" name="Graphic 61" descr="Single gear outline">
              <a:extLst>
                <a:ext uri="{FF2B5EF4-FFF2-40B4-BE49-F238E27FC236}">
                  <a16:creationId xmlns:a16="http://schemas.microsoft.com/office/drawing/2014/main" id="{2850892F-6C8C-6E34-2E47-44D1A7231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990103" y="4881599"/>
              <a:ext cx="288000" cy="288000"/>
            </a:xfrm>
            <a:prstGeom prst="rect">
              <a:avLst/>
            </a:prstGeom>
          </p:spPr>
        </p:pic>
      </p:grp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49375212-8B46-A946-7C75-E0EB30720638}"/>
              </a:ext>
            </a:extLst>
          </p:cNvPr>
          <p:cNvCxnSpPr>
            <a:cxnSpLocks/>
            <a:stCxn id="59" idx="6"/>
            <a:endCxn id="24" idx="2"/>
          </p:cNvCxnSpPr>
          <p:nvPr/>
        </p:nvCxnSpPr>
        <p:spPr>
          <a:xfrm flipV="1">
            <a:off x="2235959" y="3612213"/>
            <a:ext cx="6127606" cy="196888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1C7CB00-5904-A1A7-6D20-08D27031DE7E}"/>
              </a:ext>
            </a:extLst>
          </p:cNvPr>
          <p:cNvGrpSpPr/>
          <p:nvPr/>
        </p:nvGrpSpPr>
        <p:grpSpPr>
          <a:xfrm>
            <a:off x="1611064" y="2649704"/>
            <a:ext cx="729000" cy="946993"/>
            <a:chOff x="1527935" y="2766440"/>
            <a:chExt cx="729000" cy="946993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49F631C4-7190-E8EC-C2EA-C934EA69B074}"/>
                </a:ext>
              </a:extLst>
            </p:cNvPr>
            <p:cNvSpPr txBox="1"/>
            <p:nvPr/>
          </p:nvSpPr>
          <p:spPr>
            <a:xfrm>
              <a:off x="1548047" y="3482601"/>
              <a:ext cx="57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SIGOM</a:t>
              </a: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2BF4F483-1895-E4AC-669F-9B9C538D1BC1}"/>
                </a:ext>
              </a:extLst>
            </p:cNvPr>
            <p:cNvGrpSpPr/>
            <p:nvPr/>
          </p:nvGrpSpPr>
          <p:grpSpPr>
            <a:xfrm>
              <a:off x="1527935" y="2812120"/>
              <a:ext cx="648000" cy="648000"/>
              <a:chOff x="510789" y="1353861"/>
              <a:chExt cx="648000" cy="648000"/>
            </a:xfrm>
          </p:grpSpPr>
          <p:sp>
            <p:nvSpPr>
              <p:cNvPr id="125" name="Oval 2">
                <a:extLst>
                  <a:ext uri="{FF2B5EF4-FFF2-40B4-BE49-F238E27FC236}">
                    <a16:creationId xmlns:a16="http://schemas.microsoft.com/office/drawing/2014/main" id="{5F10DA92-3D70-56C5-2856-5013042A33B5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6" name="Graphic 125" descr="Server with solid fill">
                <a:extLst>
                  <a:ext uri="{FF2B5EF4-FFF2-40B4-BE49-F238E27FC236}">
                    <a16:creationId xmlns:a16="http://schemas.microsoft.com/office/drawing/2014/main" id="{B7DC4788-F890-0A3D-65EA-1C94652690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27" name="Graphic 126" descr="Single gear outline">
              <a:extLst>
                <a:ext uri="{FF2B5EF4-FFF2-40B4-BE49-F238E27FC236}">
                  <a16:creationId xmlns:a16="http://schemas.microsoft.com/office/drawing/2014/main" id="{D883040A-B3A1-CEBD-D48C-DEE08EB23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968935" y="2766440"/>
              <a:ext cx="288000" cy="288000"/>
            </a:xfrm>
            <a:prstGeom prst="rect">
              <a:avLst/>
            </a:prstGeom>
          </p:spPr>
        </p:pic>
      </p:grpSp>
      <p:cxnSp>
        <p:nvCxnSpPr>
          <p:cNvPr id="133" name="Elbow Connector 69">
            <a:extLst>
              <a:ext uri="{FF2B5EF4-FFF2-40B4-BE49-F238E27FC236}">
                <a16:creationId xmlns:a16="http://schemas.microsoft.com/office/drawing/2014/main" id="{FF178A2D-510D-EE55-A526-680FCE843552}"/>
              </a:ext>
            </a:extLst>
          </p:cNvPr>
          <p:cNvCxnSpPr>
            <a:cxnSpLocks/>
            <a:stCxn id="125" idx="6"/>
            <a:endCxn id="24" idx="2"/>
          </p:cNvCxnSpPr>
          <p:nvPr/>
        </p:nvCxnSpPr>
        <p:spPr>
          <a:xfrm>
            <a:off x="2259064" y="3019384"/>
            <a:ext cx="6104501" cy="59282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1AD9CD5F-B492-162E-B314-81BAE6E4121A}"/>
              </a:ext>
            </a:extLst>
          </p:cNvPr>
          <p:cNvGrpSpPr/>
          <p:nvPr/>
        </p:nvGrpSpPr>
        <p:grpSpPr>
          <a:xfrm>
            <a:off x="1587959" y="3903621"/>
            <a:ext cx="675260" cy="967089"/>
            <a:chOff x="5042481" y="1353861"/>
            <a:chExt cx="675260" cy="96708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F9AEB1E-01CB-1DC5-37FE-6CCF7705D414}"/>
                </a:ext>
              </a:extLst>
            </p:cNvPr>
            <p:cNvSpPr txBox="1"/>
            <p:nvPr/>
          </p:nvSpPr>
          <p:spPr>
            <a:xfrm>
              <a:off x="5069741" y="2090118"/>
              <a:ext cx="64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MUREX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33A2860-6984-95FE-6217-911558734D14}"/>
                </a:ext>
              </a:extLst>
            </p:cNvPr>
            <p:cNvGrpSpPr/>
            <p:nvPr/>
          </p:nvGrpSpPr>
          <p:grpSpPr>
            <a:xfrm>
              <a:off x="5042481" y="1353861"/>
              <a:ext cx="648000" cy="648000"/>
              <a:chOff x="1498452" y="4969551"/>
              <a:chExt cx="648000" cy="648000"/>
            </a:xfrm>
          </p:grpSpPr>
          <p:sp>
            <p:nvSpPr>
              <p:cNvPr id="5" name="Oval 2">
                <a:extLst>
                  <a:ext uri="{FF2B5EF4-FFF2-40B4-BE49-F238E27FC236}">
                    <a16:creationId xmlns:a16="http://schemas.microsoft.com/office/drawing/2014/main" id="{61E1C7E5-18D1-ED28-A051-C57DDC0E2EBC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" name="Graphic 5" descr="Server with solid fill">
                <a:extLst>
                  <a:ext uri="{FF2B5EF4-FFF2-40B4-BE49-F238E27FC236}">
                    <a16:creationId xmlns:a16="http://schemas.microsoft.com/office/drawing/2014/main" id="{65CA0FB9-3397-7BDE-CCFF-0432D0DB5E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97E55F8-CFD6-AAF3-F5AC-8730C5FF27AD}"/>
              </a:ext>
            </a:extLst>
          </p:cNvPr>
          <p:cNvGrpSpPr/>
          <p:nvPr/>
        </p:nvGrpSpPr>
        <p:grpSpPr>
          <a:xfrm>
            <a:off x="8346642" y="3193028"/>
            <a:ext cx="772923" cy="1034593"/>
            <a:chOff x="8424327" y="2488901"/>
            <a:chExt cx="772923" cy="103459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DD4F84B-F3CC-833C-E42A-DB3221FC1198}"/>
                </a:ext>
              </a:extLst>
            </p:cNvPr>
            <p:cNvSpPr txBox="1"/>
            <p:nvPr/>
          </p:nvSpPr>
          <p:spPr>
            <a:xfrm>
              <a:off x="8432064" y="3292662"/>
              <a:ext cx="72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ALM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86D33F9-4ED1-492E-0FE6-11B44310DBE9}"/>
                </a:ext>
              </a:extLst>
            </p:cNvPr>
            <p:cNvGrpSpPr/>
            <p:nvPr/>
          </p:nvGrpSpPr>
          <p:grpSpPr>
            <a:xfrm>
              <a:off x="8441250" y="2584086"/>
              <a:ext cx="648000" cy="648000"/>
              <a:chOff x="455122" y="4977513"/>
              <a:chExt cx="648000" cy="648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A7BC7F3-238E-2DB1-D9AD-204B5D2A9DAA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6" name="Graphic 25" descr="Database with solid fill">
                <a:extLst>
                  <a:ext uri="{FF2B5EF4-FFF2-40B4-BE49-F238E27FC236}">
                    <a16:creationId xmlns:a16="http://schemas.microsoft.com/office/drawing/2014/main" id="{5ECB6409-38DA-B052-1A21-CB8FD37FD9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0" name="Graphic 9" descr="Single gear outline">
              <a:extLst>
                <a:ext uri="{FF2B5EF4-FFF2-40B4-BE49-F238E27FC236}">
                  <a16:creationId xmlns:a16="http://schemas.microsoft.com/office/drawing/2014/main" id="{45DFE9D3-BD56-F8EF-2B7A-EDF368F94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909250" y="2488901"/>
              <a:ext cx="288000" cy="288000"/>
            </a:xfrm>
            <a:prstGeom prst="rect">
              <a:avLst/>
            </a:prstGeom>
          </p:spPr>
        </p:pic>
        <p:pic>
          <p:nvPicPr>
            <p:cNvPr id="18" name="Imagen 18">
              <a:extLst>
                <a:ext uri="{FF2B5EF4-FFF2-40B4-BE49-F238E27FC236}">
                  <a16:creationId xmlns:a16="http://schemas.microsoft.com/office/drawing/2014/main" id="{21A28C15-6206-13C8-5DE0-0DB74AB84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4327" y="2494696"/>
              <a:ext cx="241169" cy="241169"/>
            </a:xfrm>
            <a:prstGeom prst="rect">
              <a:avLst/>
            </a:prstGeom>
          </p:spPr>
        </p:pic>
      </p:grpSp>
      <p:cxnSp>
        <p:nvCxnSpPr>
          <p:cNvPr id="27" name="Elbow Connector 69">
            <a:extLst>
              <a:ext uri="{FF2B5EF4-FFF2-40B4-BE49-F238E27FC236}">
                <a16:creationId xmlns:a16="http://schemas.microsoft.com/office/drawing/2014/main" id="{C383D232-5004-5A13-8D7D-A8A443FBDA23}"/>
              </a:ext>
            </a:extLst>
          </p:cNvPr>
          <p:cNvCxnSpPr>
            <a:cxnSpLocks/>
            <a:stCxn id="5" idx="6"/>
            <a:endCxn id="24" idx="2"/>
          </p:cNvCxnSpPr>
          <p:nvPr/>
        </p:nvCxnSpPr>
        <p:spPr>
          <a:xfrm flipV="1">
            <a:off x="2235959" y="3612213"/>
            <a:ext cx="6127606" cy="61540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B3C6DC6-6BD5-2455-0F4F-6BD54C4A3B43}"/>
              </a:ext>
            </a:extLst>
          </p:cNvPr>
          <p:cNvGrpSpPr/>
          <p:nvPr/>
        </p:nvGrpSpPr>
        <p:grpSpPr>
          <a:xfrm>
            <a:off x="8246379" y="1776079"/>
            <a:ext cx="936000" cy="915970"/>
            <a:chOff x="1495099" y="5044535"/>
            <a:chExt cx="936000" cy="915970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57C8F7B-E01E-D5A2-7095-2AEAC9B2091D}"/>
                </a:ext>
              </a:extLst>
            </p:cNvPr>
            <p:cNvSpPr txBox="1"/>
            <p:nvPr/>
          </p:nvSpPr>
          <p:spPr>
            <a:xfrm>
              <a:off x="1495099" y="5729673"/>
              <a:ext cx="93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BANCWARE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CA3FA94-64F0-E017-A90E-8398B8821CA4}"/>
                </a:ext>
              </a:extLst>
            </p:cNvPr>
            <p:cNvGrpSpPr/>
            <p:nvPr/>
          </p:nvGrpSpPr>
          <p:grpSpPr>
            <a:xfrm>
              <a:off x="1643712" y="5044535"/>
              <a:ext cx="648000" cy="648000"/>
              <a:chOff x="455122" y="3851392"/>
              <a:chExt cx="648000" cy="648000"/>
            </a:xfrm>
          </p:grpSpPr>
          <p:sp>
            <p:nvSpPr>
              <p:cNvPr id="43" name="Oval 2">
                <a:extLst>
                  <a:ext uri="{FF2B5EF4-FFF2-40B4-BE49-F238E27FC236}">
                    <a16:creationId xmlns:a16="http://schemas.microsoft.com/office/drawing/2014/main" id="{79DEB19F-FC5A-163B-71BF-A7BBEDD09955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44" name="Grupo 14">
                <a:extLst>
                  <a:ext uri="{FF2B5EF4-FFF2-40B4-BE49-F238E27FC236}">
                    <a16:creationId xmlns:a16="http://schemas.microsoft.com/office/drawing/2014/main" id="{0671D6C4-22F5-6C14-0239-563A811BAE15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45" name="Freeform 52">
                  <a:extLst>
                    <a:ext uri="{FF2B5EF4-FFF2-40B4-BE49-F238E27FC236}">
                      <a16:creationId xmlns:a16="http://schemas.microsoft.com/office/drawing/2014/main" id="{E573D7ED-3127-21CA-AF99-B8DF62688F0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46" name="Freeform 53">
                  <a:extLst>
                    <a:ext uri="{FF2B5EF4-FFF2-40B4-BE49-F238E27FC236}">
                      <a16:creationId xmlns:a16="http://schemas.microsoft.com/office/drawing/2014/main" id="{767F94A3-FEB7-096A-8E68-D2A1EDF386C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47" name="Freeform 54">
                  <a:extLst>
                    <a:ext uri="{FF2B5EF4-FFF2-40B4-BE49-F238E27FC236}">
                      <a16:creationId xmlns:a16="http://schemas.microsoft.com/office/drawing/2014/main" id="{F040A10B-C437-65D2-1527-D5B67673A7E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48" name="Freeform 55">
                  <a:extLst>
                    <a:ext uri="{FF2B5EF4-FFF2-40B4-BE49-F238E27FC236}">
                      <a16:creationId xmlns:a16="http://schemas.microsoft.com/office/drawing/2014/main" id="{B92C6886-0F2D-0327-7D63-38DEA682B6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49" name="Freeform 56">
                  <a:extLst>
                    <a:ext uri="{FF2B5EF4-FFF2-40B4-BE49-F238E27FC236}">
                      <a16:creationId xmlns:a16="http://schemas.microsoft.com/office/drawing/2014/main" id="{20586697-6697-6DD1-9E65-D10970A75B6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50" name="Freeform 57">
                  <a:extLst>
                    <a:ext uri="{FF2B5EF4-FFF2-40B4-BE49-F238E27FC236}">
                      <a16:creationId xmlns:a16="http://schemas.microsoft.com/office/drawing/2014/main" id="{BE430DD0-68F5-6F29-D54C-0FE7C437AA1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cxnSp>
        <p:nvCxnSpPr>
          <p:cNvPr id="51" name="Elbow Connector 69">
            <a:extLst>
              <a:ext uri="{FF2B5EF4-FFF2-40B4-BE49-F238E27FC236}">
                <a16:creationId xmlns:a16="http://schemas.microsoft.com/office/drawing/2014/main" id="{14D34697-F67B-0496-D043-DF6C9CE484F6}"/>
              </a:ext>
            </a:extLst>
          </p:cNvPr>
          <p:cNvCxnSpPr>
            <a:cxnSpLocks/>
            <a:stCxn id="24" idx="6"/>
            <a:endCxn id="43" idx="6"/>
          </p:cNvCxnSpPr>
          <p:nvPr/>
        </p:nvCxnSpPr>
        <p:spPr>
          <a:xfrm flipV="1">
            <a:off x="9011565" y="2100079"/>
            <a:ext cx="31427" cy="1512134"/>
          </a:xfrm>
          <a:prstGeom prst="bentConnector3">
            <a:avLst>
              <a:gd name="adj1" fmla="val 8274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Elbow Connector 69">
            <a:extLst>
              <a:ext uri="{FF2B5EF4-FFF2-40B4-BE49-F238E27FC236}">
                <a16:creationId xmlns:a16="http://schemas.microsoft.com/office/drawing/2014/main" id="{F5F4B327-01AE-BEC1-9F6C-A7292D02DF09}"/>
              </a:ext>
            </a:extLst>
          </p:cNvPr>
          <p:cNvCxnSpPr>
            <a:cxnSpLocks/>
            <a:stCxn id="43" idx="2"/>
            <a:endCxn id="24" idx="2"/>
          </p:cNvCxnSpPr>
          <p:nvPr/>
        </p:nvCxnSpPr>
        <p:spPr>
          <a:xfrm rot="10800000" flipV="1">
            <a:off x="8363566" y="2100079"/>
            <a:ext cx="31427" cy="1512134"/>
          </a:xfrm>
          <a:prstGeom prst="bentConnector3">
            <a:avLst>
              <a:gd name="adj1" fmla="val 8274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9580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24" y="626520"/>
            <a:ext cx="5892021" cy="2853398"/>
          </a:xfrm>
        </p:spPr>
        <p:txBody>
          <a:bodyPr/>
          <a:lstStyle/>
          <a:p>
            <a:r>
              <a:rPr lang="pt-PT" dirty="0"/>
              <a:t>Fluxos </a:t>
            </a:r>
            <a:r>
              <a:rPr lang="pt-PT" dirty="0" smtClean="0"/>
              <a:t>Primários</a:t>
            </a:r>
            <a:br>
              <a:rPr lang="pt-PT" dirty="0" smtClean="0"/>
            </a:br>
            <a:endParaRPr lang="pt-P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 smtClean="0"/>
              <a:t>04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74020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0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Métricas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Colaterais</a:t>
            </a:r>
            <a:endParaRPr lang="es-ES" sz="1600" dirty="0">
              <a:solidFill>
                <a:srgbClr val="FF0000"/>
              </a:solidFill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6083061" y="1288245"/>
            <a:ext cx="864000" cy="954291"/>
            <a:chOff x="560492" y="1770047"/>
            <a:chExt cx="864000" cy="954291"/>
          </a:xfrm>
        </p:grpSpPr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663730" y="1823026"/>
              <a:ext cx="648000" cy="648000"/>
              <a:chOff x="455122" y="4977513"/>
              <a:chExt cx="648000" cy="648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68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560492" y="2493506"/>
              <a:ext cx="86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CAPTOOLS</a:t>
              </a:r>
            </a:p>
          </p:txBody>
        </p:sp>
        <p:pic>
          <p:nvPicPr>
            <p:cNvPr id="170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6378" y="1770047"/>
              <a:ext cx="241169" cy="241169"/>
            </a:xfrm>
            <a:prstGeom prst="rect">
              <a:avLst/>
            </a:prstGeom>
          </p:spPr>
        </p:pic>
        <p:pic>
          <p:nvPicPr>
            <p:cNvPr id="171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14788" y="1770047"/>
              <a:ext cx="288000" cy="288000"/>
            </a:xfrm>
            <a:prstGeom prst="rect">
              <a:avLst/>
            </a:prstGeom>
          </p:spPr>
        </p:pic>
      </p:grpSp>
      <p:grpSp>
        <p:nvGrpSpPr>
          <p:cNvPr id="182" name="Group 181"/>
          <p:cNvGrpSpPr/>
          <p:nvPr/>
        </p:nvGrpSpPr>
        <p:grpSpPr>
          <a:xfrm>
            <a:off x="8329923" y="1288245"/>
            <a:ext cx="864000" cy="954291"/>
            <a:chOff x="560492" y="1770047"/>
            <a:chExt cx="864000" cy="954291"/>
          </a:xfrm>
        </p:grpSpPr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663730" y="1823026"/>
              <a:ext cx="648000" cy="648000"/>
              <a:chOff x="455122" y="4977513"/>
              <a:chExt cx="648000" cy="648000"/>
            </a:xfrm>
          </p:grpSpPr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88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560492" y="2493506"/>
              <a:ext cx="86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smtClean="0"/>
                <a:t>GARANTIAS</a:t>
              </a:r>
              <a:endParaRPr lang="en-US" sz="900" dirty="0"/>
            </a:p>
          </p:txBody>
        </p:sp>
        <p:pic>
          <p:nvPicPr>
            <p:cNvPr id="185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6378" y="1770047"/>
              <a:ext cx="241169" cy="241169"/>
            </a:xfrm>
            <a:prstGeom prst="rect">
              <a:avLst/>
            </a:prstGeom>
          </p:spPr>
        </p:pic>
        <p:pic>
          <p:nvPicPr>
            <p:cNvPr id="186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14788" y="1770047"/>
              <a:ext cx="288000" cy="288000"/>
            </a:xfrm>
            <a:prstGeom prst="rect">
              <a:avLst/>
            </a:prstGeom>
          </p:spPr>
        </p:pic>
      </p:grpSp>
      <p:grpSp>
        <p:nvGrpSpPr>
          <p:cNvPr id="189" name="Group 188"/>
          <p:cNvGrpSpPr/>
          <p:nvPr/>
        </p:nvGrpSpPr>
        <p:grpSpPr>
          <a:xfrm>
            <a:off x="6087816" y="2906152"/>
            <a:ext cx="864000" cy="954291"/>
            <a:chOff x="560492" y="1770047"/>
            <a:chExt cx="864000" cy="954291"/>
          </a:xfrm>
        </p:grpSpPr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663730" y="1823026"/>
              <a:ext cx="648000" cy="648000"/>
              <a:chOff x="455122" y="4977513"/>
              <a:chExt cx="648000" cy="648000"/>
            </a:xfrm>
          </p:grpSpPr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95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560492" y="2493506"/>
              <a:ext cx="864000" cy="2308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 dirty="0" smtClean="0"/>
                <a:t>ESTRUTURAIS</a:t>
              </a:r>
              <a:endParaRPr lang="en-US" sz="900" dirty="0"/>
            </a:p>
          </p:txBody>
        </p:sp>
        <p:pic>
          <p:nvPicPr>
            <p:cNvPr id="192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6378" y="1770047"/>
              <a:ext cx="241169" cy="241169"/>
            </a:xfrm>
            <a:prstGeom prst="rect">
              <a:avLst/>
            </a:prstGeom>
          </p:spPr>
        </p:pic>
        <p:pic>
          <p:nvPicPr>
            <p:cNvPr id="193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14788" y="1770047"/>
              <a:ext cx="288000" cy="288000"/>
            </a:xfrm>
            <a:prstGeom prst="rect">
              <a:avLst/>
            </a:prstGeom>
          </p:spPr>
        </p:pic>
      </p:grpSp>
      <p:cxnSp>
        <p:nvCxnSpPr>
          <p:cNvPr id="19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167" idx="6"/>
            <a:endCxn id="36" idx="1"/>
          </p:cNvCxnSpPr>
          <p:nvPr/>
        </p:nvCxnSpPr>
        <p:spPr>
          <a:xfrm>
            <a:off x="6834299" y="1665224"/>
            <a:ext cx="4164768" cy="1504647"/>
          </a:xfrm>
          <a:prstGeom prst="bentConnector3">
            <a:avLst>
              <a:gd name="adj1" fmla="val 2804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187" idx="6"/>
            <a:endCxn id="36" idx="1"/>
          </p:cNvCxnSpPr>
          <p:nvPr/>
        </p:nvCxnSpPr>
        <p:spPr>
          <a:xfrm>
            <a:off x="9081161" y="1665224"/>
            <a:ext cx="1917906" cy="1504647"/>
          </a:xfrm>
          <a:prstGeom prst="bentConnector3">
            <a:avLst>
              <a:gd name="adj1" fmla="val 7048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194" idx="6"/>
            <a:endCxn id="36" idx="1"/>
          </p:cNvCxnSpPr>
          <p:nvPr/>
        </p:nvCxnSpPr>
        <p:spPr>
          <a:xfrm flipV="1">
            <a:off x="6839054" y="3169871"/>
            <a:ext cx="4160013" cy="11326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10C464CC-F2F1-ABB8-F4F2-C2AC0D25866A}"/>
              </a:ext>
            </a:extLst>
          </p:cNvPr>
          <p:cNvSpPr txBox="1"/>
          <p:nvPr/>
        </p:nvSpPr>
        <p:spPr>
          <a:xfrm>
            <a:off x="8344369" y="3858330"/>
            <a:ext cx="75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000" dirty="0"/>
          </a:p>
        </p:txBody>
      </p:sp>
      <p:sp>
        <p:nvSpPr>
          <p:cNvPr id="225" name="Rectangle 224"/>
          <p:cNvSpPr/>
          <p:nvPr/>
        </p:nvSpPr>
        <p:spPr>
          <a:xfrm>
            <a:off x="10952301" y="3492016"/>
            <a:ext cx="89509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1050" dirty="0" smtClean="0"/>
              <a:t>Métricas de Colaterais</a:t>
            </a:r>
            <a:endParaRPr lang="pt-PT" sz="1050" dirty="0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0381" y="2175383"/>
            <a:ext cx="22317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/>
              <a:t>Modelação </a:t>
            </a:r>
            <a:r>
              <a:rPr lang="pt-PT" sz="1000" dirty="0"/>
              <a:t>das </a:t>
            </a:r>
            <a:r>
              <a:rPr lang="pt-PT" sz="1000" dirty="0" smtClean="0"/>
              <a:t>tabelas:</a:t>
            </a:r>
            <a:endParaRPr lang="pt-PT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 smtClean="0"/>
              <a:t>cd_captools.fr003_colaterais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 smtClean="0"/>
              <a:t>cd_captools.fr801_tip_garan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 err="1"/>
              <a:t>cd_captools.kt_chaves_finrep</a:t>
            </a:r>
            <a:endParaRPr lang="pt-PT" sz="10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243" y="2167437"/>
            <a:ext cx="22317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/>
              <a:t>Modelação </a:t>
            </a:r>
            <a:r>
              <a:rPr lang="pt-PT" sz="1000" dirty="0"/>
              <a:t>das </a:t>
            </a:r>
            <a:r>
              <a:rPr lang="pt-PT" sz="1000" dirty="0" smtClean="0"/>
              <a:t>tabelas:</a:t>
            </a:r>
            <a:endParaRPr lang="pt-PT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 smtClean="0"/>
              <a:t>cd_garantias.gt018_rateio_aval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/>
              <a:t>cd_garantias.gt009_bens_imov</a:t>
            </a:r>
            <a:endParaRPr lang="en-US" sz="1000" dirty="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5136" y="3802386"/>
            <a:ext cx="2231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/>
              <a:t>Modelação </a:t>
            </a:r>
            <a:r>
              <a:rPr lang="pt-PT" sz="1000" dirty="0"/>
              <a:t>das </a:t>
            </a:r>
            <a:r>
              <a:rPr lang="pt-PT" sz="1000" dirty="0" smtClean="0"/>
              <a:t>tabelas:</a:t>
            </a:r>
            <a:endParaRPr lang="pt-PT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/>
              <a:t>cd_estruturais.tat91_tabelas</a:t>
            </a:r>
            <a:endParaRPr lang="en-US" sz="1000" dirty="0"/>
          </a:p>
        </p:txBody>
      </p:sp>
      <p:pic>
        <p:nvPicPr>
          <p:cNvPr id="36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9067" y="2845871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426797" y="2791299"/>
            <a:ext cx="288000" cy="28800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4E841A38-F8B3-4DB4-BD88-8636ACD279E6}"/>
              </a:ext>
            </a:extLst>
          </p:cNvPr>
          <p:cNvSpPr/>
          <p:nvPr/>
        </p:nvSpPr>
        <p:spPr>
          <a:xfrm>
            <a:off x="486704" y="4249900"/>
            <a:ext cx="10146650" cy="2011004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39" name="Straight Connector 38"/>
          <p:cNvCxnSpPr>
            <a:cxnSpLocks/>
          </p:cNvCxnSpPr>
          <p:nvPr/>
        </p:nvCxnSpPr>
        <p:spPr>
          <a:xfrm>
            <a:off x="10685404" y="1133126"/>
            <a:ext cx="19276" cy="5220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F1C74DC9-BE02-4461-AB40-8D4BAF4C72FA}"/>
              </a:ext>
            </a:extLst>
          </p:cNvPr>
          <p:cNvSpPr/>
          <p:nvPr/>
        </p:nvSpPr>
        <p:spPr>
          <a:xfrm>
            <a:off x="486706" y="1198823"/>
            <a:ext cx="5281872" cy="3003097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5842430" y="1195752"/>
            <a:ext cx="4790925" cy="3006744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3464578" y="1198825"/>
            <a:ext cx="230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 smtClean="0"/>
              <a:t>Processo</a:t>
            </a:r>
            <a:r>
              <a:rPr lang="en-US" sz="1000" dirty="0" smtClean="0"/>
              <a:t> Manual</a:t>
            </a:r>
            <a:endParaRPr lang="en-US" sz="1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488" y="1198825"/>
            <a:ext cx="1366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 smtClean="0"/>
              <a:t>Modelação</a:t>
            </a:r>
            <a:r>
              <a:rPr lang="en-US" sz="1000" dirty="0" smtClean="0"/>
              <a:t> de dados</a:t>
            </a:r>
            <a:endParaRPr lang="en-US" sz="1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8354766" y="4218317"/>
            <a:ext cx="230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smtClean="0"/>
              <a:t>Inputs </a:t>
            </a:r>
            <a:r>
              <a:rPr lang="en-US" sz="1000" dirty="0" err="1" smtClean="0"/>
              <a:t>corporativos</a:t>
            </a:r>
            <a:endParaRPr lang="en-US" sz="10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6007" y="1198825"/>
            <a:ext cx="6544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smtClean="0"/>
              <a:t>Outputs</a:t>
            </a:r>
            <a:endParaRPr lang="en-US" sz="1000" dirty="0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970823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0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 smtClean="0">
                <a:solidFill>
                  <a:srgbClr val="FF0000"/>
                </a:solidFill>
              </a:rPr>
              <a:t>Fluxo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Métricas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Contrato</a:t>
            </a:r>
            <a:r>
              <a:rPr lang="en-US" sz="2000" dirty="0" smtClean="0">
                <a:solidFill>
                  <a:srgbClr val="FF0000"/>
                </a:solidFill>
              </a:rPr>
              <a:t> e </a:t>
            </a:r>
            <a:r>
              <a:rPr lang="en-US" sz="2000" dirty="0" err="1" smtClean="0">
                <a:solidFill>
                  <a:srgbClr val="FF0000"/>
                </a:solidFill>
              </a:rPr>
              <a:t>cliente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19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167" idx="6"/>
            <a:endCxn id="53" idx="1"/>
          </p:cNvCxnSpPr>
          <p:nvPr/>
        </p:nvCxnSpPr>
        <p:spPr>
          <a:xfrm>
            <a:off x="6892943" y="1632820"/>
            <a:ext cx="4099799" cy="1694265"/>
          </a:xfrm>
          <a:prstGeom prst="bentConnector3">
            <a:avLst>
              <a:gd name="adj1" fmla="val 88825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194" idx="6"/>
            <a:endCxn id="53" idx="1"/>
          </p:cNvCxnSpPr>
          <p:nvPr/>
        </p:nvCxnSpPr>
        <p:spPr>
          <a:xfrm flipV="1">
            <a:off x="9214861" y="3327085"/>
            <a:ext cx="1777881" cy="80979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10C464CC-F2F1-ABB8-F4F2-C2AC0D25866A}"/>
              </a:ext>
            </a:extLst>
          </p:cNvPr>
          <p:cNvSpPr txBox="1"/>
          <p:nvPr/>
        </p:nvSpPr>
        <p:spPr>
          <a:xfrm>
            <a:off x="5717206" y="3651085"/>
            <a:ext cx="75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000" dirty="0"/>
          </a:p>
        </p:txBody>
      </p:sp>
      <p:sp>
        <p:nvSpPr>
          <p:cNvPr id="225" name="Rectangle 224"/>
          <p:cNvSpPr/>
          <p:nvPr/>
        </p:nvSpPr>
        <p:spPr>
          <a:xfrm>
            <a:off x="10712499" y="3651085"/>
            <a:ext cx="1208486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1050" dirty="0" smtClean="0"/>
              <a:t>Métricas contrato e cliente</a:t>
            </a:r>
            <a:endParaRPr lang="pt-PT" sz="1050" dirty="0"/>
          </a:p>
        </p:txBody>
      </p:sp>
      <p:grpSp>
        <p:nvGrpSpPr>
          <p:cNvPr id="26" name="Group 25"/>
          <p:cNvGrpSpPr/>
          <p:nvPr/>
        </p:nvGrpSpPr>
        <p:grpSpPr>
          <a:xfrm>
            <a:off x="5849025" y="1255841"/>
            <a:ext cx="2305490" cy="2518354"/>
            <a:chOff x="3931227" y="1186937"/>
            <a:chExt cx="2305490" cy="2518354"/>
          </a:xfrm>
        </p:grpSpPr>
        <p:grpSp>
          <p:nvGrpSpPr>
            <p:cNvPr id="44" name="Group 43"/>
            <p:cNvGrpSpPr/>
            <p:nvPr/>
          </p:nvGrpSpPr>
          <p:grpSpPr>
            <a:xfrm>
              <a:off x="4223907" y="1186937"/>
              <a:ext cx="864000" cy="954291"/>
              <a:chOff x="560492" y="1770047"/>
              <a:chExt cx="864000" cy="954291"/>
            </a:xfrm>
          </p:grpSpPr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id="{75A1838B-B301-0466-8FBE-6AA51216D45E}"/>
                  </a:ext>
                </a:extLst>
              </p:cNvPr>
              <p:cNvGrpSpPr/>
              <p:nvPr/>
            </p:nvGrpSpPr>
            <p:grpSpPr>
              <a:xfrm>
                <a:off x="663730" y="1823026"/>
                <a:ext cx="648000" cy="648000"/>
                <a:chOff x="455122" y="4977513"/>
                <a:chExt cx="648000" cy="648000"/>
              </a:xfrm>
            </p:grpSpPr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EBFCE12C-1CA3-59CA-332B-BC05E3EB5727}"/>
                    </a:ext>
                  </a:extLst>
                </p:cNvPr>
                <p:cNvSpPr/>
                <p:nvPr/>
              </p:nvSpPr>
              <p:spPr>
                <a:xfrm>
                  <a:off x="455122" y="4977513"/>
                  <a:ext cx="648000" cy="648000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>
                    <a:solidFill>
                      <a:prstClr val="white"/>
                    </a:solidFill>
                    <a:latin typeface="Santander Text" panose="020B0504020201020104" pitchFamily="34" charset="0"/>
                  </a:endParaRPr>
                </a:p>
              </p:txBody>
            </p:sp>
            <p:pic>
              <p:nvPicPr>
                <p:cNvPr id="168" name="Graphic 119" descr="Database with solid fill">
                  <a:extLst>
                    <a:ext uri="{FF2B5EF4-FFF2-40B4-BE49-F238E27FC236}">
                      <a16:creationId xmlns:a16="http://schemas.microsoft.com/office/drawing/2014/main" id="{C155FEBF-BA9A-1FF5-B40F-88830AD684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1155" y="5086904"/>
                  <a:ext cx="432000" cy="432000"/>
                </a:xfrm>
                <a:prstGeom prst="rect">
                  <a:avLst/>
                </a:prstGeom>
              </p:spPr>
            </p:pic>
          </p:grp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5B260461-7425-D2C7-661E-F3A2808D1D0B}"/>
                  </a:ext>
                </a:extLst>
              </p:cNvPr>
              <p:cNvSpPr txBox="1"/>
              <p:nvPr/>
            </p:nvSpPr>
            <p:spPr>
              <a:xfrm>
                <a:off x="560492" y="2493506"/>
                <a:ext cx="8640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/>
                  <a:t>CAPTOOLS</a:t>
                </a:r>
              </a:p>
            </p:txBody>
          </p:sp>
          <p:pic>
            <p:nvPicPr>
              <p:cNvPr id="170" name="Imagen 18">
                <a:extLst>
                  <a:ext uri="{FF2B5EF4-FFF2-40B4-BE49-F238E27FC236}">
                    <a16:creationId xmlns:a16="http://schemas.microsoft.com/office/drawing/2014/main" id="{7CC36514-7F52-F9FD-CCF9-54D6CF53AE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378" y="1770047"/>
                <a:ext cx="241169" cy="241169"/>
              </a:xfrm>
              <a:prstGeom prst="rect">
                <a:avLst/>
              </a:prstGeom>
            </p:spPr>
          </p:pic>
          <p:pic>
            <p:nvPicPr>
              <p:cNvPr id="171" name="Graphic 96" descr="Single gear outline">
                <a:extLst>
                  <a:ext uri="{FF2B5EF4-FFF2-40B4-BE49-F238E27FC236}">
                    <a16:creationId xmlns:a16="http://schemas.microsoft.com/office/drawing/2014/main" id="{C400457E-6E05-B0F2-DDCF-A37DAFEF98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14788" y="1770047"/>
                <a:ext cx="288000" cy="288000"/>
              </a:xfrm>
              <a:prstGeom prst="rect">
                <a:avLst/>
              </a:prstGeom>
            </p:spPr>
          </p:pic>
        </p:grp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3931227" y="2074075"/>
              <a:ext cx="2305490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000" dirty="0" smtClean="0"/>
                <a:t>Modelação </a:t>
              </a:r>
              <a:r>
                <a:rPr lang="pt-PT" sz="1000" dirty="0"/>
                <a:t>das </a:t>
              </a:r>
              <a:r>
                <a:rPr lang="pt-PT" sz="1000" dirty="0" smtClean="0"/>
                <a:t>tabelas:</a:t>
              </a:r>
              <a:endParaRPr lang="pt-PT" sz="10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PT" sz="1000" b="1" dirty="0" smtClean="0"/>
                <a:t>cd_captools.ct001_univ_salo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PT" sz="1000" b="1" dirty="0"/>
                <a:t>cd_captools.ct003_univ_cli</a:t>
              </a:r>
              <a:endParaRPr lang="pt-PT" sz="1000" b="1" dirty="0" smtClean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PT" sz="1000" b="1" dirty="0" smtClean="0"/>
                <a:t>cd_captools.fr004_cto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b="1" dirty="0"/>
                <a:t>cd_captools.ct063_univ_pme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b="1" dirty="0" smtClean="0"/>
                <a:t>cd_captools.ct610_titulos</a:t>
              </a:r>
              <a:endParaRPr lang="en-US" sz="1000" b="1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b="1" dirty="0" err="1"/>
                <a:t>cd_captools.bdr_jm_clien_juri</a:t>
              </a:r>
              <a:endParaRPr lang="en-US" sz="1000" b="1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b="1" dirty="0"/>
                <a:t>cd_captools.ct021_rwa_cli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b="1" dirty="0"/>
                <a:t>cd_captools.ct802_codigo_emp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b="1" dirty="0"/>
                <a:t>cd_captools.ct070_univ_gr_cli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8170943" y="3759905"/>
            <a:ext cx="2405587" cy="1450232"/>
            <a:chOff x="1507897" y="4972675"/>
            <a:chExt cx="2405587" cy="1450232"/>
          </a:xfrm>
        </p:grpSpPr>
        <p:grpSp>
          <p:nvGrpSpPr>
            <p:cNvPr id="189" name="Group 188"/>
            <p:cNvGrpSpPr/>
            <p:nvPr/>
          </p:nvGrpSpPr>
          <p:grpSpPr>
            <a:xfrm>
              <a:off x="1800577" y="4972675"/>
              <a:ext cx="864000" cy="954291"/>
              <a:chOff x="560492" y="1770047"/>
              <a:chExt cx="864000" cy="954291"/>
            </a:xfrm>
          </p:grpSpPr>
          <p:grpSp>
            <p:nvGrpSpPr>
              <p:cNvPr id="190" name="Group 189">
                <a:extLst>
                  <a:ext uri="{FF2B5EF4-FFF2-40B4-BE49-F238E27FC236}">
                    <a16:creationId xmlns:a16="http://schemas.microsoft.com/office/drawing/2014/main" id="{75A1838B-B301-0466-8FBE-6AA51216D45E}"/>
                  </a:ext>
                </a:extLst>
              </p:cNvPr>
              <p:cNvGrpSpPr/>
              <p:nvPr/>
            </p:nvGrpSpPr>
            <p:grpSpPr>
              <a:xfrm>
                <a:off x="663730" y="1823026"/>
                <a:ext cx="648000" cy="648000"/>
                <a:chOff x="455122" y="4977513"/>
                <a:chExt cx="648000" cy="648000"/>
              </a:xfrm>
            </p:grpSpPr>
            <p:sp>
              <p:nvSpPr>
                <p:cNvPr id="194" name="Oval 193">
                  <a:extLst>
                    <a:ext uri="{FF2B5EF4-FFF2-40B4-BE49-F238E27FC236}">
                      <a16:creationId xmlns:a16="http://schemas.microsoft.com/office/drawing/2014/main" id="{EBFCE12C-1CA3-59CA-332B-BC05E3EB5727}"/>
                    </a:ext>
                  </a:extLst>
                </p:cNvPr>
                <p:cNvSpPr/>
                <p:nvPr/>
              </p:nvSpPr>
              <p:spPr>
                <a:xfrm>
                  <a:off x="455122" y="4977513"/>
                  <a:ext cx="648000" cy="648000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>
                    <a:solidFill>
                      <a:prstClr val="white"/>
                    </a:solidFill>
                    <a:latin typeface="Santander Text" panose="020B0504020201020104" pitchFamily="34" charset="0"/>
                  </a:endParaRPr>
                </a:p>
              </p:txBody>
            </p:sp>
            <p:pic>
              <p:nvPicPr>
                <p:cNvPr id="195" name="Graphic 119" descr="Database with solid fill">
                  <a:extLst>
                    <a:ext uri="{FF2B5EF4-FFF2-40B4-BE49-F238E27FC236}">
                      <a16:creationId xmlns:a16="http://schemas.microsoft.com/office/drawing/2014/main" id="{C155FEBF-BA9A-1FF5-B40F-88830AD684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1155" y="5086904"/>
                  <a:ext cx="432000" cy="432000"/>
                </a:xfrm>
                <a:prstGeom prst="rect">
                  <a:avLst/>
                </a:prstGeom>
              </p:spPr>
            </p:pic>
          </p:grpSp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5B260461-7425-D2C7-661E-F3A2808D1D0B}"/>
                  </a:ext>
                </a:extLst>
              </p:cNvPr>
              <p:cNvSpPr txBox="1"/>
              <p:nvPr/>
            </p:nvSpPr>
            <p:spPr>
              <a:xfrm>
                <a:off x="560492" y="2493506"/>
                <a:ext cx="864000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US" sz="900" dirty="0" smtClean="0"/>
                  <a:t>ESTRUTURAIS</a:t>
                </a:r>
                <a:endParaRPr lang="en-US" sz="900" dirty="0"/>
              </a:p>
            </p:txBody>
          </p:sp>
          <p:pic>
            <p:nvPicPr>
              <p:cNvPr id="192" name="Imagen 18">
                <a:extLst>
                  <a:ext uri="{FF2B5EF4-FFF2-40B4-BE49-F238E27FC236}">
                    <a16:creationId xmlns:a16="http://schemas.microsoft.com/office/drawing/2014/main" id="{7CC36514-7F52-F9FD-CCF9-54D6CF53AE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378" y="1770047"/>
                <a:ext cx="241169" cy="241169"/>
              </a:xfrm>
              <a:prstGeom prst="rect">
                <a:avLst/>
              </a:prstGeom>
            </p:spPr>
          </p:pic>
          <p:pic>
            <p:nvPicPr>
              <p:cNvPr id="193" name="Graphic 96" descr="Single gear outline">
                <a:extLst>
                  <a:ext uri="{FF2B5EF4-FFF2-40B4-BE49-F238E27FC236}">
                    <a16:creationId xmlns:a16="http://schemas.microsoft.com/office/drawing/2014/main" id="{C400457E-6E05-B0F2-DDCF-A37DAFEF98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14788" y="1770047"/>
                <a:ext cx="288000" cy="288000"/>
              </a:xfrm>
              <a:prstGeom prst="rect">
                <a:avLst/>
              </a:prstGeom>
            </p:spPr>
          </p:pic>
        </p:grp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1507897" y="5868909"/>
              <a:ext cx="240558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000" dirty="0" smtClean="0"/>
                <a:t>Modelação </a:t>
              </a:r>
              <a:r>
                <a:rPr lang="pt-PT" sz="1000" dirty="0"/>
                <a:t>das </a:t>
              </a:r>
              <a:r>
                <a:rPr lang="pt-PT" sz="1000" dirty="0" smtClean="0"/>
                <a:t>tabelas:</a:t>
              </a:r>
              <a:endParaRPr lang="pt-PT" sz="10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PT" sz="1000" b="1" dirty="0" smtClean="0"/>
                <a:t>cd_estruturais.tat91_tabelas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b="1" dirty="0" err="1"/>
                <a:t>cd_estruturais.interface_moradas</a:t>
              </a:r>
              <a:endParaRPr lang="en-US" sz="1000" b="1" dirty="0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8158105" y="1247313"/>
            <a:ext cx="2231725" cy="1296344"/>
            <a:chOff x="3498794" y="1897032"/>
            <a:chExt cx="2231725" cy="1296344"/>
          </a:xfrm>
        </p:grpSpPr>
        <p:grpSp>
          <p:nvGrpSpPr>
            <p:cNvPr id="36" name="Group 35"/>
            <p:cNvGrpSpPr/>
            <p:nvPr/>
          </p:nvGrpSpPr>
          <p:grpSpPr>
            <a:xfrm>
              <a:off x="3791474" y="1897032"/>
              <a:ext cx="864000" cy="954291"/>
              <a:chOff x="560492" y="1770047"/>
              <a:chExt cx="864000" cy="954291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75A1838B-B301-0466-8FBE-6AA51216D45E}"/>
                  </a:ext>
                </a:extLst>
              </p:cNvPr>
              <p:cNvGrpSpPr/>
              <p:nvPr/>
            </p:nvGrpSpPr>
            <p:grpSpPr>
              <a:xfrm>
                <a:off x="663730" y="1823026"/>
                <a:ext cx="648000" cy="648000"/>
                <a:chOff x="455122" y="4977513"/>
                <a:chExt cx="648000" cy="648000"/>
              </a:xfrm>
            </p:grpSpPr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EBFCE12C-1CA3-59CA-332B-BC05E3EB5727}"/>
                    </a:ext>
                  </a:extLst>
                </p:cNvPr>
                <p:cNvSpPr/>
                <p:nvPr/>
              </p:nvSpPr>
              <p:spPr>
                <a:xfrm>
                  <a:off x="455122" y="4977513"/>
                  <a:ext cx="648000" cy="648000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>
                    <a:solidFill>
                      <a:prstClr val="white"/>
                    </a:solidFill>
                    <a:latin typeface="Santander Text" panose="020B0504020201020104" pitchFamily="34" charset="0"/>
                  </a:endParaRPr>
                </a:p>
              </p:txBody>
            </p:sp>
            <p:pic>
              <p:nvPicPr>
                <p:cNvPr id="42" name="Graphic 119" descr="Database with solid fill">
                  <a:extLst>
                    <a:ext uri="{FF2B5EF4-FFF2-40B4-BE49-F238E27FC236}">
                      <a16:creationId xmlns:a16="http://schemas.microsoft.com/office/drawing/2014/main" id="{C155FEBF-BA9A-1FF5-B40F-88830AD684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1155" y="5086904"/>
                  <a:ext cx="432000" cy="432000"/>
                </a:xfrm>
                <a:prstGeom prst="rect">
                  <a:avLst/>
                </a:prstGeom>
              </p:spPr>
            </p:pic>
          </p:grp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B260461-7425-D2C7-661E-F3A2808D1D0B}"/>
                  </a:ext>
                </a:extLst>
              </p:cNvPr>
              <p:cNvSpPr txBox="1"/>
              <p:nvPr/>
            </p:nvSpPr>
            <p:spPr>
              <a:xfrm>
                <a:off x="560492" y="2493506"/>
                <a:ext cx="864000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US" sz="900" dirty="0" smtClean="0"/>
                  <a:t>RISCOS</a:t>
                </a:r>
                <a:endParaRPr lang="en-US" sz="900" dirty="0"/>
              </a:p>
            </p:txBody>
          </p:sp>
          <p:pic>
            <p:nvPicPr>
              <p:cNvPr id="39" name="Imagen 18">
                <a:extLst>
                  <a:ext uri="{FF2B5EF4-FFF2-40B4-BE49-F238E27FC236}">
                    <a16:creationId xmlns:a16="http://schemas.microsoft.com/office/drawing/2014/main" id="{7CC36514-7F52-F9FD-CCF9-54D6CF53AE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378" y="1770047"/>
                <a:ext cx="241169" cy="241169"/>
              </a:xfrm>
              <a:prstGeom prst="rect">
                <a:avLst/>
              </a:prstGeom>
            </p:spPr>
          </p:pic>
          <p:pic>
            <p:nvPicPr>
              <p:cNvPr id="40" name="Graphic 96" descr="Single gear outline">
                <a:extLst>
                  <a:ext uri="{FF2B5EF4-FFF2-40B4-BE49-F238E27FC236}">
                    <a16:creationId xmlns:a16="http://schemas.microsoft.com/office/drawing/2014/main" id="{C400457E-6E05-B0F2-DDCF-A37DAFEF98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14788" y="1770047"/>
                <a:ext cx="288000" cy="288000"/>
              </a:xfrm>
              <a:prstGeom prst="rect">
                <a:avLst/>
              </a:prstGeom>
            </p:spPr>
          </p:pic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3498794" y="2793266"/>
              <a:ext cx="22317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000" dirty="0" smtClean="0"/>
                <a:t>Modelação </a:t>
              </a:r>
              <a:r>
                <a:rPr lang="pt-PT" sz="1000" dirty="0"/>
                <a:t>das </a:t>
              </a:r>
              <a:r>
                <a:rPr lang="pt-PT" sz="1000" dirty="0" smtClean="0"/>
                <a:t>tabelas:</a:t>
              </a:r>
              <a:endParaRPr lang="pt-PT" sz="10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PT" sz="1000" b="1" dirty="0"/>
                <a:t>cd_riscos.rsv176sa1_balanco</a:t>
              </a:r>
              <a:endParaRPr lang="en-US" sz="1000" dirty="0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5882393" y="3752663"/>
            <a:ext cx="2231725" cy="1450232"/>
            <a:chOff x="9928418" y="3253738"/>
            <a:chExt cx="2231725" cy="1450232"/>
          </a:xfrm>
        </p:grpSpPr>
        <p:grpSp>
          <p:nvGrpSpPr>
            <p:cNvPr id="45" name="Group 44"/>
            <p:cNvGrpSpPr/>
            <p:nvPr/>
          </p:nvGrpSpPr>
          <p:grpSpPr>
            <a:xfrm>
              <a:off x="10221098" y="3253738"/>
              <a:ext cx="864000" cy="954291"/>
              <a:chOff x="560492" y="1770047"/>
              <a:chExt cx="864000" cy="954291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75A1838B-B301-0466-8FBE-6AA51216D45E}"/>
                  </a:ext>
                </a:extLst>
              </p:cNvPr>
              <p:cNvGrpSpPr/>
              <p:nvPr/>
            </p:nvGrpSpPr>
            <p:grpSpPr>
              <a:xfrm>
                <a:off x="663730" y="1823026"/>
                <a:ext cx="648000" cy="648000"/>
                <a:chOff x="455122" y="4977513"/>
                <a:chExt cx="648000" cy="648000"/>
              </a:xfrm>
            </p:grpSpPr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EBFCE12C-1CA3-59CA-332B-BC05E3EB5727}"/>
                    </a:ext>
                  </a:extLst>
                </p:cNvPr>
                <p:cNvSpPr/>
                <p:nvPr/>
              </p:nvSpPr>
              <p:spPr>
                <a:xfrm>
                  <a:off x="455122" y="4977513"/>
                  <a:ext cx="648000" cy="648000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>
                    <a:solidFill>
                      <a:prstClr val="white"/>
                    </a:solidFill>
                    <a:latin typeface="Santander Text" panose="020B0504020201020104" pitchFamily="34" charset="0"/>
                  </a:endParaRPr>
                </a:p>
              </p:txBody>
            </p:sp>
            <p:pic>
              <p:nvPicPr>
                <p:cNvPr id="51" name="Graphic 119" descr="Database with solid fill">
                  <a:extLst>
                    <a:ext uri="{FF2B5EF4-FFF2-40B4-BE49-F238E27FC236}">
                      <a16:creationId xmlns:a16="http://schemas.microsoft.com/office/drawing/2014/main" id="{C155FEBF-BA9A-1FF5-B40F-88830AD684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1155" y="5086904"/>
                  <a:ext cx="432000" cy="432000"/>
                </a:xfrm>
                <a:prstGeom prst="rect">
                  <a:avLst/>
                </a:prstGeom>
              </p:spPr>
            </p:pic>
          </p:grp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B260461-7425-D2C7-661E-F3A2808D1D0B}"/>
                  </a:ext>
                </a:extLst>
              </p:cNvPr>
              <p:cNvSpPr txBox="1"/>
              <p:nvPr/>
            </p:nvSpPr>
            <p:spPr>
              <a:xfrm>
                <a:off x="560492" y="2493506"/>
                <a:ext cx="864000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US" sz="900" dirty="0" smtClean="0"/>
                  <a:t>ALM</a:t>
                </a:r>
                <a:endParaRPr lang="en-US" sz="900" dirty="0"/>
              </a:p>
            </p:txBody>
          </p:sp>
          <p:pic>
            <p:nvPicPr>
              <p:cNvPr id="48" name="Imagen 18">
                <a:extLst>
                  <a:ext uri="{FF2B5EF4-FFF2-40B4-BE49-F238E27FC236}">
                    <a16:creationId xmlns:a16="http://schemas.microsoft.com/office/drawing/2014/main" id="{7CC36514-7F52-F9FD-CCF9-54D6CF53AE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378" y="1770047"/>
                <a:ext cx="241169" cy="241169"/>
              </a:xfrm>
              <a:prstGeom prst="rect">
                <a:avLst/>
              </a:prstGeom>
            </p:spPr>
          </p:pic>
          <p:pic>
            <p:nvPicPr>
              <p:cNvPr id="49" name="Graphic 96" descr="Single gear outline">
                <a:extLst>
                  <a:ext uri="{FF2B5EF4-FFF2-40B4-BE49-F238E27FC236}">
                    <a16:creationId xmlns:a16="http://schemas.microsoft.com/office/drawing/2014/main" id="{C400457E-6E05-B0F2-DDCF-A37DAFEF98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14788" y="1770047"/>
                <a:ext cx="288000" cy="288000"/>
              </a:xfrm>
              <a:prstGeom prst="rect">
                <a:avLst/>
              </a:prstGeom>
            </p:spPr>
          </p:pic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9928418" y="4149972"/>
              <a:ext cx="2231725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000" dirty="0" smtClean="0"/>
                <a:t>Modelação </a:t>
              </a:r>
              <a:r>
                <a:rPr lang="pt-PT" sz="1000" dirty="0"/>
                <a:t>das </a:t>
              </a:r>
              <a:r>
                <a:rPr lang="pt-PT" sz="1000" dirty="0" smtClean="0"/>
                <a:t>tabelas:</a:t>
              </a:r>
              <a:endParaRPr lang="pt-PT" sz="10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PT" sz="1000" b="1" dirty="0" err="1" smtClean="0"/>
                <a:t>cd_alm.kt_chaves_alm_m</a:t>
              </a:r>
              <a:endParaRPr lang="pt-PT" sz="1000" b="1" dirty="0" smtClean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b="1" dirty="0"/>
                <a:t>cd_alm.al006_saq_ppc</a:t>
              </a:r>
            </a:p>
          </p:txBody>
        </p:sp>
      </p:grpSp>
      <p:cxnSp>
        <p:nvCxnSpPr>
          <p:cNvPr id="61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41" idx="2"/>
            <a:endCxn id="53" idx="1"/>
          </p:cNvCxnSpPr>
          <p:nvPr/>
        </p:nvCxnSpPr>
        <p:spPr>
          <a:xfrm rot="10800000" flipH="1" flipV="1">
            <a:off x="8554022" y="1624291"/>
            <a:ext cx="2438719" cy="1702793"/>
          </a:xfrm>
          <a:prstGeom prst="bentConnector3">
            <a:avLst>
              <a:gd name="adj1" fmla="val -937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50" idx="6"/>
            <a:endCxn id="53" idx="1"/>
          </p:cNvCxnSpPr>
          <p:nvPr/>
        </p:nvCxnSpPr>
        <p:spPr>
          <a:xfrm flipV="1">
            <a:off x="6926311" y="3327085"/>
            <a:ext cx="4066431" cy="802557"/>
          </a:xfrm>
          <a:prstGeom prst="bentConnector3">
            <a:avLst>
              <a:gd name="adj1" fmla="val 3234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2742" y="3003085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420472" y="2950302"/>
            <a:ext cx="288000" cy="288000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4E841A38-F8B3-4DB4-BD88-8636ACD279E6}"/>
              </a:ext>
            </a:extLst>
          </p:cNvPr>
          <p:cNvSpPr/>
          <p:nvPr/>
        </p:nvSpPr>
        <p:spPr>
          <a:xfrm>
            <a:off x="486704" y="5350239"/>
            <a:ext cx="10146650" cy="910664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56" name="Straight Connector 55"/>
          <p:cNvCxnSpPr>
            <a:cxnSpLocks/>
          </p:cNvCxnSpPr>
          <p:nvPr/>
        </p:nvCxnSpPr>
        <p:spPr>
          <a:xfrm>
            <a:off x="10685404" y="1133126"/>
            <a:ext cx="19276" cy="5220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F1C74DC9-BE02-4461-AB40-8D4BAF4C72FA}"/>
              </a:ext>
            </a:extLst>
          </p:cNvPr>
          <p:cNvSpPr/>
          <p:nvPr/>
        </p:nvSpPr>
        <p:spPr>
          <a:xfrm>
            <a:off x="486706" y="1198823"/>
            <a:ext cx="5281872" cy="4044807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5842430" y="1195751"/>
            <a:ext cx="4790925" cy="404971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50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3464578" y="1198825"/>
            <a:ext cx="230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 smtClean="0"/>
              <a:t>Processo</a:t>
            </a:r>
            <a:r>
              <a:rPr lang="en-US" sz="1000" dirty="0" smtClean="0"/>
              <a:t> Manual</a:t>
            </a:r>
            <a:endParaRPr lang="en-US" sz="10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488" y="1198825"/>
            <a:ext cx="13662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 smtClean="0"/>
              <a:t>Modelação</a:t>
            </a:r>
            <a:r>
              <a:rPr lang="en-US" sz="1000" dirty="0" smtClean="0"/>
              <a:t> de dados</a:t>
            </a:r>
            <a:endParaRPr lang="en-US" sz="1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8354766" y="5322370"/>
            <a:ext cx="230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smtClean="0"/>
              <a:t>Inputs </a:t>
            </a:r>
            <a:r>
              <a:rPr lang="en-US" sz="1000" dirty="0" err="1" smtClean="0"/>
              <a:t>corporativos</a:t>
            </a:r>
            <a:endParaRPr lang="en-US" sz="10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6007" y="1198825"/>
            <a:ext cx="6544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smtClean="0"/>
              <a:t>Outputs</a:t>
            </a:r>
            <a:endParaRPr lang="en-US" sz="1000" dirty="0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252115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1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Repartição</a:t>
            </a:r>
            <a:r>
              <a:rPr lang="en-US" sz="2000" dirty="0" smtClean="0">
                <a:solidFill>
                  <a:srgbClr val="FF0000"/>
                </a:solidFill>
              </a:rPr>
              <a:t> de </a:t>
            </a:r>
            <a:r>
              <a:rPr lang="en-US" sz="2000" dirty="0" err="1" smtClean="0">
                <a:solidFill>
                  <a:srgbClr val="FF0000"/>
                </a:solidFill>
              </a:rPr>
              <a:t>Garantias</a:t>
            </a:r>
            <a:endParaRPr lang="es-ES" sz="1600" dirty="0">
              <a:solidFill>
                <a:srgbClr val="FF0000"/>
              </a:solidFill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293978" y="2466109"/>
            <a:ext cx="5105991" cy="2251371"/>
            <a:chOff x="2376501" y="2239447"/>
            <a:chExt cx="5105991" cy="2251371"/>
          </a:xfrm>
        </p:grpSpPr>
        <p:cxnSp>
          <p:nvCxnSpPr>
            <p:cNvPr id="196" name="Elbow Connector 69">
              <a:extLst>
                <a:ext uri="{FF2B5EF4-FFF2-40B4-BE49-F238E27FC236}">
                  <a16:creationId xmlns:a16="http://schemas.microsoft.com/office/drawing/2014/main" id="{865A0CA9-16C5-8AD7-519C-F580D40626C5}"/>
                </a:ext>
              </a:extLst>
            </p:cNvPr>
            <p:cNvCxnSpPr>
              <a:cxnSpLocks/>
            </p:cNvCxnSpPr>
            <p:nvPr/>
          </p:nvCxnSpPr>
          <p:spPr>
            <a:xfrm>
              <a:off x="3593652" y="2239447"/>
              <a:ext cx="2742053" cy="935023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Elbow Connector 69">
              <a:extLst>
                <a:ext uri="{FF2B5EF4-FFF2-40B4-BE49-F238E27FC236}">
                  <a16:creationId xmlns:a16="http://schemas.microsoft.com/office/drawing/2014/main" id="{865A0CA9-16C5-8AD7-519C-F580D40626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93652" y="3174470"/>
              <a:ext cx="2742053" cy="705325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Group 1"/>
            <p:cNvGrpSpPr/>
            <p:nvPr/>
          </p:nvGrpSpPr>
          <p:grpSpPr>
            <a:xfrm>
              <a:off x="2511971" y="2541982"/>
              <a:ext cx="1527982" cy="308488"/>
              <a:chOff x="2511971" y="2541982"/>
              <a:chExt cx="1527982" cy="308488"/>
            </a:xfrm>
          </p:grpSpPr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10C464CC-F2F1-ABB8-F4F2-C2AC0D25866A}"/>
                  </a:ext>
                </a:extLst>
              </p:cNvPr>
              <p:cNvSpPr txBox="1"/>
              <p:nvPr/>
            </p:nvSpPr>
            <p:spPr>
              <a:xfrm>
                <a:off x="2905382" y="2604249"/>
                <a:ext cx="75600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225" name="Rectangle 224"/>
              <p:cNvSpPr/>
              <p:nvPr/>
            </p:nvSpPr>
            <p:spPr>
              <a:xfrm>
                <a:off x="2511971" y="2541982"/>
                <a:ext cx="1527982" cy="2539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1050" dirty="0" smtClean="0"/>
                  <a:t>Métricas de Colaterais</a:t>
                </a:r>
                <a:endParaRPr lang="pt-PT" sz="1050" dirty="0"/>
              </a:p>
            </p:txBody>
          </p:sp>
        </p:grpSp>
        <p:grpSp>
          <p:nvGrpSpPr>
            <p:cNvPr id="3" name="Group 2"/>
            <p:cNvGrpSpPr/>
            <p:nvPr/>
          </p:nvGrpSpPr>
          <p:grpSpPr>
            <a:xfrm>
              <a:off x="2376501" y="4182330"/>
              <a:ext cx="1758815" cy="308488"/>
              <a:chOff x="2686771" y="4182330"/>
              <a:chExt cx="1758815" cy="308488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0C464CC-F2F1-ABB8-F4F2-C2AC0D25866A}"/>
                  </a:ext>
                </a:extLst>
              </p:cNvPr>
              <p:cNvSpPr txBox="1"/>
              <p:nvPr/>
            </p:nvSpPr>
            <p:spPr>
              <a:xfrm>
                <a:off x="3215652" y="4244597"/>
                <a:ext cx="75600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2686771" y="4182330"/>
                <a:ext cx="1758815" cy="2539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1050" dirty="0" smtClean="0"/>
                  <a:t>Métricas contrato e cliente</a:t>
                </a:r>
                <a:endParaRPr lang="pt-PT" sz="1050" dirty="0"/>
              </a:p>
            </p:txBody>
          </p:sp>
        </p:grpSp>
        <p:grpSp>
          <p:nvGrpSpPr>
            <p:cNvPr id="42" name="Group 41"/>
            <p:cNvGrpSpPr/>
            <p:nvPr/>
          </p:nvGrpSpPr>
          <p:grpSpPr>
            <a:xfrm>
              <a:off x="5834284" y="3477005"/>
              <a:ext cx="1648208" cy="308488"/>
              <a:chOff x="2444231" y="2541982"/>
              <a:chExt cx="1648208" cy="308488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0C464CC-F2F1-ABB8-F4F2-C2AC0D25866A}"/>
                  </a:ext>
                </a:extLst>
              </p:cNvPr>
              <p:cNvSpPr txBox="1"/>
              <p:nvPr/>
            </p:nvSpPr>
            <p:spPr>
              <a:xfrm>
                <a:off x="2905382" y="2604249"/>
                <a:ext cx="75600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45" name="Rectangle 44"/>
              <p:cNvSpPr/>
              <p:nvPr/>
            </p:nvSpPr>
            <p:spPr>
              <a:xfrm>
                <a:off x="2444231" y="2541982"/>
                <a:ext cx="1648208" cy="2539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PT" sz="1050" dirty="0" smtClean="0"/>
                  <a:t>Repartição de Garantias</a:t>
                </a:r>
                <a:endParaRPr lang="pt-PT" sz="1050" dirty="0"/>
              </a:p>
            </p:txBody>
          </p:sp>
        </p:grpSp>
      </p:grpSp>
      <p:pic>
        <p:nvPicPr>
          <p:cNvPr id="22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3182" y="3063362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129" y="3756303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129" y="2128339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290859" y="2075400"/>
            <a:ext cx="288000" cy="288000"/>
          </a:xfrm>
          <a:prstGeom prst="rect">
            <a:avLst/>
          </a:prstGeom>
        </p:spPr>
      </p:pic>
      <p:pic>
        <p:nvPicPr>
          <p:cNvPr id="26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290859" y="3700821"/>
            <a:ext cx="288000" cy="288000"/>
          </a:xfrm>
          <a:prstGeom prst="rect">
            <a:avLst/>
          </a:prstGeom>
        </p:spPr>
      </p:pic>
      <p:pic>
        <p:nvPicPr>
          <p:cNvPr id="27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680912" y="3008790"/>
            <a:ext cx="288000" cy="28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1498466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5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Gloval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19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194" idx="6"/>
          </p:cNvCxnSpPr>
          <p:nvPr/>
        </p:nvCxnSpPr>
        <p:spPr>
          <a:xfrm>
            <a:off x="1724726" y="1854081"/>
            <a:ext cx="4020769" cy="1432202"/>
          </a:xfrm>
          <a:prstGeom prst="bentConnector3">
            <a:avLst>
              <a:gd name="adj1" fmla="val 5555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1523167" y="3286283"/>
            <a:ext cx="4222328" cy="1393550"/>
          </a:xfrm>
          <a:prstGeom prst="bentConnector3">
            <a:avLst>
              <a:gd name="adj1" fmla="val 577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187" idx="2"/>
          </p:cNvCxnSpPr>
          <p:nvPr/>
        </p:nvCxnSpPr>
        <p:spPr>
          <a:xfrm rot="10800000">
            <a:off x="6393495" y="3286283"/>
            <a:ext cx="3397342" cy="139355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5237306" y="3588818"/>
            <a:ext cx="1654620" cy="308488"/>
            <a:chOff x="3593245" y="2614514"/>
            <a:chExt cx="1654620" cy="308488"/>
          </a:xfrm>
        </p:grpSpPr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4061164" y="2676781"/>
              <a:ext cx="756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225" name="Rectangle 224"/>
            <p:cNvSpPr/>
            <p:nvPr/>
          </p:nvSpPr>
          <p:spPr>
            <a:xfrm>
              <a:off x="3593245" y="2614514"/>
              <a:ext cx="1654620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50" dirty="0" err="1" smtClean="0"/>
                <a:t>Gloval</a:t>
              </a:r>
              <a:r>
                <a:rPr lang="pt-PT" sz="1050" dirty="0"/>
                <a:t> </a:t>
              </a:r>
              <a:r>
                <a:rPr lang="pt-PT" sz="1050" dirty="0" smtClean="0"/>
                <a:t>imoveis sem letra</a:t>
              </a:r>
              <a:endParaRPr lang="pt-PT" sz="1050" dirty="0"/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9394919" y="1479992"/>
            <a:ext cx="2326264" cy="1902801"/>
            <a:chOff x="2794376" y="1423671"/>
            <a:chExt cx="2326264" cy="1902801"/>
          </a:xfrm>
        </p:grpSpPr>
        <p:grpSp>
          <p:nvGrpSpPr>
            <p:cNvPr id="44" name="Group 43"/>
            <p:cNvGrpSpPr/>
            <p:nvPr/>
          </p:nvGrpSpPr>
          <p:grpSpPr>
            <a:xfrm>
              <a:off x="3087056" y="1423671"/>
              <a:ext cx="864000" cy="954291"/>
              <a:chOff x="560492" y="1770047"/>
              <a:chExt cx="864000" cy="954291"/>
            </a:xfrm>
          </p:grpSpPr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id="{75A1838B-B301-0466-8FBE-6AA51216D45E}"/>
                  </a:ext>
                </a:extLst>
              </p:cNvPr>
              <p:cNvGrpSpPr/>
              <p:nvPr/>
            </p:nvGrpSpPr>
            <p:grpSpPr>
              <a:xfrm>
                <a:off x="663730" y="1823026"/>
                <a:ext cx="648000" cy="648000"/>
                <a:chOff x="455122" y="4977513"/>
                <a:chExt cx="648000" cy="648000"/>
              </a:xfrm>
            </p:grpSpPr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EBFCE12C-1CA3-59CA-332B-BC05E3EB5727}"/>
                    </a:ext>
                  </a:extLst>
                </p:cNvPr>
                <p:cNvSpPr/>
                <p:nvPr/>
              </p:nvSpPr>
              <p:spPr>
                <a:xfrm>
                  <a:off x="455122" y="4977513"/>
                  <a:ext cx="648000" cy="648000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>
                    <a:solidFill>
                      <a:prstClr val="white"/>
                    </a:solidFill>
                    <a:latin typeface="Santander Text" panose="020B0504020201020104" pitchFamily="34" charset="0"/>
                  </a:endParaRPr>
                </a:p>
              </p:txBody>
            </p:sp>
            <p:pic>
              <p:nvPicPr>
                <p:cNvPr id="168" name="Graphic 119" descr="Database with solid fill">
                  <a:extLst>
                    <a:ext uri="{FF2B5EF4-FFF2-40B4-BE49-F238E27FC236}">
                      <a16:creationId xmlns:a16="http://schemas.microsoft.com/office/drawing/2014/main" id="{C155FEBF-BA9A-1FF5-B40F-88830AD684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1155" y="5086904"/>
                  <a:ext cx="432000" cy="432000"/>
                </a:xfrm>
                <a:prstGeom prst="rect">
                  <a:avLst/>
                </a:prstGeom>
              </p:spPr>
            </p:pic>
          </p:grp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5B260461-7425-D2C7-661E-F3A2808D1D0B}"/>
                  </a:ext>
                </a:extLst>
              </p:cNvPr>
              <p:cNvSpPr txBox="1"/>
              <p:nvPr/>
            </p:nvSpPr>
            <p:spPr>
              <a:xfrm>
                <a:off x="560492" y="2493506"/>
                <a:ext cx="8640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/>
                  <a:t>CAPTOOLS</a:t>
                </a:r>
              </a:p>
            </p:txBody>
          </p:sp>
          <p:pic>
            <p:nvPicPr>
              <p:cNvPr id="170" name="Imagen 18">
                <a:extLst>
                  <a:ext uri="{FF2B5EF4-FFF2-40B4-BE49-F238E27FC236}">
                    <a16:creationId xmlns:a16="http://schemas.microsoft.com/office/drawing/2014/main" id="{7CC36514-7F52-F9FD-CCF9-54D6CF53AE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378" y="1770047"/>
                <a:ext cx="241169" cy="241169"/>
              </a:xfrm>
              <a:prstGeom prst="rect">
                <a:avLst/>
              </a:prstGeom>
            </p:spPr>
          </p:pic>
          <p:pic>
            <p:nvPicPr>
              <p:cNvPr id="171" name="Graphic 96" descr="Single gear outline">
                <a:extLst>
                  <a:ext uri="{FF2B5EF4-FFF2-40B4-BE49-F238E27FC236}">
                    <a16:creationId xmlns:a16="http://schemas.microsoft.com/office/drawing/2014/main" id="{C400457E-6E05-B0F2-DDCF-A37DAFEF98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14788" y="1770047"/>
                <a:ext cx="288000" cy="288000"/>
              </a:xfrm>
              <a:prstGeom prst="rect">
                <a:avLst/>
              </a:prstGeom>
            </p:spPr>
          </p:pic>
        </p:grp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2794376" y="2310809"/>
              <a:ext cx="232626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000" dirty="0" smtClean="0"/>
                <a:t>Modelação </a:t>
              </a:r>
              <a:r>
                <a:rPr lang="pt-PT" sz="1000" dirty="0"/>
                <a:t>das </a:t>
              </a:r>
              <a:r>
                <a:rPr lang="pt-PT" sz="1000" dirty="0" smtClean="0"/>
                <a:t>tabelas:</a:t>
              </a:r>
              <a:endParaRPr lang="pt-PT" sz="10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PT" sz="1000" b="1" dirty="0" smtClean="0"/>
                <a:t>cd_captools.ct001_univ_saldo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PT" sz="1000" b="1" dirty="0" smtClean="0"/>
                <a:t>cd_captools.ct005_univ_perim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PT" sz="1000" b="1" dirty="0"/>
                <a:t>cd_captools.ct802_codigo_emp</a:t>
              </a:r>
              <a:endParaRPr lang="pt-PT" sz="1000" b="1" dirty="0" smtClean="0"/>
            </a:p>
            <a:p>
              <a:endParaRPr lang="pt-PT" sz="1000" b="1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00" dirty="0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9394919" y="4302854"/>
            <a:ext cx="2231725" cy="2048743"/>
            <a:chOff x="2794376" y="3116892"/>
            <a:chExt cx="2231725" cy="2048743"/>
          </a:xfrm>
        </p:grpSpPr>
        <p:grpSp>
          <p:nvGrpSpPr>
            <p:cNvPr id="182" name="Group 181"/>
            <p:cNvGrpSpPr/>
            <p:nvPr/>
          </p:nvGrpSpPr>
          <p:grpSpPr>
            <a:xfrm>
              <a:off x="3087056" y="3116892"/>
              <a:ext cx="864000" cy="954291"/>
              <a:chOff x="560492" y="1770047"/>
              <a:chExt cx="864000" cy="954291"/>
            </a:xfrm>
          </p:grpSpPr>
          <p:grpSp>
            <p:nvGrpSpPr>
              <p:cNvPr id="183" name="Group 182">
                <a:extLst>
                  <a:ext uri="{FF2B5EF4-FFF2-40B4-BE49-F238E27FC236}">
                    <a16:creationId xmlns:a16="http://schemas.microsoft.com/office/drawing/2014/main" id="{75A1838B-B301-0466-8FBE-6AA51216D45E}"/>
                  </a:ext>
                </a:extLst>
              </p:cNvPr>
              <p:cNvGrpSpPr/>
              <p:nvPr/>
            </p:nvGrpSpPr>
            <p:grpSpPr>
              <a:xfrm>
                <a:off x="663730" y="1823026"/>
                <a:ext cx="648000" cy="648000"/>
                <a:chOff x="455122" y="4977513"/>
                <a:chExt cx="648000" cy="648000"/>
              </a:xfrm>
            </p:grpSpPr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EBFCE12C-1CA3-59CA-332B-BC05E3EB5727}"/>
                    </a:ext>
                  </a:extLst>
                </p:cNvPr>
                <p:cNvSpPr/>
                <p:nvPr/>
              </p:nvSpPr>
              <p:spPr>
                <a:xfrm>
                  <a:off x="455122" y="4977513"/>
                  <a:ext cx="648000" cy="648000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>
                    <a:solidFill>
                      <a:prstClr val="white"/>
                    </a:solidFill>
                    <a:latin typeface="Santander Text" panose="020B0504020201020104" pitchFamily="34" charset="0"/>
                  </a:endParaRPr>
                </a:p>
              </p:txBody>
            </p:sp>
            <p:pic>
              <p:nvPicPr>
                <p:cNvPr id="188" name="Graphic 119" descr="Database with solid fill">
                  <a:extLst>
                    <a:ext uri="{FF2B5EF4-FFF2-40B4-BE49-F238E27FC236}">
                      <a16:creationId xmlns:a16="http://schemas.microsoft.com/office/drawing/2014/main" id="{C155FEBF-BA9A-1FF5-B40F-88830AD684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1155" y="5086904"/>
                  <a:ext cx="432000" cy="432000"/>
                </a:xfrm>
                <a:prstGeom prst="rect">
                  <a:avLst/>
                </a:prstGeom>
              </p:spPr>
            </p:pic>
          </p:grpSp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5B260461-7425-D2C7-661E-F3A2808D1D0B}"/>
                  </a:ext>
                </a:extLst>
              </p:cNvPr>
              <p:cNvSpPr txBox="1"/>
              <p:nvPr/>
            </p:nvSpPr>
            <p:spPr>
              <a:xfrm>
                <a:off x="560492" y="2493506"/>
                <a:ext cx="8640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 smtClean="0"/>
                  <a:t>GARANTIAS</a:t>
                </a:r>
                <a:endParaRPr lang="en-US" sz="900" dirty="0"/>
              </a:p>
            </p:txBody>
          </p:sp>
          <p:pic>
            <p:nvPicPr>
              <p:cNvPr id="185" name="Imagen 18">
                <a:extLst>
                  <a:ext uri="{FF2B5EF4-FFF2-40B4-BE49-F238E27FC236}">
                    <a16:creationId xmlns:a16="http://schemas.microsoft.com/office/drawing/2014/main" id="{7CC36514-7F52-F9FD-CCF9-54D6CF53AE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378" y="1770047"/>
                <a:ext cx="241169" cy="241169"/>
              </a:xfrm>
              <a:prstGeom prst="rect">
                <a:avLst/>
              </a:prstGeom>
            </p:spPr>
          </p:pic>
          <p:pic>
            <p:nvPicPr>
              <p:cNvPr id="186" name="Graphic 96" descr="Single gear outline">
                <a:extLst>
                  <a:ext uri="{FF2B5EF4-FFF2-40B4-BE49-F238E27FC236}">
                    <a16:creationId xmlns:a16="http://schemas.microsoft.com/office/drawing/2014/main" id="{C400457E-6E05-B0F2-DDCF-A37DAFEF98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14788" y="1770047"/>
                <a:ext cx="288000" cy="288000"/>
              </a:xfrm>
              <a:prstGeom prst="rect">
                <a:avLst/>
              </a:prstGeom>
            </p:spPr>
          </p:pic>
        </p:grp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2794376" y="3996084"/>
              <a:ext cx="2231725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000" dirty="0" smtClean="0"/>
                <a:t>Modelação </a:t>
              </a:r>
              <a:r>
                <a:rPr lang="pt-PT" sz="1000" dirty="0"/>
                <a:t>das </a:t>
              </a:r>
              <a:r>
                <a:rPr lang="pt-PT" sz="1000" dirty="0" smtClean="0"/>
                <a:t>tabelas:</a:t>
              </a:r>
              <a:endParaRPr lang="pt-PT" sz="10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PT" sz="1000" b="1" dirty="0" smtClean="0"/>
                <a:t>cd_garantias.gt008_trz_gt_imv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PT" sz="1000" b="1" dirty="0" smtClean="0"/>
                <a:t>cd_garantias.gt001_trz_rsp_gt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PT" sz="1000" b="1" dirty="0" smtClean="0"/>
                <a:t>cd_garantias.gt009_bens_imov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PT" sz="1000" b="1" dirty="0" smtClean="0"/>
                <a:t>cd_garantias.cst08_caucbem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PT" sz="1000" b="1" dirty="0"/>
                <a:t>cd_garantias.gt018_rateio_aval</a:t>
              </a:r>
              <a:endParaRPr lang="pt-PT" sz="1000" b="1" dirty="0" smtClean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pt-PT" sz="1000" b="1" dirty="0" smtClean="0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680808" y="1477102"/>
            <a:ext cx="2231725" cy="1296344"/>
            <a:chOff x="423363" y="1356518"/>
            <a:chExt cx="2231725" cy="1296344"/>
          </a:xfrm>
        </p:grpSpPr>
        <p:grpSp>
          <p:nvGrpSpPr>
            <p:cNvPr id="189" name="Group 188"/>
            <p:cNvGrpSpPr/>
            <p:nvPr/>
          </p:nvGrpSpPr>
          <p:grpSpPr>
            <a:xfrm>
              <a:off x="716043" y="1356518"/>
              <a:ext cx="864000" cy="954291"/>
              <a:chOff x="560492" y="1770047"/>
              <a:chExt cx="864000" cy="954291"/>
            </a:xfrm>
          </p:grpSpPr>
          <p:grpSp>
            <p:nvGrpSpPr>
              <p:cNvPr id="190" name="Group 189">
                <a:extLst>
                  <a:ext uri="{FF2B5EF4-FFF2-40B4-BE49-F238E27FC236}">
                    <a16:creationId xmlns:a16="http://schemas.microsoft.com/office/drawing/2014/main" id="{75A1838B-B301-0466-8FBE-6AA51216D45E}"/>
                  </a:ext>
                </a:extLst>
              </p:cNvPr>
              <p:cNvGrpSpPr/>
              <p:nvPr/>
            </p:nvGrpSpPr>
            <p:grpSpPr>
              <a:xfrm>
                <a:off x="663730" y="1823026"/>
                <a:ext cx="648000" cy="648000"/>
                <a:chOff x="455122" y="4977513"/>
                <a:chExt cx="648000" cy="648000"/>
              </a:xfrm>
            </p:grpSpPr>
            <p:sp>
              <p:nvSpPr>
                <p:cNvPr id="194" name="Oval 193">
                  <a:extLst>
                    <a:ext uri="{FF2B5EF4-FFF2-40B4-BE49-F238E27FC236}">
                      <a16:creationId xmlns:a16="http://schemas.microsoft.com/office/drawing/2014/main" id="{EBFCE12C-1CA3-59CA-332B-BC05E3EB5727}"/>
                    </a:ext>
                  </a:extLst>
                </p:cNvPr>
                <p:cNvSpPr/>
                <p:nvPr/>
              </p:nvSpPr>
              <p:spPr>
                <a:xfrm>
                  <a:off x="455122" y="4977513"/>
                  <a:ext cx="648000" cy="648000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>
                    <a:solidFill>
                      <a:prstClr val="white"/>
                    </a:solidFill>
                    <a:latin typeface="Santander Text" panose="020B0504020201020104" pitchFamily="34" charset="0"/>
                  </a:endParaRPr>
                </a:p>
              </p:txBody>
            </p:sp>
            <p:pic>
              <p:nvPicPr>
                <p:cNvPr id="195" name="Graphic 119" descr="Database with solid fill">
                  <a:extLst>
                    <a:ext uri="{FF2B5EF4-FFF2-40B4-BE49-F238E27FC236}">
                      <a16:creationId xmlns:a16="http://schemas.microsoft.com/office/drawing/2014/main" id="{C155FEBF-BA9A-1FF5-B40F-88830AD684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1155" y="5086904"/>
                  <a:ext cx="432000" cy="432000"/>
                </a:xfrm>
                <a:prstGeom prst="rect">
                  <a:avLst/>
                </a:prstGeom>
              </p:spPr>
            </p:pic>
          </p:grpSp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5B260461-7425-D2C7-661E-F3A2808D1D0B}"/>
                  </a:ext>
                </a:extLst>
              </p:cNvPr>
              <p:cNvSpPr txBox="1"/>
              <p:nvPr/>
            </p:nvSpPr>
            <p:spPr>
              <a:xfrm>
                <a:off x="560492" y="2493506"/>
                <a:ext cx="864000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US" sz="900" dirty="0" smtClean="0"/>
                  <a:t>ESTRUTURAIS</a:t>
                </a:r>
                <a:endParaRPr lang="en-US" sz="900" dirty="0"/>
              </a:p>
            </p:txBody>
          </p:sp>
          <p:pic>
            <p:nvPicPr>
              <p:cNvPr id="192" name="Imagen 18">
                <a:extLst>
                  <a:ext uri="{FF2B5EF4-FFF2-40B4-BE49-F238E27FC236}">
                    <a16:creationId xmlns:a16="http://schemas.microsoft.com/office/drawing/2014/main" id="{7CC36514-7F52-F9FD-CCF9-54D6CF53AE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378" y="1770047"/>
                <a:ext cx="241169" cy="241169"/>
              </a:xfrm>
              <a:prstGeom prst="rect">
                <a:avLst/>
              </a:prstGeom>
            </p:spPr>
          </p:pic>
          <p:pic>
            <p:nvPicPr>
              <p:cNvPr id="193" name="Graphic 96" descr="Single gear outline">
                <a:extLst>
                  <a:ext uri="{FF2B5EF4-FFF2-40B4-BE49-F238E27FC236}">
                    <a16:creationId xmlns:a16="http://schemas.microsoft.com/office/drawing/2014/main" id="{C400457E-6E05-B0F2-DDCF-A37DAFEF98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14788" y="1770047"/>
                <a:ext cx="288000" cy="288000"/>
              </a:xfrm>
              <a:prstGeom prst="rect">
                <a:avLst/>
              </a:prstGeom>
            </p:spPr>
          </p:pic>
        </p:grp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423363" y="2252752"/>
              <a:ext cx="22317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000" dirty="0" smtClean="0"/>
                <a:t>Modelação </a:t>
              </a:r>
              <a:r>
                <a:rPr lang="pt-PT" sz="1000" dirty="0"/>
                <a:t>das </a:t>
              </a:r>
              <a:r>
                <a:rPr lang="pt-PT" sz="1000" dirty="0" smtClean="0"/>
                <a:t>tabelas:</a:t>
              </a:r>
              <a:endParaRPr lang="pt-PT" sz="10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PT" sz="1000" b="1" dirty="0"/>
                <a:t>cd_estruturais.tat91_tabelas</a:t>
              </a:r>
              <a:endParaRPr lang="en-US" sz="1000" dirty="0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479249" y="4302854"/>
            <a:ext cx="2433284" cy="1911897"/>
            <a:chOff x="479249" y="2756971"/>
            <a:chExt cx="2433284" cy="1911897"/>
          </a:xfrm>
        </p:grpSpPr>
        <p:grpSp>
          <p:nvGrpSpPr>
            <p:cNvPr id="36" name="Group 35"/>
            <p:cNvGrpSpPr/>
            <p:nvPr/>
          </p:nvGrpSpPr>
          <p:grpSpPr>
            <a:xfrm>
              <a:off x="771929" y="2756971"/>
              <a:ext cx="864000" cy="954291"/>
              <a:chOff x="560492" y="1770047"/>
              <a:chExt cx="864000" cy="954291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75A1838B-B301-0466-8FBE-6AA51216D45E}"/>
                  </a:ext>
                </a:extLst>
              </p:cNvPr>
              <p:cNvGrpSpPr/>
              <p:nvPr/>
            </p:nvGrpSpPr>
            <p:grpSpPr>
              <a:xfrm>
                <a:off x="663730" y="1823026"/>
                <a:ext cx="648000" cy="648000"/>
                <a:chOff x="455122" y="4977513"/>
                <a:chExt cx="648000" cy="648000"/>
              </a:xfrm>
            </p:grpSpPr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EBFCE12C-1CA3-59CA-332B-BC05E3EB5727}"/>
                    </a:ext>
                  </a:extLst>
                </p:cNvPr>
                <p:cNvSpPr/>
                <p:nvPr/>
              </p:nvSpPr>
              <p:spPr>
                <a:xfrm>
                  <a:off x="455122" y="4977513"/>
                  <a:ext cx="648000" cy="648000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>
                    <a:solidFill>
                      <a:prstClr val="white"/>
                    </a:solidFill>
                    <a:latin typeface="Santander Text" panose="020B0504020201020104" pitchFamily="34" charset="0"/>
                  </a:endParaRPr>
                </a:p>
              </p:txBody>
            </p:sp>
            <p:pic>
              <p:nvPicPr>
                <p:cNvPr id="42" name="Graphic 119" descr="Database with solid fill">
                  <a:extLst>
                    <a:ext uri="{FF2B5EF4-FFF2-40B4-BE49-F238E27FC236}">
                      <a16:creationId xmlns:a16="http://schemas.microsoft.com/office/drawing/2014/main" id="{C155FEBF-BA9A-1FF5-B40F-88830AD684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1155" y="5086904"/>
                  <a:ext cx="432000" cy="432000"/>
                </a:xfrm>
                <a:prstGeom prst="rect">
                  <a:avLst/>
                </a:prstGeom>
              </p:spPr>
            </p:pic>
          </p:grp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B260461-7425-D2C7-661E-F3A2808D1D0B}"/>
                  </a:ext>
                </a:extLst>
              </p:cNvPr>
              <p:cNvSpPr txBox="1"/>
              <p:nvPr/>
            </p:nvSpPr>
            <p:spPr>
              <a:xfrm>
                <a:off x="560492" y="2493506"/>
                <a:ext cx="864000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US" sz="900" dirty="0" smtClean="0"/>
                  <a:t>EMPRÉSTIMOS</a:t>
                </a:r>
                <a:endParaRPr lang="en-US" sz="900" dirty="0"/>
              </a:p>
            </p:txBody>
          </p:sp>
          <p:pic>
            <p:nvPicPr>
              <p:cNvPr id="39" name="Imagen 18">
                <a:extLst>
                  <a:ext uri="{FF2B5EF4-FFF2-40B4-BE49-F238E27FC236}">
                    <a16:creationId xmlns:a16="http://schemas.microsoft.com/office/drawing/2014/main" id="{7CC36514-7F52-F9FD-CCF9-54D6CF53AE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378" y="1770047"/>
                <a:ext cx="241169" cy="241169"/>
              </a:xfrm>
              <a:prstGeom prst="rect">
                <a:avLst/>
              </a:prstGeom>
            </p:spPr>
          </p:pic>
          <p:pic>
            <p:nvPicPr>
              <p:cNvPr id="40" name="Graphic 96" descr="Single gear outline">
                <a:extLst>
                  <a:ext uri="{FF2B5EF4-FFF2-40B4-BE49-F238E27FC236}">
                    <a16:creationId xmlns:a16="http://schemas.microsoft.com/office/drawing/2014/main" id="{C400457E-6E05-B0F2-DDCF-A37DAFEF98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14788" y="1770047"/>
                <a:ext cx="288000" cy="288000"/>
              </a:xfrm>
              <a:prstGeom prst="rect">
                <a:avLst/>
              </a:prstGeom>
            </p:spPr>
          </p:pic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479249" y="3653205"/>
              <a:ext cx="243328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000" dirty="0" smtClean="0"/>
                <a:t>Modelação </a:t>
              </a:r>
              <a:r>
                <a:rPr lang="pt-PT" sz="1000" dirty="0"/>
                <a:t>das </a:t>
              </a:r>
              <a:r>
                <a:rPr lang="pt-PT" sz="1000" dirty="0" smtClean="0"/>
                <a:t>tabelas:</a:t>
              </a:r>
              <a:endParaRPr lang="pt-PT" sz="10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PT" sz="1000" b="1" dirty="0" smtClean="0"/>
                <a:t>cd_emprestimos.gpt32_bemimove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PT" sz="1000" b="1" dirty="0" smtClean="0"/>
                <a:t>cd_emprestimos.gpt18_bens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PT" sz="1000" b="1" dirty="0" smtClean="0"/>
                <a:t>cd_emprestimos.gpt14_registos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PT" sz="1000" b="1" dirty="0"/>
                <a:t>cd_emprestimos.gpt31_contrato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00" dirty="0"/>
            </a:p>
          </p:txBody>
        </p:sp>
      </p:grpSp>
      <p:cxnSp>
        <p:nvCxnSpPr>
          <p:cNvPr id="6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167" idx="2"/>
          </p:cNvCxnSpPr>
          <p:nvPr/>
        </p:nvCxnSpPr>
        <p:spPr>
          <a:xfrm rot="10800000" flipV="1">
            <a:off x="6393495" y="1856971"/>
            <a:ext cx="3397342" cy="142931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5495" y="2957967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173225" y="2901773"/>
            <a:ext cx="288000" cy="28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650433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3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Métricas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Adjudicados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4268686" y="4870198"/>
            <a:ext cx="2076867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12-DEZEMBRO-2022-StockAdjudicadosTOTTA </a:t>
            </a:r>
            <a:r>
              <a:rPr lang="en-US" sz="1000" dirty="0" smtClean="0"/>
              <a:t>URBE_2022-12-30</a:t>
            </a:r>
            <a:r>
              <a:rPr lang="en-US" sz="900" dirty="0"/>
              <a:t>.xlsx</a:t>
            </a:r>
            <a:endParaRPr lang="en-US" sz="800" dirty="0"/>
          </a:p>
          <a:p>
            <a:pPr algn="ctr"/>
            <a:endParaRPr lang="en-US" sz="9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1707882" y="4179846"/>
            <a:ext cx="1834422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CarteiraGlobalDeImoveis-2022-12-30_Em </a:t>
            </a:r>
            <a:r>
              <a:rPr lang="en-US" sz="1000" dirty="0" smtClean="0"/>
              <a:t>desinvestimento_v2</a:t>
            </a:r>
            <a:r>
              <a:rPr lang="en-US" sz="900" dirty="0"/>
              <a:t>.xlsx</a:t>
            </a:r>
            <a:endParaRPr lang="en-US" sz="800" dirty="0"/>
          </a:p>
          <a:p>
            <a:pPr algn="ctr"/>
            <a:endParaRPr lang="en-US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1475813" y="2014945"/>
            <a:ext cx="1694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Imoveis</a:t>
            </a:r>
            <a:r>
              <a:rPr lang="en-US" sz="1000" dirty="0"/>
              <a:t> BST </a:t>
            </a:r>
            <a:r>
              <a:rPr lang="en-US" sz="1000" dirty="0" smtClean="0"/>
              <a:t>Dez22.xlsx</a:t>
            </a:r>
            <a:endParaRPr lang="en-US" sz="900" dirty="0"/>
          </a:p>
        </p:txBody>
      </p:sp>
      <p:grpSp>
        <p:nvGrpSpPr>
          <p:cNvPr id="59" name="Group 58"/>
          <p:cNvGrpSpPr/>
          <p:nvPr/>
        </p:nvGrpSpPr>
        <p:grpSpPr>
          <a:xfrm>
            <a:off x="8650521" y="1349095"/>
            <a:ext cx="864000" cy="954291"/>
            <a:chOff x="560492" y="1770047"/>
            <a:chExt cx="864000" cy="954291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663730" y="1823026"/>
              <a:ext cx="648000" cy="648000"/>
              <a:chOff x="455122" y="4977513"/>
              <a:chExt cx="648000" cy="648000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7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560492" y="2493506"/>
              <a:ext cx="864000" cy="2308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 dirty="0" smtClean="0"/>
                <a:t>RISCOS</a:t>
              </a:r>
              <a:endParaRPr lang="en-US" sz="900" dirty="0"/>
            </a:p>
          </p:txBody>
        </p:sp>
        <p:pic>
          <p:nvPicPr>
            <p:cNvPr id="63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6378" y="1770047"/>
              <a:ext cx="241169" cy="241169"/>
            </a:xfrm>
            <a:prstGeom prst="rect">
              <a:avLst/>
            </a:prstGeom>
          </p:spPr>
        </p:pic>
        <p:pic>
          <p:nvPicPr>
            <p:cNvPr id="64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14788" y="1770047"/>
              <a:ext cx="288000" cy="288000"/>
            </a:xfrm>
            <a:prstGeom prst="rect">
              <a:avLst/>
            </a:prstGeom>
          </p:spPr>
        </p:pic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357841" y="2245329"/>
            <a:ext cx="2231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/>
              <a:t>Modelação </a:t>
            </a:r>
            <a:r>
              <a:rPr lang="pt-PT" sz="1000" dirty="0"/>
              <a:t>das </a:t>
            </a:r>
            <a:r>
              <a:rPr lang="pt-PT" sz="1000" dirty="0" smtClean="0"/>
              <a:t>tabelas:</a:t>
            </a:r>
            <a:endParaRPr lang="pt-PT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/>
              <a:t>cd_riscos.ivt01_imoveis</a:t>
            </a:r>
            <a:endParaRPr lang="en-US" sz="1000" dirty="0"/>
          </a:p>
        </p:txBody>
      </p:sp>
      <p:grpSp>
        <p:nvGrpSpPr>
          <p:cNvPr id="69" name="Group 68"/>
          <p:cNvGrpSpPr/>
          <p:nvPr/>
        </p:nvGrpSpPr>
        <p:grpSpPr>
          <a:xfrm>
            <a:off x="5653180" y="1349095"/>
            <a:ext cx="864000" cy="954291"/>
            <a:chOff x="560492" y="1770047"/>
            <a:chExt cx="864000" cy="954291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663730" y="1823026"/>
              <a:ext cx="648000" cy="648000"/>
              <a:chOff x="455122" y="4977513"/>
              <a:chExt cx="648000" cy="648000"/>
            </a:xfrm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6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560492" y="2493506"/>
              <a:ext cx="864000" cy="2308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 dirty="0" smtClean="0"/>
                <a:t>LEASING</a:t>
              </a:r>
              <a:endParaRPr lang="en-US" sz="900" dirty="0"/>
            </a:p>
          </p:txBody>
        </p:sp>
        <p:pic>
          <p:nvPicPr>
            <p:cNvPr id="73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6378" y="1770047"/>
              <a:ext cx="241169" cy="241169"/>
            </a:xfrm>
            <a:prstGeom prst="rect">
              <a:avLst/>
            </a:prstGeom>
          </p:spPr>
        </p:pic>
        <p:pic>
          <p:nvPicPr>
            <p:cNvPr id="74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14788" y="1770047"/>
              <a:ext cx="288000" cy="288000"/>
            </a:xfrm>
            <a:prstGeom prst="rect">
              <a:avLst/>
            </a:prstGeom>
          </p:spPr>
        </p:pic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360500" y="2245329"/>
            <a:ext cx="2231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/>
              <a:t>Modelação </a:t>
            </a:r>
            <a:r>
              <a:rPr lang="pt-PT" sz="1000" dirty="0"/>
              <a:t>das </a:t>
            </a:r>
            <a:r>
              <a:rPr lang="pt-PT" sz="1000" dirty="0" smtClean="0"/>
              <a:t>tabelas:</a:t>
            </a:r>
            <a:endParaRPr lang="pt-PT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/>
              <a:t>cd_leasing.lgt03_ravalimo</a:t>
            </a:r>
            <a:endParaRPr lang="en-US" sz="1000" dirty="0"/>
          </a:p>
        </p:txBody>
      </p:sp>
      <p:grpSp>
        <p:nvGrpSpPr>
          <p:cNvPr id="78" name="Group 77"/>
          <p:cNvGrpSpPr/>
          <p:nvPr/>
        </p:nvGrpSpPr>
        <p:grpSpPr>
          <a:xfrm>
            <a:off x="8650521" y="3136186"/>
            <a:ext cx="864000" cy="954291"/>
            <a:chOff x="560492" y="1770047"/>
            <a:chExt cx="864000" cy="954291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663730" y="1823026"/>
              <a:ext cx="648000" cy="648000"/>
              <a:chOff x="455122" y="4977513"/>
              <a:chExt cx="648000" cy="648000"/>
            </a:xfrm>
          </p:grpSpPr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85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560492" y="2493506"/>
              <a:ext cx="864000" cy="2308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 dirty="0" smtClean="0"/>
                <a:t>ESTRUTURAIS</a:t>
              </a:r>
              <a:endParaRPr lang="en-US" sz="900" dirty="0"/>
            </a:p>
          </p:txBody>
        </p:sp>
        <p:pic>
          <p:nvPicPr>
            <p:cNvPr id="82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6378" y="1770047"/>
              <a:ext cx="241169" cy="241169"/>
            </a:xfrm>
            <a:prstGeom prst="rect">
              <a:avLst/>
            </a:prstGeom>
          </p:spPr>
        </p:pic>
        <p:pic>
          <p:nvPicPr>
            <p:cNvPr id="83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114788" y="1770047"/>
              <a:ext cx="288000" cy="288000"/>
            </a:xfrm>
            <a:prstGeom prst="rect">
              <a:avLst/>
            </a:prstGeom>
          </p:spPr>
        </p:pic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357841" y="4032420"/>
            <a:ext cx="2231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/>
              <a:t>Modelação </a:t>
            </a:r>
            <a:r>
              <a:rPr lang="pt-PT" sz="1000" dirty="0"/>
              <a:t>das </a:t>
            </a:r>
            <a:r>
              <a:rPr lang="pt-PT" sz="1000" dirty="0" smtClean="0"/>
              <a:t>tabelas:</a:t>
            </a:r>
            <a:endParaRPr lang="pt-PT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/>
              <a:t>cd_estruturais.tat91_tabelas</a:t>
            </a:r>
            <a:endParaRPr lang="en-US" sz="1000" dirty="0"/>
          </a:p>
        </p:txBody>
      </p:sp>
      <p:grpSp>
        <p:nvGrpSpPr>
          <p:cNvPr id="87" name="Group 86"/>
          <p:cNvGrpSpPr/>
          <p:nvPr/>
        </p:nvGrpSpPr>
        <p:grpSpPr>
          <a:xfrm>
            <a:off x="8650521" y="4742617"/>
            <a:ext cx="864000" cy="954291"/>
            <a:chOff x="560492" y="1770047"/>
            <a:chExt cx="864000" cy="954291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663730" y="1823026"/>
              <a:ext cx="648000" cy="648000"/>
              <a:chOff x="455122" y="4977513"/>
              <a:chExt cx="648000" cy="648000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94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560492" y="2493506"/>
              <a:ext cx="864000" cy="2308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 dirty="0" smtClean="0"/>
                <a:t>EMPRÉSTIMOS</a:t>
              </a:r>
              <a:endParaRPr lang="en-US" sz="900" dirty="0"/>
            </a:p>
          </p:txBody>
        </p:sp>
        <p:pic>
          <p:nvPicPr>
            <p:cNvPr id="91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6378" y="1770047"/>
              <a:ext cx="241169" cy="241169"/>
            </a:xfrm>
            <a:prstGeom prst="rect">
              <a:avLst/>
            </a:prstGeom>
          </p:spPr>
        </p:pic>
        <p:pic>
          <p:nvPicPr>
            <p:cNvPr id="92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114788" y="1770047"/>
              <a:ext cx="288000" cy="288000"/>
            </a:xfrm>
            <a:prstGeom prst="rect">
              <a:avLst/>
            </a:prstGeom>
          </p:spPr>
        </p:pic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357841" y="5638851"/>
            <a:ext cx="24332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/>
              <a:t>Modelação </a:t>
            </a:r>
            <a:r>
              <a:rPr lang="pt-PT" sz="1000" dirty="0"/>
              <a:t>das </a:t>
            </a:r>
            <a:r>
              <a:rPr lang="pt-PT" sz="1000" dirty="0" smtClean="0"/>
              <a:t>tabelas: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 smtClean="0"/>
              <a:t>cd_emprestimos.gpt32_bemimove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 smtClean="0"/>
              <a:t>cd_emprestimos.gpt18_bens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PT" sz="1000" b="1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96" name="Rectangle 95"/>
          <p:cNvSpPr/>
          <p:nvPr/>
        </p:nvSpPr>
        <p:spPr>
          <a:xfrm>
            <a:off x="5434040" y="3616043"/>
            <a:ext cx="1468672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 smtClean="0"/>
              <a:t>Métricas Adjudicados</a:t>
            </a:r>
            <a:endParaRPr lang="pt-PT" sz="1050" dirty="0"/>
          </a:p>
        </p:txBody>
      </p:sp>
      <p:cxnSp>
        <p:nvCxnSpPr>
          <p:cNvPr id="100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>
            <a:off x="2595583" y="1672264"/>
            <a:ext cx="3211937" cy="164136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 flipV="1">
            <a:off x="2935572" y="3313630"/>
            <a:ext cx="2871948" cy="53568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065927" y="3495922"/>
            <a:ext cx="923884" cy="559301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75" idx="2"/>
          </p:cNvCxnSpPr>
          <p:nvPr/>
        </p:nvCxnSpPr>
        <p:spPr>
          <a:xfrm rot="10800000" flipH="1" flipV="1">
            <a:off x="5756418" y="1726074"/>
            <a:ext cx="51102" cy="1587556"/>
          </a:xfrm>
          <a:prstGeom prst="bentConnector3">
            <a:avLst>
              <a:gd name="adj1" fmla="val -1229357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65" idx="2"/>
          </p:cNvCxnSpPr>
          <p:nvPr/>
        </p:nvCxnSpPr>
        <p:spPr>
          <a:xfrm rot="10800000" flipV="1">
            <a:off x="6455521" y="1726074"/>
            <a:ext cx="2298239" cy="158755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84" idx="2"/>
          </p:cNvCxnSpPr>
          <p:nvPr/>
        </p:nvCxnSpPr>
        <p:spPr>
          <a:xfrm rot="10800000">
            <a:off x="6455521" y="3313631"/>
            <a:ext cx="2298239" cy="19953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93" idx="2"/>
          </p:cNvCxnSpPr>
          <p:nvPr/>
        </p:nvCxnSpPr>
        <p:spPr>
          <a:xfrm rot="10800000">
            <a:off x="6455521" y="3313630"/>
            <a:ext cx="2298239" cy="180596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1173107" y="2257003"/>
            <a:ext cx="287693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 smtClean="0"/>
              <a:t>” possui informação sobre os imóveis adjudicados das seguintes origens: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dirty="0" err="1" smtClean="0"/>
              <a:t>Dações+Arrematações</a:t>
            </a:r>
            <a:endParaRPr lang="pt-PT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dirty="0" smtClean="0"/>
              <a:t>Stock IFIC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dirty="0" smtClean="0"/>
              <a:t>Stock Adjudicados</a:t>
            </a:r>
            <a:endParaRPr lang="en-US" sz="10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1399287" y="4743415"/>
            <a:ext cx="28769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 smtClean="0"/>
              <a:t>” possui informação sobre os imóveis adjudicados das seguintes origens: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dirty="0" smtClean="0"/>
              <a:t>Stock Adjudicados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dirty="0" err="1" smtClean="0"/>
              <a:t>Totta</a:t>
            </a:r>
            <a:r>
              <a:rPr lang="pt-PT" sz="1000" dirty="0" smtClean="0"/>
              <a:t> URBE</a:t>
            </a:r>
            <a:endParaRPr lang="en-US" sz="10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4060710" y="5455224"/>
            <a:ext cx="28769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 smtClean="0"/>
              <a:t>” possui informação sobre os imóveis adjudicados das seguintes origens: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dirty="0" err="1" smtClean="0"/>
              <a:t>Totta</a:t>
            </a:r>
            <a:r>
              <a:rPr lang="pt-PT" sz="1000" dirty="0" smtClean="0"/>
              <a:t> URBE</a:t>
            </a:r>
            <a:endParaRPr lang="en-US" sz="1000" dirty="0"/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F1626CE6-E784-2E6F-3629-734D143C998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32428" y="4190711"/>
            <a:ext cx="648000" cy="648000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F1626CE6-E784-2E6F-3629-734D143C998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22913" y="3508483"/>
            <a:ext cx="648000" cy="648000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F1626CE6-E784-2E6F-3629-734D143C998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14342" y="1336583"/>
            <a:ext cx="648000" cy="648000"/>
          </a:xfrm>
          <a:prstGeom prst="rect">
            <a:avLst/>
          </a:prstGeom>
        </p:spPr>
      </p:pic>
      <p:pic>
        <p:nvPicPr>
          <p:cNvPr id="104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8610" y="2992007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244761" y="2936069"/>
            <a:ext cx="288000" cy="28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4110729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4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Universo</a:t>
            </a:r>
            <a:r>
              <a:rPr lang="en-US" sz="2000" dirty="0" smtClean="0">
                <a:solidFill>
                  <a:srgbClr val="FF0000"/>
                </a:solidFill>
              </a:rPr>
              <a:t> Full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309986" y="4039871"/>
            <a:ext cx="973343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 smtClean="0"/>
              <a:t>Universo </a:t>
            </a:r>
            <a:r>
              <a:rPr lang="pt-PT" sz="1050" dirty="0" err="1" smtClean="0"/>
              <a:t>Full</a:t>
            </a:r>
            <a:endParaRPr lang="pt-PT" sz="1050" dirty="0" smtClean="0"/>
          </a:p>
        </p:txBody>
      </p:sp>
      <p:grpSp>
        <p:nvGrpSpPr>
          <p:cNvPr id="38" name="Group 37"/>
          <p:cNvGrpSpPr/>
          <p:nvPr/>
        </p:nvGrpSpPr>
        <p:grpSpPr>
          <a:xfrm>
            <a:off x="1315195" y="2567738"/>
            <a:ext cx="2326264" cy="1748912"/>
            <a:chOff x="2794376" y="1423671"/>
            <a:chExt cx="2326264" cy="1748912"/>
          </a:xfrm>
        </p:grpSpPr>
        <p:grpSp>
          <p:nvGrpSpPr>
            <p:cNvPr id="39" name="Group 38"/>
            <p:cNvGrpSpPr/>
            <p:nvPr/>
          </p:nvGrpSpPr>
          <p:grpSpPr>
            <a:xfrm>
              <a:off x="3087056" y="1423671"/>
              <a:ext cx="864000" cy="954291"/>
              <a:chOff x="560492" y="1770047"/>
              <a:chExt cx="864000" cy="954291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75A1838B-B301-0466-8FBE-6AA51216D45E}"/>
                  </a:ext>
                </a:extLst>
              </p:cNvPr>
              <p:cNvGrpSpPr/>
              <p:nvPr/>
            </p:nvGrpSpPr>
            <p:grpSpPr>
              <a:xfrm>
                <a:off x="663730" y="1823026"/>
                <a:ext cx="648000" cy="648000"/>
                <a:chOff x="455122" y="4977513"/>
                <a:chExt cx="648000" cy="648000"/>
              </a:xfrm>
            </p:grpSpPr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EBFCE12C-1CA3-59CA-332B-BC05E3EB5727}"/>
                    </a:ext>
                  </a:extLst>
                </p:cNvPr>
                <p:cNvSpPr/>
                <p:nvPr/>
              </p:nvSpPr>
              <p:spPr>
                <a:xfrm>
                  <a:off x="455122" y="4977513"/>
                  <a:ext cx="648000" cy="648000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>
                    <a:solidFill>
                      <a:prstClr val="white"/>
                    </a:solidFill>
                    <a:latin typeface="Santander Text" panose="020B0504020201020104" pitchFamily="34" charset="0"/>
                  </a:endParaRPr>
                </a:p>
              </p:txBody>
            </p:sp>
            <p:pic>
              <p:nvPicPr>
                <p:cNvPr id="47" name="Graphic 119" descr="Database with solid fill">
                  <a:extLst>
                    <a:ext uri="{FF2B5EF4-FFF2-40B4-BE49-F238E27FC236}">
                      <a16:creationId xmlns:a16="http://schemas.microsoft.com/office/drawing/2014/main" id="{C155FEBF-BA9A-1FF5-B40F-88830AD684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1155" y="5086904"/>
                  <a:ext cx="432000" cy="432000"/>
                </a:xfrm>
                <a:prstGeom prst="rect">
                  <a:avLst/>
                </a:prstGeom>
              </p:spPr>
            </p:pic>
          </p:grp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B260461-7425-D2C7-661E-F3A2808D1D0B}"/>
                  </a:ext>
                </a:extLst>
              </p:cNvPr>
              <p:cNvSpPr txBox="1"/>
              <p:nvPr/>
            </p:nvSpPr>
            <p:spPr>
              <a:xfrm>
                <a:off x="560492" y="2493506"/>
                <a:ext cx="8640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/>
                  <a:t>CAPTOOLS</a:t>
                </a:r>
              </a:p>
            </p:txBody>
          </p:sp>
          <p:pic>
            <p:nvPicPr>
              <p:cNvPr id="43" name="Imagen 18">
                <a:extLst>
                  <a:ext uri="{FF2B5EF4-FFF2-40B4-BE49-F238E27FC236}">
                    <a16:creationId xmlns:a16="http://schemas.microsoft.com/office/drawing/2014/main" id="{7CC36514-7F52-F9FD-CCF9-54D6CF53AE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378" y="1770047"/>
                <a:ext cx="241169" cy="241169"/>
              </a:xfrm>
              <a:prstGeom prst="rect">
                <a:avLst/>
              </a:prstGeom>
            </p:spPr>
          </p:pic>
          <p:pic>
            <p:nvPicPr>
              <p:cNvPr id="45" name="Graphic 96" descr="Single gear outline">
                <a:extLst>
                  <a:ext uri="{FF2B5EF4-FFF2-40B4-BE49-F238E27FC236}">
                    <a16:creationId xmlns:a16="http://schemas.microsoft.com/office/drawing/2014/main" id="{C400457E-6E05-B0F2-DDCF-A37DAFEF98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14788" y="1770047"/>
                <a:ext cx="288000" cy="288000"/>
              </a:xfrm>
              <a:prstGeom prst="rect">
                <a:avLst/>
              </a:prstGeom>
            </p:spPr>
          </p:pic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2794376" y="2310809"/>
              <a:ext cx="2326264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000" dirty="0" smtClean="0"/>
                <a:t>Modelação </a:t>
              </a:r>
              <a:r>
                <a:rPr lang="pt-PT" sz="1000" dirty="0"/>
                <a:t>das </a:t>
              </a:r>
              <a:r>
                <a:rPr lang="pt-PT" sz="1000" dirty="0" smtClean="0"/>
                <a:t>tabelas:</a:t>
              </a:r>
              <a:endParaRPr lang="pt-PT" sz="10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PT" sz="1000" b="1" dirty="0"/>
                <a:t>cd_captools.nm001_master_cto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PT" sz="1000" b="1" dirty="0" smtClean="0"/>
                <a:t>cd_captools.ct001_univ_saldo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PT" sz="1000" b="1" dirty="0" err="1" smtClean="0"/>
                <a:t>cd_captools.kt_chaves_finrep</a:t>
              </a:r>
              <a:endParaRPr lang="pt-PT" sz="1000" b="1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00" dirty="0"/>
            </a:p>
          </p:txBody>
        </p:sp>
      </p:grpSp>
      <p:pic>
        <p:nvPicPr>
          <p:cNvPr id="48" name="Picture 47">
            <a:extLst>
              <a:ext uri="{FF2B5EF4-FFF2-40B4-BE49-F238E27FC236}">
                <a16:creationId xmlns:a16="http://schemas.microsoft.com/office/drawing/2014/main" id="{F1626CE6-E784-2E6F-3629-734D143C998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96149" y="2620717"/>
            <a:ext cx="648000" cy="64800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8256783" y="3346496"/>
            <a:ext cx="1694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 smtClean="0"/>
              <a:t>Imóveis</a:t>
            </a:r>
            <a:r>
              <a:rPr lang="en-US" sz="1000" dirty="0" smtClean="0"/>
              <a:t> Adjudicados.xlsx</a:t>
            </a:r>
            <a:endParaRPr lang="en-US" sz="9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7998287" y="3589219"/>
            <a:ext cx="28769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 smtClean="0"/>
              <a:t>” possui informação sobre os IDCOMBS e respetivos satélites</a:t>
            </a:r>
          </a:p>
        </p:txBody>
      </p:sp>
      <p:pic>
        <p:nvPicPr>
          <p:cNvPr id="51" name="Picture 139" descr="Related image">
            <a:extLst>
              <a:ext uri="{FF2B5EF4-FFF2-40B4-BE49-F238E27FC236}">
                <a16:creationId xmlns:a16="http://schemas.microsoft.com/office/drawing/2014/main" id="{A03B1872-3441-4871-9064-379F48F92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883" y="2542938"/>
            <a:ext cx="241169" cy="241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2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46" idx="6"/>
          </p:cNvCxnSpPr>
          <p:nvPr/>
        </p:nvCxnSpPr>
        <p:spPr>
          <a:xfrm>
            <a:off x="2359113" y="2944717"/>
            <a:ext cx="3113545" cy="77115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48" idx="1"/>
          </p:cNvCxnSpPr>
          <p:nvPr/>
        </p:nvCxnSpPr>
        <p:spPr>
          <a:xfrm rot="10800000" flipV="1">
            <a:off x="6120659" y="2944717"/>
            <a:ext cx="2575491" cy="77115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643207" y="2533563"/>
            <a:ext cx="288000" cy="288000"/>
          </a:xfrm>
          <a:prstGeom prst="rect">
            <a:avLst/>
          </a:prstGeom>
        </p:spPr>
      </p:pic>
      <p:pic>
        <p:nvPicPr>
          <p:cNvPr id="22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2657" y="3368261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892436" y="3308714"/>
            <a:ext cx="288000" cy="28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836973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24" y="626520"/>
            <a:ext cx="5892021" cy="2853398"/>
          </a:xfrm>
        </p:spPr>
        <p:txBody>
          <a:bodyPr/>
          <a:lstStyle/>
          <a:p>
            <a:r>
              <a:rPr lang="pt-PT" dirty="0"/>
              <a:t>Fluxos </a:t>
            </a:r>
            <a:r>
              <a:rPr lang="pt-PT" dirty="0" smtClean="0"/>
              <a:t>Secundários</a:t>
            </a:r>
            <a:br>
              <a:rPr lang="pt-PT" dirty="0" smtClean="0"/>
            </a:br>
            <a:endParaRPr lang="pt-P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 smtClean="0"/>
              <a:t>05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77929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2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Satélite</a:t>
            </a:r>
            <a:r>
              <a:rPr lang="en-US" sz="2000" dirty="0" smtClean="0">
                <a:solidFill>
                  <a:srgbClr val="FF0000"/>
                </a:solidFill>
              </a:rPr>
              <a:t> 79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014201" y="2003818"/>
            <a:ext cx="973343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 smtClean="0"/>
              <a:t>Universo </a:t>
            </a:r>
            <a:r>
              <a:rPr lang="pt-PT" sz="1050" dirty="0" err="1" smtClean="0"/>
              <a:t>Full</a:t>
            </a:r>
            <a:endParaRPr lang="pt-PT" sz="1050" dirty="0" smtClean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7871676" y="5320108"/>
            <a:ext cx="1694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20221021 Pillar 3 ESG - List of Paris excluded companies.xlsx</a:t>
            </a:r>
            <a:endParaRPr lang="en-US" sz="900" dirty="0"/>
          </a:p>
        </p:txBody>
      </p:sp>
      <p:grpSp>
        <p:nvGrpSpPr>
          <p:cNvPr id="30" name="Group 29"/>
          <p:cNvGrpSpPr/>
          <p:nvPr/>
        </p:nvGrpSpPr>
        <p:grpSpPr>
          <a:xfrm>
            <a:off x="1467289" y="2867894"/>
            <a:ext cx="864000" cy="954291"/>
            <a:chOff x="560492" y="1770047"/>
            <a:chExt cx="864000" cy="954291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663730" y="1823026"/>
              <a:ext cx="648000" cy="648000"/>
              <a:chOff x="455122" y="4977513"/>
              <a:chExt cx="648000" cy="648000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53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560492" y="2493506"/>
              <a:ext cx="86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CAPTOOLS</a:t>
              </a:r>
            </a:p>
          </p:txBody>
        </p:sp>
        <p:pic>
          <p:nvPicPr>
            <p:cNvPr id="34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6378" y="1770047"/>
              <a:ext cx="241169" cy="241169"/>
            </a:xfrm>
            <a:prstGeom prst="rect">
              <a:avLst/>
            </a:prstGeom>
          </p:spPr>
        </p:pic>
        <p:pic>
          <p:nvPicPr>
            <p:cNvPr id="35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114788" y="1770047"/>
              <a:ext cx="288000" cy="288000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1174609" y="3755032"/>
            <a:ext cx="2326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/>
              <a:t>Modelação </a:t>
            </a:r>
            <a:r>
              <a:rPr lang="pt-PT" sz="1000" dirty="0"/>
              <a:t>das </a:t>
            </a:r>
            <a:r>
              <a:rPr lang="pt-PT" sz="1000" dirty="0" smtClean="0"/>
              <a:t>tabelas:</a:t>
            </a:r>
            <a:endParaRPr lang="pt-PT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/>
              <a:t>cd_captools.fr802_pl_contas</a:t>
            </a:r>
            <a:endParaRPr lang="en-US" sz="1000" dirty="0"/>
          </a:p>
        </p:txBody>
      </p:sp>
      <p:sp>
        <p:nvSpPr>
          <p:cNvPr id="56" name="Rectangle 55"/>
          <p:cNvSpPr/>
          <p:nvPr/>
        </p:nvSpPr>
        <p:spPr>
          <a:xfrm>
            <a:off x="7691398" y="2036043"/>
            <a:ext cx="164820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 smtClean="0"/>
              <a:t>Repartição de Garantias</a:t>
            </a:r>
            <a:endParaRPr lang="pt-PT" sz="105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2662675" y="5320108"/>
            <a:ext cx="1694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20230523 Pillar 3 ESG - Physical </a:t>
            </a:r>
            <a:r>
              <a:rPr lang="en-US" sz="1000" dirty="0" smtClean="0"/>
              <a:t>risk.v4.xlsx</a:t>
            </a:r>
            <a:endParaRPr lang="en-US" sz="900" dirty="0"/>
          </a:p>
        </p:txBody>
      </p:sp>
      <p:grpSp>
        <p:nvGrpSpPr>
          <p:cNvPr id="61" name="Group 60"/>
          <p:cNvGrpSpPr/>
          <p:nvPr/>
        </p:nvGrpSpPr>
        <p:grpSpPr>
          <a:xfrm>
            <a:off x="9204689" y="2867894"/>
            <a:ext cx="864000" cy="954291"/>
            <a:chOff x="560492" y="1770047"/>
            <a:chExt cx="864000" cy="954291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663730" y="1823026"/>
              <a:ext cx="648000" cy="648000"/>
              <a:chOff x="455122" y="4977513"/>
              <a:chExt cx="648000" cy="648000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8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560492" y="2493506"/>
              <a:ext cx="864000" cy="2308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 dirty="0" smtClean="0"/>
                <a:t>ESTRUTURAIS</a:t>
              </a:r>
              <a:endParaRPr lang="en-US" sz="900" dirty="0"/>
            </a:p>
          </p:txBody>
        </p:sp>
        <p:pic>
          <p:nvPicPr>
            <p:cNvPr id="65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6378" y="1770047"/>
              <a:ext cx="241169" cy="241169"/>
            </a:xfrm>
            <a:prstGeom prst="rect">
              <a:avLst/>
            </a:prstGeom>
          </p:spPr>
        </p:pic>
        <p:pic>
          <p:nvPicPr>
            <p:cNvPr id="66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114788" y="1770047"/>
              <a:ext cx="288000" cy="288000"/>
            </a:xfrm>
            <a:prstGeom prst="rect">
              <a:avLst/>
            </a:prstGeom>
          </p:spPr>
        </p:pic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912009" y="3764128"/>
            <a:ext cx="2231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/>
              <a:t>Modelação </a:t>
            </a:r>
            <a:r>
              <a:rPr lang="pt-PT" sz="1000" dirty="0"/>
              <a:t>das </a:t>
            </a:r>
            <a:r>
              <a:rPr lang="pt-PT" sz="1000" dirty="0" smtClean="0"/>
              <a:t>tabelas:</a:t>
            </a:r>
            <a:endParaRPr lang="pt-PT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000" b="1" dirty="0"/>
              <a:t>cd_estruturais.tat91_tabelas</a:t>
            </a:r>
            <a:endParaRPr lang="en-US" sz="1000" dirty="0"/>
          </a:p>
        </p:txBody>
      </p:sp>
      <p:sp>
        <p:nvSpPr>
          <p:cNvPr id="71" name="Rectangle 70"/>
          <p:cNvSpPr/>
          <p:nvPr/>
        </p:nvSpPr>
        <p:spPr>
          <a:xfrm>
            <a:off x="5285366" y="1870296"/>
            <a:ext cx="1468672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 smtClean="0"/>
              <a:t>Métricas Adjudicados</a:t>
            </a:r>
            <a:endParaRPr lang="pt-PT" sz="1050" dirty="0"/>
          </a:p>
        </p:txBody>
      </p:sp>
      <p:pic>
        <p:nvPicPr>
          <p:cNvPr id="73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1207" y="2971988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" name="Rectangle 73"/>
          <p:cNvSpPr/>
          <p:nvPr/>
        </p:nvSpPr>
        <p:spPr>
          <a:xfrm>
            <a:off x="5683876" y="3633685"/>
            <a:ext cx="82266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 smtClean="0"/>
              <a:t>Satélite 79</a:t>
            </a:r>
            <a:endParaRPr lang="pt-PT" sz="105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2337741" y="5679631"/>
            <a:ext cx="28769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 smtClean="0"/>
              <a:t>” possui informação sobre os riscos físicos associados aos colaterais imóveis.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7560325" y="5802127"/>
            <a:ext cx="28769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 smtClean="0"/>
              <a:t>” possui informação sobre as entidades excluídas pelo acordo de Paris.</a:t>
            </a:r>
          </a:p>
        </p:txBody>
      </p:sp>
      <p:cxnSp>
        <p:nvCxnSpPr>
          <p:cNvPr id="77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44" idx="6"/>
            <a:endCxn id="73" idx="1"/>
          </p:cNvCxnSpPr>
          <p:nvPr/>
        </p:nvCxnSpPr>
        <p:spPr>
          <a:xfrm>
            <a:off x="2218527" y="3244873"/>
            <a:ext cx="3552680" cy="51115"/>
          </a:xfrm>
          <a:prstGeom prst="bentConnector3">
            <a:avLst>
              <a:gd name="adj1" fmla="val 7959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endCxn id="73" idx="1"/>
          </p:cNvCxnSpPr>
          <p:nvPr/>
        </p:nvCxnSpPr>
        <p:spPr>
          <a:xfrm>
            <a:off x="3824873" y="1679818"/>
            <a:ext cx="1946334" cy="1616170"/>
          </a:xfrm>
          <a:prstGeom prst="bentConnector3">
            <a:avLst>
              <a:gd name="adj1" fmla="val 62788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endCxn id="73" idx="1"/>
          </p:cNvCxnSpPr>
          <p:nvPr/>
        </p:nvCxnSpPr>
        <p:spPr>
          <a:xfrm rot="10800000" flipH="1" flipV="1">
            <a:off x="5658845" y="1567882"/>
            <a:ext cx="112361" cy="1728105"/>
          </a:xfrm>
          <a:prstGeom prst="bentConnector3">
            <a:avLst>
              <a:gd name="adj1" fmla="val -54501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endCxn id="73" idx="3"/>
          </p:cNvCxnSpPr>
          <p:nvPr/>
        </p:nvCxnSpPr>
        <p:spPr>
          <a:xfrm rot="10800000" flipV="1">
            <a:off x="6419208" y="1733508"/>
            <a:ext cx="1766839" cy="1562480"/>
          </a:xfrm>
          <a:prstGeom prst="bentConnector3">
            <a:avLst>
              <a:gd name="adj1" fmla="val 7501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67" idx="2"/>
            <a:endCxn id="73" idx="3"/>
          </p:cNvCxnSpPr>
          <p:nvPr/>
        </p:nvCxnSpPr>
        <p:spPr>
          <a:xfrm rot="10800000" flipV="1">
            <a:off x="6419207" y="3244872"/>
            <a:ext cx="2888720" cy="51115"/>
          </a:xfrm>
          <a:prstGeom prst="bentConnector3">
            <a:avLst>
              <a:gd name="adj1" fmla="val 84761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endCxn id="73" idx="3"/>
          </p:cNvCxnSpPr>
          <p:nvPr/>
        </p:nvCxnSpPr>
        <p:spPr>
          <a:xfrm rot="10800000">
            <a:off x="6419208" y="3295989"/>
            <a:ext cx="1891835" cy="1622341"/>
          </a:xfrm>
          <a:prstGeom prst="bentConnector3">
            <a:avLst>
              <a:gd name="adj1" fmla="val 7658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endCxn id="73" idx="1"/>
          </p:cNvCxnSpPr>
          <p:nvPr/>
        </p:nvCxnSpPr>
        <p:spPr>
          <a:xfrm flipV="1">
            <a:off x="3750041" y="3295988"/>
            <a:ext cx="2021166" cy="1622341"/>
          </a:xfrm>
          <a:prstGeom prst="bentConnector3">
            <a:avLst>
              <a:gd name="adj1" fmla="val 6409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10C464CC-F2F1-ABB8-F4F2-C2AC0D25866A}"/>
              </a:ext>
            </a:extLst>
          </p:cNvPr>
          <p:cNvSpPr txBox="1"/>
          <p:nvPr/>
        </p:nvSpPr>
        <p:spPr>
          <a:xfrm>
            <a:off x="5911876" y="5654983"/>
            <a:ext cx="75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000" dirty="0"/>
          </a:p>
        </p:txBody>
      </p:sp>
      <p:sp>
        <p:nvSpPr>
          <p:cNvPr id="125" name="Rectangle 124"/>
          <p:cNvSpPr/>
          <p:nvPr/>
        </p:nvSpPr>
        <p:spPr>
          <a:xfrm>
            <a:off x="5290060" y="5555518"/>
            <a:ext cx="1758815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 smtClean="0"/>
              <a:t>Métricas contrato e cliente</a:t>
            </a:r>
            <a:endParaRPr lang="pt-PT" sz="1050" dirty="0"/>
          </a:p>
        </p:txBody>
      </p:sp>
      <p:cxnSp>
        <p:nvCxnSpPr>
          <p:cNvPr id="12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endCxn id="73" idx="3"/>
          </p:cNvCxnSpPr>
          <p:nvPr/>
        </p:nvCxnSpPr>
        <p:spPr>
          <a:xfrm rot="5400000" flipH="1" flipV="1">
            <a:off x="5512580" y="4059555"/>
            <a:ext cx="1670193" cy="143061"/>
          </a:xfrm>
          <a:prstGeom prst="bentConnector4">
            <a:avLst>
              <a:gd name="adj1" fmla="val 2996"/>
              <a:gd name="adj2" fmla="val 409871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" name="Picture 84">
            <a:extLst>
              <a:ext uri="{FF2B5EF4-FFF2-40B4-BE49-F238E27FC236}">
                <a16:creationId xmlns:a16="http://schemas.microsoft.com/office/drawing/2014/main" id="{21B11F74-7093-31B5-1C86-B1F74027EB63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9075" y="4617113"/>
            <a:ext cx="648000" cy="648000"/>
          </a:xfrm>
          <a:prstGeom prst="ellipse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21B11F74-7093-31B5-1C86-B1F74027EB63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1041" y="4617113"/>
            <a:ext cx="648000" cy="648000"/>
          </a:xfrm>
          <a:prstGeom prst="ellipse">
            <a:avLst/>
          </a:prstGeom>
        </p:spPr>
      </p:pic>
      <p:pic>
        <p:nvPicPr>
          <p:cNvPr id="87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9489" y="1409508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8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6411" y="1220865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1915" y="1358954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2146" y="4980359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073810" y="1179917"/>
            <a:ext cx="288000" cy="288000"/>
          </a:xfrm>
          <a:prstGeom prst="rect">
            <a:avLst/>
          </a:prstGeom>
        </p:spPr>
      </p:pic>
      <p:pic>
        <p:nvPicPr>
          <p:cNvPr id="92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617333" y="1305160"/>
            <a:ext cx="288000" cy="288000"/>
          </a:xfrm>
          <a:prstGeom prst="rect">
            <a:avLst/>
          </a:prstGeom>
        </p:spPr>
      </p:pic>
      <p:pic>
        <p:nvPicPr>
          <p:cNvPr id="93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610191" y="1362409"/>
            <a:ext cx="288000" cy="288000"/>
          </a:xfrm>
          <a:prstGeom prst="rect">
            <a:avLst/>
          </a:prstGeom>
        </p:spPr>
      </p:pic>
      <p:pic>
        <p:nvPicPr>
          <p:cNvPr id="94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366330" y="4944022"/>
            <a:ext cx="288000" cy="28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1460079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1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Satélite</a:t>
            </a:r>
            <a:r>
              <a:rPr lang="en-US" sz="2000" dirty="0" smtClean="0">
                <a:solidFill>
                  <a:srgbClr val="FF0000"/>
                </a:solidFill>
              </a:rPr>
              <a:t> 80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pic>
        <p:nvPicPr>
          <p:cNvPr id="23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2763" y="3000362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Rectangle 23"/>
          <p:cNvSpPr/>
          <p:nvPr/>
        </p:nvSpPr>
        <p:spPr>
          <a:xfrm>
            <a:off x="7445432" y="3626775"/>
            <a:ext cx="82266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 smtClean="0"/>
              <a:t>Satélite 80</a:t>
            </a:r>
            <a:endParaRPr lang="pt-PT" sz="1050" dirty="0"/>
          </a:p>
        </p:txBody>
      </p:sp>
      <p:sp>
        <p:nvSpPr>
          <p:cNvPr id="26" name="Rectangle 25"/>
          <p:cNvSpPr/>
          <p:nvPr/>
        </p:nvSpPr>
        <p:spPr>
          <a:xfrm>
            <a:off x="4382904" y="2126254"/>
            <a:ext cx="973343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 smtClean="0"/>
              <a:t>Universo </a:t>
            </a:r>
            <a:r>
              <a:rPr lang="pt-PT" sz="1050" dirty="0" err="1" smtClean="0"/>
              <a:t>Full</a:t>
            </a:r>
            <a:endParaRPr lang="pt-PT" sz="1050" dirty="0" smtClean="0"/>
          </a:p>
        </p:txBody>
      </p:sp>
      <p:sp>
        <p:nvSpPr>
          <p:cNvPr id="31" name="Rectangle 30"/>
          <p:cNvSpPr/>
          <p:nvPr/>
        </p:nvSpPr>
        <p:spPr>
          <a:xfrm>
            <a:off x="4064556" y="5127419"/>
            <a:ext cx="164820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 smtClean="0"/>
              <a:t>Repartição de Garantias</a:t>
            </a:r>
            <a:endParaRPr lang="pt-PT" sz="1050" dirty="0"/>
          </a:p>
        </p:txBody>
      </p:sp>
      <p:sp>
        <p:nvSpPr>
          <p:cNvPr id="34" name="Rectangle 33"/>
          <p:cNvSpPr/>
          <p:nvPr/>
        </p:nvSpPr>
        <p:spPr>
          <a:xfrm>
            <a:off x="4179702" y="3626775"/>
            <a:ext cx="1468672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 smtClean="0"/>
              <a:t>Métricas Adjudicados</a:t>
            </a:r>
            <a:endParaRPr lang="pt-PT" sz="1050" dirty="0"/>
          </a:p>
        </p:txBody>
      </p:sp>
      <p:cxnSp>
        <p:nvCxnSpPr>
          <p:cNvPr id="35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5193576" y="1802254"/>
            <a:ext cx="2339187" cy="152210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5193576" y="3324362"/>
            <a:ext cx="2339187" cy="1270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5193576" y="3324362"/>
            <a:ext cx="2339187" cy="150052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7324" y="2985774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7324" y="1471238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7324" y="4500311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961746" y="1425230"/>
            <a:ext cx="288000" cy="288000"/>
          </a:xfrm>
          <a:prstGeom prst="rect">
            <a:avLst/>
          </a:prstGeom>
        </p:spPr>
      </p:pic>
      <p:pic>
        <p:nvPicPr>
          <p:cNvPr id="19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961746" y="2930774"/>
            <a:ext cx="288000" cy="288000"/>
          </a:xfrm>
          <a:prstGeom prst="rect">
            <a:avLst/>
          </a:prstGeom>
        </p:spPr>
      </p:pic>
      <p:pic>
        <p:nvPicPr>
          <p:cNvPr id="20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978679" y="4452604"/>
            <a:ext cx="288000" cy="28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526082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5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Satélite</a:t>
            </a:r>
            <a:r>
              <a:rPr lang="en-US" sz="2000" dirty="0" smtClean="0">
                <a:solidFill>
                  <a:srgbClr val="FF0000"/>
                </a:solidFill>
              </a:rPr>
              <a:t> 83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7215140" y="2978836"/>
            <a:ext cx="822661" cy="901916"/>
            <a:chOff x="7445432" y="2978775"/>
            <a:chExt cx="822661" cy="901916"/>
          </a:xfrm>
        </p:grpSpPr>
        <p:pic>
          <p:nvPicPr>
            <p:cNvPr id="22" name="Picture 3">
              <a:extLst>
                <a:ext uri="{FF2B5EF4-FFF2-40B4-BE49-F238E27FC236}">
                  <a16:creationId xmlns:a16="http://schemas.microsoft.com/office/drawing/2014/main" id="{29530B8E-C9B0-66E8-BAA7-FFF419AED7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55623" y="2978775"/>
              <a:ext cx="648000" cy="64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Rectangle 22"/>
            <p:cNvSpPr/>
            <p:nvPr/>
          </p:nvSpPr>
          <p:spPr>
            <a:xfrm>
              <a:off x="7445432" y="3626775"/>
              <a:ext cx="822661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50" dirty="0" smtClean="0"/>
                <a:t>Satélite 83</a:t>
              </a:r>
              <a:endParaRPr lang="pt-PT" sz="1050" dirty="0"/>
            </a:p>
          </p:txBody>
        </p:sp>
      </p:grpSp>
      <p:sp>
        <p:nvSpPr>
          <p:cNvPr id="24" name="Rectangle 23"/>
          <p:cNvSpPr/>
          <p:nvPr/>
        </p:nvSpPr>
        <p:spPr>
          <a:xfrm>
            <a:off x="4152612" y="3626836"/>
            <a:ext cx="973343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 smtClean="0"/>
              <a:t>Universo </a:t>
            </a:r>
            <a:r>
              <a:rPr lang="pt-PT" sz="1050" dirty="0" err="1" smtClean="0"/>
              <a:t>Full</a:t>
            </a:r>
            <a:endParaRPr lang="pt-PT" sz="1050" dirty="0" smtClean="0"/>
          </a:p>
        </p:txBody>
      </p:sp>
      <p:cxnSp>
        <p:nvCxnSpPr>
          <p:cNvPr id="29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4963284" y="3302836"/>
            <a:ext cx="2362047" cy="12700"/>
          </a:xfrm>
          <a:prstGeom prst="bentConnector3">
            <a:avLst>
              <a:gd name="adj1" fmla="val -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5284" y="2985186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736301" y="2939193"/>
            <a:ext cx="288000" cy="28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574101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9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Satélite</a:t>
            </a:r>
            <a:r>
              <a:rPr lang="en-US" sz="2000" dirty="0" smtClean="0">
                <a:solidFill>
                  <a:srgbClr val="FF0000"/>
                </a:solidFill>
              </a:rPr>
              <a:t> 84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5636748" y="3078128"/>
            <a:ext cx="822661" cy="901916"/>
            <a:chOff x="7445432" y="2978775"/>
            <a:chExt cx="822661" cy="901916"/>
          </a:xfrm>
        </p:grpSpPr>
        <p:pic>
          <p:nvPicPr>
            <p:cNvPr id="23" name="Picture 3">
              <a:extLst>
                <a:ext uri="{FF2B5EF4-FFF2-40B4-BE49-F238E27FC236}">
                  <a16:creationId xmlns:a16="http://schemas.microsoft.com/office/drawing/2014/main" id="{29530B8E-C9B0-66E8-BAA7-FFF419AED7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55623" y="2978775"/>
              <a:ext cx="648000" cy="64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" name="Rectangle 23"/>
            <p:cNvSpPr/>
            <p:nvPr/>
          </p:nvSpPr>
          <p:spPr>
            <a:xfrm>
              <a:off x="7445432" y="3626775"/>
              <a:ext cx="822661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50" dirty="0" smtClean="0"/>
                <a:t>Satélite 84</a:t>
              </a:r>
              <a:endParaRPr lang="pt-PT" sz="1050" dirty="0"/>
            </a:p>
          </p:txBody>
        </p:sp>
      </p:grpSp>
      <p:sp>
        <p:nvSpPr>
          <p:cNvPr id="29" name="Rectangle 28"/>
          <p:cNvSpPr/>
          <p:nvPr/>
        </p:nvSpPr>
        <p:spPr>
          <a:xfrm>
            <a:off x="1711387" y="2272073"/>
            <a:ext cx="1758815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 smtClean="0"/>
              <a:t>Métricas contrato e cliente</a:t>
            </a:r>
            <a:endParaRPr lang="pt-PT" sz="1050" dirty="0"/>
          </a:p>
        </p:txBody>
      </p:sp>
      <p:grpSp>
        <p:nvGrpSpPr>
          <p:cNvPr id="30" name="Group 29"/>
          <p:cNvGrpSpPr/>
          <p:nvPr/>
        </p:nvGrpSpPr>
        <p:grpSpPr>
          <a:xfrm>
            <a:off x="1817382" y="3726128"/>
            <a:ext cx="2326264" cy="1441136"/>
            <a:chOff x="2794376" y="1423671"/>
            <a:chExt cx="2326264" cy="1441136"/>
          </a:xfrm>
        </p:grpSpPr>
        <p:grpSp>
          <p:nvGrpSpPr>
            <p:cNvPr id="31" name="Group 30"/>
            <p:cNvGrpSpPr/>
            <p:nvPr/>
          </p:nvGrpSpPr>
          <p:grpSpPr>
            <a:xfrm>
              <a:off x="3087056" y="1423671"/>
              <a:ext cx="864000" cy="954291"/>
              <a:chOff x="560492" y="1770047"/>
              <a:chExt cx="864000" cy="954291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75A1838B-B301-0466-8FBE-6AA51216D45E}"/>
                  </a:ext>
                </a:extLst>
              </p:cNvPr>
              <p:cNvGrpSpPr/>
              <p:nvPr/>
            </p:nvGrpSpPr>
            <p:grpSpPr>
              <a:xfrm>
                <a:off x="663730" y="1823026"/>
                <a:ext cx="648000" cy="648000"/>
                <a:chOff x="455122" y="4977513"/>
                <a:chExt cx="648000" cy="648000"/>
              </a:xfrm>
            </p:grpSpPr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EBFCE12C-1CA3-59CA-332B-BC05E3EB5727}"/>
                    </a:ext>
                  </a:extLst>
                </p:cNvPr>
                <p:cNvSpPr/>
                <p:nvPr/>
              </p:nvSpPr>
              <p:spPr>
                <a:xfrm>
                  <a:off x="455122" y="4977513"/>
                  <a:ext cx="648000" cy="648000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>
                    <a:solidFill>
                      <a:prstClr val="white"/>
                    </a:solidFill>
                    <a:latin typeface="Santander Text" panose="020B0504020201020104" pitchFamily="34" charset="0"/>
                  </a:endParaRPr>
                </a:p>
              </p:txBody>
            </p:sp>
            <p:pic>
              <p:nvPicPr>
                <p:cNvPr id="55" name="Graphic 119" descr="Database with solid fill">
                  <a:extLst>
                    <a:ext uri="{FF2B5EF4-FFF2-40B4-BE49-F238E27FC236}">
                      <a16:creationId xmlns:a16="http://schemas.microsoft.com/office/drawing/2014/main" id="{C155FEBF-BA9A-1FF5-B40F-88830AD684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1155" y="5086904"/>
                  <a:ext cx="432000" cy="432000"/>
                </a:xfrm>
                <a:prstGeom prst="rect">
                  <a:avLst/>
                </a:prstGeom>
              </p:spPr>
            </p:pic>
          </p:grp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B260461-7425-D2C7-661E-F3A2808D1D0B}"/>
                  </a:ext>
                </a:extLst>
              </p:cNvPr>
              <p:cNvSpPr txBox="1"/>
              <p:nvPr/>
            </p:nvSpPr>
            <p:spPr>
              <a:xfrm>
                <a:off x="560492" y="2493506"/>
                <a:ext cx="8640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/>
                  <a:t>CAPTOOLS</a:t>
                </a:r>
              </a:p>
            </p:txBody>
          </p:sp>
          <p:pic>
            <p:nvPicPr>
              <p:cNvPr id="35" name="Imagen 18">
                <a:extLst>
                  <a:ext uri="{FF2B5EF4-FFF2-40B4-BE49-F238E27FC236}">
                    <a16:creationId xmlns:a16="http://schemas.microsoft.com/office/drawing/2014/main" id="{7CC36514-7F52-F9FD-CCF9-54D6CF53AE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378" y="1770047"/>
                <a:ext cx="241169" cy="241169"/>
              </a:xfrm>
              <a:prstGeom prst="rect">
                <a:avLst/>
              </a:prstGeom>
            </p:spPr>
          </p:pic>
          <p:pic>
            <p:nvPicPr>
              <p:cNvPr id="44" name="Graphic 96" descr="Single gear outline">
                <a:extLst>
                  <a:ext uri="{FF2B5EF4-FFF2-40B4-BE49-F238E27FC236}">
                    <a16:creationId xmlns:a16="http://schemas.microsoft.com/office/drawing/2014/main" id="{C400457E-6E05-B0F2-DDCF-A37DAFEF98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14788" y="1770047"/>
                <a:ext cx="288000" cy="288000"/>
              </a:xfrm>
              <a:prstGeom prst="rect">
                <a:avLst/>
              </a:prstGeom>
            </p:spPr>
          </p:pic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2794376" y="2310809"/>
              <a:ext cx="2326264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000" dirty="0" smtClean="0"/>
                <a:t>Modelação </a:t>
              </a:r>
              <a:r>
                <a:rPr lang="pt-PT" sz="1000" dirty="0"/>
                <a:t>das </a:t>
              </a:r>
              <a:r>
                <a:rPr lang="pt-PT" sz="1000" dirty="0" smtClean="0"/>
                <a:t>tabelas:</a:t>
              </a:r>
              <a:endParaRPr lang="pt-PT" sz="10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PT" sz="1000" b="1" dirty="0" smtClean="0"/>
                <a:t>cd_captools.ct070_univ_gr_cli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b="1" dirty="0"/>
                <a:t>cd_captools.ct003_univ_cli</a:t>
              </a: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8362441" y="4165149"/>
            <a:ext cx="2231725" cy="1296344"/>
            <a:chOff x="423363" y="1356518"/>
            <a:chExt cx="2231725" cy="1296344"/>
          </a:xfrm>
        </p:grpSpPr>
        <p:grpSp>
          <p:nvGrpSpPr>
            <p:cNvPr id="57" name="Group 56"/>
            <p:cNvGrpSpPr/>
            <p:nvPr/>
          </p:nvGrpSpPr>
          <p:grpSpPr>
            <a:xfrm>
              <a:off x="716043" y="1356518"/>
              <a:ext cx="864000" cy="954291"/>
              <a:chOff x="560492" y="1770047"/>
              <a:chExt cx="864000" cy="954291"/>
            </a:xfrm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75A1838B-B301-0466-8FBE-6AA51216D45E}"/>
                  </a:ext>
                </a:extLst>
              </p:cNvPr>
              <p:cNvGrpSpPr/>
              <p:nvPr/>
            </p:nvGrpSpPr>
            <p:grpSpPr>
              <a:xfrm>
                <a:off x="663730" y="1823026"/>
                <a:ext cx="648000" cy="648000"/>
                <a:chOff x="455122" y="4977513"/>
                <a:chExt cx="648000" cy="648000"/>
              </a:xfrm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EBFCE12C-1CA3-59CA-332B-BC05E3EB5727}"/>
                    </a:ext>
                  </a:extLst>
                </p:cNvPr>
                <p:cNvSpPr/>
                <p:nvPr/>
              </p:nvSpPr>
              <p:spPr>
                <a:xfrm>
                  <a:off x="455122" y="4977513"/>
                  <a:ext cx="648000" cy="648000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>
                    <a:solidFill>
                      <a:prstClr val="white"/>
                    </a:solidFill>
                    <a:latin typeface="Santander Text" panose="020B0504020201020104" pitchFamily="34" charset="0"/>
                  </a:endParaRPr>
                </a:p>
              </p:txBody>
            </p:sp>
            <p:pic>
              <p:nvPicPr>
                <p:cNvPr id="65" name="Graphic 119" descr="Database with solid fill">
                  <a:extLst>
                    <a:ext uri="{FF2B5EF4-FFF2-40B4-BE49-F238E27FC236}">
                      <a16:creationId xmlns:a16="http://schemas.microsoft.com/office/drawing/2014/main" id="{C155FEBF-BA9A-1FF5-B40F-88830AD684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=""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1155" y="5086904"/>
                  <a:ext cx="432000" cy="432000"/>
                </a:xfrm>
                <a:prstGeom prst="rect">
                  <a:avLst/>
                </a:prstGeom>
              </p:spPr>
            </p:pic>
          </p:grp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B260461-7425-D2C7-661E-F3A2808D1D0B}"/>
                  </a:ext>
                </a:extLst>
              </p:cNvPr>
              <p:cNvSpPr txBox="1"/>
              <p:nvPr/>
            </p:nvSpPr>
            <p:spPr>
              <a:xfrm>
                <a:off x="560492" y="2493506"/>
                <a:ext cx="864000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US" sz="900" dirty="0" smtClean="0"/>
                  <a:t>ESTRUTURAIS</a:t>
                </a:r>
                <a:endParaRPr lang="en-US" sz="900" dirty="0"/>
              </a:p>
            </p:txBody>
          </p:sp>
          <p:pic>
            <p:nvPicPr>
              <p:cNvPr id="62" name="Imagen 18">
                <a:extLst>
                  <a:ext uri="{FF2B5EF4-FFF2-40B4-BE49-F238E27FC236}">
                    <a16:creationId xmlns:a16="http://schemas.microsoft.com/office/drawing/2014/main" id="{7CC36514-7F52-F9FD-CCF9-54D6CF53AE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378" y="1770047"/>
                <a:ext cx="241169" cy="241169"/>
              </a:xfrm>
              <a:prstGeom prst="rect">
                <a:avLst/>
              </a:prstGeom>
            </p:spPr>
          </p:pic>
          <p:pic>
            <p:nvPicPr>
              <p:cNvPr id="63" name="Graphic 96" descr="Single gear outline">
                <a:extLst>
                  <a:ext uri="{FF2B5EF4-FFF2-40B4-BE49-F238E27FC236}">
                    <a16:creationId xmlns:a16="http://schemas.microsoft.com/office/drawing/2014/main" id="{C400457E-6E05-B0F2-DDCF-A37DAFEF98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14788" y="1770047"/>
                <a:ext cx="288000" cy="288000"/>
              </a:xfrm>
              <a:prstGeom prst="rect">
                <a:avLst/>
              </a:prstGeom>
            </p:spPr>
          </p:pic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423363" y="2252752"/>
              <a:ext cx="22317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000" dirty="0" smtClean="0"/>
                <a:t>Modelação </a:t>
              </a:r>
              <a:r>
                <a:rPr lang="pt-PT" sz="1000" dirty="0"/>
                <a:t>das </a:t>
              </a:r>
              <a:r>
                <a:rPr lang="pt-PT" sz="1000" dirty="0" smtClean="0"/>
                <a:t>tabelas:</a:t>
              </a:r>
              <a:endParaRPr lang="pt-PT" sz="10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PT" sz="1000" b="1" dirty="0"/>
                <a:t>cd_estruturais.tat91_tabelas</a:t>
              </a:r>
              <a:endParaRPr lang="en-US" sz="1000" dirty="0"/>
            </a:p>
          </p:txBody>
        </p:sp>
      </p:grpSp>
      <p:sp>
        <p:nvSpPr>
          <p:cNvPr id="67" name="Rectangle 66"/>
          <p:cNvSpPr/>
          <p:nvPr/>
        </p:nvSpPr>
        <p:spPr>
          <a:xfrm>
            <a:off x="4983792" y="5678084"/>
            <a:ext cx="164820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 smtClean="0"/>
              <a:t>Repartição de Garantias</a:t>
            </a:r>
            <a:endParaRPr lang="pt-PT" sz="105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4963535" y="2159660"/>
            <a:ext cx="1694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20221222 Pillar 3 ESG - eligibility ratios.v5.xlsx</a:t>
            </a:r>
            <a:endParaRPr lang="en-US" sz="9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4401272" y="2543337"/>
            <a:ext cx="28769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 smtClean="0"/>
              <a:t>” possui informação sobre os rácios de elegibilidade para as operações CIB e não CIB.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464430" y="2300009"/>
            <a:ext cx="1468672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 smtClean="0"/>
              <a:t>Métricas Adjudicados</a:t>
            </a:r>
            <a:endParaRPr lang="pt-PT" sz="1050" dirty="0"/>
          </a:p>
        </p:txBody>
      </p:sp>
      <p:cxnSp>
        <p:nvCxnSpPr>
          <p:cNvPr id="75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endCxn id="23" idx="3"/>
          </p:cNvCxnSpPr>
          <p:nvPr/>
        </p:nvCxnSpPr>
        <p:spPr>
          <a:xfrm>
            <a:off x="6050901" y="1757881"/>
            <a:ext cx="344038" cy="1644247"/>
          </a:xfrm>
          <a:prstGeom prst="bentConnector3">
            <a:avLst>
              <a:gd name="adj1" fmla="val 45437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endCxn id="23" idx="3"/>
          </p:cNvCxnSpPr>
          <p:nvPr/>
        </p:nvCxnSpPr>
        <p:spPr>
          <a:xfrm rot="10800000" flipV="1">
            <a:off x="6394940" y="1997596"/>
            <a:ext cx="2435365" cy="140453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64" idx="2"/>
            <a:endCxn id="23" idx="3"/>
          </p:cNvCxnSpPr>
          <p:nvPr/>
        </p:nvCxnSpPr>
        <p:spPr>
          <a:xfrm rot="10800000">
            <a:off x="6394939" y="3402128"/>
            <a:ext cx="2363420" cy="1140000"/>
          </a:xfrm>
          <a:prstGeom prst="bentConnector3">
            <a:avLst>
              <a:gd name="adj1" fmla="val 48388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50" idx="0"/>
            <a:endCxn id="23" idx="1"/>
          </p:cNvCxnSpPr>
          <p:nvPr/>
        </p:nvCxnSpPr>
        <p:spPr>
          <a:xfrm rot="16200000" flipV="1">
            <a:off x="4964809" y="4184258"/>
            <a:ext cx="1627956" cy="63696"/>
          </a:xfrm>
          <a:prstGeom prst="bentConnector4">
            <a:avLst>
              <a:gd name="adj1" fmla="val 40049"/>
              <a:gd name="adj2" fmla="val 867558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53" idx="6"/>
            <a:endCxn id="23" idx="1"/>
          </p:cNvCxnSpPr>
          <p:nvPr/>
        </p:nvCxnSpPr>
        <p:spPr>
          <a:xfrm flipV="1">
            <a:off x="2861300" y="3402128"/>
            <a:ext cx="2885639" cy="700979"/>
          </a:xfrm>
          <a:prstGeom prst="bentConnector3">
            <a:avLst>
              <a:gd name="adj1" fmla="val 50792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26" idx="3"/>
            <a:endCxn id="23" idx="1"/>
          </p:cNvCxnSpPr>
          <p:nvPr/>
        </p:nvCxnSpPr>
        <p:spPr>
          <a:xfrm>
            <a:off x="2906332" y="2006736"/>
            <a:ext cx="2840607" cy="139539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10051080" y="3634582"/>
            <a:ext cx="973343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 smtClean="0"/>
              <a:t>Universo </a:t>
            </a:r>
            <a:r>
              <a:rPr lang="pt-PT" sz="1050" dirty="0" err="1" smtClean="0"/>
              <a:t>Full</a:t>
            </a:r>
            <a:endParaRPr lang="pt-PT" sz="1050" dirty="0" smtClean="0"/>
          </a:p>
        </p:txBody>
      </p:sp>
      <p:cxnSp>
        <p:nvCxnSpPr>
          <p:cNvPr id="84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endCxn id="23" idx="3"/>
          </p:cNvCxnSpPr>
          <p:nvPr/>
        </p:nvCxnSpPr>
        <p:spPr>
          <a:xfrm rot="10800000" flipV="1">
            <a:off x="6394940" y="3310582"/>
            <a:ext cx="3818813" cy="91546"/>
          </a:xfrm>
          <a:prstGeom prst="bentConnector3">
            <a:avLst>
              <a:gd name="adj1" fmla="val 68158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45">
            <a:extLst>
              <a:ext uri="{FF2B5EF4-FFF2-40B4-BE49-F238E27FC236}">
                <a16:creationId xmlns:a16="http://schemas.microsoft.com/office/drawing/2014/main" id="{21B11F74-7093-31B5-1C86-B1F74027EB63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939" y="1450285"/>
            <a:ext cx="648000" cy="648000"/>
          </a:xfrm>
          <a:prstGeom prst="ellipse">
            <a:avLst/>
          </a:prstGeom>
        </p:spPr>
      </p:pic>
      <p:pic>
        <p:nvPicPr>
          <p:cNvPr id="47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0487" y="1669639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187" y="1653535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3075" y="2985694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635" y="5030084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686062" y="1607657"/>
            <a:ext cx="288000" cy="288000"/>
          </a:xfrm>
          <a:prstGeom prst="rect">
            <a:avLst/>
          </a:prstGeom>
        </p:spPr>
      </p:pic>
      <p:pic>
        <p:nvPicPr>
          <p:cNvPr id="52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904078" y="4977105"/>
            <a:ext cx="288000" cy="288000"/>
          </a:xfrm>
          <a:prstGeom prst="rect">
            <a:avLst/>
          </a:prstGeom>
        </p:spPr>
      </p:pic>
      <p:pic>
        <p:nvPicPr>
          <p:cNvPr id="54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262359" y="1626574"/>
            <a:ext cx="288000" cy="288000"/>
          </a:xfrm>
          <a:prstGeom prst="rect">
            <a:avLst/>
          </a:prstGeom>
        </p:spPr>
      </p:pic>
      <p:pic>
        <p:nvPicPr>
          <p:cNvPr id="58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634535" y="2954894"/>
            <a:ext cx="288000" cy="28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556619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4171" y="2842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2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4171" y="2842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6561" y="285606"/>
            <a:ext cx="9263169" cy="361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Satélite</a:t>
            </a:r>
            <a:r>
              <a:rPr lang="en-US" sz="2000" dirty="0" smtClean="0">
                <a:solidFill>
                  <a:srgbClr val="FF0000"/>
                </a:solidFill>
              </a:rPr>
              <a:t> 93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5683876" y="2978836"/>
            <a:ext cx="822661" cy="901916"/>
            <a:chOff x="7445432" y="2978775"/>
            <a:chExt cx="822661" cy="901916"/>
          </a:xfrm>
        </p:grpSpPr>
        <p:pic>
          <p:nvPicPr>
            <p:cNvPr id="23" name="Picture 3">
              <a:extLst>
                <a:ext uri="{FF2B5EF4-FFF2-40B4-BE49-F238E27FC236}">
                  <a16:creationId xmlns:a16="http://schemas.microsoft.com/office/drawing/2014/main" id="{29530B8E-C9B0-66E8-BAA7-FFF419AED7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55623" y="2978775"/>
              <a:ext cx="648000" cy="64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" name="Rectangle 23"/>
            <p:cNvSpPr/>
            <p:nvPr/>
          </p:nvSpPr>
          <p:spPr>
            <a:xfrm>
              <a:off x="7445432" y="3626775"/>
              <a:ext cx="822661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50" dirty="0" smtClean="0"/>
                <a:t>Satélite 93</a:t>
              </a:r>
              <a:endParaRPr lang="pt-PT" sz="1050" dirty="0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2662675" y="5320108"/>
            <a:ext cx="1694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20230519 Pillar 3 ESG - Emissions data Post-Feb.xlsx</a:t>
            </a:r>
            <a:endParaRPr lang="en-US" sz="900" dirty="0"/>
          </a:p>
        </p:txBody>
      </p:sp>
      <p:grpSp>
        <p:nvGrpSpPr>
          <p:cNvPr id="3" name="Group 2"/>
          <p:cNvGrpSpPr/>
          <p:nvPr/>
        </p:nvGrpSpPr>
        <p:grpSpPr>
          <a:xfrm>
            <a:off x="2662851" y="1969746"/>
            <a:ext cx="1758815" cy="345686"/>
            <a:chOff x="2662851" y="2091186"/>
            <a:chExt cx="1758815" cy="345686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3176296" y="2190651"/>
              <a:ext cx="756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662851" y="2091186"/>
              <a:ext cx="1758815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50" dirty="0" smtClean="0"/>
                <a:t>Métricas contrato e cliente</a:t>
              </a:r>
              <a:endParaRPr lang="pt-PT" sz="1050" dirty="0"/>
            </a:p>
          </p:txBody>
        </p:sp>
      </p:grpSp>
      <p:sp>
        <p:nvSpPr>
          <p:cNvPr id="35" name="Rectangle 34"/>
          <p:cNvSpPr/>
          <p:nvPr/>
        </p:nvSpPr>
        <p:spPr>
          <a:xfrm>
            <a:off x="9692627" y="3626836"/>
            <a:ext cx="973343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 smtClean="0"/>
              <a:t>Universo </a:t>
            </a:r>
            <a:r>
              <a:rPr lang="pt-PT" sz="1050" dirty="0" err="1" smtClean="0"/>
              <a:t>Full</a:t>
            </a:r>
            <a:endParaRPr lang="pt-PT" sz="1050" dirty="0" smtClean="0"/>
          </a:p>
        </p:txBody>
      </p:sp>
      <p:grpSp>
        <p:nvGrpSpPr>
          <p:cNvPr id="53" name="Group 52"/>
          <p:cNvGrpSpPr/>
          <p:nvPr/>
        </p:nvGrpSpPr>
        <p:grpSpPr>
          <a:xfrm>
            <a:off x="7692809" y="1380409"/>
            <a:ext cx="2231725" cy="1296344"/>
            <a:chOff x="423363" y="1356518"/>
            <a:chExt cx="2231725" cy="1296344"/>
          </a:xfrm>
        </p:grpSpPr>
        <p:grpSp>
          <p:nvGrpSpPr>
            <p:cNvPr id="55" name="Group 54"/>
            <p:cNvGrpSpPr/>
            <p:nvPr/>
          </p:nvGrpSpPr>
          <p:grpSpPr>
            <a:xfrm>
              <a:off x="716043" y="1356518"/>
              <a:ext cx="864000" cy="954291"/>
              <a:chOff x="560492" y="1770047"/>
              <a:chExt cx="864000" cy="954291"/>
            </a:xfrm>
          </p:grpSpPr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75A1838B-B301-0466-8FBE-6AA51216D45E}"/>
                  </a:ext>
                </a:extLst>
              </p:cNvPr>
              <p:cNvGrpSpPr/>
              <p:nvPr/>
            </p:nvGrpSpPr>
            <p:grpSpPr>
              <a:xfrm>
                <a:off x="663730" y="1823026"/>
                <a:ext cx="648000" cy="648000"/>
                <a:chOff x="455122" y="4977513"/>
                <a:chExt cx="648000" cy="648000"/>
              </a:xfrm>
            </p:grpSpPr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EBFCE12C-1CA3-59CA-332B-BC05E3EB5727}"/>
                    </a:ext>
                  </a:extLst>
                </p:cNvPr>
                <p:cNvSpPr/>
                <p:nvPr/>
              </p:nvSpPr>
              <p:spPr>
                <a:xfrm>
                  <a:off x="455122" y="4977513"/>
                  <a:ext cx="648000" cy="648000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>
                    <a:solidFill>
                      <a:prstClr val="white"/>
                    </a:solidFill>
                    <a:latin typeface="Santander Text" panose="020B0504020201020104" pitchFamily="34" charset="0"/>
                  </a:endParaRPr>
                </a:p>
              </p:txBody>
            </p:sp>
            <p:pic>
              <p:nvPicPr>
                <p:cNvPr id="63" name="Graphic 119" descr="Database with solid fill">
                  <a:extLst>
                    <a:ext uri="{FF2B5EF4-FFF2-40B4-BE49-F238E27FC236}">
                      <a16:creationId xmlns:a16="http://schemas.microsoft.com/office/drawing/2014/main" id="{C155FEBF-BA9A-1FF5-B40F-88830AD684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=""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1155" y="5086904"/>
                  <a:ext cx="432000" cy="432000"/>
                </a:xfrm>
                <a:prstGeom prst="rect">
                  <a:avLst/>
                </a:prstGeom>
              </p:spPr>
            </p:pic>
          </p:grp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B260461-7425-D2C7-661E-F3A2808D1D0B}"/>
                  </a:ext>
                </a:extLst>
              </p:cNvPr>
              <p:cNvSpPr txBox="1"/>
              <p:nvPr/>
            </p:nvSpPr>
            <p:spPr>
              <a:xfrm>
                <a:off x="560492" y="2493506"/>
                <a:ext cx="864000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US" sz="900" dirty="0" smtClean="0"/>
                  <a:t>ESTRUTURAIS</a:t>
                </a:r>
                <a:endParaRPr lang="en-US" sz="900" dirty="0"/>
              </a:p>
            </p:txBody>
          </p:sp>
          <p:pic>
            <p:nvPicPr>
              <p:cNvPr id="60" name="Imagen 18">
                <a:extLst>
                  <a:ext uri="{FF2B5EF4-FFF2-40B4-BE49-F238E27FC236}">
                    <a16:creationId xmlns:a16="http://schemas.microsoft.com/office/drawing/2014/main" id="{7CC36514-7F52-F9FD-CCF9-54D6CF53AE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378" y="1770047"/>
                <a:ext cx="241169" cy="241169"/>
              </a:xfrm>
              <a:prstGeom prst="rect">
                <a:avLst/>
              </a:prstGeom>
            </p:spPr>
          </p:pic>
          <p:pic>
            <p:nvPicPr>
              <p:cNvPr id="61" name="Graphic 96" descr="Single gear outline">
                <a:extLst>
                  <a:ext uri="{FF2B5EF4-FFF2-40B4-BE49-F238E27FC236}">
                    <a16:creationId xmlns:a16="http://schemas.microsoft.com/office/drawing/2014/main" id="{C400457E-6E05-B0F2-DDCF-A37DAFEF98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114788" y="1770047"/>
                <a:ext cx="288000" cy="288000"/>
              </a:xfrm>
              <a:prstGeom prst="rect">
                <a:avLst/>
              </a:prstGeom>
            </p:spPr>
          </p:pic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423363" y="2252752"/>
              <a:ext cx="22317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000" dirty="0" smtClean="0"/>
                <a:t>Modelação </a:t>
              </a:r>
              <a:r>
                <a:rPr lang="pt-PT" sz="1000" dirty="0"/>
                <a:t>das </a:t>
              </a:r>
              <a:r>
                <a:rPr lang="pt-PT" sz="1000" dirty="0" smtClean="0"/>
                <a:t>tabelas:</a:t>
              </a:r>
              <a:endParaRPr lang="pt-PT" sz="10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PT" sz="1000" b="1" dirty="0"/>
                <a:t>cd_estruturais.tat91_tabelas</a:t>
              </a:r>
              <a:endParaRPr lang="en-US" sz="1000" dirty="0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1270184" y="2945852"/>
            <a:ext cx="2326264" cy="1595024"/>
            <a:chOff x="2794376" y="1423671"/>
            <a:chExt cx="2326264" cy="1595024"/>
          </a:xfrm>
        </p:grpSpPr>
        <p:grpSp>
          <p:nvGrpSpPr>
            <p:cNvPr id="65" name="Group 64"/>
            <p:cNvGrpSpPr/>
            <p:nvPr/>
          </p:nvGrpSpPr>
          <p:grpSpPr>
            <a:xfrm>
              <a:off x="3087056" y="1423671"/>
              <a:ext cx="864000" cy="954291"/>
              <a:chOff x="560492" y="1770047"/>
              <a:chExt cx="864000" cy="954291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75A1838B-B301-0466-8FBE-6AA51216D45E}"/>
                  </a:ext>
                </a:extLst>
              </p:cNvPr>
              <p:cNvGrpSpPr/>
              <p:nvPr/>
            </p:nvGrpSpPr>
            <p:grpSpPr>
              <a:xfrm>
                <a:off x="663730" y="1823026"/>
                <a:ext cx="648000" cy="648000"/>
                <a:chOff x="455122" y="4977513"/>
                <a:chExt cx="648000" cy="648000"/>
              </a:xfrm>
            </p:grpSpPr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EBFCE12C-1CA3-59CA-332B-BC05E3EB5727}"/>
                    </a:ext>
                  </a:extLst>
                </p:cNvPr>
                <p:cNvSpPr/>
                <p:nvPr/>
              </p:nvSpPr>
              <p:spPr>
                <a:xfrm>
                  <a:off x="455122" y="4977513"/>
                  <a:ext cx="648000" cy="648000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0" dirty="0">
                    <a:solidFill>
                      <a:prstClr val="white"/>
                    </a:solidFill>
                    <a:latin typeface="Santander Text" panose="020B0504020201020104" pitchFamily="34" charset="0"/>
                  </a:endParaRPr>
                </a:p>
              </p:txBody>
            </p:sp>
            <p:pic>
              <p:nvPicPr>
                <p:cNvPr id="72" name="Graphic 119" descr="Database with solid fill">
                  <a:extLst>
                    <a:ext uri="{FF2B5EF4-FFF2-40B4-BE49-F238E27FC236}">
                      <a16:creationId xmlns:a16="http://schemas.microsoft.com/office/drawing/2014/main" id="{C155FEBF-BA9A-1FF5-B40F-88830AD684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=""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1155" y="5086904"/>
                  <a:ext cx="432000" cy="432000"/>
                </a:xfrm>
                <a:prstGeom prst="rect">
                  <a:avLst/>
                </a:prstGeom>
              </p:spPr>
            </p:pic>
          </p:grp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B260461-7425-D2C7-661E-F3A2808D1D0B}"/>
                  </a:ext>
                </a:extLst>
              </p:cNvPr>
              <p:cNvSpPr txBox="1"/>
              <p:nvPr/>
            </p:nvSpPr>
            <p:spPr>
              <a:xfrm>
                <a:off x="560492" y="2493506"/>
                <a:ext cx="8640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/>
                  <a:t>CAPTOOLS</a:t>
                </a:r>
              </a:p>
            </p:txBody>
          </p:sp>
          <p:pic>
            <p:nvPicPr>
              <p:cNvPr id="69" name="Imagen 18">
                <a:extLst>
                  <a:ext uri="{FF2B5EF4-FFF2-40B4-BE49-F238E27FC236}">
                    <a16:creationId xmlns:a16="http://schemas.microsoft.com/office/drawing/2014/main" id="{7CC36514-7F52-F9FD-CCF9-54D6CF53AE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378" y="1770047"/>
                <a:ext cx="241169" cy="241169"/>
              </a:xfrm>
              <a:prstGeom prst="rect">
                <a:avLst/>
              </a:prstGeom>
            </p:spPr>
          </p:pic>
          <p:pic>
            <p:nvPicPr>
              <p:cNvPr id="70" name="Graphic 96" descr="Single gear outline">
                <a:extLst>
                  <a:ext uri="{FF2B5EF4-FFF2-40B4-BE49-F238E27FC236}">
                    <a16:creationId xmlns:a16="http://schemas.microsoft.com/office/drawing/2014/main" id="{C400457E-6E05-B0F2-DDCF-A37DAFEF98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=""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114788" y="1770047"/>
                <a:ext cx="288000" cy="288000"/>
              </a:xfrm>
              <a:prstGeom prst="rect">
                <a:avLst/>
              </a:prstGeom>
            </p:spPr>
          </p:pic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2794376" y="2310809"/>
              <a:ext cx="232626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000" dirty="0" smtClean="0"/>
                <a:t>Modelação </a:t>
              </a:r>
              <a:r>
                <a:rPr lang="pt-PT" sz="1000" dirty="0"/>
                <a:t>das </a:t>
              </a:r>
              <a:r>
                <a:rPr lang="pt-PT" sz="1000" dirty="0" smtClean="0"/>
                <a:t>tabelas:</a:t>
              </a:r>
              <a:endParaRPr lang="pt-PT" sz="10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PT" sz="1000" b="1" dirty="0"/>
                <a:t>cd_captools.ct071_rwa_gr_ec</a:t>
              </a:r>
              <a:endParaRPr lang="pt-PT" sz="1000" b="1" dirty="0" smtClean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b="1" dirty="0"/>
                <a:t>cd_captools.ct070_univ_gr_cli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b="1" dirty="0"/>
                <a:t>cd_captools.ct003_univ_cli</a:t>
              </a:r>
            </a:p>
          </p:txBody>
        </p:sp>
      </p:grpSp>
      <p:sp>
        <p:nvSpPr>
          <p:cNvPr id="74" name="Rectangle 73"/>
          <p:cNvSpPr/>
          <p:nvPr/>
        </p:nvSpPr>
        <p:spPr>
          <a:xfrm>
            <a:off x="7594160" y="5298643"/>
            <a:ext cx="164820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 smtClean="0"/>
              <a:t>Repartição de Garantias</a:t>
            </a:r>
            <a:endParaRPr lang="pt-PT" sz="105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2337424" y="5795110"/>
            <a:ext cx="28769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 smtClean="0"/>
              <a:t>” possui informação sobre as emissões das operações do banco.</a:t>
            </a:r>
          </a:p>
        </p:txBody>
      </p:sp>
      <p:cxnSp>
        <p:nvCxnSpPr>
          <p:cNvPr id="7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3864566" y="1704409"/>
            <a:ext cx="1929501" cy="1598427"/>
          </a:xfrm>
          <a:prstGeom prst="bentConnector3">
            <a:avLst>
              <a:gd name="adj1" fmla="val 4170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71" idx="6"/>
            <a:endCxn id="23" idx="1"/>
          </p:cNvCxnSpPr>
          <p:nvPr/>
        </p:nvCxnSpPr>
        <p:spPr>
          <a:xfrm flipV="1">
            <a:off x="2314102" y="3302836"/>
            <a:ext cx="3479965" cy="19995"/>
          </a:xfrm>
          <a:prstGeom prst="bentConnector3">
            <a:avLst>
              <a:gd name="adj1" fmla="val -14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3750041" y="3302836"/>
            <a:ext cx="2044026" cy="1615493"/>
          </a:xfrm>
          <a:prstGeom prst="bentConnector3">
            <a:avLst>
              <a:gd name="adj1" fmla="val 44781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endCxn id="23" idx="3"/>
          </p:cNvCxnSpPr>
          <p:nvPr/>
        </p:nvCxnSpPr>
        <p:spPr>
          <a:xfrm rot="16200000" flipV="1">
            <a:off x="6742761" y="3002142"/>
            <a:ext cx="1369272" cy="1970660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endCxn id="23" idx="3"/>
          </p:cNvCxnSpPr>
          <p:nvPr/>
        </p:nvCxnSpPr>
        <p:spPr>
          <a:xfrm rot="10800000">
            <a:off x="6442067" y="3302836"/>
            <a:ext cx="3413232" cy="12700"/>
          </a:xfrm>
          <a:prstGeom prst="bentConnector3">
            <a:avLst>
              <a:gd name="adj1" fmla="val -8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62" idx="2"/>
            <a:endCxn id="23" idx="0"/>
          </p:cNvCxnSpPr>
          <p:nvPr/>
        </p:nvCxnSpPr>
        <p:spPr>
          <a:xfrm rot="10800000" flipV="1">
            <a:off x="6118067" y="1757388"/>
            <a:ext cx="1970660" cy="1221448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Picture 44">
            <a:extLst>
              <a:ext uri="{FF2B5EF4-FFF2-40B4-BE49-F238E27FC236}">
                <a16:creationId xmlns:a16="http://schemas.microsoft.com/office/drawing/2014/main" id="{21B11F74-7093-31B5-1C86-B1F74027EB63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6296" y="4606492"/>
            <a:ext cx="648000" cy="648000"/>
          </a:xfrm>
          <a:prstGeom prst="ellipse">
            <a:avLst/>
          </a:prstGeom>
        </p:spPr>
      </p:pic>
      <p:pic>
        <p:nvPicPr>
          <p:cNvPr id="46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566" y="1380409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299" y="2978835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3489" y="4650191"/>
            <a:ext cx="6480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19167" y="1328235"/>
            <a:ext cx="288000" cy="288000"/>
          </a:xfrm>
          <a:prstGeom prst="rect">
            <a:avLst/>
          </a:prstGeom>
        </p:spPr>
      </p:pic>
      <p:pic>
        <p:nvPicPr>
          <p:cNvPr id="50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254941" y="2945852"/>
            <a:ext cx="288000" cy="288000"/>
          </a:xfrm>
          <a:prstGeom prst="rect">
            <a:avLst/>
          </a:prstGeom>
        </p:spPr>
      </p:pic>
      <p:pic>
        <p:nvPicPr>
          <p:cNvPr id="51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96306" y="4599719"/>
            <a:ext cx="288000" cy="28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1861800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9578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1f788909-93b9-4481-96a4-a6ab2493c341" xsi:nil="true"/>
    <lcf76f155ced4ddcb4097134ff3c332f xmlns="767d911d-09c2-43d9-a326-6ded42ddccd2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A6BCA4ACA584C9A1C03FD3956D51C" ma:contentTypeVersion="16" ma:contentTypeDescription="Create a new document." ma:contentTypeScope="" ma:versionID="a4eb8529a939c4058918af2411f4fedb">
  <xsd:schema xmlns:xsd="http://www.w3.org/2001/XMLSchema" xmlns:xs="http://www.w3.org/2001/XMLSchema" xmlns:p="http://schemas.microsoft.com/office/2006/metadata/properties" xmlns:ns1="http://schemas.microsoft.com/sharepoint/v3" xmlns:ns2="767d911d-09c2-43d9-a326-6ded42ddccd2" xmlns:ns3="1f788909-93b9-4481-96a4-a6ab2493c341" targetNamespace="http://schemas.microsoft.com/office/2006/metadata/properties" ma:root="true" ma:fieldsID="962bb65415dc8fedcda10a37589b22c0" ns1:_="" ns2:_="" ns3:_="">
    <xsd:import namespace="http://schemas.microsoft.com/sharepoint/v3"/>
    <xsd:import namespace="767d911d-09c2-43d9-a326-6ded42ddccd2"/>
    <xsd:import namespace="1f788909-93b9-4481-96a4-a6ab2493c3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d911d-09c2-43d9-a326-6ded42ddcc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788909-93b9-4481-96a4-a6ab2493c34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d344041-97b7-4534-958d-616959bb7958}" ma:internalName="TaxCatchAll" ma:showField="CatchAllData" ma:web="1f788909-93b9-4481-96a4-a6ab2493c3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10485E6-EDED-406B-9C7D-86E478B4DE2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7A87FE4-3F0D-4F0F-A488-51DAE5F0F8FC}">
  <ds:schemaRefs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infopath/2007/PartnerControls"/>
    <ds:schemaRef ds:uri="767d911d-09c2-43d9-a326-6ded42ddccd2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F6EDC18F-2B07-4520-B5D8-DD397A54C182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6088</TotalTime>
  <Words>698</Words>
  <Application>Microsoft Office PowerPoint</Application>
  <PresentationFormat>Custom</PresentationFormat>
  <Paragraphs>315</Paragraphs>
  <Slides>28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Santander Text</vt:lpstr>
      <vt:lpstr>Santander Text Light</vt:lpstr>
      <vt:lpstr>Tema de Office</vt:lpstr>
      <vt:lpstr>think-cell Slide</vt:lpstr>
      <vt:lpstr>Fluxo de Dados</vt:lpstr>
      <vt:lpstr>PowerPoint Presentation</vt:lpstr>
      <vt:lpstr>Símbolos</vt:lpstr>
      <vt:lpstr>PowerPoint Presentation</vt:lpstr>
      <vt:lpstr>PowerPoint Presentation</vt:lpstr>
      <vt:lpstr>Governance </vt:lpstr>
      <vt:lpstr>Fluxos Comuns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Fluxos Primários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Fluxos Secundários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 Point SANTANDER</dc:title>
  <dc:creator>Presentalia (info@presentalia.com)</dc:creator>
  <cp:lastModifiedBy>João Pedro Alexandre Pires de Carvalho</cp:lastModifiedBy>
  <cp:revision>83</cp:revision>
  <cp:lastPrinted>2020-02-14T10:49:34Z</cp:lastPrinted>
  <dcterms:created xsi:type="dcterms:W3CDTF">2018-03-19T11:10:43Z</dcterms:created>
  <dcterms:modified xsi:type="dcterms:W3CDTF">2023-06-20T17:31:47Z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0x010100845A6BCA4ACA584C9A1C03FD3956D51C</vt:lpwstr>
  </property>
  <property fmtid="{D5CDD505-2E9C-101B-9397-08002B2CF9AE}" pid="3" name="MediaServiceImageTags">
    <vt:lpwstr/>
  </property>
  <property fmtid="{D5CDD505-2E9C-101B-9397-08002B2CF9AE}" pid="4" name="MSIP_Label_c28a54a4-093b-4fbd-aebd-593e22a43ea3_Enabled">
    <vt:lpwstr>true</vt:lpwstr>
  </property>
  <property fmtid="{D5CDD505-2E9C-101B-9397-08002B2CF9AE}" pid="5" name="MSIP_Label_c28a54a4-093b-4fbd-aebd-593e22a43ea3_SetDate">
    <vt:lpwstr>2023-06-20T16:35:30Z</vt:lpwstr>
  </property>
  <property fmtid="{D5CDD505-2E9C-101B-9397-08002B2CF9AE}" pid="6" name="MSIP_Label_c28a54a4-093b-4fbd-aebd-593e22a43ea3_Method">
    <vt:lpwstr>Privileged</vt:lpwstr>
  </property>
  <property fmtid="{D5CDD505-2E9C-101B-9397-08002B2CF9AE}" pid="7" name="MSIP_Label_c28a54a4-093b-4fbd-aebd-593e22a43ea3_Name">
    <vt:lpwstr>Restricted-confidential</vt:lpwstr>
  </property>
  <property fmtid="{D5CDD505-2E9C-101B-9397-08002B2CF9AE}" pid="8" name="MSIP_Label_c28a54a4-093b-4fbd-aebd-593e22a43ea3_SiteId">
    <vt:lpwstr>35595a02-4d6d-44ac-99e1-f9ab4cd872db</vt:lpwstr>
  </property>
  <property fmtid="{D5CDD505-2E9C-101B-9397-08002B2CF9AE}" pid="9" name="MSIP_Label_c28a54a4-093b-4fbd-aebd-593e22a43ea3_ActionId">
    <vt:lpwstr>7fe27e60-6720-4b03-a438-fcc02e6d4668</vt:lpwstr>
  </property>
  <property fmtid="{D5CDD505-2E9C-101B-9397-08002B2CF9AE}" pid="10" name="MSIP_Label_c28a54a4-093b-4fbd-aebd-593e22a43ea3_ContentBits">
    <vt:lpwstr>1</vt:lpwstr>
  </property>
</Properties>
</file>