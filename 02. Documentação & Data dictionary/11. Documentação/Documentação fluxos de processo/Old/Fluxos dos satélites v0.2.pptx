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9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0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266" r:id="rId6"/>
    <p:sldId id="281" r:id="rId7"/>
    <p:sldId id="524" r:id="rId8"/>
    <p:sldId id="525" r:id="rId9"/>
    <p:sldId id="546" r:id="rId10"/>
    <p:sldId id="548" r:id="rId11"/>
    <p:sldId id="547" r:id="rId12"/>
    <p:sldId id="521" r:id="rId13"/>
    <p:sldId id="526" r:id="rId14"/>
    <p:sldId id="522" r:id="rId15"/>
    <p:sldId id="530" r:id="rId16"/>
    <p:sldId id="523" r:id="rId17"/>
    <p:sldId id="529" r:id="rId18"/>
    <p:sldId id="531" r:id="rId19"/>
    <p:sldId id="544" r:id="rId20"/>
    <p:sldId id="533" r:id="rId21"/>
    <p:sldId id="534" r:id="rId22"/>
    <p:sldId id="536" r:id="rId23"/>
    <p:sldId id="538" r:id="rId24"/>
    <p:sldId id="537" r:id="rId25"/>
    <p:sldId id="535" r:id="rId26"/>
    <p:sldId id="545" r:id="rId27"/>
    <p:sldId id="539" r:id="rId28"/>
    <p:sldId id="540" r:id="rId29"/>
    <p:sldId id="541" r:id="rId30"/>
    <p:sldId id="542" r:id="rId31"/>
    <p:sldId id="543" r:id="rId32"/>
    <p:sldId id="265" r:id="rId33"/>
  </p:sldIdLst>
  <p:sldSz cx="12190413" cy="6859588"/>
  <p:notesSz cx="6858000" cy="9926638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236"/>
    <a:srgbClr val="F9735D"/>
    <a:srgbClr val="363636"/>
    <a:srgbClr val="99FFCC"/>
    <a:srgbClr val="FFDDDD"/>
    <a:srgbClr val="EB0000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C09AB-7F3E-4DC1-8409-3654F2D16A39}" v="16" dt="2023-04-17T09:47:13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7" autoAdjust="0"/>
    <p:restoredTop sz="94837" autoAdjust="0"/>
  </p:normalViewPr>
  <p:slideViewPr>
    <p:cSldViewPr snapToGrid="0">
      <p:cViewPr>
        <p:scale>
          <a:sx n="120" d="100"/>
          <a:sy n="120" d="100"/>
        </p:scale>
        <p:origin x="470" y="-53"/>
      </p:cViewPr>
      <p:guideLst>
        <p:guide orient="horz" pos="16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dónis" userId="2a858039-74ae-4480-8dde-8a1dd1818585" providerId="ADAL" clId="{635C09AB-7F3E-4DC1-8409-3654F2D16A39}"/>
    <pc:docChg chg="custSel addSld modSld">
      <pc:chgData name="Bruno Adónis" userId="2a858039-74ae-4480-8dde-8a1dd1818585" providerId="ADAL" clId="{635C09AB-7F3E-4DC1-8409-3654F2D16A39}" dt="2023-04-17T09:28:57.846" v="76" actId="14100"/>
      <pc:docMkLst>
        <pc:docMk/>
      </pc:docMkLst>
      <pc:sldChg chg="addSp delSp modSp add mod">
        <pc:chgData name="Bruno Adónis" userId="2a858039-74ae-4480-8dde-8a1dd1818585" providerId="ADAL" clId="{635C09AB-7F3E-4DC1-8409-3654F2D16A39}" dt="2023-04-17T09:28:57.846" v="76" actId="14100"/>
        <pc:sldMkLst>
          <pc:docMk/>
          <pc:sldMk cId="9580368" sldId="531"/>
        </pc:sldMkLst>
        <pc:spChg chg="mod">
          <ac:chgData name="Bruno Adónis" userId="2a858039-74ae-4480-8dde-8a1dd1818585" providerId="ADAL" clId="{635C09AB-7F3E-4DC1-8409-3654F2D16A39}" dt="2023-04-17T09:20:27.015" v="3"/>
          <ac:spMkLst>
            <pc:docMk/>
            <pc:sldMk cId="9580368" sldId="531"/>
            <ac:spMk id="3" creationId="{CF9AEB1E-01CB-1DC5-37FE-6CCF7705D414}"/>
          </ac:spMkLst>
        </pc:spChg>
        <pc:spChg chg="mod">
          <ac:chgData name="Bruno Adónis" userId="2a858039-74ae-4480-8dde-8a1dd1818585" providerId="ADAL" clId="{635C09AB-7F3E-4DC1-8409-3654F2D16A39}" dt="2023-04-17T09:20:27.015" v="3"/>
          <ac:spMkLst>
            <pc:docMk/>
            <pc:sldMk cId="9580368" sldId="531"/>
            <ac:spMk id="5" creationId="{61E1C7E5-18D1-ED28-A051-C57DDC0E2EBC}"/>
          </ac:spMkLst>
        </pc:spChg>
        <pc:spChg chg="mod">
          <ac:chgData name="Bruno Adónis" userId="2a858039-74ae-4480-8dde-8a1dd1818585" providerId="ADAL" clId="{635C09AB-7F3E-4DC1-8409-3654F2D16A39}" dt="2023-04-17T09:23:44.585" v="5"/>
          <ac:spMkLst>
            <pc:docMk/>
            <pc:sldMk cId="9580368" sldId="531"/>
            <ac:spMk id="8" creationId="{0DD4F84B-F3CC-833C-E42A-DB3221FC1198}"/>
          </ac:spMkLst>
        </pc:spChg>
        <pc:spChg chg="del">
          <ac:chgData name="Bruno Adónis" userId="2a858039-74ae-4480-8dde-8a1dd1818585" providerId="ADAL" clId="{635C09AB-7F3E-4DC1-8409-3654F2D16A39}" dt="2023-04-17T09:24:09.495" v="8" actId="478"/>
          <ac:spMkLst>
            <pc:docMk/>
            <pc:sldMk cId="9580368" sldId="531"/>
            <ac:spMk id="20" creationId="{5B260461-7425-D2C7-661E-F3A2808D1D0B}"/>
          </ac:spMkLst>
        </pc:spChg>
        <pc:spChg chg="del">
          <ac:chgData name="Bruno Adónis" userId="2a858039-74ae-4480-8dde-8a1dd1818585" providerId="ADAL" clId="{635C09AB-7F3E-4DC1-8409-3654F2D16A39}" dt="2023-04-17T09:24:39.561" v="12" actId="478"/>
          <ac:spMkLst>
            <pc:docMk/>
            <pc:sldMk cId="9580368" sldId="531"/>
            <ac:spMk id="23" creationId="{419EBC42-F034-3B35-225D-B12DD6EE01A1}"/>
          </ac:spMkLst>
        </pc:spChg>
        <pc:spChg chg="mod">
          <ac:chgData name="Bruno Adónis" userId="2a858039-74ae-4480-8dde-8a1dd1818585" providerId="ADAL" clId="{635C09AB-7F3E-4DC1-8409-3654F2D16A39}" dt="2023-04-17T09:23:44.585" v="5"/>
          <ac:spMkLst>
            <pc:docMk/>
            <pc:sldMk cId="9580368" sldId="531"/>
            <ac:spMk id="24" creationId="{6A7BC7F3-238E-2DB1-D9AD-204B5D2A9DAA}"/>
          </ac:spMkLst>
        </pc:spChg>
        <pc:spChg chg="mod">
          <ac:chgData name="Bruno Adónis" userId="2a858039-74ae-4480-8dde-8a1dd1818585" providerId="ADAL" clId="{635C09AB-7F3E-4DC1-8409-3654F2D16A39}" dt="2023-04-17T09:19:15.525" v="2" actId="20577"/>
          <ac:spMkLst>
            <pc:docMk/>
            <pc:sldMk cId="9580368" sldId="531"/>
            <ac:spMk id="28" creationId="{00000000-0000-0000-0000-000000000000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1" creationId="{857C8F7B-E01E-D5A2-7095-2AEAC9B2091D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3" creationId="{79DEB19F-FC5A-163B-71BF-A7BBEDD09955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5" creationId="{E573D7ED-3127-21CA-AF99-B8DF62688F0F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6" creationId="{767F94A3-FEB7-096A-8E68-D2A1EDF386C4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7" creationId="{F040A10B-C437-65D2-1527-D5B67673A7EA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8" creationId="{B92C6886-0F2D-0327-7D63-38DEA682B6F5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9" creationId="{20586697-6697-6DD1-9E65-D10970A75B65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50" creationId="{BE430DD0-68F5-6F29-D54C-0FE7C437AA14}"/>
          </ac:spMkLst>
        </pc:spChg>
        <pc:spChg chg="del">
          <ac:chgData name="Bruno Adónis" userId="2a858039-74ae-4480-8dde-8a1dd1818585" providerId="ADAL" clId="{635C09AB-7F3E-4DC1-8409-3654F2D16A39}" dt="2023-04-17T09:24:21.649" v="9" actId="478"/>
          <ac:spMkLst>
            <pc:docMk/>
            <pc:sldMk cId="9580368" sldId="531"/>
            <ac:spMk id="57" creationId="{2A2AE190-F0D3-0D2D-0CFF-69F6DE30CAC5}"/>
          </ac:spMkLst>
        </pc:spChg>
        <pc:spChg chg="del">
          <ac:chgData name="Bruno Adónis" userId="2a858039-74ae-4480-8dde-8a1dd1818585" providerId="ADAL" clId="{635C09AB-7F3E-4DC1-8409-3654F2D16A39}" dt="2023-04-17T09:24:21.649" v="9" actId="478"/>
          <ac:spMkLst>
            <pc:docMk/>
            <pc:sldMk cId="9580368" sldId="531"/>
            <ac:spMk id="88" creationId="{7F1F6BD8-E69E-D18E-1985-AEE763A2E2B4}"/>
          </ac:spMkLst>
        </pc:spChg>
        <pc:grpChg chg="add 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2" creationId="{1AD9CD5F-B492-162E-B314-81BAE6E4121A}"/>
          </ac:grpSpMkLst>
        </pc:grpChg>
        <pc:grpChg chg="mod">
          <ac:chgData name="Bruno Adónis" userId="2a858039-74ae-4480-8dde-8a1dd1818585" providerId="ADAL" clId="{635C09AB-7F3E-4DC1-8409-3654F2D16A39}" dt="2023-04-17T09:20:27.015" v="3"/>
          <ac:grpSpMkLst>
            <pc:docMk/>
            <pc:sldMk cId="9580368" sldId="531"/>
            <ac:grpSpMk id="4" creationId="{D33A2860-6984-95FE-6217-911558734D14}"/>
          </ac:grpSpMkLst>
        </pc:grpChg>
        <pc:grpChg chg="add mod">
          <ac:chgData name="Bruno Adónis" userId="2a858039-74ae-4480-8dde-8a1dd1818585" providerId="ADAL" clId="{635C09AB-7F3E-4DC1-8409-3654F2D16A39}" dt="2023-04-17T09:27:36.131" v="45" actId="1037"/>
          <ac:grpSpMkLst>
            <pc:docMk/>
            <pc:sldMk cId="9580368" sldId="531"/>
            <ac:grpSpMk id="7" creationId="{C97E55F8-CFD6-AAF3-F5AC-8730C5FF27AD}"/>
          </ac:grpSpMkLst>
        </pc:grpChg>
        <pc:grpChg chg="mod">
          <ac:chgData name="Bruno Adónis" userId="2a858039-74ae-4480-8dde-8a1dd1818585" providerId="ADAL" clId="{635C09AB-7F3E-4DC1-8409-3654F2D16A39}" dt="2023-04-17T09:23:44.585" v="5"/>
          <ac:grpSpMkLst>
            <pc:docMk/>
            <pc:sldMk cId="9580368" sldId="531"/>
            <ac:grpSpMk id="9" creationId="{086D33F9-4ED1-492E-0FE6-11B44310DBE9}"/>
          </ac:grpSpMkLst>
        </pc:grpChg>
        <pc:grpChg chg="del">
          <ac:chgData name="Bruno Adónis" userId="2a858039-74ae-4480-8dde-8a1dd1818585" providerId="ADAL" clId="{635C09AB-7F3E-4DC1-8409-3654F2D16A39}" dt="2023-04-17T09:24:39.561" v="12" actId="478"/>
          <ac:grpSpMkLst>
            <pc:docMk/>
            <pc:sldMk cId="9580368" sldId="531"/>
            <ac:grpSpMk id="19" creationId="{27E3C47A-EF57-67D4-395A-CE6067C8515D}"/>
          </ac:grpSpMkLst>
        </pc:grpChg>
        <pc:grpChg chg="add mod">
          <ac:chgData name="Bruno Adónis" userId="2a858039-74ae-4480-8dde-8a1dd1818585" providerId="ADAL" clId="{635C09AB-7F3E-4DC1-8409-3654F2D16A39}" dt="2023-04-17T09:28:37.624" v="69" actId="1076"/>
          <ac:grpSpMkLst>
            <pc:docMk/>
            <pc:sldMk cId="9580368" sldId="531"/>
            <ac:grpSpMk id="40" creationId="{0B3C6DC6-6BD5-2455-0F4F-6BD54C4A3B43}"/>
          </ac:grpSpMkLst>
        </pc:grpChg>
        <pc:grpChg chg="mod">
          <ac:chgData name="Bruno Adónis" userId="2a858039-74ae-4480-8dde-8a1dd1818585" providerId="ADAL" clId="{635C09AB-7F3E-4DC1-8409-3654F2D16A39}" dt="2023-04-17T09:28:37.624" v="69" actId="1076"/>
          <ac:grpSpMkLst>
            <pc:docMk/>
            <pc:sldMk cId="9580368" sldId="531"/>
            <ac:grpSpMk id="42" creationId="{7CA3FA94-64F0-E017-A90E-8398B8821CA4}"/>
          </ac:grpSpMkLst>
        </pc:grpChg>
        <pc:grpChg chg="mod">
          <ac:chgData name="Bruno Adónis" userId="2a858039-74ae-4480-8dde-8a1dd1818585" providerId="ADAL" clId="{635C09AB-7F3E-4DC1-8409-3654F2D16A39}" dt="2023-04-17T09:28:37.624" v="69" actId="1076"/>
          <ac:grpSpMkLst>
            <pc:docMk/>
            <pc:sldMk cId="9580368" sldId="531"/>
            <ac:grpSpMk id="44" creationId="{0671D6C4-22F5-6C14-0239-563A811BAE15}"/>
          </ac:grpSpMkLst>
        </pc:grpChg>
        <pc:grpChg chg="del">
          <ac:chgData name="Bruno Adónis" userId="2a858039-74ae-4480-8dde-8a1dd1818585" providerId="ADAL" clId="{635C09AB-7F3E-4DC1-8409-3654F2D16A39}" dt="2023-04-17T09:25:58.581" v="15" actId="478"/>
          <ac:grpSpMkLst>
            <pc:docMk/>
            <pc:sldMk cId="9580368" sldId="531"/>
            <ac:grpSpMk id="63" creationId="{762BAFF4-255F-08E3-AFB8-DF05539A1748}"/>
          </ac:grpSpMkLst>
        </pc:grpChg>
        <pc:grpChg chg="del">
          <ac:chgData name="Bruno Adónis" userId="2a858039-74ae-4480-8dde-8a1dd1818585" providerId="ADAL" clId="{635C09AB-7F3E-4DC1-8409-3654F2D16A39}" dt="2023-04-17T09:24:21.649" v="9" actId="478"/>
          <ac:grpSpMkLst>
            <pc:docMk/>
            <pc:sldMk cId="9580368" sldId="531"/>
            <ac:grpSpMk id="84" creationId="{51A42D42-E7AD-ED24-F3AC-16F8D5DBC1B8}"/>
          </ac:grpSpMkLst>
        </pc:grpChg>
        <pc:grpChg chg="del">
          <ac:chgData name="Bruno Adónis" userId="2a858039-74ae-4480-8dde-8a1dd1818585" providerId="ADAL" clId="{635C09AB-7F3E-4DC1-8409-3654F2D16A39}" dt="2023-04-17T09:24:21.649" v="9" actId="478"/>
          <ac:grpSpMkLst>
            <pc:docMk/>
            <pc:sldMk cId="9580368" sldId="531"/>
            <ac:grpSpMk id="108" creationId="{90B9125A-79C2-4980-1652-4BCB4A76E545}"/>
          </ac:grpSpMkLst>
        </pc:grpChg>
        <pc:grpChg chg="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117" creationId="{24F686E8-EDD2-D1C6-8CDD-49ACFDF0DBFA}"/>
          </ac:grpSpMkLst>
        </pc:grpChg>
        <pc:grpChg chg="del">
          <ac:chgData name="Bruno Adónis" userId="2a858039-74ae-4480-8dde-8a1dd1818585" providerId="ADAL" clId="{635C09AB-7F3E-4DC1-8409-3654F2D16A39}" dt="2023-04-17T09:24:05.284" v="7" actId="478"/>
          <ac:grpSpMkLst>
            <pc:docMk/>
            <pc:sldMk cId="9580368" sldId="531"/>
            <ac:grpSpMk id="118" creationId="{75A1838B-B301-0466-8FBE-6AA51216D45E}"/>
          </ac:grpSpMkLst>
        </pc:grpChg>
        <pc:grpChg chg="del">
          <ac:chgData name="Bruno Adónis" userId="2a858039-74ae-4480-8dde-8a1dd1818585" providerId="ADAL" clId="{635C09AB-7F3E-4DC1-8409-3654F2D16A39}" dt="2023-04-17T09:24:31.935" v="10" actId="478"/>
          <ac:grpSpMkLst>
            <pc:docMk/>
            <pc:sldMk cId="9580368" sldId="531"/>
            <ac:grpSpMk id="121" creationId="{249B1ABF-829E-4687-4867-2317EB797160}"/>
          </ac:grpSpMkLst>
        </pc:grpChg>
        <pc:grpChg chg="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128" creationId="{B1C7CB00-5904-A1A7-6D20-08D27031DE7E}"/>
          </ac:grpSpMkLst>
        </pc:grpChg>
        <pc:grpChg chg="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158" creationId="{AFDC50D3-7C79-7398-0BE5-254C9B7D115F}"/>
          </ac:grpSpMkLst>
        </pc:grpChg>
        <pc:picChg chg="mod">
          <ac:chgData name="Bruno Adónis" userId="2a858039-74ae-4480-8dde-8a1dd1818585" providerId="ADAL" clId="{635C09AB-7F3E-4DC1-8409-3654F2D16A39}" dt="2023-04-17T09:20:27.015" v="3"/>
          <ac:picMkLst>
            <pc:docMk/>
            <pc:sldMk cId="9580368" sldId="531"/>
            <ac:picMk id="6" creationId="{65CA0FB9-3397-7BDE-CCFF-0432D0DB5E62}"/>
          </ac:picMkLst>
        </pc:picChg>
        <pc:picChg chg="mod">
          <ac:chgData name="Bruno Adónis" userId="2a858039-74ae-4480-8dde-8a1dd1818585" providerId="ADAL" clId="{635C09AB-7F3E-4DC1-8409-3654F2D16A39}" dt="2023-04-17T09:23:44.585" v="5"/>
          <ac:picMkLst>
            <pc:docMk/>
            <pc:sldMk cId="9580368" sldId="531"/>
            <ac:picMk id="10" creationId="{45DFE9D3-BD56-F8EF-2B7A-EDF368F945C4}"/>
          </ac:picMkLst>
        </pc:picChg>
        <pc:picChg chg="mod">
          <ac:chgData name="Bruno Adónis" userId="2a858039-74ae-4480-8dde-8a1dd1818585" providerId="ADAL" clId="{635C09AB-7F3E-4DC1-8409-3654F2D16A39}" dt="2023-04-17T09:23:44.585" v="5"/>
          <ac:picMkLst>
            <pc:docMk/>
            <pc:sldMk cId="9580368" sldId="531"/>
            <ac:picMk id="18" creationId="{21A28C15-6206-13C8-5DE0-0DB74AB84348}"/>
          </ac:picMkLst>
        </pc:picChg>
        <pc:picChg chg="del">
          <ac:chgData name="Bruno Adónis" userId="2a858039-74ae-4480-8dde-8a1dd1818585" providerId="ADAL" clId="{635C09AB-7F3E-4DC1-8409-3654F2D16A39}" dt="2023-04-17T09:24:39.561" v="12" actId="478"/>
          <ac:picMkLst>
            <pc:docMk/>
            <pc:sldMk cId="9580368" sldId="531"/>
            <ac:picMk id="25" creationId="{D5586BDA-2A7B-3C98-F95F-FB0BDBDE45B8}"/>
          </ac:picMkLst>
        </pc:picChg>
        <pc:picChg chg="mod">
          <ac:chgData name="Bruno Adónis" userId="2a858039-74ae-4480-8dde-8a1dd1818585" providerId="ADAL" clId="{635C09AB-7F3E-4DC1-8409-3654F2D16A39}" dt="2023-04-17T09:23:44.585" v="5"/>
          <ac:picMkLst>
            <pc:docMk/>
            <pc:sldMk cId="9580368" sldId="531"/>
            <ac:picMk id="26" creationId="{5ECB6409-38DA-B052-1A21-CB8FD37FD908}"/>
          </ac:picMkLst>
        </pc:picChg>
        <pc:picChg chg="del">
          <ac:chgData name="Bruno Adónis" userId="2a858039-74ae-4480-8dde-8a1dd1818585" providerId="ADAL" clId="{635C09AB-7F3E-4DC1-8409-3654F2D16A39}" dt="2023-04-17T09:24:09.495" v="8" actId="478"/>
          <ac:picMkLst>
            <pc:docMk/>
            <pc:sldMk cId="9580368" sldId="531"/>
            <ac:picMk id="54" creationId="{7CC36514-7F52-F9FD-CCF9-54D6CF53AEC5}"/>
          </ac:picMkLst>
        </pc:picChg>
        <pc:picChg chg="del">
          <ac:chgData name="Bruno Adónis" userId="2a858039-74ae-4480-8dde-8a1dd1818585" providerId="ADAL" clId="{635C09AB-7F3E-4DC1-8409-3654F2D16A39}" dt="2023-04-17T09:24:21.649" v="9" actId="478"/>
          <ac:picMkLst>
            <pc:docMk/>
            <pc:sldMk cId="9580368" sldId="531"/>
            <ac:picMk id="60" creationId="{6E0533F0-A83E-CD0B-2514-E20464BD373B}"/>
          </ac:picMkLst>
        </pc:picChg>
        <pc:picChg chg="del">
          <ac:chgData name="Bruno Adónis" userId="2a858039-74ae-4480-8dde-8a1dd1818585" providerId="ADAL" clId="{635C09AB-7F3E-4DC1-8409-3654F2D16A39}" dt="2023-04-17T09:25:58.581" v="15" actId="478"/>
          <ac:picMkLst>
            <pc:docMk/>
            <pc:sldMk cId="9580368" sldId="531"/>
            <ac:picMk id="80" creationId="{F0607F12-E009-A643-3D32-8AFF5F2FBEF8}"/>
          </ac:picMkLst>
        </pc:picChg>
        <pc:picChg chg="del">
          <ac:chgData name="Bruno Adónis" userId="2a858039-74ae-4480-8dde-8a1dd1818585" providerId="ADAL" clId="{635C09AB-7F3E-4DC1-8409-3654F2D16A39}" dt="2023-04-17T09:24:21.649" v="9" actId="478"/>
          <ac:picMkLst>
            <pc:docMk/>
            <pc:sldMk cId="9580368" sldId="531"/>
            <ac:picMk id="89" creationId="{94E0405A-EA87-5402-C895-2ABF1D3B156E}"/>
          </ac:picMkLst>
        </pc:picChg>
        <pc:picChg chg="del">
          <ac:chgData name="Bruno Adónis" userId="2a858039-74ae-4480-8dde-8a1dd1818585" providerId="ADAL" clId="{635C09AB-7F3E-4DC1-8409-3654F2D16A39}" dt="2023-04-17T09:24:09.495" v="8" actId="478"/>
          <ac:picMkLst>
            <pc:docMk/>
            <pc:sldMk cId="9580368" sldId="531"/>
            <ac:picMk id="97" creationId="{C400457E-6E05-B0F2-DDCF-A37DAFEF98BA}"/>
          </ac:picMkLst>
        </pc:picChg>
        <pc:picChg chg="del">
          <ac:chgData name="Bruno Adónis" userId="2a858039-74ae-4480-8dde-8a1dd1818585" providerId="ADAL" clId="{635C09AB-7F3E-4DC1-8409-3654F2D16A39}" dt="2023-04-17T09:24:21.649" v="9" actId="478"/>
          <ac:picMkLst>
            <pc:docMk/>
            <pc:sldMk cId="9580368" sldId="531"/>
            <ac:picMk id="99" creationId="{1C600093-3693-C2A6-C2D4-5DA3D1A3CCCF}"/>
          </ac:picMkLst>
        </pc:picChg>
        <pc:cxnChg chg="add 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27" creationId="{C383D232-5004-5A13-8D7D-A8A443FBDA23}"/>
          </ac:cxnSpMkLst>
        </pc:cxnChg>
        <pc:cxnChg chg="del mod">
          <ac:chgData name="Bruno Adónis" userId="2a858039-74ae-4480-8dde-8a1dd1818585" providerId="ADAL" clId="{635C09AB-7F3E-4DC1-8409-3654F2D16A39}" dt="2023-04-17T09:24:42.425" v="13" actId="478"/>
          <ac:cxnSpMkLst>
            <pc:docMk/>
            <pc:sldMk cId="9580368" sldId="531"/>
            <ac:cxnSpMk id="31" creationId="{022EFF94-87D4-5A81-CB16-3E67FB67E060}"/>
          </ac:cxnSpMkLst>
        </pc:cxnChg>
        <pc:cxnChg chg="del mod">
          <ac:chgData name="Bruno Adónis" userId="2a858039-74ae-4480-8dde-8a1dd1818585" providerId="ADAL" clId="{635C09AB-7F3E-4DC1-8409-3654F2D16A39}" dt="2023-04-17T09:24:34.002" v="11" actId="478"/>
          <ac:cxnSpMkLst>
            <pc:docMk/>
            <pc:sldMk cId="9580368" sldId="531"/>
            <ac:cxnSpMk id="39" creationId="{145DAFBD-1D28-33D5-1580-FA5B8AF2EB12}"/>
          </ac:cxnSpMkLst>
        </pc:cxnChg>
        <pc:cxnChg chg="add mod">
          <ac:chgData name="Bruno Adónis" userId="2a858039-74ae-4480-8dde-8a1dd1818585" providerId="ADAL" clId="{635C09AB-7F3E-4DC1-8409-3654F2D16A39}" dt="2023-04-17T09:28:49.569" v="73" actId="14100"/>
          <ac:cxnSpMkLst>
            <pc:docMk/>
            <pc:sldMk cId="9580368" sldId="531"/>
            <ac:cxnSpMk id="51" creationId="{14D34697-F67B-0496-D043-DF6C9CE484F6}"/>
          </ac:cxnSpMkLst>
        </pc:cxnChg>
        <pc:cxnChg chg="add mod">
          <ac:chgData name="Bruno Adónis" userId="2a858039-74ae-4480-8dde-8a1dd1818585" providerId="ADAL" clId="{635C09AB-7F3E-4DC1-8409-3654F2D16A39}" dt="2023-04-17T09:28:57.846" v="76" actId="14100"/>
          <ac:cxnSpMkLst>
            <pc:docMk/>
            <pc:sldMk cId="9580368" sldId="531"/>
            <ac:cxnSpMk id="68" creationId="{F5F4B327-01AE-BEC1-9F6C-A7292D02DF09}"/>
          </ac:cxnSpMkLst>
        </pc:cxnChg>
        <pc:cxnChg chg="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70" creationId="{00000000-0000-0000-0000-000000000000}"/>
          </ac:cxnSpMkLst>
        </pc:cxnChg>
        <pc:cxnChg chg="del mod">
          <ac:chgData name="Bruno Adónis" userId="2a858039-74ae-4480-8dde-8a1dd1818585" providerId="ADAL" clId="{635C09AB-7F3E-4DC1-8409-3654F2D16A39}" dt="2023-04-17T09:24:21.649" v="9" actId="478"/>
          <ac:cxnSpMkLst>
            <pc:docMk/>
            <pc:sldMk cId="9580368" sldId="531"/>
            <ac:cxnSpMk id="71" creationId="{5A5179F1-AA50-369C-1E9D-EF0E6FA944EE}"/>
          </ac:cxnSpMkLst>
        </pc:cxnChg>
        <pc:cxnChg chg="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72" creationId="{49375212-8B46-A946-7C75-E0EB30720638}"/>
          </ac:cxnSpMkLst>
        </pc:cxnChg>
        <pc:cxnChg chg="del mod">
          <ac:chgData name="Bruno Adónis" userId="2a858039-74ae-4480-8dde-8a1dd1818585" providerId="ADAL" clId="{635C09AB-7F3E-4DC1-8409-3654F2D16A39}" dt="2023-04-17T09:24:44.602" v="14" actId="478"/>
          <ac:cxnSpMkLst>
            <pc:docMk/>
            <pc:sldMk cId="9580368" sldId="531"/>
            <ac:cxnSpMk id="77" creationId="{35AAD688-B72D-A04D-A074-1ED9B10D56B0}"/>
          </ac:cxnSpMkLst>
        </pc:cxnChg>
        <pc:cxnChg chg="del mod">
          <ac:chgData name="Bruno Adónis" userId="2a858039-74ae-4480-8dde-8a1dd1818585" providerId="ADAL" clId="{635C09AB-7F3E-4DC1-8409-3654F2D16A39}" dt="2023-04-17T09:25:58.581" v="15" actId="478"/>
          <ac:cxnSpMkLst>
            <pc:docMk/>
            <pc:sldMk cId="9580368" sldId="531"/>
            <ac:cxnSpMk id="81" creationId="{DF40C24C-796E-E80D-0611-FD4C851F8A51}"/>
          </ac:cxnSpMkLst>
        </pc:cxnChg>
        <pc:cxnChg chg="del mod">
          <ac:chgData name="Bruno Adónis" userId="2a858039-74ae-4480-8dde-8a1dd1818585" providerId="ADAL" clId="{635C09AB-7F3E-4DC1-8409-3654F2D16A39}" dt="2023-04-17T09:24:21.649" v="9" actId="478"/>
          <ac:cxnSpMkLst>
            <pc:docMk/>
            <pc:sldMk cId="9580368" sldId="531"/>
            <ac:cxnSpMk id="90" creationId="{A632863F-0DEC-DFCE-6B28-F1BFF053554A}"/>
          </ac:cxnSpMkLst>
        </pc:cxnChg>
        <pc:cxnChg chg="del mod">
          <ac:chgData name="Bruno Adónis" userId="2a858039-74ae-4480-8dde-8a1dd1818585" providerId="ADAL" clId="{635C09AB-7F3E-4DC1-8409-3654F2D16A39}" dt="2023-04-17T09:26:01.607" v="16" actId="478"/>
          <ac:cxnSpMkLst>
            <pc:docMk/>
            <pc:sldMk cId="9580368" sldId="531"/>
            <ac:cxnSpMk id="129" creationId="{9C564FBA-D093-E421-907A-9A5AF1EBFB36}"/>
          </ac:cxnSpMkLst>
        </pc:cxnChg>
        <pc:cxnChg chg="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133" creationId="{FF178A2D-510D-EE55-A526-680FCE843552}"/>
          </ac:cxnSpMkLst>
        </pc:cxnChg>
      </pc:sldChg>
    </pc:docChg>
  </pc:docChgLst>
  <pc:docChgLst>
    <pc:chgData name="Bruno Adónis" userId="2a858039-74ae-4480-8dde-8a1dd1818585" providerId="ADAL" clId="{B698B0A8-333F-4E87-88C6-9CCB150C5F5A}"/>
    <pc:docChg chg="undo custSel addSld modSld">
      <pc:chgData name="Bruno Adónis" userId="2a858039-74ae-4480-8dde-8a1dd1818585" providerId="ADAL" clId="{B698B0A8-333F-4E87-88C6-9CCB150C5F5A}" dt="2023-03-08T13:33:37.390" v="460" actId="14100"/>
      <pc:docMkLst>
        <pc:docMk/>
      </pc:docMkLst>
      <pc:sldChg chg="addSp delSp modSp add mod">
        <pc:chgData name="Bruno Adónis" userId="2a858039-74ae-4480-8dde-8a1dd1818585" providerId="ADAL" clId="{B698B0A8-333F-4E87-88C6-9CCB150C5F5A}" dt="2023-03-08T13:33:37.390" v="460" actId="14100"/>
        <pc:sldMkLst>
          <pc:docMk/>
          <pc:sldMk cId="2704988569" sldId="529"/>
        </pc:sldMkLst>
        <pc:spChg chg="mod">
          <ac:chgData name="Bruno Adónis" userId="2a858039-74ae-4480-8dde-8a1dd1818585" providerId="ADAL" clId="{B698B0A8-333F-4E87-88C6-9CCB150C5F5A}" dt="2023-03-07T11:37:22.876" v="8"/>
          <ac:spMkLst>
            <pc:docMk/>
            <pc:sldMk cId="2704988569" sldId="529"/>
            <ac:spMk id="3" creationId="{E0DD00F3-2D30-C943-EDBB-2A392EDC2769}"/>
          </ac:spMkLst>
        </pc:spChg>
        <pc:spChg chg="del">
          <ac:chgData name="Bruno Adónis" userId="2a858039-74ae-4480-8dde-8a1dd1818585" providerId="ADAL" clId="{B698B0A8-333F-4E87-88C6-9CCB150C5F5A}" dt="2023-03-07T12:56:30.628" v="53" actId="478"/>
          <ac:spMkLst>
            <pc:docMk/>
            <pc:sldMk cId="2704988569" sldId="529"/>
            <ac:spMk id="5" creationId="{A2283E99-C85E-4F60-0169-F794D6114CB8}"/>
          </ac:spMkLst>
        </pc:spChg>
        <pc:spChg chg="add del mod">
          <ac:chgData name="Bruno Adónis" userId="2a858039-74ae-4480-8dde-8a1dd1818585" providerId="ADAL" clId="{B698B0A8-333F-4E87-88C6-9CCB150C5F5A}" dt="2023-03-07T11:38:08.393" v="32" actId="478"/>
          <ac:spMkLst>
            <pc:docMk/>
            <pc:sldMk cId="2704988569" sldId="529"/>
            <ac:spMk id="6" creationId="{8F32CFA9-5D96-A421-E595-BD754146A7D5}"/>
          </ac:spMkLst>
        </pc:spChg>
        <pc:spChg chg="del">
          <ac:chgData name="Bruno Adónis" userId="2a858039-74ae-4480-8dde-8a1dd1818585" providerId="ADAL" clId="{B698B0A8-333F-4E87-88C6-9CCB150C5F5A}" dt="2023-03-07T12:56:30.628" v="53" actId="478"/>
          <ac:spMkLst>
            <pc:docMk/>
            <pc:sldMk cId="2704988569" sldId="529"/>
            <ac:spMk id="9" creationId="{3ECA1EF7-F86B-CB16-60D7-31D2DDCC084E}"/>
          </ac:spMkLst>
        </pc:spChg>
        <pc:spChg chg="del">
          <ac:chgData name="Bruno Adónis" userId="2a858039-74ae-4480-8dde-8a1dd1818585" providerId="ADAL" clId="{B698B0A8-333F-4E87-88C6-9CCB150C5F5A}" dt="2023-03-07T12:56:30.628" v="53" actId="478"/>
          <ac:spMkLst>
            <pc:docMk/>
            <pc:sldMk cId="2704988569" sldId="529"/>
            <ac:spMk id="10" creationId="{A608A320-0477-CEFC-A37C-D73C564F0E46}"/>
          </ac:spMkLst>
        </pc:spChg>
        <pc:spChg chg="mod">
          <ac:chgData name="Bruno Adónis" userId="2a858039-74ae-4480-8dde-8a1dd1818585" providerId="ADAL" clId="{B698B0A8-333F-4E87-88C6-9CCB150C5F5A}" dt="2023-03-07T12:56:45.058" v="57"/>
          <ac:spMkLst>
            <pc:docMk/>
            <pc:sldMk cId="2704988569" sldId="529"/>
            <ac:spMk id="13" creationId="{AD5D891D-EECA-1D14-8779-430B76ECBDB0}"/>
          </ac:spMkLst>
        </pc:spChg>
        <pc:spChg chg="add mod">
          <ac:chgData name="Bruno Adónis" userId="2a858039-74ae-4480-8dde-8a1dd1818585" providerId="ADAL" clId="{B698B0A8-333F-4E87-88C6-9CCB150C5F5A}" dt="2023-03-08T13:29:41.560" v="415" actId="164"/>
          <ac:spMkLst>
            <pc:docMk/>
            <pc:sldMk cId="2704988569" sldId="529"/>
            <ac:spMk id="15" creationId="{6ED7876A-8671-FE19-04E2-0CAA9C2F7CFB}"/>
          </ac:spMkLst>
        </pc:spChg>
        <pc:spChg chg="mod">
          <ac:chgData name="Bruno Adónis" userId="2a858039-74ae-4480-8dde-8a1dd1818585" providerId="ADAL" clId="{B698B0A8-333F-4E87-88C6-9CCB150C5F5A}" dt="2023-03-07T14:35:23.883" v="184" actId="1076"/>
          <ac:spMkLst>
            <pc:docMk/>
            <pc:sldMk cId="2704988569" sldId="529"/>
            <ac:spMk id="20" creationId="{5B260461-7425-D2C7-661E-F3A2808D1D0B}"/>
          </ac:spMkLst>
        </pc:spChg>
        <pc:spChg chg="mod">
          <ac:chgData name="Bruno Adónis" userId="2a858039-74ae-4480-8dde-8a1dd1818585" providerId="ADAL" clId="{B698B0A8-333F-4E87-88C6-9CCB150C5F5A}" dt="2023-03-07T12:58:30.167" v="103" actId="571"/>
          <ac:spMkLst>
            <pc:docMk/>
            <pc:sldMk cId="2704988569" sldId="529"/>
            <ac:spMk id="21" creationId="{ECF8F865-A189-A3A3-34B4-BB38179621B0}"/>
          </ac:spMkLst>
        </pc:spChg>
        <pc:spChg chg="add mod">
          <ac:chgData name="Bruno Adónis" userId="2a858039-74ae-4480-8dde-8a1dd1818585" providerId="ADAL" clId="{B698B0A8-333F-4E87-88C6-9CCB150C5F5A}" dt="2023-03-07T15:29:32.598" v="368" actId="1076"/>
          <ac:spMkLst>
            <pc:docMk/>
            <pc:sldMk cId="2704988569" sldId="529"/>
            <ac:spMk id="23" creationId="{419EBC42-F034-3B35-225D-B12DD6EE01A1}"/>
          </ac:spMkLst>
        </pc:spChg>
        <pc:spChg chg="mod">
          <ac:chgData name="Bruno Adónis" userId="2a858039-74ae-4480-8dde-8a1dd1818585" providerId="ADAL" clId="{B698B0A8-333F-4E87-88C6-9CCB150C5F5A}" dt="2023-03-07T11:36:59.811" v="7" actId="20577"/>
          <ac:spMkLst>
            <pc:docMk/>
            <pc:sldMk cId="2704988569" sldId="529"/>
            <ac:spMk id="28" creationId="{00000000-0000-0000-0000-000000000000}"/>
          </ac:spMkLst>
        </pc:spChg>
        <pc:spChg chg="mod">
          <ac:chgData name="Bruno Adónis" userId="2a858039-74ae-4480-8dde-8a1dd1818585" providerId="ADAL" clId="{B698B0A8-333F-4E87-88C6-9CCB150C5F5A}" dt="2023-03-08T13:29:21.128" v="411" actId="164"/>
          <ac:spMkLst>
            <pc:docMk/>
            <pc:sldMk cId="2704988569" sldId="529"/>
            <ac:spMk id="38" creationId="{2E5B5498-D998-4564-D586-04BEED0E0297}"/>
          </ac:spMkLst>
        </pc:spChg>
        <pc:spChg chg="mod">
          <ac:chgData name="Bruno Adónis" userId="2a858039-74ae-4480-8dde-8a1dd1818585" providerId="ADAL" clId="{B698B0A8-333F-4E87-88C6-9CCB150C5F5A}" dt="2023-03-07T14:33:54.567" v="175"/>
          <ac:spMkLst>
            <pc:docMk/>
            <pc:sldMk cId="2704988569" sldId="529"/>
            <ac:spMk id="48" creationId="{1AAD2A09-8CD2-99DC-3566-A6839F2C95E0}"/>
          </ac:spMkLst>
        </pc:spChg>
        <pc:spChg chg="mod">
          <ac:chgData name="Bruno Adónis" userId="2a858039-74ae-4480-8dde-8a1dd1818585" providerId="ADAL" clId="{B698B0A8-333F-4E87-88C6-9CCB150C5F5A}" dt="2023-03-07T14:33:54.567" v="175"/>
          <ac:spMkLst>
            <pc:docMk/>
            <pc:sldMk cId="2704988569" sldId="529"/>
            <ac:spMk id="51" creationId="{2E4FF4EC-DF65-6B1E-3081-9C25428F3E60}"/>
          </ac:spMkLst>
        </pc:spChg>
        <pc:spChg chg="add mod">
          <ac:chgData name="Bruno Adónis" userId="2a858039-74ae-4480-8dde-8a1dd1818585" providerId="ADAL" clId="{B698B0A8-333F-4E87-88C6-9CCB150C5F5A}" dt="2023-03-08T13:33:13.295" v="457" actId="164"/>
          <ac:spMkLst>
            <pc:docMk/>
            <pc:sldMk cId="2704988569" sldId="529"/>
            <ac:spMk id="56" creationId="{8F65BAAE-76DC-7E1C-6757-BB3D260B002F}"/>
          </ac:spMkLst>
        </pc:spChg>
        <pc:spChg chg="mod">
          <ac:chgData name="Bruno Adónis" userId="2a858039-74ae-4480-8dde-8a1dd1818585" providerId="ADAL" clId="{B698B0A8-333F-4E87-88C6-9CCB150C5F5A}" dt="2023-03-07T12:54:46.990" v="52" actId="1076"/>
          <ac:spMkLst>
            <pc:docMk/>
            <pc:sldMk cId="2704988569" sldId="529"/>
            <ac:spMk id="57" creationId="{2A2AE190-F0D3-0D2D-0CFF-69F6DE30CAC5}"/>
          </ac:spMkLst>
        </pc:spChg>
        <pc:spChg chg="mod">
          <ac:chgData name="Bruno Adónis" userId="2a858039-74ae-4480-8dde-8a1dd1818585" providerId="ADAL" clId="{B698B0A8-333F-4E87-88C6-9CCB150C5F5A}" dt="2023-03-07T14:36:22.107" v="188"/>
          <ac:spMkLst>
            <pc:docMk/>
            <pc:sldMk cId="2704988569" sldId="529"/>
            <ac:spMk id="59" creationId="{BAF9D583-9F8B-BB5A-68F4-FCE399A3A76C}"/>
          </ac:spMkLst>
        </pc:spChg>
        <pc:spChg chg="mod">
          <ac:chgData name="Bruno Adónis" userId="2a858039-74ae-4480-8dde-8a1dd1818585" providerId="ADAL" clId="{B698B0A8-333F-4E87-88C6-9CCB150C5F5A}" dt="2023-03-07T14:38:21.137" v="210"/>
          <ac:spMkLst>
            <pc:docMk/>
            <pc:sldMk cId="2704988569" sldId="529"/>
            <ac:spMk id="64" creationId="{86E91F50-D86D-40A7-9CE3-51C4E0FBC838}"/>
          </ac:spMkLst>
        </pc:spChg>
        <pc:spChg chg="mod">
          <ac:chgData name="Bruno Adónis" userId="2a858039-74ae-4480-8dde-8a1dd1818585" providerId="ADAL" clId="{B698B0A8-333F-4E87-88C6-9CCB150C5F5A}" dt="2023-03-07T14:38:21.137" v="210"/>
          <ac:spMkLst>
            <pc:docMk/>
            <pc:sldMk cId="2704988569" sldId="529"/>
            <ac:spMk id="67" creationId="{769D285E-BAF0-E4B4-2CE3-50D0DE5D4C28}"/>
          </ac:spMkLst>
        </pc:spChg>
        <pc:spChg chg="del">
          <ac:chgData name="Bruno Adónis" userId="2a858039-74ae-4480-8dde-8a1dd1818585" providerId="ADAL" clId="{B698B0A8-333F-4E87-88C6-9CCB150C5F5A}" dt="2023-03-07T12:54:26.698" v="36" actId="478"/>
          <ac:spMkLst>
            <pc:docMk/>
            <pc:sldMk cId="2704988569" sldId="529"/>
            <ac:spMk id="68" creationId="{16BA29F3-0E5E-3726-0303-A15E706F546B}"/>
          </ac:spMkLst>
        </pc:spChg>
        <pc:spChg chg="del">
          <ac:chgData name="Bruno Adónis" userId="2a858039-74ae-4480-8dde-8a1dd1818585" providerId="ADAL" clId="{B698B0A8-333F-4E87-88C6-9CCB150C5F5A}" dt="2023-03-07T11:37:44.526" v="16" actId="478"/>
          <ac:spMkLst>
            <pc:docMk/>
            <pc:sldMk cId="2704988569" sldId="529"/>
            <ac:spMk id="85" creationId="{C5F56BE9-2C01-5F1E-A23E-BE1AFF401F84}"/>
          </ac:spMkLst>
        </pc:spChg>
        <pc:spChg chg="mod">
          <ac:chgData name="Bruno Adónis" userId="2a858039-74ae-4480-8dde-8a1dd1818585" providerId="ADAL" clId="{B698B0A8-333F-4E87-88C6-9CCB150C5F5A}" dt="2023-03-07T15:30:13.507" v="372"/>
          <ac:spMkLst>
            <pc:docMk/>
            <pc:sldMk cId="2704988569" sldId="529"/>
            <ac:spMk id="86" creationId="{3B84BCFF-88D3-3845-ABFE-3D86EE2D84B4}"/>
          </ac:spMkLst>
        </pc:spChg>
        <pc:spChg chg="add mod">
          <ac:chgData name="Bruno Adónis" userId="2a858039-74ae-4480-8dde-8a1dd1818585" providerId="ADAL" clId="{B698B0A8-333F-4E87-88C6-9CCB150C5F5A}" dt="2023-03-07T15:30:22.394" v="383" actId="1076"/>
          <ac:spMkLst>
            <pc:docMk/>
            <pc:sldMk cId="2704988569" sldId="529"/>
            <ac:spMk id="88" creationId="{7F1F6BD8-E69E-D18E-1985-AEE763A2E2B4}"/>
          </ac:spMkLst>
        </pc:spChg>
        <pc:spChg chg="add del mod">
          <ac:chgData name="Bruno Adónis" userId="2a858039-74ae-4480-8dde-8a1dd1818585" providerId="ADAL" clId="{B698B0A8-333F-4E87-88C6-9CCB150C5F5A}" dt="2023-03-08T13:28:35.836" v="407"/>
          <ac:spMkLst>
            <pc:docMk/>
            <pc:sldMk cId="2704988569" sldId="529"/>
            <ac:spMk id="93" creationId="{3FCCB090-FC24-AB50-AD4D-FE5CDB7F2212}"/>
          </ac:spMkLst>
        </pc:spChg>
        <pc:spChg chg="mod">
          <ac:chgData name="Bruno Adónis" userId="2a858039-74ae-4480-8dde-8a1dd1818585" providerId="ADAL" clId="{B698B0A8-333F-4E87-88C6-9CCB150C5F5A}" dt="2023-03-08T13:28:26.602" v="406"/>
          <ac:spMkLst>
            <pc:docMk/>
            <pc:sldMk cId="2704988569" sldId="529"/>
            <ac:spMk id="95" creationId="{F784EF60-6566-2D43-B9EC-E0A312B1A3EC}"/>
          </ac:spMkLst>
        </pc:spChg>
        <pc:spChg chg="add del mod">
          <ac:chgData name="Bruno Adónis" userId="2a858039-74ae-4480-8dde-8a1dd1818585" providerId="ADAL" clId="{B698B0A8-333F-4E87-88C6-9CCB150C5F5A}" dt="2023-03-08T13:29:14.411" v="410" actId="478"/>
          <ac:spMkLst>
            <pc:docMk/>
            <pc:sldMk cId="2704988569" sldId="529"/>
            <ac:spMk id="102" creationId="{C9109964-9BB5-4D8E-5D16-3C9D14C40908}"/>
          </ac:spMkLst>
        </pc:spChg>
        <pc:spChg chg="mod">
          <ac:chgData name="Bruno Adónis" userId="2a858039-74ae-4480-8dde-8a1dd1818585" providerId="ADAL" clId="{B698B0A8-333F-4E87-88C6-9CCB150C5F5A}" dt="2023-03-08T13:29:09.897" v="408"/>
          <ac:spMkLst>
            <pc:docMk/>
            <pc:sldMk cId="2704988569" sldId="529"/>
            <ac:spMk id="107" creationId="{21872935-158A-AE0E-82B0-DAC3A19F966D}"/>
          </ac:spMkLst>
        </pc:spChg>
        <pc:spChg chg="add mod">
          <ac:chgData name="Bruno Adónis" userId="2a858039-74ae-4480-8dde-8a1dd1818585" providerId="ADAL" clId="{B698B0A8-333F-4E87-88C6-9CCB150C5F5A}" dt="2023-03-08T13:31:33.285" v="426" actId="164"/>
          <ac:spMkLst>
            <pc:docMk/>
            <pc:sldMk cId="2704988569" sldId="529"/>
            <ac:spMk id="123" creationId="{49F631C4-7190-E8EC-C2EA-C934EA69B074}"/>
          </ac:spMkLst>
        </pc:spChg>
        <pc:spChg chg="mod">
          <ac:chgData name="Bruno Adónis" userId="2a858039-74ae-4480-8dde-8a1dd1818585" providerId="ADAL" clId="{B698B0A8-333F-4E87-88C6-9CCB150C5F5A}" dt="2023-03-08T13:31:29.492" v="418"/>
          <ac:spMkLst>
            <pc:docMk/>
            <pc:sldMk cId="2704988569" sldId="529"/>
            <ac:spMk id="125" creationId="{5F10DA92-3D70-56C5-2856-5013042A33B5}"/>
          </ac:spMkLst>
        </pc:spChg>
        <pc:grpChg chg="add del mod">
          <ac:chgData name="Bruno Adónis" userId="2a858039-74ae-4480-8dde-8a1dd1818585" providerId="ADAL" clId="{B698B0A8-333F-4E87-88C6-9CCB150C5F5A}" dt="2023-03-07T11:38:08.393" v="32" actId="478"/>
          <ac:grpSpMkLst>
            <pc:docMk/>
            <pc:sldMk cId="2704988569" sldId="529"/>
            <ac:grpSpMk id="2" creationId="{F084BD90-8368-70B6-E4FC-DBE9D6F5088B}"/>
          </ac:grpSpMkLst>
        </pc:grpChg>
        <pc:grpChg chg="add mod">
          <ac:chgData name="Bruno Adónis" userId="2a858039-74ae-4480-8dde-8a1dd1818585" providerId="ADAL" clId="{B698B0A8-333F-4E87-88C6-9CCB150C5F5A}" dt="2023-03-08T13:29:41.560" v="415" actId="164"/>
          <ac:grpSpMkLst>
            <pc:docMk/>
            <pc:sldMk cId="2704988569" sldId="529"/>
            <ac:grpSpMk id="12" creationId="{7CC89520-5582-9E32-1526-4CF1E091AB63}"/>
          </ac:grpSpMkLst>
        </pc:grpChg>
        <pc:grpChg chg="add mod">
          <ac:chgData name="Bruno Adónis" userId="2a858039-74ae-4480-8dde-8a1dd1818585" providerId="ADAL" clId="{B698B0A8-333F-4E87-88C6-9CCB150C5F5A}" dt="2023-03-07T15:29:32.598" v="368" actId="1076"/>
          <ac:grpSpMkLst>
            <pc:docMk/>
            <pc:sldMk cId="2704988569" sldId="529"/>
            <ac:grpSpMk id="19" creationId="{27E3C47A-EF57-67D4-395A-CE6067C8515D}"/>
          </ac:grpSpMkLst>
        </pc:grpChg>
        <pc:grpChg chg="del">
          <ac:chgData name="Bruno Adónis" userId="2a858039-74ae-4480-8dde-8a1dd1818585" providerId="ADAL" clId="{B698B0A8-333F-4E87-88C6-9CCB150C5F5A}" dt="2023-03-07T11:38:49.783" v="33" actId="478"/>
          <ac:grpSpMkLst>
            <pc:docMk/>
            <pc:sldMk cId="2704988569" sldId="529"/>
            <ac:grpSpMk id="43" creationId="{D646ED98-30CA-5055-F4F4-7EFEF9609A01}"/>
          </ac:grpSpMkLst>
        </pc:grpChg>
        <pc:grpChg chg="del">
          <ac:chgData name="Bruno Adónis" userId="2a858039-74ae-4480-8dde-8a1dd1818585" providerId="ADAL" clId="{B698B0A8-333F-4E87-88C6-9CCB150C5F5A}" dt="2023-03-07T11:38:49.783" v="33" actId="478"/>
          <ac:grpSpMkLst>
            <pc:docMk/>
            <pc:sldMk cId="2704988569" sldId="529"/>
            <ac:grpSpMk id="44" creationId="{85AFC339-3D24-BB7C-CA67-14A5DF8DC7F6}"/>
          </ac:grpSpMkLst>
        </pc:grpChg>
        <pc:grpChg chg="add del mod">
          <ac:chgData name="Bruno Adónis" userId="2a858039-74ae-4480-8dde-8a1dd1818585" providerId="ADAL" clId="{B698B0A8-333F-4E87-88C6-9CCB150C5F5A}" dt="2023-03-07T14:36:35.670" v="208" actId="478"/>
          <ac:grpSpMkLst>
            <pc:docMk/>
            <pc:sldMk cId="2704988569" sldId="529"/>
            <ac:grpSpMk id="47" creationId="{A6857AEA-FEAF-E296-2398-6FA601F6FB9F}"/>
          </ac:grpSpMkLst>
        </pc:grpChg>
        <pc:grpChg chg="mod">
          <ac:chgData name="Bruno Adónis" userId="2a858039-74ae-4480-8dde-8a1dd1818585" providerId="ADAL" clId="{B698B0A8-333F-4E87-88C6-9CCB150C5F5A}" dt="2023-03-07T14:33:54.567" v="175"/>
          <ac:grpSpMkLst>
            <pc:docMk/>
            <pc:sldMk cId="2704988569" sldId="529"/>
            <ac:grpSpMk id="50" creationId="{2E10389E-3DD5-A606-34AF-ACD4712E30AC}"/>
          </ac:grpSpMkLst>
        </pc:grpChg>
        <pc:grpChg chg="add mod">
          <ac:chgData name="Bruno Adónis" userId="2a858039-74ae-4480-8dde-8a1dd1818585" providerId="ADAL" clId="{B698B0A8-333F-4E87-88C6-9CCB150C5F5A}" dt="2023-03-08T13:33:13.295" v="457" actId="164"/>
          <ac:grpSpMkLst>
            <pc:docMk/>
            <pc:sldMk cId="2704988569" sldId="529"/>
            <ac:grpSpMk id="58" creationId="{58DE1E7B-53B5-A402-3827-CC5C664D8027}"/>
          </ac:grpSpMkLst>
        </pc:grpChg>
        <pc:grpChg chg="add mod">
          <ac:chgData name="Bruno Adónis" userId="2a858039-74ae-4480-8dde-8a1dd1818585" providerId="ADAL" clId="{B698B0A8-333F-4E87-88C6-9CCB150C5F5A}" dt="2023-03-08T13:28:03.602" v="403" actId="1076"/>
          <ac:grpSpMkLst>
            <pc:docMk/>
            <pc:sldMk cId="2704988569" sldId="529"/>
            <ac:grpSpMk id="63" creationId="{762BAFF4-255F-08E3-AFB8-DF05539A1748}"/>
          </ac:grpSpMkLst>
        </pc:grpChg>
        <pc:grpChg chg="mod">
          <ac:chgData name="Bruno Adónis" userId="2a858039-74ae-4480-8dde-8a1dd1818585" providerId="ADAL" clId="{B698B0A8-333F-4E87-88C6-9CCB150C5F5A}" dt="2023-03-07T14:38:21.137" v="210"/>
          <ac:grpSpMkLst>
            <pc:docMk/>
            <pc:sldMk cId="2704988569" sldId="529"/>
            <ac:grpSpMk id="65" creationId="{966B7B19-70FD-E05D-8F92-C4D57269B04F}"/>
          </ac:grpSpMkLst>
        </pc:grpChg>
        <pc:grpChg chg="add mod">
          <ac:chgData name="Bruno Adónis" userId="2a858039-74ae-4480-8dde-8a1dd1818585" providerId="ADAL" clId="{B698B0A8-333F-4E87-88C6-9CCB150C5F5A}" dt="2023-03-07T15:30:22.394" v="383" actId="1076"/>
          <ac:grpSpMkLst>
            <pc:docMk/>
            <pc:sldMk cId="2704988569" sldId="529"/>
            <ac:grpSpMk id="84" creationId="{51A42D42-E7AD-ED24-F3AC-16F8D5DBC1B8}"/>
          </ac:grpSpMkLst>
        </pc:grpChg>
        <pc:grpChg chg="add del mod">
          <ac:chgData name="Bruno Adónis" userId="2a858039-74ae-4480-8dde-8a1dd1818585" providerId="ADAL" clId="{B698B0A8-333F-4E87-88C6-9CCB150C5F5A}" dt="2023-03-08T13:28:35.836" v="407"/>
          <ac:grpSpMkLst>
            <pc:docMk/>
            <pc:sldMk cId="2704988569" sldId="529"/>
            <ac:grpSpMk id="94" creationId="{F4EE50A2-11BE-C575-6349-FC286F9216CB}"/>
          </ac:grpSpMkLst>
        </pc:grpChg>
        <pc:grpChg chg="add del mod">
          <ac:chgData name="Bruno Adónis" userId="2a858039-74ae-4480-8dde-8a1dd1818585" providerId="ADAL" clId="{B698B0A8-333F-4E87-88C6-9CCB150C5F5A}" dt="2023-03-08T13:29:14.411" v="410" actId="478"/>
          <ac:grpSpMkLst>
            <pc:docMk/>
            <pc:sldMk cId="2704988569" sldId="529"/>
            <ac:grpSpMk id="103" creationId="{51D896DB-51CC-3359-60B1-789990DDBB80}"/>
          </ac:grpSpMkLst>
        </pc:grpChg>
        <pc:grpChg chg="del">
          <ac:chgData name="Bruno Adónis" userId="2a858039-74ae-4480-8dde-8a1dd1818585" providerId="ADAL" clId="{B698B0A8-333F-4E87-88C6-9CCB150C5F5A}" dt="2023-03-07T12:54:26.698" v="36" actId="478"/>
          <ac:grpSpMkLst>
            <pc:docMk/>
            <pc:sldMk cId="2704988569" sldId="529"/>
            <ac:grpSpMk id="104" creationId="{66F58E4A-7AC9-4064-22FF-32B71709F6E6}"/>
          </ac:grpSpMkLst>
        </pc:grpChg>
        <pc:grpChg chg="mod">
          <ac:chgData name="Bruno Adónis" userId="2a858039-74ae-4480-8dde-8a1dd1818585" providerId="ADAL" clId="{B698B0A8-333F-4E87-88C6-9CCB150C5F5A}" dt="2023-03-07T12:54:46.990" v="52" actId="1076"/>
          <ac:grpSpMkLst>
            <pc:docMk/>
            <pc:sldMk cId="2704988569" sldId="529"/>
            <ac:grpSpMk id="108" creationId="{90B9125A-79C2-4980-1652-4BCB4A76E545}"/>
          </ac:grpSpMkLst>
        </pc:grpChg>
        <pc:grpChg chg="del">
          <ac:chgData name="Bruno Adónis" userId="2a858039-74ae-4480-8dde-8a1dd1818585" providerId="ADAL" clId="{B698B0A8-333F-4E87-88C6-9CCB150C5F5A}" dt="2023-03-07T11:37:44.526" v="16" actId="478"/>
          <ac:grpSpMkLst>
            <pc:docMk/>
            <pc:sldMk cId="2704988569" sldId="529"/>
            <ac:grpSpMk id="111" creationId="{DB073369-30B9-1B0E-9E31-0FCDE96AEE9F}"/>
          </ac:grpSpMkLst>
        </pc:grpChg>
        <pc:grpChg chg="add mod">
          <ac:chgData name="Bruno Adónis" userId="2a858039-74ae-4480-8dde-8a1dd1818585" providerId="ADAL" clId="{B698B0A8-333F-4E87-88C6-9CCB150C5F5A}" dt="2023-03-08T13:29:23.884" v="412" actId="1076"/>
          <ac:grpSpMkLst>
            <pc:docMk/>
            <pc:sldMk cId="2704988569" sldId="529"/>
            <ac:grpSpMk id="117" creationId="{24F686E8-EDD2-D1C6-8CDD-49ACFDF0DBFA}"/>
          </ac:grpSpMkLst>
        </pc:grpChg>
        <pc:grpChg chg="mod">
          <ac:chgData name="Bruno Adónis" userId="2a858039-74ae-4480-8dde-8a1dd1818585" providerId="ADAL" clId="{B698B0A8-333F-4E87-88C6-9CCB150C5F5A}" dt="2023-03-07T14:35:23.883" v="184" actId="1076"/>
          <ac:grpSpMkLst>
            <pc:docMk/>
            <pc:sldMk cId="2704988569" sldId="529"/>
            <ac:grpSpMk id="118" creationId="{75A1838B-B301-0466-8FBE-6AA51216D45E}"/>
          </ac:grpSpMkLst>
        </pc:grpChg>
        <pc:grpChg chg="add mod">
          <ac:chgData name="Bruno Adónis" userId="2a858039-74ae-4480-8dde-8a1dd1818585" providerId="ADAL" clId="{B698B0A8-333F-4E87-88C6-9CCB150C5F5A}" dt="2023-03-08T13:32:43.116" v="453" actId="1076"/>
          <ac:grpSpMkLst>
            <pc:docMk/>
            <pc:sldMk cId="2704988569" sldId="529"/>
            <ac:grpSpMk id="121" creationId="{249B1ABF-829E-4687-4867-2317EB797160}"/>
          </ac:grpSpMkLst>
        </pc:grpChg>
        <pc:grpChg chg="add mod">
          <ac:chgData name="Bruno Adónis" userId="2a858039-74ae-4480-8dde-8a1dd1818585" providerId="ADAL" clId="{B698B0A8-333F-4E87-88C6-9CCB150C5F5A}" dt="2023-03-08T13:31:33.285" v="426" actId="164"/>
          <ac:grpSpMkLst>
            <pc:docMk/>
            <pc:sldMk cId="2704988569" sldId="529"/>
            <ac:grpSpMk id="124" creationId="{2BF4F483-1895-E4AC-669F-9B9C538D1BC1}"/>
          </ac:grpSpMkLst>
        </pc:grpChg>
        <pc:grpChg chg="add mod">
          <ac:chgData name="Bruno Adónis" userId="2a858039-74ae-4480-8dde-8a1dd1818585" providerId="ADAL" clId="{B698B0A8-333F-4E87-88C6-9CCB150C5F5A}" dt="2023-03-08T13:31:37.532" v="442" actId="1036"/>
          <ac:grpSpMkLst>
            <pc:docMk/>
            <pc:sldMk cId="2704988569" sldId="529"/>
            <ac:grpSpMk id="128" creationId="{B1C7CB00-5904-A1A7-6D20-08D27031DE7E}"/>
          </ac:grpSpMkLst>
        </pc:grpChg>
        <pc:grpChg chg="mod">
          <ac:chgData name="Bruno Adónis" userId="2a858039-74ae-4480-8dde-8a1dd1818585" providerId="ADAL" clId="{B698B0A8-333F-4E87-88C6-9CCB150C5F5A}" dt="2023-03-08T13:29:21.128" v="411" actId="164"/>
          <ac:grpSpMkLst>
            <pc:docMk/>
            <pc:sldMk cId="2704988569" sldId="529"/>
            <ac:grpSpMk id="136" creationId="{37218299-A22D-5297-2FD7-F48DCD5CCD86}"/>
          </ac:grpSpMkLst>
        </pc:grpChg>
        <pc:grpChg chg="del">
          <ac:chgData name="Bruno Adónis" userId="2a858039-74ae-4480-8dde-8a1dd1818585" providerId="ADAL" clId="{B698B0A8-333F-4E87-88C6-9CCB150C5F5A}" dt="2023-03-07T12:56:30.628" v="53" actId="478"/>
          <ac:grpSpMkLst>
            <pc:docMk/>
            <pc:sldMk cId="2704988569" sldId="529"/>
            <ac:grpSpMk id="137" creationId="{48990CF9-C253-6FC6-9998-1C063A5E3B69}"/>
          </ac:grpSpMkLst>
        </pc:grpChg>
        <pc:grpChg chg="del">
          <ac:chgData name="Bruno Adónis" userId="2a858039-74ae-4480-8dde-8a1dd1818585" providerId="ADAL" clId="{B698B0A8-333F-4E87-88C6-9CCB150C5F5A}" dt="2023-03-07T12:56:30.628" v="53" actId="478"/>
          <ac:grpSpMkLst>
            <pc:docMk/>
            <pc:sldMk cId="2704988569" sldId="529"/>
            <ac:grpSpMk id="140" creationId="{0807EAF0-1505-CB4B-DAC8-5A396AF53998}"/>
          </ac:grpSpMkLst>
        </pc:grpChg>
        <pc:grpChg chg="del">
          <ac:chgData name="Bruno Adónis" userId="2a858039-74ae-4480-8dde-8a1dd1818585" providerId="ADAL" clId="{B698B0A8-333F-4E87-88C6-9CCB150C5F5A}" dt="2023-03-07T12:56:30.628" v="53" actId="478"/>
          <ac:grpSpMkLst>
            <pc:docMk/>
            <pc:sldMk cId="2704988569" sldId="529"/>
            <ac:grpSpMk id="143" creationId="{D5AECFF3-4594-8C99-AAEF-B0308CDEFEE2}"/>
          </ac:grpSpMkLst>
        </pc:grpChg>
        <pc:grpChg chg="add mod">
          <ac:chgData name="Bruno Adónis" userId="2a858039-74ae-4480-8dde-8a1dd1818585" providerId="ADAL" clId="{B698B0A8-333F-4E87-88C6-9CCB150C5F5A}" dt="2023-03-08T13:33:16.412" v="458" actId="1076"/>
          <ac:grpSpMkLst>
            <pc:docMk/>
            <pc:sldMk cId="2704988569" sldId="529"/>
            <ac:grpSpMk id="158" creationId="{AFDC50D3-7C79-7398-0BE5-254C9B7D115F}"/>
          </ac:grpSpMkLst>
        </pc:grpChg>
        <pc:picChg chg="mod">
          <ac:chgData name="Bruno Adónis" userId="2a858039-74ae-4480-8dde-8a1dd1818585" providerId="ADAL" clId="{B698B0A8-333F-4E87-88C6-9CCB150C5F5A}" dt="2023-03-07T11:37:22.876" v="8"/>
          <ac:picMkLst>
            <pc:docMk/>
            <pc:sldMk cId="2704988569" sldId="529"/>
            <ac:picMk id="4" creationId="{045E3073-D61D-D3AE-C5C9-5B0E3AF4C7C6}"/>
          </ac:picMkLst>
        </pc:picChg>
        <pc:picChg chg="add del mod">
          <ac:chgData name="Bruno Adónis" userId="2a858039-74ae-4480-8dde-8a1dd1818585" providerId="ADAL" clId="{B698B0A8-333F-4E87-88C6-9CCB150C5F5A}" dt="2023-03-07T11:38:08.393" v="32" actId="478"/>
          <ac:picMkLst>
            <pc:docMk/>
            <pc:sldMk cId="2704988569" sldId="529"/>
            <ac:picMk id="7" creationId="{F7653C0B-818F-8B95-782D-C812D2FCD3A9}"/>
          </ac:picMkLst>
        </pc:picChg>
        <pc:picChg chg="add del mod">
          <ac:chgData name="Bruno Adónis" userId="2a858039-74ae-4480-8dde-8a1dd1818585" providerId="ADAL" clId="{B698B0A8-333F-4E87-88C6-9CCB150C5F5A}" dt="2023-03-07T11:38:08.393" v="32" actId="478"/>
          <ac:picMkLst>
            <pc:docMk/>
            <pc:sldMk cId="2704988569" sldId="529"/>
            <ac:picMk id="8" creationId="{130EF7D0-CD1F-22BC-D944-25225CB0854B}"/>
          </ac:picMkLst>
        </pc:picChg>
        <pc:picChg chg="mod">
          <ac:chgData name="Bruno Adónis" userId="2a858039-74ae-4480-8dde-8a1dd1818585" providerId="ADAL" clId="{B698B0A8-333F-4E87-88C6-9CCB150C5F5A}" dt="2023-03-07T12:56:45.058" v="57"/>
          <ac:picMkLst>
            <pc:docMk/>
            <pc:sldMk cId="2704988569" sldId="529"/>
            <ac:picMk id="14" creationId="{7FAB385F-7924-F4AA-7284-C45E61715B5E}"/>
          </ac:picMkLst>
        </pc:picChg>
        <pc:picChg chg="add mod">
          <ac:chgData name="Bruno Adónis" userId="2a858039-74ae-4480-8dde-8a1dd1818585" providerId="ADAL" clId="{B698B0A8-333F-4E87-88C6-9CCB150C5F5A}" dt="2023-03-08T13:29:41.560" v="415" actId="164"/>
          <ac:picMkLst>
            <pc:docMk/>
            <pc:sldMk cId="2704988569" sldId="529"/>
            <ac:picMk id="16" creationId="{F28DAFBF-6754-A73B-15CD-3F8E3E921501}"/>
          </ac:picMkLst>
        </pc:picChg>
        <pc:picChg chg="add mod">
          <ac:chgData name="Bruno Adónis" userId="2a858039-74ae-4480-8dde-8a1dd1818585" providerId="ADAL" clId="{B698B0A8-333F-4E87-88C6-9CCB150C5F5A}" dt="2023-03-08T13:29:41.560" v="415" actId="164"/>
          <ac:picMkLst>
            <pc:docMk/>
            <pc:sldMk cId="2704988569" sldId="529"/>
            <ac:picMk id="17" creationId="{F78B4965-C164-B255-2E2F-9AB4E3A70F15}"/>
          </ac:picMkLst>
        </pc:picChg>
        <pc:picChg chg="mod">
          <ac:chgData name="Bruno Adónis" userId="2a858039-74ae-4480-8dde-8a1dd1818585" providerId="ADAL" clId="{B698B0A8-333F-4E87-88C6-9CCB150C5F5A}" dt="2023-03-07T12:58:30.167" v="103" actId="571"/>
          <ac:picMkLst>
            <pc:docMk/>
            <pc:sldMk cId="2704988569" sldId="529"/>
            <ac:picMk id="22" creationId="{DC74D23A-FE56-CA9A-4D5A-1F12C8A302FD}"/>
          </ac:picMkLst>
        </pc:picChg>
        <pc:picChg chg="add mod">
          <ac:chgData name="Bruno Adónis" userId="2a858039-74ae-4480-8dde-8a1dd1818585" providerId="ADAL" clId="{B698B0A8-333F-4E87-88C6-9CCB150C5F5A}" dt="2023-03-07T15:29:32.598" v="368" actId="1076"/>
          <ac:picMkLst>
            <pc:docMk/>
            <pc:sldMk cId="2704988569" sldId="529"/>
            <ac:picMk id="25" creationId="{D5586BDA-2A7B-3C98-F95F-FB0BDBDE45B8}"/>
          </ac:picMkLst>
        </pc:picChg>
        <pc:picChg chg="add del mod">
          <ac:chgData name="Bruno Adónis" userId="2a858039-74ae-4480-8dde-8a1dd1818585" providerId="ADAL" clId="{B698B0A8-333F-4E87-88C6-9CCB150C5F5A}" dt="2023-03-07T12:58:36.386" v="104" actId="478"/>
          <ac:picMkLst>
            <pc:docMk/>
            <pc:sldMk cId="2704988569" sldId="529"/>
            <ac:picMk id="26" creationId="{FBC5D0E9-20D6-75FA-5C65-AB78761E1D1D}"/>
          </ac:picMkLst>
        </pc:picChg>
        <pc:picChg chg="del">
          <ac:chgData name="Bruno Adónis" userId="2a858039-74ae-4480-8dde-8a1dd1818585" providerId="ADAL" clId="{B698B0A8-333F-4E87-88C6-9CCB150C5F5A}" dt="2023-03-07T11:38:49.783" v="33" actId="478"/>
          <ac:picMkLst>
            <pc:docMk/>
            <pc:sldMk cId="2704988569" sldId="529"/>
            <ac:picMk id="52" creationId="{C5DEE586-4FCA-414E-3790-68DE73F775FF}"/>
          </ac:picMkLst>
        </pc:picChg>
        <pc:picChg chg="del">
          <ac:chgData name="Bruno Adónis" userId="2a858039-74ae-4480-8dde-8a1dd1818585" providerId="ADAL" clId="{B698B0A8-333F-4E87-88C6-9CCB150C5F5A}" dt="2023-03-07T11:38:49.783" v="33" actId="478"/>
          <ac:picMkLst>
            <pc:docMk/>
            <pc:sldMk cId="2704988569" sldId="529"/>
            <ac:picMk id="53" creationId="{AA9CE8F4-A94B-BA07-6729-D56AEDFA24FA}"/>
          </ac:picMkLst>
        </pc:picChg>
        <pc:picChg chg="mod">
          <ac:chgData name="Bruno Adónis" userId="2a858039-74ae-4480-8dde-8a1dd1818585" providerId="ADAL" clId="{B698B0A8-333F-4E87-88C6-9CCB150C5F5A}" dt="2023-03-07T14:35:23.883" v="184" actId="1076"/>
          <ac:picMkLst>
            <pc:docMk/>
            <pc:sldMk cId="2704988569" sldId="529"/>
            <ac:picMk id="54" creationId="{7CC36514-7F52-F9FD-CCF9-54D6CF53AEC5}"/>
          </ac:picMkLst>
        </pc:picChg>
        <pc:picChg chg="mod">
          <ac:chgData name="Bruno Adónis" userId="2a858039-74ae-4480-8dde-8a1dd1818585" providerId="ADAL" clId="{B698B0A8-333F-4E87-88C6-9CCB150C5F5A}" dt="2023-03-07T14:33:54.567" v="175"/>
          <ac:picMkLst>
            <pc:docMk/>
            <pc:sldMk cId="2704988569" sldId="529"/>
            <ac:picMk id="55" creationId="{A28634E5-7ED4-82FD-B2E8-9F8511AD3D7A}"/>
          </ac:picMkLst>
        </pc:picChg>
        <pc:picChg chg="mod">
          <ac:chgData name="Bruno Adónis" userId="2a858039-74ae-4480-8dde-8a1dd1818585" providerId="ADAL" clId="{B698B0A8-333F-4E87-88C6-9CCB150C5F5A}" dt="2023-03-07T12:54:46.990" v="52" actId="1076"/>
          <ac:picMkLst>
            <pc:docMk/>
            <pc:sldMk cId="2704988569" sldId="529"/>
            <ac:picMk id="60" creationId="{6E0533F0-A83E-CD0B-2514-E20464BD373B}"/>
          </ac:picMkLst>
        </pc:picChg>
        <pc:picChg chg="mod">
          <ac:chgData name="Bruno Adónis" userId="2a858039-74ae-4480-8dde-8a1dd1818585" providerId="ADAL" clId="{B698B0A8-333F-4E87-88C6-9CCB150C5F5A}" dt="2023-03-07T14:36:22.107" v="188"/>
          <ac:picMkLst>
            <pc:docMk/>
            <pc:sldMk cId="2704988569" sldId="529"/>
            <ac:picMk id="61" creationId="{731B2746-6554-F184-4654-9B2BF48BC210}"/>
          </ac:picMkLst>
        </pc:picChg>
        <pc:picChg chg="add mod">
          <ac:chgData name="Bruno Adónis" userId="2a858039-74ae-4480-8dde-8a1dd1818585" providerId="ADAL" clId="{B698B0A8-333F-4E87-88C6-9CCB150C5F5A}" dt="2023-03-08T13:33:13.295" v="457" actId="164"/>
          <ac:picMkLst>
            <pc:docMk/>
            <pc:sldMk cId="2704988569" sldId="529"/>
            <ac:picMk id="62" creationId="{2850892F-6C8C-6E34-2E47-44D1A7231662}"/>
          </ac:picMkLst>
        </pc:picChg>
        <pc:picChg chg="mod">
          <ac:chgData name="Bruno Adónis" userId="2a858039-74ae-4480-8dde-8a1dd1818585" providerId="ADAL" clId="{B698B0A8-333F-4E87-88C6-9CCB150C5F5A}" dt="2023-03-07T14:38:21.137" v="210"/>
          <ac:picMkLst>
            <pc:docMk/>
            <pc:sldMk cId="2704988569" sldId="529"/>
            <ac:picMk id="66" creationId="{DE3112B6-21E1-070D-5D0C-FC264D06708A}"/>
          </ac:picMkLst>
        </pc:picChg>
        <pc:picChg chg="mod">
          <ac:chgData name="Bruno Adónis" userId="2a858039-74ae-4480-8dde-8a1dd1818585" providerId="ADAL" clId="{B698B0A8-333F-4E87-88C6-9CCB150C5F5A}" dt="2023-03-07T14:38:21.137" v="210"/>
          <ac:picMkLst>
            <pc:docMk/>
            <pc:sldMk cId="2704988569" sldId="529"/>
            <ac:picMk id="69" creationId="{205CC7A4-90E3-D006-3AF3-A23966993DD5}"/>
          </ac:picMkLst>
        </pc:picChg>
        <pc:picChg chg="add del mod">
          <ac:chgData name="Bruno Adónis" userId="2a858039-74ae-4480-8dde-8a1dd1818585" providerId="ADAL" clId="{B698B0A8-333F-4E87-88C6-9CCB150C5F5A}" dt="2023-03-08T13:28:03.602" v="403" actId="1076"/>
          <ac:picMkLst>
            <pc:docMk/>
            <pc:sldMk cId="2704988569" sldId="529"/>
            <ac:picMk id="80" creationId="{F0607F12-E009-A643-3D32-8AFF5F2FBEF8}"/>
          </ac:picMkLst>
        </pc:picChg>
        <pc:picChg chg="mod">
          <ac:chgData name="Bruno Adónis" userId="2a858039-74ae-4480-8dde-8a1dd1818585" providerId="ADAL" clId="{B698B0A8-333F-4E87-88C6-9CCB150C5F5A}" dt="2023-03-07T15:30:13.507" v="372"/>
          <ac:picMkLst>
            <pc:docMk/>
            <pc:sldMk cId="2704988569" sldId="529"/>
            <ac:picMk id="87" creationId="{13AFA886-6065-B978-AAE4-1F97DA4B59A9}"/>
          </ac:picMkLst>
        </pc:picChg>
        <pc:picChg chg="add mod">
          <ac:chgData name="Bruno Adónis" userId="2a858039-74ae-4480-8dde-8a1dd1818585" providerId="ADAL" clId="{B698B0A8-333F-4E87-88C6-9CCB150C5F5A}" dt="2023-03-07T15:30:22.394" v="383" actId="1076"/>
          <ac:picMkLst>
            <pc:docMk/>
            <pc:sldMk cId="2704988569" sldId="529"/>
            <ac:picMk id="89" creationId="{94E0405A-EA87-5402-C895-2ABF1D3B156E}"/>
          </ac:picMkLst>
        </pc:picChg>
        <pc:picChg chg="mod">
          <ac:chgData name="Bruno Adónis" userId="2a858039-74ae-4480-8dde-8a1dd1818585" providerId="ADAL" clId="{B698B0A8-333F-4E87-88C6-9CCB150C5F5A}" dt="2023-03-08T13:28:26.602" v="406"/>
          <ac:picMkLst>
            <pc:docMk/>
            <pc:sldMk cId="2704988569" sldId="529"/>
            <ac:picMk id="96" creationId="{C37DE7B6-77A3-EFA9-6898-42229C5E1BD0}"/>
          </ac:picMkLst>
        </pc:picChg>
        <pc:picChg chg="mod">
          <ac:chgData name="Bruno Adónis" userId="2a858039-74ae-4480-8dde-8a1dd1818585" providerId="ADAL" clId="{B698B0A8-333F-4E87-88C6-9CCB150C5F5A}" dt="2023-03-07T14:35:23.883" v="184" actId="1076"/>
          <ac:picMkLst>
            <pc:docMk/>
            <pc:sldMk cId="2704988569" sldId="529"/>
            <ac:picMk id="97" creationId="{C400457E-6E05-B0F2-DDCF-A37DAFEF98BA}"/>
          </ac:picMkLst>
        </pc:picChg>
        <pc:picChg chg="del">
          <ac:chgData name="Bruno Adónis" userId="2a858039-74ae-4480-8dde-8a1dd1818585" providerId="ADAL" clId="{B698B0A8-333F-4E87-88C6-9CCB150C5F5A}" dt="2023-03-07T11:37:44.526" v="16" actId="478"/>
          <ac:picMkLst>
            <pc:docMk/>
            <pc:sldMk cId="2704988569" sldId="529"/>
            <ac:picMk id="98" creationId="{75CED94C-8F6A-D644-D3CE-B2FAF17CC4A2}"/>
          </ac:picMkLst>
        </pc:picChg>
        <pc:picChg chg="mod">
          <ac:chgData name="Bruno Adónis" userId="2a858039-74ae-4480-8dde-8a1dd1818585" providerId="ADAL" clId="{B698B0A8-333F-4E87-88C6-9CCB150C5F5A}" dt="2023-03-07T12:54:46.990" v="52" actId="1076"/>
          <ac:picMkLst>
            <pc:docMk/>
            <pc:sldMk cId="2704988569" sldId="529"/>
            <ac:picMk id="99" creationId="{1C600093-3693-C2A6-C2D4-5DA3D1A3CCCF}"/>
          </ac:picMkLst>
        </pc:picChg>
        <pc:picChg chg="del">
          <ac:chgData name="Bruno Adónis" userId="2a858039-74ae-4480-8dde-8a1dd1818585" providerId="ADAL" clId="{B698B0A8-333F-4E87-88C6-9CCB150C5F5A}" dt="2023-03-07T12:54:26.698" v="36" actId="478"/>
          <ac:picMkLst>
            <pc:docMk/>
            <pc:sldMk cId="2704988569" sldId="529"/>
            <ac:picMk id="100" creationId="{70361C75-80CC-1F43-344A-719470E50E24}"/>
          </ac:picMkLst>
        </pc:picChg>
        <pc:picChg chg="add del mod">
          <ac:chgData name="Bruno Adónis" userId="2a858039-74ae-4480-8dde-8a1dd1818585" providerId="ADAL" clId="{B698B0A8-333F-4E87-88C6-9CCB150C5F5A}" dt="2023-03-08T13:28:35.836" v="407"/>
          <ac:picMkLst>
            <pc:docMk/>
            <pc:sldMk cId="2704988569" sldId="529"/>
            <ac:picMk id="101" creationId="{7930168B-A07E-E2D2-1908-026FE502ED22}"/>
          </ac:picMkLst>
        </pc:picChg>
        <pc:picChg chg="mod">
          <ac:chgData name="Bruno Adónis" userId="2a858039-74ae-4480-8dde-8a1dd1818585" providerId="ADAL" clId="{B698B0A8-333F-4E87-88C6-9CCB150C5F5A}" dt="2023-03-08T13:29:09.897" v="408"/>
          <ac:picMkLst>
            <pc:docMk/>
            <pc:sldMk cId="2704988569" sldId="529"/>
            <ac:picMk id="115" creationId="{E0100FD3-4298-7D52-C1F5-CF9745EADCB3}"/>
          </ac:picMkLst>
        </pc:picChg>
        <pc:picChg chg="add del mod">
          <ac:chgData name="Bruno Adónis" userId="2a858039-74ae-4480-8dde-8a1dd1818585" providerId="ADAL" clId="{B698B0A8-333F-4E87-88C6-9CCB150C5F5A}" dt="2023-03-08T13:29:14.411" v="410" actId="478"/>
          <ac:picMkLst>
            <pc:docMk/>
            <pc:sldMk cId="2704988569" sldId="529"/>
            <ac:picMk id="116" creationId="{0B1E7881-08EA-B4F2-7141-24EC2718FD34}"/>
          </ac:picMkLst>
        </pc:picChg>
        <pc:picChg chg="mod">
          <ac:chgData name="Bruno Adónis" userId="2a858039-74ae-4480-8dde-8a1dd1818585" providerId="ADAL" clId="{B698B0A8-333F-4E87-88C6-9CCB150C5F5A}" dt="2023-03-08T13:31:29.492" v="418"/>
          <ac:picMkLst>
            <pc:docMk/>
            <pc:sldMk cId="2704988569" sldId="529"/>
            <ac:picMk id="126" creationId="{B7DC4788-F890-0A3D-65EA-1C9465269041}"/>
          </ac:picMkLst>
        </pc:picChg>
        <pc:picChg chg="add mod">
          <ac:chgData name="Bruno Adónis" userId="2a858039-74ae-4480-8dde-8a1dd1818585" providerId="ADAL" clId="{B698B0A8-333F-4E87-88C6-9CCB150C5F5A}" dt="2023-03-08T13:31:33.285" v="426" actId="164"/>
          <ac:picMkLst>
            <pc:docMk/>
            <pc:sldMk cId="2704988569" sldId="529"/>
            <ac:picMk id="127" creationId="{D883040A-B3A1-CEBD-D48C-DEE08EB23327}"/>
          </ac:picMkLst>
        </pc:picChg>
        <pc:picChg chg="mod">
          <ac:chgData name="Bruno Adónis" userId="2a858039-74ae-4480-8dde-8a1dd1818585" providerId="ADAL" clId="{B698B0A8-333F-4E87-88C6-9CCB150C5F5A}" dt="2023-03-08T13:29:21.128" v="411" actId="164"/>
          <ac:picMkLst>
            <pc:docMk/>
            <pc:sldMk cId="2704988569" sldId="529"/>
            <ac:picMk id="154" creationId="{B49E83CF-918B-BEE6-542B-08DB2584DB34}"/>
          </ac:picMkLst>
        </pc:picChg>
        <pc:picChg chg="del">
          <ac:chgData name="Bruno Adónis" userId="2a858039-74ae-4480-8dde-8a1dd1818585" providerId="ADAL" clId="{B698B0A8-333F-4E87-88C6-9CCB150C5F5A}" dt="2023-03-07T12:56:30.628" v="53" actId="478"/>
          <ac:picMkLst>
            <pc:docMk/>
            <pc:sldMk cId="2704988569" sldId="529"/>
            <ac:picMk id="155" creationId="{9BB43AE3-26B2-F738-9C13-433DA3678D5A}"/>
          </ac:picMkLst>
        </pc:picChg>
        <pc:picChg chg="del">
          <ac:chgData name="Bruno Adónis" userId="2a858039-74ae-4480-8dde-8a1dd1818585" providerId="ADAL" clId="{B698B0A8-333F-4E87-88C6-9CCB150C5F5A}" dt="2023-03-07T12:56:30.628" v="53" actId="478"/>
          <ac:picMkLst>
            <pc:docMk/>
            <pc:sldMk cId="2704988569" sldId="529"/>
            <ac:picMk id="156" creationId="{85E24736-1214-8C49-CA83-00419DD8BC75}"/>
          </ac:picMkLst>
        </pc:picChg>
        <pc:picChg chg="del">
          <ac:chgData name="Bruno Adónis" userId="2a858039-74ae-4480-8dde-8a1dd1818585" providerId="ADAL" clId="{B698B0A8-333F-4E87-88C6-9CCB150C5F5A}" dt="2023-03-07T12:56:30.628" v="53" actId="478"/>
          <ac:picMkLst>
            <pc:docMk/>
            <pc:sldMk cId="2704988569" sldId="529"/>
            <ac:picMk id="157" creationId="{680B1414-5DB3-A90F-AB67-6860607FAAFA}"/>
          </ac:picMkLst>
        </pc:picChg>
        <pc:cxnChg chg="del mod">
          <ac:chgData name="Bruno Adónis" userId="2a858039-74ae-4480-8dde-8a1dd1818585" providerId="ADAL" clId="{B698B0A8-333F-4E87-88C6-9CCB150C5F5A}" dt="2023-03-07T12:56:35.680" v="56" actId="478"/>
          <ac:cxnSpMkLst>
            <pc:docMk/>
            <pc:sldMk cId="2704988569" sldId="529"/>
            <ac:cxnSpMk id="24" creationId="{0F7399F2-6890-4169-9943-1F0B94B21852}"/>
          </ac:cxnSpMkLst>
        </pc:cxnChg>
        <pc:cxnChg chg="add del mod">
          <ac:chgData name="Bruno Adónis" userId="2a858039-74ae-4480-8dde-8a1dd1818585" providerId="ADAL" clId="{B698B0A8-333F-4E87-88C6-9CCB150C5F5A}" dt="2023-03-07T14:33:25.384" v="174" actId="478"/>
          <ac:cxnSpMkLst>
            <pc:docMk/>
            <pc:sldMk cId="2704988569" sldId="529"/>
            <ac:cxnSpMk id="27" creationId="{CBDB30E5-E236-7621-5BFA-369DDC86FDD8}"/>
          </ac:cxnSpMkLst>
        </pc:cxnChg>
        <pc:cxnChg chg="add mod">
          <ac:chgData name="Bruno Adónis" userId="2a858039-74ae-4480-8dde-8a1dd1818585" providerId="ADAL" clId="{B698B0A8-333F-4E87-88C6-9CCB150C5F5A}" dt="2023-03-07T15:29:32.598" v="368" actId="1076"/>
          <ac:cxnSpMkLst>
            <pc:docMk/>
            <pc:sldMk cId="2704988569" sldId="529"/>
            <ac:cxnSpMk id="31" creationId="{022EFF94-87D4-5A81-CB16-3E67FB67E060}"/>
          </ac:cxnSpMkLst>
        </pc:cxnChg>
        <pc:cxnChg chg="add mod">
          <ac:chgData name="Bruno Adónis" userId="2a858039-74ae-4480-8dde-8a1dd1818585" providerId="ADAL" clId="{B698B0A8-333F-4E87-88C6-9CCB150C5F5A}" dt="2023-03-08T13:32:43.116" v="453" actId="1076"/>
          <ac:cxnSpMkLst>
            <pc:docMk/>
            <pc:sldMk cId="2704988569" sldId="529"/>
            <ac:cxnSpMk id="39" creationId="{145DAFBD-1D28-33D5-1580-FA5B8AF2EB12}"/>
          </ac:cxnSpMkLst>
        </pc:cxnChg>
        <pc:cxnChg chg="del mod">
          <ac:chgData name="Bruno Adónis" userId="2a858039-74ae-4480-8dde-8a1dd1818585" providerId="ADAL" clId="{B698B0A8-333F-4E87-88C6-9CCB150C5F5A}" dt="2023-03-07T12:56:34.216" v="55" actId="478"/>
          <ac:cxnSpMkLst>
            <pc:docMk/>
            <pc:sldMk cId="2704988569" sldId="529"/>
            <ac:cxnSpMk id="42" creationId="{5C38457B-8B32-3511-F399-D5D8FE4257F9}"/>
          </ac:cxnSpMkLst>
        </pc:cxnChg>
        <pc:cxnChg chg="del mod">
          <ac:chgData name="Bruno Adónis" userId="2a858039-74ae-4480-8dde-8a1dd1818585" providerId="ADAL" clId="{B698B0A8-333F-4E87-88C6-9CCB150C5F5A}" dt="2023-03-07T11:38:53.391" v="35" actId="478"/>
          <ac:cxnSpMkLst>
            <pc:docMk/>
            <pc:sldMk cId="2704988569" sldId="529"/>
            <ac:cxnSpMk id="45" creationId="{A06EA36C-2395-E5F9-97BE-34BCAB79EA45}"/>
          </ac:cxnSpMkLst>
        </pc:cxnChg>
        <pc:cxnChg chg="del mod">
          <ac:chgData name="Bruno Adónis" userId="2a858039-74ae-4480-8dde-8a1dd1818585" providerId="ADAL" clId="{B698B0A8-333F-4E87-88C6-9CCB150C5F5A}" dt="2023-03-07T12:56:32.781" v="54" actId="478"/>
          <ac:cxnSpMkLst>
            <pc:docMk/>
            <pc:sldMk cId="2704988569" sldId="529"/>
            <ac:cxnSpMk id="46" creationId="{1BEAEDCB-C88A-35EE-954B-44706EEC33D5}"/>
          </ac:cxnSpMkLst>
        </pc:cxnChg>
        <pc:cxnChg chg="del mod">
          <ac:chgData name="Bruno Adónis" userId="2a858039-74ae-4480-8dde-8a1dd1818585" providerId="ADAL" clId="{B698B0A8-333F-4E87-88C6-9CCB150C5F5A}" dt="2023-03-07T11:38:52.058" v="34" actId="478"/>
          <ac:cxnSpMkLst>
            <pc:docMk/>
            <pc:sldMk cId="2704988569" sldId="529"/>
            <ac:cxnSpMk id="49" creationId="{23CCDD3D-0C08-17B8-515F-AADD14123C9C}"/>
          </ac:cxnSpMkLst>
        </pc:cxnChg>
        <pc:cxnChg chg="mod">
          <ac:chgData name="Bruno Adónis" userId="2a858039-74ae-4480-8dde-8a1dd1818585" providerId="ADAL" clId="{B698B0A8-333F-4E87-88C6-9CCB150C5F5A}" dt="2023-03-08T13:32:43.116" v="453" actId="1076"/>
          <ac:cxnSpMkLst>
            <pc:docMk/>
            <pc:sldMk cId="2704988569" sldId="529"/>
            <ac:cxnSpMk id="70" creationId="{00000000-0000-0000-0000-000000000000}"/>
          </ac:cxnSpMkLst>
        </pc:cxnChg>
        <pc:cxnChg chg="mod">
          <ac:chgData name="Bruno Adónis" userId="2a858039-74ae-4480-8dde-8a1dd1818585" providerId="ADAL" clId="{B698B0A8-333F-4E87-88C6-9CCB150C5F5A}" dt="2023-03-07T14:35:23.883" v="184" actId="1076"/>
          <ac:cxnSpMkLst>
            <pc:docMk/>
            <pc:sldMk cId="2704988569" sldId="529"/>
            <ac:cxnSpMk id="71" creationId="{5A5179F1-AA50-369C-1E9D-EF0E6FA944EE}"/>
          </ac:cxnSpMkLst>
        </pc:cxnChg>
        <pc:cxnChg chg="add mod">
          <ac:chgData name="Bruno Adónis" userId="2a858039-74ae-4480-8dde-8a1dd1818585" providerId="ADAL" clId="{B698B0A8-333F-4E87-88C6-9CCB150C5F5A}" dt="2023-03-08T13:33:16.412" v="458" actId="1076"/>
          <ac:cxnSpMkLst>
            <pc:docMk/>
            <pc:sldMk cId="2704988569" sldId="529"/>
            <ac:cxnSpMk id="72" creationId="{49375212-8B46-A946-7C75-E0EB30720638}"/>
          </ac:cxnSpMkLst>
        </pc:cxnChg>
        <pc:cxnChg chg="del mod">
          <ac:chgData name="Bruno Adónis" userId="2a858039-74ae-4480-8dde-8a1dd1818585" providerId="ADAL" clId="{B698B0A8-333F-4E87-88C6-9CCB150C5F5A}" dt="2023-03-07T12:54:28.426" v="37" actId="478"/>
          <ac:cxnSpMkLst>
            <pc:docMk/>
            <pc:sldMk cId="2704988569" sldId="529"/>
            <ac:cxnSpMk id="75" creationId="{BFCD648A-8FF7-1AFD-DB0C-55EAC21DD25E}"/>
          </ac:cxnSpMkLst>
        </pc:cxnChg>
        <pc:cxnChg chg="add mod">
          <ac:chgData name="Bruno Adónis" userId="2a858039-74ae-4480-8dde-8a1dd1818585" providerId="ADAL" clId="{B698B0A8-333F-4E87-88C6-9CCB150C5F5A}" dt="2023-03-08T13:33:24.119" v="459" actId="14100"/>
          <ac:cxnSpMkLst>
            <pc:docMk/>
            <pc:sldMk cId="2704988569" sldId="529"/>
            <ac:cxnSpMk id="77" creationId="{35AAD688-B72D-A04D-A074-1ED9B10D56B0}"/>
          </ac:cxnSpMkLst>
        </pc:cxnChg>
        <pc:cxnChg chg="add mod">
          <ac:chgData name="Bruno Adónis" userId="2a858039-74ae-4480-8dde-8a1dd1818585" providerId="ADAL" clId="{B698B0A8-333F-4E87-88C6-9CCB150C5F5A}" dt="2023-03-08T13:33:37.390" v="460" actId="14100"/>
          <ac:cxnSpMkLst>
            <pc:docMk/>
            <pc:sldMk cId="2704988569" sldId="529"/>
            <ac:cxnSpMk id="81" creationId="{DF40C24C-796E-E80D-0611-FD4C851F8A51}"/>
          </ac:cxnSpMkLst>
        </pc:cxnChg>
        <pc:cxnChg chg="add mod">
          <ac:chgData name="Bruno Adónis" userId="2a858039-74ae-4480-8dde-8a1dd1818585" providerId="ADAL" clId="{B698B0A8-333F-4E87-88C6-9CCB150C5F5A}" dt="2023-03-07T15:30:32.649" v="386" actId="14100"/>
          <ac:cxnSpMkLst>
            <pc:docMk/>
            <pc:sldMk cId="2704988569" sldId="529"/>
            <ac:cxnSpMk id="90" creationId="{A632863F-0DEC-DFCE-6B28-F1BFF053554A}"/>
          </ac:cxnSpMkLst>
        </pc:cxnChg>
        <pc:cxnChg chg="del mod">
          <ac:chgData name="Bruno Adónis" userId="2a858039-74ae-4480-8dde-8a1dd1818585" providerId="ADAL" clId="{B698B0A8-333F-4E87-88C6-9CCB150C5F5A}" dt="2023-03-07T11:37:47.021" v="17" actId="478"/>
          <ac:cxnSpMkLst>
            <pc:docMk/>
            <pc:sldMk cId="2704988569" sldId="529"/>
            <ac:cxnSpMk id="114" creationId="{4ABA2CEA-7B5E-B6DC-0E84-1D497B52677C}"/>
          </ac:cxnSpMkLst>
        </pc:cxnChg>
        <pc:cxnChg chg="add mod">
          <ac:chgData name="Bruno Adónis" userId="2a858039-74ae-4480-8dde-8a1dd1818585" providerId="ADAL" clId="{B698B0A8-333F-4E87-88C6-9CCB150C5F5A}" dt="2023-03-08T13:32:47.959" v="454" actId="14100"/>
          <ac:cxnSpMkLst>
            <pc:docMk/>
            <pc:sldMk cId="2704988569" sldId="529"/>
            <ac:cxnSpMk id="129" creationId="{9C564FBA-D093-E421-907A-9A5AF1EBFB36}"/>
          </ac:cxnSpMkLst>
        </pc:cxnChg>
        <pc:cxnChg chg="add mod">
          <ac:chgData name="Bruno Adónis" userId="2a858039-74ae-4480-8dde-8a1dd1818585" providerId="ADAL" clId="{B698B0A8-333F-4E87-88C6-9CCB150C5F5A}" dt="2023-03-08T13:32:51.676" v="455" actId="14100"/>
          <ac:cxnSpMkLst>
            <pc:docMk/>
            <pc:sldMk cId="2704988569" sldId="529"/>
            <ac:cxnSpMk id="133" creationId="{FF178A2D-510D-EE55-A526-680FCE843552}"/>
          </ac:cxnSpMkLst>
        </pc:cxnChg>
      </pc:sldChg>
      <pc:sldChg chg="addSp modSp add mod">
        <pc:chgData name="Bruno Adónis" userId="2a858039-74ae-4480-8dde-8a1dd1818585" providerId="ADAL" clId="{B698B0A8-333F-4E87-88C6-9CCB150C5F5A}" dt="2023-03-07T14:41:35.650" v="244"/>
        <pc:sldMkLst>
          <pc:docMk/>
          <pc:sldMk cId="3455063967" sldId="530"/>
        </pc:sldMkLst>
        <pc:spChg chg="mod">
          <ac:chgData name="Bruno Adónis" userId="2a858039-74ae-4480-8dde-8a1dd1818585" providerId="ADAL" clId="{B698B0A8-333F-4E87-88C6-9CCB150C5F5A}" dt="2023-03-07T14:41:21.515" v="243" actId="20577"/>
          <ac:spMkLst>
            <pc:docMk/>
            <pc:sldMk cId="3455063967" sldId="530"/>
            <ac:spMk id="3" creationId="{409D66D3-EDCD-EC07-97A4-F92452114EC3}"/>
          </ac:spMkLst>
        </pc:spChg>
        <pc:spChg chg="mod">
          <ac:chgData name="Bruno Adónis" userId="2a858039-74ae-4480-8dde-8a1dd1818585" providerId="ADAL" clId="{B698B0A8-333F-4E87-88C6-9CCB150C5F5A}" dt="2023-03-07T14:41:17.635" v="241" actId="20577"/>
          <ac:spMkLst>
            <pc:docMk/>
            <pc:sldMk cId="3455063967" sldId="530"/>
            <ac:spMk id="28" creationId="{00000000-0000-0000-0000-000000000000}"/>
          </ac:spMkLst>
        </pc:spChg>
        <pc:picChg chg="add mod">
          <ac:chgData name="Bruno Adónis" userId="2a858039-74ae-4480-8dde-8a1dd1818585" providerId="ADAL" clId="{B698B0A8-333F-4E87-88C6-9CCB150C5F5A}" dt="2023-03-07T14:41:35.650" v="244"/>
          <ac:picMkLst>
            <pc:docMk/>
            <pc:sldMk cId="3455063967" sldId="530"/>
            <ac:picMk id="2" creationId="{55EBC073-94D7-EC46-6537-E65E305A2175}"/>
          </ac:picMkLst>
        </pc:picChg>
      </pc:sldChg>
    </pc:docChg>
  </pc:docChgLst>
  <pc:docChgLst>
    <pc:chgData name="Maria Manuela Pinto Abelha" userId="11db3d86-96bc-46c8-8037-b7fd195aa52c" providerId="ADAL" clId="{643375EB-A32E-45CE-BC33-BB7EBE522287}"/>
    <pc:docChg chg="modSld">
      <pc:chgData name="Maria Manuela Pinto Abelha" userId="11db3d86-96bc-46c8-8037-b7fd195aa52c" providerId="ADAL" clId="{643375EB-A32E-45CE-BC33-BB7EBE522287}" dt="2023-03-21T18:41:22.874" v="50" actId="1076"/>
      <pc:docMkLst>
        <pc:docMk/>
      </pc:docMkLst>
      <pc:sldChg chg="addSp modSp mod">
        <pc:chgData name="Maria Manuela Pinto Abelha" userId="11db3d86-96bc-46c8-8037-b7fd195aa52c" providerId="ADAL" clId="{643375EB-A32E-45CE-BC33-BB7EBE522287}" dt="2023-03-21T18:41:22.874" v="50" actId="1076"/>
        <pc:sldMkLst>
          <pc:docMk/>
          <pc:sldMk cId="430273121" sldId="524"/>
        </pc:sldMkLst>
        <pc:spChg chg="mod">
          <ac:chgData name="Maria Manuela Pinto Abelha" userId="11db3d86-96bc-46c8-8037-b7fd195aa52c" providerId="ADAL" clId="{643375EB-A32E-45CE-BC33-BB7EBE522287}" dt="2023-03-14T17:36:27.659" v="8" actId="20577"/>
          <ac:spMkLst>
            <pc:docMk/>
            <pc:sldMk cId="430273121" sldId="524"/>
            <ac:spMk id="48" creationId="{AC93C162-D8C4-D319-FC08-DEB5E838B41B}"/>
          </ac:spMkLst>
        </pc:spChg>
        <pc:spChg chg="mod">
          <ac:chgData name="Maria Manuela Pinto Abelha" userId="11db3d86-96bc-46c8-8037-b7fd195aa52c" providerId="ADAL" clId="{643375EB-A32E-45CE-BC33-BB7EBE522287}" dt="2023-03-14T17:36:17.302" v="0"/>
          <ac:spMkLst>
            <pc:docMk/>
            <pc:sldMk cId="430273121" sldId="524"/>
            <ac:spMk id="59" creationId="{0E9C0000-0579-FF41-9FC9-FA4E621B09E4}"/>
          </ac:spMkLst>
        </pc:spChg>
        <pc:spChg chg="mod">
          <ac:chgData name="Maria Manuela Pinto Abelha" userId="11db3d86-96bc-46c8-8037-b7fd195aa52c" providerId="ADAL" clId="{643375EB-A32E-45CE-BC33-BB7EBE522287}" dt="2023-03-21T13:58:17.566" v="13" actId="20577"/>
          <ac:spMkLst>
            <pc:docMk/>
            <pc:sldMk cId="430273121" sldId="524"/>
            <ac:spMk id="65" creationId="{B95A3059-3AF1-B827-5952-348A9C821B86}"/>
          </ac:spMkLst>
        </pc:spChg>
        <pc:spChg chg="mod">
          <ac:chgData name="Maria Manuela Pinto Abelha" userId="11db3d86-96bc-46c8-8037-b7fd195aa52c" providerId="ADAL" clId="{643375EB-A32E-45CE-BC33-BB7EBE522287}" dt="2023-03-21T13:58:06.376" v="9"/>
          <ac:spMkLst>
            <pc:docMk/>
            <pc:sldMk cId="430273121" sldId="524"/>
            <ac:spMk id="74" creationId="{139BB48F-D15D-D126-3597-6C9F0196E355}"/>
          </ac:spMkLst>
        </pc:spChg>
        <pc:spChg chg="mod">
          <ac:chgData name="Maria Manuela Pinto Abelha" userId="11db3d86-96bc-46c8-8037-b7fd195aa52c" providerId="ADAL" clId="{643375EB-A32E-45CE-BC33-BB7EBE522287}" dt="2023-03-21T13:59:17.707" v="48" actId="20577"/>
          <ac:spMkLst>
            <pc:docMk/>
            <pc:sldMk cId="430273121" sldId="524"/>
            <ac:spMk id="95" creationId="{EBB99CED-F50D-F0E8-88D7-9B92395348C0}"/>
          </ac:spMkLst>
        </pc:spChg>
        <pc:spChg chg="mod">
          <ac:chgData name="Maria Manuela Pinto Abelha" userId="11db3d86-96bc-46c8-8037-b7fd195aa52c" providerId="ADAL" clId="{643375EB-A32E-45CE-BC33-BB7EBE522287}" dt="2023-03-21T13:58:43.860" v="17"/>
          <ac:spMkLst>
            <pc:docMk/>
            <pc:sldMk cId="430273121" sldId="524"/>
            <ac:spMk id="99" creationId="{4C376069-0FE5-FE76-464B-8DCD3DB42C22}"/>
          </ac:spMkLst>
        </pc:spChg>
        <pc:grpChg chg="add mod">
          <ac:chgData name="Maria Manuela Pinto Abelha" userId="11db3d86-96bc-46c8-8037-b7fd195aa52c" providerId="ADAL" clId="{643375EB-A32E-45CE-BC33-BB7EBE522287}" dt="2023-03-14T17:36:22.777" v="1" actId="1076"/>
          <ac:grpSpMkLst>
            <pc:docMk/>
            <pc:sldMk cId="430273121" sldId="524"/>
            <ac:grpSpMk id="47" creationId="{A052B8B1-CD97-7CF9-6862-364828D0E273}"/>
          </ac:grpSpMkLst>
        </pc:grpChg>
        <pc:grpChg chg="mod">
          <ac:chgData name="Maria Manuela Pinto Abelha" userId="11db3d86-96bc-46c8-8037-b7fd195aa52c" providerId="ADAL" clId="{643375EB-A32E-45CE-BC33-BB7EBE522287}" dt="2023-03-14T17:36:17.302" v="0"/>
          <ac:grpSpMkLst>
            <pc:docMk/>
            <pc:sldMk cId="430273121" sldId="524"/>
            <ac:grpSpMk id="56" creationId="{6A2EC1C4-EB10-DBF7-991A-D88DA7315D88}"/>
          </ac:grpSpMkLst>
        </pc:grpChg>
        <pc:grpChg chg="add mod">
          <ac:chgData name="Maria Manuela Pinto Abelha" userId="11db3d86-96bc-46c8-8037-b7fd195aa52c" providerId="ADAL" clId="{643375EB-A32E-45CE-BC33-BB7EBE522287}" dt="2023-03-21T13:58:57.994" v="20" actId="1076"/>
          <ac:grpSpMkLst>
            <pc:docMk/>
            <pc:sldMk cId="430273121" sldId="524"/>
            <ac:grpSpMk id="61" creationId="{B247B10F-1054-0675-391F-36E4862D117C}"/>
          </ac:grpSpMkLst>
        </pc:grpChg>
        <pc:grpChg chg="mod">
          <ac:chgData name="Maria Manuela Pinto Abelha" userId="11db3d86-96bc-46c8-8037-b7fd195aa52c" providerId="ADAL" clId="{643375EB-A32E-45CE-BC33-BB7EBE522287}" dt="2023-03-21T13:58:06.376" v="9"/>
          <ac:grpSpMkLst>
            <pc:docMk/>
            <pc:sldMk cId="430273121" sldId="524"/>
            <ac:grpSpMk id="66" creationId="{C9E6C668-7A1F-4B78-80BC-3976567530E7}"/>
          </ac:grpSpMkLst>
        </pc:grpChg>
        <pc:grpChg chg="add mod">
          <ac:chgData name="Maria Manuela Pinto Abelha" userId="11db3d86-96bc-46c8-8037-b7fd195aa52c" providerId="ADAL" clId="{643375EB-A32E-45CE-BC33-BB7EBE522287}" dt="2023-03-21T13:59:04.163" v="22" actId="1076"/>
          <ac:grpSpMkLst>
            <pc:docMk/>
            <pc:sldMk cId="430273121" sldId="524"/>
            <ac:grpSpMk id="92" creationId="{CAC34084-B569-11CB-583D-A7A2C77EA48C}"/>
          </ac:grpSpMkLst>
        </pc:grpChg>
        <pc:grpChg chg="mod">
          <ac:chgData name="Maria Manuela Pinto Abelha" userId="11db3d86-96bc-46c8-8037-b7fd195aa52c" providerId="ADAL" clId="{643375EB-A32E-45CE-BC33-BB7EBE522287}" dt="2023-03-21T13:58:43.860" v="17"/>
          <ac:grpSpMkLst>
            <pc:docMk/>
            <pc:sldMk cId="430273121" sldId="524"/>
            <ac:grpSpMk id="98" creationId="{8E7FC424-C916-4469-FF1F-72173975A2AD}"/>
          </ac:grpSpMkLst>
        </pc:grpChg>
        <pc:picChg chg="mod">
          <ac:chgData name="Maria Manuela Pinto Abelha" userId="11db3d86-96bc-46c8-8037-b7fd195aa52c" providerId="ADAL" clId="{643375EB-A32E-45CE-BC33-BB7EBE522287}" dt="2023-03-14T17:36:17.302" v="0"/>
          <ac:picMkLst>
            <pc:docMk/>
            <pc:sldMk cId="430273121" sldId="524"/>
            <ac:picMk id="57" creationId="{676FF3D2-0838-AC7B-94C8-64843479747B}"/>
          </ac:picMkLst>
        </pc:picChg>
        <pc:picChg chg="mod">
          <ac:chgData name="Maria Manuela Pinto Abelha" userId="11db3d86-96bc-46c8-8037-b7fd195aa52c" providerId="ADAL" clId="{643375EB-A32E-45CE-BC33-BB7EBE522287}" dt="2023-03-14T17:36:17.302" v="0"/>
          <ac:picMkLst>
            <pc:docMk/>
            <pc:sldMk cId="430273121" sldId="524"/>
            <ac:picMk id="58" creationId="{D59B127A-128A-ADE1-C7A9-4AA3A4A185C7}"/>
          </ac:picMkLst>
        </pc:picChg>
        <pc:picChg chg="mod">
          <ac:chgData name="Maria Manuela Pinto Abelha" userId="11db3d86-96bc-46c8-8037-b7fd195aa52c" providerId="ADAL" clId="{643375EB-A32E-45CE-BC33-BB7EBE522287}" dt="2023-03-14T17:36:17.302" v="0"/>
          <ac:picMkLst>
            <pc:docMk/>
            <pc:sldMk cId="430273121" sldId="524"/>
            <ac:picMk id="60" creationId="{1D742A0A-D4AD-78A8-831F-8D164368C00F}"/>
          </ac:picMkLst>
        </pc:picChg>
        <pc:picChg chg="mod">
          <ac:chgData name="Maria Manuela Pinto Abelha" userId="11db3d86-96bc-46c8-8037-b7fd195aa52c" providerId="ADAL" clId="{643375EB-A32E-45CE-BC33-BB7EBE522287}" dt="2023-03-21T13:58:06.376" v="9"/>
          <ac:picMkLst>
            <pc:docMk/>
            <pc:sldMk cId="430273121" sldId="524"/>
            <ac:picMk id="88" creationId="{2F763CB8-0880-898A-2BD4-368E788EF9A0}"/>
          </ac:picMkLst>
        </pc:picChg>
        <pc:picChg chg="add mod">
          <ac:chgData name="Maria Manuela Pinto Abelha" userId="11db3d86-96bc-46c8-8037-b7fd195aa52c" providerId="ADAL" clId="{643375EB-A32E-45CE-BC33-BB7EBE522287}" dt="2023-03-21T13:59:00.402" v="21" actId="1076"/>
          <ac:picMkLst>
            <pc:docMk/>
            <pc:sldMk cId="430273121" sldId="524"/>
            <ac:picMk id="89" creationId="{CAE1C4B7-6C1D-8C86-947D-882B7C833BBA}"/>
          </ac:picMkLst>
        </pc:picChg>
        <pc:picChg chg="mod">
          <ac:chgData name="Maria Manuela Pinto Abelha" userId="11db3d86-96bc-46c8-8037-b7fd195aa52c" providerId="ADAL" clId="{643375EB-A32E-45CE-BC33-BB7EBE522287}" dt="2023-03-21T13:58:43.860" v="17"/>
          <ac:picMkLst>
            <pc:docMk/>
            <pc:sldMk cId="430273121" sldId="524"/>
            <ac:picMk id="103" creationId="{C1A7134E-930B-D459-BB45-A004018BB7D9}"/>
          </ac:picMkLst>
        </pc:picChg>
        <pc:picChg chg="add mod">
          <ac:chgData name="Maria Manuela Pinto Abelha" userId="11db3d86-96bc-46c8-8037-b7fd195aa52c" providerId="ADAL" clId="{643375EB-A32E-45CE-BC33-BB7EBE522287}" dt="2023-03-21T18:41:22.874" v="50" actId="1076"/>
          <ac:picMkLst>
            <pc:docMk/>
            <pc:sldMk cId="430273121" sldId="524"/>
            <ac:picMk id="106" creationId="{AAE2547E-0B2C-26F8-B7EB-7377BCF22D87}"/>
          </ac:picMkLst>
        </pc:picChg>
      </pc:sldChg>
    </pc:docChg>
  </pc:docChgLst>
  <pc:docChgLst>
    <pc:chgData name="Maria Manuela Pinto Abelha" userId="11db3d86-96bc-46c8-8037-b7fd195aa52c" providerId="ADAL" clId="{EBEA7D1A-BB06-41B4-B2BF-B928485CD7D3}"/>
    <pc:docChg chg="undo custSel modSld">
      <pc:chgData name="Maria Manuela Pinto Abelha" userId="11db3d86-96bc-46c8-8037-b7fd195aa52c" providerId="ADAL" clId="{EBEA7D1A-BB06-41B4-B2BF-B928485CD7D3}" dt="2023-02-17T11:57:00.506" v="559" actId="14100"/>
      <pc:docMkLst>
        <pc:docMk/>
      </pc:docMkLst>
      <pc:sldChg chg="addSp delSp modSp mod">
        <pc:chgData name="Maria Manuela Pinto Abelha" userId="11db3d86-96bc-46c8-8037-b7fd195aa52c" providerId="ADAL" clId="{EBEA7D1A-BB06-41B4-B2BF-B928485CD7D3}" dt="2023-02-17T11:57:00.506" v="559" actId="14100"/>
        <pc:sldMkLst>
          <pc:docMk/>
          <pc:sldMk cId="899889964" sldId="521"/>
        </pc:sldMkLst>
        <pc:spChg chg="mod">
          <ac:chgData name="Maria Manuela Pinto Abelha" userId="11db3d86-96bc-46c8-8037-b7fd195aa52c" providerId="ADAL" clId="{EBEA7D1A-BB06-41B4-B2BF-B928485CD7D3}" dt="2023-02-17T11:55:06.578" v="547" actId="1076"/>
          <ac:spMkLst>
            <pc:docMk/>
            <pc:sldMk cId="899889964" sldId="521"/>
            <ac:spMk id="35" creationId="{F0DBF849-88CA-40AC-ADA1-8DE52739DC73}"/>
          </ac:spMkLst>
        </pc:spChg>
        <pc:spChg chg="mod">
          <ac:chgData name="Maria Manuela Pinto Abelha" userId="11db3d86-96bc-46c8-8037-b7fd195aa52c" providerId="ADAL" clId="{EBEA7D1A-BB06-41B4-B2BF-B928485CD7D3}" dt="2023-02-17T11:54:12.599" v="536"/>
          <ac:spMkLst>
            <pc:docMk/>
            <pc:sldMk cId="899889964" sldId="521"/>
            <ac:spMk id="37" creationId="{8D2A2FE2-C869-4255-8C8A-F090E608B130}"/>
          </ac:spMkLst>
        </pc:spChg>
        <pc:spChg chg="mod">
          <ac:chgData name="Maria Manuela Pinto Abelha" userId="11db3d86-96bc-46c8-8037-b7fd195aa52c" providerId="ADAL" clId="{EBEA7D1A-BB06-41B4-B2BF-B928485CD7D3}" dt="2023-02-17T11:46:15.990" v="519" actId="1035"/>
          <ac:spMkLst>
            <pc:docMk/>
            <pc:sldMk cId="899889964" sldId="521"/>
            <ac:spMk id="69" creationId="{F294E4E8-1B92-4A6E-F2F6-73BAF7B8EE41}"/>
          </ac:spMkLst>
        </pc:spChg>
        <pc:spChg chg="mod">
          <ac:chgData name="Maria Manuela Pinto Abelha" userId="11db3d86-96bc-46c8-8037-b7fd195aa52c" providerId="ADAL" clId="{EBEA7D1A-BB06-41B4-B2BF-B928485CD7D3}" dt="2023-02-17T11:52:16.353" v="520" actId="1076"/>
          <ac:spMkLst>
            <pc:docMk/>
            <pc:sldMk cId="899889964" sldId="521"/>
            <ac:spMk id="75" creationId="{C20CDE68-182D-678A-10DA-2F14AC445002}"/>
          </ac:spMkLst>
        </pc:spChg>
        <pc:spChg chg="mod">
          <ac:chgData name="Maria Manuela Pinto Abelha" userId="11db3d86-96bc-46c8-8037-b7fd195aa52c" providerId="ADAL" clId="{EBEA7D1A-BB06-41B4-B2BF-B928485CD7D3}" dt="2023-02-17T11:52:27.067" v="522" actId="1076"/>
          <ac:spMkLst>
            <pc:docMk/>
            <pc:sldMk cId="899889964" sldId="521"/>
            <ac:spMk id="76" creationId="{382AD550-775D-2099-3A14-FE1EB2D89C17}"/>
          </ac:spMkLst>
        </pc:spChg>
        <pc:spChg chg="mod">
          <ac:chgData name="Maria Manuela Pinto Abelha" userId="11db3d86-96bc-46c8-8037-b7fd195aa52c" providerId="ADAL" clId="{EBEA7D1A-BB06-41B4-B2BF-B928485CD7D3}" dt="2023-02-17T11:54:43.019" v="543" actId="1076"/>
          <ac:spMkLst>
            <pc:docMk/>
            <pc:sldMk cId="899889964" sldId="521"/>
            <ac:spMk id="77" creationId="{C0AB5D30-93CB-43D8-B728-4AF10BC1D6D7}"/>
          </ac:spMkLst>
        </pc:spChg>
        <pc:spChg chg="mod">
          <ac:chgData name="Maria Manuela Pinto Abelha" userId="11db3d86-96bc-46c8-8037-b7fd195aa52c" providerId="ADAL" clId="{EBEA7D1A-BB06-41B4-B2BF-B928485CD7D3}" dt="2023-02-17T11:54:29.353" v="540" actId="1076"/>
          <ac:spMkLst>
            <pc:docMk/>
            <pc:sldMk cId="899889964" sldId="521"/>
            <ac:spMk id="78" creationId="{100F9BD1-5D73-30C3-565A-883FA944ED85}"/>
          </ac:spMkLst>
        </pc:spChg>
        <pc:grpChg chg="add mod">
          <ac:chgData name="Maria Manuela Pinto Abelha" userId="11db3d86-96bc-46c8-8037-b7fd195aa52c" providerId="ADAL" clId="{EBEA7D1A-BB06-41B4-B2BF-B928485CD7D3}" dt="2023-02-17T11:54:50.225" v="544" actId="1076"/>
          <ac:grpSpMkLst>
            <pc:docMk/>
            <pc:sldMk cId="899889964" sldId="521"/>
            <ac:grpSpMk id="34" creationId="{87C20147-6495-4988-9D32-64CA6B7698F4}"/>
          </ac:grpSpMkLst>
        </pc:grpChg>
        <pc:grpChg chg="mod">
          <ac:chgData name="Maria Manuela Pinto Abelha" userId="11db3d86-96bc-46c8-8037-b7fd195aa52c" providerId="ADAL" clId="{EBEA7D1A-BB06-41B4-B2BF-B928485CD7D3}" dt="2023-02-17T11:54:12.599" v="536"/>
          <ac:grpSpMkLst>
            <pc:docMk/>
            <pc:sldMk cId="899889964" sldId="521"/>
            <ac:grpSpMk id="36" creationId="{FCB70321-BBFF-4924-8666-21C0DE9BABE4}"/>
          </ac:grpSpMkLst>
        </pc:grpChg>
        <pc:grpChg chg="mod">
          <ac:chgData name="Maria Manuela Pinto Abelha" userId="11db3d86-96bc-46c8-8037-b7fd195aa52c" providerId="ADAL" clId="{EBEA7D1A-BB06-41B4-B2BF-B928485CD7D3}" dt="2023-02-17T11:52:16.353" v="520" actId="1076"/>
          <ac:grpSpMkLst>
            <pc:docMk/>
            <pc:sldMk cId="899889964" sldId="521"/>
            <ac:grpSpMk id="79" creationId="{9B1D0C81-10CF-EE9B-902E-ECC45CB7B37C}"/>
          </ac:grpSpMkLst>
        </pc:grpChg>
        <pc:grpChg chg="mod">
          <ac:chgData name="Maria Manuela Pinto Abelha" userId="11db3d86-96bc-46c8-8037-b7fd195aa52c" providerId="ADAL" clId="{EBEA7D1A-BB06-41B4-B2BF-B928485CD7D3}" dt="2023-02-17T11:52:27.067" v="522" actId="1076"/>
          <ac:grpSpMkLst>
            <pc:docMk/>
            <pc:sldMk cId="899889964" sldId="521"/>
            <ac:grpSpMk id="82" creationId="{75F9A2E1-B0CB-17DE-2C42-438CEA5E280C}"/>
          </ac:grpSpMkLst>
        </pc:grpChg>
        <pc:grpChg chg="mod">
          <ac:chgData name="Maria Manuela Pinto Abelha" userId="11db3d86-96bc-46c8-8037-b7fd195aa52c" providerId="ADAL" clId="{EBEA7D1A-BB06-41B4-B2BF-B928485CD7D3}" dt="2023-02-17T11:54:23.697" v="538" actId="1076"/>
          <ac:grpSpMkLst>
            <pc:docMk/>
            <pc:sldMk cId="899889964" sldId="521"/>
            <ac:grpSpMk id="87" creationId="{F22A7837-23CA-AD08-2B3B-3EBE260E8AAD}"/>
          </ac:grpSpMkLst>
        </pc:grpChg>
        <pc:grpChg chg="mod">
          <ac:chgData name="Maria Manuela Pinto Abelha" userId="11db3d86-96bc-46c8-8037-b7fd195aa52c" providerId="ADAL" clId="{EBEA7D1A-BB06-41B4-B2BF-B928485CD7D3}" dt="2023-02-17T11:54:33.376" v="541" actId="1076"/>
          <ac:grpSpMkLst>
            <pc:docMk/>
            <pc:sldMk cId="899889964" sldId="521"/>
            <ac:grpSpMk id="90" creationId="{40171F82-4CFD-086F-55AF-F98EDFC1BBCB}"/>
          </ac:grpSpMkLst>
        </pc:grpChg>
        <pc:grpChg chg="mod">
          <ac:chgData name="Maria Manuela Pinto Abelha" userId="11db3d86-96bc-46c8-8037-b7fd195aa52c" providerId="ADAL" clId="{EBEA7D1A-BB06-41B4-B2BF-B928485CD7D3}" dt="2023-02-17T11:46:15.990" v="519" actId="1035"/>
          <ac:grpSpMkLst>
            <pc:docMk/>
            <pc:sldMk cId="899889964" sldId="521"/>
            <ac:grpSpMk id="97" creationId="{9CCDFF82-9496-1380-6859-7C3863FB51EE}"/>
          </ac:grpSpMkLst>
        </pc:grpChg>
        <pc:picChg chg="mod">
          <ac:chgData name="Maria Manuela Pinto Abelha" userId="11db3d86-96bc-46c8-8037-b7fd195aa52c" providerId="ADAL" clId="{EBEA7D1A-BB06-41B4-B2BF-B928485CD7D3}" dt="2023-02-17T11:54:12.599" v="536"/>
          <ac:picMkLst>
            <pc:docMk/>
            <pc:sldMk cId="899889964" sldId="521"/>
            <ac:picMk id="38" creationId="{9BEEB004-33A4-48E1-B16F-92408AC7C890}"/>
          </ac:picMkLst>
        </pc:picChg>
        <pc:picChg chg="add mod">
          <ac:chgData name="Maria Manuela Pinto Abelha" userId="11db3d86-96bc-46c8-8037-b7fd195aa52c" providerId="ADAL" clId="{EBEA7D1A-BB06-41B4-B2BF-B928485CD7D3}" dt="2023-02-17T11:55:01.522" v="546" actId="1076"/>
          <ac:picMkLst>
            <pc:docMk/>
            <pc:sldMk cId="899889964" sldId="521"/>
            <ac:picMk id="39" creationId="{8B9BDCF8-8318-4A7E-8A35-43737B115D75}"/>
          </ac:picMkLst>
        </pc:picChg>
        <pc:picChg chg="mod">
          <ac:chgData name="Maria Manuela Pinto Abelha" userId="11db3d86-96bc-46c8-8037-b7fd195aa52c" providerId="ADAL" clId="{EBEA7D1A-BB06-41B4-B2BF-B928485CD7D3}" dt="2023-02-17T11:52:18.792" v="521" actId="1076"/>
          <ac:picMkLst>
            <pc:docMk/>
            <pc:sldMk cId="899889964" sldId="521"/>
            <ac:picMk id="93" creationId="{4AE68E92-2F58-A5C3-84A0-350D8E08CFD1}"/>
          </ac:picMkLst>
        </pc:picChg>
        <pc:picChg chg="mod">
          <ac:chgData name="Maria Manuela Pinto Abelha" userId="11db3d86-96bc-46c8-8037-b7fd195aa52c" providerId="ADAL" clId="{EBEA7D1A-BB06-41B4-B2BF-B928485CD7D3}" dt="2023-02-17T11:52:29.760" v="523" actId="1076"/>
          <ac:picMkLst>
            <pc:docMk/>
            <pc:sldMk cId="899889964" sldId="521"/>
            <ac:picMk id="94" creationId="{965679E7-A9CD-DBA0-6A49-86FD0B197343}"/>
          </ac:picMkLst>
        </pc:picChg>
        <pc:picChg chg="mod">
          <ac:chgData name="Maria Manuela Pinto Abelha" userId="11db3d86-96bc-46c8-8037-b7fd195aa52c" providerId="ADAL" clId="{EBEA7D1A-BB06-41B4-B2BF-B928485CD7D3}" dt="2023-02-17T11:54:25.738" v="539" actId="1076"/>
          <ac:picMkLst>
            <pc:docMk/>
            <pc:sldMk cId="899889964" sldId="521"/>
            <ac:picMk id="95" creationId="{FBFBF20D-71C7-60F3-3B9F-26C4D84BBDFF}"/>
          </ac:picMkLst>
        </pc:picChg>
        <pc:picChg chg="mod">
          <ac:chgData name="Maria Manuela Pinto Abelha" userId="11db3d86-96bc-46c8-8037-b7fd195aa52c" providerId="ADAL" clId="{EBEA7D1A-BB06-41B4-B2BF-B928485CD7D3}" dt="2023-02-17T11:54:37.617" v="542" actId="1076"/>
          <ac:picMkLst>
            <pc:docMk/>
            <pc:sldMk cId="899889964" sldId="521"/>
            <ac:picMk id="96" creationId="{BDF050C7-4EF2-11DB-A9C1-8F296468DB44}"/>
          </ac:picMkLst>
        </pc:picChg>
        <pc:cxnChg chg="add mod">
          <ac:chgData name="Maria Manuela Pinto Abelha" userId="11db3d86-96bc-46c8-8037-b7fd195aa52c" providerId="ADAL" clId="{EBEA7D1A-BB06-41B4-B2BF-B928485CD7D3}" dt="2023-02-17T11:56:46.334" v="558" actId="1076"/>
          <ac:cxnSpMkLst>
            <pc:docMk/>
            <pc:sldMk cId="899889964" sldId="521"/>
            <ac:cxnSpMk id="3" creationId="{25F20D84-B121-48D9-A2A5-6F73484B687A}"/>
          </ac:cxnSpMkLst>
        </pc:cxnChg>
        <pc:cxnChg chg="add del mod">
          <ac:chgData name="Maria Manuela Pinto Abelha" userId="11db3d86-96bc-46c8-8037-b7fd195aa52c" providerId="ADAL" clId="{EBEA7D1A-BB06-41B4-B2BF-B928485CD7D3}" dt="2023-02-17T11:55:12.968" v="549" actId="478"/>
          <ac:cxnSpMkLst>
            <pc:docMk/>
            <pc:sldMk cId="899889964" sldId="521"/>
            <ac:cxnSpMk id="40" creationId="{ABEA6618-C6B4-42E0-8F25-4DD14EF55485}"/>
          </ac:cxnSpMkLst>
        </pc:cxnChg>
        <pc:cxnChg chg="mod">
          <ac:chgData name="Maria Manuela Pinto Abelha" userId="11db3d86-96bc-46c8-8037-b7fd195aa52c" providerId="ADAL" clId="{EBEA7D1A-BB06-41B4-B2BF-B928485CD7D3}" dt="2023-02-17T11:57:00.506" v="559" actId="14100"/>
          <ac:cxnSpMkLst>
            <pc:docMk/>
            <pc:sldMk cId="899889964" sldId="521"/>
            <ac:cxnSpMk id="68" creationId="{324B9150-E122-DFBD-AD0D-F67361543930}"/>
          </ac:cxnSpMkLst>
        </pc:cxnChg>
        <pc:cxnChg chg="mod">
          <ac:chgData name="Maria Manuela Pinto Abelha" userId="11db3d86-96bc-46c8-8037-b7fd195aa52c" providerId="ADAL" clId="{EBEA7D1A-BB06-41B4-B2BF-B928485CD7D3}" dt="2023-02-17T11:52:27.067" v="522" actId="1076"/>
          <ac:cxnSpMkLst>
            <pc:docMk/>
            <pc:sldMk cId="899889964" sldId="521"/>
            <ac:cxnSpMk id="71" creationId="{0E88E8E0-DC24-AD6D-28B8-3B33C1A4303A}"/>
          </ac:cxnSpMkLst>
        </pc:cxnChg>
        <pc:cxnChg chg="mod">
          <ac:chgData name="Maria Manuela Pinto Abelha" userId="11db3d86-96bc-46c8-8037-b7fd195aa52c" providerId="ADAL" clId="{EBEA7D1A-BB06-41B4-B2BF-B928485CD7D3}" dt="2023-02-17T11:54:23.697" v="538" actId="1076"/>
          <ac:cxnSpMkLst>
            <pc:docMk/>
            <pc:sldMk cId="899889964" sldId="521"/>
            <ac:cxnSpMk id="72" creationId="{63DFF627-5DF4-902C-D159-59539736AB74}"/>
          </ac:cxnSpMkLst>
        </pc:cxnChg>
        <pc:cxnChg chg="mod">
          <ac:chgData name="Maria Manuela Pinto Abelha" userId="11db3d86-96bc-46c8-8037-b7fd195aa52c" providerId="ADAL" clId="{EBEA7D1A-BB06-41B4-B2BF-B928485CD7D3}" dt="2023-02-17T11:54:33.376" v="541" actId="1076"/>
          <ac:cxnSpMkLst>
            <pc:docMk/>
            <pc:sldMk cId="899889964" sldId="521"/>
            <ac:cxnSpMk id="73" creationId="{CE894F13-C5CB-BFFF-03A5-98938D00296D}"/>
          </ac:cxnSpMkLst>
        </pc:cxnChg>
      </pc:sldChg>
      <pc:sldChg chg="addSp modSp mod">
        <pc:chgData name="Maria Manuela Pinto Abelha" userId="11db3d86-96bc-46c8-8037-b7fd195aa52c" providerId="ADAL" clId="{EBEA7D1A-BB06-41B4-B2BF-B928485CD7D3}" dt="2023-02-17T11:54:01.090" v="535" actId="1076"/>
        <pc:sldMkLst>
          <pc:docMk/>
          <pc:sldMk cId="430273121" sldId="524"/>
        </pc:sldMkLst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79" creationId="{ABA82FDE-F0DC-872E-797D-E076A396729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1" creationId="{51C9EFD7-8455-E543-6EF5-2AD3E728E47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2" creationId="{BE0D4C42-5761-579E-8388-D4DA8ADA27FF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4" creationId="{AB805DBF-9D80-FA19-5640-57FFD37B35B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5" creationId="{CA8A74E4-B24A-B2A3-312A-68A6C2592E5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6" creationId="{892E4A2D-5D71-130F-B053-B7227FCAFDAB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7" creationId="{8BFFDDDB-700D-301A-AEDA-13ED65C21D53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0" creationId="{A0290D73-1F45-55C3-ABEF-34DCE8CF50D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3" creationId="{6ED38323-7A6C-A749-49B5-7E3C564A045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6" creationId="{67AD644D-B67B-09B0-F893-384868E4310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7" creationId="{547719A3-AE22-62CC-F12E-29DA10550F70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0" creationId="{C2E16A47-B8A9-D456-CD16-0DB1B696AFC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1" creationId="{F0E5E47A-E226-6132-55B6-1848F779F2D3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2" creationId="{2A3CC22E-74A6-CA52-7A92-7FA126AEB651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4" creationId="{514921D4-684C-7155-3601-7E49655AF6F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1" creationId="{9BC8421B-D23F-43F0-958E-AE2263D8DF00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3" creationId="{69B54FEE-87F4-4A15-87BB-BE54A83BA9E3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5" creationId="{64F58104-45F2-43D0-86F1-6D6DADFB855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6" creationId="{A5CAA09D-3DD5-4849-9D58-01E08E124E3D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7" creationId="{E310E113-DC87-4548-85DE-B0FC16C4E2D7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8" creationId="{7D1B4A38-FB3D-4966-BFF6-9332D241B89F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9" creationId="{48C59780-5AF7-4CC4-B1F8-7A190363B8F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200" creationId="{2A3968FE-9A0C-4EDD-BA92-B3444A956ACB}"/>
          </ac:spMkLst>
        </pc:spChg>
        <pc:spChg chg="mod">
          <ac:chgData name="Maria Manuela Pinto Abelha" userId="11db3d86-96bc-46c8-8037-b7fd195aa52c" providerId="ADAL" clId="{EBEA7D1A-BB06-41B4-B2BF-B928485CD7D3}" dt="2023-01-16T17:03:43.111" v="7" actId="20577"/>
          <ac:spMkLst>
            <pc:docMk/>
            <pc:sldMk cId="430273121" sldId="524"/>
            <ac:spMk id="213" creationId="{D51F7AA2-1522-4164-86E5-B353F40285EF}"/>
          </ac:spMkLst>
        </pc:spChg>
        <pc:spChg chg="mod">
          <ac:chgData name="Maria Manuela Pinto Abelha" userId="11db3d86-96bc-46c8-8037-b7fd195aa52c" providerId="ADAL" clId="{EBEA7D1A-BB06-41B4-B2BF-B928485CD7D3}" dt="2023-01-16T17:03:33.281" v="0"/>
          <ac:spMkLst>
            <pc:docMk/>
            <pc:sldMk cId="430273121" sldId="524"/>
            <ac:spMk id="215" creationId="{0E42D5B1-1A41-46CD-87CF-6814E97095F0}"/>
          </ac:spMkLst>
        </pc:spChg>
        <pc:spChg chg="mod">
          <ac:chgData name="Maria Manuela Pinto Abelha" userId="11db3d86-96bc-46c8-8037-b7fd195aa52c" providerId="ADAL" clId="{EBEA7D1A-BB06-41B4-B2BF-B928485CD7D3}" dt="2023-02-02T10:31:19.125" v="434" actId="1076"/>
          <ac:spMkLst>
            <pc:docMk/>
            <pc:sldMk cId="430273121" sldId="524"/>
            <ac:spMk id="218" creationId="{2A1B8E7D-47C1-401B-BDF1-EBE426D70622}"/>
          </ac:spMkLst>
        </pc:spChg>
        <pc:spChg chg="mod">
          <ac:chgData name="Maria Manuela Pinto Abelha" userId="11db3d86-96bc-46c8-8037-b7fd195aa52c" providerId="ADAL" clId="{EBEA7D1A-BB06-41B4-B2BF-B928485CD7D3}" dt="2023-01-23T15:20:53.055" v="122"/>
          <ac:spMkLst>
            <pc:docMk/>
            <pc:sldMk cId="430273121" sldId="524"/>
            <ac:spMk id="222" creationId="{73EBA4E7-DB8D-46FF-8A1C-1BC18915B633}"/>
          </ac:spMkLst>
        </pc:spChg>
        <pc:spChg chg="mod">
          <ac:chgData name="Maria Manuela Pinto Abelha" userId="11db3d86-96bc-46c8-8037-b7fd195aa52c" providerId="ADAL" clId="{EBEA7D1A-BB06-41B4-B2BF-B928485CD7D3}" dt="2023-01-24T12:09:47.606" v="142" actId="108"/>
          <ac:spMkLst>
            <pc:docMk/>
            <pc:sldMk cId="430273121" sldId="524"/>
            <ac:spMk id="225" creationId="{0A656547-DA10-41C1-951A-714FDF597E08}"/>
          </ac:spMkLst>
        </pc:spChg>
        <pc:spChg chg="mod">
          <ac:chgData name="Maria Manuela Pinto Abelha" userId="11db3d86-96bc-46c8-8037-b7fd195aa52c" providerId="ADAL" clId="{EBEA7D1A-BB06-41B4-B2BF-B928485CD7D3}" dt="2023-01-24T12:09:12.673" v="139"/>
          <ac:spMkLst>
            <pc:docMk/>
            <pc:sldMk cId="430273121" sldId="524"/>
            <ac:spMk id="227" creationId="{9B674B17-7B9B-46B6-B7F8-758CE457DF7D}"/>
          </ac:spMkLst>
        </pc:spChg>
        <pc:spChg chg="mod">
          <ac:chgData name="Maria Manuela Pinto Abelha" userId="11db3d86-96bc-46c8-8037-b7fd195aa52c" providerId="ADAL" clId="{EBEA7D1A-BB06-41B4-B2BF-B928485CD7D3}" dt="2023-01-31T17:05:25.744" v="176" actId="20577"/>
          <ac:spMkLst>
            <pc:docMk/>
            <pc:sldMk cId="430273121" sldId="524"/>
            <ac:spMk id="230" creationId="{47405D6C-B1BB-4DDB-BF19-EAAD4754CED7}"/>
          </ac:spMkLst>
        </pc:spChg>
        <pc:spChg chg="mod">
          <ac:chgData name="Maria Manuela Pinto Abelha" userId="11db3d86-96bc-46c8-8037-b7fd195aa52c" providerId="ADAL" clId="{EBEA7D1A-BB06-41B4-B2BF-B928485CD7D3}" dt="2023-01-31T17:04:29.739" v="150"/>
          <ac:spMkLst>
            <pc:docMk/>
            <pc:sldMk cId="430273121" sldId="524"/>
            <ac:spMk id="232" creationId="{C104A1E0-7EE0-4BB5-8818-2B7C83B14045}"/>
          </ac:spMkLst>
        </pc:spChg>
        <pc:spChg chg="mod">
          <ac:chgData name="Maria Manuela Pinto Abelha" userId="11db3d86-96bc-46c8-8037-b7fd195aa52c" providerId="ADAL" clId="{EBEA7D1A-BB06-41B4-B2BF-B928485CD7D3}" dt="2023-02-17T11:53:30.378" v="532" actId="20577"/>
          <ac:spMkLst>
            <pc:docMk/>
            <pc:sldMk cId="430273121" sldId="524"/>
            <ac:spMk id="237" creationId="{1771CA7E-3998-4A1B-8098-1CFBBCB4F6C5}"/>
          </ac:spMkLst>
        </pc:spChg>
        <pc:spChg chg="mod">
          <ac:chgData name="Maria Manuela Pinto Abelha" userId="11db3d86-96bc-46c8-8037-b7fd195aa52c" providerId="ADAL" clId="{EBEA7D1A-BB06-41B4-B2BF-B928485CD7D3}" dt="2023-02-17T11:53:21.019" v="526"/>
          <ac:spMkLst>
            <pc:docMk/>
            <pc:sldMk cId="430273121" sldId="524"/>
            <ac:spMk id="239" creationId="{7CC1C194-DF82-406D-ADC2-2E860A9D3AF7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48" creationId="{ABB3D027-A65E-B6DD-AA15-BD02BDE78010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0" creationId="{D85B83A5-5F7C-023C-C018-11B9DB34D7E9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2" creationId="{E2984FE0-4AF0-5AC9-A596-16C61137DDE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4" creationId="{ECB100F9-1C30-C10B-22B7-89A87EF9AFB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5" creationId="{FFBC6316-96CE-12CD-ABC5-9F384EED5E3A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6" creationId="{548D7D7D-9021-3839-FB98-18E76D9CDD5E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7" creationId="{09CD9D4C-1138-5137-DA52-A4CEF33C6E7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8" creationId="{F67C4B88-FD0D-FE6A-41C7-E02A4509A5FA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9" creationId="{02BF30F4-17C3-0EBF-17A7-25A525DB94A5}"/>
          </ac:spMkLst>
        </pc:s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78" creationId="{ACFF664F-0909-FEAA-66DF-8D40D4DC758A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80" creationId="{4ADD5418-6523-6333-16CA-DA87D12B8D1C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91" creationId="{98FC423F-571A-4E61-439F-A6E0E46BF62D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94" creationId="{D4225319-C948-AFAB-76F3-4562F75C1149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167" creationId="{20D8E5FD-709C-9E1D-7BF7-ED2C3F848F4A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68" creationId="{4EBA2BD4-BC9C-B34E-EF37-DD6F54A0DD81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69" creationId="{6B3EAD0A-456A-7FC2-C0EA-10C3F0C7A4E6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170" creationId="{40E70162-9779-FEB4-0891-B2EAFC3B3B17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171" creationId="{24099441-DEB0-1D58-5279-D22923F7618B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72" creationId="{D3495B04-3496-AACD-C2D9-9EEBF73BF289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73" creationId="{4A1740D0-12E6-6652-A721-32ABD7A095C1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4" creationId="{EDC291DD-3434-DB82-5E97-B95152CDB80A}"/>
          </ac:grpSpMkLst>
        </pc:grpChg>
        <pc:grpChg chg="mod">
          <ac:chgData name="Maria Manuela Pinto Abelha" userId="11db3d86-96bc-46c8-8037-b7fd195aa52c" providerId="ADAL" clId="{EBEA7D1A-BB06-41B4-B2BF-B928485CD7D3}" dt="2023-01-23T15:19:55.181" v="119" actId="1076"/>
          <ac:grpSpMkLst>
            <pc:docMk/>
            <pc:sldMk cId="430273121" sldId="524"/>
            <ac:grpSpMk id="175" creationId="{982486FD-80B4-59AE-E05F-D1D849FF3E97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6" creationId="{8A076E94-5BE3-E3C4-0DE1-96C193E1494E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7" creationId="{C1199A6E-3CB9-0C54-FFE8-8658E3D7B7B6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8" creationId="{B1A10C5C-9786-51D9-855F-AE204EEC8D0B}"/>
          </ac:grpSpMkLst>
        </pc:grpChg>
        <pc:grpChg chg="mod">
          <ac:chgData name="Maria Manuela Pinto Abelha" userId="11db3d86-96bc-46c8-8037-b7fd195aa52c" providerId="ADAL" clId="{EBEA7D1A-BB06-41B4-B2BF-B928485CD7D3}" dt="2023-01-23T15:20:03.854" v="121" actId="1076"/>
          <ac:grpSpMkLst>
            <pc:docMk/>
            <pc:sldMk cId="430273121" sldId="524"/>
            <ac:grpSpMk id="179" creationId="{01BCD1D6-0AC4-FF4C-FE48-10C714B15227}"/>
          </ac:grpSpMkLst>
        </pc:grpChg>
        <pc:grpChg chg="mod">
          <ac:chgData name="Maria Manuela Pinto Abelha" userId="11db3d86-96bc-46c8-8037-b7fd195aa52c" providerId="ADAL" clId="{EBEA7D1A-BB06-41B4-B2BF-B928485CD7D3}" dt="2023-01-23T15:18:25.132" v="68" actId="1076"/>
          <ac:grpSpMkLst>
            <pc:docMk/>
            <pc:sldMk cId="430273121" sldId="524"/>
            <ac:grpSpMk id="180" creationId="{42EBF25D-829E-FD2E-8998-8201520652D4}"/>
          </ac:grpSpMkLst>
        </pc:grpChg>
        <pc:grpChg chg="mod">
          <ac:chgData name="Maria Manuela Pinto Abelha" userId="11db3d86-96bc-46c8-8037-b7fd195aa52c" providerId="ADAL" clId="{EBEA7D1A-BB06-41B4-B2BF-B928485CD7D3}" dt="2023-01-23T15:18:22.645" v="67" actId="1076"/>
          <ac:grpSpMkLst>
            <pc:docMk/>
            <pc:sldMk cId="430273121" sldId="524"/>
            <ac:grpSpMk id="181" creationId="{5CBD09C9-A63F-5F10-1F5B-37BA9848E76C}"/>
          </ac:grpSpMkLst>
        </pc:grpChg>
        <pc:grpChg chg="mod">
          <ac:chgData name="Maria Manuela Pinto Abelha" userId="11db3d86-96bc-46c8-8037-b7fd195aa52c" providerId="ADAL" clId="{EBEA7D1A-BB06-41B4-B2BF-B928485CD7D3}" dt="2023-01-23T15:18:19.805" v="66" actId="1076"/>
          <ac:grpSpMkLst>
            <pc:docMk/>
            <pc:sldMk cId="430273121" sldId="524"/>
            <ac:grpSpMk id="182" creationId="{2753C7E6-84A3-A820-8823-6A562A67E48F}"/>
          </ac:grpSpMkLst>
        </pc:grpChg>
        <pc:grpChg chg="mod">
          <ac:chgData name="Maria Manuela Pinto Abelha" userId="11db3d86-96bc-46c8-8037-b7fd195aa52c" providerId="ADAL" clId="{EBEA7D1A-BB06-41B4-B2BF-B928485CD7D3}" dt="2023-01-23T15:18:09.613" v="64" actId="1076"/>
          <ac:grpSpMkLst>
            <pc:docMk/>
            <pc:sldMk cId="430273121" sldId="524"/>
            <ac:grpSpMk id="183" creationId="{B3FCA364-C61E-08A5-6A90-CF03D33E862C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84" creationId="{22114CA1-A064-4A6C-A5A4-BB2008588B86}"/>
          </ac:grpSpMkLst>
        </pc:grpChg>
        <pc:grpChg chg="mod">
          <ac:chgData name="Maria Manuela Pinto Abelha" userId="11db3d86-96bc-46c8-8037-b7fd195aa52c" providerId="ADAL" clId="{EBEA7D1A-BB06-41B4-B2BF-B928485CD7D3}" dt="2023-01-23T15:18:15.021" v="65" actId="1076"/>
          <ac:grpSpMkLst>
            <pc:docMk/>
            <pc:sldMk cId="430273121" sldId="524"/>
            <ac:grpSpMk id="185" creationId="{9EACAC15-DF26-D0C1-A23B-C3321A3B5DCB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86" creationId="{7481893D-3C48-2B9E-BEA2-1ED33F023BB6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87" creationId="{EA5657F4-3D6C-1926-C4F7-E32D6C995FA7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88" creationId="{2B0DB5CF-0EFE-167F-3509-EEADF7D75802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89" creationId="{0BB18944-2731-C28D-BE8A-13B2F14D0696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90" creationId="{695499EF-7378-1CC6-857F-DA5C5C7DA3AF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92" creationId="{F778918E-23E6-4EEF-996A-B865C3B00733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94" creationId="{43C5CC13-6DF1-41ED-9D33-29494B26AECA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201" creationId="{8C1018AC-6274-4DDF-A884-1E514EB90BA6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207" creationId="{BFBBAF6E-9230-4989-BC68-E8ECBC66C4BB}"/>
          </ac:grpSpMkLst>
        </pc:grpChg>
        <pc:grpChg chg="add mod">
          <ac:chgData name="Maria Manuela Pinto Abelha" userId="11db3d86-96bc-46c8-8037-b7fd195aa52c" providerId="ADAL" clId="{EBEA7D1A-BB06-41B4-B2BF-B928485CD7D3}" dt="2023-01-24T12:09:10.373" v="138" actId="1076"/>
          <ac:grpSpMkLst>
            <pc:docMk/>
            <pc:sldMk cId="430273121" sldId="524"/>
            <ac:grpSpMk id="212" creationId="{7CDEEA41-5A62-450E-B029-83A9C6A126E6}"/>
          </ac:grpSpMkLst>
        </pc:grpChg>
        <pc:grpChg chg="mod">
          <ac:chgData name="Maria Manuela Pinto Abelha" userId="11db3d86-96bc-46c8-8037-b7fd195aa52c" providerId="ADAL" clId="{EBEA7D1A-BB06-41B4-B2BF-B928485CD7D3}" dt="2023-01-16T17:03:33.281" v="0"/>
          <ac:grpSpMkLst>
            <pc:docMk/>
            <pc:sldMk cId="430273121" sldId="524"/>
            <ac:grpSpMk id="214" creationId="{C236D8FE-E0FD-406B-8848-5E2B65DF1D24}"/>
          </ac:grpSpMkLst>
        </pc:grpChg>
        <pc:grpChg chg="add mod">
          <ac:chgData name="Maria Manuela Pinto Abelha" userId="11db3d86-96bc-46c8-8037-b7fd195aa52c" providerId="ADAL" clId="{EBEA7D1A-BB06-41B4-B2BF-B928485CD7D3}" dt="2023-01-23T15:21:07.078" v="128" actId="1076"/>
          <ac:grpSpMkLst>
            <pc:docMk/>
            <pc:sldMk cId="430273121" sldId="524"/>
            <ac:grpSpMk id="217" creationId="{49D51F73-04A4-4AB3-A883-E3FEA371115C}"/>
          </ac:grpSpMkLst>
        </pc:grpChg>
        <pc:grpChg chg="mod">
          <ac:chgData name="Maria Manuela Pinto Abelha" userId="11db3d86-96bc-46c8-8037-b7fd195aa52c" providerId="ADAL" clId="{EBEA7D1A-BB06-41B4-B2BF-B928485CD7D3}" dt="2023-01-23T15:20:53.055" v="122"/>
          <ac:grpSpMkLst>
            <pc:docMk/>
            <pc:sldMk cId="430273121" sldId="524"/>
            <ac:grpSpMk id="219" creationId="{8EF51205-3C0E-44FE-9AC6-21204C8F6DBE}"/>
          </ac:grpSpMkLst>
        </pc:grpChg>
        <pc:grpChg chg="add mod">
          <ac:chgData name="Maria Manuela Pinto Abelha" userId="11db3d86-96bc-46c8-8037-b7fd195aa52c" providerId="ADAL" clId="{EBEA7D1A-BB06-41B4-B2BF-B928485CD7D3}" dt="2023-01-24T12:09:19.916" v="140" actId="1076"/>
          <ac:grpSpMkLst>
            <pc:docMk/>
            <pc:sldMk cId="430273121" sldId="524"/>
            <ac:grpSpMk id="224" creationId="{1192F9A8-1950-4390-9C06-EA28EC35FA49}"/>
          </ac:grpSpMkLst>
        </pc:grpChg>
        <pc:grpChg chg="mod">
          <ac:chgData name="Maria Manuela Pinto Abelha" userId="11db3d86-96bc-46c8-8037-b7fd195aa52c" providerId="ADAL" clId="{EBEA7D1A-BB06-41B4-B2BF-B928485CD7D3}" dt="2023-01-24T12:09:12.673" v="139"/>
          <ac:grpSpMkLst>
            <pc:docMk/>
            <pc:sldMk cId="430273121" sldId="524"/>
            <ac:grpSpMk id="226" creationId="{BE81CBAD-FD15-47F3-8EAF-8F05F61E86C3}"/>
          </ac:grpSpMkLst>
        </pc:grpChg>
        <pc:grpChg chg="add mod">
          <ac:chgData name="Maria Manuela Pinto Abelha" userId="11db3d86-96bc-46c8-8037-b7fd195aa52c" providerId="ADAL" clId="{EBEA7D1A-BB06-41B4-B2BF-B928485CD7D3}" dt="2023-01-31T17:04:33.772" v="151" actId="1076"/>
          <ac:grpSpMkLst>
            <pc:docMk/>
            <pc:sldMk cId="430273121" sldId="524"/>
            <ac:grpSpMk id="229" creationId="{2408AF3C-CC7B-4C3D-9563-6F40EC78FA57}"/>
          </ac:grpSpMkLst>
        </pc:grpChg>
        <pc:grpChg chg="mod">
          <ac:chgData name="Maria Manuela Pinto Abelha" userId="11db3d86-96bc-46c8-8037-b7fd195aa52c" providerId="ADAL" clId="{EBEA7D1A-BB06-41B4-B2BF-B928485CD7D3}" dt="2023-01-31T17:04:29.739" v="150"/>
          <ac:grpSpMkLst>
            <pc:docMk/>
            <pc:sldMk cId="430273121" sldId="524"/>
            <ac:grpSpMk id="231" creationId="{75EA2551-9F14-4511-B743-6540E3A1A481}"/>
          </ac:grpSpMkLst>
        </pc:grpChg>
        <pc:grpChg chg="add mod">
          <ac:chgData name="Maria Manuela Pinto Abelha" userId="11db3d86-96bc-46c8-8037-b7fd195aa52c" providerId="ADAL" clId="{EBEA7D1A-BB06-41B4-B2BF-B928485CD7D3}" dt="2023-02-17T11:53:43.072" v="533" actId="1076"/>
          <ac:grpSpMkLst>
            <pc:docMk/>
            <pc:sldMk cId="430273121" sldId="524"/>
            <ac:grpSpMk id="236" creationId="{05A5C4EF-F6E2-496F-87C5-7C8139FA13F8}"/>
          </ac:grpSpMkLst>
        </pc:grpChg>
        <pc:grpChg chg="mod">
          <ac:chgData name="Maria Manuela Pinto Abelha" userId="11db3d86-96bc-46c8-8037-b7fd195aa52c" providerId="ADAL" clId="{EBEA7D1A-BB06-41B4-B2BF-B928485CD7D3}" dt="2023-02-17T11:53:21.019" v="526"/>
          <ac:grpSpMkLst>
            <pc:docMk/>
            <pc:sldMk cId="430273121" sldId="524"/>
            <ac:grpSpMk id="238" creationId="{977BB77F-5A41-42DA-928E-09D84B10294F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091" creationId="{C12E7D10-BC6E-0E23-4640-B4E0D392B1D1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093" creationId="{21A9B27C-7E91-DFC0-29A3-8A338D727A73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100" creationId="{14EFC98C-148C-7C98-7B25-78D27E2EB0A5}"/>
          </ac:grpSpMkLst>
        </pc:grpChg>
        <pc:grpChg chg="mod">
          <ac:chgData name="Maria Manuela Pinto Abelha" userId="11db3d86-96bc-46c8-8037-b7fd195aa52c" providerId="ADAL" clId="{EBEA7D1A-BB06-41B4-B2BF-B928485CD7D3}" dt="2023-01-23T15:18:29.309" v="69" actId="1076"/>
          <ac:grpSpMkLst>
            <pc:docMk/>
            <pc:sldMk cId="430273121" sldId="524"/>
            <ac:grpSpMk id="1101" creationId="{D20190AA-D6A4-C685-760F-DB34F2AEA02F}"/>
          </ac:grpSpMkLst>
        </pc:grpChg>
        <pc:picChg chg="mod">
          <ac:chgData name="Maria Manuela Pinto Abelha" userId="11db3d86-96bc-46c8-8037-b7fd195aa52c" providerId="ADAL" clId="{EBEA7D1A-BB06-41B4-B2BF-B928485CD7D3}" dt="2023-01-23T15:19:36.550" v="96" actId="1076"/>
          <ac:picMkLst>
            <pc:docMk/>
            <pc:sldMk cId="430273121" sldId="524"/>
            <ac:picMk id="206" creationId="{43742EB3-0B9A-46E6-9C53-AA0DA53D5B2B}"/>
          </ac:picMkLst>
        </pc:picChg>
        <pc:picChg chg="mod">
          <ac:chgData name="Maria Manuela Pinto Abelha" userId="11db3d86-96bc-46c8-8037-b7fd195aa52c" providerId="ADAL" clId="{EBEA7D1A-BB06-41B4-B2BF-B928485CD7D3}" dt="2023-01-16T17:03:33.281" v="0"/>
          <ac:picMkLst>
            <pc:docMk/>
            <pc:sldMk cId="430273121" sldId="524"/>
            <ac:picMk id="216" creationId="{D627E14E-3C1A-4278-AC93-8A79330C8046}"/>
          </ac:picMkLst>
        </pc:picChg>
        <pc:picChg chg="mod">
          <ac:chgData name="Maria Manuela Pinto Abelha" userId="11db3d86-96bc-46c8-8037-b7fd195aa52c" providerId="ADAL" clId="{EBEA7D1A-BB06-41B4-B2BF-B928485CD7D3}" dt="2023-01-23T15:20:53.055" v="122"/>
          <ac:picMkLst>
            <pc:docMk/>
            <pc:sldMk cId="430273121" sldId="524"/>
            <ac:picMk id="220" creationId="{522BAC32-C537-40B4-A43C-3595287B8C5C}"/>
          </ac:picMkLst>
        </pc:picChg>
        <pc:picChg chg="mod">
          <ac:chgData name="Maria Manuela Pinto Abelha" userId="11db3d86-96bc-46c8-8037-b7fd195aa52c" providerId="ADAL" clId="{EBEA7D1A-BB06-41B4-B2BF-B928485CD7D3}" dt="2023-01-23T15:20:53.055" v="122"/>
          <ac:picMkLst>
            <pc:docMk/>
            <pc:sldMk cId="430273121" sldId="524"/>
            <ac:picMk id="221" creationId="{5D43E741-6CBE-4C90-9EC7-08E3B56E1667}"/>
          </ac:picMkLst>
        </pc:picChg>
        <pc:picChg chg="mod">
          <ac:chgData name="Maria Manuela Pinto Abelha" userId="11db3d86-96bc-46c8-8037-b7fd195aa52c" providerId="ADAL" clId="{EBEA7D1A-BB06-41B4-B2BF-B928485CD7D3}" dt="2023-01-23T15:20:53.055" v="122"/>
          <ac:picMkLst>
            <pc:docMk/>
            <pc:sldMk cId="430273121" sldId="524"/>
            <ac:picMk id="223" creationId="{1C7B6A82-1C25-4015-B27D-4F406DD50F1F}"/>
          </ac:picMkLst>
        </pc:picChg>
        <pc:picChg chg="mod">
          <ac:chgData name="Maria Manuela Pinto Abelha" userId="11db3d86-96bc-46c8-8037-b7fd195aa52c" providerId="ADAL" clId="{EBEA7D1A-BB06-41B4-B2BF-B928485CD7D3}" dt="2023-01-24T12:09:12.673" v="139"/>
          <ac:picMkLst>
            <pc:docMk/>
            <pc:sldMk cId="430273121" sldId="524"/>
            <ac:picMk id="228" creationId="{0F12C3CD-D315-47ED-8A03-970C74A89C1C}"/>
          </ac:picMkLst>
        </pc:picChg>
        <pc:picChg chg="mod">
          <ac:chgData name="Maria Manuela Pinto Abelha" userId="11db3d86-96bc-46c8-8037-b7fd195aa52c" providerId="ADAL" clId="{EBEA7D1A-BB06-41B4-B2BF-B928485CD7D3}" dt="2023-01-31T17:04:29.739" v="150"/>
          <ac:picMkLst>
            <pc:docMk/>
            <pc:sldMk cId="430273121" sldId="524"/>
            <ac:picMk id="233" creationId="{3CF97295-60AF-4FB5-8387-274C8D79057F}"/>
          </ac:picMkLst>
        </pc:picChg>
        <pc:picChg chg="add mod">
          <ac:chgData name="Maria Manuela Pinto Abelha" userId="11db3d86-96bc-46c8-8037-b7fd195aa52c" providerId="ADAL" clId="{EBEA7D1A-BB06-41B4-B2BF-B928485CD7D3}" dt="2023-01-31T17:04:58.531" v="154" actId="1076"/>
          <ac:picMkLst>
            <pc:docMk/>
            <pc:sldMk cId="430273121" sldId="524"/>
            <ac:picMk id="234" creationId="{ED01EEE0-C2AB-4503-8101-0709CDD2DAB1}"/>
          </ac:picMkLst>
        </pc:picChg>
        <pc:picChg chg="add mod">
          <ac:chgData name="Maria Manuela Pinto Abelha" userId="11db3d86-96bc-46c8-8037-b7fd195aa52c" providerId="ADAL" clId="{EBEA7D1A-BB06-41B4-B2BF-B928485CD7D3}" dt="2023-01-31T17:05:08.652" v="156" actId="1076"/>
          <ac:picMkLst>
            <pc:docMk/>
            <pc:sldMk cId="430273121" sldId="524"/>
            <ac:picMk id="235" creationId="{A9AB721D-75C2-43D7-8597-CD16F3FC9044}"/>
          </ac:picMkLst>
        </pc:picChg>
        <pc:picChg chg="mod">
          <ac:chgData name="Maria Manuela Pinto Abelha" userId="11db3d86-96bc-46c8-8037-b7fd195aa52c" providerId="ADAL" clId="{EBEA7D1A-BB06-41B4-B2BF-B928485CD7D3}" dt="2023-02-17T11:53:21.019" v="526"/>
          <ac:picMkLst>
            <pc:docMk/>
            <pc:sldMk cId="430273121" sldId="524"/>
            <ac:picMk id="240" creationId="{8E8AAEDF-C428-4D5A-A8AA-5A96542FF2AC}"/>
          </ac:picMkLst>
        </pc:picChg>
        <pc:picChg chg="add mod">
          <ac:chgData name="Maria Manuela Pinto Abelha" userId="11db3d86-96bc-46c8-8037-b7fd195aa52c" providerId="ADAL" clId="{EBEA7D1A-BB06-41B4-B2BF-B928485CD7D3}" dt="2023-02-17T11:54:01.090" v="535" actId="1076"/>
          <ac:picMkLst>
            <pc:docMk/>
            <pc:sldMk cId="430273121" sldId="524"/>
            <ac:picMk id="241" creationId="{69B37443-823D-4068-9B6E-44C9279E7C8E}"/>
          </ac:picMkLst>
        </pc:picChg>
      </pc:sldChg>
      <pc:sldChg chg="addSp delSp modSp mod">
        <pc:chgData name="Maria Manuela Pinto Abelha" userId="11db3d86-96bc-46c8-8037-b7fd195aa52c" providerId="ADAL" clId="{EBEA7D1A-BB06-41B4-B2BF-B928485CD7D3}" dt="2023-02-03T17:00:44.624" v="450" actId="1076"/>
        <pc:sldMkLst>
          <pc:docMk/>
          <pc:sldMk cId="2760158784" sldId="525"/>
        </pc:sldMkLst>
        <pc:spChg chg="add mod">
          <ac:chgData name="Maria Manuela Pinto Abelha" userId="11db3d86-96bc-46c8-8037-b7fd195aa52c" providerId="ADAL" clId="{EBEA7D1A-BB06-41B4-B2BF-B928485CD7D3}" dt="2023-01-30T09:30:36.743" v="149" actId="1076"/>
          <ac:spMkLst>
            <pc:docMk/>
            <pc:sldMk cId="2760158784" sldId="525"/>
            <ac:spMk id="23" creationId="{7D7261AF-2053-48C2-A475-39CEDE66251E}"/>
          </ac:spMkLst>
        </pc:spChg>
        <pc:spChg chg="add mod">
          <ac:chgData name="Maria Manuela Pinto Abelha" userId="11db3d86-96bc-46c8-8037-b7fd195aa52c" providerId="ADAL" clId="{EBEA7D1A-BB06-41B4-B2BF-B928485CD7D3}" dt="2023-01-31T17:55:37.411" v="184" actId="1076"/>
          <ac:spMkLst>
            <pc:docMk/>
            <pc:sldMk cId="2760158784" sldId="525"/>
            <ac:spMk id="26" creationId="{B5B1BA94-3041-46D2-A53C-BF4473F64180}"/>
          </ac:spMkLst>
        </pc:spChg>
        <pc:spChg chg="add del mod">
          <ac:chgData name="Maria Manuela Pinto Abelha" userId="11db3d86-96bc-46c8-8037-b7fd195aa52c" providerId="ADAL" clId="{EBEA7D1A-BB06-41B4-B2BF-B928485CD7D3}" dt="2023-02-02T10:29:03.502" v="390" actId="478"/>
          <ac:spMkLst>
            <pc:docMk/>
            <pc:sldMk cId="2760158784" sldId="525"/>
            <ac:spMk id="30" creationId="{AF4912C8-72AF-42F0-953C-FF4D9F7C7FCD}"/>
          </ac:spMkLst>
        </pc:spChg>
        <pc:spChg chg="add mod">
          <ac:chgData name="Maria Manuela Pinto Abelha" userId="11db3d86-96bc-46c8-8037-b7fd195aa52c" providerId="ADAL" clId="{EBEA7D1A-BB06-41B4-B2BF-B928485CD7D3}" dt="2023-02-02T10:29:15.437" v="417" actId="1037"/>
          <ac:spMkLst>
            <pc:docMk/>
            <pc:sldMk cId="2760158784" sldId="525"/>
            <ac:spMk id="32" creationId="{8E875CE9-00BA-4F2F-9FF9-30386D3E44AA}"/>
          </ac:spMkLst>
        </pc:spChg>
        <pc:spChg chg="add mod">
          <ac:chgData name="Maria Manuela Pinto Abelha" userId="11db3d86-96bc-46c8-8037-b7fd195aa52c" providerId="ADAL" clId="{EBEA7D1A-BB06-41B4-B2BF-B928485CD7D3}" dt="2023-02-03T15:02:56.135" v="445" actId="1076"/>
          <ac:spMkLst>
            <pc:docMk/>
            <pc:sldMk cId="2760158784" sldId="525"/>
            <ac:spMk id="35" creationId="{0249CB4C-5A22-4328-8B83-730BB52CCE19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38" creationId="{833C3DDB-2EE1-758A-A98B-4BF76303DF66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110" creationId="{FFB15DB3-EA42-3F8F-2D44-998FE30B8835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1027" creationId="{10C464CC-F2F1-ABB8-F4F2-C2AC0D25866A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1031" creationId="{BF68C6E9-F5F9-D00A-0C22-9991B2D38896}"/>
          </ac:spMkLst>
        </pc:spChg>
        <pc:spChg chg="mod">
          <ac:chgData name="Maria Manuela Pinto Abelha" userId="11db3d86-96bc-46c8-8037-b7fd195aa52c" providerId="ADAL" clId="{EBEA7D1A-BB06-41B4-B2BF-B928485CD7D3}" dt="2023-01-31T17:51:36.044" v="178" actId="1076"/>
          <ac:spMkLst>
            <pc:docMk/>
            <pc:sldMk cId="2760158784" sldId="525"/>
            <ac:spMk id="1073" creationId="{43FA2607-B4BD-2FEE-50BC-14C96CFE85EE}"/>
          </ac:spMkLst>
        </pc:spChg>
        <pc:picChg chg="add mod">
          <ac:chgData name="Maria Manuela Pinto Abelha" userId="11db3d86-96bc-46c8-8037-b7fd195aa52c" providerId="ADAL" clId="{EBEA7D1A-BB06-41B4-B2BF-B928485CD7D3}" dt="2023-01-30T09:30:33.470" v="148" actId="1076"/>
          <ac:picMkLst>
            <pc:docMk/>
            <pc:sldMk cId="2760158784" sldId="525"/>
            <ac:picMk id="24" creationId="{F529E13E-407D-4FCD-8303-D99B606F7EBB}"/>
          </ac:picMkLst>
        </pc:picChg>
        <pc:picChg chg="add mod">
          <ac:chgData name="Maria Manuela Pinto Abelha" userId="11db3d86-96bc-46c8-8037-b7fd195aa52c" providerId="ADAL" clId="{EBEA7D1A-BB06-41B4-B2BF-B928485CD7D3}" dt="2023-02-02T10:14:07.169" v="363" actId="14100"/>
          <ac:picMkLst>
            <pc:docMk/>
            <pc:sldMk cId="2760158784" sldId="525"/>
            <ac:picMk id="25" creationId="{E6930953-4299-4212-B541-F856EBBBDED0}"/>
          </ac:picMkLst>
        </pc:picChg>
        <pc:picChg chg="add del mod">
          <ac:chgData name="Maria Manuela Pinto Abelha" userId="11db3d86-96bc-46c8-8037-b7fd195aa52c" providerId="ADAL" clId="{EBEA7D1A-BB06-41B4-B2BF-B928485CD7D3}" dt="2023-02-02T10:29:06.601" v="391" actId="478"/>
          <ac:picMkLst>
            <pc:docMk/>
            <pc:sldMk cId="2760158784" sldId="525"/>
            <ac:picMk id="27" creationId="{99679663-D160-4F3E-8550-3FC388FA940B}"/>
          </ac:picMkLst>
        </pc:picChg>
        <pc:picChg chg="add del mod">
          <ac:chgData name="Maria Manuela Pinto Abelha" userId="11db3d86-96bc-46c8-8037-b7fd195aa52c" providerId="ADAL" clId="{EBEA7D1A-BB06-41B4-B2BF-B928485CD7D3}" dt="2023-02-02T10:29:07.733" v="392" actId="478"/>
          <ac:picMkLst>
            <pc:docMk/>
            <pc:sldMk cId="2760158784" sldId="525"/>
            <ac:picMk id="29" creationId="{8486FD7C-C09B-40B2-BCB9-647B4C20AE20}"/>
          </ac:picMkLst>
        </pc:picChg>
        <pc:picChg chg="add mod">
          <ac:chgData name="Maria Manuela Pinto Abelha" userId="11db3d86-96bc-46c8-8037-b7fd195aa52c" providerId="ADAL" clId="{EBEA7D1A-BB06-41B4-B2BF-B928485CD7D3}" dt="2023-02-03T15:02:37.856" v="436" actId="1076"/>
          <ac:picMkLst>
            <pc:docMk/>
            <pc:sldMk cId="2760158784" sldId="525"/>
            <ac:picMk id="30" creationId="{454864B4-067A-4084-96D1-577397C29DAF}"/>
          </ac:picMkLst>
        </pc:picChg>
        <pc:picChg chg="add mod">
          <ac:chgData name="Maria Manuela Pinto Abelha" userId="11db3d86-96bc-46c8-8037-b7fd195aa52c" providerId="ADAL" clId="{EBEA7D1A-BB06-41B4-B2BF-B928485CD7D3}" dt="2023-02-02T10:29:15.437" v="417" actId="1037"/>
          <ac:picMkLst>
            <pc:docMk/>
            <pc:sldMk cId="2760158784" sldId="525"/>
            <ac:picMk id="31" creationId="{B861D152-6814-448D-97E3-605025EDDECB}"/>
          </ac:picMkLst>
        </pc:picChg>
        <pc:picChg chg="add mod">
          <ac:chgData name="Maria Manuela Pinto Abelha" userId="11db3d86-96bc-46c8-8037-b7fd195aa52c" providerId="ADAL" clId="{EBEA7D1A-BB06-41B4-B2BF-B928485CD7D3}" dt="2023-02-02T10:29:15.437" v="417" actId="1037"/>
          <ac:picMkLst>
            <pc:docMk/>
            <pc:sldMk cId="2760158784" sldId="525"/>
            <ac:picMk id="33" creationId="{844E32E0-5431-413F-BBE7-27E2C56B6192}"/>
          </ac:picMkLst>
        </pc:picChg>
        <pc:picChg chg="add mod">
          <ac:chgData name="Maria Manuela Pinto Abelha" userId="11db3d86-96bc-46c8-8037-b7fd195aa52c" providerId="ADAL" clId="{EBEA7D1A-BB06-41B4-B2BF-B928485CD7D3}" dt="2023-02-03T17:00:44.624" v="450" actId="1076"/>
          <ac:picMkLst>
            <pc:docMk/>
            <pc:sldMk cId="2760158784" sldId="525"/>
            <ac:picMk id="36" creationId="{A03B1872-3441-4871-9064-379F48F92E9B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37" creationId="{CCAD59D7-73D2-5098-E90A-882F8BB96129}"/>
          </ac:picMkLst>
        </pc:picChg>
        <pc:picChg chg="add mod">
          <ac:chgData name="Maria Manuela Pinto Abelha" userId="11db3d86-96bc-46c8-8037-b7fd195aa52c" providerId="ADAL" clId="{EBEA7D1A-BB06-41B4-B2BF-B928485CD7D3}" dt="2023-02-03T17:00:38.200" v="448" actId="1076"/>
          <ac:picMkLst>
            <pc:docMk/>
            <pc:sldMk cId="2760158784" sldId="525"/>
            <ac:picMk id="39" creationId="{8299850B-CCD7-4A01-BBF7-0B9A427EC5D3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109" creationId="{F1626CE6-E784-2E6F-3629-734D143C9982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1025" creationId="{29530B8E-C9B0-66E8-BAA7-FFF419AED72B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1029" creationId="{21B11F74-7093-31B5-1C86-B1F74027EB63}"/>
          </ac:picMkLst>
        </pc:picChg>
        <pc:picChg chg="mod">
          <ac:chgData name="Maria Manuela Pinto Abelha" userId="11db3d86-96bc-46c8-8037-b7fd195aa52c" providerId="ADAL" clId="{EBEA7D1A-BB06-41B4-B2BF-B928485CD7D3}" dt="2023-01-31T17:51:33.732" v="177" actId="1076"/>
          <ac:picMkLst>
            <pc:docMk/>
            <pc:sldMk cId="2760158784" sldId="525"/>
            <ac:picMk id="1074" creationId="{CEF14D2E-914A-6B0A-9E86-834DF57BBD5F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28/06/2023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28/06/2023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4025" y="1241425"/>
            <a:ext cx="59499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145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67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751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77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052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460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441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152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802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442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911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905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467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714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657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445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57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373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9352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394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477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21.svg"/><Relationship Id="rId3" Type="http://schemas.openxmlformats.org/officeDocument/2006/relationships/image" Target="../media/image7.svg"/><Relationship Id="rId7" Type="http://schemas.openxmlformats.org/officeDocument/2006/relationships/image" Target="../media/image7.png"/><Relationship Id="rId12" Type="http://schemas.openxmlformats.org/officeDocument/2006/relationships/image" Target="../media/image15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3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6" y="2722783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2" indent="0" algn="ctr">
              <a:buNone/>
              <a:defRPr sz="1600"/>
            </a:lvl6pPr>
            <a:lvl7pPr marL="2743130" indent="0" algn="ctr">
              <a:buNone/>
              <a:defRPr sz="1600"/>
            </a:lvl7pPr>
            <a:lvl8pPr marL="3200319" indent="0" algn="ctr">
              <a:buNone/>
              <a:defRPr sz="1600"/>
            </a:lvl8pPr>
            <a:lvl9pPr marL="365750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31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4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80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6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21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4" y="3094291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9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9" y="1087720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1" y="3094291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7" y="1110029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1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1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8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3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2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8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9" y="1192088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8" y="1994373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3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6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10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4" y="5574446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9" y="5574878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2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50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10935634" y="131793"/>
            <a:ext cx="1158842" cy="457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5" y="6429154"/>
            <a:ext cx="1171955" cy="20559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 userDrawn="1"/>
        </p:nvGrpSpPr>
        <p:grpSpPr>
          <a:xfrm>
            <a:off x="9356537" y="40642"/>
            <a:ext cx="2803397" cy="1059507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 dirty="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xmlns="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 userDrawn="1"/>
        </p:nvSpPr>
        <p:spPr>
          <a:xfrm>
            <a:off x="2413453" y="6439674"/>
            <a:ext cx="1943747" cy="2461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782" y="6442181"/>
            <a:ext cx="241138" cy="241138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 userDrawn="1"/>
        </p:nvSpPr>
        <p:spPr>
          <a:xfrm>
            <a:off x="7294833" y="6439658"/>
            <a:ext cx="1943747" cy="2461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693" y="6442181"/>
            <a:ext cx="241138" cy="24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 userDrawn="1"/>
        </p:nvSpPr>
        <p:spPr>
          <a:xfrm>
            <a:off x="9682009" y="6439658"/>
            <a:ext cx="1943747" cy="2461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3969249" y="6436750"/>
            <a:ext cx="252000" cy="252000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 userDrawn="1"/>
        </p:nvSpPr>
        <p:spPr>
          <a:xfrm>
            <a:off x="4238164" y="6439642"/>
            <a:ext cx="256792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2130449" y="6418750"/>
            <a:ext cx="288000" cy="28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 userDrawn="1"/>
        </p:nvSpPr>
        <p:spPr>
          <a:xfrm>
            <a:off x="271684" y="1133126"/>
            <a:ext cx="11647046" cy="522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821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6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8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365914804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D8CC5CFD-CB17-41F4-BBA4-FDE28A204AAE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2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2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1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8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tags" Target="../tags/tag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7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2.png"/><Relationship Id="rId18" Type="http://schemas.openxmlformats.org/officeDocument/2006/relationships/image" Target="../media/image14.png"/><Relationship Id="rId3" Type="http://schemas.openxmlformats.org/officeDocument/2006/relationships/tags" Target="../tags/tag4.xml"/><Relationship Id="rId7" Type="http://schemas.openxmlformats.org/officeDocument/2006/relationships/image" Target="../media/image17.emf"/><Relationship Id="rId12" Type="http://schemas.openxmlformats.org/officeDocument/2006/relationships/image" Target="../media/image7.png"/><Relationship Id="rId17" Type="http://schemas.openxmlformats.org/officeDocument/2006/relationships/image" Target="../media/image20.png"/><Relationship Id="rId2" Type="http://schemas.openxmlformats.org/officeDocument/2006/relationships/tags" Target="../tags/tag3.xml"/><Relationship Id="rId16" Type="http://schemas.openxmlformats.org/officeDocument/2006/relationships/image" Target="../media/image24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23.png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1.xml"/><Relationship Id="rId9" Type="http://schemas.openxmlformats.org/officeDocument/2006/relationships/hyperlink" Target="https://en.wikipedia.org/wiki/File:Circle-icons-global.svg" TargetMode="External"/><Relationship Id="rId1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17.emf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7.emf"/><Relationship Id="rId3" Type="http://schemas.openxmlformats.org/officeDocument/2006/relationships/tags" Target="../tags/tag8.xml"/><Relationship Id="rId7" Type="http://schemas.openxmlformats.org/officeDocument/2006/relationships/image" Target="../media/image17.svg"/><Relationship Id="rId12" Type="http://schemas.openxmlformats.org/officeDocument/2006/relationships/oleObject" Target="../embeddings/oleObject3.bin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png"/><Relationship Id="rId11" Type="http://schemas.openxmlformats.org/officeDocument/2006/relationships/image" Target="../media/image15.svg"/><Relationship Id="rId5" Type="http://schemas.openxmlformats.org/officeDocument/2006/relationships/notesSlide" Target="../notesSlides/notesSlide4.xml"/><Relationship Id="rId1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3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.svg"/><Relationship Id="rId3" Type="http://schemas.openxmlformats.org/officeDocument/2006/relationships/tags" Target="../tags/tag1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3.sv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.svg"/><Relationship Id="rId3" Type="http://schemas.openxmlformats.org/officeDocument/2006/relationships/tags" Target="../tags/tag1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3.sv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.svg"/><Relationship Id="rId3" Type="http://schemas.openxmlformats.org/officeDocument/2006/relationships/tags" Target="../tags/tag14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3.svg"/><Relationship Id="rId5" Type="http://schemas.openxmlformats.org/officeDocument/2006/relationships/notesSlide" Target="../notesSlides/notesSlide7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svg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png"/><Relationship Id="rId3" Type="http://schemas.openxmlformats.org/officeDocument/2006/relationships/tags" Target="../tags/tag16.xml"/><Relationship Id="rId7" Type="http://schemas.openxmlformats.org/officeDocument/2006/relationships/image" Target="../media/image15.svg"/><Relationship Id="rId12" Type="http://schemas.openxmlformats.org/officeDocument/2006/relationships/image" Target="../media/image13.png"/><Relationship Id="rId2" Type="http://schemas.openxmlformats.org/officeDocument/2006/relationships/tags" Target="../tags/tag15.xml"/><Relationship Id="rId16" Type="http://schemas.openxmlformats.org/officeDocument/2006/relationships/image" Target="../media/image17.svg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8.xml"/><Relationship Id="rId15" Type="http://schemas.openxmlformats.org/officeDocument/2006/relationships/image" Target="../media/image19.png"/><Relationship Id="rId10" Type="http://schemas.openxmlformats.org/officeDocument/2006/relationships/image" Target="../media/image25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png"/><Relationship Id="rId3" Type="http://schemas.openxmlformats.org/officeDocument/2006/relationships/tags" Target="../tags/tag18.xml"/><Relationship Id="rId7" Type="http://schemas.openxmlformats.org/officeDocument/2006/relationships/image" Target="../media/image15.svg"/><Relationship Id="rId12" Type="http://schemas.openxmlformats.org/officeDocument/2006/relationships/image" Target="../media/image23.svg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.svg"/><Relationship Id="rId3" Type="http://schemas.openxmlformats.org/officeDocument/2006/relationships/tags" Target="../tags/tag2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9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3.svg"/><Relationship Id="rId5" Type="http://schemas.openxmlformats.org/officeDocument/2006/relationships/notesSlide" Target="../notesSlides/notesSlide10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svg"/><Relationship Id="rId1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tags" Target="../tags/tag22.xml"/><Relationship Id="rId7" Type="http://schemas.openxmlformats.org/officeDocument/2006/relationships/image" Target="../media/image17.emf"/><Relationship Id="rId17" Type="http://schemas.openxmlformats.org/officeDocument/2006/relationships/image" Target="../media/image21.svg"/><Relationship Id="rId2" Type="http://schemas.openxmlformats.org/officeDocument/2006/relationships/tags" Target="../tags/tag21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26.pn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.svg"/><Relationship Id="rId1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3" Type="http://schemas.openxmlformats.org/officeDocument/2006/relationships/tags" Target="../tags/tag24.xml"/><Relationship Id="rId12" Type="http://schemas.openxmlformats.org/officeDocument/2006/relationships/image" Target="../media/image13.png"/><Relationship Id="rId17" Type="http://schemas.openxmlformats.org/officeDocument/2006/relationships/image" Target="../media/image26.png"/><Relationship Id="rId2" Type="http://schemas.openxmlformats.org/officeDocument/2006/relationships/tags" Target="../tags/tag23.xml"/><Relationship Id="rId16" Type="http://schemas.openxmlformats.org/officeDocument/2006/relationships/image" Target="../media/image10.png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png"/><Relationship Id="rId11" Type="http://schemas.openxmlformats.org/officeDocument/2006/relationships/image" Target="../media/image17.emf"/><Relationship Id="rId5" Type="http://schemas.openxmlformats.org/officeDocument/2006/relationships/notesSlide" Target="../notesSlides/notesSlide12.xml"/><Relationship Id="rId15" Type="http://schemas.openxmlformats.org/officeDocument/2006/relationships/image" Target="../media/image23.svg"/><Relationship Id="rId10" Type="http://schemas.openxmlformats.org/officeDocument/2006/relationships/oleObject" Target="../embeddings/oleObject8.bin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.svg"/><Relationship Id="rId14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tags" Target="../tags/tag26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tags" Target="../tags/tag25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.svg"/><Relationship Id="rId14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tags" Target="../tags/tag28.xml"/><Relationship Id="rId21" Type="http://schemas.openxmlformats.org/officeDocument/2006/relationships/image" Target="../media/image16.png"/><Relationship Id="rId7" Type="http://schemas.openxmlformats.org/officeDocument/2006/relationships/image" Target="../media/image17.emf"/><Relationship Id="rId25" Type="http://schemas.openxmlformats.org/officeDocument/2006/relationships/image" Target="../media/image22.png"/><Relationship Id="rId2" Type="http://schemas.openxmlformats.org/officeDocument/2006/relationships/tags" Target="../tags/tag27.xml"/><Relationship Id="rId20" Type="http://schemas.openxmlformats.org/officeDocument/2006/relationships/image" Target="../media/image13.pn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.bin"/><Relationship Id="rId24" Type="http://schemas.openxmlformats.org/officeDocument/2006/relationships/image" Target="../media/image21.svg"/><Relationship Id="rId5" Type="http://schemas.openxmlformats.org/officeDocument/2006/relationships/notesSlide" Target="../notesSlides/notesSlide14.xml"/><Relationship Id="rId23" Type="http://schemas.openxmlformats.org/officeDocument/2006/relationships/image" Target="../media/image26.png"/><Relationship Id="rId19" Type="http://schemas.openxmlformats.org/officeDocument/2006/relationships/image" Target="../media/image15.svg"/><Relationship Id="rId4" Type="http://schemas.openxmlformats.org/officeDocument/2006/relationships/slideLayout" Target="../slideLayouts/slideLayout11.xml"/><Relationship Id="rId22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3.svg"/><Relationship Id="rId18" Type="http://schemas.openxmlformats.org/officeDocument/2006/relationships/image" Target="../media/image21.svg"/><Relationship Id="rId3" Type="http://schemas.openxmlformats.org/officeDocument/2006/relationships/tags" Target="../tags/tag30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26.png"/><Relationship Id="rId2" Type="http://schemas.openxmlformats.org/officeDocument/2006/relationships/tags" Target="../tags/tag29.xml"/><Relationship Id="rId16" Type="http://schemas.openxmlformats.org/officeDocument/2006/relationships/image" Target="../media/image10.png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5.xml"/><Relationship Id="rId15" Type="http://schemas.openxmlformats.org/officeDocument/2006/relationships/image" Target="../media/image23.svg"/><Relationship Id="rId10" Type="http://schemas.openxmlformats.org/officeDocument/2006/relationships/image" Target="../media/image1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.png"/><Relationship Id="rId14" Type="http://schemas.openxmlformats.org/officeDocument/2006/relationships/image" Target="../media/image15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8" Type="http://schemas.openxmlformats.org/officeDocument/2006/relationships/image" Target="../media/image21.svg"/><Relationship Id="rId3" Type="http://schemas.openxmlformats.org/officeDocument/2006/relationships/tags" Target="../tags/tag32.xml"/><Relationship Id="rId7" Type="http://schemas.openxmlformats.org/officeDocument/2006/relationships/image" Target="../media/image17.emf"/><Relationship Id="rId17" Type="http://schemas.openxmlformats.org/officeDocument/2006/relationships/image" Target="../media/image21.svg"/><Relationship Id="rId2" Type="http://schemas.openxmlformats.org/officeDocument/2006/relationships/tags" Target="../tags/tag31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3.svg"/><Relationship Id="rId3" Type="http://schemas.openxmlformats.org/officeDocument/2006/relationships/tags" Target="../tags/tag34.xml"/><Relationship Id="rId21" Type="http://schemas.openxmlformats.org/officeDocument/2006/relationships/image" Target="../media/image15.svg"/><Relationship Id="rId7" Type="http://schemas.openxmlformats.org/officeDocument/2006/relationships/image" Target="../media/image17.emf"/><Relationship Id="rId2" Type="http://schemas.openxmlformats.org/officeDocument/2006/relationships/tags" Target="../tags/tag33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6.png"/><Relationship Id="rId5" Type="http://schemas.openxmlformats.org/officeDocument/2006/relationships/notesSlide" Target="../notesSlides/notesSlide17.xml"/><Relationship Id="rId23" Type="http://schemas.openxmlformats.org/officeDocument/2006/relationships/image" Target="../media/image16.png"/><Relationship Id="rId10" Type="http://schemas.openxmlformats.org/officeDocument/2006/relationships/image" Target="../media/image10.png"/><Relationship Id="rId19" Type="http://schemas.openxmlformats.org/officeDocument/2006/relationships/image" Target="../media/image2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2.png"/><Relationship Id="rId22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3.svg"/><Relationship Id="rId3" Type="http://schemas.openxmlformats.org/officeDocument/2006/relationships/tags" Target="../tags/tag36.xml"/><Relationship Id="rId21" Type="http://schemas.openxmlformats.org/officeDocument/2006/relationships/image" Target="../media/image15.svg"/><Relationship Id="rId7" Type="http://schemas.openxmlformats.org/officeDocument/2006/relationships/image" Target="../media/image17.emf"/><Relationship Id="rId2" Type="http://schemas.openxmlformats.org/officeDocument/2006/relationships/tags" Target="../tags/tag35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8.xml"/><Relationship Id="rId23" Type="http://schemas.openxmlformats.org/officeDocument/2006/relationships/image" Target="../media/image16.png"/><Relationship Id="rId10" Type="http://schemas.openxmlformats.org/officeDocument/2006/relationships/image" Target="../media/image26.png"/><Relationship Id="rId19" Type="http://schemas.openxmlformats.org/officeDocument/2006/relationships/image" Target="../media/image2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0.png"/><Relationship Id="rId22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3.svg"/><Relationship Id="rId3" Type="http://schemas.openxmlformats.org/officeDocument/2006/relationships/tags" Target="../tags/tag38.xml"/><Relationship Id="rId21" Type="http://schemas.openxmlformats.org/officeDocument/2006/relationships/image" Target="../media/image15.svg"/><Relationship Id="rId7" Type="http://schemas.openxmlformats.org/officeDocument/2006/relationships/image" Target="../media/image17.emf"/><Relationship Id="rId2" Type="http://schemas.openxmlformats.org/officeDocument/2006/relationships/tags" Target="../tags/tag37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.bin"/><Relationship Id="rId24" Type="http://schemas.openxmlformats.org/officeDocument/2006/relationships/image" Target="../media/image16.png"/><Relationship Id="rId5" Type="http://schemas.openxmlformats.org/officeDocument/2006/relationships/notesSlide" Target="../notesSlides/notesSlide19.xml"/><Relationship Id="rId23" Type="http://schemas.openxmlformats.org/officeDocument/2006/relationships/image" Target="../media/image13.png"/><Relationship Id="rId19" Type="http://schemas.openxmlformats.org/officeDocument/2006/relationships/image" Target="../media/image2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6.png"/><Relationship Id="rId22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3.svg"/><Relationship Id="rId3" Type="http://schemas.openxmlformats.org/officeDocument/2006/relationships/tags" Target="../tags/tag40.xml"/><Relationship Id="rId21" Type="http://schemas.openxmlformats.org/officeDocument/2006/relationships/image" Target="../media/image15.svg"/><Relationship Id="rId7" Type="http://schemas.openxmlformats.org/officeDocument/2006/relationships/image" Target="../media/image17.emf"/><Relationship Id="rId25" Type="http://schemas.openxmlformats.org/officeDocument/2006/relationships/image" Target="../media/image22.png"/><Relationship Id="rId2" Type="http://schemas.openxmlformats.org/officeDocument/2006/relationships/tags" Target="../tags/tag39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.bin"/><Relationship Id="rId24" Type="http://schemas.openxmlformats.org/officeDocument/2006/relationships/image" Target="../media/image7.png"/><Relationship Id="rId5" Type="http://schemas.openxmlformats.org/officeDocument/2006/relationships/notesSlide" Target="../notesSlides/notesSlide20.xml"/><Relationship Id="rId23" Type="http://schemas.openxmlformats.org/officeDocument/2006/relationships/image" Target="../media/image16.png"/><Relationship Id="rId19" Type="http://schemas.openxmlformats.org/officeDocument/2006/relationships/image" Target="../media/image2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6.png"/><Relationship Id="rId22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3.svg"/><Relationship Id="rId3" Type="http://schemas.openxmlformats.org/officeDocument/2006/relationships/tags" Target="../tags/tag42.xml"/><Relationship Id="rId21" Type="http://schemas.openxmlformats.org/officeDocument/2006/relationships/image" Target="../media/image15.svg"/><Relationship Id="rId7" Type="http://schemas.openxmlformats.org/officeDocument/2006/relationships/image" Target="../media/image17.emf"/><Relationship Id="rId25" Type="http://schemas.openxmlformats.org/officeDocument/2006/relationships/image" Target="../media/image22.png"/><Relationship Id="rId2" Type="http://schemas.openxmlformats.org/officeDocument/2006/relationships/tags" Target="../tags/tag41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8.bin"/><Relationship Id="rId24" Type="http://schemas.openxmlformats.org/officeDocument/2006/relationships/image" Target="../media/image7.png"/><Relationship Id="rId5" Type="http://schemas.openxmlformats.org/officeDocument/2006/relationships/notesSlide" Target="../notesSlides/notesSlide21.xml"/><Relationship Id="rId23" Type="http://schemas.openxmlformats.org/officeDocument/2006/relationships/image" Target="../media/image16.png"/><Relationship Id="rId19" Type="http://schemas.openxmlformats.org/officeDocument/2006/relationships/image" Target="../media/image21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6.png"/><Relationship Id="rId22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647" y="1096740"/>
            <a:ext cx="6425198" cy="1407330"/>
          </a:xfrm>
        </p:spPr>
        <p:txBody>
          <a:bodyPr>
            <a:normAutofit/>
          </a:bodyPr>
          <a:lstStyle/>
          <a:p>
            <a:r>
              <a:rPr lang="pt-PT" dirty="0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 err="1" smtClean="0"/>
              <a:t>Neyond</a:t>
            </a:r>
            <a:r>
              <a:rPr lang="pt-PT" dirty="0" smtClean="0"/>
              <a:t> – BS | Pilar III ESG</a:t>
            </a:r>
            <a:endParaRPr lang="pt-PT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Data 	Lisboa	</a:t>
            </a:r>
            <a:r>
              <a:rPr lang="pt-PT" dirty="0" smtClean="0"/>
              <a:t>20/06/2023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Símbolos</a:t>
            </a:r>
          </a:p>
          <a:p>
            <a:r>
              <a:rPr lang="pt-PT" dirty="0" err="1" smtClean="0"/>
              <a:t>Governance</a:t>
            </a:r>
            <a:endParaRPr lang="pt-PT" dirty="0"/>
          </a:p>
          <a:p>
            <a:r>
              <a:rPr lang="pt-PT" dirty="0"/>
              <a:t>Fluxos </a:t>
            </a:r>
            <a:r>
              <a:rPr lang="pt-PT" dirty="0" smtClean="0"/>
              <a:t>Comuns</a:t>
            </a:r>
          </a:p>
          <a:p>
            <a:r>
              <a:rPr lang="pt-PT" dirty="0" smtClean="0"/>
              <a:t>Fluxos Primários</a:t>
            </a:r>
          </a:p>
          <a:p>
            <a:r>
              <a:rPr lang="pt-PT" dirty="0" smtClean="0"/>
              <a:t>Fluxos Secundários</a:t>
            </a:r>
            <a:endParaRPr lang="pt-PT" dirty="0"/>
          </a:p>
          <a:p>
            <a:pPr marL="35999" indent="0">
              <a:buNone/>
            </a:pPr>
            <a:endParaRPr lang="pt-PT" dirty="0"/>
          </a:p>
          <a:p>
            <a:pPr marL="35999" indent="0">
              <a:buNone/>
            </a:pPr>
            <a:endParaRPr lang="pt-PT" i="1" dirty="0"/>
          </a:p>
          <a:p>
            <a:endParaRPr lang="pt-PT" dirty="0"/>
          </a:p>
          <a:p>
            <a:pPr marL="35999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810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01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96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6561" y="716880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Sistemas </a:t>
            </a:r>
            <a:r>
              <a:rPr lang="es-ES" sz="1600" b="1" dirty="0" err="1">
                <a:solidFill>
                  <a:srgbClr val="FF0000"/>
                </a:solidFill>
              </a:rPr>
              <a:t>Operacionais</a:t>
            </a:r>
            <a:r>
              <a:rPr lang="es-ES" sz="1600" b="1" dirty="0">
                <a:solidFill>
                  <a:srgbClr val="FF0000"/>
                </a:solidFill>
              </a:rPr>
              <a:t>, Sistemas </a:t>
            </a:r>
            <a:r>
              <a:rPr lang="es-ES" sz="1600" b="1" dirty="0" err="1">
                <a:solidFill>
                  <a:srgbClr val="FF0000"/>
                </a:solidFill>
              </a:rPr>
              <a:t>Informacionais</a:t>
            </a:r>
            <a:r>
              <a:rPr lang="es-ES" sz="1600" b="1" dirty="0">
                <a:solidFill>
                  <a:srgbClr val="FF0000"/>
                </a:solidFill>
              </a:rPr>
              <a:t>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830" y="5579675"/>
            <a:ext cx="648000" cy="64800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191" y="5579675"/>
            <a:ext cx="648000" cy="64800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552" y="5579675"/>
            <a:ext cx="648000" cy="64800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1BCD1D6-0AC4-FF4C-FE48-10C714B15227}"/>
              </a:ext>
            </a:extLst>
          </p:cNvPr>
          <p:cNvGrpSpPr/>
          <p:nvPr/>
        </p:nvGrpSpPr>
        <p:grpSpPr>
          <a:xfrm>
            <a:off x="5016113" y="3557295"/>
            <a:ext cx="720000" cy="939408"/>
            <a:chOff x="9555954" y="2584086"/>
            <a:chExt cx="720000" cy="939408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B3885A85-4AD3-6D3B-A01B-CAE2918FA69C}"/>
                </a:ext>
              </a:extLst>
            </p:cNvPr>
            <p:cNvSpPr txBox="1"/>
            <p:nvPr/>
          </p:nvSpPr>
          <p:spPr>
            <a:xfrm>
              <a:off x="955595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CRM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9BC00-12EE-96C8-9248-23BF879FE2D4}"/>
                </a:ext>
              </a:extLst>
            </p:cNvPr>
            <p:cNvGrpSpPr/>
            <p:nvPr/>
          </p:nvGrpSpPr>
          <p:grpSpPr>
            <a:xfrm>
              <a:off x="9574173" y="2584086"/>
              <a:ext cx="648000" cy="648000"/>
              <a:chOff x="455122" y="4977513"/>
              <a:chExt cx="648000" cy="648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EF40B0-EE14-E9CB-3FCD-E0BEBAA34B5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" name="Graphic 9" descr="Database with solid fill">
                <a:extLst>
                  <a:ext uri="{FF2B5EF4-FFF2-40B4-BE49-F238E27FC236}">
                    <a16:creationId xmlns:a16="http://schemas.microsoft.com/office/drawing/2014/main" id="{86F98DDD-782C-3C41-1DE0-BEF414F2F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199A6E-3CB9-0C54-FFE8-8658E3D7B7B6}"/>
              </a:ext>
            </a:extLst>
          </p:cNvPr>
          <p:cNvGrpSpPr/>
          <p:nvPr/>
        </p:nvGrpSpPr>
        <p:grpSpPr>
          <a:xfrm>
            <a:off x="7268323" y="2450520"/>
            <a:ext cx="720000" cy="939408"/>
            <a:chOff x="7268323" y="2584086"/>
            <a:chExt cx="720000" cy="939408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5653F47-2D95-FCE6-73D9-22630BDA9E4E}"/>
                </a:ext>
              </a:extLst>
            </p:cNvPr>
            <p:cNvSpPr txBox="1"/>
            <p:nvPr/>
          </p:nvSpPr>
          <p:spPr>
            <a:xfrm>
              <a:off x="7268323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MIS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754EF-32FB-EC62-F6F4-05A09951D432}"/>
                </a:ext>
              </a:extLst>
            </p:cNvPr>
            <p:cNvGrpSpPr/>
            <p:nvPr/>
          </p:nvGrpSpPr>
          <p:grpSpPr>
            <a:xfrm>
              <a:off x="7308327" y="2584086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477604C-0C8D-031A-5D6E-C91AF03AF70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585BA91B-D55E-96F3-1575-C38D96950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82486FD-80B4-59AE-E05F-D1D849FF3E97}"/>
              </a:ext>
            </a:extLst>
          </p:cNvPr>
          <p:cNvGrpSpPr/>
          <p:nvPr/>
        </p:nvGrpSpPr>
        <p:grpSpPr>
          <a:xfrm>
            <a:off x="4906959" y="2368302"/>
            <a:ext cx="864000" cy="1077908"/>
            <a:chOff x="4918099" y="2584086"/>
            <a:chExt cx="864000" cy="1077908"/>
          </a:xfrm>
        </p:grpSpPr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D4D29B66-51C2-A40D-B918-A5416A0D9944}"/>
                </a:ext>
              </a:extLst>
            </p:cNvPr>
            <p:cNvSpPr txBox="1"/>
            <p:nvPr/>
          </p:nvSpPr>
          <p:spPr>
            <a:xfrm>
              <a:off x="4918099" y="3292662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Controlo</a:t>
              </a:r>
              <a:r>
                <a:rPr lang="en-US" sz="900" dirty="0"/>
                <a:t> Interno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4AB31A-E500-B05D-6335-41E70F547F0F}"/>
                </a:ext>
              </a:extLst>
            </p:cNvPr>
            <p:cNvGrpSpPr/>
            <p:nvPr/>
          </p:nvGrpSpPr>
          <p:grpSpPr>
            <a:xfrm>
              <a:off x="5042481" y="2584086"/>
              <a:ext cx="648000" cy="648000"/>
              <a:chOff x="455122" y="4977513"/>
              <a:chExt cx="648000" cy="64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E4FB8-FB5C-5D71-1235-C12E4CE4C0C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F81DEF0F-2401-7617-A817-7B470C030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4099441-DEB0-1D58-5279-D22923F7618B}"/>
              </a:ext>
            </a:extLst>
          </p:cNvPr>
          <p:cNvGrpSpPr/>
          <p:nvPr/>
        </p:nvGrpSpPr>
        <p:grpSpPr>
          <a:xfrm>
            <a:off x="2657506" y="3567727"/>
            <a:ext cx="828000" cy="969206"/>
            <a:chOff x="2657506" y="3814311"/>
            <a:chExt cx="828000" cy="969206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A49EF82-965D-5820-79A2-E49868B1C054}"/>
                </a:ext>
              </a:extLst>
            </p:cNvPr>
            <p:cNvSpPr txBox="1"/>
            <p:nvPr/>
          </p:nvSpPr>
          <p:spPr>
            <a:xfrm>
              <a:off x="2657506" y="4552685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CRISTINE II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55FB48B-2239-44DA-B570-16225119A418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174565F-705B-EF9B-EB93-211EEDE4641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9" name="Graphic 48" descr="Database with solid fill">
                <a:extLst>
                  <a:ext uri="{FF2B5EF4-FFF2-40B4-BE49-F238E27FC236}">
                    <a16:creationId xmlns:a16="http://schemas.microsoft.com/office/drawing/2014/main" id="{29EDDD1C-B625-1942-7FA3-306A142A6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4853" y="1204956"/>
            <a:ext cx="675260" cy="967089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676" y="1202404"/>
            <a:ext cx="828000" cy="967089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3906" y="1169038"/>
            <a:ext cx="1044000" cy="1105589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5299" y="5342481"/>
            <a:ext cx="828000" cy="915970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5099" y="5342481"/>
            <a:ext cx="936000" cy="915970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5943" y="1160427"/>
            <a:ext cx="936000" cy="967089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ConsolS</a:t>
              </a:r>
              <a:endParaRPr lang="en-US" sz="900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5529" y="1160427"/>
            <a:ext cx="1044000" cy="1047624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6453" y="1160427"/>
            <a:ext cx="719941" cy="1057784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49376" y="1160427"/>
            <a:ext cx="745160" cy="1057784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3728" y="1160427"/>
            <a:ext cx="787601" cy="1057784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251" y="1098556"/>
            <a:ext cx="828000" cy="1057784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A076E94-5BE3-E3C4-0DE1-96C193E1494E}"/>
              </a:ext>
            </a:extLst>
          </p:cNvPr>
          <p:cNvGrpSpPr/>
          <p:nvPr/>
        </p:nvGrpSpPr>
        <p:grpSpPr>
          <a:xfrm>
            <a:off x="6134771" y="2355335"/>
            <a:ext cx="796634" cy="1034593"/>
            <a:chOff x="6134770" y="2488901"/>
            <a:chExt cx="796634" cy="1034593"/>
          </a:xfrm>
        </p:grpSpPr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508BB35-3174-0529-0EC5-75CCA8C8093A}"/>
                </a:ext>
              </a:extLst>
            </p:cNvPr>
            <p:cNvSpPr txBox="1"/>
            <p:nvPr/>
          </p:nvSpPr>
          <p:spPr>
            <a:xfrm>
              <a:off x="6134770" y="3292662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Riscos</a:t>
              </a:r>
              <a:endParaRPr lang="en-US" sz="9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5B8357-776F-D283-7297-D9CA9EA454D1}"/>
                </a:ext>
              </a:extLst>
            </p:cNvPr>
            <p:cNvGrpSpPr/>
            <p:nvPr/>
          </p:nvGrpSpPr>
          <p:grpSpPr>
            <a:xfrm>
              <a:off x="6175404" y="2584086"/>
              <a:ext cx="648000" cy="648000"/>
              <a:chOff x="455122" y="4977513"/>
              <a:chExt cx="648000" cy="64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27280-B6E4-113E-C1A2-B0B686B5768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" name="Graphic 19" descr="Database with solid fill">
                <a:extLst>
                  <a:ext uri="{FF2B5EF4-FFF2-40B4-BE49-F238E27FC236}">
                    <a16:creationId xmlns:a16="http://schemas.microsoft.com/office/drawing/2014/main" id="{811F777C-D0F3-69B5-5473-E4E1FD44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5" name="Graphic 154" descr="Single gear outline">
              <a:extLst>
                <a:ext uri="{FF2B5EF4-FFF2-40B4-BE49-F238E27FC236}">
                  <a16:creationId xmlns:a16="http://schemas.microsoft.com/office/drawing/2014/main" id="{6D870519-0C1B-2128-0DD8-0615F97EA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6643404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DC291DD-3434-DB82-5E97-B95152CDB80A}"/>
              </a:ext>
            </a:extLst>
          </p:cNvPr>
          <p:cNvGrpSpPr/>
          <p:nvPr/>
        </p:nvGrpSpPr>
        <p:grpSpPr>
          <a:xfrm>
            <a:off x="3909558" y="2355335"/>
            <a:ext cx="756000" cy="1034593"/>
            <a:chOff x="3909558" y="2488901"/>
            <a:chExt cx="756000" cy="1034593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1B03F3-192B-EF53-F97B-E7C723444D80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35A4F8-D556-3B33-0670-3B858DF74527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A272668-37D6-4959-4770-96DB05B8A83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Database with solid fill">
                <a:extLst>
                  <a:ext uri="{FF2B5EF4-FFF2-40B4-BE49-F238E27FC236}">
                    <a16:creationId xmlns:a16="http://schemas.microsoft.com/office/drawing/2014/main" id="{821165D7-2AF0-24C4-A171-EFA124940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6" name="Graphic 155" descr="Single gear outline">
              <a:extLst>
                <a:ext uri="{FF2B5EF4-FFF2-40B4-BE49-F238E27FC236}">
                  <a16:creationId xmlns:a16="http://schemas.microsoft.com/office/drawing/2014/main" id="{F7BD5B3F-C924-242A-4346-030FD650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5499EF-7378-1CC6-857F-DA5C5C7DA3AF}"/>
              </a:ext>
            </a:extLst>
          </p:cNvPr>
          <p:cNvGrpSpPr/>
          <p:nvPr/>
        </p:nvGrpSpPr>
        <p:grpSpPr>
          <a:xfrm>
            <a:off x="2776636" y="2355335"/>
            <a:ext cx="736033" cy="1034593"/>
            <a:chOff x="2776635" y="2488901"/>
            <a:chExt cx="736033" cy="103459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B7B6C9-BCB7-E05D-A26F-CB94E0742B72}"/>
                </a:ext>
              </a:extLst>
            </p:cNvPr>
            <p:cNvSpPr txBox="1"/>
            <p:nvPr/>
          </p:nvSpPr>
          <p:spPr>
            <a:xfrm>
              <a:off x="2837795" y="3292662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IFRS9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EF092C-384F-BD0D-6556-7E0192A3CFA7}"/>
                </a:ext>
              </a:extLst>
            </p:cNvPr>
            <p:cNvGrpSpPr/>
            <p:nvPr/>
          </p:nvGrpSpPr>
          <p:grpSpPr>
            <a:xfrm>
              <a:off x="2776635" y="2584086"/>
              <a:ext cx="648000" cy="648000"/>
              <a:chOff x="455122" y="4977513"/>
              <a:chExt cx="648000" cy="64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4D71BC-A0EB-5EC9-9662-D84E36C11B6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0" name="Graphic 29" descr="Database with solid fill">
                <a:extLst>
                  <a:ext uri="{FF2B5EF4-FFF2-40B4-BE49-F238E27FC236}">
                    <a16:creationId xmlns:a16="http://schemas.microsoft.com/office/drawing/2014/main" id="{753A0CFA-72C3-2DBD-8BCD-D7B33C10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7" name="Graphic 156" descr="Single gear outline">
              <a:extLst>
                <a:ext uri="{FF2B5EF4-FFF2-40B4-BE49-F238E27FC236}">
                  <a16:creationId xmlns:a16="http://schemas.microsoft.com/office/drawing/2014/main" id="{B3D794E0-8420-CA24-0446-2B8C9EE7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2466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B3EAD0A-456A-7FC2-C0EA-10C3F0C7A4E6}"/>
              </a:ext>
            </a:extLst>
          </p:cNvPr>
          <p:cNvGrpSpPr/>
          <p:nvPr/>
        </p:nvGrpSpPr>
        <p:grpSpPr>
          <a:xfrm>
            <a:off x="510790" y="2355335"/>
            <a:ext cx="745033" cy="1034593"/>
            <a:chOff x="510789" y="2488901"/>
            <a:chExt cx="745033" cy="103459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683E9-90DC-82DD-4219-C5D8AB0A22D5}"/>
                </a:ext>
              </a:extLst>
            </p:cNvPr>
            <p:cNvSpPr txBox="1"/>
            <p:nvPr/>
          </p:nvSpPr>
          <p:spPr>
            <a:xfrm>
              <a:off x="609110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F439CC-E913-6D42-FCFF-A66A67AB7401}"/>
                </a:ext>
              </a:extLst>
            </p:cNvPr>
            <p:cNvGrpSpPr/>
            <p:nvPr/>
          </p:nvGrpSpPr>
          <p:grpSpPr>
            <a:xfrm>
              <a:off x="510789" y="2584086"/>
              <a:ext cx="648000" cy="648000"/>
              <a:chOff x="455122" y="4977513"/>
              <a:chExt cx="648000" cy="648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1304C03-BC2C-951E-35C3-38C0EF14E76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39" descr="Database with solid fill">
                <a:extLst>
                  <a:ext uri="{FF2B5EF4-FFF2-40B4-BE49-F238E27FC236}">
                    <a16:creationId xmlns:a16="http://schemas.microsoft.com/office/drawing/2014/main" id="{297FBE6E-14EA-D6BA-3B2A-D50E8498A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9" name="Graphic 158" descr="Single gear outline">
              <a:extLst>
                <a:ext uri="{FF2B5EF4-FFF2-40B4-BE49-F238E27FC236}">
                  <a16:creationId xmlns:a16="http://schemas.microsoft.com/office/drawing/2014/main" id="{C47D417B-6630-2860-BAA8-1EC4CA8C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BB18944-2731-C28D-BE8A-13B2F14D0696}"/>
              </a:ext>
            </a:extLst>
          </p:cNvPr>
          <p:cNvGrpSpPr/>
          <p:nvPr/>
        </p:nvGrpSpPr>
        <p:grpSpPr>
          <a:xfrm>
            <a:off x="1643712" y="2355335"/>
            <a:ext cx="748847" cy="1034593"/>
            <a:chOff x="1643712" y="2488901"/>
            <a:chExt cx="748847" cy="103459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70C8E7-6F55-D6D2-7827-5A37435AC4F6}"/>
                </a:ext>
              </a:extLst>
            </p:cNvPr>
            <p:cNvSpPr txBox="1"/>
            <p:nvPr/>
          </p:nvSpPr>
          <p:spPr>
            <a:xfrm>
              <a:off x="1773142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BDR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CE7974-0473-BACB-801E-57475F0A6A51}"/>
                </a:ext>
              </a:extLst>
            </p:cNvPr>
            <p:cNvGrpSpPr/>
            <p:nvPr/>
          </p:nvGrpSpPr>
          <p:grpSpPr>
            <a:xfrm>
              <a:off x="1643712" y="2584086"/>
              <a:ext cx="648000" cy="648000"/>
              <a:chOff x="455122" y="4977513"/>
              <a:chExt cx="648000" cy="64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689A130-40AF-047A-D79A-7949292DF53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34" descr="Database with solid fill">
                <a:extLst>
                  <a:ext uri="{FF2B5EF4-FFF2-40B4-BE49-F238E27FC236}">
                    <a16:creationId xmlns:a16="http://schemas.microsoft.com/office/drawing/2014/main" id="{7D22AC59-206D-5A84-6AC8-A8650892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8" name="Graphic 157" descr="Single gear outline">
              <a:extLst>
                <a:ext uri="{FF2B5EF4-FFF2-40B4-BE49-F238E27FC236}">
                  <a16:creationId xmlns:a16="http://schemas.microsoft.com/office/drawing/2014/main" id="{7965C152-6DA2-BD19-5D73-0D9797A4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104559" y="2488901"/>
              <a:ext cx="288000" cy="288000"/>
            </a:xfrm>
            <a:prstGeom prst="rect">
              <a:avLst/>
            </a:prstGeom>
          </p:spPr>
        </p:pic>
        <p:pic>
          <p:nvPicPr>
            <p:cNvPr id="162" name="Imagen 18">
              <a:extLst>
                <a:ext uri="{FF2B5EF4-FFF2-40B4-BE49-F238E27FC236}">
                  <a16:creationId xmlns:a16="http://schemas.microsoft.com/office/drawing/2014/main" id="{B4989550-1910-3C54-F767-B263D7E7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255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1A10C5C-9786-51D9-855F-AE204EEC8D0B}"/>
              </a:ext>
            </a:extLst>
          </p:cNvPr>
          <p:cNvGrpSpPr/>
          <p:nvPr/>
        </p:nvGrpSpPr>
        <p:grpSpPr>
          <a:xfrm>
            <a:off x="8424328" y="2355335"/>
            <a:ext cx="772923" cy="1034593"/>
            <a:chOff x="8424327" y="2488901"/>
            <a:chExt cx="772923" cy="1034593"/>
          </a:xfrm>
        </p:grpSpPr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2044B185-9DB2-B6C0-F07D-9EFAB91D2B74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9E4F4A-1561-6E21-52CA-8DC295A78914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9AEC8A-2463-5139-98C6-09A1B56A8F8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" name="Graphic 6" descr="Database with solid fill">
                <a:extLst>
                  <a:ext uri="{FF2B5EF4-FFF2-40B4-BE49-F238E27FC236}">
                    <a16:creationId xmlns:a16="http://schemas.microsoft.com/office/drawing/2014/main" id="{B78E220A-C246-8234-2BE3-44832749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80C495BA-43C8-B81F-0868-BDD06599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63" name="Imagen 18">
              <a:extLst>
                <a:ext uri="{FF2B5EF4-FFF2-40B4-BE49-F238E27FC236}">
                  <a16:creationId xmlns:a16="http://schemas.microsoft.com/office/drawing/2014/main" id="{20BD548F-C010-0343-0E10-F62268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0D8E5FD-709C-9E1D-7BF7-ED2C3F848F4A}"/>
              </a:ext>
            </a:extLst>
          </p:cNvPr>
          <p:cNvGrpSpPr/>
          <p:nvPr/>
        </p:nvGrpSpPr>
        <p:grpSpPr>
          <a:xfrm>
            <a:off x="400572" y="3438928"/>
            <a:ext cx="864000" cy="1098005"/>
            <a:chOff x="400572" y="3685512"/>
            <a:chExt cx="864000" cy="109800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287035F-70DD-C85A-6190-A7808F17333D}"/>
                </a:ext>
              </a:extLst>
            </p:cNvPr>
            <p:cNvSpPr txBox="1"/>
            <p:nvPr/>
          </p:nvSpPr>
          <p:spPr>
            <a:xfrm>
              <a:off x="400572" y="4552685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38DC5C-5FB2-425F-5231-DE5743DE56AC}"/>
                </a:ext>
              </a:extLst>
            </p:cNvPr>
            <p:cNvGrpSpPr/>
            <p:nvPr/>
          </p:nvGrpSpPr>
          <p:grpSpPr>
            <a:xfrm>
              <a:off x="510789" y="3814311"/>
              <a:ext cx="648000" cy="648000"/>
              <a:chOff x="455122" y="4977513"/>
              <a:chExt cx="648000" cy="648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854E57-47F6-0316-DCA8-185453247B5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910A2CAC-3B4E-5F0A-ACE6-3459D4FA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0" name="Graphic 159" descr="Single gear outline">
              <a:extLst>
                <a:ext uri="{FF2B5EF4-FFF2-40B4-BE49-F238E27FC236}">
                  <a16:creationId xmlns:a16="http://schemas.microsoft.com/office/drawing/2014/main" id="{B747AC7A-0ACB-0D20-5D0A-3934D28E9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3685512"/>
              <a:ext cx="288000" cy="288000"/>
            </a:xfrm>
            <a:prstGeom prst="rect">
              <a:avLst/>
            </a:prstGeom>
          </p:spPr>
        </p:pic>
        <p:pic>
          <p:nvPicPr>
            <p:cNvPr id="164" name="Imagen 18">
              <a:extLst>
                <a:ext uri="{FF2B5EF4-FFF2-40B4-BE49-F238E27FC236}">
                  <a16:creationId xmlns:a16="http://schemas.microsoft.com/office/drawing/2014/main" id="{291A18E5-E655-208D-FD18-F597E8295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63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0E70162-9779-FEB4-0891-B2EAFC3B3B17}"/>
              </a:ext>
            </a:extLst>
          </p:cNvPr>
          <p:cNvGrpSpPr/>
          <p:nvPr/>
        </p:nvGrpSpPr>
        <p:grpSpPr>
          <a:xfrm>
            <a:off x="1643607" y="3438928"/>
            <a:ext cx="736169" cy="1098005"/>
            <a:chOff x="1643606" y="3685512"/>
            <a:chExt cx="736169" cy="109800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A7E8F40-5E0E-C84B-D5EC-300BBD71368F}"/>
                </a:ext>
              </a:extLst>
            </p:cNvPr>
            <p:cNvSpPr txBox="1"/>
            <p:nvPr/>
          </p:nvSpPr>
          <p:spPr>
            <a:xfrm>
              <a:off x="1731775" y="4552685"/>
              <a:ext cx="50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ALM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98C3BCC-C516-5B52-A361-5CEB96E38462}"/>
                </a:ext>
              </a:extLst>
            </p:cNvPr>
            <p:cNvGrpSpPr/>
            <p:nvPr/>
          </p:nvGrpSpPr>
          <p:grpSpPr>
            <a:xfrm>
              <a:off x="1643712" y="3814311"/>
              <a:ext cx="648000" cy="648000"/>
              <a:chOff x="455122" y="4977513"/>
              <a:chExt cx="648000" cy="648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FE26504-2E01-E33F-68F2-BDD0D5A43942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" name="Graphic 22" descr="Database with solid fill">
                <a:extLst>
                  <a:ext uri="{FF2B5EF4-FFF2-40B4-BE49-F238E27FC236}">
                    <a16:creationId xmlns:a16="http://schemas.microsoft.com/office/drawing/2014/main" id="{4283FAC4-F54B-E41D-1931-2CC714EEB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1" name="Graphic 160" descr="Single gear outline">
              <a:extLst>
                <a:ext uri="{FF2B5EF4-FFF2-40B4-BE49-F238E27FC236}">
                  <a16:creationId xmlns:a16="http://schemas.microsoft.com/office/drawing/2014/main" id="{F4510D8A-9685-31E5-DF8F-12C392B0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91775" y="3685512"/>
              <a:ext cx="288000" cy="288000"/>
            </a:xfrm>
            <a:prstGeom prst="rect">
              <a:avLst/>
            </a:prstGeom>
          </p:spPr>
        </p:pic>
        <p:pic>
          <p:nvPicPr>
            <p:cNvPr id="165" name="Imagen 18">
              <a:extLst>
                <a:ext uri="{FF2B5EF4-FFF2-40B4-BE49-F238E27FC236}">
                  <a16:creationId xmlns:a16="http://schemas.microsoft.com/office/drawing/2014/main" id="{A5254EE5-6A6D-A712-8838-2EBF54B5E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606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0612" y="5342481"/>
            <a:ext cx="1008076" cy="915970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621" y="1189251"/>
            <a:ext cx="828000" cy="967089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5331" y="5339691"/>
            <a:ext cx="1067013" cy="918760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C1018AC-6274-4DDF-A884-1E514EB90BA6}"/>
              </a:ext>
            </a:extLst>
          </p:cNvPr>
          <p:cNvGrpSpPr/>
          <p:nvPr/>
        </p:nvGrpSpPr>
        <p:grpSpPr>
          <a:xfrm>
            <a:off x="3867094" y="3543722"/>
            <a:ext cx="828000" cy="965601"/>
            <a:chOff x="2707009" y="3814311"/>
            <a:chExt cx="828000" cy="965601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E26243C-CF8B-49FB-90F6-CE5BA6CA4CF9}"/>
                </a:ext>
              </a:extLst>
            </p:cNvPr>
            <p:cNvSpPr txBox="1"/>
            <p:nvPr/>
          </p:nvSpPr>
          <p:spPr>
            <a:xfrm>
              <a:off x="2707009" y="4549080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MARS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B27635E-F257-459D-8687-7E6006272D64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7BDAD7E-4C9C-4AC5-A24C-4801E127E01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5" name="Graphic 204" descr="Database with solid fill">
                <a:extLst>
                  <a:ext uri="{FF2B5EF4-FFF2-40B4-BE49-F238E27FC236}">
                    <a16:creationId xmlns:a16="http://schemas.microsoft.com/office/drawing/2014/main" id="{F87057EB-5DCE-4629-81E9-AFC333500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06" name="Imagen 18">
            <a:extLst>
              <a:ext uri="{FF2B5EF4-FFF2-40B4-BE49-F238E27FC236}">
                <a16:creationId xmlns:a16="http://schemas.microsoft.com/office/drawing/2014/main" id="{43742EB3-0B9A-46E6-9C53-AA0DA53D5B2B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558" y="2429189"/>
            <a:ext cx="241169" cy="241169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530" y="1204956"/>
            <a:ext cx="828000" cy="967089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CDEEA41-5A62-450E-B029-83A9C6A126E6}"/>
              </a:ext>
            </a:extLst>
          </p:cNvPr>
          <p:cNvGrpSpPr/>
          <p:nvPr/>
        </p:nvGrpSpPr>
        <p:grpSpPr>
          <a:xfrm>
            <a:off x="11011531" y="2274627"/>
            <a:ext cx="828000" cy="967089"/>
            <a:chOff x="9506709" y="1353861"/>
            <a:chExt cx="828000" cy="96708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51F7AA2-1522-4164-86E5-B353F40285EF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BLANCA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236D8FE-E0FD-406B-8848-5E2B65DF1D2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5" name="Oval 2">
                <a:extLst>
                  <a:ext uri="{FF2B5EF4-FFF2-40B4-BE49-F238E27FC236}">
                    <a16:creationId xmlns:a16="http://schemas.microsoft.com/office/drawing/2014/main" id="{0E42D5B1-1A41-46CD-87CF-6814E97095F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6" name="Graphic 215" descr="Server with solid fill">
                <a:extLst>
                  <a:ext uri="{FF2B5EF4-FFF2-40B4-BE49-F238E27FC236}">
                    <a16:creationId xmlns:a16="http://schemas.microsoft.com/office/drawing/2014/main" id="{D627E14E-3C1A-4278-AC93-8A79330C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9D51F73-04A4-4AB3-A883-E3FEA371115C}"/>
              </a:ext>
            </a:extLst>
          </p:cNvPr>
          <p:cNvGrpSpPr/>
          <p:nvPr/>
        </p:nvGrpSpPr>
        <p:grpSpPr>
          <a:xfrm>
            <a:off x="5700221" y="3469661"/>
            <a:ext cx="1680890" cy="1034149"/>
            <a:chOff x="7982884" y="2488901"/>
            <a:chExt cx="1680890" cy="1034149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B8E7D-47C1-401B-BDF1-EBE426D70622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ServiceNow</a:t>
              </a:r>
              <a:endParaRPr lang="en-US" sz="900" dirty="0"/>
            </a:p>
          </p:txBody>
        </p: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EF51205-3C0E-44FE-9AC6-21204C8F6DBE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73EBA4E7-DB8D-46FF-8A1C-1BC18915B633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3" name="Graphic 222" descr="Database with solid fill">
                <a:extLst>
                  <a:ext uri="{FF2B5EF4-FFF2-40B4-BE49-F238E27FC236}">
                    <a16:creationId xmlns:a16="http://schemas.microsoft.com/office/drawing/2014/main" id="{1C7B6A82-1C25-4015-B27D-4F406DD50F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220" name="Graphic 219" descr="Single gear outline">
              <a:extLst>
                <a:ext uri="{FF2B5EF4-FFF2-40B4-BE49-F238E27FC236}">
                  <a16:creationId xmlns:a16="http://schemas.microsoft.com/office/drawing/2014/main" id="{522BAC32-C537-40B4-A43C-3595287B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221" name="Imagen 18">
              <a:extLst>
                <a:ext uri="{FF2B5EF4-FFF2-40B4-BE49-F238E27FC236}">
                  <a16:creationId xmlns:a16="http://schemas.microsoft.com/office/drawing/2014/main" id="{5D43E741-6CBE-4C90-9EC7-08E3B56E1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192F9A8-1950-4390-9C06-EA28EC35FA49}"/>
              </a:ext>
            </a:extLst>
          </p:cNvPr>
          <p:cNvGrpSpPr/>
          <p:nvPr/>
        </p:nvGrpSpPr>
        <p:grpSpPr>
          <a:xfrm>
            <a:off x="10103860" y="2265731"/>
            <a:ext cx="828000" cy="1244088"/>
            <a:chOff x="9506709" y="1353861"/>
            <a:chExt cx="828000" cy="1244088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A656547-DA10-41C1-951A-714FDF597E08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Microsoft </a:t>
              </a:r>
            </a:p>
            <a:p>
              <a:pPr algn="ctr"/>
              <a:r>
                <a:rPr lang="pt-PT" sz="900" dirty="0"/>
                <a:t>Active Directory</a:t>
              </a:r>
              <a:endParaRPr lang="en-US" sz="9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BE81CBAD-FD15-47F3-8EAF-8F05F61E86C3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27" name="Oval 2">
                <a:extLst>
                  <a:ext uri="{FF2B5EF4-FFF2-40B4-BE49-F238E27FC236}">
                    <a16:creationId xmlns:a16="http://schemas.microsoft.com/office/drawing/2014/main" id="{9B674B17-7B9B-46B6-B7F8-758CE457DF7D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8" name="Graphic 227" descr="Server with solid fill">
                <a:extLst>
                  <a:ext uri="{FF2B5EF4-FFF2-40B4-BE49-F238E27FC236}">
                    <a16:creationId xmlns:a16="http://schemas.microsoft.com/office/drawing/2014/main" id="{0F12C3CD-D315-47ED-8A03-970C74A8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408AF3C-CC7B-4C3D-9563-6F40EC78FA57}"/>
              </a:ext>
            </a:extLst>
          </p:cNvPr>
          <p:cNvGrpSpPr/>
          <p:nvPr/>
        </p:nvGrpSpPr>
        <p:grpSpPr>
          <a:xfrm>
            <a:off x="10978621" y="3414198"/>
            <a:ext cx="828000" cy="1105589"/>
            <a:chOff x="9506709" y="1353861"/>
            <a:chExt cx="828000" cy="1105589"/>
          </a:xfrm>
        </p:grpSpPr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7405D6C-B1BB-4DDB-BF19-EAAD4754CED7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SERVIÇO FRAUDE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75EA2551-9F14-4511-B743-6540E3A1A481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2" name="Oval 2">
                <a:extLst>
                  <a:ext uri="{FF2B5EF4-FFF2-40B4-BE49-F238E27FC236}">
                    <a16:creationId xmlns:a16="http://schemas.microsoft.com/office/drawing/2014/main" id="{C104A1E0-7EE0-4BB5-8818-2B7C83B1404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3" name="Graphic 232" descr="Server with solid fill">
                <a:extLst>
                  <a:ext uri="{FF2B5EF4-FFF2-40B4-BE49-F238E27FC236}">
                    <a16:creationId xmlns:a16="http://schemas.microsoft.com/office/drawing/2014/main" id="{3CF97295-60AF-4FB5-8387-274C8D790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1496085" y="3325661"/>
            <a:ext cx="288000" cy="288000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669" y="3401613"/>
            <a:ext cx="241169" cy="241169"/>
          </a:xfrm>
          <a:prstGeom prst="rect">
            <a:avLst/>
          </a:prstGeom>
        </p:spPr>
      </p:pic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5A5C4EF-F6E2-496F-87C5-7C8139FA13F8}"/>
              </a:ext>
            </a:extLst>
          </p:cNvPr>
          <p:cNvGrpSpPr/>
          <p:nvPr/>
        </p:nvGrpSpPr>
        <p:grpSpPr>
          <a:xfrm>
            <a:off x="9252044" y="2298707"/>
            <a:ext cx="828000" cy="967089"/>
            <a:chOff x="9506709" y="1353861"/>
            <a:chExt cx="828000" cy="967089"/>
          </a:xfrm>
        </p:grpSpPr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771CA7E-3998-4A1B-8098-1CFBBCB4F6C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77BB77F-5A41-42DA-928E-09D84B10294F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9" name="Oval 2">
                <a:extLst>
                  <a:ext uri="{FF2B5EF4-FFF2-40B4-BE49-F238E27FC236}">
                    <a16:creationId xmlns:a16="http://schemas.microsoft.com/office/drawing/2014/main" id="{7CC1C194-DF82-406D-ADC2-2E860A9D3AF7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40" name="Graphic 239" descr="Server with solid fill">
                <a:extLst>
                  <a:ext uri="{FF2B5EF4-FFF2-40B4-BE49-F238E27FC236}">
                    <a16:creationId xmlns:a16="http://schemas.microsoft.com/office/drawing/2014/main" id="{8E8AAEDF-C428-4D5A-A8AA-5A96542F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69B37443-823D-4068-9B6E-44C9279E7C8E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674" y="2292445"/>
            <a:ext cx="257784" cy="293295"/>
          </a:xfrm>
          <a:prstGeom prst="ellipse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052B8B1-CD97-7CF9-6862-364828D0E273}"/>
              </a:ext>
            </a:extLst>
          </p:cNvPr>
          <p:cNvGrpSpPr/>
          <p:nvPr/>
        </p:nvGrpSpPr>
        <p:grpSpPr>
          <a:xfrm>
            <a:off x="6839078" y="3426063"/>
            <a:ext cx="1680890" cy="1034149"/>
            <a:chOff x="7982884" y="2488901"/>
            <a:chExt cx="1680890" cy="103414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93C162-D8C4-D319-FC08-DEB5E838B41B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ConsolS</a:t>
              </a:r>
              <a:endParaRPr lang="en-US" sz="900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A2EC1C4-EB10-DBF7-991A-D88DA7315D88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E9C0000-0579-FF41-9FC9-FA4E621B09E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0" name="Graphic 59" descr="Database with solid fill">
                <a:extLst>
                  <a:ext uri="{FF2B5EF4-FFF2-40B4-BE49-F238E27FC236}">
                    <a16:creationId xmlns:a16="http://schemas.microsoft.com/office/drawing/2014/main" id="{1D742A0A-D4AD-78A8-831F-8D164368C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57" name="Graphic 56" descr="Single gear outline">
              <a:extLst>
                <a:ext uri="{FF2B5EF4-FFF2-40B4-BE49-F238E27FC236}">
                  <a16:creationId xmlns:a16="http://schemas.microsoft.com/office/drawing/2014/main" id="{676FF3D2-0838-AC7B-94C8-64843479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58" name="Imagen 18">
              <a:extLst>
                <a:ext uri="{FF2B5EF4-FFF2-40B4-BE49-F238E27FC236}">
                  <a16:creationId xmlns:a16="http://schemas.microsoft.com/office/drawing/2014/main" id="{D59B127A-128A-ADE1-C7A9-4AA3A4A18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47B10F-1054-0675-391F-36E4862D117C}"/>
              </a:ext>
            </a:extLst>
          </p:cNvPr>
          <p:cNvGrpSpPr/>
          <p:nvPr/>
        </p:nvGrpSpPr>
        <p:grpSpPr>
          <a:xfrm>
            <a:off x="8838044" y="3500837"/>
            <a:ext cx="828000" cy="967089"/>
            <a:chOff x="9506709" y="1353861"/>
            <a:chExt cx="828000" cy="96708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95A3059-3AF1-B827-5952-348A9C821B86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PGR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9E6C668-7A1F-4B78-80BC-3976567530E7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4" name="Oval 2">
                <a:extLst>
                  <a:ext uri="{FF2B5EF4-FFF2-40B4-BE49-F238E27FC236}">
                    <a16:creationId xmlns:a16="http://schemas.microsoft.com/office/drawing/2014/main" id="{139BB48F-D15D-D126-3597-6C9F0196E35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8" name="Graphic 87" descr="Server with solid fill">
                <a:extLst>
                  <a:ext uri="{FF2B5EF4-FFF2-40B4-BE49-F238E27FC236}">
                    <a16:creationId xmlns:a16="http://schemas.microsoft.com/office/drawing/2014/main" id="{2F763CB8-0880-898A-2BD4-368E788EF9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322621" y="3420846"/>
            <a:ext cx="288000" cy="288000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CAC34084-B569-11CB-583D-A7A2C77EA48C}"/>
              </a:ext>
            </a:extLst>
          </p:cNvPr>
          <p:cNvGrpSpPr/>
          <p:nvPr/>
        </p:nvGrpSpPr>
        <p:grpSpPr>
          <a:xfrm>
            <a:off x="9838702" y="3525596"/>
            <a:ext cx="828000" cy="967089"/>
            <a:chOff x="9506709" y="1353861"/>
            <a:chExt cx="828000" cy="967089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BB99CED-F50D-F0E8-88D7-9B92395348C0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REMEDY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E7FC424-C916-4469-FF1F-72173975A2AD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99" name="Oval 2">
                <a:extLst>
                  <a:ext uri="{FF2B5EF4-FFF2-40B4-BE49-F238E27FC236}">
                    <a16:creationId xmlns:a16="http://schemas.microsoft.com/office/drawing/2014/main" id="{4C376069-0FE5-FE76-464B-8DCD3DB42C2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3" name="Graphic 102" descr="Server with solid fill">
                <a:extLst>
                  <a:ext uri="{FF2B5EF4-FFF2-40B4-BE49-F238E27FC236}">
                    <a16:creationId xmlns:a16="http://schemas.microsoft.com/office/drawing/2014/main" id="{C1A7134E-930B-D459-BB45-A004018BB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787" y="1160427"/>
            <a:ext cx="241169" cy="241169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3027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6561" y="716880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 err="1">
                <a:solidFill>
                  <a:srgbClr val="FF0000"/>
                </a:solidFill>
              </a:rPr>
              <a:t>Processos</a:t>
            </a:r>
            <a:r>
              <a:rPr lang="es-ES" sz="1600" b="1" dirty="0">
                <a:solidFill>
                  <a:srgbClr val="FF0000"/>
                </a:solidFill>
              </a:rPr>
              <a:t>, Output, EUC, </a:t>
            </a:r>
            <a:r>
              <a:rPr lang="es-ES" sz="1600" b="1" dirty="0" err="1">
                <a:solidFill>
                  <a:srgbClr val="FF0000"/>
                </a:solidFill>
              </a:rPr>
              <a:t>Fontes</a:t>
            </a:r>
            <a:r>
              <a:rPr lang="es-ES" sz="1600" b="1" dirty="0">
                <a:solidFill>
                  <a:srgbClr val="FF0000"/>
                </a:solidFill>
              </a:rPr>
              <a:t> Externas, </a:t>
            </a:r>
            <a:r>
              <a:rPr lang="es-ES" sz="1600" b="1" dirty="0" err="1">
                <a:solidFill>
                  <a:srgbClr val="FF0000"/>
                </a:solidFill>
              </a:rPr>
              <a:t>Fonte</a:t>
            </a:r>
            <a:r>
              <a:rPr lang="es-ES" sz="1600" b="1" dirty="0">
                <a:solidFill>
                  <a:srgbClr val="FF0000"/>
                </a:solidFill>
              </a:rPr>
              <a:t>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7195" y="3203780"/>
            <a:ext cx="57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BPNet</a:t>
            </a:r>
            <a:endParaRPr lang="en-US" sz="1000" dirty="0"/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510789" y="2556392"/>
            <a:ext cx="648000" cy="64800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848052" y="1381795"/>
            <a:ext cx="828000" cy="905822"/>
            <a:chOff x="5848052" y="1381795"/>
            <a:chExt cx="828000" cy="905822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78920" y="1381795"/>
              <a:ext cx="648000" cy="648000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5848052" y="204139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Ficheiro</a:t>
              </a:r>
              <a:r>
                <a:rPr lang="en-US" sz="900" dirty="0"/>
                <a:t>.xls</a:t>
              </a:r>
            </a:p>
          </p:txBody>
        </p:sp>
      </p:grp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89" y="1370843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1195" y="2030444"/>
            <a:ext cx="46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826" y="138179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2847" y="2041396"/>
            <a:ext cx="75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43" y="1393396"/>
            <a:ext cx="648000" cy="64800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5454" y="2006459"/>
            <a:ext cx="90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Corporação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3111" y="3203780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1643713" y="2556392"/>
            <a:ext cx="648000" cy="64800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615" y="137979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5771" y="2012084"/>
            <a:ext cx="90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Métrica</a:t>
            </a:r>
            <a:endParaRPr lang="en-US" sz="1000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3102" y="3237581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2696797" y="2597159"/>
            <a:ext cx="648000" cy="6480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431" y="1370843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0479" y="2041396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QlikSense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6917" y="3252970"/>
            <a:ext cx="9111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094" y="2597159"/>
            <a:ext cx="648000" cy="655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847" y="2556391"/>
            <a:ext cx="720000" cy="6595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7754" y="3252970"/>
            <a:ext cx="1693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763" y="1397230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2091" y="2033217"/>
            <a:ext cx="1190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rgbClr val="53535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299" y="1448271"/>
            <a:ext cx="257784" cy="293295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327" y="135845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4759" y="2027799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925" y="1347958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98" y="1327686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760158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 err="1" smtClean="0"/>
              <a:t>Governance</a:t>
            </a:r>
            <a:r>
              <a:rPr lang="pt-PT" dirty="0" smtClean="0"/>
              <a:t/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02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6952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 smtClean="0">
                <a:solidFill>
                  <a:srgbClr val="FF0000"/>
                </a:solidFill>
              </a:rPr>
              <a:t>Modelo</a:t>
            </a:r>
            <a:r>
              <a:rPr lang="en-US" sz="2000" dirty="0" smtClean="0">
                <a:solidFill>
                  <a:srgbClr val="FF0000"/>
                </a:solidFill>
              </a:rPr>
              <a:t> de </a:t>
            </a:r>
            <a:r>
              <a:rPr lang="en-US" sz="2000" i="1" dirty="0" smtClean="0">
                <a:solidFill>
                  <a:srgbClr val="FF0000"/>
                </a:solidFill>
              </a:rPr>
              <a:t>Governance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C73920-7092-4E3A-BA3E-1C4EF8DF7230}"/>
              </a:ext>
            </a:extLst>
          </p:cNvPr>
          <p:cNvSpPr/>
          <p:nvPr/>
        </p:nvSpPr>
        <p:spPr>
          <a:xfrm>
            <a:off x="2990097" y="1689748"/>
            <a:ext cx="1301899" cy="16599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Muli" panose="00000500000000000000"/>
              </a:rPr>
              <a:t>1</a:t>
            </a:r>
            <a:r>
              <a:rPr lang="pt-PT" sz="1000" b="1" dirty="0" smtClean="0">
                <a:latin typeface="Muli" panose="00000500000000000000"/>
              </a:rPr>
              <a:t>. Envio de </a:t>
            </a:r>
            <a:r>
              <a:rPr lang="pt-PT" sz="1000" b="1" i="1" dirty="0" smtClean="0">
                <a:latin typeface="Muli" panose="00000500000000000000"/>
              </a:rPr>
              <a:t>inputs</a:t>
            </a:r>
            <a:endParaRPr lang="pt-PT" sz="1000" b="1" i="1" dirty="0">
              <a:latin typeface="Muli" panose="0000050000000000000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26874A5-2BB2-46E1-807D-1814A12C96E3}"/>
              </a:ext>
            </a:extLst>
          </p:cNvPr>
          <p:cNvSpPr/>
          <p:nvPr/>
        </p:nvSpPr>
        <p:spPr>
          <a:xfrm>
            <a:off x="2742447" y="2146650"/>
            <a:ext cx="1184940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pt-PT" sz="1000" b="1" dirty="0">
                <a:latin typeface="Muli" panose="00000500000000000000"/>
              </a:rPr>
              <a:t>2. </a:t>
            </a:r>
            <a:r>
              <a:rPr lang="pt-PT" sz="1000" b="1" dirty="0" smtClean="0">
                <a:latin typeface="Muli" panose="00000500000000000000"/>
              </a:rPr>
              <a:t>Geração </a:t>
            </a:r>
          </a:p>
          <a:p>
            <a:pPr algn="ctr"/>
            <a:r>
              <a:rPr lang="pt-PT" sz="1000" b="1" dirty="0" smtClean="0">
                <a:latin typeface="Muli" panose="00000500000000000000"/>
              </a:rPr>
              <a:t>dos satélites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075FD55-0C0E-4EE0-B212-38D7898B2365}"/>
              </a:ext>
            </a:extLst>
          </p:cNvPr>
          <p:cNvSpPr/>
          <p:nvPr/>
        </p:nvSpPr>
        <p:spPr>
          <a:xfrm>
            <a:off x="2348747" y="2837670"/>
            <a:ext cx="1136006" cy="47722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kern="0" dirty="0">
                <a:latin typeface="Muli" panose="00000500000000000000"/>
              </a:rPr>
              <a:t>3. </a:t>
            </a:r>
            <a:r>
              <a:rPr lang="pt-PT" sz="1000" b="1" dirty="0" smtClean="0">
                <a:latin typeface="Muli" panose="00000500000000000000"/>
              </a:rPr>
              <a:t>Validação de satélites corporativos</a:t>
            </a:r>
            <a:endParaRPr lang="pt-PT" sz="1000" b="1" dirty="0">
              <a:latin typeface="Muli" panose="00000500000000000000"/>
            </a:endParaRPr>
          </a:p>
          <a:p>
            <a:pPr defTabSz="914217">
              <a:defRPr/>
            </a:pPr>
            <a:endParaRPr lang="pt-PT" sz="1000" kern="0" dirty="0">
              <a:latin typeface="Muli" panose="0000050000000000000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CD15D95-DD3B-434C-9B00-2987C35ED16D}"/>
              </a:ext>
            </a:extLst>
          </p:cNvPr>
          <p:cNvSpPr/>
          <p:nvPr/>
        </p:nvSpPr>
        <p:spPr>
          <a:xfrm>
            <a:off x="1472447" y="3605806"/>
            <a:ext cx="1487905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Muli" panose="00000500000000000000"/>
              </a:rPr>
              <a:t>4. </a:t>
            </a:r>
            <a:r>
              <a:rPr lang="pt-PT" sz="1000" b="1" kern="0" dirty="0" smtClean="0">
                <a:latin typeface="Muli" panose="00000500000000000000"/>
              </a:rPr>
              <a:t>Geração dos </a:t>
            </a:r>
            <a:r>
              <a:rPr lang="pt-PT" sz="1000" b="1" i="1" kern="0" dirty="0" err="1" smtClean="0">
                <a:latin typeface="Muli" panose="00000500000000000000"/>
              </a:rPr>
              <a:t>templates</a:t>
            </a:r>
            <a:r>
              <a:rPr lang="pt-PT" sz="1000" b="1" i="1" kern="0" dirty="0" smtClean="0">
                <a:latin typeface="Muli" panose="00000500000000000000"/>
              </a:rPr>
              <a:t> </a:t>
            </a:r>
            <a:r>
              <a:rPr lang="pt-PT" sz="1000" b="1" kern="0" dirty="0" smtClean="0">
                <a:latin typeface="Muli" panose="00000500000000000000"/>
              </a:rPr>
              <a:t>locais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D15D95-DD3B-434C-9B00-2987C35ED16D}"/>
              </a:ext>
            </a:extLst>
          </p:cNvPr>
          <p:cNvSpPr/>
          <p:nvPr/>
        </p:nvSpPr>
        <p:spPr>
          <a:xfrm>
            <a:off x="1180347" y="4296826"/>
            <a:ext cx="1503303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 smtClean="0">
                <a:latin typeface="Muli" panose="00000500000000000000"/>
              </a:rPr>
              <a:t>4. Validação dos </a:t>
            </a:r>
            <a:r>
              <a:rPr lang="pt-PT" sz="1000" b="1" i="1" dirty="0" err="1" smtClean="0">
                <a:latin typeface="Muli" panose="00000500000000000000"/>
              </a:rPr>
              <a:t>templates</a:t>
            </a:r>
            <a:r>
              <a:rPr lang="pt-PT" sz="1000" b="1" dirty="0" smtClean="0">
                <a:latin typeface="Muli" panose="00000500000000000000"/>
              </a:rPr>
              <a:t> locais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5398" y="4059915"/>
            <a:ext cx="4401176" cy="643145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3132000" tIns="0" rIns="0" bIns="0" rtlCol="0" anchor="ctr">
            <a:noAutofit/>
          </a:bodyPr>
          <a:lstStyle/>
          <a:p>
            <a:pPr lvl="1" defTabSz="1375364"/>
            <a:r>
              <a:rPr lang="pt-PT" sz="1000" dirty="0" smtClean="0">
                <a:latin typeface="Muli Light" panose="00000400000000000000" pitchFamily="2" charset="0"/>
              </a:rPr>
              <a:t>Desenvolvimento de documentação com o objetivo de detalhar os processos desenvolvidos.</a:t>
            </a:r>
            <a:endParaRPr kumimoji="0" lang="pt-PT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uli Light" panose="00000400000000000000" pitchFamily="2" charset="0"/>
              <a:ea typeface="+mn-ea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5398" y="3402985"/>
            <a:ext cx="4401176" cy="643145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412000" tIns="0" rIns="0" bIns="0" rtlCol="0" anchor="ctr">
            <a:noAutofit/>
          </a:bodyPr>
          <a:lstStyle/>
          <a:p>
            <a:pPr lvl="1" defTabSz="1375364"/>
            <a:r>
              <a:rPr lang="pt-PT" sz="1000" noProof="0" dirty="0" smtClean="0">
                <a:latin typeface="Muli Light" panose="00000400000000000000" pitchFamily="2" charset="0"/>
              </a:rPr>
              <a:t>Geração dos </a:t>
            </a:r>
            <a:r>
              <a:rPr lang="pt-PT" sz="1000" i="1" noProof="0" dirty="0" err="1" smtClean="0">
                <a:latin typeface="Muli Light" panose="00000400000000000000" pitchFamily="2" charset="0"/>
              </a:rPr>
              <a:t>templates</a:t>
            </a:r>
            <a:r>
              <a:rPr lang="pt-PT" sz="1000" noProof="0" dirty="0" smtClean="0">
                <a:latin typeface="Muli Light" panose="00000400000000000000" pitchFamily="2" charset="0"/>
              </a:rPr>
              <a:t> através das métricas geradas no ponto 2. , nos satélites no ponto 3.  e com base nas </a:t>
            </a:r>
            <a:r>
              <a:rPr lang="pt-PT" sz="1000" i="1" noProof="0" dirty="0" err="1" smtClean="0">
                <a:latin typeface="Muli Light" panose="00000400000000000000" pitchFamily="2" charset="0"/>
              </a:rPr>
              <a:t>guidelines</a:t>
            </a:r>
            <a:r>
              <a:rPr lang="pt-PT" sz="1000" noProof="0" dirty="0" smtClean="0">
                <a:latin typeface="Muli Light" panose="00000400000000000000" pitchFamily="2" charset="0"/>
              </a:rPr>
              <a:t> fornecidas pela Corporação.</a:t>
            </a:r>
            <a:endParaRPr kumimoji="0" lang="pt-PT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uli Light" panose="00000400000000000000" pitchFamily="2" charset="0"/>
              <a:ea typeface="+mn-ea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5398" y="2732651"/>
            <a:ext cx="4401176" cy="643145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656000" tIns="0" rIns="0" bIns="0" rtlCol="0" anchor="ctr">
            <a:noAutofit/>
          </a:bodyPr>
          <a:lstStyle/>
          <a:p>
            <a:pPr lvl="1" defTabSz="1375364"/>
            <a:r>
              <a:rPr lang="pt-PT" sz="1000" b="1" noProof="0" dirty="0" smtClean="0">
                <a:latin typeface="Muli Light" panose="00000400000000000000" pitchFamily="2" charset="0"/>
              </a:rPr>
              <a:t>Validação</a:t>
            </a:r>
            <a:r>
              <a:rPr lang="pt-PT" sz="1000" noProof="0" dirty="0" smtClean="0">
                <a:latin typeface="Muli Light" panose="00000400000000000000" pitchFamily="2" charset="0"/>
              </a:rPr>
              <a:t> Geração dos satélites através das métricas geradas no ponto 2. e com base nas </a:t>
            </a:r>
            <a:r>
              <a:rPr lang="pt-PT" sz="1000" i="1" noProof="0" dirty="0" err="1" smtClean="0">
                <a:latin typeface="Muli Light" panose="00000400000000000000" pitchFamily="2" charset="0"/>
              </a:rPr>
              <a:t>guidelines</a:t>
            </a:r>
            <a:r>
              <a:rPr lang="pt-PT" sz="1000" noProof="0" dirty="0" smtClean="0">
                <a:latin typeface="Muli Light" panose="00000400000000000000" pitchFamily="2" charset="0"/>
              </a:rPr>
              <a:t> fornecidas pela Corporação.</a:t>
            </a:r>
            <a:endParaRPr kumimoji="0" lang="pt-PT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uli Light" panose="00000400000000000000" pitchFamily="2" charset="0"/>
              <a:ea typeface="+mn-ea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5398" y="2071509"/>
            <a:ext cx="4401176" cy="643145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008000" tIns="0" rIns="0" bIns="0" rtlCol="0" anchor="ctr">
            <a:noAutofit/>
          </a:bodyPr>
          <a:lstStyle/>
          <a:p>
            <a:pPr lvl="1" defTabSz="1375364"/>
            <a:r>
              <a:rPr lang="pt-PT" sz="1000" dirty="0" smtClean="0">
                <a:latin typeface="Muli Light" panose="00000400000000000000" pitchFamily="2" charset="0"/>
              </a:rPr>
              <a:t>1- Modelação de dados provenientes dos </a:t>
            </a:r>
            <a:r>
              <a:rPr lang="pt-PT" sz="1000" i="1" dirty="0" smtClean="0">
                <a:latin typeface="Muli Light" panose="00000400000000000000" pitchFamily="2" charset="0"/>
              </a:rPr>
              <a:t>inputs</a:t>
            </a:r>
            <a:r>
              <a:rPr lang="pt-PT" sz="1000" dirty="0" smtClean="0">
                <a:latin typeface="Muli Light" panose="00000400000000000000" pitchFamily="2" charset="0"/>
              </a:rPr>
              <a:t> com o objetivo de cálculo de métricas auxiliares à geração dos satélites.</a:t>
            </a:r>
          </a:p>
          <a:p>
            <a:pPr lvl="1" defTabSz="1375364"/>
            <a:r>
              <a:rPr kumimoji="0" lang="pt-PT" sz="10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Muli Light" panose="00000400000000000000" pitchFamily="2" charset="0"/>
                <a:ea typeface="+mn-ea"/>
              </a:rPr>
              <a:t>2- Geração dos satélites</a:t>
            </a:r>
          </a:p>
          <a:p>
            <a:pPr lvl="1" defTabSz="1375364"/>
            <a:r>
              <a:rPr lang="pt-PT" sz="1000" dirty="0" smtClean="0">
                <a:latin typeface="Muli Light" panose="00000400000000000000" pitchFamily="2" charset="0"/>
              </a:rPr>
              <a:t>3- Submissão dos satélites na plataforma XXX</a:t>
            </a:r>
            <a:endParaRPr kumimoji="0" lang="pt-PT" sz="100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Muli Light" panose="00000400000000000000" pitchFamily="2" charset="0"/>
              <a:ea typeface="+mn-ea"/>
            </a:endParaRPr>
          </a:p>
          <a:p>
            <a:pPr lvl="1" defTabSz="1375364"/>
            <a:endParaRPr kumimoji="0" lang="pt-PT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uli Light" panose="00000400000000000000" pitchFamily="2" charset="0"/>
              <a:ea typeface="+mn-ea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5398" y="1417122"/>
            <a:ext cx="4401176" cy="643145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756000" tIns="72000" rIns="288000" bIns="72000" rtlCol="0" anchor="ctr">
            <a:noAutofit/>
          </a:bodyPr>
          <a:lstStyle/>
          <a:p>
            <a:pPr marL="228600" marR="0" indent="-228600" algn="l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pt-PT" sz="1000" dirty="0" smtClean="0">
                <a:latin typeface="Muli Light" panose="00000400000000000000" pitchFamily="2" charset="0"/>
              </a:rPr>
              <a:t>Envio dos ficheiros “</a:t>
            </a:r>
            <a:r>
              <a:rPr lang="pt-PT" sz="1000" dirty="0" err="1" smtClean="0">
                <a:latin typeface="Muli Light" panose="00000400000000000000" pitchFamily="2" charset="0"/>
              </a:rPr>
              <a:t>xlsx</a:t>
            </a:r>
            <a:r>
              <a:rPr lang="pt-PT" sz="1000" dirty="0" smtClean="0">
                <a:latin typeface="Muli Light" panose="00000400000000000000" pitchFamily="2" charset="0"/>
              </a:rPr>
              <a:t>” com os </a:t>
            </a:r>
            <a:r>
              <a:rPr lang="pt-PT" sz="1000" dirty="0" err="1" smtClean="0">
                <a:latin typeface="Muli Light" panose="00000400000000000000" pitchFamily="2" charset="0"/>
              </a:rPr>
              <a:t>IDCOMBs</a:t>
            </a:r>
            <a:r>
              <a:rPr lang="pt-PT" sz="1000" dirty="0" smtClean="0">
                <a:latin typeface="Muli Light" panose="00000400000000000000" pitchFamily="2" charset="0"/>
              </a:rPr>
              <a:t> dos </a:t>
            </a:r>
            <a:r>
              <a:rPr lang="pt-PT" sz="1000" smtClean="0">
                <a:latin typeface="Muli Light" panose="00000400000000000000" pitchFamily="2" charset="0"/>
              </a:rPr>
              <a:t>satélites por parte </a:t>
            </a:r>
            <a:r>
              <a:rPr lang="pt-PT" sz="1000" dirty="0" smtClean="0">
                <a:latin typeface="Muli Light" panose="00000400000000000000" pitchFamily="2" charset="0"/>
              </a:rPr>
              <a:t>da corporação para Equipa Susana Bernardo</a:t>
            </a:r>
          </a:p>
          <a:p>
            <a:pPr marL="228600" marR="0" indent="-228600" algn="l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pt-PT" sz="1000" dirty="0" smtClean="0">
                <a:latin typeface="Muli Light" panose="00000400000000000000" pitchFamily="2" charset="0"/>
              </a:rPr>
              <a:t>Envio dos ficheiros “</a:t>
            </a:r>
            <a:r>
              <a:rPr lang="pt-PT" sz="1000" dirty="0" err="1" smtClean="0">
                <a:latin typeface="Muli Light" panose="00000400000000000000" pitchFamily="2" charset="0"/>
              </a:rPr>
              <a:t>xlsx</a:t>
            </a:r>
            <a:r>
              <a:rPr lang="pt-PT" sz="1000" dirty="0" smtClean="0">
                <a:latin typeface="Muli Light" panose="00000400000000000000" pitchFamily="2" charset="0"/>
              </a:rPr>
              <a:t>” relativos aos adjudicados por parte do departamento de contabilidade, gestão e desinvestimento</a:t>
            </a:r>
          </a:p>
          <a:p>
            <a:pPr marL="228600" marR="0" indent="-228600" algn="l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pt-PT" sz="1000" dirty="0" smtClean="0">
                <a:latin typeface="Muli Light" panose="00000400000000000000" pitchFamily="2" charset="0"/>
              </a:rPr>
              <a:t> </a:t>
            </a:r>
            <a:endParaRPr kumimoji="0" lang="pt-PT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uli Light" panose="00000400000000000000" pitchFamily="2" charset="0"/>
            </a:endParaRPr>
          </a:p>
        </p:txBody>
      </p:sp>
      <p:sp>
        <p:nvSpPr>
          <p:cNvPr id="105" name="Trapezoid 104">
            <a:extLst>
              <a:ext uri="{FF2B5EF4-FFF2-40B4-BE49-F238E27FC236}">
                <a16:creationId xmlns:a16="http://schemas.microsoft.com/office/drawing/2014/main" id="{2DE8C629-843E-4003-B32C-964B61A4880B}"/>
              </a:ext>
            </a:extLst>
          </p:cNvPr>
          <p:cNvSpPr/>
          <p:nvPr/>
        </p:nvSpPr>
        <p:spPr>
          <a:xfrm>
            <a:off x="4165600" y="2094905"/>
            <a:ext cx="2012950" cy="643145"/>
          </a:xfrm>
          <a:prstGeom prst="trapezoid">
            <a:avLst>
              <a:gd name="adj" fmla="val 77144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chemeClr val="bg2"/>
              </a:solidFill>
              <a:latin typeface="Muli Light" panose="00000400000000000000" pitchFamily="2" charset="0"/>
            </a:endParaRPr>
          </a:p>
        </p:txBody>
      </p:sp>
      <p:sp>
        <p:nvSpPr>
          <p:cNvPr id="107" name="Trapezoid 106">
            <a:extLst>
              <a:ext uri="{FF2B5EF4-FFF2-40B4-BE49-F238E27FC236}">
                <a16:creationId xmlns:a16="http://schemas.microsoft.com/office/drawing/2014/main" id="{44F33A10-440B-4FBA-BBD9-556D58194E9E}"/>
              </a:ext>
            </a:extLst>
          </p:cNvPr>
          <p:cNvSpPr/>
          <p:nvPr/>
        </p:nvSpPr>
        <p:spPr>
          <a:xfrm>
            <a:off x="4679346" y="1414355"/>
            <a:ext cx="979326" cy="643778"/>
          </a:xfrm>
          <a:prstGeom prst="trapezoid">
            <a:avLst>
              <a:gd name="adj" fmla="val 93230"/>
            </a:avLst>
          </a:prstGeom>
          <a:solidFill>
            <a:schemeClr val="bg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indent="0" algn="l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PT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Light" panose="00000400000000000000" pitchFamily="2" charset="0"/>
              <a:ea typeface="+mn-ea"/>
            </a:endParaRPr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286E8D06-5BC9-412D-839D-9976D799D342}"/>
              </a:ext>
            </a:extLst>
          </p:cNvPr>
          <p:cNvSpPr/>
          <p:nvPr/>
        </p:nvSpPr>
        <p:spPr>
          <a:xfrm>
            <a:off x="3644901" y="2774822"/>
            <a:ext cx="3054350" cy="643145"/>
          </a:xfrm>
          <a:prstGeom prst="trapezoid">
            <a:avLst>
              <a:gd name="adj" fmla="val 76861"/>
            </a:avLst>
          </a:prstGeom>
          <a:solidFill>
            <a:schemeClr val="tx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Muli Light" panose="00000400000000000000" pitchFamily="2" charset="0"/>
            </a:endParaRPr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286E8D06-5BC9-412D-839D-9976D799D342}"/>
              </a:ext>
            </a:extLst>
          </p:cNvPr>
          <p:cNvSpPr/>
          <p:nvPr/>
        </p:nvSpPr>
        <p:spPr>
          <a:xfrm>
            <a:off x="3130551" y="3454739"/>
            <a:ext cx="4083050" cy="643145"/>
          </a:xfrm>
          <a:prstGeom prst="trapezoid">
            <a:avLst>
              <a:gd name="adj" fmla="val 76861"/>
            </a:avLst>
          </a:prstGeom>
          <a:solidFill>
            <a:srgbClr val="F85236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Muli Light" panose="00000400000000000000" pitchFamily="2" charset="0"/>
            </a:endParaRPr>
          </a:p>
        </p:txBody>
      </p:sp>
      <p:sp>
        <p:nvSpPr>
          <p:cNvPr id="48" name="Trapezoid 47">
            <a:extLst>
              <a:ext uri="{FF2B5EF4-FFF2-40B4-BE49-F238E27FC236}">
                <a16:creationId xmlns:a16="http://schemas.microsoft.com/office/drawing/2014/main" id="{286E8D06-5BC9-412D-839D-9976D799D342}"/>
              </a:ext>
            </a:extLst>
          </p:cNvPr>
          <p:cNvSpPr/>
          <p:nvPr/>
        </p:nvSpPr>
        <p:spPr>
          <a:xfrm>
            <a:off x="2600075" y="4134656"/>
            <a:ext cx="5127876" cy="643145"/>
          </a:xfrm>
          <a:prstGeom prst="trapezoid">
            <a:avLst>
              <a:gd name="adj" fmla="val 76861"/>
            </a:avLst>
          </a:prstGeom>
          <a:solidFill>
            <a:schemeClr val="tx2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Muli Light" panose="00000400000000000000" pitchFamily="2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CD15D95-DD3B-434C-9B00-2987C35ED16D}"/>
              </a:ext>
            </a:extLst>
          </p:cNvPr>
          <p:cNvSpPr/>
          <p:nvPr/>
        </p:nvSpPr>
        <p:spPr>
          <a:xfrm>
            <a:off x="653297" y="4987844"/>
            <a:ext cx="1470057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Muli" panose="00000500000000000000"/>
              </a:rPr>
              <a:t>5</a:t>
            </a:r>
            <a:r>
              <a:rPr lang="pt-PT" sz="1000" b="1" dirty="0" smtClean="0">
                <a:latin typeface="Muli" panose="00000500000000000000"/>
              </a:rPr>
              <a:t>. </a:t>
            </a:r>
            <a:r>
              <a:rPr lang="pt-PT" sz="1000" b="1" kern="0" dirty="0" smtClean="0">
                <a:latin typeface="Muli" panose="00000500000000000000"/>
              </a:rPr>
              <a:t>Documentação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5398" y="4814572"/>
            <a:ext cx="4401176" cy="643145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3132000" tIns="0" rIns="0" bIns="0" rtlCol="0" anchor="ctr">
            <a:noAutofit/>
          </a:bodyPr>
          <a:lstStyle/>
          <a:p>
            <a:pPr lvl="1" defTabSz="1375364"/>
            <a:r>
              <a:rPr lang="pt-PT" sz="1000" dirty="0" smtClean="0">
                <a:latin typeface="Muli Light" panose="00000400000000000000" pitchFamily="2" charset="0"/>
              </a:rPr>
              <a:t>Desenvolvimento de documentação com o objetivo de detalhar os processos desenvolvidos.</a:t>
            </a:r>
            <a:endParaRPr kumimoji="0" lang="pt-PT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uli Light" panose="00000400000000000000" pitchFamily="2" charset="0"/>
              <a:ea typeface="+mn-ea"/>
            </a:endParaRPr>
          </a:p>
        </p:txBody>
      </p:sp>
      <p:sp>
        <p:nvSpPr>
          <p:cNvPr id="93" name="Trapezoid 92">
            <a:extLst>
              <a:ext uri="{FF2B5EF4-FFF2-40B4-BE49-F238E27FC236}">
                <a16:creationId xmlns:a16="http://schemas.microsoft.com/office/drawing/2014/main" id="{286E8D06-5BC9-412D-839D-9976D799D342}"/>
              </a:ext>
            </a:extLst>
          </p:cNvPr>
          <p:cNvSpPr/>
          <p:nvPr/>
        </p:nvSpPr>
        <p:spPr>
          <a:xfrm>
            <a:off x="2076450" y="4814572"/>
            <a:ext cx="6172200" cy="643145"/>
          </a:xfrm>
          <a:prstGeom prst="trapezoid">
            <a:avLst>
              <a:gd name="adj" fmla="val 76861"/>
            </a:avLst>
          </a:prstGeom>
          <a:solidFill>
            <a:schemeClr val="tx2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Muli Light" panose="00000400000000000000" pitchFamily="2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1968500" y="1414355"/>
            <a:ext cx="3092559" cy="40433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3C73920-7092-4E3A-BA3E-1C4EF8DF7230}"/>
              </a:ext>
            </a:extLst>
          </p:cNvPr>
          <p:cNvSpPr/>
          <p:nvPr/>
        </p:nvSpPr>
        <p:spPr>
          <a:xfrm rot="18464285">
            <a:off x="2683967" y="3434122"/>
            <a:ext cx="1301899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 smtClean="0">
                <a:latin typeface="Muli" panose="00000500000000000000"/>
              </a:rPr>
              <a:t>Atividades</a:t>
            </a:r>
            <a:endParaRPr lang="pt-PT" sz="1000" b="1" i="1" dirty="0">
              <a:latin typeface="Muli" panose="00000500000000000000"/>
            </a:endParaRPr>
          </a:p>
        </p:txBody>
      </p:sp>
      <p:cxnSp>
        <p:nvCxnSpPr>
          <p:cNvPr id="102" name="Straight Arrow Connector 101"/>
          <p:cNvCxnSpPr/>
          <p:nvPr/>
        </p:nvCxnSpPr>
        <p:spPr>
          <a:xfrm>
            <a:off x="5270609" y="1414355"/>
            <a:ext cx="3079641" cy="40433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73920-7092-4E3A-BA3E-1C4EF8DF7230}"/>
              </a:ext>
            </a:extLst>
          </p:cNvPr>
          <p:cNvSpPr/>
          <p:nvPr/>
        </p:nvSpPr>
        <p:spPr>
          <a:xfrm rot="3165747">
            <a:off x="6316227" y="3498812"/>
            <a:ext cx="1484236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 err="1" smtClean="0">
                <a:latin typeface="Muli" panose="00000500000000000000"/>
              </a:rPr>
              <a:t>To-dos</a:t>
            </a:r>
            <a:r>
              <a:rPr lang="pt-PT" sz="1000" b="1" dirty="0" smtClean="0">
                <a:latin typeface="Muli" panose="00000500000000000000"/>
              </a:rPr>
              <a:t> </a:t>
            </a:r>
            <a:r>
              <a:rPr lang="pt-PT" sz="1000" b="1" dirty="0" err="1" smtClean="0">
                <a:latin typeface="Muli" panose="00000500000000000000"/>
              </a:rPr>
              <a:t>High</a:t>
            </a:r>
            <a:r>
              <a:rPr lang="pt-PT" sz="1000" b="1" dirty="0" smtClean="0">
                <a:latin typeface="Muli" panose="00000500000000000000"/>
              </a:rPr>
              <a:t> </a:t>
            </a:r>
            <a:r>
              <a:rPr lang="pt-PT" sz="1000" b="1" dirty="0" err="1" smtClean="0">
                <a:latin typeface="Muli" panose="00000500000000000000"/>
              </a:rPr>
              <a:t>Level</a:t>
            </a:r>
            <a:endParaRPr lang="pt-PT" sz="1000" b="1" i="1" dirty="0">
              <a:latin typeface="Muli" panose="00000500000000000000"/>
            </a:endParaRPr>
          </a:p>
        </p:txBody>
      </p:sp>
      <p:cxnSp>
        <p:nvCxnSpPr>
          <p:cNvPr id="87" name="Straight Connector 86"/>
          <p:cNvCxnSpPr/>
          <p:nvPr/>
        </p:nvCxnSpPr>
        <p:spPr>
          <a:xfrm>
            <a:off x="2076450" y="5540267"/>
            <a:ext cx="61722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3C73920-7092-4E3A-BA3E-1C4EF8DF7230}"/>
              </a:ext>
            </a:extLst>
          </p:cNvPr>
          <p:cNvSpPr/>
          <p:nvPr/>
        </p:nvSpPr>
        <p:spPr>
          <a:xfrm>
            <a:off x="4648563" y="5490421"/>
            <a:ext cx="1027973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 smtClean="0">
                <a:latin typeface="Muli" panose="00000500000000000000"/>
              </a:rPr>
              <a:t>Responsável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5748" y="1629273"/>
            <a:ext cx="664831" cy="17117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217">
              <a:defRPr/>
            </a:pP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 Dep. </a:t>
            </a:r>
          </a:p>
          <a:p>
            <a:pPr algn="ctr" defTabSz="914217">
              <a:defRPr/>
            </a:pP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Internos</a:t>
            </a:r>
            <a:endParaRPr lang="pt-PT" sz="1050" b="1" kern="0" dirty="0">
              <a:solidFill>
                <a:schemeClr val="bg1"/>
              </a:solidFill>
              <a:latin typeface="Muli" panose="00000500000000000000" pitchFamily="2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5748" y="2247671"/>
            <a:ext cx="664831" cy="17117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217">
              <a:defRPr/>
            </a:pP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 Equipa </a:t>
            </a:r>
          </a:p>
          <a:p>
            <a:pPr algn="ctr" defTabSz="914217">
              <a:defRPr/>
            </a:pP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Susana </a:t>
            </a:r>
            <a:r>
              <a:rPr lang="pt-PT" sz="1050" b="1" kern="0" dirty="0" smtClean="0">
                <a:solidFill>
                  <a:srgbClr val="FFFF00"/>
                </a:solidFill>
                <a:latin typeface="Muli" panose="00000500000000000000" pitchFamily="2" charset="0"/>
              </a:rPr>
              <a:t>Bernardo</a:t>
            </a:r>
            <a:endParaRPr lang="pt-PT" sz="1050" b="1" kern="0" dirty="0">
              <a:solidFill>
                <a:srgbClr val="FFFF00"/>
              </a:solidFill>
              <a:latin typeface="Muli" panose="00000500000000000000" pitchFamily="2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5748" y="3594014"/>
            <a:ext cx="664831" cy="17117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217">
              <a:defRPr/>
            </a:pP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 </a:t>
            </a:r>
            <a:r>
              <a:rPr lang="pt-PT" sz="1050" b="1" kern="0" dirty="0" smtClean="0">
                <a:solidFill>
                  <a:srgbClr val="FFFF00"/>
                </a:solidFill>
                <a:latin typeface="Muli" panose="00000500000000000000" pitchFamily="2" charset="0"/>
              </a:rPr>
              <a:t>Equipa</a:t>
            </a: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 </a:t>
            </a:r>
          </a:p>
          <a:p>
            <a:pPr algn="ctr" defTabSz="914217">
              <a:defRPr/>
            </a:pP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Susana Bernardo</a:t>
            </a:r>
            <a:endParaRPr lang="pt-PT" sz="1050" b="1" kern="0" dirty="0">
              <a:solidFill>
                <a:schemeClr val="bg1"/>
              </a:solidFill>
              <a:latin typeface="Muli" panose="00000500000000000000" pitchFamily="2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5748" y="4902254"/>
            <a:ext cx="664831" cy="17117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217">
              <a:defRPr/>
            </a:pP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 </a:t>
            </a:r>
            <a:r>
              <a:rPr lang="pt-PT" sz="1050" b="1" kern="0" dirty="0" smtClean="0">
                <a:solidFill>
                  <a:srgbClr val="FFFF00"/>
                </a:solidFill>
                <a:latin typeface="Muli" panose="00000500000000000000" pitchFamily="2" charset="0"/>
              </a:rPr>
              <a:t>Equipa</a:t>
            </a: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 </a:t>
            </a:r>
          </a:p>
          <a:p>
            <a:pPr algn="ctr" defTabSz="914217">
              <a:defRPr/>
            </a:pPr>
            <a:r>
              <a:rPr lang="pt-PT" sz="1050" b="1" kern="0" dirty="0" smtClean="0">
                <a:solidFill>
                  <a:schemeClr val="bg1"/>
                </a:solidFill>
                <a:latin typeface="Muli" panose="00000500000000000000" pitchFamily="2" charset="0"/>
              </a:rPr>
              <a:t>Susana Bernardo</a:t>
            </a:r>
            <a:endParaRPr lang="pt-PT" sz="1050" b="1" kern="0" dirty="0">
              <a:solidFill>
                <a:schemeClr val="bg1"/>
              </a:solidFill>
              <a:latin typeface="Muli" panose="00000500000000000000" pitchFamily="2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5748" y="2986664"/>
            <a:ext cx="664831" cy="17117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217">
              <a:defRPr/>
            </a:pPr>
            <a:r>
              <a:rPr lang="pt-PT" sz="1050" b="1" kern="0" smtClean="0">
                <a:solidFill>
                  <a:schemeClr val="bg1"/>
                </a:solidFill>
                <a:latin typeface="Muli" panose="00000500000000000000" pitchFamily="2" charset="0"/>
              </a:rPr>
              <a:t> Corporação</a:t>
            </a:r>
            <a:endParaRPr lang="pt-PT" sz="1050" b="1" kern="0" dirty="0">
              <a:solidFill>
                <a:schemeClr val="bg1"/>
              </a:solidFill>
              <a:latin typeface="Muli" panose="00000500000000000000" pitchFamily="2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5748" y="4325702"/>
            <a:ext cx="664831" cy="17117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217">
              <a:defRPr/>
            </a:pPr>
            <a:r>
              <a:rPr lang="pt-PT" sz="1050" b="1" kern="0" smtClean="0">
                <a:solidFill>
                  <a:schemeClr val="bg1"/>
                </a:solidFill>
                <a:latin typeface="Muli" panose="00000500000000000000" pitchFamily="2" charset="0"/>
              </a:rPr>
              <a:t> Corporação</a:t>
            </a:r>
            <a:endParaRPr lang="pt-PT" sz="1050" b="1" kern="0" dirty="0">
              <a:solidFill>
                <a:schemeClr val="bg1"/>
              </a:solidFill>
              <a:latin typeface="Muli" panose="00000500000000000000" pitchFamily="2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09852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Fluxos </a:t>
            </a:r>
            <a:r>
              <a:rPr lang="pt-PT" dirty="0" smtClean="0"/>
              <a:t>Comuns</a:t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858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  <a:endCxn id="98" idx="2"/>
          </p:cNvCxnSpPr>
          <p:nvPr/>
        </p:nvCxnSpPr>
        <p:spPr>
          <a:xfrm>
            <a:off x="2175935" y="1665149"/>
            <a:ext cx="6122076" cy="198046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0E88E8E0-DC24-AD6D-28B8-3B33C1A4303A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43875" y="2791886"/>
            <a:ext cx="6154136" cy="85372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63DFF627-5DF4-902C-D159-59539736AB74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20863" y="3645615"/>
            <a:ext cx="6177148" cy="1730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CE894F13-C5CB-BFFF-03A5-98938D00296D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17322" y="3645615"/>
            <a:ext cx="6180689" cy="110170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18429" y="1982108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15987" y="313836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387875" y="5108660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08863" y="4153024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B1D0C81-10CF-EE9B-902E-ECC45CB7B37C}"/>
              </a:ext>
            </a:extLst>
          </p:cNvPr>
          <p:cNvGrpSpPr/>
          <p:nvPr/>
        </p:nvGrpSpPr>
        <p:grpSpPr>
          <a:xfrm>
            <a:off x="1532318" y="1322888"/>
            <a:ext cx="648000" cy="64800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0F33AD57-ED9C-658B-75E2-F61F9114C44D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D2F8FA44-5C28-B063-BC42-7A6B0016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5875" y="2467886"/>
            <a:ext cx="648000" cy="64800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2863" y="3494675"/>
            <a:ext cx="648000" cy="64800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69322" y="4423319"/>
            <a:ext cx="648000" cy="64800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4AE68E92-2F58-A5C3-84A0-350D8E08CFD1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68935" y="1299708"/>
            <a:ext cx="288000" cy="288000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47987" y="2465467"/>
            <a:ext cx="288000" cy="288000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4184" y="3462145"/>
            <a:ext cx="288000" cy="288000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0760" y="4410848"/>
            <a:ext cx="288000" cy="288000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BDR</a:t>
            </a: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88" y="3294047"/>
            <a:ext cx="241169" cy="24116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7C20147-6495-4988-9D32-64CA6B7698F4}"/>
              </a:ext>
            </a:extLst>
          </p:cNvPr>
          <p:cNvGrpSpPr/>
          <p:nvPr/>
        </p:nvGrpSpPr>
        <p:grpSpPr>
          <a:xfrm>
            <a:off x="1324923" y="5407603"/>
            <a:ext cx="828000" cy="901628"/>
            <a:chOff x="9402697" y="1353861"/>
            <a:chExt cx="828000" cy="90162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DBF849-88CA-40AC-ADA1-8DE52739DC73}"/>
                </a:ext>
              </a:extLst>
            </p:cNvPr>
            <p:cNvSpPr txBox="1"/>
            <p:nvPr/>
          </p:nvSpPr>
          <p:spPr>
            <a:xfrm>
              <a:off x="9402697" y="2024657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CB70321-BBFF-4924-8666-21C0DE9BABE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37" name="Oval 2">
                <a:extLst>
                  <a:ext uri="{FF2B5EF4-FFF2-40B4-BE49-F238E27FC236}">
                    <a16:creationId xmlns:a16="http://schemas.microsoft.com/office/drawing/2014/main" id="{8D2A2FE2-C869-4255-8C8A-F090E608B13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8" name="Graphic 37" descr="Server with solid fill">
                <a:extLst>
                  <a:ext uri="{FF2B5EF4-FFF2-40B4-BE49-F238E27FC236}">
                    <a16:creationId xmlns:a16="http://schemas.microsoft.com/office/drawing/2014/main" id="{9BEEB004-33A4-48E1-B16F-92408AC7C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203" y="5413232"/>
            <a:ext cx="257784" cy="293295"/>
          </a:xfrm>
          <a:prstGeom prst="ellipse">
            <a:avLst/>
          </a:prstGeom>
        </p:spPr>
      </p:pic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5F20D84-B121-48D9-A2A5-6F73484B687A}"/>
              </a:ext>
            </a:extLst>
          </p:cNvPr>
          <p:cNvCxnSpPr>
            <a:cxnSpLocks/>
          </p:cNvCxnSpPr>
          <p:nvPr/>
        </p:nvCxnSpPr>
        <p:spPr>
          <a:xfrm flipV="1">
            <a:off x="2113781" y="3635878"/>
            <a:ext cx="6153612" cy="2085988"/>
          </a:xfrm>
          <a:prstGeom prst="bentConnector3">
            <a:avLst/>
          </a:prstGeom>
          <a:ln w="19050">
            <a:solidFill>
              <a:srgbClr val="3636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899889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MIS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5934" y="2150804"/>
            <a:ext cx="6122076" cy="14948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5934" y="3204216"/>
            <a:ext cx="6122076" cy="4413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5934" y="3645614"/>
            <a:ext cx="6122076" cy="6232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5934" y="3645615"/>
            <a:ext cx="6122076" cy="16879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485563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IFRS9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5934" y="2150804"/>
            <a:ext cx="6122076" cy="14948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5934" y="3204216"/>
            <a:ext cx="6122076" cy="4413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5934" y="3645614"/>
            <a:ext cx="6122076" cy="6232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5934" y="3645615"/>
            <a:ext cx="6122076" cy="16879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29904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DW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5934" y="2150804"/>
            <a:ext cx="6122076" cy="14948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5934" y="3204216"/>
            <a:ext cx="6122076" cy="4413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5934" y="3645614"/>
            <a:ext cx="6122076" cy="6232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5934" y="3645615"/>
            <a:ext cx="6122076" cy="16879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88" y="3294047"/>
            <a:ext cx="241169" cy="241169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455063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8540" y="3407986"/>
            <a:ext cx="648000" cy="64800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571" y="4906574"/>
            <a:ext cx="648000" cy="64800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530" y="4906574"/>
            <a:ext cx="648000" cy="64800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7302" y="4906574"/>
            <a:ext cx="648000" cy="64800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4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CapTools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5934" y="2150803"/>
            <a:ext cx="3532606" cy="158118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5934" y="3204217"/>
            <a:ext cx="3532606" cy="52776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5934" y="3731985"/>
            <a:ext cx="3532606" cy="53690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5934" y="3731986"/>
            <a:ext cx="3532606" cy="16015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5302" y="4078466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023" y="1688159"/>
            <a:ext cx="828000" cy="892001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Balancetes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2740" y="1688159"/>
            <a:ext cx="900000" cy="892001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Fich.Comp</a:t>
              </a:r>
              <a:r>
                <a:rPr lang="en-US" sz="1000" dirty="0"/>
                <a:t>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2541" y="2012159"/>
            <a:ext cx="140483" cy="1395827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2540" y="2012159"/>
            <a:ext cx="1724200" cy="1395827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316" y="1682997"/>
            <a:ext cx="241138" cy="24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299" y="1682997"/>
            <a:ext cx="241138" cy="24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188" y="3355007"/>
            <a:ext cx="241169" cy="24116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530" y="5577055"/>
            <a:ext cx="43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508" y="4879007"/>
            <a:ext cx="241169" cy="24116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571" y="557705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6540" y="3731986"/>
            <a:ext cx="1796990" cy="1498589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6540" y="3731986"/>
            <a:ext cx="3514030" cy="1498589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1302" y="557705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159598" y="3355007"/>
            <a:ext cx="288000" cy="288000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451430" y="4836134"/>
            <a:ext cx="288000" cy="288000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944996" y="4836134"/>
            <a:ext cx="288000" cy="288000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9666038" y="4836134"/>
            <a:ext cx="288000" cy="288000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6540" y="3731986"/>
            <a:ext cx="328762" cy="1498589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34232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632" y="3407986"/>
            <a:ext cx="648000" cy="64800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264" y="4906574"/>
            <a:ext cx="648000" cy="64800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8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DLALM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5935" y="1668461"/>
            <a:ext cx="3369213" cy="75982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394" y="4078466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280" y="3355007"/>
            <a:ext cx="241169" cy="24116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264" y="5577055"/>
            <a:ext cx="835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242" y="4879007"/>
            <a:ext cx="241169" cy="241169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632" y="3731986"/>
            <a:ext cx="954632" cy="1498588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448690" y="3355007"/>
            <a:ext cx="288000" cy="288000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391730" y="4836134"/>
            <a:ext cx="288000" cy="288000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4046" y="1302728"/>
            <a:ext cx="1044000" cy="931785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7148" y="2033847"/>
            <a:ext cx="835466" cy="971753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8743" y="4906574"/>
            <a:ext cx="648000" cy="64800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2375" y="5577055"/>
            <a:ext cx="945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Marketing</a:t>
            </a:r>
          </a:p>
          <a:p>
            <a:pPr algn="ctr"/>
            <a:r>
              <a:rPr lang="en-US" sz="900" dirty="0"/>
              <a:t>Automation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Vinculação</a:t>
            </a:r>
            <a:r>
              <a:rPr lang="en-US" sz="900" dirty="0"/>
              <a:t>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721" y="4879007"/>
            <a:ext cx="241169" cy="241169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6743" y="3731986"/>
            <a:ext cx="1800889" cy="149858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148" y="2428287"/>
            <a:ext cx="2128484" cy="97969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0427" y="5158598"/>
            <a:ext cx="727410" cy="926288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5242" y="3776063"/>
            <a:ext cx="756000" cy="1034593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68427" y="5230574"/>
            <a:ext cx="3380316" cy="2770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3242" y="4195248"/>
            <a:ext cx="3679501" cy="711326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427" y="3822109"/>
            <a:ext cx="241169" cy="241169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3242" y="3731986"/>
            <a:ext cx="5804390" cy="463262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347" y="4906574"/>
            <a:ext cx="648000" cy="64800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347" y="557705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0887814" y="4836134"/>
            <a:ext cx="288000" cy="288000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632" y="3731986"/>
            <a:ext cx="2446715" cy="1498588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7935" y="2649704"/>
            <a:ext cx="729000" cy="946993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5935" y="1668461"/>
            <a:ext cx="5821697" cy="2063525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5935" y="3019384"/>
            <a:ext cx="5821697" cy="712602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04988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DMALM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59064" y="1668461"/>
            <a:ext cx="6104501" cy="194375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7175" y="1302728"/>
            <a:ext cx="1044000" cy="931785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7959" y="5232123"/>
            <a:ext cx="727410" cy="926288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5959" y="3612213"/>
            <a:ext cx="6127606" cy="19688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1064" y="2649704"/>
            <a:ext cx="729000" cy="946993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59064" y="3019384"/>
            <a:ext cx="6104501" cy="59282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7959" y="3903621"/>
            <a:ext cx="675260" cy="967089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642" y="3193028"/>
            <a:ext cx="772923" cy="1034593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5959" y="3612213"/>
            <a:ext cx="6127606" cy="61540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379" y="1776079"/>
            <a:ext cx="936000" cy="915970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565" y="2100079"/>
            <a:ext cx="31427" cy="151213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566" y="2100079"/>
            <a:ext cx="31427" cy="151213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9580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Fluxos </a:t>
            </a:r>
            <a:r>
              <a:rPr lang="pt-PT" dirty="0" smtClean="0"/>
              <a:t>Primários</a:t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402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Métricas</a:t>
            </a:r>
            <a:r>
              <a:rPr lang="en-US" sz="2000" dirty="0" smtClean="0">
                <a:solidFill>
                  <a:srgbClr val="FF0000"/>
                </a:solidFill>
              </a:rPr>
              <a:t> de </a:t>
            </a:r>
            <a:r>
              <a:rPr lang="en-US" sz="2000" dirty="0" err="1" smtClean="0">
                <a:solidFill>
                  <a:srgbClr val="FF0000"/>
                </a:solidFill>
              </a:rPr>
              <a:t>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6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061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17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17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1341224"/>
            <a:ext cx="648000" cy="648000"/>
            <a:chOff x="455122" y="4977513"/>
            <a:chExt cx="648000" cy="648000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8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923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GARANTIAS</a:t>
            </a:r>
            <a:endParaRPr lang="en-US" sz="900" dirty="0"/>
          </a:p>
        </p:txBody>
      </p:sp>
      <p:pic>
        <p:nvPicPr>
          <p:cNvPr id="185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1288245"/>
            <a:ext cx="241169" cy="241169"/>
          </a:xfrm>
          <a:prstGeom prst="rect">
            <a:avLst/>
          </a:prstGeom>
        </p:spPr>
      </p:pic>
      <p:pic>
        <p:nvPicPr>
          <p:cNvPr id="186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219" y="1288245"/>
            <a:ext cx="288000" cy="288000"/>
          </a:xfrm>
          <a:prstGeom prst="rect">
            <a:avLst/>
          </a:prstGeom>
        </p:spPr>
      </p:pic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67" idx="6"/>
            <a:endCxn id="36" idx="1"/>
          </p:cNvCxnSpPr>
          <p:nvPr/>
        </p:nvCxnSpPr>
        <p:spPr>
          <a:xfrm>
            <a:off x="6834299" y="1665224"/>
            <a:ext cx="4164768" cy="1764570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87" idx="6"/>
            <a:endCxn id="36" idx="1"/>
          </p:cNvCxnSpPr>
          <p:nvPr/>
        </p:nvCxnSpPr>
        <p:spPr>
          <a:xfrm>
            <a:off x="9083680" y="1665224"/>
            <a:ext cx="1915387" cy="1764570"/>
          </a:xfrm>
          <a:prstGeom prst="bentConnector3">
            <a:avLst>
              <a:gd name="adj1" fmla="val 6662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5" idx="6"/>
            <a:endCxn id="36" idx="1"/>
          </p:cNvCxnSpPr>
          <p:nvPr/>
        </p:nvCxnSpPr>
        <p:spPr>
          <a:xfrm flipV="1">
            <a:off x="6834299" y="3429794"/>
            <a:ext cx="4164768" cy="168411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8344369" y="3858330"/>
            <a:ext cx="75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871024" y="3756170"/>
            <a:ext cx="89509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 smtClean="0"/>
              <a:t>Métricas de Colaterais</a:t>
            </a:r>
            <a:endParaRPr lang="pt-PT" sz="105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2317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cd_captools.fr003_colaterais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cd_captools.fr801_tip_garan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pt-PT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243" y="2167437"/>
            <a:ext cx="22317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cd_garantias.gt018_rateio_aval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  <a:endParaRPr lang="en-US" sz="100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426797" y="3055453"/>
            <a:ext cx="288000" cy="288000"/>
          </a:xfrm>
          <a:prstGeom prst="rect">
            <a:avLst/>
          </a:prstGeom>
        </p:spPr>
      </p:pic>
      <p:cxnSp>
        <p:nvCxnSpPr>
          <p:cNvPr id="39" name="Straight Connector 38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5350239"/>
            <a:ext cx="10146650" cy="91066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404480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40497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Processo</a:t>
            </a:r>
            <a:r>
              <a:rPr lang="en-US" sz="1000" dirty="0" smtClean="0"/>
              <a:t> Manual</a:t>
            </a:r>
            <a:endParaRPr lang="en-US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5322370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3274205"/>
            <a:ext cx="648000" cy="648000"/>
            <a:chOff x="455122" y="4977513"/>
            <a:chExt cx="648000" cy="64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6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702" y="3221226"/>
            <a:ext cx="241169" cy="241169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3221226"/>
            <a:ext cx="288000" cy="2880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6" y="3944685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ESTRUTURAIS</a:t>
            </a:r>
            <a:endParaRPr lang="en-US" sz="9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4117460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7082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3853206"/>
            <a:ext cx="648000" cy="648000"/>
            <a:chOff x="455122" y="4977513"/>
            <a:chExt cx="648000" cy="64800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1341224"/>
            <a:ext cx="648000" cy="648000"/>
            <a:chOff x="455122" y="4977513"/>
            <a:chExt cx="648000" cy="64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3853206"/>
            <a:ext cx="648000" cy="64800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1"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 smtClean="0">
                <a:solidFill>
                  <a:srgbClr val="FF0000"/>
                </a:solidFill>
              </a:rPr>
              <a:t>Fluxo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Métricas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Contrato</a:t>
            </a:r>
            <a:r>
              <a:rPr lang="en-US" sz="2000" dirty="0" smtClean="0">
                <a:solidFill>
                  <a:srgbClr val="FF0000"/>
                </a:solidFill>
              </a:rPr>
              <a:t> e </a:t>
            </a:r>
            <a:r>
              <a:rPr lang="en-US" sz="2000" dirty="0" err="1" smtClean="0">
                <a:solidFill>
                  <a:srgbClr val="FF0000"/>
                </a:solidFill>
              </a:rPr>
              <a:t>cliente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6892943" y="1632820"/>
            <a:ext cx="4106124" cy="1796974"/>
          </a:xfrm>
          <a:prstGeom prst="bentConnector3">
            <a:avLst>
              <a:gd name="adj1" fmla="val 2888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79" idx="6"/>
          </p:cNvCxnSpPr>
          <p:nvPr/>
        </p:nvCxnSpPr>
        <p:spPr>
          <a:xfrm flipV="1">
            <a:off x="9083680" y="3429794"/>
            <a:ext cx="1915387" cy="74741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717206" y="3651085"/>
            <a:ext cx="75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712499" y="3759453"/>
            <a:ext cx="120848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 smtClean="0"/>
              <a:t>Métricas contrato e cliente</a:t>
            </a:r>
            <a:endParaRPr lang="pt-PT" sz="105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0747" y="1979300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6682" y="2101650"/>
            <a:ext cx="2305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cd_captools.ct001_univ_salo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cd_captools.ct003_univ_cli</a:t>
            </a:r>
            <a:endParaRPr lang="pt-PT" sz="1000" b="1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cd_captools.fr004_cto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cd_captools.ct063_univ_pme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smtClean="0"/>
              <a:t>cd_captools.ct610_titulos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cd_captools.bdr_jm_clien_juri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cd_captools.ct021_rwa_cli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cd_captools.ct802_codigo_emp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4933" y="4483364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ESTRUTURAIS</a:t>
            </a:r>
            <a:endParaRPr lang="en-US" sz="900" dirty="0"/>
          </a:p>
        </p:txBody>
      </p:sp>
      <p:pic>
        <p:nvPicPr>
          <p:cNvPr id="19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3793301"/>
            <a:ext cx="241169" cy="241169"/>
          </a:xfrm>
          <a:prstGeom prst="rect">
            <a:avLst/>
          </a:prstGeom>
        </p:spPr>
      </p:pic>
      <p:pic>
        <p:nvPicPr>
          <p:cNvPr id="19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884219" y="3793301"/>
            <a:ext cx="288000" cy="288000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514" y="4608259"/>
            <a:ext cx="24055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cd_estruturais.tat91_tabelas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err="1"/>
              <a:t>cd_estruturais.interface_moradas</a:t>
            </a:r>
            <a:endParaRPr 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8867" y="1970772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RISCOS</a:t>
            </a:r>
            <a:endParaRPr lang="en-US" sz="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514" y="2101650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cd_riscos.rsv176sa1_balanco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021" y="4476122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ALM</a:t>
            </a:r>
            <a:endParaRPr lang="en-US" sz="900" dirty="0"/>
          </a:p>
        </p:txBody>
      </p:sp>
      <p:pic>
        <p:nvPicPr>
          <p:cNvPr id="48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3793301"/>
            <a:ext cx="241169" cy="241169"/>
          </a:xfrm>
          <a:prstGeom prst="rect">
            <a:avLst/>
          </a:prstGeom>
        </p:spPr>
      </p:pic>
      <p:pic>
        <p:nvPicPr>
          <p:cNvPr id="49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637357" y="3793301"/>
            <a:ext cx="288000" cy="2880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6682" y="4608259"/>
            <a:ext cx="22317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err="1" smtClean="0"/>
              <a:t>cd_alm.kt_chaves_alm_m</a:t>
            </a:r>
            <a:endParaRPr lang="pt-PT" sz="1000" b="1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cd_alm.al006_saq_ppc</a:t>
            </a:r>
          </a:p>
        </p:txBody>
      </p:sp>
      <p:cxnSp>
        <p:nvCxnSpPr>
          <p:cNvPr id="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8" idx="6"/>
          </p:cNvCxnSpPr>
          <p:nvPr/>
        </p:nvCxnSpPr>
        <p:spPr>
          <a:xfrm>
            <a:off x="9083680" y="1665224"/>
            <a:ext cx="1915387" cy="1764570"/>
          </a:xfrm>
          <a:prstGeom prst="bentConnector3">
            <a:avLst>
              <a:gd name="adj1" fmla="val 6202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926311" y="3429794"/>
            <a:ext cx="4072756" cy="699849"/>
          </a:xfrm>
          <a:prstGeom prst="bentConnector3">
            <a:avLst>
              <a:gd name="adj1" fmla="val 2838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5350239"/>
            <a:ext cx="10146650" cy="91066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404480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40497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Processo</a:t>
            </a:r>
            <a:r>
              <a:rPr lang="en-US" sz="1000" dirty="0" smtClean="0"/>
              <a:t> Manual</a:t>
            </a:r>
            <a:endParaRPr 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5322370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  <p:pic>
        <p:nvPicPr>
          <p:cNvPr id="7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1288245"/>
            <a:ext cx="241169" cy="241169"/>
          </a:xfrm>
          <a:prstGeom prst="rect">
            <a:avLst/>
          </a:prstGeom>
        </p:spPr>
      </p:pic>
      <p:pic>
        <p:nvPicPr>
          <p:cNvPr id="7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8884219" y="1288245"/>
            <a:ext cx="288000" cy="288000"/>
          </a:xfrm>
          <a:prstGeom prst="rect">
            <a:avLst/>
          </a:prstGeom>
        </p:spPr>
      </p:pic>
      <p:pic>
        <p:nvPicPr>
          <p:cNvPr id="8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1426797" y="3055453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25211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Gloval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3274205"/>
            <a:ext cx="648000" cy="648000"/>
            <a:chOff x="455122" y="4977513"/>
            <a:chExt cx="648000" cy="648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923" y="3944685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EMPRÉSTIMOS</a:t>
            </a:r>
            <a:endParaRPr lang="en-US" sz="900" dirty="0"/>
          </a:p>
        </p:txBody>
      </p:sp>
      <p:pic>
        <p:nvPicPr>
          <p:cNvPr id="3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3221226"/>
            <a:ext cx="241169" cy="241169"/>
          </a:xfrm>
          <a:prstGeom prst="rect">
            <a:avLst/>
          </a:prstGeom>
        </p:spPr>
      </p:pic>
      <p:pic>
        <p:nvPicPr>
          <p:cNvPr id="4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219" y="3221226"/>
            <a:ext cx="288000" cy="2880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243" y="4117460"/>
            <a:ext cx="24332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cd_emprestimos.gpt32_bemimove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cd_emprestimos.gpt18_bens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cd_emprestimos.gpt14_registos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cd_emprestimos.gpt31_contrato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5350239"/>
            <a:ext cx="10146650" cy="91066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2" name="Straight Connector 51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404480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Processo</a:t>
            </a:r>
            <a:r>
              <a:rPr lang="en-US" sz="1000" dirty="0" smtClean="0"/>
              <a:t> Manual</a:t>
            </a:r>
            <a:endParaRPr lang="en-US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5322370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061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6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1341224"/>
            <a:ext cx="648000" cy="648000"/>
            <a:chOff x="455122" y="4977513"/>
            <a:chExt cx="648000" cy="648000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923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GARANTIAS</a:t>
            </a:r>
            <a:endParaRPr lang="en-US" sz="900" dirty="0"/>
          </a:p>
        </p:txBody>
      </p: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1288245"/>
            <a:ext cx="241169" cy="241169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884219" y="1288245"/>
            <a:ext cx="288000" cy="288000"/>
          </a:xfrm>
          <a:prstGeom prst="rect">
            <a:avLst/>
          </a:prstGeom>
        </p:spPr>
      </p:pic>
      <p:sp>
        <p:nvSpPr>
          <p:cNvPr id="70" name="Oval 69">
            <a:extLst>
              <a:ext uri="{FF2B5EF4-FFF2-40B4-BE49-F238E27FC236}">
                <a16:creationId xmlns:a16="http://schemas.microsoft.com/office/drawing/2014/main" id="{EBFCE12C-1CA3-59CA-332B-BC05E3EB5727}"/>
              </a:ext>
            </a:extLst>
          </p:cNvPr>
          <p:cNvSpPr/>
          <p:nvPr/>
        </p:nvSpPr>
        <p:spPr>
          <a:xfrm>
            <a:off x="6186299" y="3274205"/>
            <a:ext cx="648000" cy="648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71" name="Graphic 119" descr="Database with solid fill">
            <a:extLst>
              <a:ext uri="{FF2B5EF4-FFF2-40B4-BE49-F238E27FC236}">
                <a16:creationId xmlns:a16="http://schemas.microsoft.com/office/drawing/2014/main" id="{C155FEBF-BA9A-1FF5-B40F-88830AD6841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92332" y="3383596"/>
            <a:ext cx="432000" cy="4320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6" y="3944685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ESTRUTURAIS</a:t>
            </a:r>
            <a:endParaRPr lang="en-US" sz="900" dirty="0"/>
          </a:p>
        </p:txBody>
      </p: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702" y="3221226"/>
            <a:ext cx="241169" cy="241169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637357" y="3221226"/>
            <a:ext cx="288000" cy="28800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2804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cd_captools.ct005_univ_perim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cd_captools.ct802_codigo_emp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243" y="2167437"/>
            <a:ext cx="2231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cd_garantias.gt008_trz_gt_imv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cd_garantias.gt001_trz_rsp_gt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cd_garantias.cst08_caucbem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cd_garantias.gt018_rateio_aval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4117460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40497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cxnSp>
        <p:nvCxnSpPr>
          <p:cNvPr id="7" name="Straight Connector 6"/>
          <p:cNvCxnSpPr>
            <a:stCxn id="70" idx="6"/>
            <a:endCxn id="41" idx="2"/>
          </p:cNvCxnSpPr>
          <p:nvPr/>
        </p:nvCxnSpPr>
        <p:spPr>
          <a:xfrm>
            <a:off x="6834299" y="3598205"/>
            <a:ext cx="16013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57" idx="6"/>
            <a:endCxn id="63" idx="2"/>
          </p:cNvCxnSpPr>
          <p:nvPr/>
        </p:nvCxnSpPr>
        <p:spPr>
          <a:xfrm>
            <a:off x="6834299" y="1665224"/>
            <a:ext cx="16013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3" idx="6"/>
            <a:endCxn id="103" idx="1"/>
          </p:cNvCxnSpPr>
          <p:nvPr/>
        </p:nvCxnSpPr>
        <p:spPr>
          <a:xfrm>
            <a:off x="9083680" y="1665224"/>
            <a:ext cx="1915387" cy="1764570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426797" y="3055453"/>
            <a:ext cx="288000" cy="288000"/>
          </a:xfrm>
          <a:prstGeom prst="rect">
            <a:avLst/>
          </a:prstGeom>
        </p:spPr>
      </p:pic>
      <p:cxnSp>
        <p:nvCxnSpPr>
          <p:cNvPr id="10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1" idx="6"/>
            <a:endCxn id="103" idx="1"/>
          </p:cNvCxnSpPr>
          <p:nvPr/>
        </p:nvCxnSpPr>
        <p:spPr>
          <a:xfrm flipV="1">
            <a:off x="9083680" y="3429794"/>
            <a:ext cx="1915387" cy="168411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/>
          <p:cNvGrpSpPr/>
          <p:nvPr/>
        </p:nvGrpSpPr>
        <p:grpSpPr>
          <a:xfrm>
            <a:off x="10710998" y="3752634"/>
            <a:ext cx="1224643" cy="415498"/>
            <a:chOff x="2905382" y="2549677"/>
            <a:chExt cx="1224643" cy="415498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030044" y="2549677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PT" sz="1050" dirty="0" err="1" smtClean="0"/>
                <a:t>Gloval</a:t>
              </a:r>
              <a:r>
                <a:rPr lang="pt-PT" sz="1050" dirty="0" smtClean="0"/>
                <a:t> imóveis </a:t>
              </a:r>
            </a:p>
            <a:p>
              <a:pPr algn="ctr"/>
              <a:r>
                <a:rPr lang="pt-PT" sz="1050" dirty="0" smtClean="0"/>
                <a:t>sem letra</a:t>
              </a:r>
              <a:endParaRPr lang="pt-PT" sz="1050" dirty="0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65043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Universo</a:t>
            </a:r>
            <a:r>
              <a:rPr lang="en-US" sz="2000" dirty="0" smtClean="0">
                <a:solidFill>
                  <a:srgbClr val="FF0000"/>
                </a:solidFill>
              </a:rPr>
              <a:t> Full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5350239"/>
            <a:ext cx="10146650" cy="91066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404480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40497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Processo</a:t>
            </a:r>
            <a:r>
              <a:rPr lang="en-US" sz="1000" dirty="0" smtClean="0"/>
              <a:t> Manual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5322370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5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061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280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cd_captools.nm001_master_cto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cd_captools.ct001_univ_saldo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en-US" sz="1000" dirty="0"/>
          </a:p>
        </p:txBody>
      </p:sp>
      <p:cxnSp>
        <p:nvCxnSpPr>
          <p:cNvPr id="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4" idx="6"/>
          </p:cNvCxnSpPr>
          <p:nvPr/>
        </p:nvCxnSpPr>
        <p:spPr>
          <a:xfrm>
            <a:off x="6834299" y="1665224"/>
            <a:ext cx="4164768" cy="17645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837231" y="3579464"/>
            <a:ext cx="97334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Métricas </a:t>
            </a:r>
          </a:p>
          <a:p>
            <a:pPr algn="ctr"/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/>
          </a:p>
        </p:txBody>
      </p:sp>
      <p:pic>
        <p:nvPicPr>
          <p:cNvPr id="6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4"/>
              </a:ext>
            </a:extLst>
          </a:blip>
          <a:stretch>
            <a:fillRect/>
          </a:stretch>
        </p:blipFill>
        <p:spPr>
          <a:xfrm>
            <a:off x="11426797" y="3055453"/>
            <a:ext cx="288000" cy="288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22" y="1341224"/>
            <a:ext cx="648000" cy="648000"/>
          </a:xfrm>
          <a:prstGeom prst="ellipse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421" y="1341224"/>
            <a:ext cx="648000" cy="648000"/>
          </a:xfrm>
          <a:prstGeom prst="ellipse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421" y="3274205"/>
            <a:ext cx="648000" cy="648000"/>
          </a:xfrm>
          <a:prstGeom prst="ellipse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22" y="3274205"/>
            <a:ext cx="648000" cy="648000"/>
          </a:xfrm>
          <a:prstGeom prst="ellipse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239" y="1341224"/>
            <a:ext cx="648000" cy="648000"/>
          </a:xfrm>
          <a:prstGeom prst="ellipse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>
            <a:off x="1533422" y="1665224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870421" y="1665224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239" y="3274205"/>
            <a:ext cx="648000" cy="648000"/>
          </a:xfrm>
          <a:prstGeom prst="ellipse">
            <a:avLst/>
          </a:prstGeom>
        </p:spPr>
      </p:pic>
      <p:cxnSp>
        <p:nvCxnSpPr>
          <p:cNvPr id="50" name="Straight Connector 49"/>
          <p:cNvCxnSpPr>
            <a:stCxn id="40" idx="6"/>
            <a:endCxn id="49" idx="2"/>
          </p:cNvCxnSpPr>
          <p:nvPr/>
        </p:nvCxnSpPr>
        <p:spPr>
          <a:xfrm>
            <a:off x="2870421" y="3598205"/>
            <a:ext cx="6898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1" idx="6"/>
            <a:endCxn id="40" idx="2"/>
          </p:cNvCxnSpPr>
          <p:nvPr/>
        </p:nvCxnSpPr>
        <p:spPr>
          <a:xfrm>
            <a:off x="1533422" y="3598205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99993" y="2028965"/>
            <a:ext cx="12347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MdD_79_CESG_CNAE_ESG_v5.2</a:t>
            </a:r>
            <a:endParaRPr lang="pt-PT" sz="1000" dirty="0" smtClean="0"/>
          </a:p>
        </p:txBody>
      </p:sp>
      <p:sp>
        <p:nvSpPr>
          <p:cNvPr id="67" name="Rectangle 66"/>
          <p:cNvSpPr/>
          <p:nvPr/>
        </p:nvSpPr>
        <p:spPr>
          <a:xfrm>
            <a:off x="714292" y="3950074"/>
            <a:ext cx="1024649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/>
              <a:t>MdD_84_GARB_GAR &amp; BTAR_v5.2</a:t>
            </a:r>
            <a:endParaRPr lang="pt-PT" sz="1050" dirty="0" smtClean="0"/>
          </a:p>
        </p:txBody>
      </p:sp>
      <p:sp>
        <p:nvSpPr>
          <p:cNvPr id="68" name="Rectangle 67"/>
          <p:cNvSpPr/>
          <p:nvPr/>
        </p:nvSpPr>
        <p:spPr>
          <a:xfrm>
            <a:off x="1929182" y="2028965"/>
            <a:ext cx="12639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MdD_80_ENPC_Energy_Performance_Certificate_v4.2</a:t>
            </a:r>
            <a:endParaRPr lang="pt-PT" sz="1000" dirty="0"/>
          </a:p>
        </p:txBody>
      </p:sp>
      <p:sp>
        <p:nvSpPr>
          <p:cNvPr id="69" name="Rectangle 68"/>
          <p:cNvSpPr/>
          <p:nvPr/>
        </p:nvSpPr>
        <p:spPr>
          <a:xfrm>
            <a:off x="2056181" y="3950074"/>
            <a:ext cx="1021597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/>
              <a:t>MdD_84_GARB_GAR &amp; BTAR_v5.2</a:t>
            </a:r>
            <a:endParaRPr lang="pt-PT" sz="1050" dirty="0" smtClean="0"/>
          </a:p>
        </p:txBody>
      </p:sp>
      <p:sp>
        <p:nvSpPr>
          <p:cNvPr id="70" name="Rectangle 69"/>
          <p:cNvSpPr/>
          <p:nvPr/>
        </p:nvSpPr>
        <p:spPr>
          <a:xfrm>
            <a:off x="3397567" y="2028965"/>
            <a:ext cx="109188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MdD_83_MITI_Mitigation actions_v4.2</a:t>
            </a:r>
            <a:endParaRPr lang="pt-PT" sz="1000" dirty="0"/>
          </a:p>
        </p:txBody>
      </p:sp>
      <p:sp>
        <p:nvSpPr>
          <p:cNvPr id="71" name="Rectangle 70"/>
          <p:cNvSpPr/>
          <p:nvPr/>
        </p:nvSpPr>
        <p:spPr>
          <a:xfrm>
            <a:off x="3289616" y="3950074"/>
            <a:ext cx="1250634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/>
              <a:t>MdD_109_IESG_Interest </a:t>
            </a:r>
            <a:r>
              <a:rPr lang="pt-PT" sz="1050" dirty="0" err="1"/>
              <a:t>and</a:t>
            </a:r>
            <a:r>
              <a:rPr lang="pt-PT" sz="1050" dirty="0"/>
              <a:t> Commisions_v3.1</a:t>
            </a:r>
            <a:endParaRPr lang="pt-PT" sz="1050" dirty="0" smtClean="0"/>
          </a:p>
        </p:txBody>
      </p:sp>
      <p:sp>
        <p:nvSpPr>
          <p:cNvPr id="72" name="Rectangle 71"/>
          <p:cNvSpPr/>
          <p:nvPr/>
        </p:nvSpPr>
        <p:spPr>
          <a:xfrm>
            <a:off x="461295" y="4990057"/>
            <a:ext cx="491681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 smtClean="0"/>
              <a:t>Nota: Ficheiros “</a:t>
            </a:r>
            <a:r>
              <a:rPr lang="pt-PT" sz="900" dirty="0" err="1" smtClean="0"/>
              <a:t>xlsx</a:t>
            </a:r>
            <a:r>
              <a:rPr lang="pt-PT" sz="900" dirty="0" smtClean="0"/>
              <a:t>” com os </a:t>
            </a:r>
            <a:r>
              <a:rPr lang="pt-PT" sz="900" dirty="0" err="1" smtClean="0"/>
              <a:t>IDCOMBs</a:t>
            </a:r>
            <a:r>
              <a:rPr lang="pt-PT" sz="900" dirty="0" smtClean="0"/>
              <a:t> para os respetivos satélites</a:t>
            </a:r>
            <a:endParaRPr lang="pt-PT" sz="900" dirty="0" smtClean="0"/>
          </a:p>
        </p:txBody>
      </p:sp>
      <p:cxnSp>
        <p:nvCxnSpPr>
          <p:cNvPr id="73" name="Straight Connector 72"/>
          <p:cNvCxnSpPr>
            <a:stCxn id="45" idx="6"/>
          </p:cNvCxnSpPr>
          <p:nvPr/>
        </p:nvCxnSpPr>
        <p:spPr>
          <a:xfrm>
            <a:off x="4208239" y="1665224"/>
            <a:ext cx="18179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9" idx="6"/>
            <a:endCxn id="44" idx="2"/>
          </p:cNvCxnSpPr>
          <p:nvPr/>
        </p:nvCxnSpPr>
        <p:spPr>
          <a:xfrm flipV="1">
            <a:off x="4208239" y="1665224"/>
            <a:ext cx="1978060" cy="193298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83697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Métricas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3042424" y="2411234"/>
            <a:ext cx="207686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12-DEZEMBRO-2022-StockAdjudicadosTOTTA </a:t>
            </a:r>
            <a:r>
              <a:rPr lang="en-US" sz="1000" dirty="0" smtClean="0"/>
              <a:t>URBE_2022-12-30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7679" y="3888027"/>
            <a:ext cx="310541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CarteiraGlobalDeImoveis-2022-12-30_Em </a:t>
            </a:r>
            <a:r>
              <a:rPr lang="en-US" sz="1000" dirty="0" smtClean="0"/>
              <a:t>desinvestimento_v2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7680" y="2065872"/>
            <a:ext cx="1694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Imoveis</a:t>
            </a:r>
            <a:r>
              <a:rPr lang="en-US" sz="1000" dirty="0"/>
              <a:t> BST </a:t>
            </a:r>
            <a:r>
              <a:rPr lang="en-US" sz="1000" dirty="0" smtClean="0"/>
              <a:t>Dez22.xlsx</a:t>
            </a:r>
            <a:endParaRPr lang="en-US" sz="900" dirty="0"/>
          </a:p>
        </p:txBody>
      </p:sp>
      <p:sp>
        <p:nvSpPr>
          <p:cNvPr id="96" name="Rectangle 95"/>
          <p:cNvSpPr/>
          <p:nvPr/>
        </p:nvSpPr>
        <p:spPr>
          <a:xfrm>
            <a:off x="10862880" y="3579464"/>
            <a:ext cx="922047" cy="577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Métricas </a:t>
            </a:r>
          </a:p>
          <a:p>
            <a:pPr algn="ctr"/>
            <a:r>
              <a:rPr lang="pt-PT" sz="1050" dirty="0" smtClean="0"/>
              <a:t>Métricas</a:t>
            </a:r>
          </a:p>
          <a:p>
            <a:pPr algn="ctr"/>
            <a:r>
              <a:rPr lang="pt-PT" sz="1050" dirty="0" smtClean="0"/>
              <a:t>Adjudicados</a:t>
            </a:r>
            <a:endParaRPr lang="pt-PT" sz="105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77680" y="2307930"/>
            <a:ext cx="28769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imóveis adjudicados das seguintes origens: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err="1" smtClean="0"/>
              <a:t>Dações+Arrematações</a:t>
            </a:r>
            <a:endParaRPr lang="pt-PT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smtClean="0"/>
              <a:t>Stock IFIC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smtClean="0"/>
              <a:t>Stock Adjudicados</a:t>
            </a:r>
            <a:endParaRPr lang="en-US" sz="1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86704" y="4296781"/>
            <a:ext cx="2876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imóveis adjudicados das seguintes origens: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smtClean="0"/>
              <a:t>Stock Adjudicados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err="1" smtClean="0"/>
              <a:t>Totta</a:t>
            </a:r>
            <a:r>
              <a:rPr lang="pt-PT" sz="1000" dirty="0" smtClean="0"/>
              <a:t> URBE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789211" y="2892705"/>
            <a:ext cx="28769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imóveis adjudicados das seguintes origens: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err="1" smtClean="0"/>
              <a:t>Totta</a:t>
            </a:r>
            <a:r>
              <a:rPr lang="pt-PT" sz="1000" dirty="0" smtClean="0"/>
              <a:t> URBE</a:t>
            </a:r>
            <a:endParaRPr lang="en-US" sz="10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309" y="1776836"/>
            <a:ext cx="648000" cy="64800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422" y="3274205"/>
            <a:ext cx="648000" cy="64800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422" y="1341224"/>
            <a:ext cx="648000" cy="64800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5350239"/>
            <a:ext cx="10146650" cy="91066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404480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Processo</a:t>
            </a:r>
            <a:r>
              <a:rPr lang="en-US" sz="1000" dirty="0" smtClean="0"/>
              <a:t> Manual</a:t>
            </a:r>
            <a:endParaRPr lang="en-US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5357181" y="-2672498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5322370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3274205"/>
            <a:ext cx="648000" cy="64800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3221226"/>
            <a:ext cx="241169" cy="241169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219" y="3221226"/>
            <a:ext cx="288000" cy="288000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13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1341224"/>
            <a:ext cx="648000" cy="648000"/>
            <a:chOff x="455122" y="4977513"/>
            <a:chExt cx="648000" cy="648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3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1288245"/>
            <a:ext cx="241169" cy="241169"/>
          </a:xfrm>
          <a:prstGeom prst="rect">
            <a:avLst/>
          </a:prstGeom>
        </p:spPr>
      </p:pic>
      <p:pic>
        <p:nvPicPr>
          <p:cNvPr id="13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8884219" y="1288245"/>
            <a:ext cx="288000" cy="288000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3274205"/>
            <a:ext cx="648000" cy="648000"/>
            <a:chOff x="455122" y="4977513"/>
            <a:chExt cx="648000" cy="64800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4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702" y="3221226"/>
            <a:ext cx="241169" cy="241169"/>
          </a:xfrm>
          <a:prstGeom prst="rect">
            <a:avLst/>
          </a:prstGeom>
        </p:spPr>
      </p:pic>
      <p:pic>
        <p:nvPicPr>
          <p:cNvPr id="14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7357" y="3221226"/>
            <a:ext cx="288000" cy="288000"/>
          </a:xfrm>
          <a:prstGeom prst="rect">
            <a:avLst/>
          </a:prstGeom>
        </p:spPr>
      </p:pic>
      <p:cxnSp>
        <p:nvCxnSpPr>
          <p:cNvPr id="144" name="Straight Connector 143"/>
          <p:cNvCxnSpPr>
            <a:stCxn id="140" idx="6"/>
            <a:endCxn id="122" idx="2"/>
          </p:cNvCxnSpPr>
          <p:nvPr/>
        </p:nvCxnSpPr>
        <p:spPr>
          <a:xfrm>
            <a:off x="6834299" y="3598205"/>
            <a:ext cx="16013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27" idx="6"/>
            <a:endCxn id="132" idx="2"/>
          </p:cNvCxnSpPr>
          <p:nvPr/>
        </p:nvCxnSpPr>
        <p:spPr>
          <a:xfrm>
            <a:off x="6834299" y="1665224"/>
            <a:ext cx="16013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923" y="3944685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EMPRÉSTIMOS</a:t>
            </a:r>
            <a:endParaRPr lang="en-US" sz="9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243" y="4117460"/>
            <a:ext cx="2433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cd_emprestimos.gpt32_bemimove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cd_emprestimos.gpt18_bens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061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923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6" y="3944685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ESTRUTURAIS</a:t>
            </a:r>
            <a:endParaRPr lang="en-US" sz="9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280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cd_riscos.ivt01_imoveis</a:t>
            </a:r>
            <a:endParaRPr lang="en-US" sz="10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243" y="2167437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cd_leasing.lgt03_ravalimo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4117460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40497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pic>
        <p:nvPicPr>
          <p:cNvPr id="15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1426797" y="3055453"/>
            <a:ext cx="288000" cy="288000"/>
          </a:xfrm>
          <a:prstGeom prst="rect">
            <a:avLst/>
          </a:prstGeom>
        </p:spPr>
      </p:pic>
      <p:cxnSp>
        <p:nvCxnSpPr>
          <p:cNvPr id="1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9083680" y="3429794"/>
            <a:ext cx="1915387" cy="168411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680" y="1665224"/>
            <a:ext cx="1915387" cy="1764570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stCxn id="103" idx="3"/>
            <a:endCxn id="127" idx="2"/>
          </p:cNvCxnSpPr>
          <p:nvPr/>
        </p:nvCxnSpPr>
        <p:spPr>
          <a:xfrm>
            <a:off x="1533422" y="1665224"/>
            <a:ext cx="465287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stCxn id="101" idx="3"/>
            <a:endCxn id="140" idx="2"/>
          </p:cNvCxnSpPr>
          <p:nvPr/>
        </p:nvCxnSpPr>
        <p:spPr>
          <a:xfrm>
            <a:off x="1533422" y="3598205"/>
            <a:ext cx="465287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99" idx="0"/>
            <a:endCxn id="127" idx="2"/>
          </p:cNvCxnSpPr>
          <p:nvPr/>
        </p:nvCxnSpPr>
        <p:spPr>
          <a:xfrm rot="5400000" flipH="1" flipV="1">
            <a:off x="5065998" y="656535"/>
            <a:ext cx="111612" cy="2128990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Elbow Connector 167"/>
          <p:cNvCxnSpPr>
            <a:stCxn id="99" idx="3"/>
            <a:endCxn id="140" idx="2"/>
          </p:cNvCxnSpPr>
          <p:nvPr/>
        </p:nvCxnSpPr>
        <p:spPr>
          <a:xfrm>
            <a:off x="4381309" y="2100836"/>
            <a:ext cx="1804990" cy="1497369"/>
          </a:xfrm>
          <a:prstGeom prst="bentConnector3">
            <a:avLst>
              <a:gd name="adj1" fmla="val 6988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4866609" y="5989639"/>
            <a:ext cx="1770748" cy="415498"/>
            <a:chOff x="3887281" y="2628000"/>
            <a:chExt cx="1116018" cy="415498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3887281" y="2628000"/>
              <a:ext cx="1116018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1050" dirty="0" err="1" smtClean="0"/>
                <a:t>Gloval</a:t>
              </a:r>
              <a:r>
                <a:rPr lang="pt-PT" sz="1050" dirty="0"/>
                <a:t> </a:t>
              </a:r>
              <a:r>
                <a:rPr lang="pt-PT" sz="1050" dirty="0" smtClean="0"/>
                <a:t>imoveis sem letra</a:t>
              </a:r>
              <a:endParaRPr lang="pt-PT" sz="1050" dirty="0"/>
            </a:p>
          </p:txBody>
        </p:sp>
      </p:grpSp>
      <p:pic>
        <p:nvPicPr>
          <p:cNvPr id="1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181" y="5401101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5767726" y="5363545"/>
            <a:ext cx="288000" cy="288000"/>
          </a:xfrm>
          <a:prstGeom prst="rect">
            <a:avLst/>
          </a:prstGeom>
        </p:spPr>
      </p:pic>
      <p:cxnSp>
        <p:nvCxnSpPr>
          <p:cNvPr id="176" name="Elbow Connector 175"/>
          <p:cNvCxnSpPr>
            <a:stCxn id="174" idx="1"/>
          </p:cNvCxnSpPr>
          <p:nvPr/>
        </p:nvCxnSpPr>
        <p:spPr>
          <a:xfrm rot="10800000">
            <a:off x="5012267" y="3598205"/>
            <a:ext cx="344914" cy="2126896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411072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Repartição</a:t>
            </a:r>
            <a:r>
              <a:rPr lang="en-US" sz="2000" dirty="0" smtClean="0">
                <a:solidFill>
                  <a:srgbClr val="FF0000"/>
                </a:solidFill>
              </a:rPr>
              <a:t> de </a:t>
            </a:r>
            <a:r>
              <a:rPr lang="en-US" sz="2000" dirty="0" err="1" smtClean="0">
                <a:solidFill>
                  <a:srgbClr val="FF0000"/>
                </a:solidFill>
              </a:rPr>
              <a:t>Garantias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9083680" y="1665224"/>
            <a:ext cx="1915387" cy="1764570"/>
          </a:xfrm>
          <a:prstGeom prst="bentConnector3">
            <a:avLst>
              <a:gd name="adj1" fmla="val 496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4" idx="3"/>
            <a:endCxn id="49" idx="1"/>
          </p:cNvCxnSpPr>
          <p:nvPr/>
        </p:nvCxnSpPr>
        <p:spPr>
          <a:xfrm>
            <a:off x="6834299" y="1665224"/>
            <a:ext cx="4164768" cy="1764570"/>
          </a:xfrm>
          <a:prstGeom prst="bentConnector3">
            <a:avLst>
              <a:gd name="adj1" fmla="val 2219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5791432" y="1943342"/>
            <a:ext cx="2509035" cy="1046368"/>
            <a:chOff x="1152347" y="1804102"/>
            <a:chExt cx="2509035" cy="1046368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1152347" y="1804102"/>
              <a:ext cx="1527982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smtClean="0"/>
                <a:t>Métricas de Colaterais</a:t>
              </a:r>
              <a:endParaRPr lang="pt-PT" sz="1050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544467" y="1943342"/>
            <a:ext cx="2135263" cy="2686716"/>
            <a:chOff x="3215652" y="1804102"/>
            <a:chExt cx="2135263" cy="268671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3215652" y="4244597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92100" y="1804102"/>
              <a:ext cx="175881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smtClean="0"/>
                <a:t>Métricas contrato e cliente</a:t>
              </a:r>
              <a:endParaRPr lang="pt-PT" sz="1050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768317" y="3752634"/>
            <a:ext cx="1101584" cy="415498"/>
            <a:chOff x="2752725" y="2549677"/>
            <a:chExt cx="1101584" cy="41549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752725" y="2549677"/>
              <a:ext cx="110158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smtClean="0"/>
                <a:t>Repartição de </a:t>
              </a:r>
            </a:p>
            <a:p>
              <a:r>
                <a:rPr lang="pt-PT" sz="1050" dirty="0"/>
                <a:t> </a:t>
              </a:r>
              <a:r>
                <a:rPr lang="pt-PT" sz="1050" dirty="0" smtClean="0"/>
                <a:t>   Garantias</a:t>
              </a:r>
              <a:endParaRPr lang="pt-PT" sz="1050" dirty="0"/>
            </a:p>
          </p:txBody>
        </p:sp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680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299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8847169" y="1301046"/>
            <a:ext cx="288000" cy="288000"/>
          </a:xfrm>
          <a:prstGeom prst="rect">
            <a:avLst/>
          </a:prstGeom>
        </p:spPr>
      </p:pic>
      <p:pic>
        <p:nvPicPr>
          <p:cNvPr id="2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6596844" y="1301046"/>
            <a:ext cx="288000" cy="28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5350239"/>
            <a:ext cx="10146650" cy="91066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30" name="Straight Connector 29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404480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40497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Processo</a:t>
            </a:r>
            <a:r>
              <a:rPr lang="en-US" sz="1000" dirty="0" smtClean="0"/>
              <a:t> Manual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5322370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1426797" y="3055453"/>
            <a:ext cx="288000" cy="288000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6005432" y="3892982"/>
            <a:ext cx="1099981" cy="415498"/>
            <a:chOff x="3887281" y="2628000"/>
            <a:chExt cx="1099981" cy="41549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887281" y="2628000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err="1" smtClean="0"/>
                <a:t>Gloval</a:t>
              </a:r>
              <a:r>
                <a:rPr lang="pt-PT" sz="1050" dirty="0"/>
                <a:t> </a:t>
              </a:r>
              <a:r>
                <a:rPr lang="pt-PT" sz="1050" dirty="0" smtClean="0"/>
                <a:t>imoveis </a:t>
              </a:r>
            </a:p>
            <a:p>
              <a:r>
                <a:rPr lang="pt-PT" sz="1050" dirty="0"/>
                <a:t> </a:t>
              </a:r>
              <a:r>
                <a:rPr lang="pt-PT" sz="1050" dirty="0" smtClean="0"/>
                <a:t>    sem letra</a:t>
              </a:r>
              <a:endParaRPr lang="pt-PT" sz="1050" dirty="0"/>
            </a:p>
          </p:txBody>
        </p:sp>
      </p:grpSp>
      <p:pic>
        <p:nvPicPr>
          <p:cNvPr id="5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299" y="327420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6596844" y="3236649"/>
            <a:ext cx="288000" cy="288000"/>
          </a:xfrm>
          <a:prstGeom prst="rect">
            <a:avLst/>
          </a:prstGeom>
        </p:spPr>
      </p:pic>
      <p:cxnSp>
        <p:nvCxnSpPr>
          <p:cNvPr id="5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54" idx="3"/>
            <a:endCxn id="49" idx="1"/>
          </p:cNvCxnSpPr>
          <p:nvPr/>
        </p:nvCxnSpPr>
        <p:spPr>
          <a:xfrm flipV="1">
            <a:off x="6834299" y="3429794"/>
            <a:ext cx="4164768" cy="168411"/>
          </a:xfrm>
          <a:prstGeom prst="bentConnector3">
            <a:avLst>
              <a:gd name="adj1" fmla="val 221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149846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Fluxos </a:t>
            </a:r>
            <a:r>
              <a:rPr lang="pt-PT" dirty="0" smtClean="0"/>
              <a:t>Secundários</a:t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792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79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4292" y="2028965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0699" y="5328236"/>
            <a:ext cx="217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20221021 Pillar 3 ESG - List of Paris excluded companies.xlsx</a:t>
            </a:r>
            <a:endParaRPr lang="en-US" sz="900" dirty="0"/>
          </a:p>
        </p:txBody>
      </p:sp>
      <p:sp>
        <p:nvSpPr>
          <p:cNvPr id="56" name="Rectangle 55"/>
          <p:cNvSpPr/>
          <p:nvPr/>
        </p:nvSpPr>
        <p:spPr>
          <a:xfrm>
            <a:off x="2006878" y="2028965"/>
            <a:ext cx="106311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Repartição de </a:t>
            </a:r>
          </a:p>
          <a:p>
            <a:pPr algn="ctr"/>
            <a:r>
              <a:rPr lang="pt-PT" sz="1050" dirty="0" smtClean="0"/>
              <a:t>Garantias</a:t>
            </a:r>
            <a:endParaRPr lang="pt-PT" sz="10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662675" y="5328236"/>
            <a:ext cx="169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20230523 Pillar 3 ESG - Physical </a:t>
            </a:r>
            <a:r>
              <a:rPr lang="en-US" sz="1000" dirty="0" smtClean="0"/>
              <a:t>risk.v4.xlsx</a:t>
            </a:r>
            <a:endParaRPr lang="en-US" sz="900" dirty="0"/>
          </a:p>
        </p:txBody>
      </p:sp>
      <p:sp>
        <p:nvSpPr>
          <p:cNvPr id="71" name="Rectangle 70"/>
          <p:cNvSpPr/>
          <p:nvPr/>
        </p:nvSpPr>
        <p:spPr>
          <a:xfrm>
            <a:off x="2107973" y="3878050"/>
            <a:ext cx="92204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Métricas </a:t>
            </a:r>
          </a:p>
          <a:p>
            <a:pPr algn="ctr"/>
            <a:r>
              <a:rPr lang="pt-PT" sz="1050" dirty="0" smtClean="0"/>
              <a:t>Adjudicados</a:t>
            </a:r>
            <a:endParaRPr lang="pt-PT" sz="1050" dirty="0"/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Rectangle 73"/>
          <p:cNvSpPr/>
          <p:nvPr/>
        </p:nvSpPr>
        <p:spPr>
          <a:xfrm>
            <a:off x="10916007" y="3713112"/>
            <a:ext cx="8226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Satélite 79</a:t>
            </a:r>
            <a:endParaRPr lang="pt-PT" sz="105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337741" y="5760911"/>
            <a:ext cx="28769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riscos físicos associados aos colaterais imóveis.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101" y="5760911"/>
            <a:ext cx="2876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as entidades excluídas pelo acordo de Paris.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911876" y="5736263"/>
            <a:ext cx="75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125" name="Rectangle 124"/>
          <p:cNvSpPr/>
          <p:nvPr/>
        </p:nvSpPr>
        <p:spPr>
          <a:xfrm>
            <a:off x="599146" y="3878050"/>
            <a:ext cx="125547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Métricas contrato </a:t>
            </a:r>
          </a:p>
          <a:p>
            <a:pPr algn="ctr"/>
            <a:r>
              <a:rPr lang="pt-PT" sz="1050" dirty="0" smtClean="0"/>
              <a:t>e cliente</a:t>
            </a:r>
            <a:endParaRPr lang="pt-PT" sz="1050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075" y="4625241"/>
            <a:ext cx="648000" cy="648000"/>
          </a:xfrm>
          <a:prstGeom prst="ellipse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817" y="4625241"/>
            <a:ext cx="648000" cy="648000"/>
          </a:xfrm>
          <a:prstGeom prst="ellipse">
            <a:avLst/>
          </a:prstGeom>
        </p:spPr>
      </p:pic>
      <p:pic>
        <p:nvPicPr>
          <p:cNvPr id="8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421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421" y="327420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327420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39896" y="3238275"/>
            <a:ext cx="288000" cy="288000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5558" y="1308503"/>
            <a:ext cx="288000" cy="288000"/>
          </a:xfrm>
          <a:prstGeom prst="rect">
            <a:avLst/>
          </a:prstGeom>
        </p:spPr>
      </p:pic>
      <p:pic>
        <p:nvPicPr>
          <p:cNvPr id="93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39896" y="1308503"/>
            <a:ext cx="288000" cy="288000"/>
          </a:xfrm>
          <a:prstGeom prst="rect">
            <a:avLst/>
          </a:prstGeom>
        </p:spPr>
      </p:pic>
      <p:pic>
        <p:nvPicPr>
          <p:cNvPr id="9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5558" y="3238275"/>
            <a:ext cx="288000" cy="2880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4586160"/>
            <a:ext cx="10146650" cy="167474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331779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33218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Métricas</a:t>
            </a:r>
            <a:r>
              <a:rPr lang="en-US" sz="1000" dirty="0" smtClean="0"/>
              <a:t> </a:t>
            </a:r>
            <a:r>
              <a:rPr lang="en-US" sz="1000" dirty="0" err="1" smtClean="0"/>
              <a:t>obtidas</a:t>
            </a:r>
            <a:r>
              <a:rPr lang="en-US" sz="1000" dirty="0" smtClean="0"/>
              <a:t> </a:t>
            </a:r>
            <a:r>
              <a:rPr lang="en-US" sz="1000" dirty="0" err="1" smtClean="0"/>
              <a:t>anteriormente</a:t>
            </a:r>
            <a:endParaRPr lang="en-US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455159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3274205"/>
            <a:ext cx="648000" cy="648000"/>
            <a:chOff x="455122" y="4977513"/>
            <a:chExt cx="648000" cy="6480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702" y="3221226"/>
            <a:ext cx="241169" cy="241169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3221226"/>
            <a:ext cx="288000" cy="288000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061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6" y="3944685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ESTRUTURAIS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2804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cd_captools.fr802_pl_contas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4117460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cxnSp>
        <p:nvCxnSpPr>
          <p:cNvPr id="3" name="Straight Connector 2"/>
          <p:cNvCxnSpPr>
            <a:stCxn id="89" idx="3"/>
            <a:endCxn id="87" idx="1"/>
          </p:cNvCxnSpPr>
          <p:nvPr/>
        </p:nvCxnSpPr>
        <p:spPr>
          <a:xfrm>
            <a:off x="1533422" y="1665224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87" idx="3"/>
            <a:endCxn id="70" idx="2"/>
          </p:cNvCxnSpPr>
          <p:nvPr/>
        </p:nvCxnSpPr>
        <p:spPr>
          <a:xfrm>
            <a:off x="2870421" y="1665224"/>
            <a:ext cx="33158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90" idx="3"/>
            <a:endCxn id="88" idx="1"/>
          </p:cNvCxnSpPr>
          <p:nvPr/>
        </p:nvCxnSpPr>
        <p:spPr>
          <a:xfrm>
            <a:off x="1533422" y="3598205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88" idx="3"/>
            <a:endCxn id="80" idx="2"/>
          </p:cNvCxnSpPr>
          <p:nvPr/>
        </p:nvCxnSpPr>
        <p:spPr>
          <a:xfrm>
            <a:off x="2870421" y="3598205"/>
            <a:ext cx="33158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stCxn id="85" idx="6"/>
            <a:endCxn id="80" idx="2"/>
          </p:cNvCxnSpPr>
          <p:nvPr/>
        </p:nvCxnSpPr>
        <p:spPr>
          <a:xfrm flipV="1">
            <a:off x="3797075" y="3598205"/>
            <a:ext cx="2389224" cy="1351036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1341224"/>
            <a:ext cx="648000" cy="64800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923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243" y="2167437"/>
            <a:ext cx="2436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11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1288245"/>
            <a:ext cx="241169" cy="241169"/>
          </a:xfrm>
          <a:prstGeom prst="rect">
            <a:avLst/>
          </a:prstGeom>
        </p:spPr>
      </p:pic>
      <p:pic>
        <p:nvPicPr>
          <p:cNvPr id="11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219" y="1288245"/>
            <a:ext cx="288000" cy="288000"/>
          </a:xfrm>
          <a:prstGeom prst="rect">
            <a:avLst/>
          </a:prstGeom>
        </p:spPr>
      </p:pic>
      <p:cxnSp>
        <p:nvCxnSpPr>
          <p:cNvPr id="11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680" y="1665224"/>
            <a:ext cx="1915387" cy="1764570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6834299" y="1665224"/>
            <a:ext cx="16013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299" y="3429794"/>
            <a:ext cx="4164768" cy="168411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85" idx="6"/>
            <a:endCxn id="86" idx="2"/>
          </p:cNvCxnSpPr>
          <p:nvPr/>
        </p:nvCxnSpPr>
        <p:spPr>
          <a:xfrm>
            <a:off x="3797075" y="4949241"/>
            <a:ext cx="386474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146007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80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36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36"/>
          <p:cNvSpPr/>
          <p:nvPr/>
        </p:nvSpPr>
        <p:spPr>
          <a:xfrm>
            <a:off x="10916007" y="3713112"/>
            <a:ext cx="8226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Satélite 80</a:t>
            </a:r>
            <a:endParaRPr lang="pt-PT" sz="1050" dirty="0"/>
          </a:p>
        </p:txBody>
      </p:sp>
      <p:sp>
        <p:nvSpPr>
          <p:cNvPr id="38" name="Rectangle 37"/>
          <p:cNvSpPr/>
          <p:nvPr/>
        </p:nvSpPr>
        <p:spPr>
          <a:xfrm>
            <a:off x="714292" y="2028965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sp>
        <p:nvSpPr>
          <p:cNvPr id="39" name="Rectangle 38"/>
          <p:cNvSpPr/>
          <p:nvPr/>
        </p:nvSpPr>
        <p:spPr>
          <a:xfrm>
            <a:off x="2006878" y="2028965"/>
            <a:ext cx="106311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Repartição de </a:t>
            </a:r>
          </a:p>
          <a:p>
            <a:pPr algn="ctr"/>
            <a:r>
              <a:rPr lang="pt-PT" sz="1050" dirty="0" smtClean="0"/>
              <a:t>Garantias</a:t>
            </a:r>
            <a:endParaRPr lang="pt-PT" sz="1050" dirty="0"/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421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5558" y="1308503"/>
            <a:ext cx="288000" cy="288000"/>
          </a:xfrm>
          <a:prstGeom prst="rect">
            <a:avLst/>
          </a:prstGeom>
        </p:spPr>
      </p:pic>
      <p:pic>
        <p:nvPicPr>
          <p:cNvPr id="4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39896" y="1308503"/>
            <a:ext cx="288000" cy="288000"/>
          </a:xfrm>
          <a:prstGeom prst="rect">
            <a:avLst/>
          </a:prstGeom>
        </p:spPr>
      </p:pic>
      <p:cxnSp>
        <p:nvCxnSpPr>
          <p:cNvPr id="51" name="Straight Connector 50"/>
          <p:cNvCxnSpPr>
            <a:stCxn id="45" idx="3"/>
            <a:endCxn id="42" idx="1"/>
          </p:cNvCxnSpPr>
          <p:nvPr/>
        </p:nvCxnSpPr>
        <p:spPr>
          <a:xfrm>
            <a:off x="1533422" y="1665224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107973" y="3878050"/>
            <a:ext cx="92204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Métricas </a:t>
            </a:r>
          </a:p>
          <a:p>
            <a:pPr algn="ctr"/>
            <a:r>
              <a:rPr lang="pt-PT" sz="1050" dirty="0" smtClean="0"/>
              <a:t>Adjudicados</a:t>
            </a:r>
            <a:endParaRPr lang="pt-PT" sz="1050" dirty="0"/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421" y="327420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39896" y="3238275"/>
            <a:ext cx="288000" cy="28800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4586160"/>
            <a:ext cx="10146650" cy="167474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331779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33218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Métricas</a:t>
            </a:r>
            <a:r>
              <a:rPr lang="en-US" sz="1000" dirty="0" smtClean="0"/>
              <a:t> </a:t>
            </a:r>
            <a:r>
              <a:rPr lang="en-US" sz="1000" dirty="0" err="1" smtClean="0"/>
              <a:t>obtidas</a:t>
            </a:r>
            <a:r>
              <a:rPr lang="en-US" sz="1000" dirty="0" smtClean="0"/>
              <a:t> </a:t>
            </a:r>
            <a:r>
              <a:rPr lang="en-US" sz="1000" dirty="0" err="1" smtClean="0"/>
              <a:t>anteriormente</a:t>
            </a:r>
            <a:endParaRPr 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455159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sp>
        <p:nvSpPr>
          <p:cNvPr id="65" name="Rectangle 64"/>
          <p:cNvSpPr/>
          <p:nvPr/>
        </p:nvSpPr>
        <p:spPr>
          <a:xfrm>
            <a:off x="599146" y="3878050"/>
            <a:ext cx="125547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Métricas contrato </a:t>
            </a:r>
          </a:p>
          <a:p>
            <a:pPr algn="ctr"/>
            <a:r>
              <a:rPr lang="pt-PT" sz="1050" dirty="0" smtClean="0"/>
              <a:t>e cliente</a:t>
            </a:r>
            <a:endParaRPr lang="pt-PT" sz="1050" dirty="0"/>
          </a:p>
        </p:txBody>
      </p:sp>
      <p:pic>
        <p:nvPicPr>
          <p:cNvPr id="6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327420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5558" y="3238275"/>
            <a:ext cx="288000" cy="288000"/>
          </a:xfrm>
          <a:prstGeom prst="rect">
            <a:avLst/>
          </a:prstGeom>
        </p:spPr>
      </p:pic>
      <p:cxnSp>
        <p:nvCxnSpPr>
          <p:cNvPr id="68" name="Straight Connector 67"/>
          <p:cNvCxnSpPr>
            <a:stCxn id="66" idx="3"/>
          </p:cNvCxnSpPr>
          <p:nvPr/>
        </p:nvCxnSpPr>
        <p:spPr>
          <a:xfrm>
            <a:off x="1533422" y="3598205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7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061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280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b="1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1341224"/>
            <a:ext cx="648000" cy="648000"/>
            <a:chOff x="455122" y="4977513"/>
            <a:chExt cx="648000" cy="648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923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243" y="2167437"/>
            <a:ext cx="2436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1288245"/>
            <a:ext cx="241169" cy="241169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219" y="1288245"/>
            <a:ext cx="288000" cy="288000"/>
          </a:xfrm>
          <a:prstGeom prst="rect">
            <a:avLst/>
          </a:prstGeom>
        </p:spPr>
      </p:pic>
      <p:cxnSp>
        <p:nvCxnSpPr>
          <p:cNvPr id="84" name="Straight Connector 83"/>
          <p:cNvCxnSpPr/>
          <p:nvPr/>
        </p:nvCxnSpPr>
        <p:spPr>
          <a:xfrm>
            <a:off x="6834299" y="1665224"/>
            <a:ext cx="16013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870421" y="1665224"/>
            <a:ext cx="33158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680" y="1665224"/>
            <a:ext cx="1915387" cy="1764570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55" idx="3"/>
            <a:endCxn id="71" idx="2"/>
          </p:cNvCxnSpPr>
          <p:nvPr/>
        </p:nvCxnSpPr>
        <p:spPr>
          <a:xfrm flipV="1">
            <a:off x="2870421" y="1665224"/>
            <a:ext cx="3315878" cy="1932981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52608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83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3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7" idx="6"/>
            <a:endCxn id="53" idx="1"/>
          </p:cNvCxnSpPr>
          <p:nvPr/>
        </p:nvCxnSpPr>
        <p:spPr>
          <a:xfrm>
            <a:off x="6834299" y="1665224"/>
            <a:ext cx="4164768" cy="17645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14292" y="2028965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5558" y="1308503"/>
            <a:ext cx="288000" cy="28800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061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352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5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53"/>
          <p:cNvSpPr/>
          <p:nvPr/>
        </p:nvSpPr>
        <p:spPr>
          <a:xfrm>
            <a:off x="10916007" y="3713112"/>
            <a:ext cx="8226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Satélite 83</a:t>
            </a:r>
            <a:endParaRPr lang="pt-PT" sz="105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4586160"/>
            <a:ext cx="10146650" cy="167474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331779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33218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Métricas</a:t>
            </a:r>
            <a:r>
              <a:rPr lang="en-US" sz="1000" dirty="0" smtClean="0"/>
              <a:t> </a:t>
            </a:r>
            <a:r>
              <a:rPr lang="en-US" sz="1000" dirty="0" err="1" smtClean="0"/>
              <a:t>obtidas</a:t>
            </a:r>
            <a:r>
              <a:rPr lang="en-US" sz="1000" dirty="0" smtClean="0"/>
              <a:t> </a:t>
            </a:r>
            <a:r>
              <a:rPr lang="en-US" sz="1000" dirty="0" err="1" smtClean="0"/>
              <a:t>anteriormente</a:t>
            </a:r>
            <a:endParaRPr lang="en-US" sz="1000" dirty="0"/>
          </a:p>
        </p:txBody>
      </p:sp>
      <p:cxnSp>
        <p:nvCxnSpPr>
          <p:cNvPr id="52" name="Straight Connector 51"/>
          <p:cNvCxnSpPr>
            <a:stCxn id="38" idx="3"/>
          </p:cNvCxnSpPr>
          <p:nvPr/>
        </p:nvCxnSpPr>
        <p:spPr>
          <a:xfrm>
            <a:off x="1533422" y="1665224"/>
            <a:ext cx="465287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455159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pic>
        <p:nvPicPr>
          <p:cNvPr id="6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6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57410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84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14292" y="2028965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sp>
        <p:nvSpPr>
          <p:cNvPr id="52" name="Rectangle 51"/>
          <p:cNvSpPr/>
          <p:nvPr/>
        </p:nvSpPr>
        <p:spPr>
          <a:xfrm>
            <a:off x="2006878" y="2028965"/>
            <a:ext cx="106311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Repartição de </a:t>
            </a:r>
          </a:p>
          <a:p>
            <a:pPr algn="ctr"/>
            <a:r>
              <a:rPr lang="pt-PT" sz="1050" dirty="0" smtClean="0"/>
              <a:t>Garantias</a:t>
            </a:r>
            <a:endParaRPr lang="pt-PT" sz="1050" dirty="0"/>
          </a:p>
        </p:txBody>
      </p:sp>
      <p:sp>
        <p:nvSpPr>
          <p:cNvPr id="54" name="Rectangle 53"/>
          <p:cNvSpPr/>
          <p:nvPr/>
        </p:nvSpPr>
        <p:spPr>
          <a:xfrm>
            <a:off x="2107973" y="3878050"/>
            <a:ext cx="92204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Métricas </a:t>
            </a:r>
          </a:p>
          <a:p>
            <a:pPr algn="ctr"/>
            <a:r>
              <a:rPr lang="pt-PT" sz="1050" dirty="0" smtClean="0"/>
              <a:t>Adjudicados</a:t>
            </a:r>
            <a:endParaRPr lang="pt-PT" sz="1050" dirty="0"/>
          </a:p>
        </p:txBody>
      </p:sp>
      <p:sp>
        <p:nvSpPr>
          <p:cNvPr id="56" name="Rectangle 55"/>
          <p:cNvSpPr/>
          <p:nvPr/>
        </p:nvSpPr>
        <p:spPr>
          <a:xfrm>
            <a:off x="599146" y="3878050"/>
            <a:ext cx="125547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Métricas contrato </a:t>
            </a:r>
          </a:p>
          <a:p>
            <a:pPr algn="ctr"/>
            <a:r>
              <a:rPr lang="pt-PT" sz="1050" dirty="0" smtClean="0"/>
              <a:t>e cliente</a:t>
            </a:r>
            <a:endParaRPr lang="pt-PT" sz="1050" dirty="0"/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421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421" y="327420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327420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39896" y="3238275"/>
            <a:ext cx="288000" cy="288000"/>
          </a:xfrm>
          <a:prstGeom prst="rect">
            <a:avLst/>
          </a:prstGeom>
        </p:spPr>
      </p:pic>
      <p:pic>
        <p:nvPicPr>
          <p:cNvPr id="7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5558" y="1308503"/>
            <a:ext cx="288000" cy="288000"/>
          </a:xfrm>
          <a:prstGeom prst="rect">
            <a:avLst/>
          </a:prstGeom>
        </p:spPr>
      </p:pic>
      <p:pic>
        <p:nvPicPr>
          <p:cNvPr id="7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39896" y="1308503"/>
            <a:ext cx="288000" cy="288000"/>
          </a:xfrm>
          <a:prstGeom prst="rect">
            <a:avLst/>
          </a:prstGeom>
        </p:spPr>
      </p:pic>
      <p:pic>
        <p:nvPicPr>
          <p:cNvPr id="7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5558" y="3238275"/>
            <a:ext cx="288000" cy="288000"/>
          </a:xfrm>
          <a:prstGeom prst="rect">
            <a:avLst/>
          </a:prstGeom>
        </p:spPr>
      </p:pic>
      <p:cxnSp>
        <p:nvCxnSpPr>
          <p:cNvPr id="79" name="Straight Connector 78"/>
          <p:cNvCxnSpPr>
            <a:stCxn id="67" idx="3"/>
            <a:endCxn id="57" idx="1"/>
          </p:cNvCxnSpPr>
          <p:nvPr/>
        </p:nvCxnSpPr>
        <p:spPr>
          <a:xfrm>
            <a:off x="1533422" y="1665224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4" idx="3"/>
            <a:endCxn id="58" idx="1"/>
          </p:cNvCxnSpPr>
          <p:nvPr/>
        </p:nvCxnSpPr>
        <p:spPr>
          <a:xfrm>
            <a:off x="1533422" y="3598205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1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12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3274205"/>
            <a:ext cx="648000" cy="64800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702" y="3221226"/>
            <a:ext cx="241169" cy="241169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3221226"/>
            <a:ext cx="288000" cy="28800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061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CTRLGEST</a:t>
            </a:r>
            <a:endParaRPr lang="en-US" sz="9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6" y="3944685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ESTRUTURAIS</a:t>
            </a:r>
            <a:endParaRPr lang="en-US" sz="9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2804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</a:t>
            </a:r>
            <a:endParaRPr lang="en-US" sz="10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4117460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4586160"/>
            <a:ext cx="10146650" cy="167474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331779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33218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Métricas</a:t>
            </a:r>
            <a:r>
              <a:rPr lang="en-US" sz="1000" dirty="0" smtClean="0"/>
              <a:t> </a:t>
            </a:r>
            <a:r>
              <a:rPr lang="en-US" sz="1000" dirty="0" err="1" smtClean="0"/>
              <a:t>obtidas</a:t>
            </a:r>
            <a:r>
              <a:rPr lang="en-US" sz="1000" dirty="0" smtClean="0"/>
              <a:t> </a:t>
            </a:r>
            <a:r>
              <a:rPr lang="en-US" sz="1000" dirty="0" err="1" smtClean="0"/>
              <a:t>anteriormente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455159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pic>
        <p:nvPicPr>
          <p:cNvPr id="139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" name="Rectangle 139"/>
          <p:cNvSpPr/>
          <p:nvPr/>
        </p:nvSpPr>
        <p:spPr>
          <a:xfrm>
            <a:off x="10916007" y="3713112"/>
            <a:ext cx="8226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Satélite 84</a:t>
            </a:r>
            <a:endParaRPr lang="pt-PT" sz="1050" dirty="0"/>
          </a:p>
        </p:txBody>
      </p:sp>
      <p:cxnSp>
        <p:nvCxnSpPr>
          <p:cNvPr id="141" name="Straight Connector 140"/>
          <p:cNvCxnSpPr/>
          <p:nvPr/>
        </p:nvCxnSpPr>
        <p:spPr>
          <a:xfrm>
            <a:off x="2870421" y="1665224"/>
            <a:ext cx="33158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51" idx="6"/>
          </p:cNvCxnSpPr>
          <p:nvPr/>
        </p:nvCxnSpPr>
        <p:spPr>
          <a:xfrm>
            <a:off x="9083680" y="1665224"/>
            <a:ext cx="1915387" cy="1764570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299" y="3429794"/>
            <a:ext cx="4164768" cy="168411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>
            <a:off x="2870421" y="3598205"/>
            <a:ext cx="33158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817" y="4625241"/>
            <a:ext cx="648000" cy="648000"/>
          </a:xfrm>
          <a:prstGeom prst="ellipse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0699" y="5328236"/>
            <a:ext cx="217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20221222 Pillar 3 ESG - eligibility ratios.v5.xlsx</a:t>
            </a:r>
            <a:endParaRPr lang="en-US" sz="9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101" y="5760911"/>
            <a:ext cx="28769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possui informação sobre os rácios de elegibilidade para as operações CIB e não CIB.</a:t>
            </a:r>
          </a:p>
        </p:txBody>
      </p:sp>
      <p:cxnSp>
        <p:nvCxnSpPr>
          <p:cNvPr id="149" name="Elbow Connector 148"/>
          <p:cNvCxnSpPr/>
          <p:nvPr/>
        </p:nvCxnSpPr>
        <p:spPr>
          <a:xfrm rot="10800000">
            <a:off x="6186299" y="3598205"/>
            <a:ext cx="1475518" cy="1351036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680" y="1341224"/>
            <a:ext cx="648000" cy="648000"/>
            <a:chOff x="455122" y="4977513"/>
            <a:chExt cx="648000" cy="648000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5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923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243" y="2167437"/>
            <a:ext cx="24368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cd_captools.ct003_univ_cli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cd_captools.kt_chaves_bdr</a:t>
            </a:r>
            <a:r>
              <a:rPr lang="en-US" sz="10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cd_captools.ct013_rwa_princ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cd_captools.ct071_rwa_gr_ec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</p:txBody>
      </p:sp>
      <p:cxnSp>
        <p:nvCxnSpPr>
          <p:cNvPr id="155" name="Straight Connector 154"/>
          <p:cNvCxnSpPr>
            <a:stCxn id="117" idx="6"/>
            <a:endCxn id="151" idx="2"/>
          </p:cNvCxnSpPr>
          <p:nvPr/>
        </p:nvCxnSpPr>
        <p:spPr>
          <a:xfrm>
            <a:off x="6834299" y="1665224"/>
            <a:ext cx="16013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809" y="1288245"/>
            <a:ext cx="241169" cy="241169"/>
          </a:xfrm>
          <a:prstGeom prst="rect">
            <a:avLst/>
          </a:prstGeom>
        </p:spPr>
      </p:pic>
      <p:pic>
        <p:nvPicPr>
          <p:cNvPr id="15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219" y="1288245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55661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93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14292" y="2028965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sp>
        <p:nvSpPr>
          <p:cNvPr id="76" name="Rectangle 75"/>
          <p:cNvSpPr/>
          <p:nvPr/>
        </p:nvSpPr>
        <p:spPr>
          <a:xfrm>
            <a:off x="2006878" y="2028965"/>
            <a:ext cx="106311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Repartição de </a:t>
            </a:r>
          </a:p>
          <a:p>
            <a:pPr algn="ctr"/>
            <a:r>
              <a:rPr lang="pt-PT" sz="1050" dirty="0" smtClean="0"/>
              <a:t>Garantias</a:t>
            </a:r>
            <a:endParaRPr lang="pt-PT" sz="1050" dirty="0"/>
          </a:p>
        </p:txBody>
      </p:sp>
      <p:sp>
        <p:nvSpPr>
          <p:cNvPr id="77" name="Rectangle 76"/>
          <p:cNvSpPr/>
          <p:nvPr/>
        </p:nvSpPr>
        <p:spPr>
          <a:xfrm>
            <a:off x="599146" y="3878050"/>
            <a:ext cx="125547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 smtClean="0"/>
              <a:t>Métricas contrato </a:t>
            </a:r>
          </a:p>
          <a:p>
            <a:pPr algn="ctr"/>
            <a:r>
              <a:rPr lang="pt-PT" sz="1050" dirty="0" smtClean="0"/>
              <a:t>e cliente</a:t>
            </a:r>
            <a:endParaRPr lang="pt-PT" sz="1050" dirty="0"/>
          </a:p>
        </p:txBody>
      </p:sp>
      <p:pic>
        <p:nvPicPr>
          <p:cNvPr id="7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421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134122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2" y="327420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5558" y="1308503"/>
            <a:ext cx="288000" cy="288000"/>
          </a:xfrm>
          <a:prstGeom prst="rect">
            <a:avLst/>
          </a:prstGeom>
        </p:spPr>
      </p:pic>
      <p:pic>
        <p:nvPicPr>
          <p:cNvPr id="8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39896" y="1308503"/>
            <a:ext cx="288000" cy="288000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5558" y="3238275"/>
            <a:ext cx="288000" cy="28800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1341224"/>
            <a:ext cx="648000" cy="648000"/>
            <a:chOff x="455122" y="4977513"/>
            <a:chExt cx="648000" cy="64800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5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9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47" y="1288245"/>
            <a:ext cx="241169" cy="241169"/>
          </a:xfrm>
          <a:prstGeom prst="rect">
            <a:avLst/>
          </a:prstGeom>
        </p:spPr>
      </p:pic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1288245"/>
            <a:ext cx="288000" cy="288000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6299" y="3274205"/>
            <a:ext cx="648000" cy="648000"/>
            <a:chOff x="455122" y="4977513"/>
            <a:chExt cx="648000" cy="6480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1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702" y="3221226"/>
            <a:ext cx="241169" cy="241169"/>
          </a:xfrm>
          <a:prstGeom prst="rect">
            <a:avLst/>
          </a:prstGeom>
        </p:spPr>
      </p:pic>
      <p:pic>
        <p:nvPicPr>
          <p:cNvPr id="102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7357" y="3221226"/>
            <a:ext cx="288000" cy="288000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061" y="2011704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6" y="3944685"/>
            <a:ext cx="864000" cy="2308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 smtClean="0"/>
              <a:t>ESTRUTURAIS</a:t>
            </a:r>
            <a:endParaRPr lang="en-US" sz="9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280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cd_captools.ct071_rwa_gr_ec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smtClean="0"/>
              <a:t>cd_captools.ct070_univ_gr_cli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cd_captools.ct003_univ_cli</a:t>
            </a:r>
            <a:endParaRPr lang="en-US" sz="1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4117460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pic>
        <p:nvPicPr>
          <p:cNvPr id="107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31057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Rectangle 107"/>
          <p:cNvSpPr/>
          <p:nvPr/>
        </p:nvSpPr>
        <p:spPr>
          <a:xfrm>
            <a:off x="10916007" y="3713112"/>
            <a:ext cx="8226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Satélite 93</a:t>
            </a:r>
            <a:endParaRPr lang="pt-PT" sz="1050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817" y="4625241"/>
            <a:ext cx="648000" cy="648000"/>
          </a:xfrm>
          <a:prstGeom prst="ellipse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0699" y="5328236"/>
            <a:ext cx="217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20230519 Pillar 3 ESG - Emissions data Post-Feb.xlsx</a:t>
            </a:r>
            <a:endParaRPr lang="en-US" sz="9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101" y="5760911"/>
            <a:ext cx="2876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possui informação sobre as emissões das operações do banco.</a:t>
            </a:r>
          </a:p>
        </p:txBody>
      </p:sp>
      <p:cxnSp>
        <p:nvCxnSpPr>
          <p:cNvPr id="112" name="Straight Connector 111"/>
          <p:cNvCxnSpPr/>
          <p:nvPr/>
        </p:nvCxnSpPr>
        <p:spPr>
          <a:xfrm>
            <a:off x="1533422" y="1665224"/>
            <a:ext cx="6889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4586160"/>
            <a:ext cx="10146650" cy="167474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115" name="Straight Connector 114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331779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33218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Métricas</a:t>
            </a:r>
            <a:r>
              <a:rPr lang="en-US" sz="1000" dirty="0" smtClean="0"/>
              <a:t> </a:t>
            </a:r>
            <a:r>
              <a:rPr lang="en-US" sz="1000" dirty="0" err="1" smtClean="0"/>
              <a:t>obtidas</a:t>
            </a:r>
            <a:r>
              <a:rPr lang="en-US" sz="1000" dirty="0" smtClean="0"/>
              <a:t> </a:t>
            </a:r>
            <a:r>
              <a:rPr lang="en-US" sz="1000" dirty="0" err="1" smtClean="0"/>
              <a:t>anteriormente</a:t>
            </a:r>
            <a:endParaRPr lang="en-US" sz="10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455159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Inputs</a:t>
            </a:r>
            <a:r>
              <a:rPr lang="en-US" sz="1000" dirty="0" smtClean="0"/>
              <a:t>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 smtClean="0"/>
              <a:t>Outputs</a:t>
            </a:r>
            <a:endParaRPr lang="en-US" sz="1000" i="1" dirty="0"/>
          </a:p>
        </p:txBody>
      </p:sp>
      <p:cxnSp>
        <p:nvCxnSpPr>
          <p:cNvPr id="122" name="Straight Connector 121"/>
          <p:cNvCxnSpPr/>
          <p:nvPr/>
        </p:nvCxnSpPr>
        <p:spPr>
          <a:xfrm>
            <a:off x="2870421" y="1665224"/>
            <a:ext cx="33158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6834299" y="1665224"/>
            <a:ext cx="4164768" cy="17645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299" y="3429794"/>
            <a:ext cx="4164768" cy="1684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80" idx="3"/>
          </p:cNvCxnSpPr>
          <p:nvPr/>
        </p:nvCxnSpPr>
        <p:spPr>
          <a:xfrm>
            <a:off x="1533422" y="3598205"/>
            <a:ext cx="465287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Elbow Connector 125"/>
          <p:cNvCxnSpPr/>
          <p:nvPr/>
        </p:nvCxnSpPr>
        <p:spPr>
          <a:xfrm rot="10800000">
            <a:off x="6186299" y="3598205"/>
            <a:ext cx="1475518" cy="1351036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186180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a4eb8529a939c4058918af2411f4fedb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962bb65415dc8fedcda10a37589b22c0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A87FE4-3F0D-4F0F-A488-51DAE5F0F8FC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767d911d-09c2-43d9-a326-6ded42ddccd2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10485E6-EDED-406B-9C7D-86E478B4DE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6B7A20-B176-4F9F-A430-C7389267803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7174</TotalTime>
  <Words>1052</Words>
  <Application>Microsoft Office PowerPoint</Application>
  <PresentationFormat>Custom</PresentationFormat>
  <Paragraphs>429</Paragraphs>
  <Slides>29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Muli</vt:lpstr>
      <vt:lpstr>Muli Light</vt:lpstr>
      <vt:lpstr>Santander Text</vt:lpstr>
      <vt:lpstr>Santander Text Light</vt:lpstr>
      <vt:lpstr>Tema de Office</vt:lpstr>
      <vt:lpstr>think-cell Slide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PowerPoint Presentation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João Pedro Alexandre Pires de Carvalho</cp:lastModifiedBy>
  <cp:revision>176</cp:revision>
  <cp:lastPrinted>2020-02-14T10:49:34Z</cp:lastPrinted>
  <dcterms:created xsi:type="dcterms:W3CDTF">2018-03-19T11:10:43Z</dcterms:created>
  <dcterms:modified xsi:type="dcterms:W3CDTF">2023-06-28T11:28:05Z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ediaServiceImageTags">
    <vt:lpwstr/>
  </property>
  <property fmtid="{D5CDD505-2E9C-101B-9397-08002B2CF9AE}" pid="4" name="MSIP_Label_c28a54a4-093b-4fbd-aebd-593e22a43ea3_Enabled">
    <vt:lpwstr>true</vt:lpwstr>
  </property>
  <property fmtid="{D5CDD505-2E9C-101B-9397-08002B2CF9AE}" pid="5" name="MSIP_Label_c28a54a4-093b-4fbd-aebd-593e22a43ea3_SetDate">
    <vt:lpwstr>2023-06-28T11:28:05Z</vt:lpwstr>
  </property>
  <property fmtid="{D5CDD505-2E9C-101B-9397-08002B2CF9AE}" pid="6" name="MSIP_Label_c28a54a4-093b-4fbd-aebd-593e22a43ea3_Method">
    <vt:lpwstr>Privileged</vt:lpwstr>
  </property>
  <property fmtid="{D5CDD505-2E9C-101B-9397-08002B2CF9AE}" pid="7" name="MSIP_Label_c28a54a4-093b-4fbd-aebd-593e22a43ea3_Name">
    <vt:lpwstr>Restricted-confidential</vt:lpwstr>
  </property>
  <property fmtid="{D5CDD505-2E9C-101B-9397-08002B2CF9AE}" pid="8" name="MSIP_Label_c28a54a4-093b-4fbd-aebd-593e22a43ea3_SiteId">
    <vt:lpwstr>35595a02-4d6d-44ac-99e1-f9ab4cd872db</vt:lpwstr>
  </property>
  <property fmtid="{D5CDD505-2E9C-101B-9397-08002B2CF9AE}" pid="9" name="MSIP_Label_c28a54a4-093b-4fbd-aebd-593e22a43ea3_ActionId">
    <vt:lpwstr>35697241-f959-4384-97e2-17f1a90c0eaf</vt:lpwstr>
  </property>
  <property fmtid="{D5CDD505-2E9C-101B-9397-08002B2CF9AE}" pid="10" name="MSIP_Label_c28a54a4-093b-4fbd-aebd-593e22a43ea3_ContentBits">
    <vt:lpwstr>1</vt:lpwstr>
  </property>
</Properties>
</file>