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handoutMasterIdLst>
    <p:handoutMasterId r:id="rId9"/>
  </p:handoutMasterIdLst>
  <p:sldIdLst>
    <p:sldId id="2146846979" r:id="rId5"/>
    <p:sldId id="2146846981" r:id="rId6"/>
    <p:sldId id="2146846982" r:id="rId7"/>
  </p:sldIdLst>
  <p:sldSz cx="12192000" cy="6858000"/>
  <p:notesSz cx="6858000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DF2"/>
    <a:srgbClr val="363636"/>
    <a:srgbClr val="3C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B895B-FDFD-43DF-A0CF-EBBF6F2EE29B}" v="9" dt="2023-03-06T16:18:53.0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a da Silva Roxo" userId="b6f39d0a-b38b-4c97-850c-dbcbfac2b4dd" providerId="ADAL" clId="{E90B895B-FDFD-43DF-A0CF-EBBF6F2EE29B}"/>
    <pc:docChg chg="custSel modSld">
      <pc:chgData name="Dora da Silva Roxo" userId="b6f39d0a-b38b-4c97-850c-dbcbfac2b4dd" providerId="ADAL" clId="{E90B895B-FDFD-43DF-A0CF-EBBF6F2EE29B}" dt="2023-03-06T16:18:53.026" v="4" actId="164"/>
      <pc:docMkLst>
        <pc:docMk/>
      </pc:docMkLst>
      <pc:sldChg chg="addSp delSp modSp modAnim">
        <pc:chgData name="Dora da Silva Roxo" userId="b6f39d0a-b38b-4c97-850c-dbcbfac2b4dd" providerId="ADAL" clId="{E90B895B-FDFD-43DF-A0CF-EBBF6F2EE29B}" dt="2023-03-06T16:18:53.026" v="4" actId="164"/>
        <pc:sldMkLst>
          <pc:docMk/>
          <pc:sldMk cId="2506127278" sldId="2146846979"/>
        </pc:sldMkLst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5" creationId="{F0E8EC08-3ADB-87DA-9233-E1CEC9C6CC33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7" creationId="{D5D4D0D9-E8EE-33EB-E237-88231070CB5F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8" creationId="{872DDF2F-DC5A-C6BF-A565-65672A10CBBD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9" creationId="{6BB7C24D-F998-B1B5-655B-99B45A50BEC4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12" creationId="{C15B0EA0-A3B2-1910-80BE-C25E553C5F92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13" creationId="{9C256C8A-3DCE-C169-580D-A8AF3D1243B3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14" creationId="{437F6BC8-2007-5339-6759-3933974F8EC2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15" creationId="{A6A882C3-81E1-0CCB-59AC-AA2C6B01DD2D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18" creationId="{5E32ED34-1B48-AF3D-5A6F-8B094C32A284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19" creationId="{3FBB7ED0-5AAB-6508-EB21-AACF1003869B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20" creationId="{4D15AECE-453C-9E2F-534B-99FC2204911B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21" creationId="{CE6920AF-B23C-DACC-48AF-B17BD03B6A10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23" creationId="{36CC5357-047A-1675-9245-F160C8E2F931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24" creationId="{8E8E0F84-E03C-DA92-F996-8BE9FFA9724F}"/>
          </ac:spMkLst>
        </pc:spChg>
        <pc:spChg chg="mod">
          <ac:chgData name="Dora da Silva Roxo" userId="b6f39d0a-b38b-4c97-850c-dbcbfac2b4dd" providerId="ADAL" clId="{E90B895B-FDFD-43DF-A0CF-EBBF6F2EE29B}" dt="2023-03-06T16:18:37.235" v="2"/>
          <ac:spMkLst>
            <pc:docMk/>
            <pc:sldMk cId="2506127278" sldId="2146846979"/>
            <ac:spMk id="25" creationId="{5CB5947D-4A1B-BA32-A1DA-33E98CD0435C}"/>
          </ac:spMkLst>
        </pc:spChg>
        <pc:spChg chg="mod">
          <ac:chgData name="Dora da Silva Roxo" userId="b6f39d0a-b38b-4c97-850c-dbcbfac2b4dd" providerId="ADAL" clId="{E90B895B-FDFD-43DF-A0CF-EBBF6F2EE29B}" dt="2023-03-06T16:18:53.026" v="4" actId="164"/>
          <ac:spMkLst>
            <pc:docMk/>
            <pc:sldMk cId="2506127278" sldId="2146846979"/>
            <ac:spMk id="337" creationId="{3ED82087-88A8-48E9-842F-E0CB3343458A}"/>
          </ac:spMkLst>
        </pc:spChg>
        <pc:grpChg chg="add del mod">
          <ac:chgData name="Dora da Silva Roxo" userId="b6f39d0a-b38b-4c97-850c-dbcbfac2b4dd" providerId="ADAL" clId="{E90B895B-FDFD-43DF-A0CF-EBBF6F2EE29B}" dt="2023-03-06T16:18:38.211" v="3"/>
          <ac:grpSpMkLst>
            <pc:docMk/>
            <pc:sldMk cId="2506127278" sldId="2146846979"/>
            <ac:grpSpMk id="2" creationId="{821670E5-7903-D977-AD71-C1A124B5FB39}"/>
          </ac:grpSpMkLst>
        </pc:grpChg>
        <pc:grpChg chg="mod">
          <ac:chgData name="Dora da Silva Roxo" userId="b6f39d0a-b38b-4c97-850c-dbcbfac2b4dd" providerId="ADAL" clId="{E90B895B-FDFD-43DF-A0CF-EBBF6F2EE29B}" dt="2023-03-06T16:18:37.235" v="2"/>
          <ac:grpSpMkLst>
            <pc:docMk/>
            <pc:sldMk cId="2506127278" sldId="2146846979"/>
            <ac:grpSpMk id="3" creationId="{47A579A8-C55B-1E4C-60CF-1F6BCA08684C}"/>
          </ac:grpSpMkLst>
        </pc:grpChg>
        <pc:grpChg chg="add del mod">
          <ac:chgData name="Dora da Silva Roxo" userId="b6f39d0a-b38b-4c97-850c-dbcbfac2b4dd" providerId="ADAL" clId="{E90B895B-FDFD-43DF-A0CF-EBBF6F2EE29B}" dt="2023-03-06T16:18:38.211" v="3"/>
          <ac:grpSpMkLst>
            <pc:docMk/>
            <pc:sldMk cId="2506127278" sldId="2146846979"/>
            <ac:grpSpMk id="10" creationId="{6B1B8914-DD20-6D55-238E-B509019F4294}"/>
          </ac:grpSpMkLst>
        </pc:grpChg>
        <pc:grpChg chg="mod">
          <ac:chgData name="Dora da Silva Roxo" userId="b6f39d0a-b38b-4c97-850c-dbcbfac2b4dd" providerId="ADAL" clId="{E90B895B-FDFD-43DF-A0CF-EBBF6F2EE29B}" dt="2023-03-06T16:18:37.235" v="2"/>
          <ac:grpSpMkLst>
            <pc:docMk/>
            <pc:sldMk cId="2506127278" sldId="2146846979"/>
            <ac:grpSpMk id="11" creationId="{D9C540B9-2E73-3D8C-925F-EAD763340A30}"/>
          </ac:grpSpMkLst>
        </pc:grpChg>
        <pc:grpChg chg="add del mod">
          <ac:chgData name="Dora da Silva Roxo" userId="b6f39d0a-b38b-4c97-850c-dbcbfac2b4dd" providerId="ADAL" clId="{E90B895B-FDFD-43DF-A0CF-EBBF6F2EE29B}" dt="2023-03-06T16:18:38.211" v="3"/>
          <ac:grpSpMkLst>
            <pc:docMk/>
            <pc:sldMk cId="2506127278" sldId="2146846979"/>
            <ac:grpSpMk id="16" creationId="{37438C74-ADFD-A4F9-CF40-D975432FA66C}"/>
          </ac:grpSpMkLst>
        </pc:grpChg>
        <pc:grpChg chg="mod">
          <ac:chgData name="Dora da Silva Roxo" userId="b6f39d0a-b38b-4c97-850c-dbcbfac2b4dd" providerId="ADAL" clId="{E90B895B-FDFD-43DF-A0CF-EBBF6F2EE29B}" dt="2023-03-06T16:18:37.235" v="2"/>
          <ac:grpSpMkLst>
            <pc:docMk/>
            <pc:sldMk cId="2506127278" sldId="2146846979"/>
            <ac:grpSpMk id="17" creationId="{17BE009C-0F44-628E-7065-A741C2E2783A}"/>
          </ac:grpSpMkLst>
        </pc:grpChg>
        <pc:grpChg chg="add del mod">
          <ac:chgData name="Dora da Silva Roxo" userId="b6f39d0a-b38b-4c97-850c-dbcbfac2b4dd" providerId="ADAL" clId="{E90B895B-FDFD-43DF-A0CF-EBBF6F2EE29B}" dt="2023-03-06T16:18:38.211" v="3"/>
          <ac:grpSpMkLst>
            <pc:docMk/>
            <pc:sldMk cId="2506127278" sldId="2146846979"/>
            <ac:grpSpMk id="22" creationId="{CA208794-5BEE-4D28-25E6-1A7293962525}"/>
          </ac:grpSpMkLst>
        </pc:grpChg>
        <pc:grpChg chg="add mod">
          <ac:chgData name="Dora da Silva Roxo" userId="b6f39d0a-b38b-4c97-850c-dbcbfac2b4dd" providerId="ADAL" clId="{E90B895B-FDFD-43DF-A0CF-EBBF6F2EE29B}" dt="2023-03-06T16:18:53.026" v="4" actId="164"/>
          <ac:grpSpMkLst>
            <pc:docMk/>
            <pc:sldMk cId="2506127278" sldId="2146846979"/>
            <ac:grpSpMk id="26" creationId="{0DAF5F29-8633-728B-EA67-F6D73687E677}"/>
          </ac:grpSpMkLst>
        </pc:grpChg>
        <pc:grpChg chg="mod">
          <ac:chgData name="Dora da Silva Roxo" userId="b6f39d0a-b38b-4c97-850c-dbcbfac2b4dd" providerId="ADAL" clId="{E90B895B-FDFD-43DF-A0CF-EBBF6F2EE29B}" dt="2023-03-06T16:18:53.026" v="4" actId="164"/>
          <ac:grpSpMkLst>
            <pc:docMk/>
            <pc:sldMk cId="2506127278" sldId="2146846979"/>
            <ac:grpSpMk id="333" creationId="{C6AFB5B4-8228-4C71-920B-27542165A9CC}"/>
          </ac:grpSpMkLst>
        </pc:grpChg>
      </pc:sldChg>
      <pc:sldChg chg="addSp delSp mod">
        <pc:chgData name="Dora da Silva Roxo" userId="b6f39d0a-b38b-4c97-850c-dbcbfac2b4dd" providerId="ADAL" clId="{E90B895B-FDFD-43DF-A0CF-EBBF6F2EE29B}" dt="2023-03-03T10:58:40.134" v="1" actId="478"/>
        <pc:sldMkLst>
          <pc:docMk/>
          <pc:sldMk cId="4055128069" sldId="2146846981"/>
        </pc:sldMkLst>
        <pc:spChg chg="add del">
          <ac:chgData name="Dora da Silva Roxo" userId="b6f39d0a-b38b-4c97-850c-dbcbfac2b4dd" providerId="ADAL" clId="{E90B895B-FDFD-43DF-A0CF-EBBF6F2EE29B}" dt="2023-03-03T10:58:40.134" v="1" actId="478"/>
          <ac:spMkLst>
            <pc:docMk/>
            <pc:sldMk cId="4055128069" sldId="2146846981"/>
            <ac:spMk id="6" creationId="{37C07A5D-8832-F87C-E96D-ED8EBACDBB6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667" tIns="45833" rIns="91667" bIns="45833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667" tIns="45833" rIns="91667" bIns="45833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03/03/2023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71800" cy="498054"/>
          </a:xfrm>
          <a:prstGeom prst="rect">
            <a:avLst/>
          </a:prstGeom>
        </p:spPr>
        <p:txBody>
          <a:bodyPr vert="horz" lIns="91667" tIns="45833" rIns="91667" bIns="45833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9428584"/>
            <a:ext cx="2971800" cy="498054"/>
          </a:xfrm>
          <a:prstGeom prst="rect">
            <a:avLst/>
          </a:prstGeom>
        </p:spPr>
        <p:txBody>
          <a:bodyPr vert="horz" lIns="91667" tIns="45833" rIns="91667" bIns="45833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667" tIns="45833" rIns="91667" bIns="45833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667" tIns="45833" rIns="91667" bIns="45833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03/03/2023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50850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67" tIns="45833" rIns="91667" bIns="45833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667" tIns="45833" rIns="91667" bIns="45833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4"/>
          </a:xfrm>
          <a:prstGeom prst="rect">
            <a:avLst/>
          </a:prstGeom>
        </p:spPr>
        <p:txBody>
          <a:bodyPr vert="horz" lIns="91667" tIns="45833" rIns="91667" bIns="45833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4"/>
          </a:xfrm>
          <a:prstGeom prst="rect">
            <a:avLst/>
          </a:prstGeom>
        </p:spPr>
        <p:txBody>
          <a:bodyPr vert="horz" lIns="91667" tIns="45833" rIns="91667" bIns="45833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73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2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140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3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84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12269"/>
            <a:ext cx="184982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0" y="0"/>
            <a:ext cx="3266660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 err="1"/>
              <a:t>Insira</a:t>
            </a:r>
            <a:r>
              <a:rPr lang="es-MX"/>
              <a:t> </a:t>
            </a:r>
            <a:r>
              <a:rPr lang="es-MX" err="1"/>
              <a:t>aqui</a:t>
            </a:r>
            <a:r>
              <a:rPr lang="es-MX"/>
              <a:t> </a:t>
            </a:r>
            <a:r>
              <a:rPr lang="es-MX" err="1"/>
              <a:t>seu</a:t>
            </a:r>
            <a:r>
              <a:rPr lang="es-MX"/>
              <a:t>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400">
              <a:solidFill>
                <a:schemeClr val="tx2"/>
              </a:solidFill>
            </a:endParaRPr>
          </a:p>
          <a:p>
            <a:r>
              <a:rPr lang="pt-PT" sz="1400">
                <a:solidFill>
                  <a:schemeClr val="tx2"/>
                </a:solidFill>
              </a:rPr>
              <a:t>A nossa cultura baseia-se no princípio</a:t>
            </a:r>
            <a:r>
              <a:rPr lang="pt-PT" sz="1400" baseline="0">
                <a:solidFill>
                  <a:schemeClr val="tx2"/>
                </a:solidFill>
              </a:rPr>
              <a:t> </a:t>
            </a:r>
            <a:r>
              <a:rPr lang="pt-PT" sz="1400">
                <a:solidFill>
                  <a:schemeClr val="tx2"/>
                </a:solidFill>
              </a:rPr>
              <a:t>de que tudo</a:t>
            </a:r>
            <a:r>
              <a:rPr lang="pt-PT" sz="1400" baseline="0">
                <a:solidFill>
                  <a:schemeClr val="tx2"/>
                </a:solidFill>
              </a:rPr>
              <a:t> o </a:t>
            </a:r>
            <a:r>
              <a:rPr lang="pt-PT" sz="14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5" y="3458200"/>
            <a:ext cx="3046637" cy="29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&amp;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4349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40}">
            <a:extLst>
              <a:ext uri="{FF2B5EF4-FFF2-40B4-BE49-F238E27FC236}">
                <a16:creationId xmlns:a16="http://schemas.microsoft.com/office/drawing/2014/main" id="{1711AE69-3CAC-4EBA-BADF-67BE1F77B7BA}"/>
              </a:ext>
            </a:extLst>
          </p:cNvPr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pt-PT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70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.xml"/><Relationship Id="rId6" Type="http://schemas.openxmlformats.org/officeDocument/2006/relationships/image" Target="../media/image9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3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ángulo 68">
            <a:extLst>
              <a:ext uri="{FF2B5EF4-FFF2-40B4-BE49-F238E27FC236}">
                <a16:creationId xmlns:a16="http://schemas.microsoft.com/office/drawing/2014/main" id="{E78B7A2C-730A-49B7-9847-9BD39C1D53EB}"/>
              </a:ext>
            </a:extLst>
          </p:cNvPr>
          <p:cNvSpPr/>
          <p:nvPr/>
        </p:nvSpPr>
        <p:spPr>
          <a:xfrm>
            <a:off x="1344033" y="4946703"/>
            <a:ext cx="1729305" cy="117006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1343813" y="1689315"/>
            <a:ext cx="1729305" cy="29748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44" imgH="446" progId="TCLayout.ActiveDocument.1">
                  <p:embed/>
                </p:oleObj>
              </mc:Choice>
              <mc:Fallback>
                <p:oleObj name="Diapositiva de think-cell" r:id="rId4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" name="Rectángulo 302"/>
          <p:cNvSpPr/>
          <p:nvPr/>
        </p:nvSpPr>
        <p:spPr>
          <a:xfrm>
            <a:off x="3450043" y="4780816"/>
            <a:ext cx="3349913" cy="12917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306" name="Rectángulo 305"/>
          <p:cNvSpPr/>
          <p:nvPr/>
        </p:nvSpPr>
        <p:spPr>
          <a:xfrm>
            <a:off x="3589156" y="702330"/>
            <a:ext cx="7165158" cy="2544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 b="1">
                <a:solidFill>
                  <a:prstClr val="white"/>
                </a:solidFill>
                <a:latin typeface="Santander Text" panose="020B0504020201020104" pitchFamily="34" charset="0"/>
              </a:rPr>
              <a:t>Repositórios e Motores de SI</a:t>
            </a:r>
          </a:p>
        </p:txBody>
      </p:sp>
      <p:sp>
        <p:nvSpPr>
          <p:cNvPr id="70" name="Rectángulo 69"/>
          <p:cNvSpPr/>
          <p:nvPr/>
        </p:nvSpPr>
        <p:spPr>
          <a:xfrm>
            <a:off x="1379813" y="1537145"/>
            <a:ext cx="1682025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Contratos</a:t>
            </a:r>
            <a:endParaRPr lang="en-GB" sz="12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84" name="Grupo 83"/>
          <p:cNvGrpSpPr/>
          <p:nvPr/>
        </p:nvGrpSpPr>
        <p:grpSpPr>
          <a:xfrm>
            <a:off x="4833711" y="3071139"/>
            <a:ext cx="577911" cy="216000"/>
            <a:chOff x="8038758" y="3835908"/>
            <a:chExt cx="1282700" cy="1173653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90" name="Disco magnético 89"/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92" name="Disco magnético 91"/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93" name="Disco magnético 92"/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87" name="CuadroTexto 86"/>
          <p:cNvSpPr txBox="1"/>
          <p:nvPr/>
        </p:nvSpPr>
        <p:spPr>
          <a:xfrm>
            <a:off x="4487729" y="2729348"/>
            <a:ext cx="1262685" cy="28879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err="1">
                <a:solidFill>
                  <a:prstClr val="black"/>
                </a:solidFill>
                <a:latin typeface="Santander Text" panose="020B0504020201020104" pitchFamily="34" charset="0"/>
              </a:rPr>
              <a:t>ICs</a:t>
            </a:r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 / </a:t>
            </a:r>
            <a:r>
              <a:rPr lang="es-ES" sz="1050" b="1" err="1">
                <a:solidFill>
                  <a:prstClr val="black"/>
                </a:solidFill>
                <a:latin typeface="Santander Text" panose="020B0504020201020104" pitchFamily="34" charset="0"/>
              </a:rPr>
              <a:t>Contabilidade</a:t>
            </a:r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 &amp; FGD</a:t>
            </a:r>
          </a:p>
        </p:txBody>
      </p:sp>
      <p:sp>
        <p:nvSpPr>
          <p:cNvPr id="159" name="Rectangle 18"/>
          <p:cNvSpPr>
            <a:spLocks noChangeArrowheads="1"/>
          </p:cNvSpPr>
          <p:nvPr/>
        </p:nvSpPr>
        <p:spPr bwMode="auto">
          <a:xfrm>
            <a:off x="1531408" y="3627450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Empréstimos CH</a:t>
            </a:r>
          </a:p>
        </p:txBody>
      </p:sp>
      <p:sp>
        <p:nvSpPr>
          <p:cNvPr id="161" name="Rectangle 32"/>
          <p:cNvSpPr>
            <a:spLocks noChangeArrowheads="1"/>
          </p:cNvSpPr>
          <p:nvPr/>
        </p:nvSpPr>
        <p:spPr bwMode="auto">
          <a:xfrm>
            <a:off x="1531408" y="2116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Confirming</a:t>
            </a:r>
          </a:p>
        </p:txBody>
      </p:sp>
      <p:sp>
        <p:nvSpPr>
          <p:cNvPr id="147" name="Rectangle 30"/>
          <p:cNvSpPr>
            <a:spLocks noChangeArrowheads="1"/>
          </p:cNvSpPr>
          <p:nvPr/>
        </p:nvSpPr>
        <p:spPr bwMode="auto">
          <a:xfrm>
            <a:off x="1531408" y="4384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…</a:t>
            </a:r>
          </a:p>
        </p:txBody>
      </p:sp>
      <p:sp>
        <p:nvSpPr>
          <p:cNvPr id="219" name="Rectangle 18"/>
          <p:cNvSpPr>
            <a:spLocks noChangeArrowheads="1"/>
          </p:cNvSpPr>
          <p:nvPr/>
        </p:nvSpPr>
        <p:spPr bwMode="auto">
          <a:xfrm>
            <a:off x="1531408" y="3124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>
                <a:solidFill>
                  <a:prstClr val="black"/>
                </a:solidFill>
                <a:latin typeface="Santander Text" panose="020B0504020201020104" pitchFamily="34" charset="0"/>
              </a:rPr>
              <a:t>Leasing</a:t>
            </a:r>
          </a:p>
        </p:txBody>
      </p:sp>
      <p:sp>
        <p:nvSpPr>
          <p:cNvPr id="128" name="Marcador de texto 5">
            <a:extLst>
              <a:ext uri="{FF2B5EF4-FFF2-40B4-BE49-F238E27FC236}">
                <a16:creationId xmlns:a16="http://schemas.microsoft.com/office/drawing/2014/main" id="{C5A6910C-A85B-4E78-920A-D86C8E059C1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927" y="232754"/>
            <a:ext cx="9343511" cy="304800"/>
          </a:xfrm>
        </p:spPr>
        <p:txBody>
          <a:bodyPr/>
          <a:lstStyle/>
          <a:p>
            <a:r>
              <a:rPr lang="pt-PT" sz="2000" b="1">
                <a:latin typeface="+mj-lt"/>
              </a:rPr>
              <a:t>Arquitetura de Sistemas e de Produção de Informação</a:t>
            </a:r>
            <a:endParaRPr lang="pt-PT" sz="2000">
              <a:latin typeface="+mj-lt"/>
            </a:endParaRPr>
          </a:p>
        </p:txBody>
      </p:sp>
      <p:sp>
        <p:nvSpPr>
          <p:cNvPr id="106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08" y="2620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Empréstimos CP</a:t>
            </a:r>
          </a:p>
        </p:txBody>
      </p:sp>
      <p:sp>
        <p:nvSpPr>
          <p:cNvPr id="109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08" y="3880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Contas</a:t>
            </a:r>
          </a:p>
        </p:txBody>
      </p:sp>
      <p:sp>
        <p:nvSpPr>
          <p:cNvPr id="110" name="Rectangle 32">
            <a:extLst>
              <a:ext uri="{FF2B5EF4-FFF2-40B4-BE49-F238E27FC236}">
                <a16:creationId xmlns:a16="http://schemas.microsoft.com/office/drawing/2014/main" id="{0C2E659E-B60D-4106-8DA8-791A90E66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08" y="2368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Cartões</a:t>
            </a:r>
          </a:p>
        </p:txBody>
      </p:sp>
      <p:sp>
        <p:nvSpPr>
          <p:cNvPr id="112" name="Rectangle 32">
            <a:extLst>
              <a:ext uri="{FF2B5EF4-FFF2-40B4-BE49-F238E27FC236}">
                <a16:creationId xmlns:a16="http://schemas.microsoft.com/office/drawing/2014/main" id="{A1B0947F-D6DD-43A8-A34D-42F678EE5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08" y="1863450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Sigom</a:t>
            </a: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C5D3637E-39E2-427E-8CDC-661FCF27F38E}"/>
              </a:ext>
            </a:extLst>
          </p:cNvPr>
          <p:cNvGrpSpPr/>
          <p:nvPr/>
        </p:nvGrpSpPr>
        <p:grpSpPr>
          <a:xfrm>
            <a:off x="8376606" y="3149410"/>
            <a:ext cx="917161" cy="438976"/>
            <a:chOff x="5270531" y="2813744"/>
            <a:chExt cx="917161" cy="438976"/>
          </a:xfrm>
        </p:grpSpPr>
        <p:grpSp>
          <p:nvGrpSpPr>
            <p:cNvPr id="173" name="Grupo 83">
              <a:extLst>
                <a:ext uri="{FF2B5EF4-FFF2-40B4-BE49-F238E27FC236}">
                  <a16:creationId xmlns:a16="http://schemas.microsoft.com/office/drawing/2014/main" id="{5E3CDE69-5E56-4F54-95AE-F8D53064B189}"/>
                </a:ext>
              </a:extLst>
            </p:cNvPr>
            <p:cNvGrpSpPr/>
            <p:nvPr/>
          </p:nvGrpSpPr>
          <p:grpSpPr>
            <a:xfrm>
              <a:off x="5423815" y="3036720"/>
              <a:ext cx="577911" cy="216000"/>
              <a:chOff x="8038758" y="3835908"/>
              <a:chExt cx="1282700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177" name="Disco magnético 89">
                <a:extLst>
                  <a:ext uri="{FF2B5EF4-FFF2-40B4-BE49-F238E27FC236}">
                    <a16:creationId xmlns:a16="http://schemas.microsoft.com/office/drawing/2014/main" id="{3E9727DB-8E8C-4A60-9850-3840EF7CF8DD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78" name="Disco magnético 91">
                <a:extLst>
                  <a:ext uri="{FF2B5EF4-FFF2-40B4-BE49-F238E27FC236}">
                    <a16:creationId xmlns:a16="http://schemas.microsoft.com/office/drawing/2014/main" id="{3C124332-A42B-42B3-9949-8B88B570692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81" name="Disco magnético 92">
                <a:extLst>
                  <a:ext uri="{FF2B5EF4-FFF2-40B4-BE49-F238E27FC236}">
                    <a16:creationId xmlns:a16="http://schemas.microsoft.com/office/drawing/2014/main" id="{539B75E4-5374-4924-BA76-117CBA9AF27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74" name="CuadroTexto 86">
              <a:extLst>
                <a:ext uri="{FF2B5EF4-FFF2-40B4-BE49-F238E27FC236}">
                  <a16:creationId xmlns:a16="http://schemas.microsoft.com/office/drawing/2014/main" id="{B6C1EDE6-E352-4766-B1D4-14E567576A89}"/>
                </a:ext>
              </a:extLst>
            </p:cNvPr>
            <p:cNvSpPr txBox="1"/>
            <p:nvPr/>
          </p:nvSpPr>
          <p:spPr>
            <a:xfrm>
              <a:off x="5270531" y="2813744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BDR</a:t>
              </a:r>
            </a:p>
          </p:txBody>
        </p:sp>
      </p:grpSp>
      <p:sp>
        <p:nvSpPr>
          <p:cNvPr id="348" name="Rectangle 32">
            <a:extLst>
              <a:ext uri="{FF2B5EF4-FFF2-40B4-BE49-F238E27FC236}">
                <a16:creationId xmlns:a16="http://schemas.microsoft.com/office/drawing/2014/main" id="{BFC0B3F2-8F7B-4A66-9D50-FB282639A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013" y="510052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GPs</a:t>
            </a: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97502632-F029-459D-8F10-FA950A46FF32}"/>
              </a:ext>
            </a:extLst>
          </p:cNvPr>
          <p:cNvSpPr/>
          <p:nvPr/>
        </p:nvSpPr>
        <p:spPr>
          <a:xfrm>
            <a:off x="590378" y="6337734"/>
            <a:ext cx="10908000" cy="25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200">
                <a:latin typeface="Santander Text" panose="020B0504020201020104" pitchFamily="34" charset="0"/>
              </a:rPr>
              <a:t>Controlos do Framework Data </a:t>
            </a:r>
            <a:r>
              <a:rPr lang="pt-PT" sz="1200" err="1">
                <a:latin typeface="Santander Text" panose="020B0504020201020104" pitchFamily="34" charset="0"/>
              </a:rPr>
              <a:t>Quality</a:t>
            </a:r>
            <a:endParaRPr lang="pt-PT" sz="1200">
              <a:latin typeface="Santander Text" panose="020B0504020201020104" pitchFamily="34" charset="0"/>
            </a:endParaRPr>
          </a:p>
        </p:txBody>
      </p:sp>
      <p:sp>
        <p:nvSpPr>
          <p:cNvPr id="119" name="Rectangle 18">
            <a:extLst>
              <a:ext uri="{FF2B5EF4-FFF2-40B4-BE49-F238E27FC236}">
                <a16:creationId xmlns:a16="http://schemas.microsoft.com/office/drawing/2014/main" id="{CF6ECD96-2963-4F6B-9547-F4ECB6D31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408" y="3376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pt-PT" sz="1200">
                <a:solidFill>
                  <a:prstClr val="black"/>
                </a:solidFill>
                <a:latin typeface="Santander Text" panose="020B0504020201020104" pitchFamily="34" charset="0"/>
              </a:rPr>
              <a:t>Factoring</a:t>
            </a:r>
          </a:p>
        </p:txBody>
      </p:sp>
      <p:sp>
        <p:nvSpPr>
          <p:cNvPr id="442" name="Rectangle 30">
            <a:extLst>
              <a:ext uri="{FF2B5EF4-FFF2-40B4-BE49-F238E27FC236}">
                <a16:creationId xmlns:a16="http://schemas.microsoft.com/office/drawing/2014/main" id="{14EFBA94-FC78-49EB-A4AF-BA9FC608C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310" y="2872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Efeitos</a:t>
            </a:r>
          </a:p>
        </p:txBody>
      </p:sp>
      <p:sp>
        <p:nvSpPr>
          <p:cNvPr id="452" name="Rectangle 30">
            <a:extLst>
              <a:ext uri="{FF2B5EF4-FFF2-40B4-BE49-F238E27FC236}">
                <a16:creationId xmlns:a16="http://schemas.microsoft.com/office/drawing/2014/main" id="{677869A8-986F-4D44-A6FC-F1C6CE9D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7105" y="413259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Títulos</a:t>
            </a:r>
          </a:p>
        </p:txBody>
      </p:sp>
      <p:sp>
        <p:nvSpPr>
          <p:cNvPr id="191" name="Rectángulo 69">
            <a:extLst>
              <a:ext uri="{FF2B5EF4-FFF2-40B4-BE49-F238E27FC236}">
                <a16:creationId xmlns:a16="http://schemas.microsoft.com/office/drawing/2014/main" id="{858DD3AE-1B46-4898-95EB-CC9B5DE1B24F}"/>
              </a:ext>
            </a:extLst>
          </p:cNvPr>
          <p:cNvSpPr/>
          <p:nvPr/>
        </p:nvSpPr>
        <p:spPr>
          <a:xfrm>
            <a:off x="1378690" y="4765957"/>
            <a:ext cx="1682025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Garantias</a:t>
            </a:r>
            <a:endParaRPr lang="en-GB" sz="12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192" name="Rectangle 32">
            <a:extLst>
              <a:ext uri="{FF2B5EF4-FFF2-40B4-BE49-F238E27FC236}">
                <a16:creationId xmlns:a16="http://schemas.microsoft.com/office/drawing/2014/main" id="{DB5AB1D7-D0F8-4D35-9F9D-54E9D6859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013" y="535252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CS</a:t>
            </a:r>
          </a:p>
        </p:txBody>
      </p:sp>
      <p:sp>
        <p:nvSpPr>
          <p:cNvPr id="193" name="Rectangle 32">
            <a:extLst>
              <a:ext uri="{FF2B5EF4-FFF2-40B4-BE49-F238E27FC236}">
                <a16:creationId xmlns:a16="http://schemas.microsoft.com/office/drawing/2014/main" id="{83365A57-1623-4F58-A1A9-B5D948527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013" y="560452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Lease</a:t>
            </a:r>
          </a:p>
        </p:txBody>
      </p:sp>
      <p:sp>
        <p:nvSpPr>
          <p:cNvPr id="194" name="Rectangle 32">
            <a:extLst>
              <a:ext uri="{FF2B5EF4-FFF2-40B4-BE49-F238E27FC236}">
                <a16:creationId xmlns:a16="http://schemas.microsoft.com/office/drawing/2014/main" id="{45DDA248-D230-4CA8-9E75-A63CC8DB2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013" y="5856528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Eurofac</a:t>
            </a:r>
          </a:p>
        </p:txBody>
      </p:sp>
      <p:sp>
        <p:nvSpPr>
          <p:cNvPr id="211" name="Rectángulo 68">
            <a:extLst>
              <a:ext uri="{FF2B5EF4-FFF2-40B4-BE49-F238E27FC236}">
                <a16:creationId xmlns:a16="http://schemas.microsoft.com/office/drawing/2014/main" id="{6AA448BA-99B6-4AC3-8EE8-AC036B6AEB66}"/>
              </a:ext>
            </a:extLst>
          </p:cNvPr>
          <p:cNvSpPr/>
          <p:nvPr/>
        </p:nvSpPr>
        <p:spPr>
          <a:xfrm>
            <a:off x="1343813" y="1004859"/>
            <a:ext cx="1729305" cy="4307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216" name="Rectangle 32">
            <a:extLst>
              <a:ext uri="{FF2B5EF4-FFF2-40B4-BE49-F238E27FC236}">
                <a16:creationId xmlns:a16="http://schemas.microsoft.com/office/drawing/2014/main" id="{EDD46D37-5A19-4580-B778-BFDC2D1F9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1013" y="1157880"/>
            <a:ext cx="1363192" cy="216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altLang="pt-PT" sz="1200">
                <a:solidFill>
                  <a:schemeClr val="tx1"/>
                </a:solidFill>
                <a:latin typeface="Santander Text" panose="020B0504020201020104" pitchFamily="34" charset="0"/>
              </a:rPr>
              <a:t>BDP</a:t>
            </a:r>
          </a:p>
        </p:txBody>
      </p:sp>
      <p:sp>
        <p:nvSpPr>
          <p:cNvPr id="220" name="Rectángulo 69">
            <a:extLst>
              <a:ext uri="{FF2B5EF4-FFF2-40B4-BE49-F238E27FC236}">
                <a16:creationId xmlns:a16="http://schemas.microsoft.com/office/drawing/2014/main" id="{A23E207B-5D09-4BB7-9769-CC3F067499EA}"/>
              </a:ext>
            </a:extLst>
          </p:cNvPr>
          <p:cNvSpPr/>
          <p:nvPr/>
        </p:nvSpPr>
        <p:spPr>
          <a:xfrm>
            <a:off x="1379813" y="823309"/>
            <a:ext cx="1682025" cy="28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Aplicações</a:t>
            </a:r>
            <a:r>
              <a:rPr lang="en-GB" sz="1200" b="1">
                <a:solidFill>
                  <a:prstClr val="white"/>
                </a:solidFill>
                <a:latin typeface="Santander Text" panose="020B0504020201020104" pitchFamily="34" charset="0"/>
              </a:rPr>
              <a:t> </a:t>
            </a:r>
            <a:r>
              <a:rPr lang="en-GB" sz="1200" b="1" err="1">
                <a:solidFill>
                  <a:prstClr val="white"/>
                </a:solidFill>
                <a:latin typeface="Santander Text" panose="020B0504020201020104" pitchFamily="34" charset="0"/>
              </a:rPr>
              <a:t>Clientes</a:t>
            </a:r>
            <a:endParaRPr lang="en-GB" sz="12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CDA135-DCE9-4423-9C48-D0BC8EB548FB}"/>
              </a:ext>
            </a:extLst>
          </p:cNvPr>
          <p:cNvSpPr txBox="1"/>
          <p:nvPr/>
        </p:nvSpPr>
        <p:spPr>
          <a:xfrm>
            <a:off x="3387440" y="5798536"/>
            <a:ext cx="33430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/>
              <a:t>Data </a:t>
            </a:r>
            <a:r>
              <a:rPr lang="pt-PT" sz="1200" b="1" err="1"/>
              <a:t>Lake</a:t>
            </a:r>
            <a:r>
              <a:rPr lang="pt-PT" sz="1200" b="1"/>
              <a:t> – Novo Modelo Garantias Único</a:t>
            </a:r>
          </a:p>
        </p:txBody>
      </p:sp>
      <p:grpSp>
        <p:nvGrpSpPr>
          <p:cNvPr id="221" name="Grupo 83">
            <a:extLst>
              <a:ext uri="{FF2B5EF4-FFF2-40B4-BE49-F238E27FC236}">
                <a16:creationId xmlns:a16="http://schemas.microsoft.com/office/drawing/2014/main" id="{DA7F669B-1774-4125-9922-8107A6911262}"/>
              </a:ext>
            </a:extLst>
          </p:cNvPr>
          <p:cNvGrpSpPr/>
          <p:nvPr/>
        </p:nvGrpSpPr>
        <p:grpSpPr>
          <a:xfrm>
            <a:off x="3744182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22" name="Disco magnético 89">
              <a:extLst>
                <a:ext uri="{FF2B5EF4-FFF2-40B4-BE49-F238E27FC236}">
                  <a16:creationId xmlns:a16="http://schemas.microsoft.com/office/drawing/2014/main" id="{8B9BAC6E-9E5D-4251-8CC2-278BAAAA04D3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0" name="Disco magnético 91">
              <a:extLst>
                <a:ext uri="{FF2B5EF4-FFF2-40B4-BE49-F238E27FC236}">
                  <a16:creationId xmlns:a16="http://schemas.microsoft.com/office/drawing/2014/main" id="{07023724-C232-4DCE-B2AD-572B51780A59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4" name="Disco magnético 92">
              <a:extLst>
                <a:ext uri="{FF2B5EF4-FFF2-40B4-BE49-F238E27FC236}">
                  <a16:creationId xmlns:a16="http://schemas.microsoft.com/office/drawing/2014/main" id="{BCF97D6A-1EB0-49D3-A831-DC139A5D34ED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35" name="CuadroTexto 86">
            <a:extLst>
              <a:ext uri="{FF2B5EF4-FFF2-40B4-BE49-F238E27FC236}">
                <a16:creationId xmlns:a16="http://schemas.microsoft.com/office/drawing/2014/main" id="{9BCFA804-45E5-4B33-BE16-C02B3150DB1D}"/>
              </a:ext>
            </a:extLst>
          </p:cNvPr>
          <p:cNvSpPr txBox="1"/>
          <p:nvPr/>
        </p:nvSpPr>
        <p:spPr>
          <a:xfrm>
            <a:off x="3635617" y="5092689"/>
            <a:ext cx="783028" cy="387171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Modelo Base de </a:t>
            </a:r>
            <a:r>
              <a:rPr lang="es-ES" sz="1050" b="1" err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  <a:endParaRPr lang="es-ES" sz="105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236" name="Grupo 83">
            <a:extLst>
              <a:ext uri="{FF2B5EF4-FFF2-40B4-BE49-F238E27FC236}">
                <a16:creationId xmlns:a16="http://schemas.microsoft.com/office/drawing/2014/main" id="{70415F19-6794-44C3-BAFD-F5736500EA15}"/>
              </a:ext>
            </a:extLst>
          </p:cNvPr>
          <p:cNvGrpSpPr/>
          <p:nvPr/>
        </p:nvGrpSpPr>
        <p:grpSpPr>
          <a:xfrm>
            <a:off x="4832737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37" name="Disco magnético 89">
              <a:extLst>
                <a:ext uri="{FF2B5EF4-FFF2-40B4-BE49-F238E27FC236}">
                  <a16:creationId xmlns:a16="http://schemas.microsoft.com/office/drawing/2014/main" id="{0026513D-3B8B-4CEC-8F24-E15DAA157774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8" name="Disco magnético 91">
              <a:extLst>
                <a:ext uri="{FF2B5EF4-FFF2-40B4-BE49-F238E27FC236}">
                  <a16:creationId xmlns:a16="http://schemas.microsoft.com/office/drawing/2014/main" id="{46B16439-18B1-4413-9B37-ADED57215F4B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39" name="Disco magnético 92">
              <a:extLst>
                <a:ext uri="{FF2B5EF4-FFF2-40B4-BE49-F238E27FC236}">
                  <a16:creationId xmlns:a16="http://schemas.microsoft.com/office/drawing/2014/main" id="{9B5A7D6A-A789-4DAD-95FF-5EABF1559FE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40" name="CuadroTexto 86">
            <a:extLst>
              <a:ext uri="{FF2B5EF4-FFF2-40B4-BE49-F238E27FC236}">
                <a16:creationId xmlns:a16="http://schemas.microsoft.com/office/drawing/2014/main" id="{C85EAAB3-4537-4B68-B261-ED3E1491BA96}"/>
              </a:ext>
            </a:extLst>
          </p:cNvPr>
          <p:cNvSpPr txBox="1"/>
          <p:nvPr/>
        </p:nvSpPr>
        <p:spPr>
          <a:xfrm>
            <a:off x="4538765" y="4937981"/>
            <a:ext cx="1174391" cy="511344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Relação</a:t>
            </a:r>
            <a:r>
              <a:rPr lang="es-ES" sz="1050" b="1" dirty="0">
                <a:solidFill>
                  <a:prstClr val="black"/>
                </a:solidFill>
                <a:latin typeface="Santander Text" panose="020B0504020201020104" pitchFamily="34" charset="0"/>
              </a:rPr>
              <a:t> Responsabilidades vs </a:t>
            </a:r>
            <a:r>
              <a:rPr lang="es-ES" sz="105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  <a:endParaRPr lang="es-ES" sz="1050" b="1" dirty="0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grpSp>
        <p:nvGrpSpPr>
          <p:cNvPr id="241" name="Grupo 83">
            <a:extLst>
              <a:ext uri="{FF2B5EF4-FFF2-40B4-BE49-F238E27FC236}">
                <a16:creationId xmlns:a16="http://schemas.microsoft.com/office/drawing/2014/main" id="{E72BC7BE-AE91-4E77-A923-232A5323E2FD}"/>
              </a:ext>
            </a:extLst>
          </p:cNvPr>
          <p:cNvGrpSpPr/>
          <p:nvPr/>
        </p:nvGrpSpPr>
        <p:grpSpPr>
          <a:xfrm>
            <a:off x="5889055" y="5484433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242" name="Disco magnético 89">
              <a:extLst>
                <a:ext uri="{FF2B5EF4-FFF2-40B4-BE49-F238E27FC236}">
                  <a16:creationId xmlns:a16="http://schemas.microsoft.com/office/drawing/2014/main" id="{B46ED85F-1DB9-4940-9D05-EC4619091A41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43" name="Disco magnético 91">
              <a:extLst>
                <a:ext uri="{FF2B5EF4-FFF2-40B4-BE49-F238E27FC236}">
                  <a16:creationId xmlns:a16="http://schemas.microsoft.com/office/drawing/2014/main" id="{55F57002-E509-4BB1-A0F4-B7E9EE468767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244" name="Disco magnético 92">
              <a:extLst>
                <a:ext uri="{FF2B5EF4-FFF2-40B4-BE49-F238E27FC236}">
                  <a16:creationId xmlns:a16="http://schemas.microsoft.com/office/drawing/2014/main" id="{138AF8BD-ECAB-4DAA-94B7-DB33C390CCF4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245" name="CuadroTexto 86">
            <a:extLst>
              <a:ext uri="{FF2B5EF4-FFF2-40B4-BE49-F238E27FC236}">
                <a16:creationId xmlns:a16="http://schemas.microsoft.com/office/drawing/2014/main" id="{96399ADE-B287-4A49-A127-BADC0C8BF7D5}"/>
              </a:ext>
            </a:extLst>
          </p:cNvPr>
          <p:cNvSpPr txBox="1"/>
          <p:nvPr/>
        </p:nvSpPr>
        <p:spPr>
          <a:xfrm>
            <a:off x="5780490" y="5188795"/>
            <a:ext cx="783028" cy="2036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Output para BDR/IFRS</a:t>
            </a:r>
          </a:p>
        </p:txBody>
      </p:sp>
      <p:cxnSp>
        <p:nvCxnSpPr>
          <p:cNvPr id="246" name="Conector angular 217">
            <a:extLst>
              <a:ext uri="{FF2B5EF4-FFF2-40B4-BE49-F238E27FC236}">
                <a16:creationId xmlns:a16="http://schemas.microsoft.com/office/drawing/2014/main" id="{B63507F2-3CF6-403C-BDFC-1E271A6BAB21}"/>
              </a:ext>
            </a:extLst>
          </p:cNvPr>
          <p:cNvCxnSpPr>
            <a:cxnSpLocks/>
            <a:stCxn id="348" idx="3"/>
            <a:endCxn id="230" idx="2"/>
          </p:cNvCxnSpPr>
          <p:nvPr/>
        </p:nvCxnSpPr>
        <p:spPr>
          <a:xfrm>
            <a:off x="2894205" y="5208528"/>
            <a:ext cx="849977" cy="3839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Conector angular 217">
            <a:extLst>
              <a:ext uri="{FF2B5EF4-FFF2-40B4-BE49-F238E27FC236}">
                <a16:creationId xmlns:a16="http://schemas.microsoft.com/office/drawing/2014/main" id="{A279E29D-35B2-4F88-B38A-7216D423647D}"/>
              </a:ext>
            </a:extLst>
          </p:cNvPr>
          <p:cNvCxnSpPr>
            <a:cxnSpLocks/>
            <a:stCxn id="192" idx="3"/>
            <a:endCxn id="230" idx="2"/>
          </p:cNvCxnSpPr>
          <p:nvPr/>
        </p:nvCxnSpPr>
        <p:spPr>
          <a:xfrm>
            <a:off x="2894205" y="5460528"/>
            <a:ext cx="849977" cy="13190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Conector angular 217">
            <a:extLst>
              <a:ext uri="{FF2B5EF4-FFF2-40B4-BE49-F238E27FC236}">
                <a16:creationId xmlns:a16="http://schemas.microsoft.com/office/drawing/2014/main" id="{50C79502-365C-4467-A84F-AA348FACBF11}"/>
              </a:ext>
            </a:extLst>
          </p:cNvPr>
          <p:cNvCxnSpPr>
            <a:cxnSpLocks/>
            <a:stCxn id="193" idx="3"/>
            <a:endCxn id="230" idx="2"/>
          </p:cNvCxnSpPr>
          <p:nvPr/>
        </p:nvCxnSpPr>
        <p:spPr>
          <a:xfrm flipV="1">
            <a:off x="2894205" y="5592433"/>
            <a:ext cx="849977" cy="12009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Conector angular 217">
            <a:extLst>
              <a:ext uri="{FF2B5EF4-FFF2-40B4-BE49-F238E27FC236}">
                <a16:creationId xmlns:a16="http://schemas.microsoft.com/office/drawing/2014/main" id="{D03C6D41-E7B9-458B-877E-763948E539E2}"/>
              </a:ext>
            </a:extLst>
          </p:cNvPr>
          <p:cNvCxnSpPr>
            <a:cxnSpLocks/>
            <a:stCxn id="194" idx="3"/>
            <a:endCxn id="230" idx="2"/>
          </p:cNvCxnSpPr>
          <p:nvPr/>
        </p:nvCxnSpPr>
        <p:spPr>
          <a:xfrm flipV="1">
            <a:off x="2894205" y="5592433"/>
            <a:ext cx="849977" cy="37209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Conector angular 217">
            <a:extLst>
              <a:ext uri="{FF2B5EF4-FFF2-40B4-BE49-F238E27FC236}">
                <a16:creationId xmlns:a16="http://schemas.microsoft.com/office/drawing/2014/main" id="{13B15F23-7D12-4BB6-9462-63E149FAA80C}"/>
              </a:ext>
            </a:extLst>
          </p:cNvPr>
          <p:cNvCxnSpPr>
            <a:cxnSpLocks/>
            <a:stCxn id="230" idx="4"/>
            <a:endCxn id="238" idx="2"/>
          </p:cNvCxnSpPr>
          <p:nvPr/>
        </p:nvCxnSpPr>
        <p:spPr>
          <a:xfrm>
            <a:off x="4322093" y="5592433"/>
            <a:ext cx="510644" cy="127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ector angular 217">
            <a:extLst>
              <a:ext uri="{FF2B5EF4-FFF2-40B4-BE49-F238E27FC236}">
                <a16:creationId xmlns:a16="http://schemas.microsoft.com/office/drawing/2014/main" id="{D365C45D-0775-46AF-A119-DEEFE3062452}"/>
              </a:ext>
            </a:extLst>
          </p:cNvPr>
          <p:cNvCxnSpPr>
            <a:cxnSpLocks/>
            <a:stCxn id="238" idx="4"/>
            <a:endCxn id="243" idx="2"/>
          </p:cNvCxnSpPr>
          <p:nvPr/>
        </p:nvCxnSpPr>
        <p:spPr>
          <a:xfrm>
            <a:off x="5410648" y="5592433"/>
            <a:ext cx="478407" cy="12700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Conector angular 217">
            <a:extLst>
              <a:ext uri="{FF2B5EF4-FFF2-40B4-BE49-F238E27FC236}">
                <a16:creationId xmlns:a16="http://schemas.microsoft.com/office/drawing/2014/main" id="{DC03E10C-FBC0-4A3F-B78F-099E3C182FE5}"/>
              </a:ext>
            </a:extLst>
          </p:cNvPr>
          <p:cNvCxnSpPr>
            <a:cxnSpLocks/>
            <a:stCxn id="69" idx="3"/>
            <a:endCxn id="92" idx="2"/>
          </p:cNvCxnSpPr>
          <p:nvPr/>
        </p:nvCxnSpPr>
        <p:spPr>
          <a:xfrm>
            <a:off x="3073118" y="3176764"/>
            <a:ext cx="1760593" cy="2375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Conector angular 217">
            <a:extLst>
              <a:ext uri="{FF2B5EF4-FFF2-40B4-BE49-F238E27FC236}">
                <a16:creationId xmlns:a16="http://schemas.microsoft.com/office/drawing/2014/main" id="{80B76BE8-ED2E-4CBB-B9A9-5C3D213D0E7F}"/>
              </a:ext>
            </a:extLst>
          </p:cNvPr>
          <p:cNvCxnSpPr>
            <a:cxnSpLocks/>
            <a:stCxn id="92" idx="3"/>
            <a:endCxn id="240" idx="0"/>
          </p:cNvCxnSpPr>
          <p:nvPr/>
        </p:nvCxnSpPr>
        <p:spPr>
          <a:xfrm rot="16200000" flipH="1">
            <a:off x="4265569" y="4077589"/>
            <a:ext cx="1717490" cy="32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Conector angular 217">
            <a:extLst>
              <a:ext uri="{FF2B5EF4-FFF2-40B4-BE49-F238E27FC236}">
                <a16:creationId xmlns:a16="http://schemas.microsoft.com/office/drawing/2014/main" id="{56AD04BC-56DA-470E-9646-C6501B7E3B10}"/>
              </a:ext>
            </a:extLst>
          </p:cNvPr>
          <p:cNvCxnSpPr>
            <a:cxnSpLocks/>
            <a:stCxn id="243" idx="4"/>
            <a:endCxn id="107" idx="2"/>
          </p:cNvCxnSpPr>
          <p:nvPr/>
        </p:nvCxnSpPr>
        <p:spPr>
          <a:xfrm flipV="1">
            <a:off x="6466966" y="4322745"/>
            <a:ext cx="1061570" cy="1269688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Conector angular 217">
            <a:extLst>
              <a:ext uri="{FF2B5EF4-FFF2-40B4-BE49-F238E27FC236}">
                <a16:creationId xmlns:a16="http://schemas.microsoft.com/office/drawing/2014/main" id="{91002FFA-BD88-4E01-A2D8-34A437EECF6E}"/>
              </a:ext>
            </a:extLst>
          </p:cNvPr>
          <p:cNvCxnSpPr>
            <a:cxnSpLocks/>
            <a:stCxn id="92" idx="4"/>
            <a:endCxn id="178" idx="2"/>
          </p:cNvCxnSpPr>
          <p:nvPr/>
        </p:nvCxnSpPr>
        <p:spPr>
          <a:xfrm>
            <a:off x="5411622" y="3179139"/>
            <a:ext cx="3118268" cy="301247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AB4BDB0-9739-41BD-A638-54B17733E1E1}"/>
              </a:ext>
            </a:extLst>
          </p:cNvPr>
          <p:cNvGrpSpPr/>
          <p:nvPr/>
        </p:nvGrpSpPr>
        <p:grpSpPr>
          <a:xfrm>
            <a:off x="8529890" y="4540641"/>
            <a:ext cx="577911" cy="406062"/>
            <a:chOff x="3847857" y="924730"/>
            <a:chExt cx="577911" cy="406062"/>
          </a:xfrm>
        </p:grpSpPr>
        <p:grpSp>
          <p:nvGrpSpPr>
            <p:cNvPr id="275" name="Grupo 83">
              <a:extLst>
                <a:ext uri="{FF2B5EF4-FFF2-40B4-BE49-F238E27FC236}">
                  <a16:creationId xmlns:a16="http://schemas.microsoft.com/office/drawing/2014/main" id="{E398818F-B1BD-43FB-8FB3-D2B85F446B65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278" name="Disco magnético 89">
                <a:extLst>
                  <a:ext uri="{FF2B5EF4-FFF2-40B4-BE49-F238E27FC236}">
                    <a16:creationId xmlns:a16="http://schemas.microsoft.com/office/drawing/2014/main" id="{1AC6439D-2D39-49C3-8283-C2873F9B9CB2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79" name="Disco magnético 91">
                <a:extLst>
                  <a:ext uri="{FF2B5EF4-FFF2-40B4-BE49-F238E27FC236}">
                    <a16:creationId xmlns:a16="http://schemas.microsoft.com/office/drawing/2014/main" id="{0ED41EC7-F337-442F-8ED1-1BBA9C7D0A7D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80" name="Disco magnético 92">
                <a:extLst>
                  <a:ext uri="{FF2B5EF4-FFF2-40B4-BE49-F238E27FC236}">
                    <a16:creationId xmlns:a16="http://schemas.microsoft.com/office/drawing/2014/main" id="{D240DBC7-1776-4DB4-BF95-4E1431566F80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81" name="CuadroTexto 86">
              <a:extLst>
                <a:ext uri="{FF2B5EF4-FFF2-40B4-BE49-F238E27FC236}">
                  <a16:creationId xmlns:a16="http://schemas.microsoft.com/office/drawing/2014/main" id="{BB5EF559-48E2-4EC3-9240-7AAA67ABF81C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IFRS9</a:t>
              </a:r>
            </a:p>
          </p:txBody>
        </p:sp>
      </p:grpSp>
      <p:cxnSp>
        <p:nvCxnSpPr>
          <p:cNvPr id="282" name="Conector angular 217">
            <a:extLst>
              <a:ext uri="{FF2B5EF4-FFF2-40B4-BE49-F238E27FC236}">
                <a16:creationId xmlns:a16="http://schemas.microsoft.com/office/drawing/2014/main" id="{B2485E23-9EFF-47BB-8AE6-86F9DD49A2AC}"/>
              </a:ext>
            </a:extLst>
          </p:cNvPr>
          <p:cNvCxnSpPr>
            <a:cxnSpLocks/>
            <a:stCxn id="243" idx="4"/>
            <a:endCxn id="279" idx="2"/>
          </p:cNvCxnSpPr>
          <p:nvPr/>
        </p:nvCxnSpPr>
        <p:spPr>
          <a:xfrm flipV="1">
            <a:off x="6466966" y="4838703"/>
            <a:ext cx="2062924" cy="753730"/>
          </a:xfrm>
          <a:prstGeom prst="bentConnector3">
            <a:avLst>
              <a:gd name="adj1" fmla="val 51731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0E680E1A-5D92-4001-9A5C-3D3CD4281750}"/>
              </a:ext>
            </a:extLst>
          </p:cNvPr>
          <p:cNvSpPr txBox="1"/>
          <p:nvPr/>
        </p:nvSpPr>
        <p:spPr>
          <a:xfrm>
            <a:off x="7128039" y="3907247"/>
            <a:ext cx="800994" cy="415498"/>
          </a:xfrm>
          <a:prstGeom prst="rect">
            <a:avLst/>
          </a:prstGeom>
          <a:solidFill>
            <a:schemeClr val="bg2">
              <a:lumMod val="7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PT" sz="1050"/>
              <a:t>Ficheiros BIYR2500</a:t>
            </a:r>
          </a:p>
        </p:txBody>
      </p:sp>
      <p:cxnSp>
        <p:nvCxnSpPr>
          <p:cNvPr id="284" name="Conector angular 217">
            <a:extLst>
              <a:ext uri="{FF2B5EF4-FFF2-40B4-BE49-F238E27FC236}">
                <a16:creationId xmlns:a16="http://schemas.microsoft.com/office/drawing/2014/main" id="{112E5451-9058-4D3C-B4FB-D049602AD204}"/>
              </a:ext>
            </a:extLst>
          </p:cNvPr>
          <p:cNvCxnSpPr>
            <a:cxnSpLocks/>
            <a:stCxn id="107" idx="3"/>
            <a:endCxn id="177" idx="2"/>
          </p:cNvCxnSpPr>
          <p:nvPr/>
        </p:nvCxnSpPr>
        <p:spPr>
          <a:xfrm flipV="1">
            <a:off x="7929033" y="3547034"/>
            <a:ext cx="600857" cy="56796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Rectángulo 302">
            <a:extLst>
              <a:ext uri="{FF2B5EF4-FFF2-40B4-BE49-F238E27FC236}">
                <a16:creationId xmlns:a16="http://schemas.microsoft.com/office/drawing/2014/main" id="{8A9B3DBE-ACE6-4B81-ADD9-223668AAC958}"/>
              </a:ext>
            </a:extLst>
          </p:cNvPr>
          <p:cNvSpPr/>
          <p:nvPr/>
        </p:nvSpPr>
        <p:spPr>
          <a:xfrm>
            <a:off x="9394914" y="1004859"/>
            <a:ext cx="1359400" cy="5062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1CE5B003-CA26-4C90-86D9-770DB674D0E1}"/>
              </a:ext>
            </a:extLst>
          </p:cNvPr>
          <p:cNvSpPr txBox="1"/>
          <p:nvPr/>
        </p:nvSpPr>
        <p:spPr>
          <a:xfrm>
            <a:off x="9364014" y="1013743"/>
            <a:ext cx="13236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200" b="1"/>
              <a:t>Data </a:t>
            </a:r>
            <a:r>
              <a:rPr lang="pt-PT" sz="1200" b="1" err="1"/>
              <a:t>Lake</a:t>
            </a:r>
            <a:endParaRPr lang="pt-PT" sz="1200" b="1"/>
          </a:p>
        </p:txBody>
      </p: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0A5B21D9-5B83-4468-8846-C666D75BA9D8}"/>
              </a:ext>
            </a:extLst>
          </p:cNvPr>
          <p:cNvGrpSpPr/>
          <p:nvPr/>
        </p:nvGrpSpPr>
        <p:grpSpPr>
          <a:xfrm>
            <a:off x="9530002" y="3150076"/>
            <a:ext cx="917161" cy="438976"/>
            <a:chOff x="5270531" y="2813744"/>
            <a:chExt cx="917161" cy="438976"/>
          </a:xfrm>
        </p:grpSpPr>
        <p:grpSp>
          <p:nvGrpSpPr>
            <p:cNvPr id="305" name="Grupo 83">
              <a:extLst>
                <a:ext uri="{FF2B5EF4-FFF2-40B4-BE49-F238E27FC236}">
                  <a16:creationId xmlns:a16="http://schemas.microsoft.com/office/drawing/2014/main" id="{FB4264C2-DC89-44B0-ABA0-E4D26497FB79}"/>
                </a:ext>
              </a:extLst>
            </p:cNvPr>
            <p:cNvGrpSpPr/>
            <p:nvPr/>
          </p:nvGrpSpPr>
          <p:grpSpPr>
            <a:xfrm>
              <a:off x="5423815" y="3036720"/>
              <a:ext cx="577911" cy="216000"/>
              <a:chOff x="8038758" y="3835908"/>
              <a:chExt cx="1282700" cy="1173653"/>
            </a:xfrm>
            <a:solidFill>
              <a:schemeClr val="accent1">
                <a:lumMod val="75000"/>
              </a:schemeClr>
            </a:solidFill>
          </p:grpSpPr>
          <p:sp>
            <p:nvSpPr>
              <p:cNvPr id="308" name="Disco magnético 89">
                <a:extLst>
                  <a:ext uri="{FF2B5EF4-FFF2-40B4-BE49-F238E27FC236}">
                    <a16:creationId xmlns:a16="http://schemas.microsoft.com/office/drawing/2014/main" id="{A80B077E-6267-4A15-87B3-2120DC78BF07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09" name="Disco magnético 91">
                <a:extLst>
                  <a:ext uri="{FF2B5EF4-FFF2-40B4-BE49-F238E27FC236}">
                    <a16:creationId xmlns:a16="http://schemas.microsoft.com/office/drawing/2014/main" id="{3881F410-572B-412C-99C8-FB1F85C37745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0" name="Disco magnético 92">
                <a:extLst>
                  <a:ext uri="{FF2B5EF4-FFF2-40B4-BE49-F238E27FC236}">
                    <a16:creationId xmlns:a16="http://schemas.microsoft.com/office/drawing/2014/main" id="{B2009761-AE4A-40DB-B134-14901593C5F7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07" name="CuadroTexto 86">
              <a:extLst>
                <a:ext uri="{FF2B5EF4-FFF2-40B4-BE49-F238E27FC236}">
                  <a16:creationId xmlns:a16="http://schemas.microsoft.com/office/drawing/2014/main" id="{27094347-C1ED-44CE-AF8C-E8A4259736EE}"/>
                </a:ext>
              </a:extLst>
            </p:cNvPr>
            <p:cNvSpPr txBox="1"/>
            <p:nvPr/>
          </p:nvSpPr>
          <p:spPr>
            <a:xfrm>
              <a:off x="5270531" y="2813744"/>
              <a:ext cx="91716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Capital</a:t>
              </a:r>
            </a:p>
          </p:txBody>
        </p:sp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4E5340D9-3EB2-46D2-AE70-123D40D047B2}"/>
              </a:ext>
            </a:extLst>
          </p:cNvPr>
          <p:cNvGrpSpPr/>
          <p:nvPr/>
        </p:nvGrpSpPr>
        <p:grpSpPr>
          <a:xfrm>
            <a:off x="9699626" y="4533497"/>
            <a:ext cx="577911" cy="406062"/>
            <a:chOff x="3847857" y="924730"/>
            <a:chExt cx="577911" cy="406062"/>
          </a:xfrm>
        </p:grpSpPr>
        <p:grpSp>
          <p:nvGrpSpPr>
            <p:cNvPr id="312" name="Grupo 83">
              <a:extLst>
                <a:ext uri="{FF2B5EF4-FFF2-40B4-BE49-F238E27FC236}">
                  <a16:creationId xmlns:a16="http://schemas.microsoft.com/office/drawing/2014/main" id="{55E34630-7608-4907-882F-7DCB1214AE73}"/>
                </a:ext>
              </a:extLst>
            </p:cNvPr>
            <p:cNvGrpSpPr/>
            <p:nvPr/>
          </p:nvGrpSpPr>
          <p:grpSpPr>
            <a:xfrm>
              <a:off x="3847857" y="1114792"/>
              <a:ext cx="577911" cy="216000"/>
              <a:chOff x="8038758" y="3835908"/>
              <a:chExt cx="1282700" cy="1173653"/>
            </a:xfrm>
            <a:solidFill>
              <a:schemeClr val="accent5"/>
            </a:solidFill>
          </p:grpSpPr>
          <p:sp>
            <p:nvSpPr>
              <p:cNvPr id="314" name="Disco magnético 89">
                <a:extLst>
                  <a:ext uri="{FF2B5EF4-FFF2-40B4-BE49-F238E27FC236}">
                    <a16:creationId xmlns:a16="http://schemas.microsoft.com/office/drawing/2014/main" id="{401EC085-15D5-4DB7-97C2-A917289A88CF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7" name="Disco magnético 91">
                <a:extLst>
                  <a:ext uri="{FF2B5EF4-FFF2-40B4-BE49-F238E27FC236}">
                    <a16:creationId xmlns:a16="http://schemas.microsoft.com/office/drawing/2014/main" id="{D4419042-C3ED-4F1A-B56E-97AA351C8C52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18" name="Disco magnético 92">
                <a:extLst>
                  <a:ext uri="{FF2B5EF4-FFF2-40B4-BE49-F238E27FC236}">
                    <a16:creationId xmlns:a16="http://schemas.microsoft.com/office/drawing/2014/main" id="{A5A9E39A-4EDA-40B6-8DC0-C6FEC85CA266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13" name="CuadroTexto 86">
              <a:extLst>
                <a:ext uri="{FF2B5EF4-FFF2-40B4-BE49-F238E27FC236}">
                  <a16:creationId xmlns:a16="http://schemas.microsoft.com/office/drawing/2014/main" id="{50D25173-385D-4A02-975A-1491793996D3}"/>
                </a:ext>
              </a:extLst>
            </p:cNvPr>
            <p:cNvSpPr txBox="1"/>
            <p:nvPr/>
          </p:nvSpPr>
          <p:spPr>
            <a:xfrm>
              <a:off x="3860802" y="924730"/>
              <a:ext cx="550921" cy="1833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IFRS9</a:t>
              </a:r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6C2C969F-BBFC-4190-A631-355424A595F8}"/>
              </a:ext>
            </a:extLst>
          </p:cNvPr>
          <p:cNvGrpSpPr/>
          <p:nvPr/>
        </p:nvGrpSpPr>
        <p:grpSpPr>
          <a:xfrm>
            <a:off x="9539211" y="2188478"/>
            <a:ext cx="904463" cy="579050"/>
            <a:chOff x="8753398" y="1824375"/>
            <a:chExt cx="904463" cy="579050"/>
          </a:xfrm>
        </p:grpSpPr>
        <p:grpSp>
          <p:nvGrpSpPr>
            <p:cNvPr id="319" name="Grupo 83">
              <a:extLst>
                <a:ext uri="{FF2B5EF4-FFF2-40B4-BE49-F238E27FC236}">
                  <a16:creationId xmlns:a16="http://schemas.microsoft.com/office/drawing/2014/main" id="{CD157CD5-75F5-4D2D-81A1-2689BB2C0555}"/>
                </a:ext>
              </a:extLst>
            </p:cNvPr>
            <p:cNvGrpSpPr/>
            <p:nvPr/>
          </p:nvGrpSpPr>
          <p:grpSpPr>
            <a:xfrm>
              <a:off x="8913813" y="2187425"/>
              <a:ext cx="577911" cy="216000"/>
              <a:chOff x="8038758" y="3835908"/>
              <a:chExt cx="1282700" cy="1173653"/>
            </a:xfrm>
            <a:solidFill>
              <a:schemeClr val="accent3">
                <a:lumMod val="60000"/>
                <a:lumOff val="40000"/>
              </a:schemeClr>
            </a:solidFill>
          </p:grpSpPr>
          <p:sp>
            <p:nvSpPr>
              <p:cNvPr id="321" name="Disco magnético 89">
                <a:extLst>
                  <a:ext uri="{FF2B5EF4-FFF2-40B4-BE49-F238E27FC236}">
                    <a16:creationId xmlns:a16="http://schemas.microsoft.com/office/drawing/2014/main" id="{72F2E607-4249-45A6-AC03-DC0BF4504C6C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22" name="Disco magnético 91">
                <a:extLst>
                  <a:ext uri="{FF2B5EF4-FFF2-40B4-BE49-F238E27FC236}">
                    <a16:creationId xmlns:a16="http://schemas.microsoft.com/office/drawing/2014/main" id="{80D8C3D0-286B-41D5-A8F9-20664DB1878D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23" name="Disco magnético 92">
                <a:extLst>
                  <a:ext uri="{FF2B5EF4-FFF2-40B4-BE49-F238E27FC236}">
                    <a16:creationId xmlns:a16="http://schemas.microsoft.com/office/drawing/2014/main" id="{5781C031-32FD-4991-8A3E-456D53BCF7B8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24" name="CuadroTexto 86">
              <a:extLst>
                <a:ext uri="{FF2B5EF4-FFF2-40B4-BE49-F238E27FC236}">
                  <a16:creationId xmlns:a16="http://schemas.microsoft.com/office/drawing/2014/main" id="{79BBC0CD-7B1C-49E3-9DD5-B4819D137222}"/>
                </a:ext>
              </a:extLst>
            </p:cNvPr>
            <p:cNvSpPr txBox="1"/>
            <p:nvPr/>
          </p:nvSpPr>
          <p:spPr>
            <a:xfrm>
              <a:off x="8753398" y="1824375"/>
              <a:ext cx="904463" cy="225138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DL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Contabilidade</a:t>
              </a:r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/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Finrep</a:t>
              </a:r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cxnSp>
        <p:nvCxnSpPr>
          <p:cNvPr id="325" name="Conector angular 217">
            <a:extLst>
              <a:ext uri="{FF2B5EF4-FFF2-40B4-BE49-F238E27FC236}">
                <a16:creationId xmlns:a16="http://schemas.microsoft.com/office/drawing/2014/main" id="{01ED00AC-F51F-49F5-8999-B130A5452739}"/>
              </a:ext>
            </a:extLst>
          </p:cNvPr>
          <p:cNvCxnSpPr>
            <a:cxnSpLocks/>
            <a:stCxn id="92" idx="4"/>
            <a:endCxn id="322" idx="2"/>
          </p:cNvCxnSpPr>
          <p:nvPr/>
        </p:nvCxnSpPr>
        <p:spPr>
          <a:xfrm flipV="1">
            <a:off x="5411622" y="2659528"/>
            <a:ext cx="4288004" cy="519611"/>
          </a:xfrm>
          <a:prstGeom prst="bentConnector3">
            <a:avLst>
              <a:gd name="adj1" fmla="val 36506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Conector angular 217">
            <a:extLst>
              <a:ext uri="{FF2B5EF4-FFF2-40B4-BE49-F238E27FC236}">
                <a16:creationId xmlns:a16="http://schemas.microsoft.com/office/drawing/2014/main" id="{DFCCB3C5-1216-4439-9012-4F64B1C2FEA6}"/>
              </a:ext>
            </a:extLst>
          </p:cNvPr>
          <p:cNvCxnSpPr>
            <a:cxnSpLocks/>
            <a:stCxn id="107" idx="3"/>
            <a:endCxn id="321" idx="4"/>
          </p:cNvCxnSpPr>
          <p:nvPr/>
        </p:nvCxnSpPr>
        <p:spPr>
          <a:xfrm flipV="1">
            <a:off x="7929033" y="2726176"/>
            <a:ext cx="2348504" cy="1388820"/>
          </a:xfrm>
          <a:prstGeom prst="bentConnector3">
            <a:avLst>
              <a:gd name="adj1" fmla="val 109734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Conector angular 217">
            <a:extLst>
              <a:ext uri="{FF2B5EF4-FFF2-40B4-BE49-F238E27FC236}">
                <a16:creationId xmlns:a16="http://schemas.microsoft.com/office/drawing/2014/main" id="{293E0A6D-770A-41CB-ADF0-410DBEA4F1B8}"/>
              </a:ext>
            </a:extLst>
          </p:cNvPr>
          <p:cNvCxnSpPr>
            <a:cxnSpLocks/>
            <a:stCxn id="178" idx="4"/>
            <a:endCxn id="309" idx="2"/>
          </p:cNvCxnSpPr>
          <p:nvPr/>
        </p:nvCxnSpPr>
        <p:spPr>
          <a:xfrm>
            <a:off x="9107801" y="3480386"/>
            <a:ext cx="575485" cy="666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Conector angular 217">
            <a:extLst>
              <a:ext uri="{FF2B5EF4-FFF2-40B4-BE49-F238E27FC236}">
                <a16:creationId xmlns:a16="http://schemas.microsoft.com/office/drawing/2014/main" id="{AE5008DD-2A10-46AE-951C-21055CC15696}"/>
              </a:ext>
            </a:extLst>
          </p:cNvPr>
          <p:cNvCxnSpPr>
            <a:cxnSpLocks/>
            <a:stCxn id="279" idx="4"/>
            <a:endCxn id="317" idx="2"/>
          </p:cNvCxnSpPr>
          <p:nvPr/>
        </p:nvCxnSpPr>
        <p:spPr>
          <a:xfrm flipV="1">
            <a:off x="9107801" y="4831559"/>
            <a:ext cx="591825" cy="7144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DAF5F29-8633-728B-EA67-F6D73687E677}"/>
              </a:ext>
            </a:extLst>
          </p:cNvPr>
          <p:cNvGrpSpPr/>
          <p:nvPr/>
        </p:nvGrpSpPr>
        <p:grpSpPr>
          <a:xfrm>
            <a:off x="9663008" y="1483409"/>
            <a:ext cx="635756" cy="416868"/>
            <a:chOff x="9663008" y="1483409"/>
            <a:chExt cx="635756" cy="416868"/>
          </a:xfrm>
        </p:grpSpPr>
        <p:grpSp>
          <p:nvGrpSpPr>
            <p:cNvPr id="333" name="Grupo 83">
              <a:extLst>
                <a:ext uri="{FF2B5EF4-FFF2-40B4-BE49-F238E27FC236}">
                  <a16:creationId xmlns:a16="http://schemas.microsoft.com/office/drawing/2014/main" id="{C6AFB5B4-8228-4C71-920B-27542165A9CC}"/>
                </a:ext>
              </a:extLst>
            </p:cNvPr>
            <p:cNvGrpSpPr/>
            <p:nvPr/>
          </p:nvGrpSpPr>
          <p:grpSpPr>
            <a:xfrm>
              <a:off x="9699626" y="1684277"/>
              <a:ext cx="577911" cy="216000"/>
              <a:chOff x="8038758" y="3835908"/>
              <a:chExt cx="1282700" cy="1173653"/>
            </a:xfrm>
            <a:solidFill>
              <a:schemeClr val="accent4">
                <a:lumMod val="75000"/>
              </a:schemeClr>
            </a:solidFill>
          </p:grpSpPr>
          <p:sp>
            <p:nvSpPr>
              <p:cNvPr id="334" name="Disco magnético 89">
                <a:extLst>
                  <a:ext uri="{FF2B5EF4-FFF2-40B4-BE49-F238E27FC236}">
                    <a16:creationId xmlns:a16="http://schemas.microsoft.com/office/drawing/2014/main" id="{B464382C-91AF-4D0F-A5E5-EC3E95E667A9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35" name="Disco magnético 91">
                <a:extLst>
                  <a:ext uri="{FF2B5EF4-FFF2-40B4-BE49-F238E27FC236}">
                    <a16:creationId xmlns:a16="http://schemas.microsoft.com/office/drawing/2014/main" id="{BE15034B-93F2-431B-9BCB-D36510D52033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336" name="Disco magnético 92">
                <a:extLst>
                  <a:ext uri="{FF2B5EF4-FFF2-40B4-BE49-F238E27FC236}">
                    <a16:creationId xmlns:a16="http://schemas.microsoft.com/office/drawing/2014/main" id="{D4287D24-6B11-4CAC-AD09-AC5B4CD1FE9A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4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337" name="CuadroTexto 86">
              <a:extLst>
                <a:ext uri="{FF2B5EF4-FFF2-40B4-BE49-F238E27FC236}">
                  <a16:creationId xmlns:a16="http://schemas.microsoft.com/office/drawing/2014/main" id="{3ED82087-88A8-48E9-842F-E0CB3343458A}"/>
                </a:ext>
              </a:extLst>
            </p:cNvPr>
            <p:cNvSpPr txBox="1"/>
            <p:nvPr/>
          </p:nvSpPr>
          <p:spPr>
            <a:xfrm>
              <a:off x="9663008" y="1483409"/>
              <a:ext cx="635756" cy="16272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dirty="0">
                  <a:solidFill>
                    <a:prstClr val="black"/>
                  </a:solidFill>
                  <a:latin typeface="Santander Text" panose="020B0504020201020104" pitchFamily="34" charset="0"/>
                </a:rPr>
                <a:t>DL ALM</a:t>
              </a:r>
            </a:p>
          </p:txBody>
        </p:sp>
      </p:grpSp>
      <p:cxnSp>
        <p:nvCxnSpPr>
          <p:cNvPr id="339" name="Conector angular 217">
            <a:extLst>
              <a:ext uri="{FF2B5EF4-FFF2-40B4-BE49-F238E27FC236}">
                <a16:creationId xmlns:a16="http://schemas.microsoft.com/office/drawing/2014/main" id="{F7BBAC7F-E160-43BA-A013-184C31AD44B7}"/>
              </a:ext>
            </a:extLst>
          </p:cNvPr>
          <p:cNvCxnSpPr>
            <a:cxnSpLocks/>
            <a:stCxn id="322" idx="4"/>
            <a:endCxn id="334" idx="4"/>
          </p:cNvCxnSpPr>
          <p:nvPr/>
        </p:nvCxnSpPr>
        <p:spPr>
          <a:xfrm flipV="1">
            <a:off x="10277537" y="1858925"/>
            <a:ext cx="12700" cy="80060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Conector angular 217">
            <a:extLst>
              <a:ext uri="{FF2B5EF4-FFF2-40B4-BE49-F238E27FC236}">
                <a16:creationId xmlns:a16="http://schemas.microsoft.com/office/drawing/2014/main" id="{E3A07E79-583B-4E3B-941B-D5CF2CE88864}"/>
              </a:ext>
            </a:extLst>
          </p:cNvPr>
          <p:cNvCxnSpPr>
            <a:cxnSpLocks/>
            <a:stCxn id="92" idx="4"/>
            <a:endCxn id="335" idx="2"/>
          </p:cNvCxnSpPr>
          <p:nvPr/>
        </p:nvCxnSpPr>
        <p:spPr>
          <a:xfrm flipV="1">
            <a:off x="5411622" y="1792277"/>
            <a:ext cx="4288004" cy="1386862"/>
          </a:xfrm>
          <a:prstGeom prst="bentConnector3">
            <a:avLst>
              <a:gd name="adj1" fmla="val 36506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Conector angular 217">
            <a:extLst>
              <a:ext uri="{FF2B5EF4-FFF2-40B4-BE49-F238E27FC236}">
                <a16:creationId xmlns:a16="http://schemas.microsoft.com/office/drawing/2014/main" id="{6727371E-F3EE-49B2-9EA8-08E3F3E7475A}"/>
              </a:ext>
            </a:extLst>
          </p:cNvPr>
          <p:cNvCxnSpPr>
            <a:cxnSpLocks/>
            <a:stCxn id="211" idx="3"/>
            <a:endCxn id="92" idx="2"/>
          </p:cNvCxnSpPr>
          <p:nvPr/>
        </p:nvCxnSpPr>
        <p:spPr>
          <a:xfrm>
            <a:off x="3073118" y="1220227"/>
            <a:ext cx="1760593" cy="1958912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48CAED7A-A528-4152-B5B5-C4B98F66A0C8}"/>
              </a:ext>
            </a:extLst>
          </p:cNvPr>
          <p:cNvGrpSpPr/>
          <p:nvPr/>
        </p:nvGrpSpPr>
        <p:grpSpPr>
          <a:xfrm>
            <a:off x="3584897" y="4223067"/>
            <a:ext cx="1217393" cy="317574"/>
            <a:chOff x="3608497" y="4223067"/>
            <a:chExt cx="952559" cy="323062"/>
          </a:xfrm>
        </p:grpSpPr>
        <p:sp>
          <p:nvSpPr>
            <p:cNvPr id="111" name="Fluxograma: multidocumentos 215">
              <a:extLst>
                <a:ext uri="{FF2B5EF4-FFF2-40B4-BE49-F238E27FC236}">
                  <a16:creationId xmlns:a16="http://schemas.microsoft.com/office/drawing/2014/main" id="{55D81000-F466-483E-AF13-600FF3A37032}"/>
                </a:ext>
              </a:extLst>
            </p:cNvPr>
            <p:cNvSpPr/>
            <p:nvPr/>
          </p:nvSpPr>
          <p:spPr>
            <a:xfrm>
              <a:off x="3608497" y="4223067"/>
              <a:ext cx="814813" cy="323062"/>
            </a:xfrm>
            <a:prstGeom prst="flowChartMultidocumen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PT" sz="800" baseline="30000">
                <a:solidFill>
                  <a:sysClr val="windowText" lastClr="000000"/>
                </a:solidFill>
                <a:effectLst/>
              </a:endParaRPr>
            </a:p>
          </p:txBody>
        </p:sp>
        <p:sp>
          <p:nvSpPr>
            <p:cNvPr id="114" name="CaixaDeTexto 167">
              <a:extLst>
                <a:ext uri="{FF2B5EF4-FFF2-40B4-BE49-F238E27FC236}">
                  <a16:creationId xmlns:a16="http://schemas.microsoft.com/office/drawing/2014/main" id="{748ACA4D-EFBB-4C32-AFBC-9EC9A4B63BDE}"/>
                </a:ext>
              </a:extLst>
            </p:cNvPr>
            <p:cNvSpPr txBox="1"/>
            <p:nvPr/>
          </p:nvSpPr>
          <p:spPr>
            <a:xfrm>
              <a:off x="3613291" y="4247645"/>
              <a:ext cx="94776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PT" sz="1050">
                  <a:solidFill>
                    <a:schemeClr val="bg2">
                      <a:lumMod val="25000"/>
                    </a:schemeClr>
                  </a:solidFill>
                  <a:latin typeface="Santander Text" panose="020B0504020201020104" pitchFamily="34" charset="0"/>
                </a:rPr>
                <a:t>Input Manual</a:t>
              </a:r>
            </a:p>
          </p:txBody>
        </p:sp>
      </p:grpSp>
      <p:cxnSp>
        <p:nvCxnSpPr>
          <p:cNvPr id="117" name="Conector angular 217">
            <a:extLst>
              <a:ext uri="{FF2B5EF4-FFF2-40B4-BE49-F238E27FC236}">
                <a16:creationId xmlns:a16="http://schemas.microsoft.com/office/drawing/2014/main" id="{104FF1AD-6C79-410F-877A-A8EED90DF68C}"/>
              </a:ext>
            </a:extLst>
          </p:cNvPr>
          <p:cNvCxnSpPr>
            <a:cxnSpLocks/>
            <a:stCxn id="111" idx="2"/>
            <a:endCxn id="235" idx="0"/>
          </p:cNvCxnSpPr>
          <p:nvPr/>
        </p:nvCxnSpPr>
        <p:spPr>
          <a:xfrm rot="5400000">
            <a:off x="3748109" y="4807637"/>
            <a:ext cx="564075" cy="6029"/>
          </a:xfrm>
          <a:prstGeom prst="bentConnector3">
            <a:avLst>
              <a:gd name="adj1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61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 animBg="1"/>
      <p:bldP spid="306" grpId="0" animBg="1"/>
      <p:bldP spid="87" grpId="0"/>
      <p:bldP spid="350" grpId="0" animBg="1"/>
      <p:bldP spid="235" grpId="0"/>
      <p:bldP spid="240" grpId="0"/>
      <p:bldP spid="245" grpId="0"/>
      <p:bldP spid="29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44" imgH="446" progId="TCLayout.ActiveDocument.1">
                  <p:embed/>
                </p:oleObj>
              </mc:Choice>
              <mc:Fallback>
                <p:oleObj name="Diapositiva de think-cell" r:id="rId4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FDFAA44-40CF-44AE-9292-C0D354194E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172" y="1353958"/>
            <a:ext cx="9936903" cy="5284190"/>
          </a:xfrm>
          <a:prstGeom prst="rect">
            <a:avLst/>
          </a:prstGeom>
        </p:spPr>
      </p:pic>
      <p:grpSp>
        <p:nvGrpSpPr>
          <p:cNvPr id="166" name="Grupo 83">
            <a:extLst>
              <a:ext uri="{FF2B5EF4-FFF2-40B4-BE49-F238E27FC236}">
                <a16:creationId xmlns:a16="http://schemas.microsoft.com/office/drawing/2014/main" id="{1FA38432-6104-4743-AE43-1D3FAEE8AACA}"/>
              </a:ext>
            </a:extLst>
          </p:cNvPr>
          <p:cNvGrpSpPr/>
          <p:nvPr/>
        </p:nvGrpSpPr>
        <p:grpSpPr>
          <a:xfrm>
            <a:off x="643795" y="944022"/>
            <a:ext cx="577911" cy="216000"/>
            <a:chOff x="8038758" y="3835908"/>
            <a:chExt cx="1282700" cy="1173653"/>
          </a:xfrm>
          <a:solidFill>
            <a:srgbClr val="FFC000"/>
          </a:solidFill>
        </p:grpSpPr>
        <p:sp>
          <p:nvSpPr>
            <p:cNvPr id="167" name="Disco magnético 89">
              <a:extLst>
                <a:ext uri="{FF2B5EF4-FFF2-40B4-BE49-F238E27FC236}">
                  <a16:creationId xmlns:a16="http://schemas.microsoft.com/office/drawing/2014/main" id="{F44CF6D3-E3F9-4153-979B-781B5D33EF02}"/>
                </a:ext>
              </a:extLst>
            </p:cNvPr>
            <p:cNvSpPr/>
            <p:nvPr/>
          </p:nvSpPr>
          <p:spPr>
            <a:xfrm>
              <a:off x="8038758" y="4560176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68" name="Disco magnético 91">
              <a:extLst>
                <a:ext uri="{FF2B5EF4-FFF2-40B4-BE49-F238E27FC236}">
                  <a16:creationId xmlns:a16="http://schemas.microsoft.com/office/drawing/2014/main" id="{E07B1E00-583D-4532-A86F-F88BC1C14B45}"/>
                </a:ext>
              </a:extLst>
            </p:cNvPr>
            <p:cNvSpPr/>
            <p:nvPr/>
          </p:nvSpPr>
          <p:spPr>
            <a:xfrm>
              <a:off x="8038758" y="4198042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  <p:sp>
          <p:nvSpPr>
            <p:cNvPr id="169" name="Disco magnético 92">
              <a:extLst>
                <a:ext uri="{FF2B5EF4-FFF2-40B4-BE49-F238E27FC236}">
                  <a16:creationId xmlns:a16="http://schemas.microsoft.com/office/drawing/2014/main" id="{6B9DF9E7-C241-46D8-98DB-35FB95EFA440}"/>
                </a:ext>
              </a:extLst>
            </p:cNvPr>
            <p:cNvSpPr/>
            <p:nvPr/>
          </p:nvSpPr>
          <p:spPr>
            <a:xfrm>
              <a:off x="8038758" y="3835908"/>
              <a:ext cx="1282700" cy="449385"/>
            </a:xfrm>
            <a:prstGeom prst="flowChartMagneticDisk">
              <a:avLst/>
            </a:prstGeom>
            <a:grpFill/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prstClr val="white"/>
                </a:solidFill>
              </a:endParaRPr>
            </a:p>
          </p:txBody>
        </p:sp>
      </p:grpSp>
      <p:sp>
        <p:nvSpPr>
          <p:cNvPr id="170" name="CuadroTexto 86">
            <a:extLst>
              <a:ext uri="{FF2B5EF4-FFF2-40B4-BE49-F238E27FC236}">
                <a16:creationId xmlns:a16="http://schemas.microsoft.com/office/drawing/2014/main" id="{42BD2496-97DB-4ED4-8E19-A91BA1957B59}"/>
              </a:ext>
            </a:extLst>
          </p:cNvPr>
          <p:cNvSpPr txBox="1"/>
          <p:nvPr/>
        </p:nvSpPr>
        <p:spPr>
          <a:xfrm>
            <a:off x="535230" y="647300"/>
            <a:ext cx="783028" cy="203660"/>
          </a:xfrm>
          <a:prstGeom prst="rect">
            <a:avLst/>
          </a:prstGeom>
          <a:noFill/>
        </p:spPr>
        <p:txBody>
          <a:bodyPr wrap="square" lIns="0" tIns="0" rIns="0" bIns="0" rtlCol="0" anchor="ctr" anchorCtr="1">
            <a:noAutofit/>
          </a:bodyPr>
          <a:lstStyle/>
          <a:p>
            <a:pPr algn="ctr"/>
            <a:r>
              <a:rPr lang="es-ES" sz="1050" b="1">
                <a:solidFill>
                  <a:prstClr val="black"/>
                </a:solidFill>
                <a:latin typeface="Santander Text" panose="020B0504020201020104" pitchFamily="34" charset="0"/>
              </a:rPr>
              <a:t>Modelo Base de </a:t>
            </a:r>
            <a:r>
              <a:rPr lang="es-ES" sz="1050" b="1" err="1">
                <a:solidFill>
                  <a:prstClr val="black"/>
                </a:solidFill>
                <a:latin typeface="Santander Text" panose="020B0504020201020104" pitchFamily="34" charset="0"/>
              </a:rPr>
              <a:t>Garantias</a:t>
            </a:r>
            <a:endParaRPr lang="es-ES" sz="1050" b="1">
              <a:solidFill>
                <a:prstClr val="black"/>
              </a:solidFill>
              <a:latin typeface="Santander Text" panose="020B0504020201020104" pitchFamily="34" charset="0"/>
            </a:endParaRPr>
          </a:p>
        </p:txBody>
      </p:sp>
      <p:sp>
        <p:nvSpPr>
          <p:cNvPr id="171" name="Marcador de texto 5">
            <a:extLst>
              <a:ext uri="{FF2B5EF4-FFF2-40B4-BE49-F238E27FC236}">
                <a16:creationId xmlns:a16="http://schemas.microsoft.com/office/drawing/2014/main" id="{45860ECA-F021-4B1E-9311-B44FC1CDEB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927" y="232754"/>
            <a:ext cx="9343511" cy="304800"/>
          </a:xfrm>
        </p:spPr>
        <p:txBody>
          <a:bodyPr/>
          <a:lstStyle/>
          <a:p>
            <a:r>
              <a:rPr lang="pt-PT" sz="2000" b="1">
                <a:latin typeface="+mj-lt"/>
              </a:rPr>
              <a:t>Arquitetura de Sistemas e de Produção de Informação</a:t>
            </a:r>
            <a:endParaRPr lang="pt-PT" sz="200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BF21DB-01E1-DC63-8673-155599F7E677}"/>
              </a:ext>
            </a:extLst>
          </p:cNvPr>
          <p:cNvSpPr/>
          <p:nvPr/>
        </p:nvSpPr>
        <p:spPr>
          <a:xfrm>
            <a:off x="5367867" y="4453466"/>
            <a:ext cx="2929466" cy="6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32543C-041A-477F-4662-D775F0FAFFDC}"/>
              </a:ext>
            </a:extLst>
          </p:cNvPr>
          <p:cNvSpPr/>
          <p:nvPr/>
        </p:nvSpPr>
        <p:spPr>
          <a:xfrm>
            <a:off x="8051800" y="5113866"/>
            <a:ext cx="1524000" cy="5029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0F3DFDA-E1A9-9902-F28D-D8B8DE256FB5}"/>
              </a:ext>
            </a:extLst>
          </p:cNvPr>
          <p:cNvCxnSpPr>
            <a:cxnSpLocks/>
          </p:cNvCxnSpPr>
          <p:nvPr/>
        </p:nvCxnSpPr>
        <p:spPr>
          <a:xfrm>
            <a:off x="8051800" y="5323030"/>
            <a:ext cx="1524000" cy="0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66BEBE-225E-E512-B803-166AC2882368}"/>
              </a:ext>
            </a:extLst>
          </p:cNvPr>
          <p:cNvCxnSpPr>
            <a:cxnSpLocks/>
          </p:cNvCxnSpPr>
          <p:nvPr/>
        </p:nvCxnSpPr>
        <p:spPr>
          <a:xfrm>
            <a:off x="10887075" y="4300857"/>
            <a:ext cx="746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06D75CD-AA2A-7C74-1585-27D26D8CAA5E}"/>
              </a:ext>
            </a:extLst>
          </p:cNvPr>
          <p:cNvSpPr/>
          <p:nvPr/>
        </p:nvSpPr>
        <p:spPr>
          <a:xfrm>
            <a:off x="10930465" y="4368797"/>
            <a:ext cx="651933" cy="186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b="1">
                <a:solidFill>
                  <a:schemeClr val="tx1"/>
                </a:solidFill>
              </a:rPr>
              <a:t>(Cont.)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CC4C847-A5AE-8488-C363-5503C951AD95}"/>
              </a:ext>
            </a:extLst>
          </p:cNvPr>
          <p:cNvSpPr/>
          <p:nvPr/>
        </p:nvSpPr>
        <p:spPr>
          <a:xfrm>
            <a:off x="8124881" y="2929462"/>
            <a:ext cx="1242379" cy="66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55128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44" imgH="446" progId="TCLayout.ActiveDocument.1">
                  <p:embed/>
                </p:oleObj>
              </mc:Choice>
              <mc:Fallback>
                <p:oleObj name="Diapositiva de think-cell" r:id="rId4" imgW="444" imgH="446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" name="Marcador de texto 5">
            <a:extLst>
              <a:ext uri="{FF2B5EF4-FFF2-40B4-BE49-F238E27FC236}">
                <a16:creationId xmlns:a16="http://schemas.microsoft.com/office/drawing/2014/main" id="{45860ECA-F021-4B1E-9311-B44FC1CDEB8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5927" y="232754"/>
            <a:ext cx="9343511" cy="304800"/>
          </a:xfrm>
        </p:spPr>
        <p:txBody>
          <a:bodyPr/>
          <a:lstStyle/>
          <a:p>
            <a:r>
              <a:rPr lang="pt-PT" sz="2000" b="1">
                <a:latin typeface="+mj-lt"/>
              </a:rPr>
              <a:t>Arquitetura de Sistemas e de Produção de Informação</a:t>
            </a:r>
            <a:endParaRPr lang="pt-PT" sz="200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BBC376-AE6C-2C7F-A448-70773873ABBD}"/>
              </a:ext>
            </a:extLst>
          </p:cNvPr>
          <p:cNvSpPr/>
          <p:nvPr/>
        </p:nvSpPr>
        <p:spPr>
          <a:xfrm>
            <a:off x="3461601" y="3259159"/>
            <a:ext cx="2330875" cy="530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/>
              <a:t>gt018_rateio_aval</a:t>
            </a:r>
          </a:p>
          <a:p>
            <a:pPr algn="ctr"/>
            <a:r>
              <a:rPr lang="pt-PT" sz="1100"/>
              <a:t>(Agragação dos 3 pilares)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3928E98-F81A-9DCA-10B3-CA946479799D}"/>
              </a:ext>
            </a:extLst>
          </p:cNvPr>
          <p:cNvGrpSpPr/>
          <p:nvPr/>
        </p:nvGrpSpPr>
        <p:grpSpPr>
          <a:xfrm>
            <a:off x="6931666" y="1959526"/>
            <a:ext cx="2330876" cy="3129367"/>
            <a:chOff x="3934461" y="1775416"/>
            <a:chExt cx="2330876" cy="312936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C913EC2-B558-F43C-A73F-CDA329C532CE}"/>
                </a:ext>
              </a:extLst>
            </p:cNvPr>
            <p:cNvSpPr/>
            <p:nvPr/>
          </p:nvSpPr>
          <p:spPr>
            <a:xfrm>
              <a:off x="3934462" y="1775416"/>
              <a:ext cx="2330875" cy="5301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/>
                <a:t>gt015_report_biyr9500</a:t>
              </a:r>
            </a:p>
            <a:p>
              <a:pPr algn="ctr"/>
              <a:r>
                <a:rPr lang="pt-PT" sz="1100"/>
                <a:t>(BIYR9500 - JM_GARANT_CTO)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ECE274-1A1F-A257-F17B-5E1C7648005F}"/>
                </a:ext>
              </a:extLst>
            </p:cNvPr>
            <p:cNvSpPr/>
            <p:nvPr/>
          </p:nvSpPr>
          <p:spPr>
            <a:xfrm>
              <a:off x="3934462" y="3075049"/>
              <a:ext cx="2330875" cy="5301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/>
                <a:t>gt016_report_biyr9510</a:t>
              </a:r>
            </a:p>
            <a:p>
              <a:pPr algn="ctr"/>
              <a:r>
                <a:rPr lang="pt-PT" sz="1100"/>
                <a:t>(BIYR9510 – JM_GARA_REAL)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2BBCA3E-2C88-387E-E762-AB13374207D5}"/>
                </a:ext>
              </a:extLst>
            </p:cNvPr>
            <p:cNvSpPr/>
            <p:nvPr/>
          </p:nvSpPr>
          <p:spPr>
            <a:xfrm>
              <a:off x="3934461" y="4374683"/>
              <a:ext cx="2330875" cy="5301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100"/>
                <a:t>gt017_report_biyr9520</a:t>
              </a:r>
            </a:p>
            <a:p>
              <a:pPr algn="ctr"/>
              <a:r>
                <a:rPr lang="pt-PT" sz="1100"/>
                <a:t>(BIYR9520 – JM_VAL_GARA)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199D57-1FC2-CE56-A2DD-64E1FF494D90}"/>
              </a:ext>
            </a:extLst>
          </p:cNvPr>
          <p:cNvGrpSpPr/>
          <p:nvPr/>
        </p:nvGrpSpPr>
        <p:grpSpPr>
          <a:xfrm>
            <a:off x="4039843" y="662302"/>
            <a:ext cx="1174391" cy="762452"/>
            <a:chOff x="1905626" y="662302"/>
            <a:chExt cx="1174391" cy="762452"/>
          </a:xfrm>
        </p:grpSpPr>
        <p:grpSp>
          <p:nvGrpSpPr>
            <p:cNvPr id="8" name="Grupo 83">
              <a:extLst>
                <a:ext uri="{FF2B5EF4-FFF2-40B4-BE49-F238E27FC236}">
                  <a16:creationId xmlns:a16="http://schemas.microsoft.com/office/drawing/2014/main" id="{96DEFA0B-3A60-1A34-FCA9-5C863826A918}"/>
                </a:ext>
              </a:extLst>
            </p:cNvPr>
            <p:cNvGrpSpPr/>
            <p:nvPr/>
          </p:nvGrpSpPr>
          <p:grpSpPr>
            <a:xfrm>
              <a:off x="2203866" y="1208754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9" name="Disco magnético 89">
                <a:extLst>
                  <a:ext uri="{FF2B5EF4-FFF2-40B4-BE49-F238E27FC236}">
                    <a16:creationId xmlns:a16="http://schemas.microsoft.com/office/drawing/2014/main" id="{D16D9658-130D-A1FA-F983-0461C4575950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0" name="Disco magnético 91">
                <a:extLst>
                  <a:ext uri="{FF2B5EF4-FFF2-40B4-BE49-F238E27FC236}">
                    <a16:creationId xmlns:a16="http://schemas.microsoft.com/office/drawing/2014/main" id="{21FE8C4E-4C46-A7BB-177F-A03FDD94AA6C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1" name="Disco magnético 92">
                <a:extLst>
                  <a:ext uri="{FF2B5EF4-FFF2-40B4-BE49-F238E27FC236}">
                    <a16:creationId xmlns:a16="http://schemas.microsoft.com/office/drawing/2014/main" id="{E151AD55-97A4-F9D0-F8EF-1BCC0761B0E1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CuadroTexto 86">
              <a:extLst>
                <a:ext uri="{FF2B5EF4-FFF2-40B4-BE49-F238E27FC236}">
                  <a16:creationId xmlns:a16="http://schemas.microsoft.com/office/drawing/2014/main" id="{0CECE0B9-93C1-1BAE-489D-A005259670BE}"/>
                </a:ext>
              </a:extLst>
            </p:cNvPr>
            <p:cNvSpPr txBox="1"/>
            <p:nvPr/>
          </p:nvSpPr>
          <p:spPr>
            <a:xfrm>
              <a:off x="1905626" y="662302"/>
              <a:ext cx="1174391" cy="51134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Relação</a:t>
              </a:r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 Responsabilidades vs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Garantias</a:t>
              </a:r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C3A2D3D5-8195-F08F-05C6-0F4A40DF283C}"/>
              </a:ext>
            </a:extLst>
          </p:cNvPr>
          <p:cNvSpPr/>
          <p:nvPr/>
        </p:nvSpPr>
        <p:spPr>
          <a:xfrm>
            <a:off x="3158072" y="1532467"/>
            <a:ext cx="2937933" cy="398348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5A47B1-0CFA-5F1D-02FD-97E370D046BE}"/>
              </a:ext>
            </a:extLst>
          </p:cNvPr>
          <p:cNvSpPr/>
          <p:nvPr/>
        </p:nvSpPr>
        <p:spPr>
          <a:xfrm>
            <a:off x="6628138" y="1532467"/>
            <a:ext cx="2937933" cy="3983484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340D653-4D73-4421-0BF6-5BE2002AEB1E}"/>
              </a:ext>
            </a:extLst>
          </p:cNvPr>
          <p:cNvGrpSpPr/>
          <p:nvPr/>
        </p:nvGrpSpPr>
        <p:grpSpPr>
          <a:xfrm>
            <a:off x="1520514" y="3009409"/>
            <a:ext cx="783028" cy="512722"/>
            <a:chOff x="535230" y="655767"/>
            <a:chExt cx="783028" cy="512722"/>
          </a:xfrm>
        </p:grpSpPr>
        <p:grpSp>
          <p:nvGrpSpPr>
            <p:cNvPr id="17" name="Grupo 83">
              <a:extLst>
                <a:ext uri="{FF2B5EF4-FFF2-40B4-BE49-F238E27FC236}">
                  <a16:creationId xmlns:a16="http://schemas.microsoft.com/office/drawing/2014/main" id="{25204DBD-5AEF-0380-5915-01F964F6EBD0}"/>
                </a:ext>
              </a:extLst>
            </p:cNvPr>
            <p:cNvGrpSpPr/>
            <p:nvPr/>
          </p:nvGrpSpPr>
          <p:grpSpPr>
            <a:xfrm>
              <a:off x="637789" y="952489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18" name="Disco magnético 89">
                <a:extLst>
                  <a:ext uri="{FF2B5EF4-FFF2-40B4-BE49-F238E27FC236}">
                    <a16:creationId xmlns:a16="http://schemas.microsoft.com/office/drawing/2014/main" id="{74B429B3-50E3-63C5-C19A-BF00FE9329AE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Disco magnético 91">
                <a:extLst>
                  <a:ext uri="{FF2B5EF4-FFF2-40B4-BE49-F238E27FC236}">
                    <a16:creationId xmlns:a16="http://schemas.microsoft.com/office/drawing/2014/main" id="{0DBB4AD3-FBE5-86DE-34C4-4C7649593F86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Disco magnético 92">
                <a:extLst>
                  <a:ext uri="{FF2B5EF4-FFF2-40B4-BE49-F238E27FC236}">
                    <a16:creationId xmlns:a16="http://schemas.microsoft.com/office/drawing/2014/main" id="{CB153FEF-1F22-7A63-BDB5-F1D89E3A809A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1" name="CuadroTexto 86">
              <a:extLst>
                <a:ext uri="{FF2B5EF4-FFF2-40B4-BE49-F238E27FC236}">
                  <a16:creationId xmlns:a16="http://schemas.microsoft.com/office/drawing/2014/main" id="{4DD1855A-F126-D04B-D424-4B201A584C98}"/>
                </a:ext>
              </a:extLst>
            </p:cNvPr>
            <p:cNvSpPr txBox="1"/>
            <p:nvPr/>
          </p:nvSpPr>
          <p:spPr>
            <a:xfrm>
              <a:off x="535230" y="655767"/>
              <a:ext cx="783028" cy="2036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Modelo Base de </a:t>
              </a:r>
              <a:r>
                <a:rPr lang="es-ES" sz="1050" b="1" err="1">
                  <a:solidFill>
                    <a:prstClr val="black"/>
                  </a:solidFill>
                  <a:latin typeface="Santander Text" panose="020B0504020201020104" pitchFamily="34" charset="0"/>
                </a:rPr>
                <a:t>Garantias</a:t>
              </a:r>
              <a:endParaRPr lang="es-ES" sz="1050" b="1">
                <a:solidFill>
                  <a:prstClr val="black"/>
                </a:solidFill>
                <a:latin typeface="Santander Text" panose="020B05040202010201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5A5845-EF1E-3B42-ACD3-E11FCC28FCA2}"/>
              </a:ext>
            </a:extLst>
          </p:cNvPr>
          <p:cNvGrpSpPr/>
          <p:nvPr/>
        </p:nvGrpSpPr>
        <p:grpSpPr>
          <a:xfrm>
            <a:off x="7705590" y="913116"/>
            <a:ext cx="783028" cy="511638"/>
            <a:chOff x="5780490" y="5188795"/>
            <a:chExt cx="783028" cy="511638"/>
          </a:xfrm>
        </p:grpSpPr>
        <p:grpSp>
          <p:nvGrpSpPr>
            <p:cNvPr id="23" name="Grupo 83">
              <a:extLst>
                <a:ext uri="{FF2B5EF4-FFF2-40B4-BE49-F238E27FC236}">
                  <a16:creationId xmlns:a16="http://schemas.microsoft.com/office/drawing/2014/main" id="{3A39300C-A197-5329-2842-356BEE20D0C2}"/>
                </a:ext>
              </a:extLst>
            </p:cNvPr>
            <p:cNvGrpSpPr/>
            <p:nvPr/>
          </p:nvGrpSpPr>
          <p:grpSpPr>
            <a:xfrm>
              <a:off x="5883049" y="5484433"/>
              <a:ext cx="577911" cy="216000"/>
              <a:chOff x="8038758" y="3835908"/>
              <a:chExt cx="1282700" cy="1173653"/>
            </a:xfrm>
            <a:solidFill>
              <a:srgbClr val="FFC000"/>
            </a:solidFill>
          </p:grpSpPr>
          <p:sp>
            <p:nvSpPr>
              <p:cNvPr id="24" name="Disco magnético 89">
                <a:extLst>
                  <a:ext uri="{FF2B5EF4-FFF2-40B4-BE49-F238E27FC236}">
                    <a16:creationId xmlns:a16="http://schemas.microsoft.com/office/drawing/2014/main" id="{0A2A74E4-7881-4A1B-7C94-4EAA16A3A576}"/>
                  </a:ext>
                </a:extLst>
              </p:cNvPr>
              <p:cNvSpPr/>
              <p:nvPr/>
            </p:nvSpPr>
            <p:spPr>
              <a:xfrm>
                <a:off x="8038758" y="4560176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Disco magnético 91">
                <a:extLst>
                  <a:ext uri="{FF2B5EF4-FFF2-40B4-BE49-F238E27FC236}">
                    <a16:creationId xmlns:a16="http://schemas.microsoft.com/office/drawing/2014/main" id="{B30DC965-08C1-A034-201E-CC61D6F83ED9}"/>
                  </a:ext>
                </a:extLst>
              </p:cNvPr>
              <p:cNvSpPr/>
              <p:nvPr/>
            </p:nvSpPr>
            <p:spPr>
              <a:xfrm>
                <a:off x="8038758" y="4198042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  <p:sp>
            <p:nvSpPr>
              <p:cNvPr id="26" name="Disco magnético 92">
                <a:extLst>
                  <a:ext uri="{FF2B5EF4-FFF2-40B4-BE49-F238E27FC236}">
                    <a16:creationId xmlns:a16="http://schemas.microsoft.com/office/drawing/2014/main" id="{030318C6-E0C1-405B-B908-BD0A886C7D00}"/>
                  </a:ext>
                </a:extLst>
              </p:cNvPr>
              <p:cNvSpPr/>
              <p:nvPr/>
            </p:nvSpPr>
            <p:spPr>
              <a:xfrm>
                <a:off x="8038758" y="3835908"/>
                <a:ext cx="1282700" cy="449385"/>
              </a:xfrm>
              <a:prstGeom prst="flowChartMagneticDisk">
                <a:avLst/>
              </a:prstGeom>
              <a:grpFill/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27" name="CuadroTexto 86">
              <a:extLst>
                <a:ext uri="{FF2B5EF4-FFF2-40B4-BE49-F238E27FC236}">
                  <a16:creationId xmlns:a16="http://schemas.microsoft.com/office/drawing/2014/main" id="{524E606A-CBD8-6774-4EBD-8AE57C93086E}"/>
                </a:ext>
              </a:extLst>
            </p:cNvPr>
            <p:cNvSpPr txBox="1"/>
            <p:nvPr/>
          </p:nvSpPr>
          <p:spPr>
            <a:xfrm>
              <a:off x="5780490" y="5188795"/>
              <a:ext cx="783028" cy="20366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1">
              <a:noAutofit/>
            </a:bodyPr>
            <a:lstStyle/>
            <a:p>
              <a:pPr algn="ctr"/>
              <a:r>
                <a:rPr lang="es-ES" sz="1050" b="1">
                  <a:solidFill>
                    <a:prstClr val="black"/>
                  </a:solidFill>
                  <a:latin typeface="Santander Text" panose="020B0504020201020104" pitchFamily="34" charset="0"/>
                </a:rPr>
                <a:t>Output para BDR/IFRS</a:t>
              </a:r>
            </a:p>
          </p:txBody>
        </p:sp>
      </p:grp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A21C9DE-B795-EB62-ED9B-C9B042E766D6}"/>
              </a:ext>
            </a:extLst>
          </p:cNvPr>
          <p:cNvCxnSpPr>
            <a:cxnSpLocks/>
          </p:cNvCxnSpPr>
          <p:nvPr/>
        </p:nvCxnSpPr>
        <p:spPr>
          <a:xfrm>
            <a:off x="2411916" y="3361059"/>
            <a:ext cx="7461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E679E3D1-B742-4E22-1D24-3720A22E9FD5}"/>
              </a:ext>
            </a:extLst>
          </p:cNvPr>
          <p:cNvSpPr/>
          <p:nvPr/>
        </p:nvSpPr>
        <p:spPr>
          <a:xfrm>
            <a:off x="2455306" y="3428999"/>
            <a:ext cx="651933" cy="1862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100" b="1">
                <a:solidFill>
                  <a:schemeClr val="tx1"/>
                </a:solidFill>
              </a:rPr>
              <a:t>(Cont.)</a:t>
            </a:r>
          </a:p>
        </p:txBody>
      </p:sp>
    </p:spTree>
    <p:extLst>
      <p:ext uri="{BB962C8B-B14F-4D97-AF65-F5344CB8AC3E}">
        <p14:creationId xmlns:p14="http://schemas.microsoft.com/office/powerpoint/2010/main" val="227504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1f788909-93b9-4481-96a4-a6ab2493c341" xsi:nil="true"/>
    <lcf76f155ced4ddcb4097134ff3c332f xmlns="767d911d-09c2-43d9-a326-6ded42ddccd2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A6BCA4ACA584C9A1C03FD3956D51C" ma:contentTypeVersion="16" ma:contentTypeDescription="Create a new document." ma:contentTypeScope="" ma:versionID="fe252bcd525f066b634263ee1147ed7a">
  <xsd:schema xmlns:xsd="http://www.w3.org/2001/XMLSchema" xmlns:xs="http://www.w3.org/2001/XMLSchema" xmlns:p="http://schemas.microsoft.com/office/2006/metadata/properties" xmlns:ns1="http://schemas.microsoft.com/sharepoint/v3" xmlns:ns2="767d911d-09c2-43d9-a326-6ded42ddccd2" xmlns:ns3="1f788909-93b9-4481-96a4-a6ab2493c341" targetNamespace="http://schemas.microsoft.com/office/2006/metadata/properties" ma:root="true" ma:fieldsID="4b5d95a38c72644d80c578464f397138" ns1:_="" ns2:_="" ns3:_="">
    <xsd:import namespace="http://schemas.microsoft.com/sharepoint/v3"/>
    <xsd:import namespace="767d911d-09c2-43d9-a326-6ded42ddccd2"/>
    <xsd:import namespace="1f788909-93b9-4481-96a4-a6ab2493c34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d911d-09c2-43d9-a326-6ded42ddcc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788909-93b9-4481-96a4-a6ab2493c34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d344041-97b7-4534-958d-616959bb7958}" ma:internalName="TaxCatchAll" ma:showField="CatchAllData" ma:web="1f788909-93b9-4481-96a4-a6ab2493c34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61DBD1-13F9-46B4-81A4-389473782FF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A4FDE20-8642-4642-B339-12CDF9FDC7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8D967C3-95E7-4EC2-B9FA-FAF43FF14E44}"/>
</file>

<file path=docProps/app.xml><?xml version="1.0" encoding="utf-8"?>
<Properties xmlns="http://schemas.openxmlformats.org/officeDocument/2006/extended-properties" xmlns:vt="http://schemas.openxmlformats.org/officeDocument/2006/docPropsVTypes">
  <TotalTime>4655</TotalTime>
  <Words>180</Words>
  <Application>Microsoft Office PowerPoint</Application>
  <PresentationFormat>Widescreen</PresentationFormat>
  <Paragraphs>55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Santander Text</vt:lpstr>
      <vt:lpstr>Tema de Office</vt:lpstr>
      <vt:lpstr>Diapositiva de think-cell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Dora da Silva Roxo</cp:lastModifiedBy>
  <cp:revision>1</cp:revision>
  <cp:lastPrinted>2020-03-04T10:59:07Z</cp:lastPrinted>
  <dcterms:created xsi:type="dcterms:W3CDTF">2018-03-19T11:10:43Z</dcterms:created>
  <dcterms:modified xsi:type="dcterms:W3CDTF">2023-03-06T16:19:02Z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41c091-3cbc-4dba-8b59-ce62f19500db_Enabled">
    <vt:lpwstr>true</vt:lpwstr>
  </property>
  <property fmtid="{D5CDD505-2E9C-101B-9397-08002B2CF9AE}" pid="3" name="MSIP_Label_3c41c091-3cbc-4dba-8b59-ce62f19500db_SetDate">
    <vt:lpwstr>2023-01-16T11:29:28Z</vt:lpwstr>
  </property>
  <property fmtid="{D5CDD505-2E9C-101B-9397-08002B2CF9AE}" pid="4" name="MSIP_Label_3c41c091-3cbc-4dba-8b59-ce62f19500db_Method">
    <vt:lpwstr>Privileged</vt:lpwstr>
  </property>
  <property fmtid="{D5CDD505-2E9C-101B-9397-08002B2CF9AE}" pid="5" name="MSIP_Label_3c41c091-3cbc-4dba-8b59-ce62f19500db_Name">
    <vt:lpwstr>Confidential_0_1</vt:lpwstr>
  </property>
  <property fmtid="{D5CDD505-2E9C-101B-9397-08002B2CF9AE}" pid="6" name="MSIP_Label_3c41c091-3cbc-4dba-8b59-ce62f19500db_SiteId">
    <vt:lpwstr>35595a02-4d6d-44ac-99e1-f9ab4cd872db</vt:lpwstr>
  </property>
  <property fmtid="{D5CDD505-2E9C-101B-9397-08002B2CF9AE}" pid="7" name="MSIP_Label_3c41c091-3cbc-4dba-8b59-ce62f19500db_ActionId">
    <vt:lpwstr>38036ca6-969f-4ca3-88ef-82b2a2efa925</vt:lpwstr>
  </property>
  <property fmtid="{D5CDD505-2E9C-101B-9397-08002B2CF9AE}" pid="8" name="MSIP_Label_3c41c091-3cbc-4dba-8b59-ce62f19500db_ContentBits">
    <vt:lpwstr>1</vt:lpwstr>
  </property>
  <property fmtid="{D5CDD505-2E9C-101B-9397-08002B2CF9AE}" pid="9" name="ContentTypeId">
    <vt:lpwstr>0x010100845A6BCA4ACA584C9A1C03FD3956D51C</vt:lpwstr>
  </property>
</Properties>
</file>