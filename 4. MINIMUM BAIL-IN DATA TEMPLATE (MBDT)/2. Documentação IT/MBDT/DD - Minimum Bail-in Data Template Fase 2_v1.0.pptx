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tiff" ContentType="image/tiff"/>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0" r:id="rId4"/>
  </p:sldMasterIdLst>
  <p:notesMasterIdLst>
    <p:notesMasterId r:id="rId63"/>
  </p:notesMasterIdLst>
  <p:handoutMasterIdLst>
    <p:handoutMasterId r:id="rId64"/>
  </p:handoutMasterIdLst>
  <p:sldIdLst>
    <p:sldId id="2147479674" r:id="rId5"/>
    <p:sldId id="423" r:id="rId6"/>
    <p:sldId id="459" r:id="rId7"/>
    <p:sldId id="259" r:id="rId8"/>
    <p:sldId id="2147479655" r:id="rId9"/>
    <p:sldId id="2147479676" r:id="rId10"/>
    <p:sldId id="2147479702" r:id="rId11"/>
    <p:sldId id="2147479678" r:id="rId12"/>
    <p:sldId id="2147479703" r:id="rId13"/>
    <p:sldId id="2147479698" r:id="rId14"/>
    <p:sldId id="2147479704" r:id="rId15"/>
    <p:sldId id="2147479683" r:id="rId16"/>
    <p:sldId id="2147479705" r:id="rId17"/>
    <p:sldId id="2147479670" r:id="rId18"/>
    <p:sldId id="2147479738" r:id="rId19"/>
    <p:sldId id="2147479689" r:id="rId20"/>
    <p:sldId id="2147479690" r:id="rId21"/>
    <p:sldId id="2147479692" r:id="rId22"/>
    <p:sldId id="2147479706" r:id="rId23"/>
    <p:sldId id="2147470446" r:id="rId24"/>
    <p:sldId id="2147479646" r:id="rId25"/>
    <p:sldId id="2147479699" r:id="rId26"/>
    <p:sldId id="2147479700" r:id="rId27"/>
    <p:sldId id="2147479707" r:id="rId28"/>
    <p:sldId id="2147479650" r:id="rId29"/>
    <p:sldId id="2147479659" r:id="rId30"/>
    <p:sldId id="2147479660" r:id="rId31"/>
    <p:sldId id="2147479708" r:id="rId32"/>
    <p:sldId id="2147479701" r:id="rId33"/>
    <p:sldId id="2147479713" r:id="rId34"/>
    <p:sldId id="2147479737" r:id="rId35"/>
    <p:sldId id="2147470342" r:id="rId36"/>
    <p:sldId id="2147479714" r:id="rId37"/>
    <p:sldId id="2147479715" r:id="rId38"/>
    <p:sldId id="2147479722" r:id="rId39"/>
    <p:sldId id="2147479723" r:id="rId40"/>
    <p:sldId id="2147479724" r:id="rId41"/>
    <p:sldId id="2147479725" r:id="rId42"/>
    <p:sldId id="2147479726" r:id="rId43"/>
    <p:sldId id="2147479727" r:id="rId44"/>
    <p:sldId id="2147479728" r:id="rId45"/>
    <p:sldId id="2147479729" r:id="rId46"/>
    <p:sldId id="2147479730" r:id="rId47"/>
    <p:sldId id="2147479732" r:id="rId48"/>
    <p:sldId id="2147479731" r:id="rId49"/>
    <p:sldId id="2147479733" r:id="rId50"/>
    <p:sldId id="2147479734" r:id="rId51"/>
    <p:sldId id="2147479735" r:id="rId52"/>
    <p:sldId id="2147479736" r:id="rId53"/>
    <p:sldId id="2147479710" r:id="rId54"/>
    <p:sldId id="306" r:id="rId55"/>
    <p:sldId id="2147479711" r:id="rId56"/>
    <p:sldId id="2147479668" r:id="rId57"/>
    <p:sldId id="419" r:id="rId58"/>
    <p:sldId id="2147479712" r:id="rId59"/>
    <p:sldId id="2147479672" r:id="rId60"/>
    <p:sldId id="2147479673" r:id="rId61"/>
    <p:sldId id="561" r:id="rId62"/>
  </p:sldIdLst>
  <p:sldSz cx="12192000" cy="6858000"/>
  <p:notesSz cx="7104063" cy="10234613"/>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arte I" id="{63F96DCA-15AF-4046-A9FD-B0FE4DDB4AFB}">
          <p14:sldIdLst>
            <p14:sldId id="2147479674"/>
            <p14:sldId id="423"/>
            <p14:sldId id="459"/>
            <p14:sldId id="259"/>
          </p14:sldIdLst>
        </p14:section>
        <p14:section name="Requirements" id="{9F4A1A01-47B4-402C-9DD9-43E1C93CE48D}">
          <p14:sldIdLst>
            <p14:sldId id="2147479655"/>
            <p14:sldId id="2147479676"/>
            <p14:sldId id="2147479702"/>
            <p14:sldId id="2147479678"/>
            <p14:sldId id="2147479703"/>
            <p14:sldId id="2147479698"/>
            <p14:sldId id="2147479704"/>
            <p14:sldId id="2147479683"/>
          </p14:sldIdLst>
        </p14:section>
        <p14:section name="Solution Design" id="{BE22C6B5-CCC6-4FC7-94E4-1E37877E7391}">
          <p14:sldIdLst>
            <p14:sldId id="2147479705"/>
            <p14:sldId id="2147479670"/>
            <p14:sldId id="2147479738"/>
            <p14:sldId id="2147479689"/>
            <p14:sldId id="2147479690"/>
            <p14:sldId id="2147479692"/>
          </p14:sldIdLst>
        </p14:section>
        <p14:section name="Technical design" id="{20B1510A-D93C-4F74-AEE3-88ECD1FB32F4}">
          <p14:sldIdLst>
            <p14:sldId id="2147479706"/>
            <p14:sldId id="2147470446"/>
            <p14:sldId id="2147479646"/>
            <p14:sldId id="2147479699"/>
            <p14:sldId id="2147479700"/>
          </p14:sldIdLst>
        </p14:section>
        <p14:section name="Volumes" id="{1A712F62-9CEA-4586-97CE-FE6CCF14EE11}">
          <p14:sldIdLst>
            <p14:sldId id="2147479707"/>
            <p14:sldId id="2147479650"/>
            <p14:sldId id="2147479659"/>
            <p14:sldId id="2147479660"/>
          </p14:sldIdLst>
        </p14:section>
        <p14:section name="Security Design" id="{6A73D49A-FF75-4227-A086-14A2B2D5ACAF}">
          <p14:sldIdLst>
            <p14:sldId id="2147479708"/>
            <p14:sldId id="2147479701"/>
            <p14:sldId id="2147479713"/>
          </p14:sldIdLst>
        </p14:section>
        <p14:section name="Infrastructure design" id="{480C8DAD-F007-43E7-899F-A1038809BA29}">
          <p14:sldIdLst>
            <p14:sldId id="2147479737"/>
            <p14:sldId id="2147470342"/>
            <p14:sldId id="2147479714"/>
            <p14:sldId id="2147479715"/>
            <p14:sldId id="2147479722"/>
            <p14:sldId id="2147479723"/>
            <p14:sldId id="2147479724"/>
            <p14:sldId id="2147479725"/>
            <p14:sldId id="2147479726"/>
            <p14:sldId id="2147479727"/>
            <p14:sldId id="2147479728"/>
            <p14:sldId id="2147479729"/>
            <p14:sldId id="2147479730"/>
            <p14:sldId id="2147479732"/>
            <p14:sldId id="2147479731"/>
            <p14:sldId id="2147479733"/>
            <p14:sldId id="2147479734"/>
            <p14:sldId id="2147479735"/>
            <p14:sldId id="2147479736"/>
          </p14:sldIdLst>
        </p14:section>
        <p14:section name="Riscos e Dependências" id="{8A7CBF1D-9F5D-4C77-ACAF-2B40E228BCB1}">
          <p14:sldIdLst>
            <p14:sldId id="2147479710"/>
            <p14:sldId id="306"/>
          </p14:sldIdLst>
        </p14:section>
        <p14:section name="Reference documentation" id="{96D10A6E-3428-4167-A596-6EC79E9A5121}">
          <p14:sldIdLst>
            <p14:sldId id="2147479711"/>
            <p14:sldId id="2147479668"/>
            <p14:sldId id="419"/>
          </p14:sldIdLst>
        </p14:section>
        <p14:section name="Anexos" id="{D74D041A-032A-4180-824C-63E113895792}">
          <p14:sldIdLst>
            <p14:sldId id="2147479712"/>
            <p14:sldId id="2147479672"/>
            <p14:sldId id="2147479673"/>
            <p14:sldId id="561"/>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C3C3C"/>
    <a:srgbClr val="CCD2D3"/>
    <a:srgbClr val="EB0000"/>
    <a:srgbClr val="ECD9DA"/>
    <a:srgbClr val="FFC8C8"/>
    <a:srgbClr val="FFFFFF"/>
    <a:srgbClr val="DEEDF2"/>
    <a:srgbClr val="4472C4"/>
    <a:srgbClr val="065280"/>
    <a:srgbClr val="FFEBA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667BE0-E759-407E-BBD3-6BF8F80A7DA3}" v="125" dt="2026-03-10T15:17:39.673"/>
  </p1510:revLst>
</p1510:revInfo>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5033" autoAdjust="0"/>
  </p:normalViewPr>
  <p:slideViewPr>
    <p:cSldViewPr snapToObjects="1">
      <p:cViewPr>
        <p:scale>
          <a:sx n="70" d="100"/>
          <a:sy n="70" d="100"/>
        </p:scale>
        <p:origin x="1166" y="326"/>
      </p:cViewPr>
      <p:guideLst>
        <p:guide orient="horz" pos="2160"/>
        <p:guide pos="3840"/>
      </p:guideLst>
    </p:cSldViewPr>
  </p:slideViewPr>
  <p:outlineViewPr>
    <p:cViewPr>
      <p:scale>
        <a:sx n="33" d="100"/>
        <a:sy n="33" d="100"/>
      </p:scale>
      <p:origin x="0" y="-2454"/>
    </p:cViewPr>
  </p:outlineViewPr>
  <p:notesTextViewPr>
    <p:cViewPr>
      <p:scale>
        <a:sx n="1" d="1"/>
        <a:sy n="1" d="1"/>
      </p:scale>
      <p:origin x="0" y="0"/>
    </p:cViewPr>
  </p:notesTextViewPr>
  <p:sorterViewPr>
    <p:cViewPr>
      <p:scale>
        <a:sx n="100" d="100"/>
        <a:sy n="100" d="100"/>
      </p:scale>
      <p:origin x="0" y="-9869"/>
    </p:cViewPr>
  </p:sorterViewPr>
  <p:notesViewPr>
    <p:cSldViewPr snapToObjects="1">
      <p:cViewPr varScale="1">
        <p:scale>
          <a:sx n="73" d="100"/>
          <a:sy n="73" d="100"/>
        </p:scale>
        <p:origin x="3996" y="54"/>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notesMaster" Target="notesMasters/notesMaster1.xml"/><Relationship Id="rId68"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viewProps" Target="viewProps.xml"/><Relationship Id="rId5" Type="http://schemas.openxmlformats.org/officeDocument/2006/relationships/slide" Target="slides/slide1.xml"/><Relationship Id="rId61" Type="http://schemas.openxmlformats.org/officeDocument/2006/relationships/slide" Target="slides/slide57.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handoutMaster" Target="handoutMasters/handoutMaster1.xml"/><Relationship Id="rId69" Type="http://schemas.microsoft.com/office/2016/11/relationships/changesInfo" Target="changesInfos/changesInfo1.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theme" Target="theme/theme1.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uís Filipe da Silva Pragosa" userId="4d0e0cea-b732-4472-9144-3c8ba6b0f54b" providerId="ADAL" clId="{E6B3F969-B5A0-4E4C-AD14-5EF80DEA546E}"/>
    <pc:docChg chg="undo redo custSel modSld">
      <pc:chgData name="Luís Filipe da Silva Pragosa" userId="4d0e0cea-b732-4472-9144-3c8ba6b0f54b" providerId="ADAL" clId="{E6B3F969-B5A0-4E4C-AD14-5EF80DEA546E}" dt="2026-03-10T15:19:50.208" v="2754" actId="20577"/>
      <pc:docMkLst>
        <pc:docMk/>
      </pc:docMkLst>
      <pc:sldChg chg="modSp mod">
        <pc:chgData name="Luís Filipe da Silva Pragosa" userId="4d0e0cea-b732-4472-9144-3c8ba6b0f54b" providerId="ADAL" clId="{E6B3F969-B5A0-4E4C-AD14-5EF80DEA546E}" dt="2026-03-10T12:33:20.141" v="241" actId="20577"/>
        <pc:sldMkLst>
          <pc:docMk/>
          <pc:sldMk cId="1041985407" sldId="259"/>
        </pc:sldMkLst>
        <pc:graphicFrameChg chg="modGraphic">
          <ac:chgData name="Luís Filipe da Silva Pragosa" userId="4d0e0cea-b732-4472-9144-3c8ba6b0f54b" providerId="ADAL" clId="{E6B3F969-B5A0-4E4C-AD14-5EF80DEA546E}" dt="2026-03-10T12:33:20.141" v="241" actId="20577"/>
          <ac:graphicFrameMkLst>
            <pc:docMk/>
            <pc:sldMk cId="1041985407" sldId="259"/>
            <ac:graphicFrameMk id="22" creationId="{00000000-0000-0000-0000-000000000000}"/>
          </ac:graphicFrameMkLst>
        </pc:graphicFrameChg>
      </pc:sldChg>
      <pc:sldChg chg="modSp mod">
        <pc:chgData name="Luís Filipe da Silva Pragosa" userId="4d0e0cea-b732-4472-9144-3c8ba6b0f54b" providerId="ADAL" clId="{E6B3F969-B5A0-4E4C-AD14-5EF80DEA546E}" dt="2026-03-10T15:04:38.258" v="2673"/>
        <pc:sldMkLst>
          <pc:docMk/>
          <pc:sldMk cId="3786081882" sldId="459"/>
        </pc:sldMkLst>
        <pc:spChg chg="mod">
          <ac:chgData name="Luís Filipe da Silva Pragosa" userId="4d0e0cea-b732-4472-9144-3c8ba6b0f54b" providerId="ADAL" clId="{E6B3F969-B5A0-4E4C-AD14-5EF80DEA546E}" dt="2026-03-10T15:04:38.258" v="2673"/>
          <ac:spMkLst>
            <pc:docMk/>
            <pc:sldMk cId="3786081882" sldId="459"/>
            <ac:spMk id="15" creationId="{5EB100EA-6846-4DBD-B8F7-A7FB8CA5080D}"/>
          </ac:spMkLst>
        </pc:spChg>
        <pc:graphicFrameChg chg="mod modGraphic">
          <ac:chgData name="Luís Filipe da Silva Pragosa" userId="4d0e0cea-b732-4472-9144-3c8ba6b0f54b" providerId="ADAL" clId="{E6B3F969-B5A0-4E4C-AD14-5EF80DEA546E}" dt="2026-03-10T12:28:26.093" v="38"/>
          <ac:graphicFrameMkLst>
            <pc:docMk/>
            <pc:sldMk cId="3786081882" sldId="459"/>
            <ac:graphicFrameMk id="2" creationId="{A621B269-E742-02B4-5CFA-481859760F17}"/>
          </ac:graphicFrameMkLst>
        </pc:graphicFrameChg>
      </pc:sldChg>
      <pc:sldChg chg="modSp mod">
        <pc:chgData name="Luís Filipe da Silva Pragosa" userId="4d0e0cea-b732-4472-9144-3c8ba6b0f54b" providerId="ADAL" clId="{E6B3F969-B5A0-4E4C-AD14-5EF80DEA546E}" dt="2026-03-10T15:19:50.208" v="2754" actId="20577"/>
        <pc:sldMkLst>
          <pc:docMk/>
          <pc:sldMk cId="2433762713" sldId="2147479674"/>
        </pc:sldMkLst>
        <pc:spChg chg="mod">
          <ac:chgData name="Luís Filipe da Silva Pragosa" userId="4d0e0cea-b732-4472-9144-3c8ba6b0f54b" providerId="ADAL" clId="{E6B3F969-B5A0-4E4C-AD14-5EF80DEA546E}" dt="2026-03-10T15:19:50.208" v="2754" actId="20577"/>
          <ac:spMkLst>
            <pc:docMk/>
            <pc:sldMk cId="2433762713" sldId="2147479674"/>
            <ac:spMk id="7" creationId="{D184A763-02A6-4822-A5F0-D9E80A5D8061}"/>
          </ac:spMkLst>
        </pc:spChg>
      </pc:sldChg>
      <pc:sldChg chg="modSp mod">
        <pc:chgData name="Luís Filipe da Silva Pragosa" userId="4d0e0cea-b732-4472-9144-3c8ba6b0f54b" providerId="ADAL" clId="{E6B3F969-B5A0-4E4C-AD14-5EF80DEA546E}" dt="2026-03-10T15:14:09.361" v="2695" actId="20577"/>
        <pc:sldMkLst>
          <pc:docMk/>
          <pc:sldMk cId="923964916" sldId="2147479676"/>
        </pc:sldMkLst>
        <pc:spChg chg="mod">
          <ac:chgData name="Luís Filipe da Silva Pragosa" userId="4d0e0cea-b732-4472-9144-3c8ba6b0f54b" providerId="ADAL" clId="{E6B3F969-B5A0-4E4C-AD14-5EF80DEA546E}" dt="2026-03-10T15:14:09.361" v="2695" actId="20577"/>
          <ac:spMkLst>
            <pc:docMk/>
            <pc:sldMk cId="923964916" sldId="2147479676"/>
            <ac:spMk id="4" creationId="{67BD9623-6C5E-3445-F720-C4EE4E5562B3}"/>
          </ac:spMkLst>
        </pc:spChg>
      </pc:sldChg>
      <pc:sldChg chg="addSp delSp modSp mod">
        <pc:chgData name="Luís Filipe da Silva Pragosa" userId="4d0e0cea-b732-4472-9144-3c8ba6b0f54b" providerId="ADAL" clId="{E6B3F969-B5A0-4E4C-AD14-5EF80DEA546E}" dt="2026-03-10T15:14:57.582" v="2699" actId="20577"/>
        <pc:sldMkLst>
          <pc:docMk/>
          <pc:sldMk cId="981834828" sldId="2147479678"/>
        </pc:sldMkLst>
        <pc:spChg chg="mod">
          <ac:chgData name="Luís Filipe da Silva Pragosa" userId="4d0e0cea-b732-4472-9144-3c8ba6b0f54b" providerId="ADAL" clId="{E6B3F969-B5A0-4E4C-AD14-5EF80DEA546E}" dt="2026-03-10T15:14:57.582" v="2699" actId="20577"/>
          <ac:spMkLst>
            <pc:docMk/>
            <pc:sldMk cId="981834828" sldId="2147479678"/>
            <ac:spMk id="2" creationId="{64EFFFEE-0C49-2C74-0AC5-90AB6EE7E501}"/>
          </ac:spMkLst>
        </pc:spChg>
        <pc:picChg chg="add del mod">
          <ac:chgData name="Luís Filipe da Silva Pragosa" userId="4d0e0cea-b732-4472-9144-3c8ba6b0f54b" providerId="ADAL" clId="{E6B3F969-B5A0-4E4C-AD14-5EF80DEA546E}" dt="2026-03-10T13:03:00.603" v="1523" actId="478"/>
          <ac:picMkLst>
            <pc:docMk/>
            <pc:sldMk cId="981834828" sldId="2147479678"/>
            <ac:picMk id="1026" creationId="{11AA348C-189D-74DB-A115-5488E41B4983}"/>
          </ac:picMkLst>
        </pc:picChg>
        <pc:picChg chg="add mod">
          <ac:chgData name="Luís Filipe da Silva Pragosa" userId="4d0e0cea-b732-4472-9144-3c8ba6b0f54b" providerId="ADAL" clId="{E6B3F969-B5A0-4E4C-AD14-5EF80DEA546E}" dt="2026-03-10T13:05:35.925" v="1540" actId="1035"/>
          <ac:picMkLst>
            <pc:docMk/>
            <pc:sldMk cId="981834828" sldId="2147479678"/>
            <ac:picMk id="1028" creationId="{4BB02D4F-CDC0-50AD-FFBB-3586373DB24B}"/>
          </ac:picMkLst>
        </pc:picChg>
      </pc:sldChg>
      <pc:sldChg chg="modSp mod">
        <pc:chgData name="Luís Filipe da Silva Pragosa" userId="4d0e0cea-b732-4472-9144-3c8ba6b0f54b" providerId="ADAL" clId="{E6B3F969-B5A0-4E4C-AD14-5EF80DEA546E}" dt="2026-03-10T12:53:16.181" v="1262" actId="20577"/>
        <pc:sldMkLst>
          <pc:docMk/>
          <pc:sldMk cId="3228353570" sldId="2147479683"/>
        </pc:sldMkLst>
        <pc:spChg chg="mod">
          <ac:chgData name="Luís Filipe da Silva Pragosa" userId="4d0e0cea-b732-4472-9144-3c8ba6b0f54b" providerId="ADAL" clId="{E6B3F969-B5A0-4E4C-AD14-5EF80DEA546E}" dt="2026-03-10T12:53:16.181" v="1262" actId="20577"/>
          <ac:spMkLst>
            <pc:docMk/>
            <pc:sldMk cId="3228353570" sldId="2147479683"/>
            <ac:spMk id="5" creationId="{74AA28B4-990E-4C75-BFFF-B62AB2A0AF3E}"/>
          </ac:spMkLst>
        </pc:spChg>
      </pc:sldChg>
      <pc:sldChg chg="addSp modSp mod">
        <pc:chgData name="Luís Filipe da Silva Pragosa" userId="4d0e0cea-b732-4472-9144-3c8ba6b0f54b" providerId="ADAL" clId="{E6B3F969-B5A0-4E4C-AD14-5EF80DEA546E}" dt="2026-03-10T15:17:14.958" v="2708" actId="20577"/>
        <pc:sldMkLst>
          <pc:docMk/>
          <pc:sldMk cId="589495709" sldId="2147479689"/>
        </pc:sldMkLst>
        <pc:spChg chg="mod">
          <ac:chgData name="Luís Filipe da Silva Pragosa" userId="4d0e0cea-b732-4472-9144-3c8ba6b0f54b" providerId="ADAL" clId="{E6B3F969-B5A0-4E4C-AD14-5EF80DEA546E}" dt="2026-03-10T15:17:14.958" v="2708" actId="20577"/>
          <ac:spMkLst>
            <pc:docMk/>
            <pc:sldMk cId="589495709" sldId="2147479689"/>
            <ac:spMk id="2" creationId="{74AA28B4-990E-4C75-BFFF-B62AB2A0AF3E}"/>
          </ac:spMkLst>
        </pc:spChg>
        <pc:picChg chg="add mod">
          <ac:chgData name="Luís Filipe da Silva Pragosa" userId="4d0e0cea-b732-4472-9144-3c8ba6b0f54b" providerId="ADAL" clId="{E6B3F969-B5A0-4E4C-AD14-5EF80DEA546E}" dt="2026-03-10T14:19:25.948" v="1735" actId="1076"/>
          <ac:picMkLst>
            <pc:docMk/>
            <pc:sldMk cId="589495709" sldId="2147479689"/>
            <ac:picMk id="4" creationId="{D7432D6A-11EF-4D20-E12F-DC3D7F6B8021}"/>
          </ac:picMkLst>
        </pc:picChg>
      </pc:sldChg>
      <pc:sldChg chg="modSp mod">
        <pc:chgData name="Luís Filipe da Silva Pragosa" userId="4d0e0cea-b732-4472-9144-3c8ba6b0f54b" providerId="ADAL" clId="{E6B3F969-B5A0-4E4C-AD14-5EF80DEA546E}" dt="2026-03-10T15:19:19.037" v="2753" actId="20577"/>
        <pc:sldMkLst>
          <pc:docMk/>
          <pc:sldMk cId="3935442736" sldId="2147479692"/>
        </pc:sldMkLst>
        <pc:spChg chg="mod">
          <ac:chgData name="Luís Filipe da Silva Pragosa" userId="4d0e0cea-b732-4472-9144-3c8ba6b0f54b" providerId="ADAL" clId="{E6B3F969-B5A0-4E4C-AD14-5EF80DEA546E}" dt="2026-03-10T15:18:24.604" v="2715" actId="20577"/>
          <ac:spMkLst>
            <pc:docMk/>
            <pc:sldMk cId="3935442736" sldId="2147479692"/>
            <ac:spMk id="2" creationId="{AEC25E76-3452-EAC5-A3CC-4A1629C4E5CE}"/>
          </ac:spMkLst>
        </pc:spChg>
        <pc:spChg chg="mod">
          <ac:chgData name="Luís Filipe da Silva Pragosa" userId="4d0e0cea-b732-4472-9144-3c8ba6b0f54b" providerId="ADAL" clId="{E6B3F969-B5A0-4E4C-AD14-5EF80DEA546E}" dt="2026-03-10T15:18:57.957" v="2750" actId="20577"/>
          <ac:spMkLst>
            <pc:docMk/>
            <pc:sldMk cId="3935442736" sldId="2147479692"/>
            <ac:spMk id="14" creationId="{4219953A-23DA-F7B1-7873-5886D2382BF0}"/>
          </ac:spMkLst>
        </pc:spChg>
        <pc:spChg chg="mod">
          <ac:chgData name="Luís Filipe da Silva Pragosa" userId="4d0e0cea-b732-4472-9144-3c8ba6b0f54b" providerId="ADAL" clId="{E6B3F969-B5A0-4E4C-AD14-5EF80DEA546E}" dt="2026-03-10T15:19:19.037" v="2753" actId="20577"/>
          <ac:spMkLst>
            <pc:docMk/>
            <pc:sldMk cId="3935442736" sldId="2147479692"/>
            <ac:spMk id="15" creationId="{C0CC3C1E-C651-0DB1-C6A6-F30BCEA22E31}"/>
          </ac:spMkLst>
        </pc:spChg>
      </pc:sldChg>
      <pc:sldChg chg="modSp mod">
        <pc:chgData name="Luís Filipe da Silva Pragosa" userId="4d0e0cea-b732-4472-9144-3c8ba6b0f54b" providerId="ADAL" clId="{E6B3F969-B5A0-4E4C-AD14-5EF80DEA546E}" dt="2026-03-10T15:15:40.613" v="2706" actId="20577"/>
        <pc:sldMkLst>
          <pc:docMk/>
          <pc:sldMk cId="3134233182" sldId="2147479698"/>
        </pc:sldMkLst>
        <pc:spChg chg="mod">
          <ac:chgData name="Luís Filipe da Silva Pragosa" userId="4d0e0cea-b732-4472-9144-3c8ba6b0f54b" providerId="ADAL" clId="{E6B3F969-B5A0-4E4C-AD14-5EF80DEA546E}" dt="2026-03-10T15:15:40.613" v="2706" actId="20577"/>
          <ac:spMkLst>
            <pc:docMk/>
            <pc:sldMk cId="3134233182" sldId="2147479698"/>
            <ac:spMk id="3" creationId="{6EFEC707-568F-FA6C-44BE-2B9A79AC1CEF}"/>
          </ac:spMkLst>
        </pc:spChg>
        <pc:spChg chg="mod">
          <ac:chgData name="Luís Filipe da Silva Pragosa" userId="4d0e0cea-b732-4472-9144-3c8ba6b0f54b" providerId="ADAL" clId="{E6B3F969-B5A0-4E4C-AD14-5EF80DEA546E}" dt="2026-03-10T15:15:24.992" v="2702" actId="20577"/>
          <ac:spMkLst>
            <pc:docMk/>
            <pc:sldMk cId="3134233182" sldId="2147479698"/>
            <ac:spMk id="8" creationId="{99EBCCE3-0141-C1B8-8157-9C7AFCB2A411}"/>
          </ac:spMkLst>
        </pc:spChg>
        <pc:spChg chg="mod">
          <ac:chgData name="Luís Filipe da Silva Pragosa" userId="4d0e0cea-b732-4472-9144-3c8ba6b0f54b" providerId="ADAL" clId="{E6B3F969-B5A0-4E4C-AD14-5EF80DEA546E}" dt="2026-03-10T14:11:15.238" v="1546"/>
          <ac:spMkLst>
            <pc:docMk/>
            <pc:sldMk cId="3134233182" sldId="2147479698"/>
            <ac:spMk id="9" creationId="{45D55B6F-EDFE-0BA7-3BB3-70E3CB370CFB}"/>
          </ac:spMkLst>
        </pc:spChg>
      </pc:sldChg>
      <pc:sldChg chg="modSp mod">
        <pc:chgData name="Luís Filipe da Silva Pragosa" userId="4d0e0cea-b732-4472-9144-3c8ba6b0f54b" providerId="ADAL" clId="{E6B3F969-B5A0-4E4C-AD14-5EF80DEA546E}" dt="2026-03-10T15:08:47.702" v="2685" actId="20577"/>
        <pc:sldMkLst>
          <pc:docMk/>
          <pc:sldMk cId="1461104182" sldId="2147479738"/>
        </pc:sldMkLst>
        <pc:spChg chg="mod">
          <ac:chgData name="Luís Filipe da Silva Pragosa" userId="4d0e0cea-b732-4472-9144-3c8ba6b0f54b" providerId="ADAL" clId="{E6B3F969-B5A0-4E4C-AD14-5EF80DEA546E}" dt="2026-03-10T15:08:47.702" v="2685" actId="20577"/>
          <ac:spMkLst>
            <pc:docMk/>
            <pc:sldMk cId="1461104182" sldId="2147479738"/>
            <ac:spMk id="2" creationId="{14798F4C-5323-2525-43C6-0C665C4120AC}"/>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60B1AF7E-5BC2-4D30-87FE-E1B659CA1548}"/>
              </a:ext>
            </a:extLst>
          </p:cNvPr>
          <p:cNvSpPr>
            <a:spLocks noGrp="1"/>
          </p:cNvSpPr>
          <p:nvPr>
            <p:ph type="hdr" sz="quarter"/>
          </p:nvPr>
        </p:nvSpPr>
        <p:spPr>
          <a:xfrm>
            <a:off x="0" y="0"/>
            <a:ext cx="3078427" cy="513508"/>
          </a:xfrm>
          <a:prstGeom prst="rect">
            <a:avLst/>
          </a:prstGeom>
        </p:spPr>
        <p:txBody>
          <a:bodyPr vert="horz" lIns="99075" tIns="49538" rIns="99075" bIns="49538" rtlCol="0"/>
          <a:lstStyle>
            <a:lvl1pPr algn="l">
              <a:defRPr sz="1300"/>
            </a:lvl1pPr>
          </a:lstStyle>
          <a:p>
            <a:endParaRPr lang="es-ES"/>
          </a:p>
        </p:txBody>
      </p:sp>
      <p:sp>
        <p:nvSpPr>
          <p:cNvPr id="3" name="Marcador de fecha 2">
            <a:extLst>
              <a:ext uri="{FF2B5EF4-FFF2-40B4-BE49-F238E27FC236}">
                <a16:creationId xmlns:a16="http://schemas.microsoft.com/office/drawing/2014/main" id="{61D35212-2950-4BB8-B0AA-EE773689934D}"/>
              </a:ext>
            </a:extLst>
          </p:cNvPr>
          <p:cNvSpPr>
            <a:spLocks noGrp="1"/>
          </p:cNvSpPr>
          <p:nvPr>
            <p:ph type="dt" sz="quarter" idx="1"/>
          </p:nvPr>
        </p:nvSpPr>
        <p:spPr>
          <a:xfrm>
            <a:off x="4023992" y="0"/>
            <a:ext cx="3078427" cy="513508"/>
          </a:xfrm>
          <a:prstGeom prst="rect">
            <a:avLst/>
          </a:prstGeom>
        </p:spPr>
        <p:txBody>
          <a:bodyPr vert="horz" lIns="99075" tIns="49538" rIns="99075" bIns="49538" rtlCol="0"/>
          <a:lstStyle>
            <a:lvl1pPr algn="r">
              <a:defRPr sz="1300"/>
            </a:lvl1pPr>
          </a:lstStyle>
          <a:p>
            <a:fld id="{6DA5188B-02CB-4126-A12E-C27940239E67}" type="datetimeFigureOut">
              <a:rPr lang="es-ES" smtClean="0"/>
              <a:t>10/03/2026</a:t>
            </a:fld>
            <a:endParaRPr lang="es-ES"/>
          </a:p>
        </p:txBody>
      </p:sp>
      <p:sp>
        <p:nvSpPr>
          <p:cNvPr id="4" name="Marcador de pie de página 3">
            <a:extLst>
              <a:ext uri="{FF2B5EF4-FFF2-40B4-BE49-F238E27FC236}">
                <a16:creationId xmlns:a16="http://schemas.microsoft.com/office/drawing/2014/main" id="{56FAF009-7545-4A39-A198-6416D3420CD5}"/>
              </a:ext>
            </a:extLst>
          </p:cNvPr>
          <p:cNvSpPr>
            <a:spLocks noGrp="1"/>
          </p:cNvSpPr>
          <p:nvPr>
            <p:ph type="ftr" sz="quarter" idx="2"/>
          </p:nvPr>
        </p:nvSpPr>
        <p:spPr>
          <a:xfrm>
            <a:off x="0" y="9721107"/>
            <a:ext cx="3078427" cy="513507"/>
          </a:xfrm>
          <a:prstGeom prst="rect">
            <a:avLst/>
          </a:prstGeom>
        </p:spPr>
        <p:txBody>
          <a:bodyPr vert="horz" lIns="99075" tIns="49538" rIns="99075" bIns="49538" rtlCol="0" anchor="b"/>
          <a:lstStyle>
            <a:lvl1pPr algn="l">
              <a:defRPr sz="1300"/>
            </a:lvl1pPr>
          </a:lstStyle>
          <a:p>
            <a:endParaRPr lang="es-ES"/>
          </a:p>
        </p:txBody>
      </p:sp>
      <p:sp>
        <p:nvSpPr>
          <p:cNvPr id="5" name="Marcador de número de diapositiva 4">
            <a:extLst>
              <a:ext uri="{FF2B5EF4-FFF2-40B4-BE49-F238E27FC236}">
                <a16:creationId xmlns:a16="http://schemas.microsoft.com/office/drawing/2014/main" id="{5B8A1D82-08B5-4B1F-860C-695167F2EE13}"/>
              </a:ext>
            </a:extLst>
          </p:cNvPr>
          <p:cNvSpPr>
            <a:spLocks noGrp="1"/>
          </p:cNvSpPr>
          <p:nvPr>
            <p:ph type="sldNum" sz="quarter" idx="3"/>
          </p:nvPr>
        </p:nvSpPr>
        <p:spPr>
          <a:xfrm>
            <a:off x="4023992" y="9721107"/>
            <a:ext cx="3078427" cy="513507"/>
          </a:xfrm>
          <a:prstGeom prst="rect">
            <a:avLst/>
          </a:prstGeom>
        </p:spPr>
        <p:txBody>
          <a:bodyPr vert="horz" lIns="99075" tIns="49538" rIns="99075" bIns="49538" rtlCol="0" anchor="b"/>
          <a:lstStyle>
            <a:lvl1pPr algn="r">
              <a:defRPr sz="1300"/>
            </a:lvl1pPr>
          </a:lstStyle>
          <a:p>
            <a:fld id="{4F54CB31-C4D0-4176-AC65-C48107E42122}" type="slidenum">
              <a:rPr lang="es-ES" smtClean="0"/>
              <a:t>‹#›</a:t>
            </a:fld>
            <a:endParaRPr lang="es-ES"/>
          </a:p>
        </p:txBody>
      </p:sp>
    </p:spTree>
    <p:extLst>
      <p:ext uri="{BB962C8B-B14F-4D97-AF65-F5344CB8AC3E}">
        <p14:creationId xmlns:p14="http://schemas.microsoft.com/office/powerpoint/2010/main" val="82686747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3078427" cy="513508"/>
          </a:xfrm>
          <a:prstGeom prst="rect">
            <a:avLst/>
          </a:prstGeom>
        </p:spPr>
        <p:txBody>
          <a:bodyPr vert="horz" lIns="99075" tIns="49538" rIns="99075" bIns="49538" rtlCol="0"/>
          <a:lstStyle>
            <a:lvl1pPr algn="l">
              <a:defRPr sz="1300"/>
            </a:lvl1pPr>
          </a:lstStyle>
          <a:p>
            <a:endParaRPr lang="es-ES"/>
          </a:p>
        </p:txBody>
      </p:sp>
      <p:sp>
        <p:nvSpPr>
          <p:cNvPr id="3" name="Marcador de fecha 2"/>
          <p:cNvSpPr>
            <a:spLocks noGrp="1"/>
          </p:cNvSpPr>
          <p:nvPr>
            <p:ph type="dt" idx="1"/>
          </p:nvPr>
        </p:nvSpPr>
        <p:spPr>
          <a:xfrm>
            <a:off x="4023992" y="0"/>
            <a:ext cx="3078427" cy="513508"/>
          </a:xfrm>
          <a:prstGeom prst="rect">
            <a:avLst/>
          </a:prstGeom>
        </p:spPr>
        <p:txBody>
          <a:bodyPr vert="horz" lIns="99075" tIns="49538" rIns="99075" bIns="49538" rtlCol="0"/>
          <a:lstStyle>
            <a:lvl1pPr algn="r">
              <a:defRPr sz="1300"/>
            </a:lvl1pPr>
          </a:lstStyle>
          <a:p>
            <a:fld id="{2281D6FC-8B18-4D83-81FA-5ECA9E5C1AAF}" type="datetimeFigureOut">
              <a:rPr lang="es-ES" smtClean="0"/>
              <a:t>10/03/2026</a:t>
            </a:fld>
            <a:endParaRPr lang="es-ES"/>
          </a:p>
        </p:txBody>
      </p:sp>
      <p:sp>
        <p:nvSpPr>
          <p:cNvPr id="4" name="Marcador de imagen de diapositiva 3"/>
          <p:cNvSpPr>
            <a:spLocks noGrp="1" noRot="1" noChangeAspect="1"/>
          </p:cNvSpPr>
          <p:nvPr>
            <p:ph type="sldImg" idx="2"/>
          </p:nvPr>
        </p:nvSpPr>
        <p:spPr>
          <a:xfrm>
            <a:off x="482600" y="1279525"/>
            <a:ext cx="6140450" cy="3454400"/>
          </a:xfrm>
          <a:prstGeom prst="rect">
            <a:avLst/>
          </a:prstGeom>
          <a:noFill/>
          <a:ln w="12700">
            <a:solidFill>
              <a:prstClr val="black"/>
            </a:solidFill>
          </a:ln>
        </p:spPr>
        <p:txBody>
          <a:bodyPr vert="horz" lIns="99075" tIns="49538" rIns="99075" bIns="49538" rtlCol="0" anchor="ctr"/>
          <a:lstStyle/>
          <a:p>
            <a:endParaRPr lang="es-ES"/>
          </a:p>
        </p:txBody>
      </p:sp>
      <p:sp>
        <p:nvSpPr>
          <p:cNvPr id="5" name="Marcador de notas 4"/>
          <p:cNvSpPr>
            <a:spLocks noGrp="1"/>
          </p:cNvSpPr>
          <p:nvPr>
            <p:ph type="body" sz="quarter" idx="3"/>
          </p:nvPr>
        </p:nvSpPr>
        <p:spPr>
          <a:xfrm>
            <a:off x="710407" y="4925407"/>
            <a:ext cx="5683250" cy="4029879"/>
          </a:xfrm>
          <a:prstGeom prst="rect">
            <a:avLst/>
          </a:prstGeom>
        </p:spPr>
        <p:txBody>
          <a:bodyPr vert="horz" lIns="99075" tIns="49538" rIns="99075" bIns="49538" rtlCol="0"/>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9721107"/>
            <a:ext cx="3078427" cy="513507"/>
          </a:xfrm>
          <a:prstGeom prst="rect">
            <a:avLst/>
          </a:prstGeom>
        </p:spPr>
        <p:txBody>
          <a:bodyPr vert="horz" lIns="99075" tIns="49538" rIns="99075" bIns="49538" rtlCol="0" anchor="b"/>
          <a:lstStyle>
            <a:lvl1pPr algn="l">
              <a:defRPr sz="1300"/>
            </a:lvl1pPr>
          </a:lstStyle>
          <a:p>
            <a:endParaRPr lang="es-ES"/>
          </a:p>
        </p:txBody>
      </p:sp>
      <p:sp>
        <p:nvSpPr>
          <p:cNvPr id="7" name="Marcador de número de diapositiva 6"/>
          <p:cNvSpPr>
            <a:spLocks noGrp="1"/>
          </p:cNvSpPr>
          <p:nvPr>
            <p:ph type="sldNum" sz="quarter" idx="5"/>
          </p:nvPr>
        </p:nvSpPr>
        <p:spPr>
          <a:xfrm>
            <a:off x="4023992" y="9721107"/>
            <a:ext cx="3078427" cy="513507"/>
          </a:xfrm>
          <a:prstGeom prst="rect">
            <a:avLst/>
          </a:prstGeom>
        </p:spPr>
        <p:txBody>
          <a:bodyPr vert="horz" lIns="99075" tIns="49538" rIns="99075" bIns="49538" rtlCol="0" anchor="b"/>
          <a:lstStyle>
            <a:lvl1pPr algn="r">
              <a:defRPr sz="1300"/>
            </a:lvl1pPr>
          </a:lstStyle>
          <a:p>
            <a:fld id="{7978D618-BBD3-4FF5-9218-0E9FEB4B2F82}" type="slidenum">
              <a:rPr lang="es-ES" smtClean="0"/>
              <a:t>‹#›</a:t>
            </a:fld>
            <a:endParaRPr lang="es-ES"/>
          </a:p>
        </p:txBody>
      </p:sp>
    </p:spTree>
    <p:extLst>
      <p:ext uri="{BB962C8B-B14F-4D97-AF65-F5344CB8AC3E}">
        <p14:creationId xmlns:p14="http://schemas.microsoft.com/office/powerpoint/2010/main" val="14463157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278130">
              <a:lnSpc>
                <a:spcPct val="150000"/>
              </a:lnSpc>
              <a:spcBef>
                <a:spcPts val="400"/>
              </a:spcBef>
              <a:buClr>
                <a:srgbClr val="FF0000"/>
              </a:buClr>
              <a:buNone/>
            </a:pPr>
            <a:r>
              <a:rPr lang="pt-PT" sz="1200" dirty="0">
                <a:solidFill>
                  <a:schemeClr val="bg1">
                    <a:lumMod val="50000"/>
                  </a:schemeClr>
                </a:solidFill>
                <a:latin typeface="Santander Text" panose="020B0504020201020104" pitchFamily="34" charset="0"/>
              </a:rPr>
              <a:t>Nesta zona, poderás encontrar </a:t>
            </a:r>
            <a:r>
              <a:rPr lang="pt-PT" sz="1200" dirty="0" err="1">
                <a:solidFill>
                  <a:schemeClr val="bg1">
                    <a:lumMod val="50000"/>
                  </a:schemeClr>
                </a:solidFill>
                <a:latin typeface="Santander Text" panose="020B0504020201020104" pitchFamily="34" charset="0"/>
              </a:rPr>
              <a:t>guidelines</a:t>
            </a:r>
            <a:r>
              <a:rPr lang="pt-PT" sz="1200" dirty="0">
                <a:solidFill>
                  <a:schemeClr val="bg1">
                    <a:lumMod val="50000"/>
                  </a:schemeClr>
                </a:solidFill>
                <a:latin typeface="Santander Text" panose="020B0504020201020104" pitchFamily="34" charset="0"/>
              </a:rPr>
              <a:t> para o preenchimento de cada capítulo, bem como o responsável pelo preenchimento.</a:t>
            </a:r>
          </a:p>
          <a:p>
            <a:pPr marL="0" lvl="0" indent="-278130">
              <a:lnSpc>
                <a:spcPct val="150000"/>
              </a:lnSpc>
              <a:spcBef>
                <a:spcPts val="400"/>
              </a:spcBef>
              <a:buClr>
                <a:srgbClr val="FF0000"/>
              </a:buClr>
              <a:buNone/>
            </a:pPr>
            <a:r>
              <a:rPr lang="pt-PT" sz="1200" dirty="0">
                <a:solidFill>
                  <a:schemeClr val="bg1">
                    <a:lumMod val="50000"/>
                  </a:schemeClr>
                </a:solidFill>
                <a:latin typeface="Santander Text" panose="020B0504020201020104" pitchFamily="34" charset="0"/>
              </a:rPr>
              <a:t>Em alguns casos, existirá também exemplos ilustrando o que se pretende em cada capítulo.</a:t>
            </a:r>
          </a:p>
          <a:p>
            <a:pPr marL="0" lvl="0" indent="-278130">
              <a:lnSpc>
                <a:spcPct val="150000"/>
              </a:lnSpc>
              <a:spcBef>
                <a:spcPts val="400"/>
              </a:spcBef>
              <a:buClr>
                <a:srgbClr val="FF0000"/>
              </a:buClr>
              <a:buNone/>
            </a:pPr>
            <a:endParaRPr lang="pt-PT" sz="1200" dirty="0">
              <a:solidFill>
                <a:schemeClr val="bg1">
                  <a:lumMod val="50000"/>
                </a:schemeClr>
              </a:solidFill>
              <a:latin typeface="Santander Text" panose="020B0504020201020104" pitchFamily="34" charset="0"/>
            </a:endParaRPr>
          </a:p>
          <a:p>
            <a:pPr marL="0" lvl="0" indent="-278130">
              <a:lnSpc>
                <a:spcPct val="150000"/>
              </a:lnSpc>
              <a:spcBef>
                <a:spcPts val="400"/>
              </a:spcBef>
              <a:buClr>
                <a:srgbClr val="FF0000"/>
              </a:buClr>
              <a:buNone/>
            </a:pPr>
            <a:r>
              <a:rPr lang="pt-PT" sz="1200" dirty="0">
                <a:solidFill>
                  <a:schemeClr val="bg1">
                    <a:lumMod val="50000"/>
                  </a:schemeClr>
                </a:solidFill>
                <a:latin typeface="Santander Text" panose="020B0504020201020104" pitchFamily="34" charset="0"/>
              </a:rPr>
              <a:t>Mais fotografias institucionais em: https://santandernet.sharepoint.com/sites/Santander-Now/SitePages/Our-Brand.aspx</a:t>
            </a:r>
            <a:endParaRPr lang="pt-PT" sz="1200" dirty="0">
              <a:solidFill>
                <a:schemeClr val="tx1"/>
              </a:solidFill>
              <a:latin typeface="Santander Text" panose="020B0504020201020104" pitchFamily="34" charset="0"/>
            </a:endParaRPr>
          </a:p>
        </p:txBody>
      </p:sp>
      <p:sp>
        <p:nvSpPr>
          <p:cNvPr id="4" name="Slide Number Placeholder 3"/>
          <p:cNvSpPr>
            <a:spLocks noGrp="1"/>
          </p:cNvSpPr>
          <p:nvPr>
            <p:ph type="sldNum" sz="quarter" idx="5"/>
          </p:nvPr>
        </p:nvSpPr>
        <p:spPr/>
        <p:txBody>
          <a:bodyPr/>
          <a:lstStyle/>
          <a:p>
            <a:fld id="{7978D618-BBD3-4FF5-9218-0E9FEB4B2F82}" type="slidenum">
              <a:rPr lang="es-ES" smtClean="0"/>
              <a:t>1</a:t>
            </a:fld>
            <a:endParaRPr lang="es-ES"/>
          </a:p>
        </p:txBody>
      </p:sp>
    </p:spTree>
    <p:extLst>
      <p:ext uri="{BB962C8B-B14F-4D97-AF65-F5344CB8AC3E}">
        <p14:creationId xmlns:p14="http://schemas.microsoft.com/office/powerpoint/2010/main" val="16740311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PT" sz="1200" b="1" dirty="0">
                <a:solidFill>
                  <a:schemeClr val="bg1">
                    <a:lumMod val="50000"/>
                  </a:schemeClr>
                </a:solidFill>
                <a:latin typeface="Santander Text" panose="020B0504020201020104" pitchFamily="34" charset="0"/>
              </a:rPr>
              <a:t>Responsável por este </a:t>
            </a:r>
            <a:r>
              <a:rPr lang="pt-PT" sz="1200" b="1" dirty="0">
                <a:solidFill>
                  <a:schemeClr val="tx1"/>
                </a:solidFill>
                <a:latin typeface="Santander Text" panose="020B0504020201020104" pitchFamily="34" charset="0"/>
              </a:rPr>
              <a:t>capítulo: Solicitante (Business </a:t>
            </a:r>
            <a:r>
              <a:rPr lang="pt-PT" sz="1200" b="1" dirty="0" err="1">
                <a:solidFill>
                  <a:schemeClr val="tx1"/>
                </a:solidFill>
                <a:latin typeface="Santander Text" panose="020B0504020201020104" pitchFamily="34" charset="0"/>
              </a:rPr>
              <a:t>Partner</a:t>
            </a:r>
            <a:r>
              <a:rPr lang="pt-PT" sz="1200" b="1" dirty="0">
                <a:solidFill>
                  <a:schemeClr val="tx1"/>
                </a:solidFill>
                <a:latin typeface="Santander Text" panose="020B0504020201020104" pitchFamily="34" charset="0"/>
              </a:rPr>
              <a:t>, </a:t>
            </a:r>
            <a:r>
              <a:rPr lang="pt-PT" sz="1200" b="1" dirty="0" err="1">
                <a:solidFill>
                  <a:schemeClr val="tx1"/>
                </a:solidFill>
                <a:latin typeface="Santander Text" panose="020B0504020201020104" pitchFamily="34" charset="0"/>
              </a:rPr>
              <a:t>Product</a:t>
            </a:r>
            <a:r>
              <a:rPr lang="pt-PT" sz="1200" b="1" dirty="0">
                <a:solidFill>
                  <a:schemeClr val="tx1"/>
                </a:solidFill>
                <a:latin typeface="Santander Text" panose="020B0504020201020104" pitchFamily="34" charset="0"/>
              </a:rPr>
              <a:t> </a:t>
            </a:r>
            <a:r>
              <a:rPr lang="pt-PT" sz="1200" b="1" dirty="0" err="1">
                <a:solidFill>
                  <a:schemeClr val="tx1"/>
                </a:solidFill>
                <a:latin typeface="Santander Text" panose="020B0504020201020104" pitchFamily="34" charset="0"/>
              </a:rPr>
              <a:t>Ower</a:t>
            </a:r>
            <a:r>
              <a:rPr lang="pt-PT" sz="1200" b="1" dirty="0">
                <a:solidFill>
                  <a:schemeClr val="tx1"/>
                </a:solidFill>
                <a:latin typeface="Santander Text" panose="020B0504020201020104" pitchFamily="34" charset="0"/>
              </a:rPr>
              <a:t>, Área de Negócio ou Gestor de Projecto).</a:t>
            </a:r>
          </a:p>
        </p:txBody>
      </p:sp>
      <p:sp>
        <p:nvSpPr>
          <p:cNvPr id="4" name="Slide Number Placeholder 3"/>
          <p:cNvSpPr>
            <a:spLocks noGrp="1"/>
          </p:cNvSpPr>
          <p:nvPr>
            <p:ph type="sldNum" sz="quarter" idx="5"/>
          </p:nvPr>
        </p:nvSpPr>
        <p:spPr/>
        <p:txBody>
          <a:bodyPr/>
          <a:lstStyle/>
          <a:p>
            <a:fld id="{7978D618-BBD3-4FF5-9218-0E9FEB4B2F82}" type="slidenum">
              <a:rPr lang="es-ES" smtClean="0"/>
              <a:t>3</a:t>
            </a:fld>
            <a:endParaRPr lang="es-ES"/>
          </a:p>
        </p:txBody>
      </p:sp>
    </p:spTree>
    <p:extLst>
      <p:ext uri="{BB962C8B-B14F-4D97-AF65-F5344CB8AC3E}">
        <p14:creationId xmlns:p14="http://schemas.microsoft.com/office/powerpoint/2010/main" val="354635043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pt-PT" dirty="0"/>
          </a:p>
        </p:txBody>
      </p:sp>
      <p:sp>
        <p:nvSpPr>
          <p:cNvPr id="4" name="Slide Number Placeholder 3"/>
          <p:cNvSpPr>
            <a:spLocks noGrp="1"/>
          </p:cNvSpPr>
          <p:nvPr>
            <p:ph type="sldNum" sz="quarter" idx="5"/>
          </p:nvPr>
        </p:nvSpPr>
        <p:spPr/>
        <p:txBody>
          <a:bodyPr/>
          <a:lstStyle/>
          <a:p>
            <a:fld id="{7978D618-BBD3-4FF5-9218-0E9FEB4B2F82}" type="slidenum">
              <a:rPr lang="es-ES" smtClean="0"/>
              <a:t>5</a:t>
            </a:fld>
            <a:endParaRPr lang="es-ES"/>
          </a:p>
        </p:txBody>
      </p:sp>
    </p:spTree>
    <p:extLst>
      <p:ext uri="{BB962C8B-B14F-4D97-AF65-F5344CB8AC3E}">
        <p14:creationId xmlns:p14="http://schemas.microsoft.com/office/powerpoint/2010/main" val="6535333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9070" lvl="1">
              <a:lnSpc>
                <a:spcPct val="150000"/>
              </a:lnSpc>
              <a:spcBef>
                <a:spcPts val="400"/>
              </a:spcBef>
              <a:buClr>
                <a:srgbClr val="FF0000"/>
              </a:buClr>
              <a:buNone/>
            </a:pPr>
            <a:r>
              <a:rPr lang="pt-PT" sz="1200" b="1" dirty="0">
                <a:solidFill>
                  <a:schemeClr val="bg1">
                    <a:lumMod val="50000"/>
                  </a:schemeClr>
                </a:solidFill>
                <a:latin typeface="Santander Text" panose="020B0504020201020104" pitchFamily="34" charset="0"/>
              </a:rPr>
              <a:t>Responsável por este </a:t>
            </a:r>
            <a:r>
              <a:rPr lang="pt-PT" sz="1200" b="1" dirty="0">
                <a:solidFill>
                  <a:schemeClr val="tx1"/>
                </a:solidFill>
                <a:latin typeface="Santander Text" panose="020B0504020201020104" pitchFamily="34" charset="0"/>
              </a:rPr>
              <a:t>capítulo: Solicitante (Business </a:t>
            </a:r>
            <a:r>
              <a:rPr lang="pt-PT" sz="1200" b="1" dirty="0" err="1">
                <a:solidFill>
                  <a:schemeClr val="tx1"/>
                </a:solidFill>
                <a:latin typeface="Santander Text" panose="020B0504020201020104" pitchFamily="34" charset="0"/>
              </a:rPr>
              <a:t>Partner</a:t>
            </a:r>
            <a:r>
              <a:rPr lang="pt-PT" sz="1200" b="1" dirty="0">
                <a:solidFill>
                  <a:schemeClr val="tx1"/>
                </a:solidFill>
                <a:latin typeface="Santander Text" panose="020B0504020201020104" pitchFamily="34" charset="0"/>
              </a:rPr>
              <a:t>, </a:t>
            </a:r>
            <a:r>
              <a:rPr lang="pt-PT" sz="1200" b="1" dirty="0" err="1">
                <a:solidFill>
                  <a:schemeClr val="tx1"/>
                </a:solidFill>
                <a:latin typeface="Santander Text" panose="020B0504020201020104" pitchFamily="34" charset="0"/>
              </a:rPr>
              <a:t>Product</a:t>
            </a:r>
            <a:r>
              <a:rPr lang="pt-PT" sz="1200" b="1" dirty="0">
                <a:solidFill>
                  <a:schemeClr val="tx1"/>
                </a:solidFill>
                <a:latin typeface="Santander Text" panose="020B0504020201020104" pitchFamily="34" charset="0"/>
              </a:rPr>
              <a:t> </a:t>
            </a:r>
            <a:r>
              <a:rPr lang="pt-PT" sz="1200" b="1" dirty="0" err="1">
                <a:solidFill>
                  <a:schemeClr val="tx1"/>
                </a:solidFill>
                <a:latin typeface="Santander Text" panose="020B0504020201020104" pitchFamily="34" charset="0"/>
              </a:rPr>
              <a:t>Ower</a:t>
            </a:r>
            <a:r>
              <a:rPr lang="pt-PT" sz="1200" b="1" dirty="0">
                <a:solidFill>
                  <a:schemeClr val="tx1"/>
                </a:solidFill>
                <a:latin typeface="Santander Text" panose="020B0504020201020104" pitchFamily="34" charset="0"/>
              </a:rPr>
              <a:t>, Área de Negócio ou Gestor de Projecto).</a:t>
            </a:r>
          </a:p>
          <a:p>
            <a:pPr marL="179070" lvl="1">
              <a:lnSpc>
                <a:spcPct val="150000"/>
              </a:lnSpc>
              <a:spcBef>
                <a:spcPts val="400"/>
              </a:spcBef>
              <a:buClr>
                <a:srgbClr val="FF0000"/>
              </a:buClr>
              <a:buNone/>
            </a:pPr>
            <a:endParaRPr lang="pt-PT" sz="1200" b="1" dirty="0">
              <a:solidFill>
                <a:schemeClr val="tx1"/>
              </a:solidFill>
              <a:latin typeface="Santander Text" panose="020B0504020201020104" pitchFamily="34" charset="0"/>
            </a:endParaRPr>
          </a:p>
          <a:p>
            <a:pPr marL="179070" lvl="1">
              <a:lnSpc>
                <a:spcPct val="150000"/>
              </a:lnSpc>
              <a:spcBef>
                <a:spcPts val="400"/>
              </a:spcBef>
              <a:buClr>
                <a:srgbClr val="FF0000"/>
              </a:buClr>
              <a:buNone/>
            </a:pPr>
            <a:r>
              <a:rPr lang="pt-PT" sz="1200" b="1" dirty="0">
                <a:solidFill>
                  <a:schemeClr val="bg1">
                    <a:lumMod val="50000"/>
                  </a:schemeClr>
                </a:solidFill>
                <a:latin typeface="Santander Text" panose="020B0504020201020104" pitchFamily="34" charset="0"/>
              </a:rPr>
              <a:t>Descrever o </a:t>
            </a:r>
            <a:r>
              <a:rPr lang="pt-PT" sz="1200" b="1" u="sng" dirty="0">
                <a:solidFill>
                  <a:schemeClr val="bg1">
                    <a:lumMod val="50000"/>
                  </a:schemeClr>
                </a:solidFill>
                <a:latin typeface="Santander Text" panose="020B0504020201020104" pitchFamily="34" charset="0"/>
              </a:rPr>
              <a:t>enquadramento</a:t>
            </a:r>
            <a:r>
              <a:rPr lang="pt-PT" sz="1200" b="1" dirty="0">
                <a:solidFill>
                  <a:schemeClr val="bg1">
                    <a:lumMod val="50000"/>
                  </a:schemeClr>
                </a:solidFill>
                <a:latin typeface="Santander Text" panose="020B0504020201020104" pitchFamily="34" charset="0"/>
              </a:rPr>
              <a:t> funcional da iniciativa/projeto</a:t>
            </a:r>
            <a:endParaRPr lang="en-US" b="1" dirty="0"/>
          </a:p>
          <a:p>
            <a:pPr marL="636270" lvl="2">
              <a:lnSpc>
                <a:spcPct val="150000"/>
              </a:lnSpc>
              <a:spcBef>
                <a:spcPts val="400"/>
              </a:spcBef>
              <a:buClr>
                <a:srgbClr val="FF0000"/>
              </a:buClr>
              <a:buNone/>
            </a:pPr>
            <a:r>
              <a:rPr lang="pt-PT" sz="1200" dirty="0">
                <a:solidFill>
                  <a:schemeClr val="tx1"/>
                </a:solidFill>
                <a:latin typeface="Santander Text"/>
              </a:rPr>
              <a:t>O objetivo deste slide é detalhar o enquadramento funcional da Iniciativa/projeto.</a:t>
            </a:r>
          </a:p>
          <a:p>
            <a:pPr marL="636270" lvl="2">
              <a:lnSpc>
                <a:spcPct val="150000"/>
              </a:lnSpc>
              <a:spcBef>
                <a:spcPts val="400"/>
              </a:spcBef>
              <a:buNone/>
            </a:pPr>
            <a:r>
              <a:rPr lang="pt-PT" sz="1200" dirty="0">
                <a:solidFill>
                  <a:schemeClr val="tx1"/>
                </a:solidFill>
                <a:latin typeface="Santander Text"/>
              </a:rPr>
              <a:t>Descrever qual o motivo que origina esta iniciativa/projeto, assim como, apresentar/especificar qual o propósito a que se destina a iniciativa/projeto.</a:t>
            </a:r>
            <a:endParaRPr lang="pt-PT" dirty="0">
              <a:solidFill>
                <a:schemeClr val="tx1"/>
              </a:solidFill>
            </a:endParaRPr>
          </a:p>
          <a:p>
            <a:pPr marL="636270" lvl="2">
              <a:lnSpc>
                <a:spcPct val="150000"/>
              </a:lnSpc>
              <a:spcBef>
                <a:spcPts val="400"/>
              </a:spcBef>
              <a:buClr>
                <a:srgbClr val="FF0000"/>
              </a:buClr>
              <a:buNone/>
            </a:pPr>
            <a:endParaRPr lang="pt-PT" sz="1200" dirty="0">
              <a:solidFill>
                <a:schemeClr val="tx1"/>
              </a:solidFill>
              <a:latin typeface="Santander Text" panose="020B0504020201020104" pitchFamily="34" charset="0"/>
            </a:endParaRPr>
          </a:p>
          <a:p>
            <a:pPr marL="636270" lvl="2">
              <a:lnSpc>
                <a:spcPct val="150000"/>
              </a:lnSpc>
              <a:spcBef>
                <a:spcPts val="400"/>
              </a:spcBef>
              <a:buClr>
                <a:srgbClr val="FF0000"/>
              </a:buClr>
              <a:buNone/>
            </a:pPr>
            <a:r>
              <a:rPr lang="pt-PT" sz="1200" b="1" i="1" dirty="0">
                <a:solidFill>
                  <a:schemeClr val="bg1">
                    <a:lumMod val="50000"/>
                  </a:schemeClr>
                </a:solidFill>
                <a:latin typeface="Santander Text" panose="020B0504020201020104" pitchFamily="34" charset="0"/>
              </a:rPr>
              <a:t>Exemplo</a:t>
            </a:r>
            <a:r>
              <a:rPr lang="pt-PT" sz="1200" i="1" dirty="0">
                <a:solidFill>
                  <a:schemeClr val="bg1">
                    <a:lumMod val="50000"/>
                  </a:schemeClr>
                </a:solidFill>
                <a:latin typeface="Santander Text" panose="020B0504020201020104" pitchFamily="34" charset="0"/>
              </a:rPr>
              <a:t> do que colocar como texto de enquadramento da iniciativa/projeto:</a:t>
            </a:r>
          </a:p>
          <a:p>
            <a:pPr marL="636270" lvl="2">
              <a:lnSpc>
                <a:spcPct val="150000"/>
              </a:lnSpc>
              <a:spcBef>
                <a:spcPts val="400"/>
              </a:spcBef>
              <a:buClr>
                <a:srgbClr val="FF0000"/>
              </a:buClr>
              <a:buNone/>
            </a:pPr>
            <a:r>
              <a:rPr lang="pt-PT" sz="1200" i="1" dirty="0">
                <a:solidFill>
                  <a:schemeClr val="tx1"/>
                </a:solidFill>
                <a:latin typeface="Santander Text" panose="020B0504020201020104" pitchFamily="34" charset="0"/>
              </a:rPr>
              <a:t>A atual plataforma de </a:t>
            </a:r>
            <a:r>
              <a:rPr lang="pt-PT" sz="1200" i="1" dirty="0" err="1">
                <a:solidFill>
                  <a:schemeClr val="tx1"/>
                </a:solidFill>
                <a:latin typeface="Santander Text" panose="020B0504020201020104" pitchFamily="34" charset="0"/>
              </a:rPr>
              <a:t>contact</a:t>
            </a:r>
            <a:r>
              <a:rPr lang="pt-PT" sz="1200" i="1" dirty="0">
                <a:solidFill>
                  <a:schemeClr val="tx1"/>
                </a:solidFill>
                <a:latin typeface="Santander Text" panose="020B0504020201020104" pitchFamily="34" charset="0"/>
              </a:rPr>
              <a:t> </a:t>
            </a:r>
            <a:r>
              <a:rPr lang="pt-PT" sz="1200" i="1" dirty="0" err="1">
                <a:solidFill>
                  <a:schemeClr val="tx1"/>
                </a:solidFill>
                <a:latin typeface="Santander Text" panose="020B0504020201020104" pitchFamily="34" charset="0"/>
              </a:rPr>
              <a:t>center</a:t>
            </a:r>
            <a:r>
              <a:rPr lang="pt-PT" sz="1200" i="1" dirty="0">
                <a:solidFill>
                  <a:schemeClr val="tx1"/>
                </a:solidFill>
                <a:latin typeface="Santander Text" panose="020B0504020201020104" pitchFamily="34" charset="0"/>
              </a:rPr>
              <a:t> Altitude é uma plataforma de contacto para a operativa de </a:t>
            </a:r>
            <a:r>
              <a:rPr lang="pt-PT" sz="1200" i="1" dirty="0" err="1">
                <a:solidFill>
                  <a:schemeClr val="tx1"/>
                </a:solidFill>
                <a:latin typeface="Santander Text" panose="020B0504020201020104" pitchFamily="34" charset="0"/>
              </a:rPr>
              <a:t>Telecobranças</a:t>
            </a:r>
            <a:r>
              <a:rPr lang="pt-PT" sz="1200" i="1" dirty="0">
                <a:solidFill>
                  <a:schemeClr val="tx1"/>
                </a:solidFill>
                <a:latin typeface="Santander Text" panose="020B0504020201020104" pitchFamily="34" charset="0"/>
              </a:rPr>
              <a:t> que atualmente apresenta dificuldades de integração com outros sistemas externos à plataforma e que adicionalmente assenta em tecnologia em obsolescência e com dificuldade de suporte.</a:t>
            </a:r>
          </a:p>
          <a:p>
            <a:pPr marL="636270" lvl="2">
              <a:lnSpc>
                <a:spcPct val="150000"/>
              </a:lnSpc>
              <a:spcBef>
                <a:spcPts val="400"/>
              </a:spcBef>
              <a:buClr>
                <a:srgbClr val="FF0000"/>
              </a:buClr>
              <a:buNone/>
            </a:pPr>
            <a:r>
              <a:rPr lang="pt-PT" sz="1200" i="1" dirty="0">
                <a:solidFill>
                  <a:schemeClr val="tx1"/>
                </a:solidFill>
                <a:latin typeface="Santander Text" panose="020B0504020201020104" pitchFamily="34" charset="0"/>
              </a:rPr>
              <a:t>A componente de telefonia que suporta a plataforma de contacto não garante a disponibilidade necessária para o volume de atendimento </a:t>
            </a:r>
            <a:r>
              <a:rPr lang="pt-PT" sz="1200" i="1" dirty="0" err="1">
                <a:solidFill>
                  <a:schemeClr val="tx1"/>
                </a:solidFill>
                <a:latin typeface="Santander Text" panose="020B0504020201020104" pitchFamily="34" charset="0"/>
              </a:rPr>
              <a:t>inbound</a:t>
            </a:r>
            <a:r>
              <a:rPr lang="pt-PT" sz="1200" i="1" dirty="0">
                <a:solidFill>
                  <a:schemeClr val="tx1"/>
                </a:solidFill>
                <a:latin typeface="Santander Text" panose="020B0504020201020104" pitchFamily="34" charset="0"/>
              </a:rPr>
              <a:t> e </a:t>
            </a:r>
            <a:r>
              <a:rPr lang="pt-PT" sz="1200" i="1" dirty="0" err="1">
                <a:solidFill>
                  <a:schemeClr val="tx1"/>
                </a:solidFill>
                <a:latin typeface="Santander Text" panose="020B0504020201020104" pitchFamily="34" charset="0"/>
              </a:rPr>
              <a:t>outbound</a:t>
            </a:r>
            <a:r>
              <a:rPr lang="pt-PT" sz="1200" i="1" dirty="0">
                <a:solidFill>
                  <a:schemeClr val="tx1"/>
                </a:solidFill>
                <a:latin typeface="Santander Text" panose="020B0504020201020104" pitchFamily="34" charset="0"/>
              </a:rPr>
              <a:t> .</a:t>
            </a:r>
          </a:p>
          <a:p>
            <a:pPr marL="179070" lvl="1">
              <a:lnSpc>
                <a:spcPct val="150000"/>
              </a:lnSpc>
              <a:spcBef>
                <a:spcPts val="400"/>
              </a:spcBef>
              <a:buClr>
                <a:srgbClr val="FF0000"/>
              </a:buClr>
              <a:buNone/>
            </a:pPr>
            <a:endParaRPr lang="pt-PT" sz="1200" dirty="0">
              <a:solidFill>
                <a:schemeClr val="tx1"/>
              </a:solidFill>
              <a:latin typeface="Santander Text" panose="020B0504020201020104" pitchFamily="34" charset="0"/>
            </a:endParaRPr>
          </a:p>
          <a:p>
            <a:pPr marL="179070" lvl="1">
              <a:lnSpc>
                <a:spcPct val="150000"/>
              </a:lnSpc>
              <a:spcBef>
                <a:spcPts val="400"/>
              </a:spcBef>
              <a:buClr>
                <a:srgbClr val="FF0000"/>
              </a:buClr>
              <a:buNone/>
            </a:pPr>
            <a:endParaRPr lang="pt-PT" sz="1200" dirty="0">
              <a:solidFill>
                <a:schemeClr val="tx1"/>
              </a:solidFill>
              <a:latin typeface="Santander Text" panose="020B0504020201020104" pitchFamily="34" charset="0"/>
            </a:endParaRPr>
          </a:p>
          <a:p>
            <a:pPr marL="179070" lvl="1">
              <a:lnSpc>
                <a:spcPct val="150000"/>
              </a:lnSpc>
              <a:spcBef>
                <a:spcPts val="400"/>
              </a:spcBef>
              <a:buClr>
                <a:srgbClr val="FF0000"/>
              </a:buClr>
              <a:buNone/>
            </a:pPr>
            <a:r>
              <a:rPr lang="pt-PT" sz="1200" b="1" dirty="0">
                <a:solidFill>
                  <a:schemeClr val="bg1">
                    <a:lumMod val="50000"/>
                  </a:schemeClr>
                </a:solidFill>
                <a:latin typeface="Santander Text" panose="020B0504020201020104" pitchFamily="34" charset="0"/>
              </a:rPr>
              <a:t>Descrever os </a:t>
            </a:r>
            <a:r>
              <a:rPr lang="pt-PT" sz="1200" b="1" u="sng" dirty="0">
                <a:solidFill>
                  <a:schemeClr val="bg1">
                    <a:lumMod val="50000"/>
                  </a:schemeClr>
                </a:solidFill>
                <a:latin typeface="Santander Text" panose="020B0504020201020104" pitchFamily="34" charset="0"/>
              </a:rPr>
              <a:t>Objetivos</a:t>
            </a:r>
            <a:r>
              <a:rPr lang="pt-PT" sz="1200" b="1" dirty="0">
                <a:solidFill>
                  <a:schemeClr val="bg1">
                    <a:lumMod val="50000"/>
                  </a:schemeClr>
                </a:solidFill>
                <a:latin typeface="Santander Text" panose="020B0504020201020104" pitchFamily="34" charset="0"/>
              </a:rPr>
              <a:t> a que a iniciativa/projeto se propõe</a:t>
            </a:r>
            <a:endParaRPr lang="en-US" sz="2800" b="1" dirty="0"/>
          </a:p>
          <a:p>
            <a:pPr marL="636270" lvl="2">
              <a:lnSpc>
                <a:spcPct val="150000"/>
              </a:lnSpc>
              <a:spcBef>
                <a:spcPts val="400"/>
              </a:spcBef>
              <a:buClr>
                <a:srgbClr val="FF0000"/>
              </a:buClr>
              <a:buNone/>
            </a:pPr>
            <a:r>
              <a:rPr lang="pt-PT" sz="1200" dirty="0">
                <a:solidFill>
                  <a:schemeClr val="tx1"/>
                </a:solidFill>
                <a:latin typeface="Santander Text"/>
              </a:rPr>
              <a:t>O objetivo deste slide é detalhar os objetivos da Iniciativa/projeto.</a:t>
            </a:r>
            <a:endParaRPr lang="pt-PT" sz="1200" dirty="0">
              <a:solidFill>
                <a:schemeClr val="tx1"/>
              </a:solidFill>
              <a:latin typeface="Santander Text" panose="020B0504020201020104" pitchFamily="34" charset="0"/>
            </a:endParaRPr>
          </a:p>
          <a:p>
            <a:pPr marL="636270" lvl="2">
              <a:lnSpc>
                <a:spcPct val="150000"/>
              </a:lnSpc>
              <a:spcBef>
                <a:spcPts val="400"/>
              </a:spcBef>
              <a:buClr>
                <a:srgbClr val="FF0000"/>
              </a:buClr>
              <a:buNone/>
            </a:pPr>
            <a:r>
              <a:rPr lang="pt-PT" sz="1200" dirty="0">
                <a:solidFill>
                  <a:schemeClr val="tx1"/>
                </a:solidFill>
                <a:latin typeface="Santander Text" panose="020B0504020201020104" pitchFamily="34" charset="0"/>
              </a:rPr>
              <a:t>Descrever qual o motivo que origina esta iniciativa/projeto, assim como, apresentar/especificar qual o propósito a que se destina a iniciativa</a:t>
            </a:r>
            <a:r>
              <a:rPr lang="pt-PT" sz="1200" dirty="0">
                <a:solidFill>
                  <a:schemeClr val="tx1"/>
                </a:solidFill>
                <a:latin typeface="Santander Text"/>
              </a:rPr>
              <a:t>/projeto</a:t>
            </a:r>
            <a:r>
              <a:rPr lang="pt-PT" sz="1200" dirty="0">
                <a:solidFill>
                  <a:schemeClr val="tx1"/>
                </a:solidFill>
                <a:latin typeface="Santander Text" panose="020B0504020201020104" pitchFamily="34" charset="0"/>
              </a:rPr>
              <a:t>.</a:t>
            </a:r>
          </a:p>
          <a:p>
            <a:pPr marL="636270" lvl="2">
              <a:lnSpc>
                <a:spcPct val="150000"/>
              </a:lnSpc>
              <a:spcBef>
                <a:spcPts val="400"/>
              </a:spcBef>
              <a:buClr>
                <a:srgbClr val="FF0000"/>
              </a:buClr>
              <a:buNone/>
            </a:pPr>
            <a:endParaRPr lang="pt-PT" sz="1200" dirty="0">
              <a:solidFill>
                <a:schemeClr val="tx1"/>
              </a:solidFill>
              <a:latin typeface="Santander Text" panose="020B0504020201020104" pitchFamily="34" charset="0"/>
            </a:endParaRPr>
          </a:p>
          <a:p>
            <a:pPr marL="636270" lvl="2">
              <a:lnSpc>
                <a:spcPct val="150000"/>
              </a:lnSpc>
              <a:spcBef>
                <a:spcPts val="400"/>
              </a:spcBef>
              <a:buClr>
                <a:srgbClr val="FF0000"/>
              </a:buClr>
              <a:buNone/>
            </a:pPr>
            <a:r>
              <a:rPr lang="pt-PT" sz="1200" b="1" i="1" dirty="0">
                <a:solidFill>
                  <a:schemeClr val="bg1">
                    <a:lumMod val="50000"/>
                  </a:schemeClr>
                </a:solidFill>
                <a:latin typeface="Santander Text" panose="020B0504020201020104" pitchFamily="34" charset="0"/>
              </a:rPr>
              <a:t>Exemplo</a:t>
            </a:r>
            <a:r>
              <a:rPr lang="pt-PT" sz="1200" i="1" dirty="0">
                <a:solidFill>
                  <a:schemeClr val="bg1">
                    <a:lumMod val="50000"/>
                  </a:schemeClr>
                </a:solidFill>
                <a:latin typeface="Santander Text" panose="020B0504020201020104" pitchFamily="34" charset="0"/>
              </a:rPr>
              <a:t> do que colocar como texto:</a:t>
            </a:r>
          </a:p>
          <a:p>
            <a:pPr marL="636270" lvl="2">
              <a:lnSpc>
                <a:spcPct val="150000"/>
              </a:lnSpc>
              <a:spcBef>
                <a:spcPts val="0"/>
              </a:spcBef>
              <a:buClr>
                <a:srgbClr val="FF0000"/>
              </a:buClr>
              <a:buNone/>
            </a:pPr>
            <a:r>
              <a:rPr lang="pt-PT" sz="1200" i="1" dirty="0">
                <a:solidFill>
                  <a:schemeClr val="tx1"/>
                </a:solidFill>
                <a:latin typeface="Santander Text"/>
              </a:rPr>
              <a:t>O objetivo principal destes desenvolvimentos passa por:</a:t>
            </a:r>
          </a:p>
          <a:p>
            <a:pPr marL="807720" lvl="2" indent="-171450">
              <a:lnSpc>
                <a:spcPct val="150000"/>
              </a:lnSpc>
              <a:spcBef>
                <a:spcPts val="0"/>
              </a:spcBef>
              <a:buClr>
                <a:srgbClr val="FF0000"/>
              </a:buClr>
            </a:pPr>
            <a:r>
              <a:rPr lang="pt-PT" sz="1200" i="1" dirty="0">
                <a:solidFill>
                  <a:schemeClr val="tx1"/>
                </a:solidFill>
                <a:latin typeface="Santander Text"/>
              </a:rPr>
              <a:t>Migrar a aplicação atual de </a:t>
            </a:r>
            <a:r>
              <a:rPr lang="pt-PT" sz="1200" i="1" dirty="0" err="1">
                <a:solidFill>
                  <a:schemeClr val="tx1"/>
                </a:solidFill>
                <a:latin typeface="Santander Text"/>
              </a:rPr>
              <a:t>front-end</a:t>
            </a:r>
            <a:r>
              <a:rPr lang="pt-PT" sz="1200" i="1" dirty="0">
                <a:solidFill>
                  <a:schemeClr val="tx1"/>
                </a:solidFill>
                <a:latin typeface="Santander Text"/>
              </a:rPr>
              <a:t> utilizada em </a:t>
            </a:r>
            <a:r>
              <a:rPr lang="pt-PT" sz="1200" i="1" dirty="0" err="1">
                <a:solidFill>
                  <a:schemeClr val="tx1"/>
                </a:solidFill>
                <a:latin typeface="Santander Text"/>
              </a:rPr>
              <a:t>Telecobranças</a:t>
            </a:r>
            <a:r>
              <a:rPr lang="pt-PT" sz="1200" i="1" dirty="0">
                <a:solidFill>
                  <a:schemeClr val="tx1"/>
                </a:solidFill>
                <a:latin typeface="Santander Text"/>
              </a:rPr>
              <a:t>, solução da Altitude, para uma solução já utilizada por exemplo na Banca Telefónica, solução </a:t>
            </a:r>
            <a:r>
              <a:rPr lang="pt-PT" sz="1200" i="1" dirty="0" err="1">
                <a:solidFill>
                  <a:schemeClr val="tx1"/>
                </a:solidFill>
                <a:latin typeface="Santander Text"/>
              </a:rPr>
              <a:t>Genesys</a:t>
            </a:r>
            <a:r>
              <a:rPr lang="pt-PT" sz="1200" i="1" dirty="0">
                <a:solidFill>
                  <a:schemeClr val="tx1"/>
                </a:solidFill>
                <a:latin typeface="Santander Text"/>
              </a:rPr>
              <a:t>/</a:t>
            </a:r>
            <a:r>
              <a:rPr lang="pt-PT" sz="1200" i="1" dirty="0" err="1">
                <a:solidFill>
                  <a:schemeClr val="tx1"/>
                </a:solidFill>
                <a:latin typeface="Santander Text"/>
              </a:rPr>
              <a:t>Salesforce</a:t>
            </a:r>
            <a:r>
              <a:rPr lang="pt-PT" sz="1200" i="1" dirty="0">
                <a:solidFill>
                  <a:schemeClr val="tx1"/>
                </a:solidFill>
                <a:latin typeface="Santander Text"/>
              </a:rPr>
              <a:t> Service, garantido que se mantém as funcionalidades hoje existentes.</a:t>
            </a:r>
          </a:p>
          <a:p>
            <a:pPr marL="807720" lvl="2" indent="-171450">
              <a:lnSpc>
                <a:spcPct val="150000"/>
              </a:lnSpc>
              <a:spcBef>
                <a:spcPts val="0"/>
              </a:spcBef>
              <a:buClr>
                <a:srgbClr val="FF0000"/>
              </a:buClr>
            </a:pPr>
            <a:r>
              <a:rPr lang="pt-PT" sz="1200" i="1" dirty="0">
                <a:solidFill>
                  <a:schemeClr val="tx1"/>
                </a:solidFill>
                <a:latin typeface="Santander Text" panose="020B0504020201020104" pitchFamily="34" charset="0"/>
              </a:rPr>
              <a:t>Simultaneamente, pretende-se realizar algumas melhorias na componente de consulta de informação a outros sistemas.</a:t>
            </a:r>
          </a:p>
          <a:p>
            <a:pPr marL="807720" lvl="2" indent="-171450">
              <a:lnSpc>
                <a:spcPct val="150000"/>
              </a:lnSpc>
              <a:spcBef>
                <a:spcPts val="0"/>
              </a:spcBef>
              <a:buClr>
                <a:srgbClr val="FF0000"/>
              </a:buClr>
            </a:pPr>
            <a:r>
              <a:rPr lang="pt-PT" sz="1200" i="1" dirty="0">
                <a:solidFill>
                  <a:schemeClr val="tx1"/>
                </a:solidFill>
                <a:latin typeface="Santander Text"/>
              </a:rPr>
              <a:t>Pretende-se também que exista a capacidade de centralizar informação relativa aos processos em Data </a:t>
            </a:r>
            <a:r>
              <a:rPr lang="pt-PT" sz="1200" i="1" dirty="0" err="1">
                <a:solidFill>
                  <a:schemeClr val="tx1"/>
                </a:solidFill>
                <a:latin typeface="Santander Text"/>
              </a:rPr>
              <a:t>Lake</a:t>
            </a:r>
            <a:r>
              <a:rPr lang="pt-PT" sz="1200" i="1" dirty="0">
                <a:solidFill>
                  <a:schemeClr val="tx1"/>
                </a:solidFill>
                <a:latin typeface="Santander Text"/>
              </a:rPr>
              <a:t> </a:t>
            </a:r>
            <a:r>
              <a:rPr lang="pt-PT" sz="1200" i="1" dirty="0" err="1">
                <a:solidFill>
                  <a:schemeClr val="tx1"/>
                </a:solidFill>
                <a:latin typeface="Santander Text"/>
              </a:rPr>
              <a:t>Cloud</a:t>
            </a:r>
            <a:r>
              <a:rPr lang="pt-PT" sz="1200" i="1" dirty="0">
                <a:solidFill>
                  <a:schemeClr val="tx1"/>
                </a:solidFill>
                <a:latin typeface="Santander Text"/>
              </a:rPr>
              <a:t> </a:t>
            </a:r>
            <a:r>
              <a:rPr lang="pt-PT" sz="1200" i="1" dirty="0" err="1">
                <a:solidFill>
                  <a:schemeClr val="tx1"/>
                </a:solidFill>
                <a:latin typeface="Santander Text"/>
              </a:rPr>
              <a:t>Azure</a:t>
            </a:r>
            <a:r>
              <a:rPr lang="pt-PT" sz="1200" i="1" dirty="0">
                <a:solidFill>
                  <a:schemeClr val="tx1"/>
                </a:solidFill>
                <a:latin typeface="Santander Text"/>
              </a:rPr>
              <a:t> para a construção de modelos analíticos, construção de </a:t>
            </a:r>
            <a:r>
              <a:rPr lang="pt-PT" sz="1200" i="1" dirty="0" err="1">
                <a:solidFill>
                  <a:schemeClr val="tx1"/>
                </a:solidFill>
                <a:latin typeface="Santander Text"/>
              </a:rPr>
              <a:t>reporting</a:t>
            </a:r>
            <a:r>
              <a:rPr lang="pt-PT" sz="1200" i="1" dirty="0">
                <a:solidFill>
                  <a:schemeClr val="tx1"/>
                </a:solidFill>
                <a:latin typeface="Santander Text"/>
              </a:rPr>
              <a:t> e consultas </a:t>
            </a:r>
            <a:r>
              <a:rPr lang="pt-PT" sz="1200" i="1" dirty="0" err="1">
                <a:solidFill>
                  <a:schemeClr val="tx1"/>
                </a:solidFill>
                <a:latin typeface="Santander Text"/>
              </a:rPr>
              <a:t>Ad-Hoc</a:t>
            </a:r>
            <a:r>
              <a:rPr lang="pt-PT" sz="1200" i="1" dirty="0">
                <a:solidFill>
                  <a:schemeClr val="tx1"/>
                </a:solidFill>
                <a:latin typeface="Santander Text"/>
              </a:rPr>
              <a:t> pelos utilizadores centrais.</a:t>
            </a:r>
          </a:p>
          <a:p>
            <a:pPr marL="179070" lvl="1">
              <a:lnSpc>
                <a:spcPct val="150000"/>
              </a:lnSpc>
              <a:spcBef>
                <a:spcPts val="400"/>
              </a:spcBef>
              <a:buClr>
                <a:srgbClr val="FF0000"/>
              </a:buClr>
              <a:buNone/>
            </a:pPr>
            <a:endParaRPr lang="pt-PT" sz="1200" i="1" dirty="0">
              <a:solidFill>
                <a:schemeClr val="tx1"/>
              </a:solidFill>
              <a:latin typeface="Santander Text" panose="020B0504020201020104" pitchFamily="34" charset="0"/>
            </a:endParaRPr>
          </a:p>
          <a:p>
            <a:endParaRPr lang="pt-PT" dirty="0"/>
          </a:p>
        </p:txBody>
      </p:sp>
      <p:sp>
        <p:nvSpPr>
          <p:cNvPr id="4" name="Slide Number Placeholder 3"/>
          <p:cNvSpPr>
            <a:spLocks noGrp="1"/>
          </p:cNvSpPr>
          <p:nvPr>
            <p:ph type="sldNum" sz="quarter" idx="10"/>
          </p:nvPr>
        </p:nvSpPr>
        <p:spPr/>
        <p:txBody>
          <a:bodyPr/>
          <a:lstStyle/>
          <a:p>
            <a:fld id="{7978D618-BBD3-4FF5-9218-0E9FEB4B2F82}" type="slidenum">
              <a:rPr lang="es-ES" smtClean="0"/>
              <a:t>6</a:t>
            </a:fld>
            <a:endParaRPr lang="es-ES"/>
          </a:p>
        </p:txBody>
      </p:sp>
    </p:spTree>
    <p:extLst>
      <p:ext uri="{BB962C8B-B14F-4D97-AF65-F5344CB8AC3E}">
        <p14:creationId xmlns:p14="http://schemas.microsoft.com/office/powerpoint/2010/main" val="214660588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pt-PT" dirty="0"/>
          </a:p>
        </p:txBody>
      </p:sp>
      <p:sp>
        <p:nvSpPr>
          <p:cNvPr id="4" name="Slide Number Placeholder 3"/>
          <p:cNvSpPr>
            <a:spLocks noGrp="1"/>
          </p:cNvSpPr>
          <p:nvPr>
            <p:ph type="sldNum" sz="quarter" idx="5"/>
          </p:nvPr>
        </p:nvSpPr>
        <p:spPr/>
        <p:txBody>
          <a:bodyPr/>
          <a:lstStyle/>
          <a:p>
            <a:fld id="{7978D618-BBD3-4FF5-9218-0E9FEB4B2F82}" type="slidenum">
              <a:rPr lang="es-ES" smtClean="0"/>
              <a:t>7</a:t>
            </a:fld>
            <a:endParaRPr lang="es-ES"/>
          </a:p>
        </p:txBody>
      </p:sp>
    </p:spTree>
    <p:extLst>
      <p:ext uri="{BB962C8B-B14F-4D97-AF65-F5344CB8AC3E}">
        <p14:creationId xmlns:p14="http://schemas.microsoft.com/office/powerpoint/2010/main" val="186765157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9070" lvl="1">
              <a:lnSpc>
                <a:spcPct val="150000"/>
              </a:lnSpc>
              <a:spcBef>
                <a:spcPts val="400"/>
              </a:spcBef>
              <a:buClr>
                <a:srgbClr val="FF0000"/>
              </a:buClr>
              <a:buNone/>
            </a:pPr>
            <a:r>
              <a:rPr lang="pt-PT" sz="1200" b="1" dirty="0">
                <a:solidFill>
                  <a:schemeClr val="bg1">
                    <a:lumMod val="50000"/>
                  </a:schemeClr>
                </a:solidFill>
                <a:latin typeface="Santander Text" panose="020B0504020201020104" pitchFamily="34" charset="0"/>
              </a:rPr>
              <a:t>Responsável por este </a:t>
            </a:r>
            <a:r>
              <a:rPr lang="pt-PT" sz="1200" b="1" dirty="0">
                <a:solidFill>
                  <a:schemeClr val="tx1"/>
                </a:solidFill>
                <a:latin typeface="Santander Text" panose="020B0504020201020104" pitchFamily="34" charset="0"/>
              </a:rPr>
              <a:t>capítulo: Solicitante (Business </a:t>
            </a:r>
            <a:r>
              <a:rPr lang="pt-PT" sz="1200" b="1" dirty="0" err="1">
                <a:solidFill>
                  <a:schemeClr val="tx1"/>
                </a:solidFill>
                <a:latin typeface="Santander Text" panose="020B0504020201020104" pitchFamily="34" charset="0"/>
              </a:rPr>
              <a:t>Partner</a:t>
            </a:r>
            <a:r>
              <a:rPr lang="pt-PT" sz="1200" b="1" dirty="0">
                <a:solidFill>
                  <a:schemeClr val="tx1"/>
                </a:solidFill>
                <a:latin typeface="Santander Text" panose="020B0504020201020104" pitchFamily="34" charset="0"/>
              </a:rPr>
              <a:t>, </a:t>
            </a:r>
            <a:r>
              <a:rPr lang="pt-PT" sz="1200" b="1" dirty="0" err="1">
                <a:solidFill>
                  <a:schemeClr val="tx1"/>
                </a:solidFill>
                <a:latin typeface="Santander Text" panose="020B0504020201020104" pitchFamily="34" charset="0"/>
              </a:rPr>
              <a:t>Product</a:t>
            </a:r>
            <a:r>
              <a:rPr lang="pt-PT" sz="1200" b="1" dirty="0">
                <a:solidFill>
                  <a:schemeClr val="tx1"/>
                </a:solidFill>
                <a:latin typeface="Santander Text" panose="020B0504020201020104" pitchFamily="34" charset="0"/>
              </a:rPr>
              <a:t> </a:t>
            </a:r>
            <a:r>
              <a:rPr lang="pt-PT" sz="1200" b="1" dirty="0" err="1">
                <a:solidFill>
                  <a:schemeClr val="tx1"/>
                </a:solidFill>
                <a:latin typeface="Santander Text" panose="020B0504020201020104" pitchFamily="34" charset="0"/>
              </a:rPr>
              <a:t>Ower</a:t>
            </a:r>
            <a:r>
              <a:rPr lang="pt-PT" sz="1200" b="1" dirty="0">
                <a:solidFill>
                  <a:schemeClr val="tx1"/>
                </a:solidFill>
                <a:latin typeface="Santander Text" panose="020B0504020201020104" pitchFamily="34" charset="0"/>
              </a:rPr>
              <a:t>, Área de Negócio ou Gestor de Projecto).</a:t>
            </a:r>
          </a:p>
          <a:p>
            <a:pPr marL="179070" lvl="1">
              <a:lnSpc>
                <a:spcPct val="150000"/>
              </a:lnSpc>
              <a:spcBef>
                <a:spcPts val="400"/>
              </a:spcBef>
              <a:buClr>
                <a:srgbClr val="FF0000"/>
              </a:buClr>
              <a:buNone/>
            </a:pPr>
            <a:endParaRPr lang="pt-PT" sz="1200" b="1" dirty="0">
              <a:solidFill>
                <a:schemeClr val="tx1"/>
              </a:solidFill>
              <a:latin typeface="Santander Text" panose="020B0504020201020104" pitchFamily="34" charset="0"/>
            </a:endParaRPr>
          </a:p>
          <a:p>
            <a:pPr marL="179070" lvl="1">
              <a:lnSpc>
                <a:spcPct val="150000"/>
              </a:lnSpc>
              <a:spcBef>
                <a:spcPts val="400"/>
              </a:spcBef>
              <a:buClr>
                <a:srgbClr val="FF0000"/>
              </a:buClr>
              <a:buNone/>
            </a:pPr>
            <a:endParaRPr lang="pt-PT" sz="1200" b="1" dirty="0">
              <a:solidFill>
                <a:schemeClr val="bg1">
                  <a:lumMod val="50000"/>
                </a:schemeClr>
              </a:solidFill>
              <a:latin typeface="Santander Text" panose="020B0504020201020104" pitchFamily="34" charset="0"/>
            </a:endParaRPr>
          </a:p>
          <a:p>
            <a:pPr marL="179070" lvl="1">
              <a:lnSpc>
                <a:spcPct val="150000"/>
              </a:lnSpc>
              <a:spcBef>
                <a:spcPts val="400"/>
              </a:spcBef>
              <a:buClr>
                <a:srgbClr val="FF0000"/>
              </a:buClr>
              <a:buNone/>
            </a:pPr>
            <a:r>
              <a:rPr lang="pt-PT" sz="1200" b="1" dirty="0">
                <a:solidFill>
                  <a:schemeClr val="bg1">
                    <a:lumMod val="50000"/>
                  </a:schemeClr>
                </a:solidFill>
                <a:latin typeface="Santander Text" panose="020B0504020201020104" pitchFamily="34" charset="0"/>
              </a:rPr>
              <a:t>Descrever como se encontra a solução atualmente</a:t>
            </a:r>
          </a:p>
          <a:p>
            <a:pPr marL="636270" lvl="2">
              <a:lnSpc>
                <a:spcPct val="150000"/>
              </a:lnSpc>
              <a:spcBef>
                <a:spcPts val="400"/>
              </a:spcBef>
              <a:buClr>
                <a:srgbClr val="FF0000"/>
              </a:buClr>
              <a:buNone/>
            </a:pPr>
            <a:r>
              <a:rPr lang="pt-PT" sz="1200" dirty="0">
                <a:solidFill>
                  <a:schemeClr val="tx1"/>
                </a:solidFill>
                <a:latin typeface="Santander Text" panose="020B0504020201020104" pitchFamily="34" charset="0"/>
              </a:rPr>
              <a:t>O objetivo deste slide é detalhar a situação atual da aplicação e ou solução a intervir no âmbito desta iniciativa</a:t>
            </a:r>
            <a:r>
              <a:rPr lang="pt-PT" sz="1200" dirty="0">
                <a:solidFill>
                  <a:schemeClr val="tx1"/>
                </a:solidFill>
                <a:latin typeface="Santander Text"/>
              </a:rPr>
              <a:t>/projeto</a:t>
            </a:r>
            <a:r>
              <a:rPr lang="pt-PT" sz="1200" dirty="0">
                <a:solidFill>
                  <a:schemeClr val="tx1"/>
                </a:solidFill>
                <a:latin typeface="Santander Text" panose="020B0504020201020104" pitchFamily="34" charset="0"/>
              </a:rPr>
              <a:t>.</a:t>
            </a:r>
          </a:p>
          <a:p>
            <a:pPr marL="636270" lvl="2">
              <a:lnSpc>
                <a:spcPct val="150000"/>
              </a:lnSpc>
              <a:spcBef>
                <a:spcPts val="400"/>
              </a:spcBef>
              <a:buClr>
                <a:srgbClr val="FF0000"/>
              </a:buClr>
              <a:buNone/>
            </a:pPr>
            <a:r>
              <a:rPr lang="pt-PT" sz="1200" dirty="0">
                <a:solidFill>
                  <a:schemeClr val="tx1"/>
                </a:solidFill>
                <a:latin typeface="Santander Text" panose="020B0504020201020104" pitchFamily="34" charset="0"/>
              </a:rPr>
              <a:t>Descrever funcionalmente a situação atual da aplicação e ou solução. Procurar descrever/desenhar o que existe enquanto aplicação e ou solução para que com base nos requisitos identificados se produza um desenho de solução.</a:t>
            </a:r>
          </a:p>
          <a:p>
            <a:pPr marL="636270" lvl="2">
              <a:lnSpc>
                <a:spcPct val="150000"/>
              </a:lnSpc>
              <a:spcBef>
                <a:spcPts val="400"/>
              </a:spcBef>
              <a:buClr>
                <a:srgbClr val="FF0000"/>
              </a:buClr>
              <a:buNone/>
            </a:pPr>
            <a:endParaRPr lang="pt-PT" sz="1200" dirty="0">
              <a:solidFill>
                <a:schemeClr val="bg1">
                  <a:lumMod val="50000"/>
                </a:schemeClr>
              </a:solidFill>
              <a:latin typeface="Santander Text" panose="020B0504020201020104" pitchFamily="34" charset="0"/>
            </a:endParaRPr>
          </a:p>
          <a:p>
            <a:pPr marL="636270" lvl="2">
              <a:lnSpc>
                <a:spcPct val="150000"/>
              </a:lnSpc>
              <a:spcBef>
                <a:spcPts val="400"/>
              </a:spcBef>
              <a:buClr>
                <a:srgbClr val="FF0000"/>
              </a:buClr>
              <a:buNone/>
            </a:pPr>
            <a:r>
              <a:rPr lang="pt-PT" sz="1200" b="1" dirty="0">
                <a:solidFill>
                  <a:schemeClr val="bg1">
                    <a:lumMod val="50000"/>
                  </a:schemeClr>
                </a:solidFill>
                <a:latin typeface="Santander Text" panose="020B0504020201020104" pitchFamily="34" charset="0"/>
              </a:rPr>
              <a:t>Exemplo</a:t>
            </a:r>
          </a:p>
          <a:p>
            <a:pPr marL="807720" lvl="2" indent="-171450">
              <a:lnSpc>
                <a:spcPct val="150000"/>
              </a:lnSpc>
              <a:spcBef>
                <a:spcPts val="400"/>
              </a:spcBef>
              <a:buClr>
                <a:srgbClr val="FF0000"/>
              </a:buClr>
              <a:buFont typeface="Arial" panose="020B0604020202020204" pitchFamily="34" charset="0"/>
              <a:buChar char="•"/>
            </a:pPr>
            <a:r>
              <a:rPr lang="pt-PT" sz="1200" b="0" dirty="0">
                <a:solidFill>
                  <a:schemeClr val="bg1">
                    <a:lumMod val="50000"/>
                  </a:schemeClr>
                </a:solidFill>
                <a:latin typeface="Santander Text" panose="020B0504020201020104" pitchFamily="34" charset="0"/>
              </a:rPr>
              <a:t>Colocar diagramas que ilustrem os sistemas actuais</a:t>
            </a:r>
          </a:p>
          <a:p>
            <a:pPr marL="807720" lvl="2" indent="-171450">
              <a:lnSpc>
                <a:spcPct val="150000"/>
              </a:lnSpc>
              <a:spcBef>
                <a:spcPts val="400"/>
              </a:spcBef>
              <a:buClr>
                <a:srgbClr val="FF0000"/>
              </a:buClr>
              <a:buFont typeface="Arial" panose="020B0604020202020204" pitchFamily="34" charset="0"/>
              <a:buChar char="•"/>
            </a:pPr>
            <a:r>
              <a:rPr lang="pt-PT" sz="1200" b="0" dirty="0">
                <a:solidFill>
                  <a:schemeClr val="bg1">
                    <a:lumMod val="50000"/>
                  </a:schemeClr>
                </a:solidFill>
                <a:latin typeface="Santander Text" panose="020B0504020201020104" pitchFamily="34" charset="0"/>
              </a:rPr>
              <a:t>Descrever as interfaces existentes</a:t>
            </a:r>
          </a:p>
          <a:p>
            <a:pPr marL="807720" lvl="2" indent="-171450">
              <a:lnSpc>
                <a:spcPct val="150000"/>
              </a:lnSpc>
              <a:spcBef>
                <a:spcPts val="400"/>
              </a:spcBef>
              <a:buClr>
                <a:srgbClr val="FF0000"/>
              </a:buClr>
              <a:buFont typeface="Arial" panose="020B0604020202020204" pitchFamily="34" charset="0"/>
              <a:buChar char="•"/>
            </a:pPr>
            <a:r>
              <a:rPr lang="pt-PT" sz="1200" b="0" dirty="0">
                <a:solidFill>
                  <a:schemeClr val="bg1">
                    <a:lumMod val="50000"/>
                  </a:schemeClr>
                </a:solidFill>
                <a:latin typeface="Santander Text" panose="020B0504020201020104" pitchFamily="34" charset="0"/>
              </a:rPr>
              <a:t>…</a:t>
            </a:r>
            <a:endParaRPr lang="pt-PT" b="0" dirty="0"/>
          </a:p>
        </p:txBody>
      </p:sp>
      <p:sp>
        <p:nvSpPr>
          <p:cNvPr id="4" name="Slide Number Placeholder 3"/>
          <p:cNvSpPr>
            <a:spLocks noGrp="1"/>
          </p:cNvSpPr>
          <p:nvPr>
            <p:ph type="sldNum" sz="quarter" idx="10"/>
          </p:nvPr>
        </p:nvSpPr>
        <p:spPr/>
        <p:txBody>
          <a:bodyPr/>
          <a:lstStyle/>
          <a:p>
            <a:fld id="{7978D618-BBD3-4FF5-9218-0E9FEB4B2F82}" type="slidenum">
              <a:rPr lang="es-ES" smtClean="0"/>
              <a:t>8</a:t>
            </a:fld>
            <a:endParaRPr lang="es-ES"/>
          </a:p>
        </p:txBody>
      </p:sp>
    </p:spTree>
    <p:extLst>
      <p:ext uri="{BB962C8B-B14F-4D97-AF65-F5344CB8AC3E}">
        <p14:creationId xmlns:p14="http://schemas.microsoft.com/office/powerpoint/2010/main" val="170724691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pt-PT" dirty="0"/>
          </a:p>
        </p:txBody>
      </p:sp>
      <p:sp>
        <p:nvSpPr>
          <p:cNvPr id="4" name="Slide Number Placeholder 3"/>
          <p:cNvSpPr>
            <a:spLocks noGrp="1"/>
          </p:cNvSpPr>
          <p:nvPr>
            <p:ph type="sldNum" sz="quarter" idx="5"/>
          </p:nvPr>
        </p:nvSpPr>
        <p:spPr/>
        <p:txBody>
          <a:bodyPr/>
          <a:lstStyle/>
          <a:p>
            <a:fld id="{7978D618-BBD3-4FF5-9218-0E9FEB4B2F82}" type="slidenum">
              <a:rPr lang="es-ES" smtClean="0"/>
              <a:t>9</a:t>
            </a:fld>
            <a:endParaRPr lang="es-ES"/>
          </a:p>
        </p:txBody>
      </p:sp>
    </p:spTree>
    <p:extLst>
      <p:ext uri="{BB962C8B-B14F-4D97-AF65-F5344CB8AC3E}">
        <p14:creationId xmlns:p14="http://schemas.microsoft.com/office/powerpoint/2010/main" val="428111248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9070" lvl="1">
              <a:lnSpc>
                <a:spcPct val="150000"/>
              </a:lnSpc>
              <a:spcBef>
                <a:spcPts val="400"/>
              </a:spcBef>
              <a:buClr>
                <a:srgbClr val="FF0000"/>
              </a:buClr>
              <a:buNone/>
            </a:pPr>
            <a:r>
              <a:rPr lang="pt-PT" sz="1200" b="1" dirty="0">
                <a:solidFill>
                  <a:schemeClr val="bg1">
                    <a:lumMod val="50000"/>
                  </a:schemeClr>
                </a:solidFill>
                <a:latin typeface="Santander Text" panose="020B0504020201020104" pitchFamily="34" charset="0"/>
              </a:rPr>
              <a:t>Responsável por este </a:t>
            </a:r>
            <a:r>
              <a:rPr lang="pt-PT" sz="1200" b="1" dirty="0">
                <a:solidFill>
                  <a:schemeClr val="tx1"/>
                </a:solidFill>
                <a:latin typeface="Santander Text" panose="020B0504020201020104" pitchFamily="34" charset="0"/>
              </a:rPr>
              <a:t>capítulo: Solicitante (Business </a:t>
            </a:r>
            <a:r>
              <a:rPr lang="pt-PT" sz="1200" b="1" dirty="0" err="1">
                <a:solidFill>
                  <a:schemeClr val="tx1"/>
                </a:solidFill>
                <a:latin typeface="Santander Text" panose="020B0504020201020104" pitchFamily="34" charset="0"/>
              </a:rPr>
              <a:t>Partner</a:t>
            </a:r>
            <a:r>
              <a:rPr lang="pt-PT" sz="1200" b="1" dirty="0">
                <a:solidFill>
                  <a:schemeClr val="tx1"/>
                </a:solidFill>
                <a:latin typeface="Santander Text" panose="020B0504020201020104" pitchFamily="34" charset="0"/>
              </a:rPr>
              <a:t>, </a:t>
            </a:r>
            <a:r>
              <a:rPr lang="pt-PT" sz="1200" b="1" dirty="0" err="1">
                <a:solidFill>
                  <a:schemeClr val="tx1"/>
                </a:solidFill>
                <a:latin typeface="Santander Text" panose="020B0504020201020104" pitchFamily="34" charset="0"/>
              </a:rPr>
              <a:t>Product</a:t>
            </a:r>
            <a:r>
              <a:rPr lang="pt-PT" sz="1200" b="1" dirty="0">
                <a:solidFill>
                  <a:schemeClr val="tx1"/>
                </a:solidFill>
                <a:latin typeface="Santander Text" panose="020B0504020201020104" pitchFamily="34" charset="0"/>
              </a:rPr>
              <a:t> </a:t>
            </a:r>
            <a:r>
              <a:rPr lang="pt-PT" sz="1200" b="1" dirty="0" err="1">
                <a:solidFill>
                  <a:schemeClr val="tx1"/>
                </a:solidFill>
                <a:latin typeface="Santander Text" panose="020B0504020201020104" pitchFamily="34" charset="0"/>
              </a:rPr>
              <a:t>Ower</a:t>
            </a:r>
            <a:r>
              <a:rPr lang="pt-PT" sz="1200" b="1" dirty="0">
                <a:solidFill>
                  <a:schemeClr val="tx1"/>
                </a:solidFill>
                <a:latin typeface="Santander Text" panose="020B0504020201020104" pitchFamily="34" charset="0"/>
              </a:rPr>
              <a:t>, Área de Negócio ou Gestor de Projecto).</a:t>
            </a:r>
          </a:p>
          <a:p>
            <a:pPr marL="179070" lvl="1">
              <a:lnSpc>
                <a:spcPct val="150000"/>
              </a:lnSpc>
              <a:spcBef>
                <a:spcPts val="400"/>
              </a:spcBef>
              <a:buClr>
                <a:srgbClr val="FF0000"/>
              </a:buClr>
              <a:buNone/>
            </a:pPr>
            <a:endParaRPr lang="pt-PT" sz="1200" b="1" dirty="0">
              <a:solidFill>
                <a:schemeClr val="tx1"/>
              </a:solidFill>
              <a:latin typeface="Santander Text" panose="020B0504020201020104" pitchFamily="34" charset="0"/>
            </a:endParaRPr>
          </a:p>
          <a:p>
            <a:pPr marL="179070" lvl="1">
              <a:lnSpc>
                <a:spcPct val="150000"/>
              </a:lnSpc>
              <a:spcBef>
                <a:spcPts val="400"/>
              </a:spcBef>
              <a:buClr>
                <a:srgbClr val="FF0000"/>
              </a:buClr>
              <a:buNone/>
            </a:pPr>
            <a:endParaRPr lang="pt-PT" sz="1200" b="1" dirty="0">
              <a:solidFill>
                <a:schemeClr val="bg1">
                  <a:lumMod val="50000"/>
                </a:schemeClr>
              </a:solidFill>
              <a:latin typeface="Santander Text" panose="020B0504020201020104" pitchFamily="34" charset="0"/>
            </a:endParaRPr>
          </a:p>
          <a:p>
            <a:pPr marL="179070" lvl="1">
              <a:lnSpc>
                <a:spcPct val="150000"/>
              </a:lnSpc>
              <a:spcBef>
                <a:spcPts val="400"/>
              </a:spcBef>
              <a:buClr>
                <a:srgbClr val="FF0000"/>
              </a:buClr>
              <a:buNone/>
            </a:pPr>
            <a:r>
              <a:rPr lang="pt-PT" sz="1200" b="1" dirty="0">
                <a:solidFill>
                  <a:schemeClr val="bg1">
                    <a:lumMod val="50000"/>
                  </a:schemeClr>
                </a:solidFill>
                <a:latin typeface="Santander Text" panose="020B0504020201020104" pitchFamily="34" charset="0"/>
              </a:rPr>
              <a:t>???</a:t>
            </a:r>
          </a:p>
          <a:p>
            <a:pPr marL="636270" lvl="2">
              <a:lnSpc>
                <a:spcPct val="150000"/>
              </a:lnSpc>
              <a:spcBef>
                <a:spcPts val="400"/>
              </a:spcBef>
              <a:buClr>
                <a:srgbClr val="FF0000"/>
              </a:buClr>
              <a:buNone/>
            </a:pPr>
            <a:r>
              <a:rPr lang="pt-PT" sz="1200" dirty="0">
                <a:solidFill>
                  <a:schemeClr val="tx1"/>
                </a:solidFill>
                <a:latin typeface="Santander Text" panose="020B0504020201020104" pitchFamily="34" charset="0"/>
              </a:rPr>
              <a:t>???</a:t>
            </a:r>
          </a:p>
          <a:p>
            <a:pPr marL="636270" lvl="2">
              <a:lnSpc>
                <a:spcPct val="150000"/>
              </a:lnSpc>
              <a:spcBef>
                <a:spcPts val="400"/>
              </a:spcBef>
              <a:buClr>
                <a:srgbClr val="FF0000"/>
              </a:buClr>
              <a:buNone/>
            </a:pPr>
            <a:endParaRPr lang="pt-PT" sz="1200" dirty="0">
              <a:solidFill>
                <a:schemeClr val="bg1">
                  <a:lumMod val="50000"/>
                </a:schemeClr>
              </a:solidFill>
              <a:latin typeface="Santander Text" panose="020B0504020201020104" pitchFamily="34" charset="0"/>
            </a:endParaRPr>
          </a:p>
          <a:p>
            <a:pPr marL="636270" lvl="2">
              <a:lnSpc>
                <a:spcPct val="150000"/>
              </a:lnSpc>
              <a:spcBef>
                <a:spcPts val="400"/>
              </a:spcBef>
              <a:buClr>
                <a:srgbClr val="FF0000"/>
              </a:buClr>
              <a:buNone/>
            </a:pPr>
            <a:r>
              <a:rPr lang="pt-PT" sz="1200" b="1" dirty="0">
                <a:solidFill>
                  <a:schemeClr val="bg1">
                    <a:lumMod val="50000"/>
                  </a:schemeClr>
                </a:solidFill>
                <a:latin typeface="Santander Text" panose="020B0504020201020104" pitchFamily="34" charset="0"/>
              </a:rPr>
              <a:t>Exemplo</a:t>
            </a:r>
          </a:p>
          <a:p>
            <a:pPr marL="807720" lvl="2" indent="-171450">
              <a:lnSpc>
                <a:spcPct val="150000"/>
              </a:lnSpc>
              <a:spcBef>
                <a:spcPts val="400"/>
              </a:spcBef>
              <a:buClr>
                <a:srgbClr val="FF0000"/>
              </a:buClr>
              <a:buFont typeface="Arial" panose="020B0604020202020204" pitchFamily="34" charset="0"/>
              <a:buChar char="•"/>
            </a:pPr>
            <a:r>
              <a:rPr lang="pt-PT" sz="1200" b="0" dirty="0">
                <a:solidFill>
                  <a:schemeClr val="bg1">
                    <a:lumMod val="50000"/>
                  </a:schemeClr>
                </a:solidFill>
                <a:latin typeface="Santander Text" panose="020B0504020201020104" pitchFamily="34" charset="0"/>
              </a:rPr>
              <a:t>???</a:t>
            </a:r>
            <a:endParaRPr lang="pt-PT" b="0" dirty="0"/>
          </a:p>
        </p:txBody>
      </p:sp>
      <p:sp>
        <p:nvSpPr>
          <p:cNvPr id="4" name="Slide Number Placeholder 3"/>
          <p:cNvSpPr>
            <a:spLocks noGrp="1"/>
          </p:cNvSpPr>
          <p:nvPr>
            <p:ph type="sldNum" sz="quarter" idx="10"/>
          </p:nvPr>
        </p:nvSpPr>
        <p:spPr/>
        <p:txBody>
          <a:bodyPr/>
          <a:lstStyle/>
          <a:p>
            <a:fld id="{7978D618-BBD3-4FF5-9218-0E9FEB4B2F82}" type="slidenum">
              <a:rPr lang="es-ES" smtClean="0"/>
              <a:t>10</a:t>
            </a:fld>
            <a:endParaRPr lang="es-ES"/>
          </a:p>
        </p:txBody>
      </p:sp>
    </p:spTree>
    <p:extLst>
      <p:ext uri="{BB962C8B-B14F-4D97-AF65-F5344CB8AC3E}">
        <p14:creationId xmlns:p14="http://schemas.microsoft.com/office/powerpoint/2010/main" val="326223824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pt-PT" dirty="0"/>
          </a:p>
        </p:txBody>
      </p:sp>
      <p:sp>
        <p:nvSpPr>
          <p:cNvPr id="4" name="Slide Number Placeholder 3"/>
          <p:cNvSpPr>
            <a:spLocks noGrp="1"/>
          </p:cNvSpPr>
          <p:nvPr>
            <p:ph type="sldNum" sz="quarter" idx="5"/>
          </p:nvPr>
        </p:nvSpPr>
        <p:spPr/>
        <p:txBody>
          <a:bodyPr/>
          <a:lstStyle/>
          <a:p>
            <a:fld id="{7978D618-BBD3-4FF5-9218-0E9FEB4B2F82}" type="slidenum">
              <a:rPr lang="es-ES" smtClean="0"/>
              <a:t>11</a:t>
            </a:fld>
            <a:endParaRPr lang="es-ES"/>
          </a:p>
        </p:txBody>
      </p:sp>
    </p:spTree>
    <p:extLst>
      <p:ext uri="{BB962C8B-B14F-4D97-AF65-F5344CB8AC3E}">
        <p14:creationId xmlns:p14="http://schemas.microsoft.com/office/powerpoint/2010/main" val="99868166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278130">
              <a:lnSpc>
                <a:spcPct val="150000"/>
              </a:lnSpc>
              <a:spcBef>
                <a:spcPts val="400"/>
              </a:spcBef>
              <a:buClr>
                <a:srgbClr val="FF0000"/>
              </a:buClr>
              <a:buNone/>
            </a:pPr>
            <a:r>
              <a:rPr lang="pt-PT" sz="1200" b="1" dirty="0">
                <a:solidFill>
                  <a:schemeClr val="bg1">
                    <a:lumMod val="50000"/>
                  </a:schemeClr>
                </a:solidFill>
                <a:latin typeface="Santander Text" panose="020B0504020201020104" pitchFamily="34" charset="0"/>
              </a:rPr>
              <a:t>Responsável por este </a:t>
            </a:r>
            <a:r>
              <a:rPr lang="pt-PT" sz="1200" b="1" dirty="0">
                <a:solidFill>
                  <a:schemeClr val="tx1"/>
                </a:solidFill>
                <a:latin typeface="Santander Text" panose="020B0504020201020104" pitchFamily="34" charset="0"/>
              </a:rPr>
              <a:t>capítulo: Solicitante (Business </a:t>
            </a:r>
            <a:r>
              <a:rPr lang="pt-PT" sz="1200" b="1" dirty="0" err="1">
                <a:solidFill>
                  <a:schemeClr val="tx1"/>
                </a:solidFill>
                <a:latin typeface="Santander Text" panose="020B0504020201020104" pitchFamily="34" charset="0"/>
              </a:rPr>
              <a:t>Partner</a:t>
            </a:r>
            <a:r>
              <a:rPr lang="pt-PT" sz="1200" b="1" dirty="0">
                <a:solidFill>
                  <a:schemeClr val="tx1"/>
                </a:solidFill>
                <a:latin typeface="Santander Text" panose="020B0504020201020104" pitchFamily="34" charset="0"/>
              </a:rPr>
              <a:t>, </a:t>
            </a:r>
            <a:r>
              <a:rPr lang="pt-PT" sz="1200" b="1" dirty="0" err="1">
                <a:solidFill>
                  <a:schemeClr val="tx1"/>
                </a:solidFill>
                <a:latin typeface="Santander Text" panose="020B0504020201020104" pitchFamily="34" charset="0"/>
              </a:rPr>
              <a:t>Product</a:t>
            </a:r>
            <a:r>
              <a:rPr lang="pt-PT" sz="1200" b="1" dirty="0">
                <a:solidFill>
                  <a:schemeClr val="tx1"/>
                </a:solidFill>
                <a:latin typeface="Santander Text" panose="020B0504020201020104" pitchFamily="34" charset="0"/>
              </a:rPr>
              <a:t> </a:t>
            </a:r>
            <a:r>
              <a:rPr lang="pt-PT" sz="1200" b="1" dirty="0" err="1">
                <a:solidFill>
                  <a:schemeClr val="tx1"/>
                </a:solidFill>
                <a:latin typeface="Santander Text" panose="020B0504020201020104" pitchFamily="34" charset="0"/>
              </a:rPr>
              <a:t>Ower</a:t>
            </a:r>
            <a:r>
              <a:rPr lang="pt-PT" sz="1200" b="1" dirty="0">
                <a:solidFill>
                  <a:schemeClr val="tx1"/>
                </a:solidFill>
                <a:latin typeface="Santander Text" panose="020B0504020201020104" pitchFamily="34" charset="0"/>
              </a:rPr>
              <a:t>, Área de Negócio ou Gestor de Projecto).</a:t>
            </a:r>
          </a:p>
          <a:p>
            <a:pPr lvl="0">
              <a:lnSpc>
                <a:spcPct val="150000"/>
              </a:lnSpc>
              <a:spcBef>
                <a:spcPts val="400"/>
              </a:spcBef>
              <a:buClr>
                <a:srgbClr val="FF0000"/>
              </a:buClr>
              <a:buNone/>
            </a:pPr>
            <a:endParaRPr lang="pt-PT" sz="1200" b="1" dirty="0">
              <a:solidFill>
                <a:schemeClr val="bg1">
                  <a:lumMod val="50000"/>
                </a:schemeClr>
              </a:solidFill>
              <a:latin typeface="Santander Text" panose="020B0504020201020104" pitchFamily="34" charset="0"/>
            </a:endParaRPr>
          </a:p>
          <a:p>
            <a:pPr lvl="0">
              <a:lnSpc>
                <a:spcPct val="150000"/>
              </a:lnSpc>
              <a:spcBef>
                <a:spcPts val="400"/>
              </a:spcBef>
              <a:buClr>
                <a:srgbClr val="FF0000"/>
              </a:buClr>
              <a:buNone/>
            </a:pPr>
            <a:r>
              <a:rPr lang="pt-PT" sz="1200" b="1" dirty="0">
                <a:solidFill>
                  <a:schemeClr val="bg1">
                    <a:lumMod val="50000"/>
                  </a:schemeClr>
                </a:solidFill>
                <a:latin typeface="Santander Text" panose="020B0504020201020104" pitchFamily="34" charset="0"/>
              </a:rPr>
              <a:t>Identificar e Descrever os requisitos funcionais da iniciativa/projeto</a:t>
            </a:r>
            <a:endParaRPr lang="pt-PT" sz="1200" b="1" dirty="0">
              <a:solidFill>
                <a:schemeClr val="tx1"/>
              </a:solidFill>
              <a:latin typeface="Santander Text" panose="020B0504020201020104" pitchFamily="34" charset="0"/>
            </a:endParaRPr>
          </a:p>
          <a:p>
            <a:pPr lvl="1">
              <a:lnSpc>
                <a:spcPct val="150000"/>
              </a:lnSpc>
              <a:spcBef>
                <a:spcPts val="400"/>
              </a:spcBef>
              <a:buClr>
                <a:srgbClr val="FF0000"/>
              </a:buClr>
              <a:buNone/>
            </a:pPr>
            <a:r>
              <a:rPr lang="pt-PT" sz="1200" dirty="0">
                <a:solidFill>
                  <a:schemeClr val="tx1"/>
                </a:solidFill>
                <a:latin typeface="Santander Text" panose="020B0504020201020104" pitchFamily="34" charset="0"/>
              </a:rPr>
              <a:t>O objetivo deste slide é identificar, descrever e detalhar os requisitos funcionais a desenvolver no âmbito desta iniciativa/projeto.</a:t>
            </a:r>
          </a:p>
          <a:p>
            <a:pPr lvl="0">
              <a:lnSpc>
                <a:spcPct val="150000"/>
              </a:lnSpc>
              <a:spcBef>
                <a:spcPts val="400"/>
              </a:spcBef>
              <a:buClr>
                <a:srgbClr val="FF0000"/>
              </a:buClr>
              <a:buNone/>
            </a:pPr>
            <a:endParaRPr lang="pt-PT" sz="1200" dirty="0">
              <a:solidFill>
                <a:schemeClr val="tx1"/>
              </a:solidFill>
              <a:latin typeface="Santander Text" panose="020B0504020201020104" pitchFamily="34" charset="0"/>
            </a:endParaRPr>
          </a:p>
          <a:p>
            <a:pPr lvl="1">
              <a:lnSpc>
                <a:spcPct val="150000"/>
              </a:lnSpc>
              <a:spcBef>
                <a:spcPts val="400"/>
              </a:spcBef>
              <a:buClr>
                <a:srgbClr val="FF0000"/>
              </a:buClr>
              <a:buNone/>
            </a:pPr>
            <a:r>
              <a:rPr lang="pt-PT" sz="1200" b="1" i="1" dirty="0">
                <a:solidFill>
                  <a:schemeClr val="bg1">
                    <a:lumMod val="50000"/>
                  </a:schemeClr>
                </a:solidFill>
                <a:latin typeface="Santander Text" panose="020B0504020201020104" pitchFamily="34" charset="0"/>
              </a:rPr>
              <a:t>Exemplo</a:t>
            </a:r>
            <a:r>
              <a:rPr lang="pt-PT" sz="1200" i="1" dirty="0">
                <a:solidFill>
                  <a:schemeClr val="bg1">
                    <a:lumMod val="50000"/>
                  </a:schemeClr>
                </a:solidFill>
                <a:latin typeface="Santander Text" panose="020B0504020201020104" pitchFamily="34" charset="0"/>
              </a:rPr>
              <a:t> de identificação e descrição de requisitos funcionais:</a:t>
            </a:r>
          </a:p>
          <a:p>
            <a:pPr lvl="1">
              <a:lnSpc>
                <a:spcPct val="150000"/>
              </a:lnSpc>
              <a:spcBef>
                <a:spcPts val="400"/>
              </a:spcBef>
              <a:buClr>
                <a:srgbClr val="FF0000"/>
              </a:buClr>
              <a:buNone/>
            </a:pPr>
            <a:r>
              <a:rPr lang="pt-PT" sz="1200" i="1" dirty="0">
                <a:solidFill>
                  <a:srgbClr val="FF0000"/>
                </a:solidFill>
                <a:latin typeface="Santander Text" panose="020B0504020201020104" pitchFamily="34" charset="0"/>
              </a:rPr>
              <a:t>Componente ‘TRIAD’:</a:t>
            </a:r>
          </a:p>
          <a:p>
            <a:pPr lvl="1">
              <a:lnSpc>
                <a:spcPct val="150000"/>
              </a:lnSpc>
              <a:spcBef>
                <a:spcPts val="400"/>
              </a:spcBef>
              <a:buClr>
                <a:srgbClr val="FF0000"/>
              </a:buClr>
              <a:buNone/>
            </a:pPr>
            <a:r>
              <a:rPr lang="pt-PT" sz="1200" i="1" dirty="0">
                <a:solidFill>
                  <a:schemeClr val="tx1"/>
                </a:solidFill>
                <a:latin typeface="Santander Text" panose="020B0504020201020104" pitchFamily="34" charset="0"/>
              </a:rPr>
              <a:t>No âmbito desta iniciativa/projeto não se pretende efetuar qualquer alteração ao comportamento catual do </a:t>
            </a:r>
            <a:r>
              <a:rPr lang="pt-PT" sz="1200" i="1" dirty="0" err="1">
                <a:solidFill>
                  <a:schemeClr val="tx1"/>
                </a:solidFill>
                <a:latin typeface="Santander Text" panose="020B0504020201020104" pitchFamily="34" charset="0"/>
              </a:rPr>
              <a:t>Triad</a:t>
            </a:r>
            <a:r>
              <a:rPr lang="pt-PT" sz="1200" i="1" dirty="0">
                <a:solidFill>
                  <a:schemeClr val="tx1"/>
                </a:solidFill>
                <a:latin typeface="Santander Text" panose="020B0504020201020104" pitchFamily="34" charset="0"/>
              </a:rPr>
              <a:t>/</a:t>
            </a:r>
            <a:r>
              <a:rPr lang="pt-PT" sz="1200" i="1" dirty="0" err="1">
                <a:solidFill>
                  <a:schemeClr val="tx1"/>
                </a:solidFill>
                <a:latin typeface="Santander Text" panose="020B0504020201020104" pitchFamily="34" charset="0"/>
              </a:rPr>
              <a:t>Collections</a:t>
            </a:r>
            <a:r>
              <a:rPr lang="pt-PT" sz="1200" i="1" dirty="0">
                <a:solidFill>
                  <a:schemeClr val="tx1"/>
                </a:solidFill>
                <a:latin typeface="Santander Text" panose="020B0504020201020104" pitchFamily="34" charset="0"/>
              </a:rPr>
              <a:t> na definição das estratégias de contacto de Clientes, nomeadamente no que diz respeito à definição do universo de Clientes a enviar para a Rede ou </a:t>
            </a:r>
            <a:r>
              <a:rPr lang="pt-PT" sz="1200" i="1" dirty="0" err="1">
                <a:solidFill>
                  <a:schemeClr val="tx1"/>
                </a:solidFill>
                <a:latin typeface="Santander Text" panose="020B0504020201020104" pitchFamily="34" charset="0"/>
              </a:rPr>
              <a:t>Telecobranças</a:t>
            </a:r>
            <a:r>
              <a:rPr lang="pt-PT" sz="1200" i="1" dirty="0">
                <a:solidFill>
                  <a:schemeClr val="tx1"/>
                </a:solidFill>
                <a:latin typeface="Santander Text" panose="020B0504020201020104" pitchFamily="34" charset="0"/>
              </a:rPr>
              <a:t>. Dever-se-á manter igualmente o tratamento atualmente efetuado pela Aplicação GS ao universo de Clientes acima referido. A informação atualmente enviada ao TRIAD relativa a </a:t>
            </a:r>
            <a:r>
              <a:rPr lang="pt-PT" sz="1200" i="1" dirty="0" err="1">
                <a:solidFill>
                  <a:schemeClr val="tx1"/>
                </a:solidFill>
                <a:latin typeface="Santander Text" panose="020B0504020201020104" pitchFamily="34" charset="0"/>
              </a:rPr>
              <a:t>Telecobranças</a:t>
            </a:r>
            <a:r>
              <a:rPr lang="pt-PT" sz="1200" i="1" dirty="0">
                <a:solidFill>
                  <a:schemeClr val="tx1"/>
                </a:solidFill>
                <a:latin typeface="Santander Text" panose="020B0504020201020104" pitchFamily="34" charset="0"/>
              </a:rPr>
              <a:t> também não será alvo de qualquer alteração.</a:t>
            </a:r>
          </a:p>
          <a:p>
            <a:endParaRPr lang="pt-PT" dirty="0"/>
          </a:p>
        </p:txBody>
      </p:sp>
      <p:sp>
        <p:nvSpPr>
          <p:cNvPr id="4" name="Slide Number Placeholder 3"/>
          <p:cNvSpPr>
            <a:spLocks noGrp="1"/>
          </p:cNvSpPr>
          <p:nvPr>
            <p:ph type="sldNum" sz="quarter" idx="10"/>
          </p:nvPr>
        </p:nvSpPr>
        <p:spPr/>
        <p:txBody>
          <a:bodyPr/>
          <a:lstStyle/>
          <a:p>
            <a:fld id="{7978D618-BBD3-4FF5-9218-0E9FEB4B2F82}" type="slidenum">
              <a:rPr lang="es-ES" smtClean="0"/>
              <a:t>12</a:t>
            </a:fld>
            <a:endParaRPr lang="es-ES"/>
          </a:p>
        </p:txBody>
      </p:sp>
    </p:spTree>
    <p:extLst>
      <p:ext uri="{BB962C8B-B14F-4D97-AF65-F5344CB8AC3E}">
        <p14:creationId xmlns:p14="http://schemas.microsoft.com/office/powerpoint/2010/main" val="425180328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pt-PT" dirty="0"/>
          </a:p>
        </p:txBody>
      </p:sp>
      <p:sp>
        <p:nvSpPr>
          <p:cNvPr id="4" name="Slide Number Placeholder 3"/>
          <p:cNvSpPr>
            <a:spLocks noGrp="1"/>
          </p:cNvSpPr>
          <p:nvPr>
            <p:ph type="sldNum" sz="quarter" idx="5"/>
          </p:nvPr>
        </p:nvSpPr>
        <p:spPr/>
        <p:txBody>
          <a:bodyPr/>
          <a:lstStyle/>
          <a:p>
            <a:fld id="{7978D618-BBD3-4FF5-9218-0E9FEB4B2F82}" type="slidenum">
              <a:rPr lang="es-ES" smtClean="0"/>
              <a:t>13</a:t>
            </a:fld>
            <a:endParaRPr lang="es-ES"/>
          </a:p>
        </p:txBody>
      </p:sp>
    </p:spTree>
    <p:extLst>
      <p:ext uri="{BB962C8B-B14F-4D97-AF65-F5344CB8AC3E}">
        <p14:creationId xmlns:p14="http://schemas.microsoft.com/office/powerpoint/2010/main" val="230441117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PT" sz="1200" b="1" dirty="0">
                <a:solidFill>
                  <a:schemeClr val="bg1">
                    <a:lumMod val="50000"/>
                  </a:schemeClr>
                </a:solidFill>
                <a:latin typeface="Santander Text" panose="020B0504020201020104" pitchFamily="34" charset="0"/>
              </a:rPr>
              <a:t>Responsável por este </a:t>
            </a:r>
            <a:r>
              <a:rPr lang="pt-PT" sz="1200" b="1" dirty="0">
                <a:solidFill>
                  <a:schemeClr val="tx1"/>
                </a:solidFill>
                <a:latin typeface="Santander Text" panose="020B0504020201020104" pitchFamily="34" charset="0"/>
              </a:rPr>
              <a:t>capítulo: Enterprise Architecture</a:t>
            </a:r>
            <a:endParaRPr lang="pt-PT" dirty="0"/>
          </a:p>
        </p:txBody>
      </p:sp>
      <p:sp>
        <p:nvSpPr>
          <p:cNvPr id="4" name="Slide Number Placeholder 3"/>
          <p:cNvSpPr>
            <a:spLocks noGrp="1"/>
          </p:cNvSpPr>
          <p:nvPr>
            <p:ph type="sldNum" sz="quarter" idx="10"/>
          </p:nvPr>
        </p:nvSpPr>
        <p:spPr/>
        <p:txBody>
          <a:bodyPr/>
          <a:lstStyle/>
          <a:p>
            <a:fld id="{7978D618-BBD3-4FF5-9218-0E9FEB4B2F82}" type="slidenum">
              <a:rPr lang="es-ES" smtClean="0"/>
              <a:t>14</a:t>
            </a:fld>
            <a:endParaRPr lang="es-ES"/>
          </a:p>
        </p:txBody>
      </p:sp>
    </p:spTree>
    <p:extLst>
      <p:ext uri="{BB962C8B-B14F-4D97-AF65-F5344CB8AC3E}">
        <p14:creationId xmlns:p14="http://schemas.microsoft.com/office/powerpoint/2010/main" val="140328875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DE8D5D-180A-960B-18AA-70DCDBBD03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0238B0-CE7E-1FE3-BA8F-05612233E2B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7E1B4EF-181C-0769-BF6D-945E88EB5CB9}"/>
              </a:ext>
            </a:extLst>
          </p:cNvPr>
          <p:cNvSpPr>
            <a:spLocks noGrp="1"/>
          </p:cNvSpPr>
          <p:nvPr>
            <p:ph type="body" idx="1"/>
          </p:nvPr>
        </p:nvSpPr>
        <p:spPr/>
        <p:txBody>
          <a:bodyPr/>
          <a:lstStyle/>
          <a:p>
            <a:pPr marL="0" lvl="0" indent="-278130">
              <a:lnSpc>
                <a:spcPct val="150000"/>
              </a:lnSpc>
              <a:spcBef>
                <a:spcPts val="400"/>
              </a:spcBef>
              <a:buClr>
                <a:srgbClr val="FF0000"/>
              </a:buClr>
              <a:buNone/>
            </a:pPr>
            <a:r>
              <a:rPr lang="pt-PT" sz="1200" b="1" dirty="0">
                <a:solidFill>
                  <a:schemeClr val="bg1">
                    <a:lumMod val="50000"/>
                  </a:schemeClr>
                </a:solidFill>
                <a:latin typeface="Santander Text" panose="020B0504020201020104" pitchFamily="34" charset="0"/>
              </a:rPr>
              <a:t>Responsável por este </a:t>
            </a:r>
            <a:r>
              <a:rPr lang="pt-PT" sz="1200" b="1" dirty="0">
                <a:solidFill>
                  <a:schemeClr val="tx1"/>
                </a:solidFill>
                <a:latin typeface="Santander Text" panose="020B0504020201020104" pitchFamily="34" charset="0"/>
              </a:rPr>
              <a:t>capítulo: Enterprise Architecture. Uma proposta de desenho pode/deve ser apresentada pelo solicitante (Business </a:t>
            </a:r>
            <a:r>
              <a:rPr lang="pt-PT" sz="1200" b="1" dirty="0" err="1">
                <a:solidFill>
                  <a:schemeClr val="tx1"/>
                </a:solidFill>
                <a:latin typeface="Santander Text" panose="020B0504020201020104" pitchFamily="34" charset="0"/>
              </a:rPr>
              <a:t>Partner</a:t>
            </a:r>
            <a:r>
              <a:rPr lang="pt-PT" sz="1200" b="1" dirty="0">
                <a:solidFill>
                  <a:schemeClr val="tx1"/>
                </a:solidFill>
                <a:latin typeface="Santander Text" panose="020B0504020201020104" pitchFamily="34" charset="0"/>
              </a:rPr>
              <a:t>, Área de Negócio ou Gestor de Projecto).</a:t>
            </a:r>
          </a:p>
          <a:p>
            <a:pPr marL="0" lvl="0" indent="-278130" algn="just">
              <a:lnSpc>
                <a:spcPct val="150000"/>
              </a:lnSpc>
              <a:buClr>
                <a:srgbClr val="FF0000"/>
              </a:buClr>
              <a:buNone/>
            </a:pPr>
            <a:endParaRPr lang="pt-PT" sz="1200" b="1" dirty="0">
              <a:solidFill>
                <a:schemeClr val="bg1">
                  <a:lumMod val="50000"/>
                </a:schemeClr>
              </a:solidFill>
              <a:latin typeface="Santander Text" panose="020B0504020201020104" pitchFamily="34" charset="0"/>
            </a:endParaRPr>
          </a:p>
          <a:p>
            <a:pPr marL="0" lvl="0" indent="-278130" algn="just">
              <a:lnSpc>
                <a:spcPct val="150000"/>
              </a:lnSpc>
              <a:buClr>
                <a:srgbClr val="FF0000"/>
              </a:buClr>
              <a:buNone/>
            </a:pPr>
            <a:r>
              <a:rPr lang="pt-PT" sz="1200" b="1" dirty="0">
                <a:solidFill>
                  <a:schemeClr val="bg1">
                    <a:lumMod val="50000"/>
                  </a:schemeClr>
                </a:solidFill>
                <a:latin typeface="Santander Text" panose="020B0504020201020104" pitchFamily="34" charset="0"/>
              </a:rPr>
              <a:t>Desenho da Solução:</a:t>
            </a:r>
          </a:p>
          <a:p>
            <a:pPr lvl="1"/>
            <a:r>
              <a:rPr lang="pt-PT" dirty="0"/>
              <a:t>O desenho da solução deve conter (um ou todos estes pontos)</a:t>
            </a:r>
          </a:p>
          <a:p>
            <a:pPr marL="1143000" lvl="2" indent="-228600">
              <a:buFont typeface="+mj-lt"/>
              <a:buAutoNum type="arabicPeriod"/>
            </a:pPr>
            <a:r>
              <a:rPr lang="pt-PT" dirty="0"/>
              <a:t>Esquema que ilustra as componentes envolvidas e respectivas interfaces</a:t>
            </a:r>
          </a:p>
          <a:p>
            <a:pPr marL="1143000" lvl="2" indent="-228600">
              <a:buFont typeface="+mj-lt"/>
              <a:buAutoNum type="arabicPeriod"/>
            </a:pPr>
            <a:r>
              <a:rPr lang="pt-PT" dirty="0"/>
              <a:t>Diagrama de sequência de actividades</a:t>
            </a:r>
          </a:p>
          <a:p>
            <a:pPr marL="1143000" lvl="2" indent="-228600">
              <a:buFont typeface="+mj-lt"/>
              <a:buAutoNum type="arabicPeriod"/>
            </a:pPr>
            <a:r>
              <a:rPr lang="pt-PT" dirty="0"/>
              <a:t>Identificação clara das componentes expostas à Internet</a:t>
            </a:r>
          </a:p>
          <a:p>
            <a:pPr marL="1143000" lvl="2" indent="-228600">
              <a:buFont typeface="+mj-lt"/>
              <a:buAutoNum type="arabicPeriod"/>
            </a:pPr>
            <a:r>
              <a:rPr lang="pt-PT" dirty="0"/>
              <a:t>Uma breve descrição de cada componente e cada interacção</a:t>
            </a:r>
          </a:p>
          <a:p>
            <a:pPr marL="1143000" lvl="2" indent="-228600">
              <a:buFont typeface="+mj-lt"/>
              <a:buAutoNum type="arabicPeriod"/>
            </a:pPr>
            <a:endParaRPr lang="pt-PT" dirty="0"/>
          </a:p>
        </p:txBody>
      </p:sp>
      <p:sp>
        <p:nvSpPr>
          <p:cNvPr id="4" name="Slide Number Placeholder 3">
            <a:extLst>
              <a:ext uri="{FF2B5EF4-FFF2-40B4-BE49-F238E27FC236}">
                <a16:creationId xmlns:a16="http://schemas.microsoft.com/office/drawing/2014/main" id="{248BA489-9B17-CACA-4B62-4B06DE0A6466}"/>
              </a:ext>
            </a:extLst>
          </p:cNvPr>
          <p:cNvSpPr>
            <a:spLocks noGrp="1"/>
          </p:cNvSpPr>
          <p:nvPr>
            <p:ph type="sldNum" sz="quarter" idx="5"/>
          </p:nvPr>
        </p:nvSpPr>
        <p:spPr/>
        <p:txBody>
          <a:bodyPr/>
          <a:lstStyle/>
          <a:p>
            <a:fld id="{7978D618-BBD3-4FF5-9218-0E9FEB4B2F82}" type="slidenum">
              <a:rPr lang="es-ES" smtClean="0"/>
              <a:t>15</a:t>
            </a:fld>
            <a:endParaRPr lang="es-ES"/>
          </a:p>
        </p:txBody>
      </p:sp>
    </p:spTree>
    <p:extLst>
      <p:ext uri="{BB962C8B-B14F-4D97-AF65-F5344CB8AC3E}">
        <p14:creationId xmlns:p14="http://schemas.microsoft.com/office/powerpoint/2010/main" val="327127371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278130">
              <a:lnSpc>
                <a:spcPct val="150000"/>
              </a:lnSpc>
              <a:spcBef>
                <a:spcPts val="400"/>
              </a:spcBef>
              <a:buClr>
                <a:srgbClr val="FF0000"/>
              </a:buClr>
              <a:buNone/>
            </a:pPr>
            <a:r>
              <a:rPr lang="pt-PT" sz="1200" b="1" dirty="0">
                <a:solidFill>
                  <a:schemeClr val="bg1">
                    <a:lumMod val="50000"/>
                  </a:schemeClr>
                </a:solidFill>
                <a:latin typeface="Santander Text" panose="020B0504020201020104" pitchFamily="34" charset="0"/>
              </a:rPr>
              <a:t>Responsável por este </a:t>
            </a:r>
            <a:r>
              <a:rPr lang="pt-PT" sz="1200" b="1" dirty="0">
                <a:solidFill>
                  <a:schemeClr val="tx1"/>
                </a:solidFill>
                <a:latin typeface="Santander Text" panose="020B0504020201020104" pitchFamily="34" charset="0"/>
              </a:rPr>
              <a:t>capítulo: Enterprise Architecture. Uma proposta de desenho pode/deve ser apresentada pelo solicitante (Business </a:t>
            </a:r>
            <a:r>
              <a:rPr lang="pt-PT" sz="1200" b="1" dirty="0" err="1">
                <a:solidFill>
                  <a:schemeClr val="tx1"/>
                </a:solidFill>
                <a:latin typeface="Santander Text" panose="020B0504020201020104" pitchFamily="34" charset="0"/>
              </a:rPr>
              <a:t>Partner</a:t>
            </a:r>
            <a:r>
              <a:rPr lang="pt-PT" sz="1200" b="1" dirty="0">
                <a:solidFill>
                  <a:schemeClr val="tx1"/>
                </a:solidFill>
                <a:latin typeface="Santander Text" panose="020B0504020201020104" pitchFamily="34" charset="0"/>
              </a:rPr>
              <a:t>, Área de Negócio ou Gestor de Projecto).</a:t>
            </a:r>
          </a:p>
          <a:p>
            <a:pPr marL="0" lvl="0" indent="-278130" algn="just">
              <a:lnSpc>
                <a:spcPct val="150000"/>
              </a:lnSpc>
              <a:buClr>
                <a:srgbClr val="FF0000"/>
              </a:buClr>
              <a:buNone/>
            </a:pPr>
            <a:endParaRPr lang="pt-PT" sz="1200" b="1" dirty="0">
              <a:solidFill>
                <a:schemeClr val="bg1">
                  <a:lumMod val="50000"/>
                </a:schemeClr>
              </a:solidFill>
              <a:latin typeface="Santander Text" panose="020B0504020201020104" pitchFamily="34" charset="0"/>
            </a:endParaRPr>
          </a:p>
          <a:p>
            <a:pPr marL="0" lvl="0" indent="-278130" algn="just">
              <a:lnSpc>
                <a:spcPct val="150000"/>
              </a:lnSpc>
              <a:buClr>
                <a:srgbClr val="FF0000"/>
              </a:buClr>
              <a:buNone/>
            </a:pPr>
            <a:r>
              <a:rPr lang="pt-PT" sz="1200" b="1" dirty="0">
                <a:solidFill>
                  <a:schemeClr val="bg1">
                    <a:lumMod val="50000"/>
                  </a:schemeClr>
                </a:solidFill>
                <a:latin typeface="Santander Text" panose="020B0504020201020104" pitchFamily="34" charset="0"/>
              </a:rPr>
              <a:t>Desenho da Solução:</a:t>
            </a:r>
          </a:p>
          <a:p>
            <a:pPr lvl="1"/>
            <a:r>
              <a:rPr lang="pt-PT" dirty="0"/>
              <a:t>O desenho da solução deve conter (um ou todos estes pontos)</a:t>
            </a:r>
          </a:p>
          <a:p>
            <a:pPr marL="1143000" lvl="2" indent="-228600">
              <a:buFont typeface="+mj-lt"/>
              <a:buAutoNum type="arabicPeriod"/>
            </a:pPr>
            <a:r>
              <a:rPr lang="pt-PT" dirty="0"/>
              <a:t>Esquema que ilustra as componentes envolvidas e respectivas interfaces</a:t>
            </a:r>
          </a:p>
          <a:p>
            <a:pPr marL="1143000" lvl="2" indent="-228600">
              <a:buFont typeface="+mj-lt"/>
              <a:buAutoNum type="arabicPeriod"/>
            </a:pPr>
            <a:r>
              <a:rPr lang="pt-PT" dirty="0"/>
              <a:t>Diagrama de sequência de actividades</a:t>
            </a:r>
          </a:p>
          <a:p>
            <a:pPr marL="1143000" lvl="2" indent="-228600">
              <a:buFont typeface="+mj-lt"/>
              <a:buAutoNum type="arabicPeriod"/>
            </a:pPr>
            <a:r>
              <a:rPr lang="pt-PT" dirty="0"/>
              <a:t>Identificação clara das componentes expostas à Internet</a:t>
            </a:r>
          </a:p>
          <a:p>
            <a:pPr marL="1143000" lvl="2" indent="-228600">
              <a:buFont typeface="+mj-lt"/>
              <a:buAutoNum type="arabicPeriod"/>
            </a:pPr>
            <a:r>
              <a:rPr lang="pt-PT" dirty="0"/>
              <a:t>Uma breve descrição de cada componente e cada interacção</a:t>
            </a:r>
          </a:p>
          <a:p>
            <a:pPr marL="1143000" lvl="2" indent="-228600">
              <a:buFont typeface="+mj-lt"/>
              <a:buAutoNum type="arabicPeriod"/>
            </a:pPr>
            <a:endParaRPr lang="pt-PT" dirty="0"/>
          </a:p>
        </p:txBody>
      </p:sp>
      <p:sp>
        <p:nvSpPr>
          <p:cNvPr id="4" name="Slide Number Placeholder 3"/>
          <p:cNvSpPr>
            <a:spLocks noGrp="1"/>
          </p:cNvSpPr>
          <p:nvPr>
            <p:ph type="sldNum" sz="quarter" idx="5"/>
          </p:nvPr>
        </p:nvSpPr>
        <p:spPr/>
        <p:txBody>
          <a:bodyPr/>
          <a:lstStyle/>
          <a:p>
            <a:fld id="{7978D618-BBD3-4FF5-9218-0E9FEB4B2F82}" type="slidenum">
              <a:rPr lang="es-ES" smtClean="0"/>
              <a:t>16</a:t>
            </a:fld>
            <a:endParaRPr lang="es-ES"/>
          </a:p>
        </p:txBody>
      </p:sp>
    </p:spTree>
    <p:extLst>
      <p:ext uri="{BB962C8B-B14F-4D97-AF65-F5344CB8AC3E}">
        <p14:creationId xmlns:p14="http://schemas.microsoft.com/office/powerpoint/2010/main" val="142003994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278130">
              <a:lnSpc>
                <a:spcPct val="150000"/>
              </a:lnSpc>
              <a:spcBef>
                <a:spcPts val="400"/>
              </a:spcBef>
              <a:buClr>
                <a:srgbClr val="FF0000"/>
              </a:buClr>
              <a:buNone/>
            </a:pPr>
            <a:r>
              <a:rPr lang="pt-PT" sz="1200" b="1" dirty="0">
                <a:solidFill>
                  <a:schemeClr val="bg1">
                    <a:lumMod val="50000"/>
                  </a:schemeClr>
                </a:solidFill>
                <a:latin typeface="Santander Text" panose="020B0504020201020104" pitchFamily="34" charset="0"/>
              </a:rPr>
              <a:t>Responsável por este </a:t>
            </a:r>
            <a:r>
              <a:rPr lang="pt-PT" sz="1200" b="1" dirty="0">
                <a:solidFill>
                  <a:schemeClr val="tx1"/>
                </a:solidFill>
                <a:latin typeface="Santander Text" panose="020B0504020201020104" pitchFamily="34" charset="0"/>
              </a:rPr>
              <a:t>capítulo: Enterprise Architecture. Uma proposta de desenho pode/deve ser apresentada pelo solicitante (Business </a:t>
            </a:r>
            <a:r>
              <a:rPr lang="pt-PT" sz="1200" b="1" dirty="0" err="1">
                <a:solidFill>
                  <a:schemeClr val="tx1"/>
                </a:solidFill>
                <a:latin typeface="Santander Text" panose="020B0504020201020104" pitchFamily="34" charset="0"/>
              </a:rPr>
              <a:t>Partner</a:t>
            </a:r>
            <a:r>
              <a:rPr lang="pt-PT" sz="1200" b="1" dirty="0">
                <a:solidFill>
                  <a:schemeClr val="tx1"/>
                </a:solidFill>
                <a:latin typeface="Santander Text" panose="020B0504020201020104" pitchFamily="34" charset="0"/>
              </a:rPr>
              <a:t>, Área de Negócio ou Gestor de Projecto).</a:t>
            </a:r>
          </a:p>
          <a:p>
            <a:pPr marL="0" lvl="0" indent="-278130" algn="just">
              <a:lnSpc>
                <a:spcPct val="150000"/>
              </a:lnSpc>
              <a:buClr>
                <a:srgbClr val="FF0000"/>
              </a:buClr>
              <a:buNone/>
            </a:pPr>
            <a:endParaRPr lang="pt-PT" sz="1200" b="1" dirty="0">
              <a:solidFill>
                <a:schemeClr val="bg1">
                  <a:lumMod val="50000"/>
                </a:schemeClr>
              </a:solidFill>
              <a:latin typeface="Santander Text" panose="020B0504020201020104" pitchFamily="34" charset="0"/>
            </a:endParaRPr>
          </a:p>
          <a:p>
            <a:endParaRPr lang="pt-PT" dirty="0"/>
          </a:p>
        </p:txBody>
      </p:sp>
      <p:sp>
        <p:nvSpPr>
          <p:cNvPr id="4" name="Slide Number Placeholder 3"/>
          <p:cNvSpPr>
            <a:spLocks noGrp="1"/>
          </p:cNvSpPr>
          <p:nvPr>
            <p:ph type="sldNum" sz="quarter" idx="10"/>
          </p:nvPr>
        </p:nvSpPr>
        <p:spPr/>
        <p:txBody>
          <a:bodyPr/>
          <a:lstStyle/>
          <a:p>
            <a:fld id="{7978D618-BBD3-4FF5-9218-0E9FEB4B2F82}" type="slidenum">
              <a:rPr lang="es-ES" smtClean="0"/>
              <a:t>17</a:t>
            </a:fld>
            <a:endParaRPr lang="es-ES"/>
          </a:p>
        </p:txBody>
      </p:sp>
    </p:spTree>
    <p:extLst>
      <p:ext uri="{BB962C8B-B14F-4D97-AF65-F5344CB8AC3E}">
        <p14:creationId xmlns:p14="http://schemas.microsoft.com/office/powerpoint/2010/main" val="358824870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278130">
              <a:lnSpc>
                <a:spcPct val="150000"/>
              </a:lnSpc>
              <a:spcBef>
                <a:spcPts val="400"/>
              </a:spcBef>
              <a:buClr>
                <a:srgbClr val="FF0000"/>
              </a:buClr>
              <a:buNone/>
            </a:pPr>
            <a:r>
              <a:rPr lang="pt-PT" sz="1200" b="1" dirty="0">
                <a:solidFill>
                  <a:schemeClr val="bg1">
                    <a:lumMod val="50000"/>
                  </a:schemeClr>
                </a:solidFill>
                <a:latin typeface="Santander Text" panose="020B0504020201020104" pitchFamily="34" charset="0"/>
              </a:rPr>
              <a:t>Responsável por este </a:t>
            </a:r>
            <a:r>
              <a:rPr lang="pt-PT" sz="1200" b="1" dirty="0">
                <a:solidFill>
                  <a:schemeClr val="tx1"/>
                </a:solidFill>
                <a:latin typeface="Santander Text" panose="020B0504020201020104" pitchFamily="34" charset="0"/>
              </a:rPr>
              <a:t>capítulo: Enterprise Architecture. Uma proposta de desenho pode/deve ser apresentada pelo solicitante (Business </a:t>
            </a:r>
            <a:r>
              <a:rPr lang="pt-PT" sz="1200" b="1" dirty="0" err="1">
                <a:solidFill>
                  <a:schemeClr val="tx1"/>
                </a:solidFill>
                <a:latin typeface="Santander Text" panose="020B0504020201020104" pitchFamily="34" charset="0"/>
              </a:rPr>
              <a:t>Partner</a:t>
            </a:r>
            <a:r>
              <a:rPr lang="pt-PT" sz="1200" b="1" dirty="0">
                <a:solidFill>
                  <a:schemeClr val="tx1"/>
                </a:solidFill>
                <a:latin typeface="Santander Text" panose="020B0504020201020104" pitchFamily="34" charset="0"/>
              </a:rPr>
              <a:t>, Área de Negócio ou Gestor de Projecto).</a:t>
            </a:r>
          </a:p>
          <a:p>
            <a:pPr lvl="0">
              <a:lnSpc>
                <a:spcPct val="150000"/>
              </a:lnSpc>
              <a:buClr>
                <a:srgbClr val="FF0000"/>
              </a:buClr>
              <a:buNone/>
            </a:pPr>
            <a:endParaRPr lang="pt-PT" sz="1200" dirty="0">
              <a:solidFill>
                <a:schemeClr val="bg1">
                  <a:lumMod val="50000"/>
                </a:schemeClr>
              </a:solidFill>
              <a:latin typeface="Santander Text" panose="020B0504020201020104" pitchFamily="34" charset="0"/>
            </a:endParaRPr>
          </a:p>
          <a:p>
            <a:pPr lvl="0">
              <a:lnSpc>
                <a:spcPct val="150000"/>
              </a:lnSpc>
              <a:buClr>
                <a:srgbClr val="FF0000"/>
              </a:buClr>
              <a:buNone/>
            </a:pPr>
            <a:r>
              <a:rPr lang="pt-PT" sz="1200" dirty="0">
                <a:solidFill>
                  <a:schemeClr val="bg1">
                    <a:lumMod val="50000"/>
                  </a:schemeClr>
                </a:solidFill>
                <a:latin typeface="Santander Text" panose="020B0504020201020104" pitchFamily="34" charset="0"/>
              </a:rPr>
              <a:t>Descrever quais são as fontes de dados que suportam a solução, que transformações existem e qual o consumo que será aplicado</a:t>
            </a:r>
          </a:p>
        </p:txBody>
      </p:sp>
      <p:sp>
        <p:nvSpPr>
          <p:cNvPr id="4" name="Slide Number Placeholder 3"/>
          <p:cNvSpPr>
            <a:spLocks noGrp="1"/>
          </p:cNvSpPr>
          <p:nvPr>
            <p:ph type="sldNum" sz="quarter" idx="10"/>
          </p:nvPr>
        </p:nvSpPr>
        <p:spPr/>
        <p:txBody>
          <a:bodyPr/>
          <a:lstStyle/>
          <a:p>
            <a:fld id="{7978D618-BBD3-4FF5-9218-0E9FEB4B2F82}" type="slidenum">
              <a:rPr lang="es-ES" smtClean="0"/>
              <a:t>18</a:t>
            </a:fld>
            <a:endParaRPr lang="es-ES"/>
          </a:p>
        </p:txBody>
      </p:sp>
    </p:spTree>
    <p:extLst>
      <p:ext uri="{BB962C8B-B14F-4D97-AF65-F5344CB8AC3E}">
        <p14:creationId xmlns:p14="http://schemas.microsoft.com/office/powerpoint/2010/main" val="328317680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pt-PT" dirty="0"/>
          </a:p>
        </p:txBody>
      </p:sp>
      <p:sp>
        <p:nvSpPr>
          <p:cNvPr id="4" name="Slide Number Placeholder 3"/>
          <p:cNvSpPr>
            <a:spLocks noGrp="1"/>
          </p:cNvSpPr>
          <p:nvPr>
            <p:ph type="sldNum" sz="quarter" idx="5"/>
          </p:nvPr>
        </p:nvSpPr>
        <p:spPr/>
        <p:txBody>
          <a:bodyPr/>
          <a:lstStyle/>
          <a:p>
            <a:fld id="{7978D618-BBD3-4FF5-9218-0E9FEB4B2F82}" type="slidenum">
              <a:rPr lang="es-ES" smtClean="0"/>
              <a:t>19</a:t>
            </a:fld>
            <a:endParaRPr lang="es-ES"/>
          </a:p>
        </p:txBody>
      </p:sp>
    </p:spTree>
    <p:extLst>
      <p:ext uri="{BB962C8B-B14F-4D97-AF65-F5344CB8AC3E}">
        <p14:creationId xmlns:p14="http://schemas.microsoft.com/office/powerpoint/2010/main" val="201295392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278130">
              <a:lnSpc>
                <a:spcPct val="150000"/>
              </a:lnSpc>
              <a:spcBef>
                <a:spcPts val="400"/>
              </a:spcBef>
              <a:buClr>
                <a:srgbClr val="FF0000"/>
              </a:buClr>
              <a:buNone/>
            </a:pPr>
            <a:r>
              <a:rPr lang="pt-PT" sz="1200" b="1" dirty="0">
                <a:solidFill>
                  <a:schemeClr val="bg1">
                    <a:lumMod val="50000"/>
                  </a:schemeClr>
                </a:solidFill>
                <a:latin typeface="Santander Text" panose="020B0504020201020104" pitchFamily="34" charset="0"/>
              </a:rPr>
              <a:t>Responsável por este </a:t>
            </a:r>
            <a:r>
              <a:rPr lang="pt-PT" sz="1200" b="1" dirty="0">
                <a:solidFill>
                  <a:schemeClr val="tx1"/>
                </a:solidFill>
                <a:latin typeface="Santander Text" panose="020B0504020201020104" pitchFamily="34" charset="0"/>
              </a:rPr>
              <a:t>capítulo: Arquitectura Técnica</a:t>
            </a:r>
            <a:endParaRPr lang="pt-PT" sz="1200" b="1" dirty="0">
              <a:solidFill>
                <a:schemeClr val="bg1">
                  <a:lumMod val="50000"/>
                </a:schemeClr>
              </a:solidFill>
              <a:latin typeface="Santander Text" panose="020B0504020201020104" pitchFamily="34" charset="0"/>
            </a:endParaRPr>
          </a:p>
          <a:p>
            <a:endParaRPr lang="en-US" dirty="0"/>
          </a:p>
        </p:txBody>
      </p:sp>
      <p:sp>
        <p:nvSpPr>
          <p:cNvPr id="4" name="Slide Number Placeholder 3"/>
          <p:cNvSpPr>
            <a:spLocks noGrp="1"/>
          </p:cNvSpPr>
          <p:nvPr>
            <p:ph type="sldNum" sz="quarter" idx="5"/>
          </p:nvPr>
        </p:nvSpPr>
        <p:spPr/>
        <p:txBody>
          <a:bodyPr/>
          <a:lstStyle/>
          <a:p>
            <a:fld id="{7978D618-BBD3-4FF5-9218-0E9FEB4B2F82}" type="slidenum">
              <a:rPr lang="es-ES" smtClean="0"/>
              <a:t>20</a:t>
            </a:fld>
            <a:endParaRPr lang="es-ES"/>
          </a:p>
        </p:txBody>
      </p:sp>
    </p:spTree>
    <p:extLst>
      <p:ext uri="{BB962C8B-B14F-4D97-AF65-F5344CB8AC3E}">
        <p14:creationId xmlns:p14="http://schemas.microsoft.com/office/powerpoint/2010/main" val="395182155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PT" sz="1200" b="1" dirty="0">
                <a:solidFill>
                  <a:schemeClr val="bg1">
                    <a:lumMod val="50000"/>
                  </a:schemeClr>
                </a:solidFill>
                <a:latin typeface="Santander Text" panose="020B0504020201020104" pitchFamily="34" charset="0"/>
              </a:rPr>
              <a:t>Responsável por este </a:t>
            </a:r>
            <a:r>
              <a:rPr lang="pt-PT" sz="1200" b="1" dirty="0">
                <a:solidFill>
                  <a:schemeClr val="tx1"/>
                </a:solidFill>
                <a:latin typeface="Santander Text" panose="020B0504020201020104" pitchFamily="34" charset="0"/>
              </a:rPr>
              <a:t>capítulo: Arquitectura Técnica</a:t>
            </a:r>
            <a:endParaRPr lang="pt-PT" sz="1200" b="1" dirty="0">
              <a:solidFill>
                <a:schemeClr val="bg1">
                  <a:lumMod val="50000"/>
                </a:schemeClr>
              </a:solidFill>
              <a:latin typeface="Santander Text" panose="020B0504020201020104" pitchFamily="34" charset="0"/>
            </a:endParaRPr>
          </a:p>
        </p:txBody>
      </p:sp>
      <p:sp>
        <p:nvSpPr>
          <p:cNvPr id="4" name="Slide Number Placeholder 3"/>
          <p:cNvSpPr>
            <a:spLocks noGrp="1"/>
          </p:cNvSpPr>
          <p:nvPr>
            <p:ph type="sldNum" sz="quarter" idx="10"/>
          </p:nvPr>
        </p:nvSpPr>
        <p:spPr/>
        <p:txBody>
          <a:bodyPr/>
          <a:lstStyle/>
          <a:p>
            <a:fld id="{B1CDF888-48CE-4280-907F-0B5C72C7F9B3}" type="slidenum">
              <a:rPr lang="es-ES" smtClean="0"/>
              <a:t>21</a:t>
            </a:fld>
            <a:endParaRPr lang="es-ES"/>
          </a:p>
        </p:txBody>
      </p:sp>
    </p:spTree>
    <p:extLst>
      <p:ext uri="{BB962C8B-B14F-4D97-AF65-F5344CB8AC3E}">
        <p14:creationId xmlns:p14="http://schemas.microsoft.com/office/powerpoint/2010/main" val="265674153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PT" sz="1200" b="1" dirty="0">
                <a:solidFill>
                  <a:schemeClr val="bg1">
                    <a:lumMod val="50000"/>
                  </a:schemeClr>
                </a:solidFill>
                <a:latin typeface="Santander Text" panose="020B0504020201020104" pitchFamily="34" charset="0"/>
              </a:rPr>
              <a:t>Responsável por este </a:t>
            </a:r>
            <a:r>
              <a:rPr lang="pt-PT" sz="1200" b="1" dirty="0">
                <a:solidFill>
                  <a:schemeClr val="tx1"/>
                </a:solidFill>
                <a:latin typeface="Santander Text" panose="020B0504020201020104" pitchFamily="34" charset="0"/>
              </a:rPr>
              <a:t>capítulo: Arquitectura Técnica</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PT" sz="1200" b="1" dirty="0">
              <a:solidFill>
                <a:schemeClr val="tx1"/>
              </a:solidFill>
              <a:latin typeface="Santander Text" panose="020B05040202010201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pt-PT" dirty="0">
                <a:solidFill>
                  <a:schemeClr val="tx2"/>
                </a:solidFill>
              </a:rPr>
              <a:t>Neste capítulo deverão ser identificadas todas as integrações, principalmente aquelas que impliquem um perímetro fora do Santander Portugal.</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PT" sz="1200" b="1" dirty="0">
              <a:solidFill>
                <a:schemeClr val="bg1">
                  <a:lumMod val="50000"/>
                </a:schemeClr>
              </a:solidFill>
              <a:latin typeface="Santander Text" panose="020B0504020201020104" pitchFamily="34" charset="0"/>
            </a:endParaRPr>
          </a:p>
        </p:txBody>
      </p:sp>
      <p:sp>
        <p:nvSpPr>
          <p:cNvPr id="4" name="Slide Number Placeholder 3"/>
          <p:cNvSpPr>
            <a:spLocks noGrp="1"/>
          </p:cNvSpPr>
          <p:nvPr>
            <p:ph type="sldNum" sz="quarter" idx="10"/>
          </p:nvPr>
        </p:nvSpPr>
        <p:spPr/>
        <p:txBody>
          <a:bodyPr/>
          <a:lstStyle/>
          <a:p>
            <a:fld id="{B1CDF888-48CE-4280-907F-0B5C72C7F9B3}" type="slidenum">
              <a:rPr lang="es-ES" smtClean="0"/>
              <a:t>22</a:t>
            </a:fld>
            <a:endParaRPr lang="es-ES"/>
          </a:p>
        </p:txBody>
      </p:sp>
    </p:spTree>
    <p:extLst>
      <p:ext uri="{BB962C8B-B14F-4D97-AF65-F5344CB8AC3E}">
        <p14:creationId xmlns:p14="http://schemas.microsoft.com/office/powerpoint/2010/main" val="385782342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PT" sz="1200" b="1" dirty="0">
                <a:solidFill>
                  <a:schemeClr val="bg1">
                    <a:lumMod val="50000"/>
                  </a:schemeClr>
                </a:solidFill>
                <a:latin typeface="Santander Text" panose="020B0504020201020104" pitchFamily="34" charset="0"/>
              </a:rPr>
              <a:t>Responsável por este </a:t>
            </a:r>
            <a:r>
              <a:rPr lang="pt-PT" sz="1200" b="1" dirty="0">
                <a:solidFill>
                  <a:schemeClr val="tx1"/>
                </a:solidFill>
                <a:latin typeface="Santander Text" panose="020B0504020201020104" pitchFamily="34" charset="0"/>
              </a:rPr>
              <a:t>capítulo: Arquitectura Técnica</a:t>
            </a:r>
          </a:p>
        </p:txBody>
      </p:sp>
      <p:sp>
        <p:nvSpPr>
          <p:cNvPr id="4" name="Slide Number Placeholder 3"/>
          <p:cNvSpPr>
            <a:spLocks noGrp="1"/>
          </p:cNvSpPr>
          <p:nvPr>
            <p:ph type="sldNum" sz="quarter" idx="10"/>
          </p:nvPr>
        </p:nvSpPr>
        <p:spPr/>
        <p:txBody>
          <a:bodyPr/>
          <a:lstStyle/>
          <a:p>
            <a:fld id="{B1CDF888-48CE-4280-907F-0B5C72C7F9B3}" type="slidenum">
              <a:rPr lang="es-ES" smtClean="0"/>
              <a:t>23</a:t>
            </a:fld>
            <a:endParaRPr lang="es-ES"/>
          </a:p>
        </p:txBody>
      </p:sp>
    </p:spTree>
    <p:extLst>
      <p:ext uri="{BB962C8B-B14F-4D97-AF65-F5344CB8AC3E}">
        <p14:creationId xmlns:p14="http://schemas.microsoft.com/office/powerpoint/2010/main" val="99818969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pt-PT" dirty="0"/>
          </a:p>
        </p:txBody>
      </p:sp>
      <p:sp>
        <p:nvSpPr>
          <p:cNvPr id="4" name="Slide Number Placeholder 3"/>
          <p:cNvSpPr>
            <a:spLocks noGrp="1"/>
          </p:cNvSpPr>
          <p:nvPr>
            <p:ph type="sldNum" sz="quarter" idx="5"/>
          </p:nvPr>
        </p:nvSpPr>
        <p:spPr/>
        <p:txBody>
          <a:bodyPr/>
          <a:lstStyle/>
          <a:p>
            <a:fld id="{7978D618-BBD3-4FF5-9218-0E9FEB4B2F82}" type="slidenum">
              <a:rPr lang="es-ES" smtClean="0"/>
              <a:t>24</a:t>
            </a:fld>
            <a:endParaRPr lang="es-ES"/>
          </a:p>
        </p:txBody>
      </p:sp>
    </p:spTree>
    <p:extLst>
      <p:ext uri="{BB962C8B-B14F-4D97-AF65-F5344CB8AC3E}">
        <p14:creationId xmlns:p14="http://schemas.microsoft.com/office/powerpoint/2010/main" val="184159957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PT" sz="1200" b="1" dirty="0">
                <a:solidFill>
                  <a:schemeClr val="bg1">
                    <a:lumMod val="50000"/>
                  </a:schemeClr>
                </a:solidFill>
                <a:latin typeface="Santander Text" panose="020B0504020201020104" pitchFamily="34" charset="0"/>
              </a:rPr>
              <a:t>Responsável por este </a:t>
            </a:r>
            <a:r>
              <a:rPr lang="pt-PT" sz="1200" b="1" dirty="0">
                <a:solidFill>
                  <a:schemeClr val="tx1"/>
                </a:solidFill>
                <a:latin typeface="Santander Text" panose="020B0504020201020104" pitchFamily="34" charset="0"/>
              </a:rPr>
              <a:t>capítulo: Arquitectura Técnica</a:t>
            </a:r>
          </a:p>
          <a:p>
            <a:endParaRPr lang="en-US" dirty="0"/>
          </a:p>
        </p:txBody>
      </p:sp>
      <p:sp>
        <p:nvSpPr>
          <p:cNvPr id="4" name="Slide Number Placeholder 3"/>
          <p:cNvSpPr>
            <a:spLocks noGrp="1"/>
          </p:cNvSpPr>
          <p:nvPr>
            <p:ph type="sldNum" sz="quarter" idx="10"/>
          </p:nvPr>
        </p:nvSpPr>
        <p:spPr/>
        <p:txBody>
          <a:bodyPr/>
          <a:lstStyle/>
          <a:p>
            <a:fld id="{B1CDF888-48CE-4280-907F-0B5C72C7F9B3}" type="slidenum">
              <a:rPr lang="es-ES" smtClean="0"/>
              <a:t>25</a:t>
            </a:fld>
            <a:endParaRPr lang="es-ES"/>
          </a:p>
        </p:txBody>
      </p:sp>
    </p:spTree>
    <p:extLst>
      <p:ext uri="{BB962C8B-B14F-4D97-AF65-F5344CB8AC3E}">
        <p14:creationId xmlns:p14="http://schemas.microsoft.com/office/powerpoint/2010/main" val="159806058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PT" sz="1200" b="1" dirty="0">
                <a:solidFill>
                  <a:schemeClr val="bg1">
                    <a:lumMod val="50000"/>
                  </a:schemeClr>
                </a:solidFill>
                <a:latin typeface="Santander Text" panose="020B0504020201020104" pitchFamily="34" charset="0"/>
              </a:rPr>
              <a:t>Responsável por este </a:t>
            </a:r>
            <a:r>
              <a:rPr lang="pt-PT" sz="1200" b="1" dirty="0">
                <a:solidFill>
                  <a:schemeClr val="tx1"/>
                </a:solidFill>
                <a:latin typeface="Santander Text" panose="020B0504020201020104" pitchFamily="34" charset="0"/>
              </a:rPr>
              <a:t>capítulo: Arquitectura Técnica</a:t>
            </a:r>
          </a:p>
        </p:txBody>
      </p:sp>
      <p:sp>
        <p:nvSpPr>
          <p:cNvPr id="4" name="Slide Number Placeholder 3"/>
          <p:cNvSpPr>
            <a:spLocks noGrp="1"/>
          </p:cNvSpPr>
          <p:nvPr>
            <p:ph type="sldNum" sz="quarter" idx="10"/>
          </p:nvPr>
        </p:nvSpPr>
        <p:spPr/>
        <p:txBody>
          <a:bodyPr/>
          <a:lstStyle/>
          <a:p>
            <a:fld id="{B1CDF888-48CE-4280-907F-0B5C72C7F9B3}" type="slidenum">
              <a:rPr lang="es-ES" smtClean="0"/>
              <a:t>26</a:t>
            </a:fld>
            <a:endParaRPr lang="es-ES"/>
          </a:p>
        </p:txBody>
      </p:sp>
    </p:spTree>
    <p:extLst>
      <p:ext uri="{BB962C8B-B14F-4D97-AF65-F5344CB8AC3E}">
        <p14:creationId xmlns:p14="http://schemas.microsoft.com/office/powerpoint/2010/main" val="248236052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PT" sz="1200" b="1" dirty="0">
                <a:solidFill>
                  <a:schemeClr val="bg1">
                    <a:lumMod val="50000"/>
                  </a:schemeClr>
                </a:solidFill>
                <a:latin typeface="Santander Text" panose="020B0504020201020104" pitchFamily="34" charset="0"/>
              </a:rPr>
              <a:t>Responsável por este </a:t>
            </a:r>
            <a:r>
              <a:rPr lang="pt-PT" sz="1200" b="1" dirty="0">
                <a:solidFill>
                  <a:schemeClr val="tx1"/>
                </a:solidFill>
                <a:latin typeface="Santander Text" panose="020B0504020201020104" pitchFamily="34" charset="0"/>
              </a:rPr>
              <a:t>capítulo: Arquitectura Técnica</a:t>
            </a:r>
          </a:p>
          <a:p>
            <a:endParaRPr lang="en-US" dirty="0"/>
          </a:p>
        </p:txBody>
      </p:sp>
      <p:sp>
        <p:nvSpPr>
          <p:cNvPr id="4" name="Slide Number Placeholder 3"/>
          <p:cNvSpPr>
            <a:spLocks noGrp="1"/>
          </p:cNvSpPr>
          <p:nvPr>
            <p:ph type="sldNum" sz="quarter" idx="10"/>
          </p:nvPr>
        </p:nvSpPr>
        <p:spPr/>
        <p:txBody>
          <a:bodyPr/>
          <a:lstStyle/>
          <a:p>
            <a:fld id="{B1CDF888-48CE-4280-907F-0B5C72C7F9B3}" type="slidenum">
              <a:rPr lang="es-ES" smtClean="0"/>
              <a:t>27</a:t>
            </a:fld>
            <a:endParaRPr lang="es-ES"/>
          </a:p>
        </p:txBody>
      </p:sp>
    </p:spTree>
    <p:extLst>
      <p:ext uri="{BB962C8B-B14F-4D97-AF65-F5344CB8AC3E}">
        <p14:creationId xmlns:p14="http://schemas.microsoft.com/office/powerpoint/2010/main" val="253264389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pt-PT" dirty="0"/>
          </a:p>
        </p:txBody>
      </p:sp>
      <p:sp>
        <p:nvSpPr>
          <p:cNvPr id="4" name="Slide Number Placeholder 3"/>
          <p:cNvSpPr>
            <a:spLocks noGrp="1"/>
          </p:cNvSpPr>
          <p:nvPr>
            <p:ph type="sldNum" sz="quarter" idx="5"/>
          </p:nvPr>
        </p:nvSpPr>
        <p:spPr/>
        <p:txBody>
          <a:bodyPr/>
          <a:lstStyle/>
          <a:p>
            <a:fld id="{7978D618-BBD3-4FF5-9218-0E9FEB4B2F82}" type="slidenum">
              <a:rPr lang="es-ES" smtClean="0"/>
              <a:t>28</a:t>
            </a:fld>
            <a:endParaRPr lang="es-ES"/>
          </a:p>
        </p:txBody>
      </p:sp>
    </p:spTree>
    <p:extLst>
      <p:ext uri="{BB962C8B-B14F-4D97-AF65-F5344CB8AC3E}">
        <p14:creationId xmlns:p14="http://schemas.microsoft.com/office/powerpoint/2010/main" val="361383864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PT" sz="1200" b="1" dirty="0">
                <a:solidFill>
                  <a:schemeClr val="bg1">
                    <a:lumMod val="50000"/>
                  </a:schemeClr>
                </a:solidFill>
                <a:latin typeface="Santander Text" panose="020B0504020201020104" pitchFamily="34" charset="0"/>
              </a:rPr>
              <a:t>Responsável por este </a:t>
            </a:r>
            <a:r>
              <a:rPr lang="pt-PT" sz="1200" b="1" dirty="0">
                <a:solidFill>
                  <a:schemeClr val="tx1"/>
                </a:solidFill>
                <a:latin typeface="Santander Text" panose="020B0504020201020104" pitchFamily="34" charset="0"/>
              </a:rPr>
              <a:t>capítulo: CISO</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PT" sz="1200" b="1" dirty="0">
              <a:solidFill>
                <a:schemeClr val="tx1"/>
              </a:solidFill>
              <a:latin typeface="Santander Text" panose="020B0504020201020104" pitchFamily="34" charset="0"/>
            </a:endParaRPr>
          </a:p>
        </p:txBody>
      </p:sp>
      <p:sp>
        <p:nvSpPr>
          <p:cNvPr id="4" name="Slide Number Placeholder 3"/>
          <p:cNvSpPr>
            <a:spLocks noGrp="1"/>
          </p:cNvSpPr>
          <p:nvPr>
            <p:ph type="sldNum" sz="quarter" idx="10"/>
          </p:nvPr>
        </p:nvSpPr>
        <p:spPr/>
        <p:txBody>
          <a:bodyPr/>
          <a:lstStyle/>
          <a:p>
            <a:fld id="{B1CDF888-48CE-4280-907F-0B5C72C7F9B3}" type="slidenum">
              <a:rPr lang="es-ES" smtClean="0"/>
              <a:t>29</a:t>
            </a:fld>
            <a:endParaRPr lang="es-ES"/>
          </a:p>
        </p:txBody>
      </p:sp>
    </p:spTree>
    <p:extLst>
      <p:ext uri="{BB962C8B-B14F-4D97-AF65-F5344CB8AC3E}">
        <p14:creationId xmlns:p14="http://schemas.microsoft.com/office/powerpoint/2010/main" val="153121520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AD5AC9-9E61-DE62-12A5-87377E3914C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8A26C4-305F-8207-9A42-21852AE7C63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5735D26-8B70-2AAB-0534-C651CAA82909}"/>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PT" sz="1200" b="1" dirty="0">
                <a:solidFill>
                  <a:schemeClr val="bg1">
                    <a:lumMod val="50000"/>
                  </a:schemeClr>
                </a:solidFill>
                <a:latin typeface="Santander Text" panose="020B0504020201020104" pitchFamily="34" charset="0"/>
              </a:rPr>
              <a:t>Responsável por este </a:t>
            </a:r>
            <a:r>
              <a:rPr lang="pt-PT" sz="1200" b="1" dirty="0">
                <a:solidFill>
                  <a:schemeClr val="tx1"/>
                </a:solidFill>
                <a:latin typeface="Santander Text" panose="020B0504020201020104" pitchFamily="34" charset="0"/>
              </a:rPr>
              <a:t>capítulo: CISO</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PT" sz="1200" b="1" dirty="0">
              <a:solidFill>
                <a:schemeClr val="tx1"/>
              </a:solidFill>
              <a:latin typeface="Santander Text" panose="020B0504020201020104" pitchFamily="34" charset="0"/>
            </a:endParaRPr>
          </a:p>
        </p:txBody>
      </p:sp>
      <p:sp>
        <p:nvSpPr>
          <p:cNvPr id="4" name="Slide Number Placeholder 3">
            <a:extLst>
              <a:ext uri="{FF2B5EF4-FFF2-40B4-BE49-F238E27FC236}">
                <a16:creationId xmlns:a16="http://schemas.microsoft.com/office/drawing/2014/main" id="{8BCCEC4F-96A3-AAE0-9606-6C89F9ADB902}"/>
              </a:ext>
            </a:extLst>
          </p:cNvPr>
          <p:cNvSpPr>
            <a:spLocks noGrp="1"/>
          </p:cNvSpPr>
          <p:nvPr>
            <p:ph type="sldNum" sz="quarter" idx="10"/>
          </p:nvPr>
        </p:nvSpPr>
        <p:spPr/>
        <p:txBody>
          <a:bodyPr/>
          <a:lstStyle/>
          <a:p>
            <a:fld id="{B1CDF888-48CE-4280-907F-0B5C72C7F9B3}" type="slidenum">
              <a:rPr lang="es-ES" smtClean="0"/>
              <a:t>30</a:t>
            </a:fld>
            <a:endParaRPr lang="es-ES"/>
          </a:p>
        </p:txBody>
      </p:sp>
    </p:spTree>
    <p:extLst>
      <p:ext uri="{BB962C8B-B14F-4D97-AF65-F5344CB8AC3E}">
        <p14:creationId xmlns:p14="http://schemas.microsoft.com/office/powerpoint/2010/main" val="325922967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pt-PT" dirty="0"/>
          </a:p>
        </p:txBody>
      </p:sp>
      <p:sp>
        <p:nvSpPr>
          <p:cNvPr id="4" name="Slide Number Placeholder 3"/>
          <p:cNvSpPr>
            <a:spLocks noGrp="1"/>
          </p:cNvSpPr>
          <p:nvPr>
            <p:ph type="sldNum" sz="quarter" idx="5"/>
          </p:nvPr>
        </p:nvSpPr>
        <p:spPr/>
        <p:txBody>
          <a:bodyPr/>
          <a:lstStyle/>
          <a:p>
            <a:fld id="{7978D618-BBD3-4FF5-9218-0E9FEB4B2F82}" type="slidenum">
              <a:rPr lang="es-ES" smtClean="0"/>
              <a:t>31</a:t>
            </a:fld>
            <a:endParaRPr lang="es-ES"/>
          </a:p>
        </p:txBody>
      </p:sp>
    </p:spTree>
    <p:extLst>
      <p:ext uri="{BB962C8B-B14F-4D97-AF65-F5344CB8AC3E}">
        <p14:creationId xmlns:p14="http://schemas.microsoft.com/office/powerpoint/2010/main" val="288115690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PT" sz="1200" b="1" dirty="0">
                <a:solidFill>
                  <a:schemeClr val="bg1">
                    <a:lumMod val="50000"/>
                  </a:schemeClr>
                </a:solidFill>
                <a:latin typeface="Santander Text" panose="020B0504020201020104" pitchFamily="34" charset="0"/>
              </a:rPr>
              <a:t>Responsável por este </a:t>
            </a:r>
            <a:r>
              <a:rPr lang="pt-PT" sz="1200" b="1" dirty="0">
                <a:solidFill>
                  <a:schemeClr val="tx1"/>
                </a:solidFill>
                <a:latin typeface="Santander Text" panose="020B0504020201020104" pitchFamily="34" charset="0"/>
              </a:rPr>
              <a:t>capítulo: CIO / IAC Local</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PT" sz="1200" b="1" dirty="0">
              <a:solidFill>
                <a:schemeClr val="tx1"/>
              </a:solidFill>
              <a:latin typeface="Santander Text" panose="020B0504020201020104" pitchFamily="34" charset="0"/>
            </a:endParaRPr>
          </a:p>
          <a:p>
            <a:r>
              <a:rPr lang="pt-PT" dirty="0">
                <a:solidFill>
                  <a:schemeClr val="tx2"/>
                </a:solidFill>
              </a:rPr>
              <a:t>Incluir Desenho de Infraestrutura, Observabilidade e Monitorização, caso exista!</a:t>
            </a:r>
          </a:p>
        </p:txBody>
      </p:sp>
      <p:sp>
        <p:nvSpPr>
          <p:cNvPr id="4" name="Slide Number Placeholder 3"/>
          <p:cNvSpPr>
            <a:spLocks noGrp="1"/>
          </p:cNvSpPr>
          <p:nvPr>
            <p:ph type="sldNum" sz="quarter" idx="5"/>
          </p:nvPr>
        </p:nvSpPr>
        <p:spPr/>
        <p:txBody>
          <a:bodyPr/>
          <a:lstStyle/>
          <a:p>
            <a:fld id="{7978D618-BBD3-4FF5-9218-0E9FEB4B2F82}" type="slidenum">
              <a:rPr lang="es-ES" smtClean="0"/>
              <a:t>32</a:t>
            </a:fld>
            <a:endParaRPr lang="es-ES"/>
          </a:p>
        </p:txBody>
      </p:sp>
    </p:spTree>
    <p:extLst>
      <p:ext uri="{BB962C8B-B14F-4D97-AF65-F5344CB8AC3E}">
        <p14:creationId xmlns:p14="http://schemas.microsoft.com/office/powerpoint/2010/main" val="185274550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A5923E-CE34-6104-41F6-6FAE888F95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47ED0DD-775E-7A65-4D02-8F5209E2069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CB0343C-EEED-0F6E-7AAB-791C033C295F}"/>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PT" sz="1200" b="1" dirty="0">
                <a:solidFill>
                  <a:schemeClr val="bg1">
                    <a:lumMod val="50000"/>
                  </a:schemeClr>
                </a:solidFill>
                <a:latin typeface="Santander Text" panose="020B0504020201020104" pitchFamily="34" charset="0"/>
              </a:rPr>
              <a:t>Responsável por este </a:t>
            </a:r>
            <a:r>
              <a:rPr lang="pt-PT" sz="1200" b="1" dirty="0">
                <a:solidFill>
                  <a:schemeClr val="tx1"/>
                </a:solidFill>
                <a:latin typeface="Santander Text" panose="020B0504020201020104" pitchFamily="34" charset="0"/>
              </a:rPr>
              <a:t>capítulo: CIO / IAC Local</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PT" sz="1200" b="1" dirty="0">
              <a:solidFill>
                <a:schemeClr val="tx1"/>
              </a:solidFill>
              <a:latin typeface="Santander Text" panose="020B0504020201020104" pitchFamily="34" charset="0"/>
            </a:endParaRPr>
          </a:p>
          <a:p>
            <a:r>
              <a:rPr lang="pt-PT" dirty="0">
                <a:solidFill>
                  <a:schemeClr val="tx2"/>
                </a:solidFill>
              </a:rPr>
              <a:t>Incluir Desenho de Infraestrutura, Observabilidade e Monitorização, caso exista!</a:t>
            </a:r>
          </a:p>
        </p:txBody>
      </p:sp>
      <p:sp>
        <p:nvSpPr>
          <p:cNvPr id="4" name="Slide Number Placeholder 3">
            <a:extLst>
              <a:ext uri="{FF2B5EF4-FFF2-40B4-BE49-F238E27FC236}">
                <a16:creationId xmlns:a16="http://schemas.microsoft.com/office/drawing/2014/main" id="{4FBF72A8-A94A-F794-CEAD-7CA664CD7BB0}"/>
              </a:ext>
            </a:extLst>
          </p:cNvPr>
          <p:cNvSpPr>
            <a:spLocks noGrp="1"/>
          </p:cNvSpPr>
          <p:nvPr>
            <p:ph type="sldNum" sz="quarter" idx="5"/>
          </p:nvPr>
        </p:nvSpPr>
        <p:spPr/>
        <p:txBody>
          <a:bodyPr/>
          <a:lstStyle/>
          <a:p>
            <a:fld id="{7978D618-BBD3-4FF5-9218-0E9FEB4B2F82}" type="slidenum">
              <a:rPr lang="es-ES" smtClean="0"/>
              <a:t>33</a:t>
            </a:fld>
            <a:endParaRPr lang="es-ES"/>
          </a:p>
        </p:txBody>
      </p:sp>
    </p:spTree>
    <p:extLst>
      <p:ext uri="{BB962C8B-B14F-4D97-AF65-F5344CB8AC3E}">
        <p14:creationId xmlns:p14="http://schemas.microsoft.com/office/powerpoint/2010/main" val="300376836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C28A01-7CB9-89E4-4498-9B93DB99F7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6080C28-CFCB-B02D-F8F9-DC1B1B8BF7C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E965B56-2E92-4F1F-5AAE-BA18857D5AE0}"/>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PT" sz="1200" b="1" dirty="0">
                <a:solidFill>
                  <a:schemeClr val="bg1">
                    <a:lumMod val="50000"/>
                  </a:schemeClr>
                </a:solidFill>
                <a:latin typeface="Santander Text" panose="020B0504020201020104" pitchFamily="34" charset="0"/>
              </a:rPr>
              <a:t>Responsável por este </a:t>
            </a:r>
            <a:r>
              <a:rPr lang="pt-PT" sz="1200" b="1" dirty="0">
                <a:solidFill>
                  <a:schemeClr val="tx1"/>
                </a:solidFill>
                <a:latin typeface="Santander Text" panose="020B0504020201020104" pitchFamily="34" charset="0"/>
              </a:rPr>
              <a:t>capítulo: CIO / IAC Local</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PT" sz="1200" b="1" dirty="0">
              <a:solidFill>
                <a:schemeClr val="tx1"/>
              </a:solidFill>
              <a:latin typeface="Santander Text" panose="020B0504020201020104" pitchFamily="34" charset="0"/>
            </a:endParaRPr>
          </a:p>
          <a:p>
            <a:r>
              <a:rPr lang="pt-PT" dirty="0">
                <a:solidFill>
                  <a:schemeClr val="tx2"/>
                </a:solidFill>
              </a:rPr>
              <a:t>Incluir Desenho de Infraestrutura, Observabilidade e Monitorização, caso exista!</a:t>
            </a:r>
          </a:p>
        </p:txBody>
      </p:sp>
      <p:sp>
        <p:nvSpPr>
          <p:cNvPr id="4" name="Slide Number Placeholder 3">
            <a:extLst>
              <a:ext uri="{FF2B5EF4-FFF2-40B4-BE49-F238E27FC236}">
                <a16:creationId xmlns:a16="http://schemas.microsoft.com/office/drawing/2014/main" id="{EC20298F-BF12-B73D-331A-F35F097806C7}"/>
              </a:ext>
            </a:extLst>
          </p:cNvPr>
          <p:cNvSpPr>
            <a:spLocks noGrp="1"/>
          </p:cNvSpPr>
          <p:nvPr>
            <p:ph type="sldNum" sz="quarter" idx="5"/>
          </p:nvPr>
        </p:nvSpPr>
        <p:spPr/>
        <p:txBody>
          <a:bodyPr/>
          <a:lstStyle/>
          <a:p>
            <a:fld id="{7978D618-BBD3-4FF5-9218-0E9FEB4B2F82}" type="slidenum">
              <a:rPr lang="es-ES" smtClean="0"/>
              <a:t>34</a:t>
            </a:fld>
            <a:endParaRPr lang="es-ES"/>
          </a:p>
        </p:txBody>
      </p:sp>
    </p:spTree>
    <p:extLst>
      <p:ext uri="{BB962C8B-B14F-4D97-AF65-F5344CB8AC3E}">
        <p14:creationId xmlns:p14="http://schemas.microsoft.com/office/powerpoint/2010/main" val="232123005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C28A01-7CB9-89E4-4498-9B93DB99F7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6080C28-CFCB-B02D-F8F9-DC1B1B8BF7C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E965B56-2E92-4F1F-5AAE-BA18857D5AE0}"/>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PT" sz="1200" b="1" dirty="0">
                <a:solidFill>
                  <a:schemeClr val="bg1">
                    <a:lumMod val="50000"/>
                  </a:schemeClr>
                </a:solidFill>
                <a:latin typeface="Santander Text" panose="020B0504020201020104" pitchFamily="34" charset="0"/>
              </a:rPr>
              <a:t>Responsável por este </a:t>
            </a:r>
            <a:r>
              <a:rPr lang="pt-PT" sz="1200" b="1" dirty="0">
                <a:solidFill>
                  <a:schemeClr val="tx1"/>
                </a:solidFill>
                <a:latin typeface="Santander Text" panose="020B0504020201020104" pitchFamily="34" charset="0"/>
              </a:rPr>
              <a:t>capítulo: CIO / IAC Local</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PT" sz="1200" b="1" dirty="0">
              <a:solidFill>
                <a:schemeClr val="tx1"/>
              </a:solidFill>
              <a:latin typeface="Santander Text" panose="020B0504020201020104" pitchFamily="34" charset="0"/>
            </a:endParaRPr>
          </a:p>
          <a:p>
            <a:r>
              <a:rPr lang="pt-PT" dirty="0">
                <a:solidFill>
                  <a:schemeClr val="tx2"/>
                </a:solidFill>
              </a:rPr>
              <a:t>Incluir Desenho de Infraestrutura, Observabilidade e Monitorização, caso exista!</a:t>
            </a:r>
          </a:p>
        </p:txBody>
      </p:sp>
      <p:sp>
        <p:nvSpPr>
          <p:cNvPr id="4" name="Slide Number Placeholder 3">
            <a:extLst>
              <a:ext uri="{FF2B5EF4-FFF2-40B4-BE49-F238E27FC236}">
                <a16:creationId xmlns:a16="http://schemas.microsoft.com/office/drawing/2014/main" id="{EC20298F-BF12-B73D-331A-F35F097806C7}"/>
              </a:ext>
            </a:extLst>
          </p:cNvPr>
          <p:cNvSpPr>
            <a:spLocks noGrp="1"/>
          </p:cNvSpPr>
          <p:nvPr>
            <p:ph type="sldNum" sz="quarter" idx="5"/>
          </p:nvPr>
        </p:nvSpPr>
        <p:spPr/>
        <p:txBody>
          <a:bodyPr/>
          <a:lstStyle/>
          <a:p>
            <a:fld id="{7978D618-BBD3-4FF5-9218-0E9FEB4B2F82}" type="slidenum">
              <a:rPr lang="es-ES" smtClean="0"/>
              <a:t>35</a:t>
            </a:fld>
            <a:endParaRPr lang="es-ES"/>
          </a:p>
        </p:txBody>
      </p:sp>
    </p:spTree>
    <p:extLst>
      <p:ext uri="{BB962C8B-B14F-4D97-AF65-F5344CB8AC3E}">
        <p14:creationId xmlns:p14="http://schemas.microsoft.com/office/powerpoint/2010/main" val="291295834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8FFFB9-1491-D724-5645-E6691D57B5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4EE01D6-6934-61BB-EED5-412CC7F2519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2F0F952-1A36-929D-07B3-B92FBD669F93}"/>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PT" sz="1200" b="1" dirty="0">
                <a:solidFill>
                  <a:schemeClr val="bg1">
                    <a:lumMod val="50000"/>
                  </a:schemeClr>
                </a:solidFill>
                <a:latin typeface="Santander Text" panose="020B0504020201020104" pitchFamily="34" charset="0"/>
              </a:rPr>
              <a:t>Responsável por este </a:t>
            </a:r>
            <a:r>
              <a:rPr lang="pt-PT" sz="1200" b="1" dirty="0">
                <a:solidFill>
                  <a:schemeClr val="tx1"/>
                </a:solidFill>
                <a:latin typeface="Santander Text" panose="020B0504020201020104" pitchFamily="34" charset="0"/>
              </a:rPr>
              <a:t>capítulo: CIO / IAC Local</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PT" sz="1200" b="1" dirty="0">
              <a:solidFill>
                <a:schemeClr val="tx1"/>
              </a:solidFill>
              <a:latin typeface="Santander Text" panose="020B0504020201020104" pitchFamily="34" charset="0"/>
            </a:endParaRPr>
          </a:p>
          <a:p>
            <a:r>
              <a:rPr lang="pt-PT" dirty="0">
                <a:solidFill>
                  <a:schemeClr val="tx2"/>
                </a:solidFill>
              </a:rPr>
              <a:t>Incluir Desenho de Infraestrutura, Observabilidade e Monitorização, caso exista!</a:t>
            </a:r>
          </a:p>
        </p:txBody>
      </p:sp>
      <p:sp>
        <p:nvSpPr>
          <p:cNvPr id="4" name="Slide Number Placeholder 3">
            <a:extLst>
              <a:ext uri="{FF2B5EF4-FFF2-40B4-BE49-F238E27FC236}">
                <a16:creationId xmlns:a16="http://schemas.microsoft.com/office/drawing/2014/main" id="{498B78EF-C0F9-F406-B83C-207908A2E1E4}"/>
              </a:ext>
            </a:extLst>
          </p:cNvPr>
          <p:cNvSpPr>
            <a:spLocks noGrp="1"/>
          </p:cNvSpPr>
          <p:nvPr>
            <p:ph type="sldNum" sz="quarter" idx="5"/>
          </p:nvPr>
        </p:nvSpPr>
        <p:spPr/>
        <p:txBody>
          <a:bodyPr/>
          <a:lstStyle/>
          <a:p>
            <a:fld id="{7978D618-BBD3-4FF5-9218-0E9FEB4B2F82}" type="slidenum">
              <a:rPr lang="es-ES" smtClean="0"/>
              <a:t>36</a:t>
            </a:fld>
            <a:endParaRPr lang="es-ES"/>
          </a:p>
        </p:txBody>
      </p:sp>
    </p:spTree>
    <p:extLst>
      <p:ext uri="{BB962C8B-B14F-4D97-AF65-F5344CB8AC3E}">
        <p14:creationId xmlns:p14="http://schemas.microsoft.com/office/powerpoint/2010/main" val="358140714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D08E9A-998C-E877-6E1F-1E345B2132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56607EF-BE49-0F99-CA32-81D17D27EE2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0B7F680-3F40-869F-F3DF-1D050D01511B}"/>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PT" sz="1200" b="1" dirty="0">
                <a:solidFill>
                  <a:schemeClr val="bg1">
                    <a:lumMod val="50000"/>
                  </a:schemeClr>
                </a:solidFill>
                <a:latin typeface="Santander Text" panose="020B0504020201020104" pitchFamily="34" charset="0"/>
              </a:rPr>
              <a:t>Responsável por este </a:t>
            </a:r>
            <a:r>
              <a:rPr lang="pt-PT" sz="1200" b="1" dirty="0">
                <a:solidFill>
                  <a:schemeClr val="tx1"/>
                </a:solidFill>
                <a:latin typeface="Santander Text" panose="020B0504020201020104" pitchFamily="34" charset="0"/>
              </a:rPr>
              <a:t>capítulo: CIO / IAC Local</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PT" sz="1200" b="1" dirty="0">
              <a:solidFill>
                <a:schemeClr val="tx1"/>
              </a:solidFill>
              <a:latin typeface="Santander Text" panose="020B0504020201020104" pitchFamily="34" charset="0"/>
            </a:endParaRPr>
          </a:p>
          <a:p>
            <a:r>
              <a:rPr lang="pt-PT" dirty="0">
                <a:solidFill>
                  <a:schemeClr val="tx2"/>
                </a:solidFill>
              </a:rPr>
              <a:t>Incluir Desenho de Infraestrutura, Observabilidade e Monitorização, caso exista!</a:t>
            </a:r>
          </a:p>
        </p:txBody>
      </p:sp>
      <p:sp>
        <p:nvSpPr>
          <p:cNvPr id="4" name="Slide Number Placeholder 3">
            <a:extLst>
              <a:ext uri="{FF2B5EF4-FFF2-40B4-BE49-F238E27FC236}">
                <a16:creationId xmlns:a16="http://schemas.microsoft.com/office/drawing/2014/main" id="{732EF99F-8330-0454-BD60-1D7D0EABEEBC}"/>
              </a:ext>
            </a:extLst>
          </p:cNvPr>
          <p:cNvSpPr>
            <a:spLocks noGrp="1"/>
          </p:cNvSpPr>
          <p:nvPr>
            <p:ph type="sldNum" sz="quarter" idx="5"/>
          </p:nvPr>
        </p:nvSpPr>
        <p:spPr/>
        <p:txBody>
          <a:bodyPr/>
          <a:lstStyle/>
          <a:p>
            <a:fld id="{7978D618-BBD3-4FF5-9218-0E9FEB4B2F82}" type="slidenum">
              <a:rPr lang="es-ES" smtClean="0"/>
              <a:t>37</a:t>
            </a:fld>
            <a:endParaRPr lang="es-ES"/>
          </a:p>
        </p:txBody>
      </p:sp>
    </p:spTree>
    <p:extLst>
      <p:ext uri="{BB962C8B-B14F-4D97-AF65-F5344CB8AC3E}">
        <p14:creationId xmlns:p14="http://schemas.microsoft.com/office/powerpoint/2010/main" val="661282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60EF27-FAA4-2684-BE29-96664D88499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2EB98F4-1425-719E-756B-969426217B8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45E37D0-8B1E-65CE-54A8-734B669A39BF}"/>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PT" sz="1200" b="1" dirty="0">
                <a:solidFill>
                  <a:schemeClr val="bg1">
                    <a:lumMod val="50000"/>
                  </a:schemeClr>
                </a:solidFill>
                <a:latin typeface="Santander Text" panose="020B0504020201020104" pitchFamily="34" charset="0"/>
              </a:rPr>
              <a:t>Responsável por este </a:t>
            </a:r>
            <a:r>
              <a:rPr lang="pt-PT" sz="1200" b="1" dirty="0">
                <a:solidFill>
                  <a:schemeClr val="tx1"/>
                </a:solidFill>
                <a:latin typeface="Santander Text" panose="020B0504020201020104" pitchFamily="34" charset="0"/>
              </a:rPr>
              <a:t>capítulo: CIO / IAC Local</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PT" sz="1200" b="1" dirty="0">
              <a:solidFill>
                <a:schemeClr val="tx1"/>
              </a:solidFill>
              <a:latin typeface="Santander Text" panose="020B0504020201020104" pitchFamily="34" charset="0"/>
            </a:endParaRPr>
          </a:p>
          <a:p>
            <a:r>
              <a:rPr lang="pt-PT" dirty="0">
                <a:solidFill>
                  <a:schemeClr val="tx2"/>
                </a:solidFill>
              </a:rPr>
              <a:t>Incluir Desenho de Infraestrutura, Observabilidade e Monitorização, caso exista!</a:t>
            </a:r>
          </a:p>
        </p:txBody>
      </p:sp>
      <p:sp>
        <p:nvSpPr>
          <p:cNvPr id="4" name="Slide Number Placeholder 3">
            <a:extLst>
              <a:ext uri="{FF2B5EF4-FFF2-40B4-BE49-F238E27FC236}">
                <a16:creationId xmlns:a16="http://schemas.microsoft.com/office/drawing/2014/main" id="{1D8117B7-F2EA-8BE6-C873-5E0F8B34CFEE}"/>
              </a:ext>
            </a:extLst>
          </p:cNvPr>
          <p:cNvSpPr>
            <a:spLocks noGrp="1"/>
          </p:cNvSpPr>
          <p:nvPr>
            <p:ph type="sldNum" sz="quarter" idx="5"/>
          </p:nvPr>
        </p:nvSpPr>
        <p:spPr/>
        <p:txBody>
          <a:bodyPr/>
          <a:lstStyle/>
          <a:p>
            <a:fld id="{7978D618-BBD3-4FF5-9218-0E9FEB4B2F82}" type="slidenum">
              <a:rPr lang="es-ES" smtClean="0"/>
              <a:t>38</a:t>
            </a:fld>
            <a:endParaRPr lang="es-ES"/>
          </a:p>
        </p:txBody>
      </p:sp>
    </p:spTree>
    <p:extLst>
      <p:ext uri="{BB962C8B-B14F-4D97-AF65-F5344CB8AC3E}">
        <p14:creationId xmlns:p14="http://schemas.microsoft.com/office/powerpoint/2010/main" val="423573123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A6F4AB-7CAF-2105-4481-0732C0FA235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73C0AE1-FC9F-0578-AB26-4F10DB56290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3178579-6CAA-9A40-B558-DA3ECF499E36}"/>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PT" sz="1200" b="1" dirty="0">
                <a:solidFill>
                  <a:schemeClr val="bg1">
                    <a:lumMod val="50000"/>
                  </a:schemeClr>
                </a:solidFill>
                <a:latin typeface="Santander Text" panose="020B0504020201020104" pitchFamily="34" charset="0"/>
              </a:rPr>
              <a:t>Responsável por este </a:t>
            </a:r>
            <a:r>
              <a:rPr lang="pt-PT" sz="1200" b="1" dirty="0">
                <a:solidFill>
                  <a:schemeClr val="tx1"/>
                </a:solidFill>
                <a:latin typeface="Santander Text" panose="020B0504020201020104" pitchFamily="34" charset="0"/>
              </a:rPr>
              <a:t>capítulo: CIO / IAC Local</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PT" sz="1200" b="1" dirty="0">
              <a:solidFill>
                <a:schemeClr val="tx1"/>
              </a:solidFill>
              <a:latin typeface="Santander Text" panose="020B0504020201020104" pitchFamily="34" charset="0"/>
            </a:endParaRPr>
          </a:p>
          <a:p>
            <a:r>
              <a:rPr lang="pt-PT" dirty="0">
                <a:solidFill>
                  <a:schemeClr val="tx2"/>
                </a:solidFill>
              </a:rPr>
              <a:t>Incluir Desenho de Infraestrutura, Observabilidade e Monitorização, caso exista!</a:t>
            </a:r>
          </a:p>
        </p:txBody>
      </p:sp>
      <p:sp>
        <p:nvSpPr>
          <p:cNvPr id="4" name="Slide Number Placeholder 3">
            <a:extLst>
              <a:ext uri="{FF2B5EF4-FFF2-40B4-BE49-F238E27FC236}">
                <a16:creationId xmlns:a16="http://schemas.microsoft.com/office/drawing/2014/main" id="{5BCD5E91-5D9F-0A4E-2E70-512768C3B23E}"/>
              </a:ext>
            </a:extLst>
          </p:cNvPr>
          <p:cNvSpPr>
            <a:spLocks noGrp="1"/>
          </p:cNvSpPr>
          <p:nvPr>
            <p:ph type="sldNum" sz="quarter" idx="5"/>
          </p:nvPr>
        </p:nvSpPr>
        <p:spPr/>
        <p:txBody>
          <a:bodyPr/>
          <a:lstStyle/>
          <a:p>
            <a:fld id="{7978D618-BBD3-4FF5-9218-0E9FEB4B2F82}" type="slidenum">
              <a:rPr lang="es-ES" smtClean="0"/>
              <a:t>39</a:t>
            </a:fld>
            <a:endParaRPr lang="es-ES"/>
          </a:p>
        </p:txBody>
      </p:sp>
    </p:spTree>
    <p:extLst>
      <p:ext uri="{BB962C8B-B14F-4D97-AF65-F5344CB8AC3E}">
        <p14:creationId xmlns:p14="http://schemas.microsoft.com/office/powerpoint/2010/main" val="175515344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F23B79-1BDD-A56A-E332-A6A71BAFA5A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13DF854-F9A0-C169-02EB-F310DC0037B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1AAB158-B13F-EFD1-9332-5C198FCE07EC}"/>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PT" sz="1200" b="1" dirty="0">
                <a:solidFill>
                  <a:schemeClr val="bg1">
                    <a:lumMod val="50000"/>
                  </a:schemeClr>
                </a:solidFill>
                <a:latin typeface="Santander Text" panose="020B0504020201020104" pitchFamily="34" charset="0"/>
              </a:rPr>
              <a:t>Responsável por este </a:t>
            </a:r>
            <a:r>
              <a:rPr lang="pt-PT" sz="1200" b="1" dirty="0">
                <a:solidFill>
                  <a:schemeClr val="tx1"/>
                </a:solidFill>
                <a:latin typeface="Santander Text" panose="020B0504020201020104" pitchFamily="34" charset="0"/>
              </a:rPr>
              <a:t>capítulo: CIO / IAC Local</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PT" sz="1200" b="1" dirty="0">
              <a:solidFill>
                <a:schemeClr val="tx1"/>
              </a:solidFill>
              <a:latin typeface="Santander Text" panose="020B0504020201020104" pitchFamily="34" charset="0"/>
            </a:endParaRPr>
          </a:p>
          <a:p>
            <a:r>
              <a:rPr lang="pt-PT" dirty="0">
                <a:solidFill>
                  <a:schemeClr val="tx2"/>
                </a:solidFill>
              </a:rPr>
              <a:t>Incluir Desenho de Infraestrutura, Observabilidade e Monitorização, caso exista!</a:t>
            </a:r>
          </a:p>
        </p:txBody>
      </p:sp>
      <p:sp>
        <p:nvSpPr>
          <p:cNvPr id="4" name="Slide Number Placeholder 3">
            <a:extLst>
              <a:ext uri="{FF2B5EF4-FFF2-40B4-BE49-F238E27FC236}">
                <a16:creationId xmlns:a16="http://schemas.microsoft.com/office/drawing/2014/main" id="{AC32E29D-AD46-E3EA-4765-E226A05DD1A0}"/>
              </a:ext>
            </a:extLst>
          </p:cNvPr>
          <p:cNvSpPr>
            <a:spLocks noGrp="1"/>
          </p:cNvSpPr>
          <p:nvPr>
            <p:ph type="sldNum" sz="quarter" idx="5"/>
          </p:nvPr>
        </p:nvSpPr>
        <p:spPr/>
        <p:txBody>
          <a:bodyPr/>
          <a:lstStyle/>
          <a:p>
            <a:fld id="{7978D618-BBD3-4FF5-9218-0E9FEB4B2F82}" type="slidenum">
              <a:rPr lang="es-ES" smtClean="0"/>
              <a:t>40</a:t>
            </a:fld>
            <a:endParaRPr lang="es-ES"/>
          </a:p>
        </p:txBody>
      </p:sp>
    </p:spTree>
    <p:extLst>
      <p:ext uri="{BB962C8B-B14F-4D97-AF65-F5344CB8AC3E}">
        <p14:creationId xmlns:p14="http://schemas.microsoft.com/office/powerpoint/2010/main" val="179324624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2B4C1E-553B-DAAF-63ED-581F2475DDD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636E58D-C2BD-A37E-C7CF-C4B9E5623F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A2B1C74-7616-8EBA-6EE8-0B5F86952FED}"/>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PT" sz="1200" b="1" dirty="0">
                <a:solidFill>
                  <a:schemeClr val="bg1">
                    <a:lumMod val="50000"/>
                  </a:schemeClr>
                </a:solidFill>
                <a:latin typeface="Santander Text" panose="020B0504020201020104" pitchFamily="34" charset="0"/>
              </a:rPr>
              <a:t>Responsável por este </a:t>
            </a:r>
            <a:r>
              <a:rPr lang="pt-PT" sz="1200" b="1" dirty="0">
                <a:solidFill>
                  <a:schemeClr val="tx1"/>
                </a:solidFill>
                <a:latin typeface="Santander Text" panose="020B0504020201020104" pitchFamily="34" charset="0"/>
              </a:rPr>
              <a:t>capítulo: CIO / IAC Local</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PT" sz="1200" b="1" dirty="0">
              <a:solidFill>
                <a:schemeClr val="tx1"/>
              </a:solidFill>
              <a:latin typeface="Santander Text" panose="020B0504020201020104" pitchFamily="34" charset="0"/>
            </a:endParaRPr>
          </a:p>
          <a:p>
            <a:r>
              <a:rPr lang="pt-PT" dirty="0">
                <a:solidFill>
                  <a:schemeClr val="tx2"/>
                </a:solidFill>
              </a:rPr>
              <a:t>Incluir Desenho de Infraestrutura, Observabilidade e Monitorização, caso exista!</a:t>
            </a:r>
          </a:p>
        </p:txBody>
      </p:sp>
      <p:sp>
        <p:nvSpPr>
          <p:cNvPr id="4" name="Slide Number Placeholder 3">
            <a:extLst>
              <a:ext uri="{FF2B5EF4-FFF2-40B4-BE49-F238E27FC236}">
                <a16:creationId xmlns:a16="http://schemas.microsoft.com/office/drawing/2014/main" id="{CBE3708C-216C-EC5A-B81A-EC694ABF55F6}"/>
              </a:ext>
            </a:extLst>
          </p:cNvPr>
          <p:cNvSpPr>
            <a:spLocks noGrp="1"/>
          </p:cNvSpPr>
          <p:nvPr>
            <p:ph type="sldNum" sz="quarter" idx="5"/>
          </p:nvPr>
        </p:nvSpPr>
        <p:spPr/>
        <p:txBody>
          <a:bodyPr/>
          <a:lstStyle/>
          <a:p>
            <a:fld id="{7978D618-BBD3-4FF5-9218-0E9FEB4B2F82}" type="slidenum">
              <a:rPr lang="es-ES" smtClean="0"/>
              <a:t>41</a:t>
            </a:fld>
            <a:endParaRPr lang="es-ES"/>
          </a:p>
        </p:txBody>
      </p:sp>
    </p:spTree>
    <p:extLst>
      <p:ext uri="{BB962C8B-B14F-4D97-AF65-F5344CB8AC3E}">
        <p14:creationId xmlns:p14="http://schemas.microsoft.com/office/powerpoint/2010/main" val="81734998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2B4C1E-553B-DAAF-63ED-581F2475DDD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636E58D-C2BD-A37E-C7CF-C4B9E5623F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A2B1C74-7616-8EBA-6EE8-0B5F86952FED}"/>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PT" sz="1200" b="1" dirty="0">
                <a:solidFill>
                  <a:schemeClr val="bg1">
                    <a:lumMod val="50000"/>
                  </a:schemeClr>
                </a:solidFill>
                <a:latin typeface="Santander Text" panose="020B0504020201020104" pitchFamily="34" charset="0"/>
              </a:rPr>
              <a:t>Responsável por este </a:t>
            </a:r>
            <a:r>
              <a:rPr lang="pt-PT" sz="1200" b="1" dirty="0">
                <a:solidFill>
                  <a:schemeClr val="tx1"/>
                </a:solidFill>
                <a:latin typeface="Santander Text" panose="020B0504020201020104" pitchFamily="34" charset="0"/>
              </a:rPr>
              <a:t>capítulo: CIO / IAC Local</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PT" sz="1200" b="1" dirty="0">
              <a:solidFill>
                <a:schemeClr val="tx1"/>
              </a:solidFill>
              <a:latin typeface="Santander Text" panose="020B0504020201020104" pitchFamily="34" charset="0"/>
            </a:endParaRPr>
          </a:p>
          <a:p>
            <a:r>
              <a:rPr lang="pt-PT" dirty="0">
                <a:solidFill>
                  <a:schemeClr val="tx2"/>
                </a:solidFill>
              </a:rPr>
              <a:t>Incluir Desenho de Infraestrutura, Observabilidade e Monitorização, caso exista!</a:t>
            </a:r>
          </a:p>
        </p:txBody>
      </p:sp>
      <p:sp>
        <p:nvSpPr>
          <p:cNvPr id="4" name="Slide Number Placeholder 3">
            <a:extLst>
              <a:ext uri="{FF2B5EF4-FFF2-40B4-BE49-F238E27FC236}">
                <a16:creationId xmlns:a16="http://schemas.microsoft.com/office/drawing/2014/main" id="{CBE3708C-216C-EC5A-B81A-EC694ABF55F6}"/>
              </a:ext>
            </a:extLst>
          </p:cNvPr>
          <p:cNvSpPr>
            <a:spLocks noGrp="1"/>
          </p:cNvSpPr>
          <p:nvPr>
            <p:ph type="sldNum" sz="quarter" idx="5"/>
          </p:nvPr>
        </p:nvSpPr>
        <p:spPr/>
        <p:txBody>
          <a:bodyPr/>
          <a:lstStyle/>
          <a:p>
            <a:fld id="{7978D618-BBD3-4FF5-9218-0E9FEB4B2F82}" type="slidenum">
              <a:rPr lang="es-ES" smtClean="0"/>
              <a:t>42</a:t>
            </a:fld>
            <a:endParaRPr lang="es-ES"/>
          </a:p>
        </p:txBody>
      </p:sp>
    </p:spTree>
    <p:extLst>
      <p:ext uri="{BB962C8B-B14F-4D97-AF65-F5344CB8AC3E}">
        <p14:creationId xmlns:p14="http://schemas.microsoft.com/office/powerpoint/2010/main" val="351127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C4E209-7B80-DB83-2924-65339FAB18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8033716-3EF1-D93D-E0CA-18CC43961C5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8859749-9554-4A33-DAF6-AC168CB56084}"/>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PT" sz="1200" b="1" dirty="0">
                <a:solidFill>
                  <a:schemeClr val="bg1">
                    <a:lumMod val="50000"/>
                  </a:schemeClr>
                </a:solidFill>
                <a:latin typeface="Santander Text" panose="020B0504020201020104" pitchFamily="34" charset="0"/>
              </a:rPr>
              <a:t>Responsável por este </a:t>
            </a:r>
            <a:r>
              <a:rPr lang="pt-PT" sz="1200" b="1" dirty="0">
                <a:solidFill>
                  <a:schemeClr val="tx1"/>
                </a:solidFill>
                <a:latin typeface="Santander Text" panose="020B0504020201020104" pitchFamily="34" charset="0"/>
              </a:rPr>
              <a:t>capítulo: CIO / IAC Local</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PT" sz="1200" b="1" dirty="0">
              <a:solidFill>
                <a:schemeClr val="tx1"/>
              </a:solidFill>
              <a:latin typeface="Santander Text" panose="020B0504020201020104" pitchFamily="34" charset="0"/>
            </a:endParaRPr>
          </a:p>
          <a:p>
            <a:r>
              <a:rPr lang="pt-PT" dirty="0">
                <a:solidFill>
                  <a:schemeClr val="tx2"/>
                </a:solidFill>
              </a:rPr>
              <a:t>Incluir Desenho de Infraestrutura, Observabilidade e Monitorização, caso exista!</a:t>
            </a:r>
          </a:p>
        </p:txBody>
      </p:sp>
      <p:sp>
        <p:nvSpPr>
          <p:cNvPr id="4" name="Slide Number Placeholder 3">
            <a:extLst>
              <a:ext uri="{FF2B5EF4-FFF2-40B4-BE49-F238E27FC236}">
                <a16:creationId xmlns:a16="http://schemas.microsoft.com/office/drawing/2014/main" id="{18979F4F-8AEA-E2AB-6668-92D581D76262}"/>
              </a:ext>
            </a:extLst>
          </p:cNvPr>
          <p:cNvSpPr>
            <a:spLocks noGrp="1"/>
          </p:cNvSpPr>
          <p:nvPr>
            <p:ph type="sldNum" sz="quarter" idx="5"/>
          </p:nvPr>
        </p:nvSpPr>
        <p:spPr/>
        <p:txBody>
          <a:bodyPr/>
          <a:lstStyle/>
          <a:p>
            <a:fld id="{7978D618-BBD3-4FF5-9218-0E9FEB4B2F82}" type="slidenum">
              <a:rPr lang="es-ES" smtClean="0"/>
              <a:t>43</a:t>
            </a:fld>
            <a:endParaRPr lang="es-ES"/>
          </a:p>
        </p:txBody>
      </p:sp>
    </p:spTree>
    <p:extLst>
      <p:ext uri="{BB962C8B-B14F-4D97-AF65-F5344CB8AC3E}">
        <p14:creationId xmlns:p14="http://schemas.microsoft.com/office/powerpoint/2010/main" val="305736184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C4E209-7B80-DB83-2924-65339FAB18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8033716-3EF1-D93D-E0CA-18CC43961C5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8859749-9554-4A33-DAF6-AC168CB56084}"/>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PT" sz="1200" b="1" dirty="0">
                <a:solidFill>
                  <a:schemeClr val="bg1">
                    <a:lumMod val="50000"/>
                  </a:schemeClr>
                </a:solidFill>
                <a:latin typeface="Santander Text" panose="020B0504020201020104" pitchFamily="34" charset="0"/>
              </a:rPr>
              <a:t>Responsável por este </a:t>
            </a:r>
            <a:r>
              <a:rPr lang="pt-PT" sz="1200" b="1" dirty="0">
                <a:solidFill>
                  <a:schemeClr val="tx1"/>
                </a:solidFill>
                <a:latin typeface="Santander Text" panose="020B0504020201020104" pitchFamily="34" charset="0"/>
              </a:rPr>
              <a:t>capítulo: CIO / IAC Local</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PT" sz="1200" b="1" dirty="0">
              <a:solidFill>
                <a:schemeClr val="tx1"/>
              </a:solidFill>
              <a:latin typeface="Santander Text" panose="020B0504020201020104" pitchFamily="34" charset="0"/>
            </a:endParaRPr>
          </a:p>
          <a:p>
            <a:r>
              <a:rPr lang="pt-PT" dirty="0">
                <a:solidFill>
                  <a:schemeClr val="tx2"/>
                </a:solidFill>
              </a:rPr>
              <a:t>Incluir Desenho de Infraestrutura, Observabilidade e Monitorização, caso exista!</a:t>
            </a:r>
          </a:p>
        </p:txBody>
      </p:sp>
      <p:sp>
        <p:nvSpPr>
          <p:cNvPr id="4" name="Slide Number Placeholder 3">
            <a:extLst>
              <a:ext uri="{FF2B5EF4-FFF2-40B4-BE49-F238E27FC236}">
                <a16:creationId xmlns:a16="http://schemas.microsoft.com/office/drawing/2014/main" id="{18979F4F-8AEA-E2AB-6668-92D581D76262}"/>
              </a:ext>
            </a:extLst>
          </p:cNvPr>
          <p:cNvSpPr>
            <a:spLocks noGrp="1"/>
          </p:cNvSpPr>
          <p:nvPr>
            <p:ph type="sldNum" sz="quarter" idx="5"/>
          </p:nvPr>
        </p:nvSpPr>
        <p:spPr/>
        <p:txBody>
          <a:bodyPr/>
          <a:lstStyle/>
          <a:p>
            <a:fld id="{7978D618-BBD3-4FF5-9218-0E9FEB4B2F82}" type="slidenum">
              <a:rPr lang="es-ES" smtClean="0"/>
              <a:t>44</a:t>
            </a:fld>
            <a:endParaRPr lang="es-ES"/>
          </a:p>
        </p:txBody>
      </p:sp>
    </p:spTree>
    <p:extLst>
      <p:ext uri="{BB962C8B-B14F-4D97-AF65-F5344CB8AC3E}">
        <p14:creationId xmlns:p14="http://schemas.microsoft.com/office/powerpoint/2010/main" val="210720345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A0E1FC-95C4-7621-405F-93CAF0C5F83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9CEC27-0FA9-F160-0D3C-44883F6A585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3A4EE0D-897E-A3F5-320E-50ADF6C7CAEF}"/>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PT" sz="1200" b="1" dirty="0">
                <a:solidFill>
                  <a:schemeClr val="bg1">
                    <a:lumMod val="50000"/>
                  </a:schemeClr>
                </a:solidFill>
                <a:latin typeface="Santander Text" panose="020B0504020201020104" pitchFamily="34" charset="0"/>
              </a:rPr>
              <a:t>Responsável por este </a:t>
            </a:r>
            <a:r>
              <a:rPr lang="pt-PT" sz="1200" b="1" dirty="0">
                <a:solidFill>
                  <a:schemeClr val="tx1"/>
                </a:solidFill>
                <a:latin typeface="Santander Text" panose="020B0504020201020104" pitchFamily="34" charset="0"/>
              </a:rPr>
              <a:t>capítulo: CIO / IAC Local</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PT" sz="1200" b="1" dirty="0">
              <a:solidFill>
                <a:schemeClr val="tx1"/>
              </a:solidFill>
              <a:latin typeface="Santander Text" panose="020B0504020201020104" pitchFamily="34" charset="0"/>
            </a:endParaRPr>
          </a:p>
          <a:p>
            <a:r>
              <a:rPr lang="pt-PT" dirty="0">
                <a:solidFill>
                  <a:schemeClr val="tx2"/>
                </a:solidFill>
              </a:rPr>
              <a:t>Incluir Desenho de Infraestrutura, Observabilidade e Monitorização, caso exista!</a:t>
            </a:r>
          </a:p>
        </p:txBody>
      </p:sp>
      <p:sp>
        <p:nvSpPr>
          <p:cNvPr id="4" name="Slide Number Placeholder 3">
            <a:extLst>
              <a:ext uri="{FF2B5EF4-FFF2-40B4-BE49-F238E27FC236}">
                <a16:creationId xmlns:a16="http://schemas.microsoft.com/office/drawing/2014/main" id="{BC704E76-51DA-3737-4AC7-69948D9007EC}"/>
              </a:ext>
            </a:extLst>
          </p:cNvPr>
          <p:cNvSpPr>
            <a:spLocks noGrp="1"/>
          </p:cNvSpPr>
          <p:nvPr>
            <p:ph type="sldNum" sz="quarter" idx="5"/>
          </p:nvPr>
        </p:nvSpPr>
        <p:spPr/>
        <p:txBody>
          <a:bodyPr/>
          <a:lstStyle/>
          <a:p>
            <a:fld id="{7978D618-BBD3-4FF5-9218-0E9FEB4B2F82}" type="slidenum">
              <a:rPr lang="es-ES" smtClean="0"/>
              <a:t>45</a:t>
            </a:fld>
            <a:endParaRPr lang="es-ES"/>
          </a:p>
        </p:txBody>
      </p:sp>
    </p:spTree>
    <p:extLst>
      <p:ext uri="{BB962C8B-B14F-4D97-AF65-F5344CB8AC3E}">
        <p14:creationId xmlns:p14="http://schemas.microsoft.com/office/powerpoint/2010/main" val="12939915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fontAlgn="base"/>
            <a:r>
              <a:rPr lang="en-GB" sz="1200" b="0" i="0" u="none" strike="noStrike" kern="1200" dirty="0">
                <a:solidFill>
                  <a:schemeClr val="tx1"/>
                </a:solidFill>
                <a:effectLst/>
                <a:latin typeface="+mn-lt"/>
                <a:ea typeface="+mn-ea"/>
                <a:cs typeface="+mn-cs"/>
              </a:rPr>
              <a:t>Observability is nested between Monitoring and Analysis:</a:t>
            </a:r>
            <a:r>
              <a:rPr lang="en-US" sz="1200" b="0" i="0" kern="1200" dirty="0">
                <a:solidFill>
                  <a:schemeClr val="tx1"/>
                </a:solidFill>
                <a:effectLst/>
                <a:latin typeface="+mn-lt"/>
                <a:ea typeface="+mn-ea"/>
                <a:cs typeface="+mn-cs"/>
              </a:rPr>
              <a:t>​</a:t>
            </a:r>
          </a:p>
          <a:p>
            <a:pPr rtl="0" fontAlgn="base"/>
            <a:r>
              <a:rPr lang="en-GB" sz="1200" b="0" i="0" u="none" strike="noStrike" kern="1200" dirty="0">
                <a:solidFill>
                  <a:schemeClr val="tx1"/>
                </a:solidFill>
                <a:effectLst/>
                <a:latin typeface="+mn-lt"/>
                <a:ea typeface="+mn-ea"/>
                <a:cs typeface="+mn-cs"/>
              </a:rPr>
              <a:t>Monitoring gives us the means to collect data from our systems and its utilization, providing the connection to the data sources (a.k.a. the monitoring targets);</a:t>
            </a:r>
            <a:r>
              <a:rPr lang="en-US" sz="1200" b="0" i="0" kern="1200" dirty="0">
                <a:solidFill>
                  <a:schemeClr val="tx1"/>
                </a:solidFill>
                <a:effectLst/>
                <a:latin typeface="+mn-lt"/>
                <a:ea typeface="+mn-ea"/>
                <a:cs typeface="+mn-cs"/>
              </a:rPr>
              <a:t>​</a:t>
            </a:r>
          </a:p>
          <a:p>
            <a:pPr rtl="0" fontAlgn="base"/>
            <a:r>
              <a:rPr lang="en-GB" sz="1200" b="0" i="0" u="none" strike="noStrike" kern="1200" dirty="0">
                <a:solidFill>
                  <a:schemeClr val="tx1"/>
                </a:solidFill>
                <a:effectLst/>
                <a:latin typeface="+mn-lt"/>
                <a:ea typeface="+mn-ea"/>
                <a:cs typeface="+mn-cs"/>
              </a:rPr>
              <a:t>Observability will combine the collected data and give visibility of what is happening (or happened) in our systems or with their usage;</a:t>
            </a:r>
            <a:r>
              <a:rPr lang="en-US" sz="1200" b="0" i="0" kern="1200" dirty="0">
                <a:solidFill>
                  <a:schemeClr val="tx1"/>
                </a:solidFill>
                <a:effectLst/>
                <a:latin typeface="+mn-lt"/>
                <a:ea typeface="+mn-ea"/>
                <a:cs typeface="+mn-cs"/>
              </a:rPr>
              <a:t>​</a:t>
            </a:r>
          </a:p>
          <a:p>
            <a:pPr rtl="0" fontAlgn="base"/>
            <a:r>
              <a:rPr lang="en-GB" sz="1200" b="0" i="0" u="none" strike="noStrike" kern="1200" dirty="0">
                <a:solidFill>
                  <a:schemeClr val="tx1"/>
                </a:solidFill>
                <a:effectLst/>
                <a:latin typeface="+mn-lt"/>
                <a:ea typeface="+mn-ea"/>
                <a:cs typeface="+mn-cs"/>
              </a:rPr>
              <a:t>Analysis will combine all of the previously gathered data and apply analytical methods to enable predictive actions that will allow business decisions and the usage of automation in operations and other IT processes.</a:t>
            </a:r>
            <a:r>
              <a:rPr lang="en-US" sz="1200" b="0" i="0" kern="1200" dirty="0">
                <a:solidFill>
                  <a:schemeClr val="tx1"/>
                </a:solidFill>
                <a:effectLst/>
                <a:latin typeface="+mn-lt"/>
                <a:ea typeface="+mn-ea"/>
                <a:cs typeface="+mn-cs"/>
              </a:rPr>
              <a:t>​</a:t>
            </a:r>
          </a:p>
          <a:p>
            <a:endParaRPr lang="pt-PT" dirty="0"/>
          </a:p>
        </p:txBody>
      </p:sp>
      <p:sp>
        <p:nvSpPr>
          <p:cNvPr id="4" name="Slide Number Placeholder 3"/>
          <p:cNvSpPr>
            <a:spLocks noGrp="1"/>
          </p:cNvSpPr>
          <p:nvPr>
            <p:ph type="sldNum" sz="quarter" idx="10"/>
          </p:nvPr>
        </p:nvSpPr>
        <p:spPr/>
        <p:txBody>
          <a:bodyPr/>
          <a:lstStyle/>
          <a:p>
            <a:fld id="{7978D618-BBD3-4FF5-9218-0E9FEB4B2F82}" type="slidenum">
              <a:rPr lang="es-ES" smtClean="0"/>
              <a:t>46</a:t>
            </a:fld>
            <a:endParaRPr lang="es-ES"/>
          </a:p>
        </p:txBody>
      </p:sp>
    </p:spTree>
    <p:extLst>
      <p:ext uri="{BB962C8B-B14F-4D97-AF65-F5344CB8AC3E}">
        <p14:creationId xmlns:p14="http://schemas.microsoft.com/office/powerpoint/2010/main" val="169011840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pt-PT" dirty="0"/>
          </a:p>
        </p:txBody>
      </p:sp>
      <p:sp>
        <p:nvSpPr>
          <p:cNvPr id="4" name="Slide Number Placeholder 3"/>
          <p:cNvSpPr>
            <a:spLocks noGrp="1"/>
          </p:cNvSpPr>
          <p:nvPr>
            <p:ph type="sldNum" sz="quarter" idx="5"/>
          </p:nvPr>
        </p:nvSpPr>
        <p:spPr/>
        <p:txBody>
          <a:bodyPr/>
          <a:lstStyle/>
          <a:p>
            <a:fld id="{7978D618-BBD3-4FF5-9218-0E9FEB4B2F82}" type="slidenum">
              <a:rPr lang="es-ES" smtClean="0"/>
              <a:t>50</a:t>
            </a:fld>
            <a:endParaRPr lang="es-ES"/>
          </a:p>
        </p:txBody>
      </p:sp>
    </p:spTree>
    <p:extLst>
      <p:ext uri="{BB962C8B-B14F-4D97-AF65-F5344CB8AC3E}">
        <p14:creationId xmlns:p14="http://schemas.microsoft.com/office/powerpoint/2010/main" val="169840271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PT" sz="1200" b="1" dirty="0">
                <a:solidFill>
                  <a:schemeClr val="bg1">
                    <a:lumMod val="50000"/>
                  </a:schemeClr>
                </a:solidFill>
                <a:latin typeface="Santander Text" panose="020B0504020201020104" pitchFamily="34" charset="0"/>
              </a:rPr>
              <a:t>Responsável por este </a:t>
            </a:r>
            <a:r>
              <a:rPr lang="pt-PT" sz="1200" b="1" dirty="0">
                <a:solidFill>
                  <a:schemeClr val="tx1"/>
                </a:solidFill>
                <a:latin typeface="Santander Text" panose="020B0504020201020104" pitchFamily="34" charset="0"/>
              </a:rPr>
              <a:t>capítulo: Todos os participantes no Desenho</a:t>
            </a:r>
          </a:p>
        </p:txBody>
      </p:sp>
      <p:sp>
        <p:nvSpPr>
          <p:cNvPr id="4" name="Slide Number Placeholder 3"/>
          <p:cNvSpPr>
            <a:spLocks noGrp="1"/>
          </p:cNvSpPr>
          <p:nvPr>
            <p:ph type="sldNum" sz="quarter" idx="5"/>
          </p:nvPr>
        </p:nvSpPr>
        <p:spPr/>
        <p:txBody>
          <a:bodyPr/>
          <a:lstStyle/>
          <a:p>
            <a:fld id="{7978D618-BBD3-4FF5-9218-0E9FEB4B2F82}" type="slidenum">
              <a:rPr lang="es-ES" smtClean="0"/>
              <a:t>51</a:t>
            </a:fld>
            <a:endParaRPr lang="es-ES"/>
          </a:p>
        </p:txBody>
      </p:sp>
    </p:spTree>
    <p:extLst>
      <p:ext uri="{BB962C8B-B14F-4D97-AF65-F5344CB8AC3E}">
        <p14:creationId xmlns:p14="http://schemas.microsoft.com/office/powerpoint/2010/main" val="2304871246"/>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pt-PT" dirty="0"/>
          </a:p>
        </p:txBody>
      </p:sp>
      <p:sp>
        <p:nvSpPr>
          <p:cNvPr id="4" name="Slide Number Placeholder 3"/>
          <p:cNvSpPr>
            <a:spLocks noGrp="1"/>
          </p:cNvSpPr>
          <p:nvPr>
            <p:ph type="sldNum" sz="quarter" idx="5"/>
          </p:nvPr>
        </p:nvSpPr>
        <p:spPr/>
        <p:txBody>
          <a:bodyPr/>
          <a:lstStyle/>
          <a:p>
            <a:fld id="{7978D618-BBD3-4FF5-9218-0E9FEB4B2F82}" type="slidenum">
              <a:rPr lang="es-ES" smtClean="0"/>
              <a:t>52</a:t>
            </a:fld>
            <a:endParaRPr lang="es-ES"/>
          </a:p>
        </p:txBody>
      </p:sp>
    </p:spTree>
    <p:extLst>
      <p:ext uri="{BB962C8B-B14F-4D97-AF65-F5344CB8AC3E}">
        <p14:creationId xmlns:p14="http://schemas.microsoft.com/office/powerpoint/2010/main" val="762025654"/>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PT" sz="1200" b="1" dirty="0">
                <a:solidFill>
                  <a:schemeClr val="bg1">
                    <a:lumMod val="50000"/>
                  </a:schemeClr>
                </a:solidFill>
                <a:latin typeface="Santander Text" panose="020B0504020201020104" pitchFamily="34" charset="0"/>
              </a:rPr>
              <a:t>Responsável por este </a:t>
            </a:r>
            <a:r>
              <a:rPr lang="pt-PT" sz="1200" b="1" dirty="0">
                <a:solidFill>
                  <a:schemeClr val="tx1"/>
                </a:solidFill>
                <a:latin typeface="Santander Text" panose="020B0504020201020104" pitchFamily="34" charset="0"/>
              </a:rPr>
              <a:t>capítulo: Todos os participantes no Desenho</a:t>
            </a:r>
          </a:p>
          <a:p>
            <a:endParaRPr lang="pt-PT" dirty="0"/>
          </a:p>
        </p:txBody>
      </p:sp>
      <p:sp>
        <p:nvSpPr>
          <p:cNvPr id="4" name="Slide Number Placeholder 3"/>
          <p:cNvSpPr>
            <a:spLocks noGrp="1"/>
          </p:cNvSpPr>
          <p:nvPr>
            <p:ph type="sldNum" sz="quarter" idx="5"/>
          </p:nvPr>
        </p:nvSpPr>
        <p:spPr/>
        <p:txBody>
          <a:bodyPr/>
          <a:lstStyle/>
          <a:p>
            <a:fld id="{7978D618-BBD3-4FF5-9218-0E9FEB4B2F82}" type="slidenum">
              <a:rPr lang="es-ES" smtClean="0"/>
              <a:t>53</a:t>
            </a:fld>
            <a:endParaRPr lang="es-ES"/>
          </a:p>
        </p:txBody>
      </p:sp>
    </p:spTree>
    <p:extLst>
      <p:ext uri="{BB962C8B-B14F-4D97-AF65-F5344CB8AC3E}">
        <p14:creationId xmlns:p14="http://schemas.microsoft.com/office/powerpoint/2010/main" val="2017270834"/>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PT" sz="1200" b="1" dirty="0">
                <a:solidFill>
                  <a:schemeClr val="bg1">
                    <a:lumMod val="50000"/>
                  </a:schemeClr>
                </a:solidFill>
                <a:latin typeface="Santander Text" panose="020B0504020201020104" pitchFamily="34" charset="0"/>
              </a:rPr>
              <a:t>Responsável por este </a:t>
            </a:r>
            <a:r>
              <a:rPr lang="pt-PT" sz="1200" b="1" dirty="0">
                <a:solidFill>
                  <a:schemeClr val="tx1"/>
                </a:solidFill>
                <a:latin typeface="Santander Text" panose="020B0504020201020104" pitchFamily="34" charset="0"/>
              </a:rPr>
              <a:t>capítulo: Todos os participantes no Desenho</a:t>
            </a:r>
          </a:p>
          <a:p>
            <a:endParaRPr lang="pt-PT" dirty="0"/>
          </a:p>
        </p:txBody>
      </p:sp>
      <p:sp>
        <p:nvSpPr>
          <p:cNvPr id="4" name="Slide Number Placeholder 3"/>
          <p:cNvSpPr>
            <a:spLocks noGrp="1"/>
          </p:cNvSpPr>
          <p:nvPr>
            <p:ph type="sldNum" sz="quarter" idx="5"/>
          </p:nvPr>
        </p:nvSpPr>
        <p:spPr/>
        <p:txBody>
          <a:bodyPr/>
          <a:lstStyle/>
          <a:p>
            <a:fld id="{7978D618-BBD3-4FF5-9218-0E9FEB4B2F82}" type="slidenum">
              <a:rPr lang="es-ES" smtClean="0"/>
              <a:t>54</a:t>
            </a:fld>
            <a:endParaRPr lang="es-ES"/>
          </a:p>
        </p:txBody>
      </p:sp>
    </p:spTree>
    <p:extLst>
      <p:ext uri="{BB962C8B-B14F-4D97-AF65-F5344CB8AC3E}">
        <p14:creationId xmlns:p14="http://schemas.microsoft.com/office/powerpoint/2010/main" val="5515560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pt-PT" dirty="0"/>
          </a:p>
        </p:txBody>
      </p:sp>
      <p:sp>
        <p:nvSpPr>
          <p:cNvPr id="4" name="Slide Number Placeholder 3"/>
          <p:cNvSpPr>
            <a:spLocks noGrp="1"/>
          </p:cNvSpPr>
          <p:nvPr>
            <p:ph type="sldNum" sz="quarter" idx="5"/>
          </p:nvPr>
        </p:nvSpPr>
        <p:spPr/>
        <p:txBody>
          <a:bodyPr/>
          <a:lstStyle/>
          <a:p>
            <a:fld id="{7978D618-BBD3-4FF5-9218-0E9FEB4B2F82}" type="slidenum">
              <a:rPr lang="es-ES" smtClean="0"/>
              <a:t>55</a:t>
            </a:fld>
            <a:endParaRPr lang="es-ES"/>
          </a:p>
        </p:txBody>
      </p:sp>
    </p:spTree>
    <p:extLst>
      <p:ext uri="{BB962C8B-B14F-4D97-AF65-F5344CB8AC3E}">
        <p14:creationId xmlns:p14="http://schemas.microsoft.com/office/powerpoint/2010/main" val="2198458066"/>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PT" sz="1200" b="1" dirty="0">
                <a:solidFill>
                  <a:schemeClr val="bg1">
                    <a:lumMod val="50000"/>
                  </a:schemeClr>
                </a:solidFill>
                <a:latin typeface="Santander Text" panose="020B0504020201020104" pitchFamily="34" charset="0"/>
              </a:rPr>
              <a:t>Responsável por este </a:t>
            </a:r>
            <a:r>
              <a:rPr lang="pt-PT" sz="1200" b="1" dirty="0">
                <a:solidFill>
                  <a:schemeClr val="tx1"/>
                </a:solidFill>
                <a:latin typeface="Santander Text" panose="020B0504020201020104" pitchFamily="34" charset="0"/>
              </a:rPr>
              <a:t>capítulo: Todos os participantes no Desenho</a:t>
            </a:r>
          </a:p>
          <a:p>
            <a:endParaRPr lang="pt-PT" dirty="0"/>
          </a:p>
        </p:txBody>
      </p:sp>
      <p:sp>
        <p:nvSpPr>
          <p:cNvPr id="4" name="Slide Number Placeholder 3"/>
          <p:cNvSpPr>
            <a:spLocks noGrp="1"/>
          </p:cNvSpPr>
          <p:nvPr>
            <p:ph type="sldNum" sz="quarter" idx="5"/>
          </p:nvPr>
        </p:nvSpPr>
        <p:spPr/>
        <p:txBody>
          <a:bodyPr/>
          <a:lstStyle/>
          <a:p>
            <a:fld id="{7978D618-BBD3-4FF5-9218-0E9FEB4B2F82}" type="slidenum">
              <a:rPr lang="es-ES" smtClean="0"/>
              <a:t>56</a:t>
            </a:fld>
            <a:endParaRPr lang="es-ES"/>
          </a:p>
        </p:txBody>
      </p:sp>
    </p:spTree>
    <p:extLst>
      <p:ext uri="{BB962C8B-B14F-4D97-AF65-F5344CB8AC3E}">
        <p14:creationId xmlns:p14="http://schemas.microsoft.com/office/powerpoint/2010/main" val="1837171890"/>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PT" sz="1200" b="1" dirty="0">
                <a:solidFill>
                  <a:schemeClr val="bg1">
                    <a:lumMod val="50000"/>
                  </a:schemeClr>
                </a:solidFill>
                <a:latin typeface="Santander Text" panose="020B0504020201020104" pitchFamily="34" charset="0"/>
              </a:rPr>
              <a:t>Responsável por este </a:t>
            </a:r>
            <a:r>
              <a:rPr lang="pt-PT" sz="1200" b="1" dirty="0">
                <a:solidFill>
                  <a:schemeClr val="tx1"/>
                </a:solidFill>
                <a:latin typeface="Santander Text" panose="020B0504020201020104" pitchFamily="34" charset="0"/>
              </a:rPr>
              <a:t>capítulo: Todos os participantes no Desenho</a:t>
            </a:r>
          </a:p>
          <a:p>
            <a:endParaRPr lang="pt-PT" dirty="0"/>
          </a:p>
        </p:txBody>
      </p:sp>
      <p:sp>
        <p:nvSpPr>
          <p:cNvPr id="4" name="Slide Number Placeholder 3"/>
          <p:cNvSpPr>
            <a:spLocks noGrp="1"/>
          </p:cNvSpPr>
          <p:nvPr>
            <p:ph type="sldNum" sz="quarter" idx="5"/>
          </p:nvPr>
        </p:nvSpPr>
        <p:spPr/>
        <p:txBody>
          <a:bodyPr/>
          <a:lstStyle/>
          <a:p>
            <a:fld id="{7978D618-BBD3-4FF5-9218-0E9FEB4B2F82}" type="slidenum">
              <a:rPr lang="es-ES" smtClean="0"/>
              <a:t>57</a:t>
            </a:fld>
            <a:endParaRPr lang="es-ES"/>
          </a:p>
        </p:txBody>
      </p:sp>
    </p:spTree>
    <p:extLst>
      <p:ext uri="{BB962C8B-B14F-4D97-AF65-F5344CB8AC3E}">
        <p14:creationId xmlns:p14="http://schemas.microsoft.com/office/powerpoint/2010/main" val="5147538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tags" Target="../tags/tag3.xml"/><Relationship Id="rId7" Type="http://schemas.openxmlformats.org/officeDocument/2006/relationships/image" Target="../media/image8.emf"/><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oleObject" Target="../embeddings/oleObject1.bin"/><Relationship Id="rId5" Type="http://schemas.openxmlformats.org/officeDocument/2006/relationships/slideMaster" Target="../slideMasters/slideMaster1.xml"/><Relationship Id="rId4" Type="http://schemas.openxmlformats.org/officeDocument/2006/relationships/tags" Target="../tags/tag4.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0.emf"/><Relationship Id="rId1" Type="http://schemas.openxmlformats.org/officeDocument/2006/relationships/slideMaster" Target="../slideMasters/slideMaster1.xml"/><Relationship Id="rId4" Type="http://schemas.openxmlformats.org/officeDocument/2006/relationships/image" Target="../media/image9.sv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Índice">
    <p:spTree>
      <p:nvGrpSpPr>
        <p:cNvPr id="1" name=""/>
        <p:cNvGrpSpPr/>
        <p:nvPr/>
      </p:nvGrpSpPr>
      <p:grpSpPr>
        <a:xfrm>
          <a:off x="0" y="0"/>
          <a:ext cx="0" cy="0"/>
          <a:chOff x="0" y="0"/>
          <a:chExt cx="0" cy="0"/>
        </a:xfrm>
      </p:grpSpPr>
      <p:sp>
        <p:nvSpPr>
          <p:cNvPr id="6" name="Marcador de número de diapositiva 5">
            <a:extLst>
              <a:ext uri="{FF2B5EF4-FFF2-40B4-BE49-F238E27FC236}">
                <a16:creationId xmlns:a16="http://schemas.microsoft.com/office/drawing/2014/main" id="{C60B320C-F93D-45A7-B5CC-5C18ED1F85FB}"/>
              </a:ext>
            </a:extLst>
          </p:cNvPr>
          <p:cNvSpPr>
            <a:spLocks noGrp="1"/>
          </p:cNvSpPr>
          <p:nvPr>
            <p:ph type="sldNum" sz="quarter" idx="12"/>
          </p:nvPr>
        </p:nvSpPr>
        <p:spPr>
          <a:xfrm>
            <a:off x="8730845" y="6209600"/>
            <a:ext cx="2743200" cy="365125"/>
          </a:xfrm>
        </p:spPr>
        <p:txBody>
          <a:bodyPr/>
          <a:lstStyle>
            <a:lvl1pPr>
              <a:defRPr sz="1300">
                <a:solidFill>
                  <a:schemeClr val="accent1"/>
                </a:solidFill>
              </a:defRPr>
            </a:lvl1pPr>
          </a:lstStyle>
          <a:p>
            <a:fld id="{BC0D97B6-E32F-4D7D-B839-7C3B51F2640F}" type="slidenum">
              <a:rPr lang="es-ES" smtClean="0"/>
              <a:pPr/>
              <a:t>‹#›</a:t>
            </a:fld>
            <a:endParaRPr lang="es-ES"/>
          </a:p>
        </p:txBody>
      </p:sp>
      <p:sp>
        <p:nvSpPr>
          <p:cNvPr id="10" name="CuadroTexto 9">
            <a:extLst>
              <a:ext uri="{FF2B5EF4-FFF2-40B4-BE49-F238E27FC236}">
                <a16:creationId xmlns:a16="http://schemas.microsoft.com/office/drawing/2014/main" id="{B3950534-FF56-4FD6-A098-D625BC54F0FA}"/>
              </a:ext>
            </a:extLst>
          </p:cNvPr>
          <p:cNvSpPr txBox="1"/>
          <p:nvPr userDrawn="1"/>
        </p:nvSpPr>
        <p:spPr>
          <a:xfrm>
            <a:off x="722533" y="312269"/>
            <a:ext cx="1849821" cy="292388"/>
          </a:xfrm>
          <a:prstGeom prst="rect">
            <a:avLst/>
          </a:prstGeom>
          <a:noFill/>
        </p:spPr>
        <p:txBody>
          <a:bodyPr wrap="square" rtlCol="0">
            <a:spAutoFit/>
          </a:bodyPr>
          <a:lstStyle/>
          <a:p>
            <a:r>
              <a:rPr lang="es-ES" sz="1300">
                <a:solidFill>
                  <a:schemeClr val="accent1"/>
                </a:solidFill>
              </a:rPr>
              <a:t>Index</a:t>
            </a:r>
          </a:p>
        </p:txBody>
      </p:sp>
      <p:sp>
        <p:nvSpPr>
          <p:cNvPr id="14" name="Marcador de texto 11">
            <a:extLst>
              <a:ext uri="{FF2B5EF4-FFF2-40B4-BE49-F238E27FC236}">
                <a16:creationId xmlns:a16="http://schemas.microsoft.com/office/drawing/2014/main" id="{0CC57AA0-6C3B-4C80-BF6B-C321A960A96C}"/>
              </a:ext>
            </a:extLst>
          </p:cNvPr>
          <p:cNvSpPr>
            <a:spLocks noGrp="1"/>
          </p:cNvSpPr>
          <p:nvPr>
            <p:ph type="body" sz="quarter" idx="13"/>
          </p:nvPr>
        </p:nvSpPr>
        <p:spPr>
          <a:xfrm>
            <a:off x="832641" y="1100239"/>
            <a:ext cx="10635843" cy="4906665"/>
          </a:xfrm>
        </p:spPr>
        <p:txBody>
          <a:bodyPr>
            <a:normAutofit/>
          </a:bodyPr>
          <a:lstStyle>
            <a:lvl1pPr marL="432000" indent="-396000">
              <a:buClr>
                <a:schemeClr val="accent1"/>
              </a:buClr>
              <a:buSzPct val="45000"/>
              <a:buFont typeface="+mj-lt"/>
              <a:buAutoNum type="arabicPeriod"/>
              <a:defRPr lang="es-ES" sz="4000" b="1" kern="1200" dirty="0" smtClean="0">
                <a:solidFill>
                  <a:srgbClr val="3C3C3B"/>
                </a:solidFill>
                <a:latin typeface="+mn-lt"/>
                <a:ea typeface="+mn-ea"/>
                <a:cs typeface="+mn-cs"/>
              </a:defRPr>
            </a:lvl1pPr>
            <a:lvl2pPr marL="457200" indent="0">
              <a:buNone/>
              <a:defRPr/>
            </a:lvl2pPr>
          </a:lstStyle>
          <a:p>
            <a:pPr lvl="0"/>
            <a:r>
              <a:rPr lang="en-US"/>
              <a:t>Click to edit Master text styles</a:t>
            </a:r>
          </a:p>
        </p:txBody>
      </p:sp>
      <p:sp>
        <p:nvSpPr>
          <p:cNvPr id="3" name="Freeform 5">
            <a:extLst>
              <a:ext uri="{FF2B5EF4-FFF2-40B4-BE49-F238E27FC236}">
                <a16:creationId xmlns:a16="http://schemas.microsoft.com/office/drawing/2014/main" id="{736C9B1C-E8FE-447F-C1A5-3CB61F7BD4BB}"/>
              </a:ext>
            </a:extLst>
          </p:cNvPr>
          <p:cNvSpPr>
            <a:spLocks noEditPoints="1"/>
          </p:cNvSpPr>
          <p:nvPr userDrawn="1"/>
        </p:nvSpPr>
        <p:spPr bwMode="auto">
          <a:xfrm>
            <a:off x="252347" y="6514761"/>
            <a:ext cx="1171705" cy="206714"/>
          </a:xfrm>
          <a:custGeom>
            <a:avLst/>
            <a:gdLst>
              <a:gd name="T0" fmla="*/ 319 w 3262"/>
              <a:gd name="T1" fmla="*/ 39 h 572"/>
              <a:gd name="T2" fmla="*/ 300 w 3262"/>
              <a:gd name="T3" fmla="*/ 137 h 572"/>
              <a:gd name="T4" fmla="*/ 371 w 3262"/>
              <a:gd name="T5" fmla="*/ 405 h 572"/>
              <a:gd name="T6" fmla="*/ 244 w 3262"/>
              <a:gd name="T7" fmla="*/ 170 h 572"/>
              <a:gd name="T8" fmla="*/ 225 w 3262"/>
              <a:gd name="T9" fmla="*/ 267 h 572"/>
              <a:gd name="T10" fmla="*/ 300 w 3262"/>
              <a:gd name="T11" fmla="*/ 528 h 572"/>
              <a:gd name="T12" fmla="*/ 187 w 3262"/>
              <a:gd name="T13" fmla="*/ 333 h 572"/>
              <a:gd name="T14" fmla="*/ 300 w 3262"/>
              <a:gd name="T15" fmla="*/ 572 h 572"/>
              <a:gd name="T16" fmla="*/ 714 w 3262"/>
              <a:gd name="T17" fmla="*/ 540 h 572"/>
              <a:gd name="T18" fmla="*/ 910 w 3262"/>
              <a:gd name="T19" fmla="*/ 455 h 572"/>
              <a:gd name="T20" fmla="*/ 717 w 3262"/>
              <a:gd name="T21" fmla="*/ 258 h 572"/>
              <a:gd name="T22" fmla="*/ 945 w 3262"/>
              <a:gd name="T23" fmla="*/ 226 h 572"/>
              <a:gd name="T24" fmla="*/ 842 w 3262"/>
              <a:gd name="T25" fmla="*/ 322 h 572"/>
              <a:gd name="T26" fmla="*/ 829 w 3262"/>
              <a:gd name="T27" fmla="*/ 561 h 572"/>
              <a:gd name="T28" fmla="*/ 1277 w 3262"/>
              <a:gd name="T29" fmla="*/ 552 h 572"/>
              <a:gd name="T30" fmla="*/ 1138 w 3262"/>
              <a:gd name="T31" fmla="*/ 559 h 572"/>
              <a:gd name="T32" fmla="*/ 1277 w 3262"/>
              <a:gd name="T33" fmla="*/ 270 h 572"/>
              <a:gd name="T34" fmla="*/ 1171 w 3262"/>
              <a:gd name="T35" fmla="*/ 307 h 572"/>
              <a:gd name="T36" fmla="*/ 1215 w 3262"/>
              <a:gd name="T37" fmla="*/ 488 h 572"/>
              <a:gd name="T38" fmla="*/ 1533 w 3262"/>
              <a:gd name="T39" fmla="*/ 552 h 572"/>
              <a:gd name="T40" fmla="*/ 1407 w 3262"/>
              <a:gd name="T41" fmla="*/ 312 h 572"/>
              <a:gd name="T42" fmla="*/ 1345 w 3262"/>
              <a:gd name="T43" fmla="*/ 270 h 572"/>
              <a:gd name="T44" fmla="*/ 1767 w 3262"/>
              <a:gd name="T45" fmla="*/ 506 h 572"/>
              <a:gd name="T46" fmla="*/ 1756 w 3262"/>
              <a:gd name="T47" fmla="*/ 559 h 572"/>
              <a:gd name="T48" fmla="*/ 1719 w 3262"/>
              <a:gd name="T49" fmla="*/ 157 h 572"/>
              <a:gd name="T50" fmla="*/ 1812 w 3262"/>
              <a:gd name="T51" fmla="*/ 317 h 572"/>
              <a:gd name="T52" fmla="*/ 1767 w 3262"/>
              <a:gd name="T53" fmla="*/ 506 h 572"/>
              <a:gd name="T54" fmla="*/ 2043 w 3262"/>
              <a:gd name="T55" fmla="*/ 552 h 572"/>
              <a:gd name="T56" fmla="*/ 1836 w 3262"/>
              <a:gd name="T57" fmla="*/ 410 h 572"/>
              <a:gd name="T58" fmla="*/ 2038 w 3262"/>
              <a:gd name="T59" fmla="*/ 488 h 572"/>
              <a:gd name="T60" fmla="*/ 1899 w 3262"/>
              <a:gd name="T61" fmla="*/ 410 h 572"/>
              <a:gd name="T62" fmla="*/ 2418 w 3262"/>
              <a:gd name="T63" fmla="*/ 363 h 572"/>
              <a:gd name="T64" fmla="*/ 2356 w 3262"/>
              <a:gd name="T65" fmla="*/ 373 h 572"/>
              <a:gd name="T66" fmla="*/ 2230 w 3262"/>
              <a:gd name="T67" fmla="*/ 552 h 572"/>
              <a:gd name="T68" fmla="*/ 2281 w 3262"/>
              <a:gd name="T69" fmla="*/ 254 h 572"/>
              <a:gd name="T70" fmla="*/ 2733 w 3262"/>
              <a:gd name="T71" fmla="*/ 552 h 572"/>
              <a:gd name="T72" fmla="*/ 2591 w 3262"/>
              <a:gd name="T73" fmla="*/ 559 h 572"/>
              <a:gd name="T74" fmla="*/ 2671 w 3262"/>
              <a:gd name="T75" fmla="*/ 259 h 572"/>
              <a:gd name="T76" fmla="*/ 2671 w 3262"/>
              <a:gd name="T77" fmla="*/ 487 h 572"/>
              <a:gd name="T78" fmla="*/ 2531 w 3262"/>
              <a:gd name="T79" fmla="*/ 410 h 572"/>
              <a:gd name="T80" fmla="*/ 3045 w 3262"/>
              <a:gd name="T81" fmla="*/ 432 h 572"/>
              <a:gd name="T82" fmla="*/ 3038 w 3262"/>
              <a:gd name="T83" fmla="*/ 485 h 572"/>
              <a:gd name="T84" fmla="*/ 2783 w 3262"/>
              <a:gd name="T85" fmla="*/ 405 h 572"/>
              <a:gd name="T86" fmla="*/ 3045 w 3262"/>
              <a:gd name="T87" fmla="*/ 432 h 572"/>
              <a:gd name="T88" fmla="*/ 2918 w 3262"/>
              <a:gd name="T89" fmla="*/ 306 h 572"/>
              <a:gd name="T90" fmla="*/ 3256 w 3262"/>
              <a:gd name="T91" fmla="*/ 310 h 572"/>
              <a:gd name="T92" fmla="*/ 3164 w 3262"/>
              <a:gd name="T93" fmla="*/ 552 h 572"/>
              <a:gd name="T94" fmla="*/ 3208 w 3262"/>
              <a:gd name="T95" fmla="*/ 254 h 5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3262" h="572">
                <a:moveTo>
                  <a:pt x="430" y="262"/>
                </a:moveTo>
                <a:cubicBezTo>
                  <a:pt x="429" y="241"/>
                  <a:pt x="424" y="221"/>
                  <a:pt x="413" y="202"/>
                </a:cubicBezTo>
                <a:cubicBezTo>
                  <a:pt x="319" y="39"/>
                  <a:pt x="319" y="39"/>
                  <a:pt x="319" y="39"/>
                </a:cubicBezTo>
                <a:cubicBezTo>
                  <a:pt x="312" y="27"/>
                  <a:pt x="307" y="14"/>
                  <a:pt x="304" y="0"/>
                </a:cubicBezTo>
                <a:cubicBezTo>
                  <a:pt x="300" y="7"/>
                  <a:pt x="300" y="7"/>
                  <a:pt x="300" y="7"/>
                </a:cubicBezTo>
                <a:cubicBezTo>
                  <a:pt x="277" y="47"/>
                  <a:pt x="277" y="97"/>
                  <a:pt x="300" y="137"/>
                </a:cubicBezTo>
                <a:cubicBezTo>
                  <a:pt x="375" y="267"/>
                  <a:pt x="375" y="267"/>
                  <a:pt x="375" y="267"/>
                </a:cubicBezTo>
                <a:cubicBezTo>
                  <a:pt x="399" y="308"/>
                  <a:pt x="399" y="357"/>
                  <a:pt x="375" y="398"/>
                </a:cubicBezTo>
                <a:cubicBezTo>
                  <a:pt x="371" y="405"/>
                  <a:pt x="371" y="405"/>
                  <a:pt x="371" y="405"/>
                </a:cubicBezTo>
                <a:cubicBezTo>
                  <a:pt x="369" y="391"/>
                  <a:pt x="364" y="378"/>
                  <a:pt x="356" y="365"/>
                </a:cubicBezTo>
                <a:cubicBezTo>
                  <a:pt x="288" y="246"/>
                  <a:pt x="288" y="246"/>
                  <a:pt x="288" y="246"/>
                </a:cubicBezTo>
                <a:cubicBezTo>
                  <a:pt x="244" y="170"/>
                  <a:pt x="244" y="170"/>
                  <a:pt x="244" y="170"/>
                </a:cubicBezTo>
                <a:cubicBezTo>
                  <a:pt x="236" y="157"/>
                  <a:pt x="232" y="144"/>
                  <a:pt x="229" y="130"/>
                </a:cubicBezTo>
                <a:cubicBezTo>
                  <a:pt x="225" y="137"/>
                  <a:pt x="225" y="137"/>
                  <a:pt x="225" y="137"/>
                </a:cubicBezTo>
                <a:cubicBezTo>
                  <a:pt x="202" y="177"/>
                  <a:pt x="202" y="227"/>
                  <a:pt x="225" y="267"/>
                </a:cubicBezTo>
                <a:cubicBezTo>
                  <a:pt x="225" y="267"/>
                  <a:pt x="225" y="267"/>
                  <a:pt x="225" y="267"/>
                </a:cubicBezTo>
                <a:cubicBezTo>
                  <a:pt x="300" y="398"/>
                  <a:pt x="300" y="398"/>
                  <a:pt x="300" y="398"/>
                </a:cubicBezTo>
                <a:cubicBezTo>
                  <a:pt x="323" y="438"/>
                  <a:pt x="323" y="488"/>
                  <a:pt x="300" y="528"/>
                </a:cubicBezTo>
                <a:cubicBezTo>
                  <a:pt x="296" y="535"/>
                  <a:pt x="296" y="535"/>
                  <a:pt x="296" y="535"/>
                </a:cubicBezTo>
                <a:cubicBezTo>
                  <a:pt x="293" y="521"/>
                  <a:pt x="288" y="508"/>
                  <a:pt x="281" y="495"/>
                </a:cubicBezTo>
                <a:cubicBezTo>
                  <a:pt x="187" y="333"/>
                  <a:pt x="187" y="333"/>
                  <a:pt x="187" y="333"/>
                </a:cubicBezTo>
                <a:cubicBezTo>
                  <a:pt x="175" y="311"/>
                  <a:pt x="169" y="286"/>
                  <a:pt x="170" y="262"/>
                </a:cubicBezTo>
                <a:cubicBezTo>
                  <a:pt x="69" y="288"/>
                  <a:pt x="0" y="344"/>
                  <a:pt x="0" y="409"/>
                </a:cubicBezTo>
                <a:cubicBezTo>
                  <a:pt x="0" y="499"/>
                  <a:pt x="134" y="572"/>
                  <a:pt x="300" y="572"/>
                </a:cubicBezTo>
                <a:cubicBezTo>
                  <a:pt x="466" y="572"/>
                  <a:pt x="600" y="499"/>
                  <a:pt x="600" y="409"/>
                </a:cubicBezTo>
                <a:cubicBezTo>
                  <a:pt x="600" y="344"/>
                  <a:pt x="531" y="288"/>
                  <a:pt x="430" y="262"/>
                </a:cubicBezTo>
                <a:close/>
                <a:moveTo>
                  <a:pt x="714" y="540"/>
                </a:moveTo>
                <a:cubicBezTo>
                  <a:pt x="715" y="517"/>
                  <a:pt x="718" y="501"/>
                  <a:pt x="725" y="483"/>
                </a:cubicBezTo>
                <a:cubicBezTo>
                  <a:pt x="756" y="498"/>
                  <a:pt x="797" y="505"/>
                  <a:pt x="828" y="505"/>
                </a:cubicBezTo>
                <a:cubicBezTo>
                  <a:pt x="880" y="505"/>
                  <a:pt x="910" y="488"/>
                  <a:pt x="910" y="455"/>
                </a:cubicBezTo>
                <a:cubicBezTo>
                  <a:pt x="910" y="422"/>
                  <a:pt x="888" y="407"/>
                  <a:pt x="835" y="384"/>
                </a:cubicBezTo>
                <a:cubicBezTo>
                  <a:pt x="806" y="371"/>
                  <a:pt x="806" y="371"/>
                  <a:pt x="806" y="371"/>
                </a:cubicBezTo>
                <a:cubicBezTo>
                  <a:pt x="753" y="348"/>
                  <a:pt x="717" y="318"/>
                  <a:pt x="717" y="258"/>
                </a:cubicBezTo>
                <a:cubicBezTo>
                  <a:pt x="717" y="194"/>
                  <a:pt x="762" y="153"/>
                  <a:pt x="853" y="153"/>
                </a:cubicBezTo>
                <a:cubicBezTo>
                  <a:pt x="890" y="153"/>
                  <a:pt x="924" y="158"/>
                  <a:pt x="956" y="169"/>
                </a:cubicBezTo>
                <a:cubicBezTo>
                  <a:pt x="955" y="192"/>
                  <a:pt x="951" y="209"/>
                  <a:pt x="945" y="226"/>
                </a:cubicBezTo>
                <a:cubicBezTo>
                  <a:pt x="915" y="214"/>
                  <a:pt x="879" y="209"/>
                  <a:pt x="853" y="209"/>
                </a:cubicBezTo>
                <a:cubicBezTo>
                  <a:pt x="804" y="209"/>
                  <a:pt x="781" y="228"/>
                  <a:pt x="781" y="258"/>
                </a:cubicBezTo>
                <a:cubicBezTo>
                  <a:pt x="781" y="288"/>
                  <a:pt x="803" y="305"/>
                  <a:pt x="842" y="322"/>
                </a:cubicBezTo>
                <a:cubicBezTo>
                  <a:pt x="873" y="335"/>
                  <a:pt x="873" y="335"/>
                  <a:pt x="873" y="335"/>
                </a:cubicBezTo>
                <a:cubicBezTo>
                  <a:pt x="945" y="365"/>
                  <a:pt x="974" y="397"/>
                  <a:pt x="974" y="452"/>
                </a:cubicBezTo>
                <a:cubicBezTo>
                  <a:pt x="974" y="517"/>
                  <a:pt x="925" y="561"/>
                  <a:pt x="829" y="561"/>
                </a:cubicBezTo>
                <a:cubicBezTo>
                  <a:pt x="783" y="561"/>
                  <a:pt x="745" y="555"/>
                  <a:pt x="714" y="540"/>
                </a:cubicBezTo>
                <a:close/>
                <a:moveTo>
                  <a:pt x="1277" y="270"/>
                </a:moveTo>
                <a:cubicBezTo>
                  <a:pt x="1277" y="552"/>
                  <a:pt x="1277" y="552"/>
                  <a:pt x="1277" y="552"/>
                </a:cubicBezTo>
                <a:cubicBezTo>
                  <a:pt x="1220" y="552"/>
                  <a:pt x="1220" y="552"/>
                  <a:pt x="1220" y="552"/>
                </a:cubicBezTo>
                <a:cubicBezTo>
                  <a:pt x="1217" y="518"/>
                  <a:pt x="1217" y="518"/>
                  <a:pt x="1217" y="518"/>
                </a:cubicBezTo>
                <a:cubicBezTo>
                  <a:pt x="1201" y="543"/>
                  <a:pt x="1177" y="559"/>
                  <a:pt x="1138" y="559"/>
                </a:cubicBezTo>
                <a:cubicBezTo>
                  <a:pt x="1063" y="559"/>
                  <a:pt x="1013" y="505"/>
                  <a:pt x="1013" y="410"/>
                </a:cubicBezTo>
                <a:cubicBezTo>
                  <a:pt x="1013" y="311"/>
                  <a:pt x="1066" y="254"/>
                  <a:pt x="1171" y="254"/>
                </a:cubicBezTo>
                <a:cubicBezTo>
                  <a:pt x="1211" y="254"/>
                  <a:pt x="1245" y="259"/>
                  <a:pt x="1277" y="270"/>
                </a:cubicBezTo>
                <a:close/>
                <a:moveTo>
                  <a:pt x="1215" y="488"/>
                </a:moveTo>
                <a:cubicBezTo>
                  <a:pt x="1215" y="311"/>
                  <a:pt x="1215" y="311"/>
                  <a:pt x="1215" y="311"/>
                </a:cubicBezTo>
                <a:cubicBezTo>
                  <a:pt x="1202" y="309"/>
                  <a:pt x="1188" y="307"/>
                  <a:pt x="1171" y="307"/>
                </a:cubicBezTo>
                <a:cubicBezTo>
                  <a:pt x="1107" y="307"/>
                  <a:pt x="1077" y="347"/>
                  <a:pt x="1077" y="410"/>
                </a:cubicBezTo>
                <a:cubicBezTo>
                  <a:pt x="1077" y="468"/>
                  <a:pt x="1100" y="508"/>
                  <a:pt x="1155" y="508"/>
                </a:cubicBezTo>
                <a:cubicBezTo>
                  <a:pt x="1179" y="508"/>
                  <a:pt x="1199" y="500"/>
                  <a:pt x="1215" y="488"/>
                </a:cubicBezTo>
                <a:close/>
                <a:moveTo>
                  <a:pt x="1595" y="363"/>
                </a:moveTo>
                <a:cubicBezTo>
                  <a:pt x="1595" y="552"/>
                  <a:pt x="1595" y="552"/>
                  <a:pt x="1595" y="552"/>
                </a:cubicBezTo>
                <a:cubicBezTo>
                  <a:pt x="1533" y="552"/>
                  <a:pt x="1533" y="552"/>
                  <a:pt x="1533" y="552"/>
                </a:cubicBezTo>
                <a:cubicBezTo>
                  <a:pt x="1533" y="373"/>
                  <a:pt x="1533" y="373"/>
                  <a:pt x="1533" y="373"/>
                </a:cubicBezTo>
                <a:cubicBezTo>
                  <a:pt x="1533" y="329"/>
                  <a:pt x="1518" y="307"/>
                  <a:pt x="1456" y="307"/>
                </a:cubicBezTo>
                <a:cubicBezTo>
                  <a:pt x="1442" y="307"/>
                  <a:pt x="1424" y="309"/>
                  <a:pt x="1407" y="312"/>
                </a:cubicBezTo>
                <a:cubicBezTo>
                  <a:pt x="1407" y="552"/>
                  <a:pt x="1407" y="552"/>
                  <a:pt x="1407" y="552"/>
                </a:cubicBezTo>
                <a:cubicBezTo>
                  <a:pt x="1345" y="552"/>
                  <a:pt x="1345" y="552"/>
                  <a:pt x="1345" y="552"/>
                </a:cubicBezTo>
                <a:cubicBezTo>
                  <a:pt x="1345" y="270"/>
                  <a:pt x="1345" y="270"/>
                  <a:pt x="1345" y="270"/>
                </a:cubicBezTo>
                <a:cubicBezTo>
                  <a:pt x="1385" y="261"/>
                  <a:pt x="1428" y="254"/>
                  <a:pt x="1458" y="254"/>
                </a:cubicBezTo>
                <a:cubicBezTo>
                  <a:pt x="1562" y="254"/>
                  <a:pt x="1595" y="294"/>
                  <a:pt x="1595" y="363"/>
                </a:cubicBezTo>
                <a:close/>
                <a:moveTo>
                  <a:pt x="1767" y="506"/>
                </a:moveTo>
                <a:cubicBezTo>
                  <a:pt x="1785" y="506"/>
                  <a:pt x="1802" y="503"/>
                  <a:pt x="1816" y="498"/>
                </a:cubicBezTo>
                <a:cubicBezTo>
                  <a:pt x="1814" y="515"/>
                  <a:pt x="1812" y="534"/>
                  <a:pt x="1808" y="550"/>
                </a:cubicBezTo>
                <a:cubicBezTo>
                  <a:pt x="1791" y="557"/>
                  <a:pt x="1773" y="559"/>
                  <a:pt x="1756" y="559"/>
                </a:cubicBezTo>
                <a:cubicBezTo>
                  <a:pt x="1696" y="559"/>
                  <a:pt x="1657" y="531"/>
                  <a:pt x="1657" y="463"/>
                </a:cubicBezTo>
                <a:cubicBezTo>
                  <a:pt x="1657" y="166"/>
                  <a:pt x="1657" y="166"/>
                  <a:pt x="1657" y="166"/>
                </a:cubicBezTo>
                <a:cubicBezTo>
                  <a:pt x="1676" y="160"/>
                  <a:pt x="1700" y="157"/>
                  <a:pt x="1719" y="157"/>
                </a:cubicBezTo>
                <a:cubicBezTo>
                  <a:pt x="1719" y="264"/>
                  <a:pt x="1719" y="264"/>
                  <a:pt x="1719" y="264"/>
                </a:cubicBezTo>
                <a:cubicBezTo>
                  <a:pt x="1817" y="264"/>
                  <a:pt x="1817" y="264"/>
                  <a:pt x="1817" y="264"/>
                </a:cubicBezTo>
                <a:cubicBezTo>
                  <a:pt x="1816" y="283"/>
                  <a:pt x="1815" y="301"/>
                  <a:pt x="1812" y="317"/>
                </a:cubicBezTo>
                <a:cubicBezTo>
                  <a:pt x="1719" y="317"/>
                  <a:pt x="1719" y="317"/>
                  <a:pt x="1719" y="317"/>
                </a:cubicBezTo>
                <a:cubicBezTo>
                  <a:pt x="1719" y="455"/>
                  <a:pt x="1719" y="455"/>
                  <a:pt x="1719" y="455"/>
                </a:cubicBezTo>
                <a:cubicBezTo>
                  <a:pt x="1719" y="492"/>
                  <a:pt x="1737" y="506"/>
                  <a:pt x="1767" y="506"/>
                </a:cubicBezTo>
                <a:close/>
                <a:moveTo>
                  <a:pt x="2100" y="270"/>
                </a:moveTo>
                <a:cubicBezTo>
                  <a:pt x="2100" y="552"/>
                  <a:pt x="2100" y="552"/>
                  <a:pt x="2100" y="552"/>
                </a:cubicBezTo>
                <a:cubicBezTo>
                  <a:pt x="2043" y="552"/>
                  <a:pt x="2043" y="552"/>
                  <a:pt x="2043" y="552"/>
                </a:cubicBezTo>
                <a:cubicBezTo>
                  <a:pt x="2040" y="518"/>
                  <a:pt x="2040" y="518"/>
                  <a:pt x="2040" y="518"/>
                </a:cubicBezTo>
                <a:cubicBezTo>
                  <a:pt x="2024" y="543"/>
                  <a:pt x="2000" y="559"/>
                  <a:pt x="1960" y="559"/>
                </a:cubicBezTo>
                <a:cubicBezTo>
                  <a:pt x="1886" y="559"/>
                  <a:pt x="1836" y="505"/>
                  <a:pt x="1836" y="410"/>
                </a:cubicBezTo>
                <a:cubicBezTo>
                  <a:pt x="1836" y="311"/>
                  <a:pt x="1889" y="254"/>
                  <a:pt x="1993" y="254"/>
                </a:cubicBezTo>
                <a:cubicBezTo>
                  <a:pt x="2034" y="254"/>
                  <a:pt x="2067" y="259"/>
                  <a:pt x="2100" y="270"/>
                </a:cubicBezTo>
                <a:close/>
                <a:moveTo>
                  <a:pt x="2038" y="488"/>
                </a:moveTo>
                <a:cubicBezTo>
                  <a:pt x="2038" y="311"/>
                  <a:pt x="2038" y="311"/>
                  <a:pt x="2038" y="311"/>
                </a:cubicBezTo>
                <a:cubicBezTo>
                  <a:pt x="2025" y="309"/>
                  <a:pt x="2011" y="307"/>
                  <a:pt x="1993" y="307"/>
                </a:cubicBezTo>
                <a:cubicBezTo>
                  <a:pt x="1929" y="307"/>
                  <a:pt x="1899" y="347"/>
                  <a:pt x="1899" y="410"/>
                </a:cubicBezTo>
                <a:cubicBezTo>
                  <a:pt x="1899" y="468"/>
                  <a:pt x="1922" y="508"/>
                  <a:pt x="1978" y="508"/>
                </a:cubicBezTo>
                <a:cubicBezTo>
                  <a:pt x="2002" y="508"/>
                  <a:pt x="2022" y="500"/>
                  <a:pt x="2038" y="488"/>
                </a:cubicBezTo>
                <a:close/>
                <a:moveTo>
                  <a:pt x="2418" y="363"/>
                </a:moveTo>
                <a:cubicBezTo>
                  <a:pt x="2418" y="552"/>
                  <a:pt x="2418" y="552"/>
                  <a:pt x="2418" y="552"/>
                </a:cubicBezTo>
                <a:cubicBezTo>
                  <a:pt x="2356" y="552"/>
                  <a:pt x="2356" y="552"/>
                  <a:pt x="2356" y="552"/>
                </a:cubicBezTo>
                <a:cubicBezTo>
                  <a:pt x="2356" y="373"/>
                  <a:pt x="2356" y="373"/>
                  <a:pt x="2356" y="373"/>
                </a:cubicBezTo>
                <a:cubicBezTo>
                  <a:pt x="2356" y="329"/>
                  <a:pt x="2341" y="307"/>
                  <a:pt x="2279" y="307"/>
                </a:cubicBezTo>
                <a:cubicBezTo>
                  <a:pt x="2264" y="307"/>
                  <a:pt x="2247" y="309"/>
                  <a:pt x="2230" y="312"/>
                </a:cubicBezTo>
                <a:cubicBezTo>
                  <a:pt x="2230" y="552"/>
                  <a:pt x="2230" y="552"/>
                  <a:pt x="2230" y="552"/>
                </a:cubicBezTo>
                <a:cubicBezTo>
                  <a:pt x="2168" y="552"/>
                  <a:pt x="2168" y="552"/>
                  <a:pt x="2168" y="552"/>
                </a:cubicBezTo>
                <a:cubicBezTo>
                  <a:pt x="2168" y="270"/>
                  <a:pt x="2168" y="270"/>
                  <a:pt x="2168" y="270"/>
                </a:cubicBezTo>
                <a:cubicBezTo>
                  <a:pt x="2207" y="261"/>
                  <a:pt x="2251" y="254"/>
                  <a:pt x="2281" y="254"/>
                </a:cubicBezTo>
                <a:cubicBezTo>
                  <a:pt x="2384" y="254"/>
                  <a:pt x="2418" y="294"/>
                  <a:pt x="2418" y="363"/>
                </a:cubicBezTo>
                <a:close/>
                <a:moveTo>
                  <a:pt x="2733" y="157"/>
                </a:moveTo>
                <a:cubicBezTo>
                  <a:pt x="2733" y="552"/>
                  <a:pt x="2733" y="552"/>
                  <a:pt x="2733" y="552"/>
                </a:cubicBezTo>
                <a:cubicBezTo>
                  <a:pt x="2676" y="552"/>
                  <a:pt x="2676" y="552"/>
                  <a:pt x="2676" y="552"/>
                </a:cubicBezTo>
                <a:cubicBezTo>
                  <a:pt x="2672" y="516"/>
                  <a:pt x="2672" y="516"/>
                  <a:pt x="2672" y="516"/>
                </a:cubicBezTo>
                <a:cubicBezTo>
                  <a:pt x="2656" y="543"/>
                  <a:pt x="2632" y="559"/>
                  <a:pt x="2591" y="559"/>
                </a:cubicBezTo>
                <a:cubicBezTo>
                  <a:pt x="2517" y="559"/>
                  <a:pt x="2467" y="505"/>
                  <a:pt x="2467" y="410"/>
                </a:cubicBezTo>
                <a:cubicBezTo>
                  <a:pt x="2467" y="311"/>
                  <a:pt x="2520" y="254"/>
                  <a:pt x="2625" y="254"/>
                </a:cubicBezTo>
                <a:cubicBezTo>
                  <a:pt x="2641" y="254"/>
                  <a:pt x="2656" y="256"/>
                  <a:pt x="2671" y="259"/>
                </a:cubicBezTo>
                <a:cubicBezTo>
                  <a:pt x="2671" y="166"/>
                  <a:pt x="2671" y="166"/>
                  <a:pt x="2671" y="166"/>
                </a:cubicBezTo>
                <a:cubicBezTo>
                  <a:pt x="2690" y="159"/>
                  <a:pt x="2712" y="157"/>
                  <a:pt x="2733" y="157"/>
                </a:cubicBezTo>
                <a:close/>
                <a:moveTo>
                  <a:pt x="2671" y="487"/>
                </a:moveTo>
                <a:cubicBezTo>
                  <a:pt x="2671" y="313"/>
                  <a:pt x="2671" y="313"/>
                  <a:pt x="2671" y="313"/>
                </a:cubicBezTo>
                <a:cubicBezTo>
                  <a:pt x="2655" y="310"/>
                  <a:pt x="2638" y="307"/>
                  <a:pt x="2621" y="307"/>
                </a:cubicBezTo>
                <a:cubicBezTo>
                  <a:pt x="2560" y="307"/>
                  <a:pt x="2531" y="346"/>
                  <a:pt x="2531" y="410"/>
                </a:cubicBezTo>
                <a:cubicBezTo>
                  <a:pt x="2531" y="468"/>
                  <a:pt x="2554" y="508"/>
                  <a:pt x="2609" y="508"/>
                </a:cubicBezTo>
                <a:cubicBezTo>
                  <a:pt x="2634" y="508"/>
                  <a:pt x="2654" y="500"/>
                  <a:pt x="2671" y="487"/>
                </a:cubicBezTo>
                <a:close/>
                <a:moveTo>
                  <a:pt x="3045" y="432"/>
                </a:moveTo>
                <a:cubicBezTo>
                  <a:pt x="2847" y="432"/>
                  <a:pt x="2847" y="432"/>
                  <a:pt x="2847" y="432"/>
                </a:cubicBezTo>
                <a:cubicBezTo>
                  <a:pt x="2854" y="482"/>
                  <a:pt x="2884" y="506"/>
                  <a:pt x="2939" y="506"/>
                </a:cubicBezTo>
                <a:cubicBezTo>
                  <a:pt x="2973" y="506"/>
                  <a:pt x="3007" y="499"/>
                  <a:pt x="3038" y="485"/>
                </a:cubicBezTo>
                <a:cubicBezTo>
                  <a:pt x="3036" y="501"/>
                  <a:pt x="3033" y="522"/>
                  <a:pt x="3029" y="541"/>
                </a:cubicBezTo>
                <a:cubicBezTo>
                  <a:pt x="3001" y="554"/>
                  <a:pt x="2971" y="559"/>
                  <a:pt x="2937" y="559"/>
                </a:cubicBezTo>
                <a:cubicBezTo>
                  <a:pt x="2834" y="559"/>
                  <a:pt x="2783" y="502"/>
                  <a:pt x="2783" y="405"/>
                </a:cubicBezTo>
                <a:cubicBezTo>
                  <a:pt x="2783" y="321"/>
                  <a:pt x="2822" y="254"/>
                  <a:pt x="2921" y="254"/>
                </a:cubicBezTo>
                <a:cubicBezTo>
                  <a:pt x="3010" y="254"/>
                  <a:pt x="3048" y="313"/>
                  <a:pt x="3048" y="384"/>
                </a:cubicBezTo>
                <a:cubicBezTo>
                  <a:pt x="3048" y="401"/>
                  <a:pt x="3047" y="415"/>
                  <a:pt x="3045" y="432"/>
                </a:cubicBezTo>
                <a:close/>
                <a:moveTo>
                  <a:pt x="2845" y="380"/>
                </a:moveTo>
                <a:cubicBezTo>
                  <a:pt x="2985" y="380"/>
                  <a:pt x="2985" y="380"/>
                  <a:pt x="2985" y="380"/>
                </a:cubicBezTo>
                <a:cubicBezTo>
                  <a:pt x="2985" y="333"/>
                  <a:pt x="2960" y="306"/>
                  <a:pt x="2918" y="306"/>
                </a:cubicBezTo>
                <a:cubicBezTo>
                  <a:pt x="2874" y="306"/>
                  <a:pt x="2850" y="332"/>
                  <a:pt x="2845" y="380"/>
                </a:cubicBezTo>
                <a:close/>
                <a:moveTo>
                  <a:pt x="3262" y="257"/>
                </a:moveTo>
                <a:cubicBezTo>
                  <a:pt x="3262" y="275"/>
                  <a:pt x="3260" y="298"/>
                  <a:pt x="3256" y="310"/>
                </a:cubicBezTo>
                <a:cubicBezTo>
                  <a:pt x="3241" y="308"/>
                  <a:pt x="3227" y="307"/>
                  <a:pt x="3209" y="307"/>
                </a:cubicBezTo>
                <a:cubicBezTo>
                  <a:pt x="3194" y="307"/>
                  <a:pt x="3179" y="309"/>
                  <a:pt x="3164" y="311"/>
                </a:cubicBezTo>
                <a:cubicBezTo>
                  <a:pt x="3164" y="552"/>
                  <a:pt x="3164" y="552"/>
                  <a:pt x="3164" y="552"/>
                </a:cubicBezTo>
                <a:cubicBezTo>
                  <a:pt x="3102" y="552"/>
                  <a:pt x="3102" y="552"/>
                  <a:pt x="3102" y="552"/>
                </a:cubicBezTo>
                <a:cubicBezTo>
                  <a:pt x="3102" y="270"/>
                  <a:pt x="3102" y="270"/>
                  <a:pt x="3102" y="270"/>
                </a:cubicBezTo>
                <a:cubicBezTo>
                  <a:pt x="3128" y="261"/>
                  <a:pt x="3173" y="254"/>
                  <a:pt x="3208" y="254"/>
                </a:cubicBezTo>
                <a:cubicBezTo>
                  <a:pt x="3227" y="254"/>
                  <a:pt x="3248" y="255"/>
                  <a:pt x="3262" y="257"/>
                </a:cubicBezTo>
                <a:close/>
              </a:path>
            </a:pathLst>
          </a:custGeom>
          <a:solidFill>
            <a:srgbClr val="C00000"/>
          </a:solidFill>
          <a:ln>
            <a:noFill/>
          </a:ln>
        </p:spPr>
        <p:txBody>
          <a:bodyPr vert="horz" wrap="square" lIns="91440" tIns="45720" rIns="91440" bIns="45720" numCol="1" anchor="t" anchorCtr="0" compatLnSpc="1">
            <a:prstTxWarp prst="textNoShape">
              <a:avLst/>
            </a:prstTxWarp>
          </a:bodyPr>
          <a:lstStyle/>
          <a:p>
            <a:endParaRPr lang="es-ES"/>
          </a:p>
        </p:txBody>
      </p:sp>
    </p:spTree>
    <p:extLst>
      <p:ext uri="{BB962C8B-B14F-4D97-AF65-F5344CB8AC3E}">
        <p14:creationId xmlns:p14="http://schemas.microsoft.com/office/powerpoint/2010/main" val="10111741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parador blanc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045CB15-1F44-40E1-909E-6233010BC133}"/>
              </a:ext>
            </a:extLst>
          </p:cNvPr>
          <p:cNvSpPr>
            <a:spLocks noGrp="1"/>
          </p:cNvSpPr>
          <p:nvPr>
            <p:ph type="title"/>
          </p:nvPr>
        </p:nvSpPr>
        <p:spPr>
          <a:xfrm>
            <a:off x="722519" y="626373"/>
            <a:ext cx="4386194" cy="2852737"/>
          </a:xfrm>
        </p:spPr>
        <p:txBody>
          <a:bodyPr anchor="t">
            <a:normAutofit/>
          </a:bodyPr>
          <a:lstStyle>
            <a:lvl1pPr>
              <a:lnSpc>
                <a:spcPct val="100000"/>
              </a:lnSpc>
              <a:defRPr sz="4000">
                <a:solidFill>
                  <a:schemeClr val="accent1"/>
                </a:solidFill>
              </a:defRPr>
            </a:lvl1pPr>
          </a:lstStyle>
          <a:p>
            <a:r>
              <a:rPr lang="en-US"/>
              <a:t>Click to edit Master title style</a:t>
            </a:r>
            <a:endParaRPr lang="es-ES"/>
          </a:p>
        </p:txBody>
      </p:sp>
      <p:sp>
        <p:nvSpPr>
          <p:cNvPr id="3" name="Rectangle 2"/>
          <p:cNvSpPr/>
          <p:nvPr userDrawn="1"/>
        </p:nvSpPr>
        <p:spPr>
          <a:xfrm>
            <a:off x="10587318" y="0"/>
            <a:ext cx="160468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Tree>
    <p:extLst>
      <p:ext uri="{BB962C8B-B14F-4D97-AF65-F5344CB8AC3E}">
        <p14:creationId xmlns:p14="http://schemas.microsoft.com/office/powerpoint/2010/main" val="23301130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ulo y contenido ">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6B5AEF2-F43E-4C92-A186-61C1E43CE82B}"/>
              </a:ext>
            </a:extLst>
          </p:cNvPr>
          <p:cNvSpPr>
            <a:spLocks noGrp="1"/>
          </p:cNvSpPr>
          <p:nvPr>
            <p:ph type="title" hasCustomPrompt="1"/>
          </p:nvPr>
        </p:nvSpPr>
        <p:spPr>
          <a:xfrm>
            <a:off x="722243" y="1087457"/>
            <a:ext cx="5297557" cy="1606047"/>
          </a:xfrm>
        </p:spPr>
        <p:txBody>
          <a:bodyPr anchor="t">
            <a:normAutofit/>
          </a:bodyPr>
          <a:lstStyle>
            <a:lvl1pPr>
              <a:defRPr sz="3600">
                <a:solidFill>
                  <a:schemeClr val="accent1"/>
                </a:solidFill>
              </a:defRPr>
            </a:lvl1pPr>
          </a:lstStyle>
          <a:p>
            <a:r>
              <a:rPr lang="es-ES"/>
              <a:t>Click here to modify the title style of the master</a:t>
            </a:r>
          </a:p>
        </p:txBody>
      </p:sp>
      <p:sp>
        <p:nvSpPr>
          <p:cNvPr id="10" name="Marcador de número de diapositiva 5">
            <a:extLst>
              <a:ext uri="{FF2B5EF4-FFF2-40B4-BE49-F238E27FC236}">
                <a16:creationId xmlns:a16="http://schemas.microsoft.com/office/drawing/2014/main" id="{12E1D636-3017-4CF4-BA5F-3300C668441C}"/>
              </a:ext>
            </a:extLst>
          </p:cNvPr>
          <p:cNvSpPr>
            <a:spLocks noGrp="1"/>
          </p:cNvSpPr>
          <p:nvPr>
            <p:ph type="sldNum" sz="quarter" idx="12"/>
          </p:nvPr>
        </p:nvSpPr>
        <p:spPr>
          <a:xfrm>
            <a:off x="8730845" y="6209600"/>
            <a:ext cx="2743200" cy="365125"/>
          </a:xfrm>
        </p:spPr>
        <p:txBody>
          <a:bodyPr/>
          <a:lstStyle>
            <a:lvl1pPr>
              <a:defRPr sz="1300">
                <a:solidFill>
                  <a:schemeClr val="accent1"/>
                </a:solidFill>
              </a:defRPr>
            </a:lvl1pPr>
          </a:lstStyle>
          <a:p>
            <a:fld id="{BC0D97B6-E32F-4D7D-B839-7C3B51F2640F}" type="slidenum">
              <a:rPr lang="es-ES" smtClean="0"/>
              <a:pPr/>
              <a:t>‹#›</a:t>
            </a:fld>
            <a:endParaRPr lang="es-ES"/>
          </a:p>
        </p:txBody>
      </p:sp>
      <p:sp>
        <p:nvSpPr>
          <p:cNvPr id="15" name="Marcador de texto 14">
            <a:extLst>
              <a:ext uri="{FF2B5EF4-FFF2-40B4-BE49-F238E27FC236}">
                <a16:creationId xmlns:a16="http://schemas.microsoft.com/office/drawing/2014/main" id="{05897091-A449-4E0A-B444-7171DF90239A}"/>
              </a:ext>
            </a:extLst>
          </p:cNvPr>
          <p:cNvSpPr>
            <a:spLocks noGrp="1"/>
          </p:cNvSpPr>
          <p:nvPr>
            <p:ph type="body" sz="quarter" idx="14"/>
          </p:nvPr>
        </p:nvSpPr>
        <p:spPr>
          <a:xfrm>
            <a:off x="711024" y="337100"/>
            <a:ext cx="10758734" cy="304800"/>
          </a:xfrm>
        </p:spPr>
        <p:txBody>
          <a:bodyPr>
            <a:noAutofit/>
          </a:bodyPr>
          <a:lstStyle>
            <a:lvl1pPr marL="0" indent="0">
              <a:buFontTx/>
              <a:buNone/>
              <a:defRPr sz="1300">
                <a:solidFill>
                  <a:schemeClr val="accent1"/>
                </a:solidFill>
              </a:defRPr>
            </a:lvl1pPr>
            <a:lvl2pPr marL="457200" indent="0">
              <a:buFontTx/>
              <a:buNone/>
              <a:defRPr sz="1100"/>
            </a:lvl2pPr>
            <a:lvl3pPr marL="914400" indent="0">
              <a:buFontTx/>
              <a:buNone/>
              <a:defRPr sz="1050"/>
            </a:lvl3pPr>
            <a:lvl4pPr marL="1371600" indent="0">
              <a:buFontTx/>
              <a:buNone/>
              <a:defRPr sz="1000"/>
            </a:lvl4pPr>
            <a:lvl5pPr marL="1828800" indent="0">
              <a:buFontTx/>
              <a:buNone/>
              <a:defRPr sz="1000"/>
            </a:lvl5pPr>
          </a:lstStyle>
          <a:p>
            <a:pPr lvl="0"/>
            <a:r>
              <a:rPr lang="en-US"/>
              <a:t>Click to edit Master text styles</a:t>
            </a:r>
          </a:p>
        </p:txBody>
      </p:sp>
      <p:sp>
        <p:nvSpPr>
          <p:cNvPr id="18" name="Marcador de texto 16">
            <a:extLst>
              <a:ext uri="{FF2B5EF4-FFF2-40B4-BE49-F238E27FC236}">
                <a16:creationId xmlns:a16="http://schemas.microsoft.com/office/drawing/2014/main" id="{07C8BA77-3119-41AC-B33B-745A751CC066}"/>
              </a:ext>
            </a:extLst>
          </p:cNvPr>
          <p:cNvSpPr>
            <a:spLocks noGrp="1"/>
          </p:cNvSpPr>
          <p:nvPr>
            <p:ph type="body" sz="quarter" idx="15"/>
          </p:nvPr>
        </p:nvSpPr>
        <p:spPr>
          <a:xfrm>
            <a:off x="711025" y="3093562"/>
            <a:ext cx="5308776" cy="3083401"/>
          </a:xfrm>
        </p:spPr>
        <p:txBody>
          <a:bodyPr>
            <a:noAutofit/>
          </a:bodyPr>
          <a:lstStyle>
            <a:lvl1pPr marL="0" indent="0">
              <a:spcBef>
                <a:spcPts val="0"/>
              </a:spcBef>
              <a:spcAft>
                <a:spcPts val="2200"/>
              </a:spcAft>
              <a:buFontTx/>
              <a:buNone/>
              <a:defRPr lang="es-ES" sz="1200" kern="1200" smtClean="0">
                <a:solidFill>
                  <a:schemeClr val="tx2"/>
                </a:solidFill>
                <a:latin typeface="+mn-lt"/>
                <a:ea typeface="+mn-ea"/>
                <a:cs typeface="+mn-cs"/>
              </a:defRPr>
            </a:lvl1pPr>
            <a:lvl2pPr marL="457200" indent="0">
              <a:buFontTx/>
              <a:buNone/>
              <a:defRPr lang="es-ES" sz="1200" kern="1200" smtClean="0">
                <a:solidFill>
                  <a:schemeClr val="tx2"/>
                </a:solidFill>
                <a:latin typeface="+mn-lt"/>
                <a:ea typeface="+mn-ea"/>
                <a:cs typeface="+mn-cs"/>
              </a:defRPr>
            </a:lvl2pPr>
            <a:lvl3pPr marL="914400" indent="0">
              <a:buFontTx/>
              <a:buNone/>
              <a:defRPr lang="es-ES" sz="1200" kern="1200" smtClean="0">
                <a:solidFill>
                  <a:schemeClr val="tx2"/>
                </a:solidFill>
                <a:latin typeface="+mn-lt"/>
                <a:ea typeface="+mn-ea"/>
                <a:cs typeface="+mn-cs"/>
              </a:defRPr>
            </a:lvl3pPr>
            <a:lvl4pPr marL="1371600" indent="0">
              <a:buFontTx/>
              <a:buNone/>
              <a:defRPr lang="es-ES" sz="1200" kern="1200" smtClean="0">
                <a:solidFill>
                  <a:schemeClr val="tx2"/>
                </a:solidFill>
                <a:latin typeface="+mn-lt"/>
                <a:ea typeface="+mn-ea"/>
                <a:cs typeface="+mn-cs"/>
              </a:defRPr>
            </a:lvl4pPr>
            <a:lvl5pPr marL="1828800" indent="0">
              <a:buFontTx/>
              <a:buNone/>
              <a:defRPr lang="es-ES" sz="1200" kern="1200">
                <a:solidFill>
                  <a:schemeClr val="tx2"/>
                </a:solidFill>
                <a:latin typeface="+mn-lt"/>
                <a:ea typeface="+mn-ea"/>
                <a:cs typeface="+mn-cs"/>
              </a:defRPr>
            </a:lvl5pPr>
          </a:lstStyle>
          <a:p>
            <a:pPr lvl="0"/>
            <a:r>
              <a:rPr lang="en-US"/>
              <a:t>Click to edit Master text styles</a:t>
            </a:r>
          </a:p>
        </p:txBody>
      </p:sp>
      <p:sp>
        <p:nvSpPr>
          <p:cNvPr id="20" name="Marcador de texto 16">
            <a:extLst>
              <a:ext uri="{FF2B5EF4-FFF2-40B4-BE49-F238E27FC236}">
                <a16:creationId xmlns:a16="http://schemas.microsoft.com/office/drawing/2014/main" id="{81AA2FC0-CE4E-483D-AF92-BEA6CD796B9C}"/>
              </a:ext>
            </a:extLst>
          </p:cNvPr>
          <p:cNvSpPr>
            <a:spLocks noGrp="1"/>
          </p:cNvSpPr>
          <p:nvPr>
            <p:ph type="body" sz="quarter" idx="16"/>
          </p:nvPr>
        </p:nvSpPr>
        <p:spPr>
          <a:xfrm>
            <a:off x="6399971" y="1087458"/>
            <a:ext cx="5081004" cy="5089506"/>
          </a:xfrm>
        </p:spPr>
        <p:txBody>
          <a:bodyPr>
            <a:noAutofit/>
          </a:bodyPr>
          <a:lstStyle>
            <a:lvl1pPr marL="0" indent="0">
              <a:spcBef>
                <a:spcPts val="0"/>
              </a:spcBef>
              <a:spcAft>
                <a:spcPts val="2200"/>
              </a:spcAft>
              <a:buFontTx/>
              <a:buNone/>
              <a:defRPr lang="es-ES" sz="1200" kern="1200" smtClean="0">
                <a:solidFill>
                  <a:schemeClr val="tx2"/>
                </a:solidFill>
                <a:latin typeface="+mn-lt"/>
                <a:ea typeface="+mn-ea"/>
                <a:cs typeface="+mn-cs"/>
              </a:defRPr>
            </a:lvl1pPr>
            <a:lvl2pPr marL="457200" indent="0">
              <a:buFontTx/>
              <a:buNone/>
              <a:defRPr lang="es-ES" sz="1200" kern="1200" smtClean="0">
                <a:solidFill>
                  <a:schemeClr val="tx2"/>
                </a:solidFill>
                <a:latin typeface="+mn-lt"/>
                <a:ea typeface="+mn-ea"/>
                <a:cs typeface="+mn-cs"/>
              </a:defRPr>
            </a:lvl2pPr>
            <a:lvl3pPr marL="914400" indent="0">
              <a:buFontTx/>
              <a:buNone/>
              <a:defRPr lang="es-ES" sz="1200" kern="1200" smtClean="0">
                <a:solidFill>
                  <a:schemeClr val="tx2"/>
                </a:solidFill>
                <a:latin typeface="+mn-lt"/>
                <a:ea typeface="+mn-ea"/>
                <a:cs typeface="+mn-cs"/>
              </a:defRPr>
            </a:lvl3pPr>
            <a:lvl4pPr marL="1371600" indent="0">
              <a:buFontTx/>
              <a:buNone/>
              <a:defRPr lang="es-ES" sz="1200" kern="1200" smtClean="0">
                <a:solidFill>
                  <a:schemeClr val="tx2"/>
                </a:solidFill>
                <a:latin typeface="+mn-lt"/>
                <a:ea typeface="+mn-ea"/>
                <a:cs typeface="+mn-cs"/>
              </a:defRPr>
            </a:lvl4pPr>
            <a:lvl5pPr marL="1828800" indent="0">
              <a:buFontTx/>
              <a:buNone/>
              <a:defRPr lang="es-ES" sz="1200" kern="1200">
                <a:solidFill>
                  <a:schemeClr val="tx2"/>
                </a:solidFill>
                <a:latin typeface="+mn-lt"/>
                <a:ea typeface="+mn-ea"/>
                <a:cs typeface="+mn-cs"/>
              </a:defRPr>
            </a:lvl5pPr>
          </a:lstStyle>
          <a:p>
            <a:pPr lvl="0"/>
            <a:r>
              <a:rPr lang="en-US"/>
              <a:t>Click to edit Master text styles</a:t>
            </a:r>
          </a:p>
        </p:txBody>
      </p:sp>
      <p:sp>
        <p:nvSpPr>
          <p:cNvPr id="3" name="Freeform 5">
            <a:extLst>
              <a:ext uri="{FF2B5EF4-FFF2-40B4-BE49-F238E27FC236}">
                <a16:creationId xmlns:a16="http://schemas.microsoft.com/office/drawing/2014/main" id="{C13DBBFD-13E7-C0FB-2970-FB5971D1BFAB}"/>
              </a:ext>
            </a:extLst>
          </p:cNvPr>
          <p:cNvSpPr>
            <a:spLocks noEditPoints="1"/>
          </p:cNvSpPr>
          <p:nvPr userDrawn="1"/>
        </p:nvSpPr>
        <p:spPr bwMode="auto">
          <a:xfrm>
            <a:off x="252347" y="6514761"/>
            <a:ext cx="1171705" cy="206714"/>
          </a:xfrm>
          <a:custGeom>
            <a:avLst/>
            <a:gdLst>
              <a:gd name="T0" fmla="*/ 319 w 3262"/>
              <a:gd name="T1" fmla="*/ 39 h 572"/>
              <a:gd name="T2" fmla="*/ 300 w 3262"/>
              <a:gd name="T3" fmla="*/ 137 h 572"/>
              <a:gd name="T4" fmla="*/ 371 w 3262"/>
              <a:gd name="T5" fmla="*/ 405 h 572"/>
              <a:gd name="T6" fmla="*/ 244 w 3262"/>
              <a:gd name="T7" fmla="*/ 170 h 572"/>
              <a:gd name="T8" fmla="*/ 225 w 3262"/>
              <a:gd name="T9" fmla="*/ 267 h 572"/>
              <a:gd name="T10" fmla="*/ 300 w 3262"/>
              <a:gd name="T11" fmla="*/ 528 h 572"/>
              <a:gd name="T12" fmla="*/ 187 w 3262"/>
              <a:gd name="T13" fmla="*/ 333 h 572"/>
              <a:gd name="T14" fmla="*/ 300 w 3262"/>
              <a:gd name="T15" fmla="*/ 572 h 572"/>
              <a:gd name="T16" fmla="*/ 714 w 3262"/>
              <a:gd name="T17" fmla="*/ 540 h 572"/>
              <a:gd name="T18" fmla="*/ 910 w 3262"/>
              <a:gd name="T19" fmla="*/ 455 h 572"/>
              <a:gd name="T20" fmla="*/ 717 w 3262"/>
              <a:gd name="T21" fmla="*/ 258 h 572"/>
              <a:gd name="T22" fmla="*/ 945 w 3262"/>
              <a:gd name="T23" fmla="*/ 226 h 572"/>
              <a:gd name="T24" fmla="*/ 842 w 3262"/>
              <a:gd name="T25" fmla="*/ 322 h 572"/>
              <a:gd name="T26" fmla="*/ 829 w 3262"/>
              <a:gd name="T27" fmla="*/ 561 h 572"/>
              <a:gd name="T28" fmla="*/ 1277 w 3262"/>
              <a:gd name="T29" fmla="*/ 552 h 572"/>
              <a:gd name="T30" fmla="*/ 1138 w 3262"/>
              <a:gd name="T31" fmla="*/ 559 h 572"/>
              <a:gd name="T32" fmla="*/ 1277 w 3262"/>
              <a:gd name="T33" fmla="*/ 270 h 572"/>
              <a:gd name="T34" fmla="*/ 1171 w 3262"/>
              <a:gd name="T35" fmla="*/ 307 h 572"/>
              <a:gd name="T36" fmla="*/ 1215 w 3262"/>
              <a:gd name="T37" fmla="*/ 488 h 572"/>
              <a:gd name="T38" fmla="*/ 1533 w 3262"/>
              <a:gd name="T39" fmla="*/ 552 h 572"/>
              <a:gd name="T40" fmla="*/ 1407 w 3262"/>
              <a:gd name="T41" fmla="*/ 312 h 572"/>
              <a:gd name="T42" fmla="*/ 1345 w 3262"/>
              <a:gd name="T43" fmla="*/ 270 h 572"/>
              <a:gd name="T44" fmla="*/ 1767 w 3262"/>
              <a:gd name="T45" fmla="*/ 506 h 572"/>
              <a:gd name="T46" fmla="*/ 1756 w 3262"/>
              <a:gd name="T47" fmla="*/ 559 h 572"/>
              <a:gd name="T48" fmla="*/ 1719 w 3262"/>
              <a:gd name="T49" fmla="*/ 157 h 572"/>
              <a:gd name="T50" fmla="*/ 1812 w 3262"/>
              <a:gd name="T51" fmla="*/ 317 h 572"/>
              <a:gd name="T52" fmla="*/ 1767 w 3262"/>
              <a:gd name="T53" fmla="*/ 506 h 572"/>
              <a:gd name="T54" fmla="*/ 2043 w 3262"/>
              <a:gd name="T55" fmla="*/ 552 h 572"/>
              <a:gd name="T56" fmla="*/ 1836 w 3262"/>
              <a:gd name="T57" fmla="*/ 410 h 572"/>
              <a:gd name="T58" fmla="*/ 2038 w 3262"/>
              <a:gd name="T59" fmla="*/ 488 h 572"/>
              <a:gd name="T60" fmla="*/ 1899 w 3262"/>
              <a:gd name="T61" fmla="*/ 410 h 572"/>
              <a:gd name="T62" fmla="*/ 2418 w 3262"/>
              <a:gd name="T63" fmla="*/ 363 h 572"/>
              <a:gd name="T64" fmla="*/ 2356 w 3262"/>
              <a:gd name="T65" fmla="*/ 373 h 572"/>
              <a:gd name="T66" fmla="*/ 2230 w 3262"/>
              <a:gd name="T67" fmla="*/ 552 h 572"/>
              <a:gd name="T68" fmla="*/ 2281 w 3262"/>
              <a:gd name="T69" fmla="*/ 254 h 572"/>
              <a:gd name="T70" fmla="*/ 2733 w 3262"/>
              <a:gd name="T71" fmla="*/ 552 h 572"/>
              <a:gd name="T72" fmla="*/ 2591 w 3262"/>
              <a:gd name="T73" fmla="*/ 559 h 572"/>
              <a:gd name="T74" fmla="*/ 2671 w 3262"/>
              <a:gd name="T75" fmla="*/ 259 h 572"/>
              <a:gd name="T76" fmla="*/ 2671 w 3262"/>
              <a:gd name="T77" fmla="*/ 487 h 572"/>
              <a:gd name="T78" fmla="*/ 2531 w 3262"/>
              <a:gd name="T79" fmla="*/ 410 h 572"/>
              <a:gd name="T80" fmla="*/ 3045 w 3262"/>
              <a:gd name="T81" fmla="*/ 432 h 572"/>
              <a:gd name="T82" fmla="*/ 3038 w 3262"/>
              <a:gd name="T83" fmla="*/ 485 h 572"/>
              <a:gd name="T84" fmla="*/ 2783 w 3262"/>
              <a:gd name="T85" fmla="*/ 405 h 572"/>
              <a:gd name="T86" fmla="*/ 3045 w 3262"/>
              <a:gd name="T87" fmla="*/ 432 h 572"/>
              <a:gd name="T88" fmla="*/ 2918 w 3262"/>
              <a:gd name="T89" fmla="*/ 306 h 572"/>
              <a:gd name="T90" fmla="*/ 3256 w 3262"/>
              <a:gd name="T91" fmla="*/ 310 h 572"/>
              <a:gd name="T92" fmla="*/ 3164 w 3262"/>
              <a:gd name="T93" fmla="*/ 552 h 572"/>
              <a:gd name="T94" fmla="*/ 3208 w 3262"/>
              <a:gd name="T95" fmla="*/ 254 h 5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3262" h="572">
                <a:moveTo>
                  <a:pt x="430" y="262"/>
                </a:moveTo>
                <a:cubicBezTo>
                  <a:pt x="429" y="241"/>
                  <a:pt x="424" y="221"/>
                  <a:pt x="413" y="202"/>
                </a:cubicBezTo>
                <a:cubicBezTo>
                  <a:pt x="319" y="39"/>
                  <a:pt x="319" y="39"/>
                  <a:pt x="319" y="39"/>
                </a:cubicBezTo>
                <a:cubicBezTo>
                  <a:pt x="312" y="27"/>
                  <a:pt x="307" y="14"/>
                  <a:pt x="304" y="0"/>
                </a:cubicBezTo>
                <a:cubicBezTo>
                  <a:pt x="300" y="7"/>
                  <a:pt x="300" y="7"/>
                  <a:pt x="300" y="7"/>
                </a:cubicBezTo>
                <a:cubicBezTo>
                  <a:pt x="277" y="47"/>
                  <a:pt x="277" y="97"/>
                  <a:pt x="300" y="137"/>
                </a:cubicBezTo>
                <a:cubicBezTo>
                  <a:pt x="375" y="267"/>
                  <a:pt x="375" y="267"/>
                  <a:pt x="375" y="267"/>
                </a:cubicBezTo>
                <a:cubicBezTo>
                  <a:pt x="399" y="308"/>
                  <a:pt x="399" y="357"/>
                  <a:pt x="375" y="398"/>
                </a:cubicBezTo>
                <a:cubicBezTo>
                  <a:pt x="371" y="405"/>
                  <a:pt x="371" y="405"/>
                  <a:pt x="371" y="405"/>
                </a:cubicBezTo>
                <a:cubicBezTo>
                  <a:pt x="369" y="391"/>
                  <a:pt x="364" y="378"/>
                  <a:pt x="356" y="365"/>
                </a:cubicBezTo>
                <a:cubicBezTo>
                  <a:pt x="288" y="246"/>
                  <a:pt x="288" y="246"/>
                  <a:pt x="288" y="246"/>
                </a:cubicBezTo>
                <a:cubicBezTo>
                  <a:pt x="244" y="170"/>
                  <a:pt x="244" y="170"/>
                  <a:pt x="244" y="170"/>
                </a:cubicBezTo>
                <a:cubicBezTo>
                  <a:pt x="236" y="157"/>
                  <a:pt x="232" y="144"/>
                  <a:pt x="229" y="130"/>
                </a:cubicBezTo>
                <a:cubicBezTo>
                  <a:pt x="225" y="137"/>
                  <a:pt x="225" y="137"/>
                  <a:pt x="225" y="137"/>
                </a:cubicBezTo>
                <a:cubicBezTo>
                  <a:pt x="202" y="177"/>
                  <a:pt x="202" y="227"/>
                  <a:pt x="225" y="267"/>
                </a:cubicBezTo>
                <a:cubicBezTo>
                  <a:pt x="225" y="267"/>
                  <a:pt x="225" y="267"/>
                  <a:pt x="225" y="267"/>
                </a:cubicBezTo>
                <a:cubicBezTo>
                  <a:pt x="300" y="398"/>
                  <a:pt x="300" y="398"/>
                  <a:pt x="300" y="398"/>
                </a:cubicBezTo>
                <a:cubicBezTo>
                  <a:pt x="323" y="438"/>
                  <a:pt x="323" y="488"/>
                  <a:pt x="300" y="528"/>
                </a:cubicBezTo>
                <a:cubicBezTo>
                  <a:pt x="296" y="535"/>
                  <a:pt x="296" y="535"/>
                  <a:pt x="296" y="535"/>
                </a:cubicBezTo>
                <a:cubicBezTo>
                  <a:pt x="293" y="521"/>
                  <a:pt x="288" y="508"/>
                  <a:pt x="281" y="495"/>
                </a:cubicBezTo>
                <a:cubicBezTo>
                  <a:pt x="187" y="333"/>
                  <a:pt x="187" y="333"/>
                  <a:pt x="187" y="333"/>
                </a:cubicBezTo>
                <a:cubicBezTo>
                  <a:pt x="175" y="311"/>
                  <a:pt x="169" y="286"/>
                  <a:pt x="170" y="262"/>
                </a:cubicBezTo>
                <a:cubicBezTo>
                  <a:pt x="69" y="288"/>
                  <a:pt x="0" y="344"/>
                  <a:pt x="0" y="409"/>
                </a:cubicBezTo>
                <a:cubicBezTo>
                  <a:pt x="0" y="499"/>
                  <a:pt x="134" y="572"/>
                  <a:pt x="300" y="572"/>
                </a:cubicBezTo>
                <a:cubicBezTo>
                  <a:pt x="466" y="572"/>
                  <a:pt x="600" y="499"/>
                  <a:pt x="600" y="409"/>
                </a:cubicBezTo>
                <a:cubicBezTo>
                  <a:pt x="600" y="344"/>
                  <a:pt x="531" y="288"/>
                  <a:pt x="430" y="262"/>
                </a:cubicBezTo>
                <a:close/>
                <a:moveTo>
                  <a:pt x="714" y="540"/>
                </a:moveTo>
                <a:cubicBezTo>
                  <a:pt x="715" y="517"/>
                  <a:pt x="718" y="501"/>
                  <a:pt x="725" y="483"/>
                </a:cubicBezTo>
                <a:cubicBezTo>
                  <a:pt x="756" y="498"/>
                  <a:pt x="797" y="505"/>
                  <a:pt x="828" y="505"/>
                </a:cubicBezTo>
                <a:cubicBezTo>
                  <a:pt x="880" y="505"/>
                  <a:pt x="910" y="488"/>
                  <a:pt x="910" y="455"/>
                </a:cubicBezTo>
                <a:cubicBezTo>
                  <a:pt x="910" y="422"/>
                  <a:pt x="888" y="407"/>
                  <a:pt x="835" y="384"/>
                </a:cubicBezTo>
                <a:cubicBezTo>
                  <a:pt x="806" y="371"/>
                  <a:pt x="806" y="371"/>
                  <a:pt x="806" y="371"/>
                </a:cubicBezTo>
                <a:cubicBezTo>
                  <a:pt x="753" y="348"/>
                  <a:pt x="717" y="318"/>
                  <a:pt x="717" y="258"/>
                </a:cubicBezTo>
                <a:cubicBezTo>
                  <a:pt x="717" y="194"/>
                  <a:pt x="762" y="153"/>
                  <a:pt x="853" y="153"/>
                </a:cubicBezTo>
                <a:cubicBezTo>
                  <a:pt x="890" y="153"/>
                  <a:pt x="924" y="158"/>
                  <a:pt x="956" y="169"/>
                </a:cubicBezTo>
                <a:cubicBezTo>
                  <a:pt x="955" y="192"/>
                  <a:pt x="951" y="209"/>
                  <a:pt x="945" y="226"/>
                </a:cubicBezTo>
                <a:cubicBezTo>
                  <a:pt x="915" y="214"/>
                  <a:pt x="879" y="209"/>
                  <a:pt x="853" y="209"/>
                </a:cubicBezTo>
                <a:cubicBezTo>
                  <a:pt x="804" y="209"/>
                  <a:pt x="781" y="228"/>
                  <a:pt x="781" y="258"/>
                </a:cubicBezTo>
                <a:cubicBezTo>
                  <a:pt x="781" y="288"/>
                  <a:pt x="803" y="305"/>
                  <a:pt x="842" y="322"/>
                </a:cubicBezTo>
                <a:cubicBezTo>
                  <a:pt x="873" y="335"/>
                  <a:pt x="873" y="335"/>
                  <a:pt x="873" y="335"/>
                </a:cubicBezTo>
                <a:cubicBezTo>
                  <a:pt x="945" y="365"/>
                  <a:pt x="974" y="397"/>
                  <a:pt x="974" y="452"/>
                </a:cubicBezTo>
                <a:cubicBezTo>
                  <a:pt x="974" y="517"/>
                  <a:pt x="925" y="561"/>
                  <a:pt x="829" y="561"/>
                </a:cubicBezTo>
                <a:cubicBezTo>
                  <a:pt x="783" y="561"/>
                  <a:pt x="745" y="555"/>
                  <a:pt x="714" y="540"/>
                </a:cubicBezTo>
                <a:close/>
                <a:moveTo>
                  <a:pt x="1277" y="270"/>
                </a:moveTo>
                <a:cubicBezTo>
                  <a:pt x="1277" y="552"/>
                  <a:pt x="1277" y="552"/>
                  <a:pt x="1277" y="552"/>
                </a:cubicBezTo>
                <a:cubicBezTo>
                  <a:pt x="1220" y="552"/>
                  <a:pt x="1220" y="552"/>
                  <a:pt x="1220" y="552"/>
                </a:cubicBezTo>
                <a:cubicBezTo>
                  <a:pt x="1217" y="518"/>
                  <a:pt x="1217" y="518"/>
                  <a:pt x="1217" y="518"/>
                </a:cubicBezTo>
                <a:cubicBezTo>
                  <a:pt x="1201" y="543"/>
                  <a:pt x="1177" y="559"/>
                  <a:pt x="1138" y="559"/>
                </a:cubicBezTo>
                <a:cubicBezTo>
                  <a:pt x="1063" y="559"/>
                  <a:pt x="1013" y="505"/>
                  <a:pt x="1013" y="410"/>
                </a:cubicBezTo>
                <a:cubicBezTo>
                  <a:pt x="1013" y="311"/>
                  <a:pt x="1066" y="254"/>
                  <a:pt x="1171" y="254"/>
                </a:cubicBezTo>
                <a:cubicBezTo>
                  <a:pt x="1211" y="254"/>
                  <a:pt x="1245" y="259"/>
                  <a:pt x="1277" y="270"/>
                </a:cubicBezTo>
                <a:close/>
                <a:moveTo>
                  <a:pt x="1215" y="488"/>
                </a:moveTo>
                <a:cubicBezTo>
                  <a:pt x="1215" y="311"/>
                  <a:pt x="1215" y="311"/>
                  <a:pt x="1215" y="311"/>
                </a:cubicBezTo>
                <a:cubicBezTo>
                  <a:pt x="1202" y="309"/>
                  <a:pt x="1188" y="307"/>
                  <a:pt x="1171" y="307"/>
                </a:cubicBezTo>
                <a:cubicBezTo>
                  <a:pt x="1107" y="307"/>
                  <a:pt x="1077" y="347"/>
                  <a:pt x="1077" y="410"/>
                </a:cubicBezTo>
                <a:cubicBezTo>
                  <a:pt x="1077" y="468"/>
                  <a:pt x="1100" y="508"/>
                  <a:pt x="1155" y="508"/>
                </a:cubicBezTo>
                <a:cubicBezTo>
                  <a:pt x="1179" y="508"/>
                  <a:pt x="1199" y="500"/>
                  <a:pt x="1215" y="488"/>
                </a:cubicBezTo>
                <a:close/>
                <a:moveTo>
                  <a:pt x="1595" y="363"/>
                </a:moveTo>
                <a:cubicBezTo>
                  <a:pt x="1595" y="552"/>
                  <a:pt x="1595" y="552"/>
                  <a:pt x="1595" y="552"/>
                </a:cubicBezTo>
                <a:cubicBezTo>
                  <a:pt x="1533" y="552"/>
                  <a:pt x="1533" y="552"/>
                  <a:pt x="1533" y="552"/>
                </a:cubicBezTo>
                <a:cubicBezTo>
                  <a:pt x="1533" y="373"/>
                  <a:pt x="1533" y="373"/>
                  <a:pt x="1533" y="373"/>
                </a:cubicBezTo>
                <a:cubicBezTo>
                  <a:pt x="1533" y="329"/>
                  <a:pt x="1518" y="307"/>
                  <a:pt x="1456" y="307"/>
                </a:cubicBezTo>
                <a:cubicBezTo>
                  <a:pt x="1442" y="307"/>
                  <a:pt x="1424" y="309"/>
                  <a:pt x="1407" y="312"/>
                </a:cubicBezTo>
                <a:cubicBezTo>
                  <a:pt x="1407" y="552"/>
                  <a:pt x="1407" y="552"/>
                  <a:pt x="1407" y="552"/>
                </a:cubicBezTo>
                <a:cubicBezTo>
                  <a:pt x="1345" y="552"/>
                  <a:pt x="1345" y="552"/>
                  <a:pt x="1345" y="552"/>
                </a:cubicBezTo>
                <a:cubicBezTo>
                  <a:pt x="1345" y="270"/>
                  <a:pt x="1345" y="270"/>
                  <a:pt x="1345" y="270"/>
                </a:cubicBezTo>
                <a:cubicBezTo>
                  <a:pt x="1385" y="261"/>
                  <a:pt x="1428" y="254"/>
                  <a:pt x="1458" y="254"/>
                </a:cubicBezTo>
                <a:cubicBezTo>
                  <a:pt x="1562" y="254"/>
                  <a:pt x="1595" y="294"/>
                  <a:pt x="1595" y="363"/>
                </a:cubicBezTo>
                <a:close/>
                <a:moveTo>
                  <a:pt x="1767" y="506"/>
                </a:moveTo>
                <a:cubicBezTo>
                  <a:pt x="1785" y="506"/>
                  <a:pt x="1802" y="503"/>
                  <a:pt x="1816" y="498"/>
                </a:cubicBezTo>
                <a:cubicBezTo>
                  <a:pt x="1814" y="515"/>
                  <a:pt x="1812" y="534"/>
                  <a:pt x="1808" y="550"/>
                </a:cubicBezTo>
                <a:cubicBezTo>
                  <a:pt x="1791" y="557"/>
                  <a:pt x="1773" y="559"/>
                  <a:pt x="1756" y="559"/>
                </a:cubicBezTo>
                <a:cubicBezTo>
                  <a:pt x="1696" y="559"/>
                  <a:pt x="1657" y="531"/>
                  <a:pt x="1657" y="463"/>
                </a:cubicBezTo>
                <a:cubicBezTo>
                  <a:pt x="1657" y="166"/>
                  <a:pt x="1657" y="166"/>
                  <a:pt x="1657" y="166"/>
                </a:cubicBezTo>
                <a:cubicBezTo>
                  <a:pt x="1676" y="160"/>
                  <a:pt x="1700" y="157"/>
                  <a:pt x="1719" y="157"/>
                </a:cubicBezTo>
                <a:cubicBezTo>
                  <a:pt x="1719" y="264"/>
                  <a:pt x="1719" y="264"/>
                  <a:pt x="1719" y="264"/>
                </a:cubicBezTo>
                <a:cubicBezTo>
                  <a:pt x="1817" y="264"/>
                  <a:pt x="1817" y="264"/>
                  <a:pt x="1817" y="264"/>
                </a:cubicBezTo>
                <a:cubicBezTo>
                  <a:pt x="1816" y="283"/>
                  <a:pt x="1815" y="301"/>
                  <a:pt x="1812" y="317"/>
                </a:cubicBezTo>
                <a:cubicBezTo>
                  <a:pt x="1719" y="317"/>
                  <a:pt x="1719" y="317"/>
                  <a:pt x="1719" y="317"/>
                </a:cubicBezTo>
                <a:cubicBezTo>
                  <a:pt x="1719" y="455"/>
                  <a:pt x="1719" y="455"/>
                  <a:pt x="1719" y="455"/>
                </a:cubicBezTo>
                <a:cubicBezTo>
                  <a:pt x="1719" y="492"/>
                  <a:pt x="1737" y="506"/>
                  <a:pt x="1767" y="506"/>
                </a:cubicBezTo>
                <a:close/>
                <a:moveTo>
                  <a:pt x="2100" y="270"/>
                </a:moveTo>
                <a:cubicBezTo>
                  <a:pt x="2100" y="552"/>
                  <a:pt x="2100" y="552"/>
                  <a:pt x="2100" y="552"/>
                </a:cubicBezTo>
                <a:cubicBezTo>
                  <a:pt x="2043" y="552"/>
                  <a:pt x="2043" y="552"/>
                  <a:pt x="2043" y="552"/>
                </a:cubicBezTo>
                <a:cubicBezTo>
                  <a:pt x="2040" y="518"/>
                  <a:pt x="2040" y="518"/>
                  <a:pt x="2040" y="518"/>
                </a:cubicBezTo>
                <a:cubicBezTo>
                  <a:pt x="2024" y="543"/>
                  <a:pt x="2000" y="559"/>
                  <a:pt x="1960" y="559"/>
                </a:cubicBezTo>
                <a:cubicBezTo>
                  <a:pt x="1886" y="559"/>
                  <a:pt x="1836" y="505"/>
                  <a:pt x="1836" y="410"/>
                </a:cubicBezTo>
                <a:cubicBezTo>
                  <a:pt x="1836" y="311"/>
                  <a:pt x="1889" y="254"/>
                  <a:pt x="1993" y="254"/>
                </a:cubicBezTo>
                <a:cubicBezTo>
                  <a:pt x="2034" y="254"/>
                  <a:pt x="2067" y="259"/>
                  <a:pt x="2100" y="270"/>
                </a:cubicBezTo>
                <a:close/>
                <a:moveTo>
                  <a:pt x="2038" y="488"/>
                </a:moveTo>
                <a:cubicBezTo>
                  <a:pt x="2038" y="311"/>
                  <a:pt x="2038" y="311"/>
                  <a:pt x="2038" y="311"/>
                </a:cubicBezTo>
                <a:cubicBezTo>
                  <a:pt x="2025" y="309"/>
                  <a:pt x="2011" y="307"/>
                  <a:pt x="1993" y="307"/>
                </a:cubicBezTo>
                <a:cubicBezTo>
                  <a:pt x="1929" y="307"/>
                  <a:pt x="1899" y="347"/>
                  <a:pt x="1899" y="410"/>
                </a:cubicBezTo>
                <a:cubicBezTo>
                  <a:pt x="1899" y="468"/>
                  <a:pt x="1922" y="508"/>
                  <a:pt x="1978" y="508"/>
                </a:cubicBezTo>
                <a:cubicBezTo>
                  <a:pt x="2002" y="508"/>
                  <a:pt x="2022" y="500"/>
                  <a:pt x="2038" y="488"/>
                </a:cubicBezTo>
                <a:close/>
                <a:moveTo>
                  <a:pt x="2418" y="363"/>
                </a:moveTo>
                <a:cubicBezTo>
                  <a:pt x="2418" y="552"/>
                  <a:pt x="2418" y="552"/>
                  <a:pt x="2418" y="552"/>
                </a:cubicBezTo>
                <a:cubicBezTo>
                  <a:pt x="2356" y="552"/>
                  <a:pt x="2356" y="552"/>
                  <a:pt x="2356" y="552"/>
                </a:cubicBezTo>
                <a:cubicBezTo>
                  <a:pt x="2356" y="373"/>
                  <a:pt x="2356" y="373"/>
                  <a:pt x="2356" y="373"/>
                </a:cubicBezTo>
                <a:cubicBezTo>
                  <a:pt x="2356" y="329"/>
                  <a:pt x="2341" y="307"/>
                  <a:pt x="2279" y="307"/>
                </a:cubicBezTo>
                <a:cubicBezTo>
                  <a:pt x="2264" y="307"/>
                  <a:pt x="2247" y="309"/>
                  <a:pt x="2230" y="312"/>
                </a:cubicBezTo>
                <a:cubicBezTo>
                  <a:pt x="2230" y="552"/>
                  <a:pt x="2230" y="552"/>
                  <a:pt x="2230" y="552"/>
                </a:cubicBezTo>
                <a:cubicBezTo>
                  <a:pt x="2168" y="552"/>
                  <a:pt x="2168" y="552"/>
                  <a:pt x="2168" y="552"/>
                </a:cubicBezTo>
                <a:cubicBezTo>
                  <a:pt x="2168" y="270"/>
                  <a:pt x="2168" y="270"/>
                  <a:pt x="2168" y="270"/>
                </a:cubicBezTo>
                <a:cubicBezTo>
                  <a:pt x="2207" y="261"/>
                  <a:pt x="2251" y="254"/>
                  <a:pt x="2281" y="254"/>
                </a:cubicBezTo>
                <a:cubicBezTo>
                  <a:pt x="2384" y="254"/>
                  <a:pt x="2418" y="294"/>
                  <a:pt x="2418" y="363"/>
                </a:cubicBezTo>
                <a:close/>
                <a:moveTo>
                  <a:pt x="2733" y="157"/>
                </a:moveTo>
                <a:cubicBezTo>
                  <a:pt x="2733" y="552"/>
                  <a:pt x="2733" y="552"/>
                  <a:pt x="2733" y="552"/>
                </a:cubicBezTo>
                <a:cubicBezTo>
                  <a:pt x="2676" y="552"/>
                  <a:pt x="2676" y="552"/>
                  <a:pt x="2676" y="552"/>
                </a:cubicBezTo>
                <a:cubicBezTo>
                  <a:pt x="2672" y="516"/>
                  <a:pt x="2672" y="516"/>
                  <a:pt x="2672" y="516"/>
                </a:cubicBezTo>
                <a:cubicBezTo>
                  <a:pt x="2656" y="543"/>
                  <a:pt x="2632" y="559"/>
                  <a:pt x="2591" y="559"/>
                </a:cubicBezTo>
                <a:cubicBezTo>
                  <a:pt x="2517" y="559"/>
                  <a:pt x="2467" y="505"/>
                  <a:pt x="2467" y="410"/>
                </a:cubicBezTo>
                <a:cubicBezTo>
                  <a:pt x="2467" y="311"/>
                  <a:pt x="2520" y="254"/>
                  <a:pt x="2625" y="254"/>
                </a:cubicBezTo>
                <a:cubicBezTo>
                  <a:pt x="2641" y="254"/>
                  <a:pt x="2656" y="256"/>
                  <a:pt x="2671" y="259"/>
                </a:cubicBezTo>
                <a:cubicBezTo>
                  <a:pt x="2671" y="166"/>
                  <a:pt x="2671" y="166"/>
                  <a:pt x="2671" y="166"/>
                </a:cubicBezTo>
                <a:cubicBezTo>
                  <a:pt x="2690" y="159"/>
                  <a:pt x="2712" y="157"/>
                  <a:pt x="2733" y="157"/>
                </a:cubicBezTo>
                <a:close/>
                <a:moveTo>
                  <a:pt x="2671" y="487"/>
                </a:moveTo>
                <a:cubicBezTo>
                  <a:pt x="2671" y="313"/>
                  <a:pt x="2671" y="313"/>
                  <a:pt x="2671" y="313"/>
                </a:cubicBezTo>
                <a:cubicBezTo>
                  <a:pt x="2655" y="310"/>
                  <a:pt x="2638" y="307"/>
                  <a:pt x="2621" y="307"/>
                </a:cubicBezTo>
                <a:cubicBezTo>
                  <a:pt x="2560" y="307"/>
                  <a:pt x="2531" y="346"/>
                  <a:pt x="2531" y="410"/>
                </a:cubicBezTo>
                <a:cubicBezTo>
                  <a:pt x="2531" y="468"/>
                  <a:pt x="2554" y="508"/>
                  <a:pt x="2609" y="508"/>
                </a:cubicBezTo>
                <a:cubicBezTo>
                  <a:pt x="2634" y="508"/>
                  <a:pt x="2654" y="500"/>
                  <a:pt x="2671" y="487"/>
                </a:cubicBezTo>
                <a:close/>
                <a:moveTo>
                  <a:pt x="3045" y="432"/>
                </a:moveTo>
                <a:cubicBezTo>
                  <a:pt x="2847" y="432"/>
                  <a:pt x="2847" y="432"/>
                  <a:pt x="2847" y="432"/>
                </a:cubicBezTo>
                <a:cubicBezTo>
                  <a:pt x="2854" y="482"/>
                  <a:pt x="2884" y="506"/>
                  <a:pt x="2939" y="506"/>
                </a:cubicBezTo>
                <a:cubicBezTo>
                  <a:pt x="2973" y="506"/>
                  <a:pt x="3007" y="499"/>
                  <a:pt x="3038" y="485"/>
                </a:cubicBezTo>
                <a:cubicBezTo>
                  <a:pt x="3036" y="501"/>
                  <a:pt x="3033" y="522"/>
                  <a:pt x="3029" y="541"/>
                </a:cubicBezTo>
                <a:cubicBezTo>
                  <a:pt x="3001" y="554"/>
                  <a:pt x="2971" y="559"/>
                  <a:pt x="2937" y="559"/>
                </a:cubicBezTo>
                <a:cubicBezTo>
                  <a:pt x="2834" y="559"/>
                  <a:pt x="2783" y="502"/>
                  <a:pt x="2783" y="405"/>
                </a:cubicBezTo>
                <a:cubicBezTo>
                  <a:pt x="2783" y="321"/>
                  <a:pt x="2822" y="254"/>
                  <a:pt x="2921" y="254"/>
                </a:cubicBezTo>
                <a:cubicBezTo>
                  <a:pt x="3010" y="254"/>
                  <a:pt x="3048" y="313"/>
                  <a:pt x="3048" y="384"/>
                </a:cubicBezTo>
                <a:cubicBezTo>
                  <a:pt x="3048" y="401"/>
                  <a:pt x="3047" y="415"/>
                  <a:pt x="3045" y="432"/>
                </a:cubicBezTo>
                <a:close/>
                <a:moveTo>
                  <a:pt x="2845" y="380"/>
                </a:moveTo>
                <a:cubicBezTo>
                  <a:pt x="2985" y="380"/>
                  <a:pt x="2985" y="380"/>
                  <a:pt x="2985" y="380"/>
                </a:cubicBezTo>
                <a:cubicBezTo>
                  <a:pt x="2985" y="333"/>
                  <a:pt x="2960" y="306"/>
                  <a:pt x="2918" y="306"/>
                </a:cubicBezTo>
                <a:cubicBezTo>
                  <a:pt x="2874" y="306"/>
                  <a:pt x="2850" y="332"/>
                  <a:pt x="2845" y="380"/>
                </a:cubicBezTo>
                <a:close/>
                <a:moveTo>
                  <a:pt x="3262" y="257"/>
                </a:moveTo>
                <a:cubicBezTo>
                  <a:pt x="3262" y="275"/>
                  <a:pt x="3260" y="298"/>
                  <a:pt x="3256" y="310"/>
                </a:cubicBezTo>
                <a:cubicBezTo>
                  <a:pt x="3241" y="308"/>
                  <a:pt x="3227" y="307"/>
                  <a:pt x="3209" y="307"/>
                </a:cubicBezTo>
                <a:cubicBezTo>
                  <a:pt x="3194" y="307"/>
                  <a:pt x="3179" y="309"/>
                  <a:pt x="3164" y="311"/>
                </a:cubicBezTo>
                <a:cubicBezTo>
                  <a:pt x="3164" y="552"/>
                  <a:pt x="3164" y="552"/>
                  <a:pt x="3164" y="552"/>
                </a:cubicBezTo>
                <a:cubicBezTo>
                  <a:pt x="3102" y="552"/>
                  <a:pt x="3102" y="552"/>
                  <a:pt x="3102" y="552"/>
                </a:cubicBezTo>
                <a:cubicBezTo>
                  <a:pt x="3102" y="270"/>
                  <a:pt x="3102" y="270"/>
                  <a:pt x="3102" y="270"/>
                </a:cubicBezTo>
                <a:cubicBezTo>
                  <a:pt x="3128" y="261"/>
                  <a:pt x="3173" y="254"/>
                  <a:pt x="3208" y="254"/>
                </a:cubicBezTo>
                <a:cubicBezTo>
                  <a:pt x="3227" y="254"/>
                  <a:pt x="3248" y="255"/>
                  <a:pt x="3262" y="257"/>
                </a:cubicBezTo>
                <a:close/>
              </a:path>
            </a:pathLst>
          </a:custGeom>
          <a:solidFill>
            <a:srgbClr val="C00000"/>
          </a:solidFill>
          <a:ln>
            <a:noFill/>
          </a:ln>
        </p:spPr>
        <p:txBody>
          <a:bodyPr vert="horz" wrap="square" lIns="91440" tIns="45720" rIns="91440" bIns="45720" numCol="1" anchor="t" anchorCtr="0" compatLnSpc="1">
            <a:prstTxWarp prst="textNoShape">
              <a:avLst/>
            </a:prstTxWarp>
          </a:bodyPr>
          <a:lstStyle/>
          <a:p>
            <a:endParaRPr lang="es-ES"/>
          </a:p>
        </p:txBody>
      </p:sp>
    </p:spTree>
    <p:extLst>
      <p:ext uri="{BB962C8B-B14F-4D97-AF65-F5344CB8AC3E}">
        <p14:creationId xmlns:p14="http://schemas.microsoft.com/office/powerpoint/2010/main" val="11877403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ulo y contenido 2">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6B5AEF2-F43E-4C92-A186-61C1E43CE82B}"/>
              </a:ext>
            </a:extLst>
          </p:cNvPr>
          <p:cNvSpPr>
            <a:spLocks noGrp="1"/>
          </p:cNvSpPr>
          <p:nvPr>
            <p:ph type="title" hasCustomPrompt="1"/>
          </p:nvPr>
        </p:nvSpPr>
        <p:spPr>
          <a:xfrm>
            <a:off x="722243" y="1087457"/>
            <a:ext cx="10758733" cy="1823011"/>
          </a:xfrm>
        </p:spPr>
        <p:txBody>
          <a:bodyPr anchor="t">
            <a:noAutofit/>
          </a:bodyPr>
          <a:lstStyle>
            <a:lvl1pPr>
              <a:defRPr sz="3600">
                <a:solidFill>
                  <a:schemeClr val="accent1"/>
                </a:solidFill>
              </a:defRPr>
            </a:lvl1pPr>
          </a:lstStyle>
          <a:p>
            <a:r>
              <a:rPr lang="es-ES"/>
              <a:t>Click here to modify the title style of the master</a:t>
            </a:r>
          </a:p>
        </p:txBody>
      </p:sp>
      <p:sp>
        <p:nvSpPr>
          <p:cNvPr id="10" name="Marcador de número de diapositiva 5">
            <a:extLst>
              <a:ext uri="{FF2B5EF4-FFF2-40B4-BE49-F238E27FC236}">
                <a16:creationId xmlns:a16="http://schemas.microsoft.com/office/drawing/2014/main" id="{12E1D636-3017-4CF4-BA5F-3300C668441C}"/>
              </a:ext>
            </a:extLst>
          </p:cNvPr>
          <p:cNvSpPr>
            <a:spLocks noGrp="1"/>
          </p:cNvSpPr>
          <p:nvPr>
            <p:ph type="sldNum" sz="quarter" idx="12"/>
          </p:nvPr>
        </p:nvSpPr>
        <p:spPr>
          <a:xfrm>
            <a:off x="8730845" y="6209600"/>
            <a:ext cx="2743200" cy="365125"/>
          </a:xfrm>
        </p:spPr>
        <p:txBody>
          <a:bodyPr/>
          <a:lstStyle>
            <a:lvl1pPr>
              <a:defRPr sz="1300">
                <a:solidFill>
                  <a:schemeClr val="accent1"/>
                </a:solidFill>
              </a:defRPr>
            </a:lvl1pPr>
          </a:lstStyle>
          <a:p>
            <a:fld id="{BC0D97B6-E32F-4D7D-B839-7C3B51F2640F}" type="slidenum">
              <a:rPr lang="es-ES" smtClean="0"/>
              <a:pPr/>
              <a:t>‹#›</a:t>
            </a:fld>
            <a:endParaRPr lang="es-ES"/>
          </a:p>
        </p:txBody>
      </p:sp>
      <p:sp>
        <p:nvSpPr>
          <p:cNvPr id="15" name="Marcador de texto 14">
            <a:extLst>
              <a:ext uri="{FF2B5EF4-FFF2-40B4-BE49-F238E27FC236}">
                <a16:creationId xmlns:a16="http://schemas.microsoft.com/office/drawing/2014/main" id="{05897091-A449-4E0A-B444-7171DF90239A}"/>
              </a:ext>
            </a:extLst>
          </p:cNvPr>
          <p:cNvSpPr>
            <a:spLocks noGrp="1"/>
          </p:cNvSpPr>
          <p:nvPr>
            <p:ph type="body" sz="quarter" idx="14"/>
          </p:nvPr>
        </p:nvSpPr>
        <p:spPr>
          <a:xfrm>
            <a:off x="711024" y="337100"/>
            <a:ext cx="10758734" cy="304800"/>
          </a:xfrm>
        </p:spPr>
        <p:txBody>
          <a:bodyPr>
            <a:noAutofit/>
          </a:bodyPr>
          <a:lstStyle>
            <a:lvl1pPr marL="0" indent="0">
              <a:buFontTx/>
              <a:buNone/>
              <a:defRPr sz="1300">
                <a:solidFill>
                  <a:schemeClr val="accent1"/>
                </a:solidFill>
              </a:defRPr>
            </a:lvl1pPr>
            <a:lvl2pPr marL="457200" indent="0">
              <a:buFontTx/>
              <a:buNone/>
              <a:defRPr sz="1100"/>
            </a:lvl2pPr>
            <a:lvl3pPr marL="914400" indent="0">
              <a:buFontTx/>
              <a:buNone/>
              <a:defRPr sz="1050"/>
            </a:lvl3pPr>
            <a:lvl4pPr marL="1371600" indent="0">
              <a:buFontTx/>
              <a:buNone/>
              <a:defRPr sz="1000"/>
            </a:lvl4pPr>
            <a:lvl5pPr marL="1828800" indent="0">
              <a:buFontTx/>
              <a:buNone/>
              <a:defRPr sz="1000"/>
            </a:lvl5pPr>
          </a:lstStyle>
          <a:p>
            <a:pPr lvl="0"/>
            <a:r>
              <a:rPr lang="en-US"/>
              <a:t>Click to edit Master text styles</a:t>
            </a:r>
          </a:p>
        </p:txBody>
      </p:sp>
      <p:sp>
        <p:nvSpPr>
          <p:cNvPr id="12" name="Marcador de texto 16">
            <a:extLst>
              <a:ext uri="{FF2B5EF4-FFF2-40B4-BE49-F238E27FC236}">
                <a16:creationId xmlns:a16="http://schemas.microsoft.com/office/drawing/2014/main" id="{87DF9564-216B-4533-A626-FE222DEB917D}"/>
              </a:ext>
            </a:extLst>
          </p:cNvPr>
          <p:cNvSpPr>
            <a:spLocks noGrp="1"/>
          </p:cNvSpPr>
          <p:nvPr>
            <p:ph type="body" sz="quarter" idx="15"/>
          </p:nvPr>
        </p:nvSpPr>
        <p:spPr>
          <a:xfrm>
            <a:off x="711024" y="3093562"/>
            <a:ext cx="10758733" cy="3083401"/>
          </a:xfrm>
        </p:spPr>
        <p:txBody>
          <a:bodyPr numCol="2" spcCol="720000">
            <a:noAutofit/>
          </a:bodyPr>
          <a:lstStyle>
            <a:lvl1pPr marL="0" indent="0">
              <a:spcBef>
                <a:spcPts val="0"/>
              </a:spcBef>
              <a:spcAft>
                <a:spcPts val="2200"/>
              </a:spcAft>
              <a:buFontTx/>
              <a:buNone/>
              <a:defRPr lang="es-ES" sz="1200" kern="1200" smtClean="0">
                <a:solidFill>
                  <a:schemeClr val="tx2"/>
                </a:solidFill>
                <a:latin typeface="+mn-lt"/>
                <a:ea typeface="+mn-ea"/>
                <a:cs typeface="+mn-cs"/>
              </a:defRPr>
            </a:lvl1pPr>
            <a:lvl2pPr marL="457200" indent="0">
              <a:buFontTx/>
              <a:buNone/>
              <a:defRPr lang="es-ES" sz="1200" kern="1200" smtClean="0">
                <a:solidFill>
                  <a:schemeClr val="tx2"/>
                </a:solidFill>
                <a:latin typeface="+mn-lt"/>
                <a:ea typeface="+mn-ea"/>
                <a:cs typeface="+mn-cs"/>
              </a:defRPr>
            </a:lvl2pPr>
            <a:lvl3pPr marL="914400" indent="0">
              <a:buFontTx/>
              <a:buNone/>
              <a:defRPr lang="es-ES" sz="1200" kern="1200" smtClean="0">
                <a:solidFill>
                  <a:schemeClr val="tx2"/>
                </a:solidFill>
                <a:latin typeface="+mn-lt"/>
                <a:ea typeface="+mn-ea"/>
                <a:cs typeface="+mn-cs"/>
              </a:defRPr>
            </a:lvl3pPr>
            <a:lvl4pPr marL="1371600" indent="0">
              <a:buFontTx/>
              <a:buNone/>
              <a:defRPr lang="es-ES" sz="1200" kern="1200" smtClean="0">
                <a:solidFill>
                  <a:schemeClr val="tx2"/>
                </a:solidFill>
                <a:latin typeface="+mn-lt"/>
                <a:ea typeface="+mn-ea"/>
                <a:cs typeface="+mn-cs"/>
              </a:defRPr>
            </a:lvl4pPr>
            <a:lvl5pPr marL="1828800" indent="0">
              <a:buFontTx/>
              <a:buNone/>
              <a:defRPr lang="es-ES" sz="1200" kern="1200">
                <a:solidFill>
                  <a:schemeClr val="tx2"/>
                </a:solidFill>
                <a:latin typeface="+mn-lt"/>
                <a:ea typeface="+mn-ea"/>
                <a:cs typeface="+mn-cs"/>
              </a:defRPr>
            </a:lvl5pPr>
          </a:lstStyle>
          <a:p>
            <a:pPr lvl="0"/>
            <a:r>
              <a:rPr lang="en-US"/>
              <a:t>Click to edit Master text styles</a:t>
            </a:r>
          </a:p>
        </p:txBody>
      </p:sp>
      <p:sp>
        <p:nvSpPr>
          <p:cNvPr id="3" name="Freeform 5">
            <a:extLst>
              <a:ext uri="{FF2B5EF4-FFF2-40B4-BE49-F238E27FC236}">
                <a16:creationId xmlns:a16="http://schemas.microsoft.com/office/drawing/2014/main" id="{F91ACD85-1AD4-F932-C41B-7E9E88184DD1}"/>
              </a:ext>
            </a:extLst>
          </p:cNvPr>
          <p:cNvSpPr>
            <a:spLocks noEditPoints="1"/>
          </p:cNvSpPr>
          <p:nvPr userDrawn="1"/>
        </p:nvSpPr>
        <p:spPr bwMode="auto">
          <a:xfrm>
            <a:off x="252347" y="6514761"/>
            <a:ext cx="1171705" cy="206714"/>
          </a:xfrm>
          <a:custGeom>
            <a:avLst/>
            <a:gdLst>
              <a:gd name="T0" fmla="*/ 319 w 3262"/>
              <a:gd name="T1" fmla="*/ 39 h 572"/>
              <a:gd name="T2" fmla="*/ 300 w 3262"/>
              <a:gd name="T3" fmla="*/ 137 h 572"/>
              <a:gd name="T4" fmla="*/ 371 w 3262"/>
              <a:gd name="T5" fmla="*/ 405 h 572"/>
              <a:gd name="T6" fmla="*/ 244 w 3262"/>
              <a:gd name="T7" fmla="*/ 170 h 572"/>
              <a:gd name="T8" fmla="*/ 225 w 3262"/>
              <a:gd name="T9" fmla="*/ 267 h 572"/>
              <a:gd name="T10" fmla="*/ 300 w 3262"/>
              <a:gd name="T11" fmla="*/ 528 h 572"/>
              <a:gd name="T12" fmla="*/ 187 w 3262"/>
              <a:gd name="T13" fmla="*/ 333 h 572"/>
              <a:gd name="T14" fmla="*/ 300 w 3262"/>
              <a:gd name="T15" fmla="*/ 572 h 572"/>
              <a:gd name="T16" fmla="*/ 714 w 3262"/>
              <a:gd name="T17" fmla="*/ 540 h 572"/>
              <a:gd name="T18" fmla="*/ 910 w 3262"/>
              <a:gd name="T19" fmla="*/ 455 h 572"/>
              <a:gd name="T20" fmla="*/ 717 w 3262"/>
              <a:gd name="T21" fmla="*/ 258 h 572"/>
              <a:gd name="T22" fmla="*/ 945 w 3262"/>
              <a:gd name="T23" fmla="*/ 226 h 572"/>
              <a:gd name="T24" fmla="*/ 842 w 3262"/>
              <a:gd name="T25" fmla="*/ 322 h 572"/>
              <a:gd name="T26" fmla="*/ 829 w 3262"/>
              <a:gd name="T27" fmla="*/ 561 h 572"/>
              <a:gd name="T28" fmla="*/ 1277 w 3262"/>
              <a:gd name="T29" fmla="*/ 552 h 572"/>
              <a:gd name="T30" fmla="*/ 1138 w 3262"/>
              <a:gd name="T31" fmla="*/ 559 h 572"/>
              <a:gd name="T32" fmla="*/ 1277 w 3262"/>
              <a:gd name="T33" fmla="*/ 270 h 572"/>
              <a:gd name="T34" fmla="*/ 1171 w 3262"/>
              <a:gd name="T35" fmla="*/ 307 h 572"/>
              <a:gd name="T36" fmla="*/ 1215 w 3262"/>
              <a:gd name="T37" fmla="*/ 488 h 572"/>
              <a:gd name="T38" fmla="*/ 1533 w 3262"/>
              <a:gd name="T39" fmla="*/ 552 h 572"/>
              <a:gd name="T40" fmla="*/ 1407 w 3262"/>
              <a:gd name="T41" fmla="*/ 312 h 572"/>
              <a:gd name="T42" fmla="*/ 1345 w 3262"/>
              <a:gd name="T43" fmla="*/ 270 h 572"/>
              <a:gd name="T44" fmla="*/ 1767 w 3262"/>
              <a:gd name="T45" fmla="*/ 506 h 572"/>
              <a:gd name="T46" fmla="*/ 1756 w 3262"/>
              <a:gd name="T47" fmla="*/ 559 h 572"/>
              <a:gd name="T48" fmla="*/ 1719 w 3262"/>
              <a:gd name="T49" fmla="*/ 157 h 572"/>
              <a:gd name="T50" fmla="*/ 1812 w 3262"/>
              <a:gd name="T51" fmla="*/ 317 h 572"/>
              <a:gd name="T52" fmla="*/ 1767 w 3262"/>
              <a:gd name="T53" fmla="*/ 506 h 572"/>
              <a:gd name="T54" fmla="*/ 2043 w 3262"/>
              <a:gd name="T55" fmla="*/ 552 h 572"/>
              <a:gd name="T56" fmla="*/ 1836 w 3262"/>
              <a:gd name="T57" fmla="*/ 410 h 572"/>
              <a:gd name="T58" fmla="*/ 2038 w 3262"/>
              <a:gd name="T59" fmla="*/ 488 h 572"/>
              <a:gd name="T60" fmla="*/ 1899 w 3262"/>
              <a:gd name="T61" fmla="*/ 410 h 572"/>
              <a:gd name="T62" fmla="*/ 2418 w 3262"/>
              <a:gd name="T63" fmla="*/ 363 h 572"/>
              <a:gd name="T64" fmla="*/ 2356 w 3262"/>
              <a:gd name="T65" fmla="*/ 373 h 572"/>
              <a:gd name="T66" fmla="*/ 2230 w 3262"/>
              <a:gd name="T67" fmla="*/ 552 h 572"/>
              <a:gd name="T68" fmla="*/ 2281 w 3262"/>
              <a:gd name="T69" fmla="*/ 254 h 572"/>
              <a:gd name="T70" fmla="*/ 2733 w 3262"/>
              <a:gd name="T71" fmla="*/ 552 h 572"/>
              <a:gd name="T72" fmla="*/ 2591 w 3262"/>
              <a:gd name="T73" fmla="*/ 559 h 572"/>
              <a:gd name="T74" fmla="*/ 2671 w 3262"/>
              <a:gd name="T75" fmla="*/ 259 h 572"/>
              <a:gd name="T76" fmla="*/ 2671 w 3262"/>
              <a:gd name="T77" fmla="*/ 487 h 572"/>
              <a:gd name="T78" fmla="*/ 2531 w 3262"/>
              <a:gd name="T79" fmla="*/ 410 h 572"/>
              <a:gd name="T80" fmla="*/ 3045 w 3262"/>
              <a:gd name="T81" fmla="*/ 432 h 572"/>
              <a:gd name="T82" fmla="*/ 3038 w 3262"/>
              <a:gd name="T83" fmla="*/ 485 h 572"/>
              <a:gd name="T84" fmla="*/ 2783 w 3262"/>
              <a:gd name="T85" fmla="*/ 405 h 572"/>
              <a:gd name="T86" fmla="*/ 3045 w 3262"/>
              <a:gd name="T87" fmla="*/ 432 h 572"/>
              <a:gd name="T88" fmla="*/ 2918 w 3262"/>
              <a:gd name="T89" fmla="*/ 306 h 572"/>
              <a:gd name="T90" fmla="*/ 3256 w 3262"/>
              <a:gd name="T91" fmla="*/ 310 h 572"/>
              <a:gd name="T92" fmla="*/ 3164 w 3262"/>
              <a:gd name="T93" fmla="*/ 552 h 572"/>
              <a:gd name="T94" fmla="*/ 3208 w 3262"/>
              <a:gd name="T95" fmla="*/ 254 h 5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3262" h="572">
                <a:moveTo>
                  <a:pt x="430" y="262"/>
                </a:moveTo>
                <a:cubicBezTo>
                  <a:pt x="429" y="241"/>
                  <a:pt x="424" y="221"/>
                  <a:pt x="413" y="202"/>
                </a:cubicBezTo>
                <a:cubicBezTo>
                  <a:pt x="319" y="39"/>
                  <a:pt x="319" y="39"/>
                  <a:pt x="319" y="39"/>
                </a:cubicBezTo>
                <a:cubicBezTo>
                  <a:pt x="312" y="27"/>
                  <a:pt x="307" y="14"/>
                  <a:pt x="304" y="0"/>
                </a:cubicBezTo>
                <a:cubicBezTo>
                  <a:pt x="300" y="7"/>
                  <a:pt x="300" y="7"/>
                  <a:pt x="300" y="7"/>
                </a:cubicBezTo>
                <a:cubicBezTo>
                  <a:pt x="277" y="47"/>
                  <a:pt x="277" y="97"/>
                  <a:pt x="300" y="137"/>
                </a:cubicBezTo>
                <a:cubicBezTo>
                  <a:pt x="375" y="267"/>
                  <a:pt x="375" y="267"/>
                  <a:pt x="375" y="267"/>
                </a:cubicBezTo>
                <a:cubicBezTo>
                  <a:pt x="399" y="308"/>
                  <a:pt x="399" y="357"/>
                  <a:pt x="375" y="398"/>
                </a:cubicBezTo>
                <a:cubicBezTo>
                  <a:pt x="371" y="405"/>
                  <a:pt x="371" y="405"/>
                  <a:pt x="371" y="405"/>
                </a:cubicBezTo>
                <a:cubicBezTo>
                  <a:pt x="369" y="391"/>
                  <a:pt x="364" y="378"/>
                  <a:pt x="356" y="365"/>
                </a:cubicBezTo>
                <a:cubicBezTo>
                  <a:pt x="288" y="246"/>
                  <a:pt x="288" y="246"/>
                  <a:pt x="288" y="246"/>
                </a:cubicBezTo>
                <a:cubicBezTo>
                  <a:pt x="244" y="170"/>
                  <a:pt x="244" y="170"/>
                  <a:pt x="244" y="170"/>
                </a:cubicBezTo>
                <a:cubicBezTo>
                  <a:pt x="236" y="157"/>
                  <a:pt x="232" y="144"/>
                  <a:pt x="229" y="130"/>
                </a:cubicBezTo>
                <a:cubicBezTo>
                  <a:pt x="225" y="137"/>
                  <a:pt x="225" y="137"/>
                  <a:pt x="225" y="137"/>
                </a:cubicBezTo>
                <a:cubicBezTo>
                  <a:pt x="202" y="177"/>
                  <a:pt x="202" y="227"/>
                  <a:pt x="225" y="267"/>
                </a:cubicBezTo>
                <a:cubicBezTo>
                  <a:pt x="225" y="267"/>
                  <a:pt x="225" y="267"/>
                  <a:pt x="225" y="267"/>
                </a:cubicBezTo>
                <a:cubicBezTo>
                  <a:pt x="300" y="398"/>
                  <a:pt x="300" y="398"/>
                  <a:pt x="300" y="398"/>
                </a:cubicBezTo>
                <a:cubicBezTo>
                  <a:pt x="323" y="438"/>
                  <a:pt x="323" y="488"/>
                  <a:pt x="300" y="528"/>
                </a:cubicBezTo>
                <a:cubicBezTo>
                  <a:pt x="296" y="535"/>
                  <a:pt x="296" y="535"/>
                  <a:pt x="296" y="535"/>
                </a:cubicBezTo>
                <a:cubicBezTo>
                  <a:pt x="293" y="521"/>
                  <a:pt x="288" y="508"/>
                  <a:pt x="281" y="495"/>
                </a:cubicBezTo>
                <a:cubicBezTo>
                  <a:pt x="187" y="333"/>
                  <a:pt x="187" y="333"/>
                  <a:pt x="187" y="333"/>
                </a:cubicBezTo>
                <a:cubicBezTo>
                  <a:pt x="175" y="311"/>
                  <a:pt x="169" y="286"/>
                  <a:pt x="170" y="262"/>
                </a:cubicBezTo>
                <a:cubicBezTo>
                  <a:pt x="69" y="288"/>
                  <a:pt x="0" y="344"/>
                  <a:pt x="0" y="409"/>
                </a:cubicBezTo>
                <a:cubicBezTo>
                  <a:pt x="0" y="499"/>
                  <a:pt x="134" y="572"/>
                  <a:pt x="300" y="572"/>
                </a:cubicBezTo>
                <a:cubicBezTo>
                  <a:pt x="466" y="572"/>
                  <a:pt x="600" y="499"/>
                  <a:pt x="600" y="409"/>
                </a:cubicBezTo>
                <a:cubicBezTo>
                  <a:pt x="600" y="344"/>
                  <a:pt x="531" y="288"/>
                  <a:pt x="430" y="262"/>
                </a:cubicBezTo>
                <a:close/>
                <a:moveTo>
                  <a:pt x="714" y="540"/>
                </a:moveTo>
                <a:cubicBezTo>
                  <a:pt x="715" y="517"/>
                  <a:pt x="718" y="501"/>
                  <a:pt x="725" y="483"/>
                </a:cubicBezTo>
                <a:cubicBezTo>
                  <a:pt x="756" y="498"/>
                  <a:pt x="797" y="505"/>
                  <a:pt x="828" y="505"/>
                </a:cubicBezTo>
                <a:cubicBezTo>
                  <a:pt x="880" y="505"/>
                  <a:pt x="910" y="488"/>
                  <a:pt x="910" y="455"/>
                </a:cubicBezTo>
                <a:cubicBezTo>
                  <a:pt x="910" y="422"/>
                  <a:pt x="888" y="407"/>
                  <a:pt x="835" y="384"/>
                </a:cubicBezTo>
                <a:cubicBezTo>
                  <a:pt x="806" y="371"/>
                  <a:pt x="806" y="371"/>
                  <a:pt x="806" y="371"/>
                </a:cubicBezTo>
                <a:cubicBezTo>
                  <a:pt x="753" y="348"/>
                  <a:pt x="717" y="318"/>
                  <a:pt x="717" y="258"/>
                </a:cubicBezTo>
                <a:cubicBezTo>
                  <a:pt x="717" y="194"/>
                  <a:pt x="762" y="153"/>
                  <a:pt x="853" y="153"/>
                </a:cubicBezTo>
                <a:cubicBezTo>
                  <a:pt x="890" y="153"/>
                  <a:pt x="924" y="158"/>
                  <a:pt x="956" y="169"/>
                </a:cubicBezTo>
                <a:cubicBezTo>
                  <a:pt x="955" y="192"/>
                  <a:pt x="951" y="209"/>
                  <a:pt x="945" y="226"/>
                </a:cubicBezTo>
                <a:cubicBezTo>
                  <a:pt x="915" y="214"/>
                  <a:pt x="879" y="209"/>
                  <a:pt x="853" y="209"/>
                </a:cubicBezTo>
                <a:cubicBezTo>
                  <a:pt x="804" y="209"/>
                  <a:pt x="781" y="228"/>
                  <a:pt x="781" y="258"/>
                </a:cubicBezTo>
                <a:cubicBezTo>
                  <a:pt x="781" y="288"/>
                  <a:pt x="803" y="305"/>
                  <a:pt x="842" y="322"/>
                </a:cubicBezTo>
                <a:cubicBezTo>
                  <a:pt x="873" y="335"/>
                  <a:pt x="873" y="335"/>
                  <a:pt x="873" y="335"/>
                </a:cubicBezTo>
                <a:cubicBezTo>
                  <a:pt x="945" y="365"/>
                  <a:pt x="974" y="397"/>
                  <a:pt x="974" y="452"/>
                </a:cubicBezTo>
                <a:cubicBezTo>
                  <a:pt x="974" y="517"/>
                  <a:pt x="925" y="561"/>
                  <a:pt x="829" y="561"/>
                </a:cubicBezTo>
                <a:cubicBezTo>
                  <a:pt x="783" y="561"/>
                  <a:pt x="745" y="555"/>
                  <a:pt x="714" y="540"/>
                </a:cubicBezTo>
                <a:close/>
                <a:moveTo>
                  <a:pt x="1277" y="270"/>
                </a:moveTo>
                <a:cubicBezTo>
                  <a:pt x="1277" y="552"/>
                  <a:pt x="1277" y="552"/>
                  <a:pt x="1277" y="552"/>
                </a:cubicBezTo>
                <a:cubicBezTo>
                  <a:pt x="1220" y="552"/>
                  <a:pt x="1220" y="552"/>
                  <a:pt x="1220" y="552"/>
                </a:cubicBezTo>
                <a:cubicBezTo>
                  <a:pt x="1217" y="518"/>
                  <a:pt x="1217" y="518"/>
                  <a:pt x="1217" y="518"/>
                </a:cubicBezTo>
                <a:cubicBezTo>
                  <a:pt x="1201" y="543"/>
                  <a:pt x="1177" y="559"/>
                  <a:pt x="1138" y="559"/>
                </a:cubicBezTo>
                <a:cubicBezTo>
                  <a:pt x="1063" y="559"/>
                  <a:pt x="1013" y="505"/>
                  <a:pt x="1013" y="410"/>
                </a:cubicBezTo>
                <a:cubicBezTo>
                  <a:pt x="1013" y="311"/>
                  <a:pt x="1066" y="254"/>
                  <a:pt x="1171" y="254"/>
                </a:cubicBezTo>
                <a:cubicBezTo>
                  <a:pt x="1211" y="254"/>
                  <a:pt x="1245" y="259"/>
                  <a:pt x="1277" y="270"/>
                </a:cubicBezTo>
                <a:close/>
                <a:moveTo>
                  <a:pt x="1215" y="488"/>
                </a:moveTo>
                <a:cubicBezTo>
                  <a:pt x="1215" y="311"/>
                  <a:pt x="1215" y="311"/>
                  <a:pt x="1215" y="311"/>
                </a:cubicBezTo>
                <a:cubicBezTo>
                  <a:pt x="1202" y="309"/>
                  <a:pt x="1188" y="307"/>
                  <a:pt x="1171" y="307"/>
                </a:cubicBezTo>
                <a:cubicBezTo>
                  <a:pt x="1107" y="307"/>
                  <a:pt x="1077" y="347"/>
                  <a:pt x="1077" y="410"/>
                </a:cubicBezTo>
                <a:cubicBezTo>
                  <a:pt x="1077" y="468"/>
                  <a:pt x="1100" y="508"/>
                  <a:pt x="1155" y="508"/>
                </a:cubicBezTo>
                <a:cubicBezTo>
                  <a:pt x="1179" y="508"/>
                  <a:pt x="1199" y="500"/>
                  <a:pt x="1215" y="488"/>
                </a:cubicBezTo>
                <a:close/>
                <a:moveTo>
                  <a:pt x="1595" y="363"/>
                </a:moveTo>
                <a:cubicBezTo>
                  <a:pt x="1595" y="552"/>
                  <a:pt x="1595" y="552"/>
                  <a:pt x="1595" y="552"/>
                </a:cubicBezTo>
                <a:cubicBezTo>
                  <a:pt x="1533" y="552"/>
                  <a:pt x="1533" y="552"/>
                  <a:pt x="1533" y="552"/>
                </a:cubicBezTo>
                <a:cubicBezTo>
                  <a:pt x="1533" y="373"/>
                  <a:pt x="1533" y="373"/>
                  <a:pt x="1533" y="373"/>
                </a:cubicBezTo>
                <a:cubicBezTo>
                  <a:pt x="1533" y="329"/>
                  <a:pt x="1518" y="307"/>
                  <a:pt x="1456" y="307"/>
                </a:cubicBezTo>
                <a:cubicBezTo>
                  <a:pt x="1442" y="307"/>
                  <a:pt x="1424" y="309"/>
                  <a:pt x="1407" y="312"/>
                </a:cubicBezTo>
                <a:cubicBezTo>
                  <a:pt x="1407" y="552"/>
                  <a:pt x="1407" y="552"/>
                  <a:pt x="1407" y="552"/>
                </a:cubicBezTo>
                <a:cubicBezTo>
                  <a:pt x="1345" y="552"/>
                  <a:pt x="1345" y="552"/>
                  <a:pt x="1345" y="552"/>
                </a:cubicBezTo>
                <a:cubicBezTo>
                  <a:pt x="1345" y="270"/>
                  <a:pt x="1345" y="270"/>
                  <a:pt x="1345" y="270"/>
                </a:cubicBezTo>
                <a:cubicBezTo>
                  <a:pt x="1385" y="261"/>
                  <a:pt x="1428" y="254"/>
                  <a:pt x="1458" y="254"/>
                </a:cubicBezTo>
                <a:cubicBezTo>
                  <a:pt x="1562" y="254"/>
                  <a:pt x="1595" y="294"/>
                  <a:pt x="1595" y="363"/>
                </a:cubicBezTo>
                <a:close/>
                <a:moveTo>
                  <a:pt x="1767" y="506"/>
                </a:moveTo>
                <a:cubicBezTo>
                  <a:pt x="1785" y="506"/>
                  <a:pt x="1802" y="503"/>
                  <a:pt x="1816" y="498"/>
                </a:cubicBezTo>
                <a:cubicBezTo>
                  <a:pt x="1814" y="515"/>
                  <a:pt x="1812" y="534"/>
                  <a:pt x="1808" y="550"/>
                </a:cubicBezTo>
                <a:cubicBezTo>
                  <a:pt x="1791" y="557"/>
                  <a:pt x="1773" y="559"/>
                  <a:pt x="1756" y="559"/>
                </a:cubicBezTo>
                <a:cubicBezTo>
                  <a:pt x="1696" y="559"/>
                  <a:pt x="1657" y="531"/>
                  <a:pt x="1657" y="463"/>
                </a:cubicBezTo>
                <a:cubicBezTo>
                  <a:pt x="1657" y="166"/>
                  <a:pt x="1657" y="166"/>
                  <a:pt x="1657" y="166"/>
                </a:cubicBezTo>
                <a:cubicBezTo>
                  <a:pt x="1676" y="160"/>
                  <a:pt x="1700" y="157"/>
                  <a:pt x="1719" y="157"/>
                </a:cubicBezTo>
                <a:cubicBezTo>
                  <a:pt x="1719" y="264"/>
                  <a:pt x="1719" y="264"/>
                  <a:pt x="1719" y="264"/>
                </a:cubicBezTo>
                <a:cubicBezTo>
                  <a:pt x="1817" y="264"/>
                  <a:pt x="1817" y="264"/>
                  <a:pt x="1817" y="264"/>
                </a:cubicBezTo>
                <a:cubicBezTo>
                  <a:pt x="1816" y="283"/>
                  <a:pt x="1815" y="301"/>
                  <a:pt x="1812" y="317"/>
                </a:cubicBezTo>
                <a:cubicBezTo>
                  <a:pt x="1719" y="317"/>
                  <a:pt x="1719" y="317"/>
                  <a:pt x="1719" y="317"/>
                </a:cubicBezTo>
                <a:cubicBezTo>
                  <a:pt x="1719" y="455"/>
                  <a:pt x="1719" y="455"/>
                  <a:pt x="1719" y="455"/>
                </a:cubicBezTo>
                <a:cubicBezTo>
                  <a:pt x="1719" y="492"/>
                  <a:pt x="1737" y="506"/>
                  <a:pt x="1767" y="506"/>
                </a:cubicBezTo>
                <a:close/>
                <a:moveTo>
                  <a:pt x="2100" y="270"/>
                </a:moveTo>
                <a:cubicBezTo>
                  <a:pt x="2100" y="552"/>
                  <a:pt x="2100" y="552"/>
                  <a:pt x="2100" y="552"/>
                </a:cubicBezTo>
                <a:cubicBezTo>
                  <a:pt x="2043" y="552"/>
                  <a:pt x="2043" y="552"/>
                  <a:pt x="2043" y="552"/>
                </a:cubicBezTo>
                <a:cubicBezTo>
                  <a:pt x="2040" y="518"/>
                  <a:pt x="2040" y="518"/>
                  <a:pt x="2040" y="518"/>
                </a:cubicBezTo>
                <a:cubicBezTo>
                  <a:pt x="2024" y="543"/>
                  <a:pt x="2000" y="559"/>
                  <a:pt x="1960" y="559"/>
                </a:cubicBezTo>
                <a:cubicBezTo>
                  <a:pt x="1886" y="559"/>
                  <a:pt x="1836" y="505"/>
                  <a:pt x="1836" y="410"/>
                </a:cubicBezTo>
                <a:cubicBezTo>
                  <a:pt x="1836" y="311"/>
                  <a:pt x="1889" y="254"/>
                  <a:pt x="1993" y="254"/>
                </a:cubicBezTo>
                <a:cubicBezTo>
                  <a:pt x="2034" y="254"/>
                  <a:pt x="2067" y="259"/>
                  <a:pt x="2100" y="270"/>
                </a:cubicBezTo>
                <a:close/>
                <a:moveTo>
                  <a:pt x="2038" y="488"/>
                </a:moveTo>
                <a:cubicBezTo>
                  <a:pt x="2038" y="311"/>
                  <a:pt x="2038" y="311"/>
                  <a:pt x="2038" y="311"/>
                </a:cubicBezTo>
                <a:cubicBezTo>
                  <a:pt x="2025" y="309"/>
                  <a:pt x="2011" y="307"/>
                  <a:pt x="1993" y="307"/>
                </a:cubicBezTo>
                <a:cubicBezTo>
                  <a:pt x="1929" y="307"/>
                  <a:pt x="1899" y="347"/>
                  <a:pt x="1899" y="410"/>
                </a:cubicBezTo>
                <a:cubicBezTo>
                  <a:pt x="1899" y="468"/>
                  <a:pt x="1922" y="508"/>
                  <a:pt x="1978" y="508"/>
                </a:cubicBezTo>
                <a:cubicBezTo>
                  <a:pt x="2002" y="508"/>
                  <a:pt x="2022" y="500"/>
                  <a:pt x="2038" y="488"/>
                </a:cubicBezTo>
                <a:close/>
                <a:moveTo>
                  <a:pt x="2418" y="363"/>
                </a:moveTo>
                <a:cubicBezTo>
                  <a:pt x="2418" y="552"/>
                  <a:pt x="2418" y="552"/>
                  <a:pt x="2418" y="552"/>
                </a:cubicBezTo>
                <a:cubicBezTo>
                  <a:pt x="2356" y="552"/>
                  <a:pt x="2356" y="552"/>
                  <a:pt x="2356" y="552"/>
                </a:cubicBezTo>
                <a:cubicBezTo>
                  <a:pt x="2356" y="373"/>
                  <a:pt x="2356" y="373"/>
                  <a:pt x="2356" y="373"/>
                </a:cubicBezTo>
                <a:cubicBezTo>
                  <a:pt x="2356" y="329"/>
                  <a:pt x="2341" y="307"/>
                  <a:pt x="2279" y="307"/>
                </a:cubicBezTo>
                <a:cubicBezTo>
                  <a:pt x="2264" y="307"/>
                  <a:pt x="2247" y="309"/>
                  <a:pt x="2230" y="312"/>
                </a:cubicBezTo>
                <a:cubicBezTo>
                  <a:pt x="2230" y="552"/>
                  <a:pt x="2230" y="552"/>
                  <a:pt x="2230" y="552"/>
                </a:cubicBezTo>
                <a:cubicBezTo>
                  <a:pt x="2168" y="552"/>
                  <a:pt x="2168" y="552"/>
                  <a:pt x="2168" y="552"/>
                </a:cubicBezTo>
                <a:cubicBezTo>
                  <a:pt x="2168" y="270"/>
                  <a:pt x="2168" y="270"/>
                  <a:pt x="2168" y="270"/>
                </a:cubicBezTo>
                <a:cubicBezTo>
                  <a:pt x="2207" y="261"/>
                  <a:pt x="2251" y="254"/>
                  <a:pt x="2281" y="254"/>
                </a:cubicBezTo>
                <a:cubicBezTo>
                  <a:pt x="2384" y="254"/>
                  <a:pt x="2418" y="294"/>
                  <a:pt x="2418" y="363"/>
                </a:cubicBezTo>
                <a:close/>
                <a:moveTo>
                  <a:pt x="2733" y="157"/>
                </a:moveTo>
                <a:cubicBezTo>
                  <a:pt x="2733" y="552"/>
                  <a:pt x="2733" y="552"/>
                  <a:pt x="2733" y="552"/>
                </a:cubicBezTo>
                <a:cubicBezTo>
                  <a:pt x="2676" y="552"/>
                  <a:pt x="2676" y="552"/>
                  <a:pt x="2676" y="552"/>
                </a:cubicBezTo>
                <a:cubicBezTo>
                  <a:pt x="2672" y="516"/>
                  <a:pt x="2672" y="516"/>
                  <a:pt x="2672" y="516"/>
                </a:cubicBezTo>
                <a:cubicBezTo>
                  <a:pt x="2656" y="543"/>
                  <a:pt x="2632" y="559"/>
                  <a:pt x="2591" y="559"/>
                </a:cubicBezTo>
                <a:cubicBezTo>
                  <a:pt x="2517" y="559"/>
                  <a:pt x="2467" y="505"/>
                  <a:pt x="2467" y="410"/>
                </a:cubicBezTo>
                <a:cubicBezTo>
                  <a:pt x="2467" y="311"/>
                  <a:pt x="2520" y="254"/>
                  <a:pt x="2625" y="254"/>
                </a:cubicBezTo>
                <a:cubicBezTo>
                  <a:pt x="2641" y="254"/>
                  <a:pt x="2656" y="256"/>
                  <a:pt x="2671" y="259"/>
                </a:cubicBezTo>
                <a:cubicBezTo>
                  <a:pt x="2671" y="166"/>
                  <a:pt x="2671" y="166"/>
                  <a:pt x="2671" y="166"/>
                </a:cubicBezTo>
                <a:cubicBezTo>
                  <a:pt x="2690" y="159"/>
                  <a:pt x="2712" y="157"/>
                  <a:pt x="2733" y="157"/>
                </a:cubicBezTo>
                <a:close/>
                <a:moveTo>
                  <a:pt x="2671" y="487"/>
                </a:moveTo>
                <a:cubicBezTo>
                  <a:pt x="2671" y="313"/>
                  <a:pt x="2671" y="313"/>
                  <a:pt x="2671" y="313"/>
                </a:cubicBezTo>
                <a:cubicBezTo>
                  <a:pt x="2655" y="310"/>
                  <a:pt x="2638" y="307"/>
                  <a:pt x="2621" y="307"/>
                </a:cubicBezTo>
                <a:cubicBezTo>
                  <a:pt x="2560" y="307"/>
                  <a:pt x="2531" y="346"/>
                  <a:pt x="2531" y="410"/>
                </a:cubicBezTo>
                <a:cubicBezTo>
                  <a:pt x="2531" y="468"/>
                  <a:pt x="2554" y="508"/>
                  <a:pt x="2609" y="508"/>
                </a:cubicBezTo>
                <a:cubicBezTo>
                  <a:pt x="2634" y="508"/>
                  <a:pt x="2654" y="500"/>
                  <a:pt x="2671" y="487"/>
                </a:cubicBezTo>
                <a:close/>
                <a:moveTo>
                  <a:pt x="3045" y="432"/>
                </a:moveTo>
                <a:cubicBezTo>
                  <a:pt x="2847" y="432"/>
                  <a:pt x="2847" y="432"/>
                  <a:pt x="2847" y="432"/>
                </a:cubicBezTo>
                <a:cubicBezTo>
                  <a:pt x="2854" y="482"/>
                  <a:pt x="2884" y="506"/>
                  <a:pt x="2939" y="506"/>
                </a:cubicBezTo>
                <a:cubicBezTo>
                  <a:pt x="2973" y="506"/>
                  <a:pt x="3007" y="499"/>
                  <a:pt x="3038" y="485"/>
                </a:cubicBezTo>
                <a:cubicBezTo>
                  <a:pt x="3036" y="501"/>
                  <a:pt x="3033" y="522"/>
                  <a:pt x="3029" y="541"/>
                </a:cubicBezTo>
                <a:cubicBezTo>
                  <a:pt x="3001" y="554"/>
                  <a:pt x="2971" y="559"/>
                  <a:pt x="2937" y="559"/>
                </a:cubicBezTo>
                <a:cubicBezTo>
                  <a:pt x="2834" y="559"/>
                  <a:pt x="2783" y="502"/>
                  <a:pt x="2783" y="405"/>
                </a:cubicBezTo>
                <a:cubicBezTo>
                  <a:pt x="2783" y="321"/>
                  <a:pt x="2822" y="254"/>
                  <a:pt x="2921" y="254"/>
                </a:cubicBezTo>
                <a:cubicBezTo>
                  <a:pt x="3010" y="254"/>
                  <a:pt x="3048" y="313"/>
                  <a:pt x="3048" y="384"/>
                </a:cubicBezTo>
                <a:cubicBezTo>
                  <a:pt x="3048" y="401"/>
                  <a:pt x="3047" y="415"/>
                  <a:pt x="3045" y="432"/>
                </a:cubicBezTo>
                <a:close/>
                <a:moveTo>
                  <a:pt x="2845" y="380"/>
                </a:moveTo>
                <a:cubicBezTo>
                  <a:pt x="2985" y="380"/>
                  <a:pt x="2985" y="380"/>
                  <a:pt x="2985" y="380"/>
                </a:cubicBezTo>
                <a:cubicBezTo>
                  <a:pt x="2985" y="333"/>
                  <a:pt x="2960" y="306"/>
                  <a:pt x="2918" y="306"/>
                </a:cubicBezTo>
                <a:cubicBezTo>
                  <a:pt x="2874" y="306"/>
                  <a:pt x="2850" y="332"/>
                  <a:pt x="2845" y="380"/>
                </a:cubicBezTo>
                <a:close/>
                <a:moveTo>
                  <a:pt x="3262" y="257"/>
                </a:moveTo>
                <a:cubicBezTo>
                  <a:pt x="3262" y="275"/>
                  <a:pt x="3260" y="298"/>
                  <a:pt x="3256" y="310"/>
                </a:cubicBezTo>
                <a:cubicBezTo>
                  <a:pt x="3241" y="308"/>
                  <a:pt x="3227" y="307"/>
                  <a:pt x="3209" y="307"/>
                </a:cubicBezTo>
                <a:cubicBezTo>
                  <a:pt x="3194" y="307"/>
                  <a:pt x="3179" y="309"/>
                  <a:pt x="3164" y="311"/>
                </a:cubicBezTo>
                <a:cubicBezTo>
                  <a:pt x="3164" y="552"/>
                  <a:pt x="3164" y="552"/>
                  <a:pt x="3164" y="552"/>
                </a:cubicBezTo>
                <a:cubicBezTo>
                  <a:pt x="3102" y="552"/>
                  <a:pt x="3102" y="552"/>
                  <a:pt x="3102" y="552"/>
                </a:cubicBezTo>
                <a:cubicBezTo>
                  <a:pt x="3102" y="270"/>
                  <a:pt x="3102" y="270"/>
                  <a:pt x="3102" y="270"/>
                </a:cubicBezTo>
                <a:cubicBezTo>
                  <a:pt x="3128" y="261"/>
                  <a:pt x="3173" y="254"/>
                  <a:pt x="3208" y="254"/>
                </a:cubicBezTo>
                <a:cubicBezTo>
                  <a:pt x="3227" y="254"/>
                  <a:pt x="3248" y="255"/>
                  <a:pt x="3262" y="257"/>
                </a:cubicBezTo>
                <a:close/>
              </a:path>
            </a:pathLst>
          </a:custGeom>
          <a:solidFill>
            <a:srgbClr val="C00000"/>
          </a:solidFill>
          <a:ln>
            <a:noFill/>
          </a:ln>
        </p:spPr>
        <p:txBody>
          <a:bodyPr vert="horz" wrap="square" lIns="91440" tIns="45720" rIns="91440" bIns="45720" numCol="1" anchor="t" anchorCtr="0" compatLnSpc="1">
            <a:prstTxWarp prst="textNoShape">
              <a:avLst/>
            </a:prstTxWarp>
          </a:bodyPr>
          <a:lstStyle/>
          <a:p>
            <a:endParaRPr lang="es-ES"/>
          </a:p>
        </p:txBody>
      </p:sp>
    </p:spTree>
    <p:extLst>
      <p:ext uri="{BB962C8B-B14F-4D97-AF65-F5344CB8AC3E}">
        <p14:creationId xmlns:p14="http://schemas.microsoft.com/office/powerpoint/2010/main" val="21856303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Destaca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6B5AEF2-F43E-4C92-A186-61C1E43CE82B}"/>
              </a:ext>
            </a:extLst>
          </p:cNvPr>
          <p:cNvSpPr>
            <a:spLocks noGrp="1"/>
          </p:cNvSpPr>
          <p:nvPr>
            <p:ph type="title" hasCustomPrompt="1"/>
          </p:nvPr>
        </p:nvSpPr>
        <p:spPr>
          <a:xfrm>
            <a:off x="731970" y="1109759"/>
            <a:ext cx="3801119" cy="5050689"/>
          </a:xfrm>
        </p:spPr>
        <p:txBody>
          <a:bodyPr anchor="t">
            <a:noAutofit/>
          </a:bodyPr>
          <a:lstStyle>
            <a:lvl1pPr>
              <a:defRPr sz="2500" b="1">
                <a:solidFill>
                  <a:schemeClr val="accent3"/>
                </a:solidFill>
              </a:defRPr>
            </a:lvl1pPr>
          </a:lstStyle>
          <a:p>
            <a:r>
              <a:rPr lang="es-ES" dirty="0" err="1"/>
              <a:t>Lorem</a:t>
            </a:r>
            <a:r>
              <a:rPr lang="es-ES" dirty="0"/>
              <a:t> </a:t>
            </a:r>
            <a:r>
              <a:rPr lang="es-ES" dirty="0" err="1"/>
              <a:t>click</a:t>
            </a:r>
            <a:r>
              <a:rPr lang="es-ES" dirty="0"/>
              <a:t> to </a:t>
            </a:r>
            <a:r>
              <a:rPr lang="es-ES" dirty="0" err="1"/>
              <a:t>modify</a:t>
            </a:r>
            <a:r>
              <a:rPr lang="es-ES" dirty="0"/>
              <a:t> </a:t>
            </a:r>
            <a:r>
              <a:rPr lang="es-ES" dirty="0" err="1"/>
              <a:t>the</a:t>
            </a:r>
            <a:r>
              <a:rPr lang="es-ES" dirty="0"/>
              <a:t> </a:t>
            </a:r>
            <a:r>
              <a:rPr lang="es-ES" dirty="0" err="1"/>
              <a:t>title</a:t>
            </a:r>
            <a:r>
              <a:rPr lang="es-ES" dirty="0"/>
              <a:t> </a:t>
            </a:r>
            <a:r>
              <a:rPr lang="es-ES" dirty="0" err="1"/>
              <a:t>style</a:t>
            </a:r>
            <a:r>
              <a:rPr lang="es-ES" dirty="0"/>
              <a:t> of </a:t>
            </a:r>
            <a:r>
              <a:rPr lang="es-ES" dirty="0" err="1"/>
              <a:t>the</a:t>
            </a:r>
            <a:r>
              <a:rPr lang="es-ES" dirty="0"/>
              <a:t> master</a:t>
            </a:r>
          </a:p>
        </p:txBody>
      </p:sp>
      <p:sp>
        <p:nvSpPr>
          <p:cNvPr id="10" name="Marcador de número de diapositiva 5">
            <a:extLst>
              <a:ext uri="{FF2B5EF4-FFF2-40B4-BE49-F238E27FC236}">
                <a16:creationId xmlns:a16="http://schemas.microsoft.com/office/drawing/2014/main" id="{12E1D636-3017-4CF4-BA5F-3300C668441C}"/>
              </a:ext>
            </a:extLst>
          </p:cNvPr>
          <p:cNvSpPr>
            <a:spLocks noGrp="1"/>
          </p:cNvSpPr>
          <p:nvPr>
            <p:ph type="sldNum" sz="quarter" idx="12"/>
          </p:nvPr>
        </p:nvSpPr>
        <p:spPr>
          <a:xfrm>
            <a:off x="8730845" y="6209600"/>
            <a:ext cx="2743200" cy="365125"/>
          </a:xfrm>
        </p:spPr>
        <p:txBody>
          <a:bodyPr/>
          <a:lstStyle>
            <a:lvl1pPr>
              <a:defRPr sz="1300">
                <a:solidFill>
                  <a:schemeClr val="accent1"/>
                </a:solidFill>
              </a:defRPr>
            </a:lvl1pPr>
          </a:lstStyle>
          <a:p>
            <a:fld id="{BC0D97B6-E32F-4D7D-B839-7C3B51F2640F}" type="slidenum">
              <a:rPr lang="es-ES" smtClean="0"/>
              <a:pPr/>
              <a:t>‹#›</a:t>
            </a:fld>
            <a:endParaRPr lang="es-ES"/>
          </a:p>
        </p:txBody>
      </p:sp>
      <p:sp>
        <p:nvSpPr>
          <p:cNvPr id="15" name="Marcador de texto 14">
            <a:extLst>
              <a:ext uri="{FF2B5EF4-FFF2-40B4-BE49-F238E27FC236}">
                <a16:creationId xmlns:a16="http://schemas.microsoft.com/office/drawing/2014/main" id="{05897091-A449-4E0A-B444-7171DF90239A}"/>
              </a:ext>
            </a:extLst>
          </p:cNvPr>
          <p:cNvSpPr>
            <a:spLocks noGrp="1"/>
          </p:cNvSpPr>
          <p:nvPr>
            <p:ph type="body" sz="quarter" idx="14"/>
          </p:nvPr>
        </p:nvSpPr>
        <p:spPr>
          <a:xfrm>
            <a:off x="711024" y="337100"/>
            <a:ext cx="10758734" cy="304800"/>
          </a:xfrm>
        </p:spPr>
        <p:txBody>
          <a:bodyPr>
            <a:noAutofit/>
          </a:bodyPr>
          <a:lstStyle>
            <a:lvl1pPr marL="0" indent="0">
              <a:buFontTx/>
              <a:buNone/>
              <a:defRPr sz="1300">
                <a:solidFill>
                  <a:schemeClr val="accent1"/>
                </a:solidFill>
              </a:defRPr>
            </a:lvl1pPr>
            <a:lvl2pPr marL="457200" indent="0">
              <a:buFontTx/>
              <a:buNone/>
              <a:defRPr sz="1100"/>
            </a:lvl2pPr>
            <a:lvl3pPr marL="914400" indent="0">
              <a:buFontTx/>
              <a:buNone/>
              <a:defRPr sz="1050"/>
            </a:lvl3pPr>
            <a:lvl4pPr marL="1371600" indent="0">
              <a:buFontTx/>
              <a:buNone/>
              <a:defRPr sz="1000"/>
            </a:lvl4pPr>
            <a:lvl5pPr marL="1828800" indent="0">
              <a:buFontTx/>
              <a:buNone/>
              <a:defRPr sz="1000"/>
            </a:lvl5pPr>
          </a:lstStyle>
          <a:p>
            <a:pPr lvl="0"/>
            <a:r>
              <a:rPr lang="en-US"/>
              <a:t>Click to edit Master text styles</a:t>
            </a:r>
          </a:p>
        </p:txBody>
      </p:sp>
      <p:sp>
        <p:nvSpPr>
          <p:cNvPr id="12" name="Marcador de texto 16">
            <a:extLst>
              <a:ext uri="{FF2B5EF4-FFF2-40B4-BE49-F238E27FC236}">
                <a16:creationId xmlns:a16="http://schemas.microsoft.com/office/drawing/2014/main" id="{87DF9564-216B-4533-A626-FE222DEB917D}"/>
              </a:ext>
            </a:extLst>
          </p:cNvPr>
          <p:cNvSpPr>
            <a:spLocks noGrp="1"/>
          </p:cNvSpPr>
          <p:nvPr>
            <p:ph type="body" sz="quarter" idx="15"/>
          </p:nvPr>
        </p:nvSpPr>
        <p:spPr>
          <a:xfrm>
            <a:off x="4772722" y="1126274"/>
            <a:ext cx="6697035" cy="5050690"/>
          </a:xfrm>
        </p:spPr>
        <p:txBody>
          <a:bodyPr numCol="1" spcCol="0">
            <a:noAutofit/>
          </a:bodyPr>
          <a:lstStyle>
            <a:lvl1pPr marL="0" indent="0">
              <a:spcBef>
                <a:spcPts val="0"/>
              </a:spcBef>
              <a:spcAft>
                <a:spcPts val="2200"/>
              </a:spcAft>
              <a:buFontTx/>
              <a:buNone/>
              <a:defRPr lang="es-ES" sz="1200" kern="1200" smtClean="0">
                <a:solidFill>
                  <a:schemeClr val="tx2"/>
                </a:solidFill>
                <a:latin typeface="+mn-lt"/>
                <a:ea typeface="+mn-ea"/>
                <a:cs typeface="+mn-cs"/>
              </a:defRPr>
            </a:lvl1pPr>
            <a:lvl2pPr marL="457200" indent="0">
              <a:buFontTx/>
              <a:buNone/>
              <a:defRPr lang="es-ES" sz="1200" kern="1200" smtClean="0">
                <a:solidFill>
                  <a:schemeClr val="tx2"/>
                </a:solidFill>
                <a:latin typeface="+mn-lt"/>
                <a:ea typeface="+mn-ea"/>
                <a:cs typeface="+mn-cs"/>
              </a:defRPr>
            </a:lvl2pPr>
            <a:lvl3pPr marL="914400" indent="0">
              <a:buFontTx/>
              <a:buNone/>
              <a:defRPr lang="es-ES" sz="1200" kern="1200" smtClean="0">
                <a:solidFill>
                  <a:schemeClr val="tx2"/>
                </a:solidFill>
                <a:latin typeface="+mn-lt"/>
                <a:ea typeface="+mn-ea"/>
                <a:cs typeface="+mn-cs"/>
              </a:defRPr>
            </a:lvl3pPr>
            <a:lvl4pPr marL="1371600" indent="0">
              <a:buFontTx/>
              <a:buNone/>
              <a:defRPr lang="es-ES" sz="1200" kern="1200" smtClean="0">
                <a:solidFill>
                  <a:schemeClr val="tx2"/>
                </a:solidFill>
                <a:latin typeface="+mn-lt"/>
                <a:ea typeface="+mn-ea"/>
                <a:cs typeface="+mn-cs"/>
              </a:defRPr>
            </a:lvl4pPr>
            <a:lvl5pPr marL="1828800" indent="0">
              <a:buFontTx/>
              <a:buNone/>
              <a:defRPr lang="es-ES" sz="1200" kern="1200">
                <a:solidFill>
                  <a:schemeClr val="tx2"/>
                </a:solidFill>
                <a:latin typeface="+mn-lt"/>
                <a:ea typeface="+mn-ea"/>
                <a:cs typeface="+mn-cs"/>
              </a:defRPr>
            </a:lvl5pPr>
          </a:lstStyle>
          <a:p>
            <a:pPr lvl="0"/>
            <a:r>
              <a:rPr lang="en-US"/>
              <a:t>Click to edit Master text styles</a:t>
            </a:r>
          </a:p>
        </p:txBody>
      </p:sp>
      <p:sp>
        <p:nvSpPr>
          <p:cNvPr id="3" name="Freeform 5">
            <a:extLst>
              <a:ext uri="{FF2B5EF4-FFF2-40B4-BE49-F238E27FC236}">
                <a16:creationId xmlns:a16="http://schemas.microsoft.com/office/drawing/2014/main" id="{3D59B665-EE72-4A27-825F-8014D3670932}"/>
              </a:ext>
            </a:extLst>
          </p:cNvPr>
          <p:cNvSpPr>
            <a:spLocks noEditPoints="1"/>
          </p:cNvSpPr>
          <p:nvPr userDrawn="1"/>
        </p:nvSpPr>
        <p:spPr bwMode="auto">
          <a:xfrm>
            <a:off x="252347" y="6514761"/>
            <a:ext cx="1171705" cy="206714"/>
          </a:xfrm>
          <a:custGeom>
            <a:avLst/>
            <a:gdLst>
              <a:gd name="T0" fmla="*/ 319 w 3262"/>
              <a:gd name="T1" fmla="*/ 39 h 572"/>
              <a:gd name="T2" fmla="*/ 300 w 3262"/>
              <a:gd name="T3" fmla="*/ 137 h 572"/>
              <a:gd name="T4" fmla="*/ 371 w 3262"/>
              <a:gd name="T5" fmla="*/ 405 h 572"/>
              <a:gd name="T6" fmla="*/ 244 w 3262"/>
              <a:gd name="T7" fmla="*/ 170 h 572"/>
              <a:gd name="T8" fmla="*/ 225 w 3262"/>
              <a:gd name="T9" fmla="*/ 267 h 572"/>
              <a:gd name="T10" fmla="*/ 300 w 3262"/>
              <a:gd name="T11" fmla="*/ 528 h 572"/>
              <a:gd name="T12" fmla="*/ 187 w 3262"/>
              <a:gd name="T13" fmla="*/ 333 h 572"/>
              <a:gd name="T14" fmla="*/ 300 w 3262"/>
              <a:gd name="T15" fmla="*/ 572 h 572"/>
              <a:gd name="T16" fmla="*/ 714 w 3262"/>
              <a:gd name="T17" fmla="*/ 540 h 572"/>
              <a:gd name="T18" fmla="*/ 910 w 3262"/>
              <a:gd name="T19" fmla="*/ 455 h 572"/>
              <a:gd name="T20" fmla="*/ 717 w 3262"/>
              <a:gd name="T21" fmla="*/ 258 h 572"/>
              <a:gd name="T22" fmla="*/ 945 w 3262"/>
              <a:gd name="T23" fmla="*/ 226 h 572"/>
              <a:gd name="T24" fmla="*/ 842 w 3262"/>
              <a:gd name="T25" fmla="*/ 322 h 572"/>
              <a:gd name="T26" fmla="*/ 829 w 3262"/>
              <a:gd name="T27" fmla="*/ 561 h 572"/>
              <a:gd name="T28" fmla="*/ 1277 w 3262"/>
              <a:gd name="T29" fmla="*/ 552 h 572"/>
              <a:gd name="T30" fmla="*/ 1138 w 3262"/>
              <a:gd name="T31" fmla="*/ 559 h 572"/>
              <a:gd name="T32" fmla="*/ 1277 w 3262"/>
              <a:gd name="T33" fmla="*/ 270 h 572"/>
              <a:gd name="T34" fmla="*/ 1171 w 3262"/>
              <a:gd name="T35" fmla="*/ 307 h 572"/>
              <a:gd name="T36" fmla="*/ 1215 w 3262"/>
              <a:gd name="T37" fmla="*/ 488 h 572"/>
              <a:gd name="T38" fmla="*/ 1533 w 3262"/>
              <a:gd name="T39" fmla="*/ 552 h 572"/>
              <a:gd name="T40" fmla="*/ 1407 w 3262"/>
              <a:gd name="T41" fmla="*/ 312 h 572"/>
              <a:gd name="T42" fmla="*/ 1345 w 3262"/>
              <a:gd name="T43" fmla="*/ 270 h 572"/>
              <a:gd name="T44" fmla="*/ 1767 w 3262"/>
              <a:gd name="T45" fmla="*/ 506 h 572"/>
              <a:gd name="T46" fmla="*/ 1756 w 3262"/>
              <a:gd name="T47" fmla="*/ 559 h 572"/>
              <a:gd name="T48" fmla="*/ 1719 w 3262"/>
              <a:gd name="T49" fmla="*/ 157 h 572"/>
              <a:gd name="T50" fmla="*/ 1812 w 3262"/>
              <a:gd name="T51" fmla="*/ 317 h 572"/>
              <a:gd name="T52" fmla="*/ 1767 w 3262"/>
              <a:gd name="T53" fmla="*/ 506 h 572"/>
              <a:gd name="T54" fmla="*/ 2043 w 3262"/>
              <a:gd name="T55" fmla="*/ 552 h 572"/>
              <a:gd name="T56" fmla="*/ 1836 w 3262"/>
              <a:gd name="T57" fmla="*/ 410 h 572"/>
              <a:gd name="T58" fmla="*/ 2038 w 3262"/>
              <a:gd name="T59" fmla="*/ 488 h 572"/>
              <a:gd name="T60" fmla="*/ 1899 w 3262"/>
              <a:gd name="T61" fmla="*/ 410 h 572"/>
              <a:gd name="T62" fmla="*/ 2418 w 3262"/>
              <a:gd name="T63" fmla="*/ 363 h 572"/>
              <a:gd name="T64" fmla="*/ 2356 w 3262"/>
              <a:gd name="T65" fmla="*/ 373 h 572"/>
              <a:gd name="T66" fmla="*/ 2230 w 3262"/>
              <a:gd name="T67" fmla="*/ 552 h 572"/>
              <a:gd name="T68" fmla="*/ 2281 w 3262"/>
              <a:gd name="T69" fmla="*/ 254 h 572"/>
              <a:gd name="T70" fmla="*/ 2733 w 3262"/>
              <a:gd name="T71" fmla="*/ 552 h 572"/>
              <a:gd name="T72" fmla="*/ 2591 w 3262"/>
              <a:gd name="T73" fmla="*/ 559 h 572"/>
              <a:gd name="T74" fmla="*/ 2671 w 3262"/>
              <a:gd name="T75" fmla="*/ 259 h 572"/>
              <a:gd name="T76" fmla="*/ 2671 w 3262"/>
              <a:gd name="T77" fmla="*/ 487 h 572"/>
              <a:gd name="T78" fmla="*/ 2531 w 3262"/>
              <a:gd name="T79" fmla="*/ 410 h 572"/>
              <a:gd name="T80" fmla="*/ 3045 w 3262"/>
              <a:gd name="T81" fmla="*/ 432 h 572"/>
              <a:gd name="T82" fmla="*/ 3038 w 3262"/>
              <a:gd name="T83" fmla="*/ 485 h 572"/>
              <a:gd name="T84" fmla="*/ 2783 w 3262"/>
              <a:gd name="T85" fmla="*/ 405 h 572"/>
              <a:gd name="T86" fmla="*/ 3045 w 3262"/>
              <a:gd name="T87" fmla="*/ 432 h 572"/>
              <a:gd name="T88" fmla="*/ 2918 w 3262"/>
              <a:gd name="T89" fmla="*/ 306 h 572"/>
              <a:gd name="T90" fmla="*/ 3256 w 3262"/>
              <a:gd name="T91" fmla="*/ 310 h 572"/>
              <a:gd name="T92" fmla="*/ 3164 w 3262"/>
              <a:gd name="T93" fmla="*/ 552 h 572"/>
              <a:gd name="T94" fmla="*/ 3208 w 3262"/>
              <a:gd name="T95" fmla="*/ 254 h 5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3262" h="572">
                <a:moveTo>
                  <a:pt x="430" y="262"/>
                </a:moveTo>
                <a:cubicBezTo>
                  <a:pt x="429" y="241"/>
                  <a:pt x="424" y="221"/>
                  <a:pt x="413" y="202"/>
                </a:cubicBezTo>
                <a:cubicBezTo>
                  <a:pt x="319" y="39"/>
                  <a:pt x="319" y="39"/>
                  <a:pt x="319" y="39"/>
                </a:cubicBezTo>
                <a:cubicBezTo>
                  <a:pt x="312" y="27"/>
                  <a:pt x="307" y="14"/>
                  <a:pt x="304" y="0"/>
                </a:cubicBezTo>
                <a:cubicBezTo>
                  <a:pt x="300" y="7"/>
                  <a:pt x="300" y="7"/>
                  <a:pt x="300" y="7"/>
                </a:cubicBezTo>
                <a:cubicBezTo>
                  <a:pt x="277" y="47"/>
                  <a:pt x="277" y="97"/>
                  <a:pt x="300" y="137"/>
                </a:cubicBezTo>
                <a:cubicBezTo>
                  <a:pt x="375" y="267"/>
                  <a:pt x="375" y="267"/>
                  <a:pt x="375" y="267"/>
                </a:cubicBezTo>
                <a:cubicBezTo>
                  <a:pt x="399" y="308"/>
                  <a:pt x="399" y="357"/>
                  <a:pt x="375" y="398"/>
                </a:cubicBezTo>
                <a:cubicBezTo>
                  <a:pt x="371" y="405"/>
                  <a:pt x="371" y="405"/>
                  <a:pt x="371" y="405"/>
                </a:cubicBezTo>
                <a:cubicBezTo>
                  <a:pt x="369" y="391"/>
                  <a:pt x="364" y="378"/>
                  <a:pt x="356" y="365"/>
                </a:cubicBezTo>
                <a:cubicBezTo>
                  <a:pt x="288" y="246"/>
                  <a:pt x="288" y="246"/>
                  <a:pt x="288" y="246"/>
                </a:cubicBezTo>
                <a:cubicBezTo>
                  <a:pt x="244" y="170"/>
                  <a:pt x="244" y="170"/>
                  <a:pt x="244" y="170"/>
                </a:cubicBezTo>
                <a:cubicBezTo>
                  <a:pt x="236" y="157"/>
                  <a:pt x="232" y="144"/>
                  <a:pt x="229" y="130"/>
                </a:cubicBezTo>
                <a:cubicBezTo>
                  <a:pt x="225" y="137"/>
                  <a:pt x="225" y="137"/>
                  <a:pt x="225" y="137"/>
                </a:cubicBezTo>
                <a:cubicBezTo>
                  <a:pt x="202" y="177"/>
                  <a:pt x="202" y="227"/>
                  <a:pt x="225" y="267"/>
                </a:cubicBezTo>
                <a:cubicBezTo>
                  <a:pt x="225" y="267"/>
                  <a:pt x="225" y="267"/>
                  <a:pt x="225" y="267"/>
                </a:cubicBezTo>
                <a:cubicBezTo>
                  <a:pt x="300" y="398"/>
                  <a:pt x="300" y="398"/>
                  <a:pt x="300" y="398"/>
                </a:cubicBezTo>
                <a:cubicBezTo>
                  <a:pt x="323" y="438"/>
                  <a:pt x="323" y="488"/>
                  <a:pt x="300" y="528"/>
                </a:cubicBezTo>
                <a:cubicBezTo>
                  <a:pt x="296" y="535"/>
                  <a:pt x="296" y="535"/>
                  <a:pt x="296" y="535"/>
                </a:cubicBezTo>
                <a:cubicBezTo>
                  <a:pt x="293" y="521"/>
                  <a:pt x="288" y="508"/>
                  <a:pt x="281" y="495"/>
                </a:cubicBezTo>
                <a:cubicBezTo>
                  <a:pt x="187" y="333"/>
                  <a:pt x="187" y="333"/>
                  <a:pt x="187" y="333"/>
                </a:cubicBezTo>
                <a:cubicBezTo>
                  <a:pt x="175" y="311"/>
                  <a:pt x="169" y="286"/>
                  <a:pt x="170" y="262"/>
                </a:cubicBezTo>
                <a:cubicBezTo>
                  <a:pt x="69" y="288"/>
                  <a:pt x="0" y="344"/>
                  <a:pt x="0" y="409"/>
                </a:cubicBezTo>
                <a:cubicBezTo>
                  <a:pt x="0" y="499"/>
                  <a:pt x="134" y="572"/>
                  <a:pt x="300" y="572"/>
                </a:cubicBezTo>
                <a:cubicBezTo>
                  <a:pt x="466" y="572"/>
                  <a:pt x="600" y="499"/>
                  <a:pt x="600" y="409"/>
                </a:cubicBezTo>
                <a:cubicBezTo>
                  <a:pt x="600" y="344"/>
                  <a:pt x="531" y="288"/>
                  <a:pt x="430" y="262"/>
                </a:cubicBezTo>
                <a:close/>
                <a:moveTo>
                  <a:pt x="714" y="540"/>
                </a:moveTo>
                <a:cubicBezTo>
                  <a:pt x="715" y="517"/>
                  <a:pt x="718" y="501"/>
                  <a:pt x="725" y="483"/>
                </a:cubicBezTo>
                <a:cubicBezTo>
                  <a:pt x="756" y="498"/>
                  <a:pt x="797" y="505"/>
                  <a:pt x="828" y="505"/>
                </a:cubicBezTo>
                <a:cubicBezTo>
                  <a:pt x="880" y="505"/>
                  <a:pt x="910" y="488"/>
                  <a:pt x="910" y="455"/>
                </a:cubicBezTo>
                <a:cubicBezTo>
                  <a:pt x="910" y="422"/>
                  <a:pt x="888" y="407"/>
                  <a:pt x="835" y="384"/>
                </a:cubicBezTo>
                <a:cubicBezTo>
                  <a:pt x="806" y="371"/>
                  <a:pt x="806" y="371"/>
                  <a:pt x="806" y="371"/>
                </a:cubicBezTo>
                <a:cubicBezTo>
                  <a:pt x="753" y="348"/>
                  <a:pt x="717" y="318"/>
                  <a:pt x="717" y="258"/>
                </a:cubicBezTo>
                <a:cubicBezTo>
                  <a:pt x="717" y="194"/>
                  <a:pt x="762" y="153"/>
                  <a:pt x="853" y="153"/>
                </a:cubicBezTo>
                <a:cubicBezTo>
                  <a:pt x="890" y="153"/>
                  <a:pt x="924" y="158"/>
                  <a:pt x="956" y="169"/>
                </a:cubicBezTo>
                <a:cubicBezTo>
                  <a:pt x="955" y="192"/>
                  <a:pt x="951" y="209"/>
                  <a:pt x="945" y="226"/>
                </a:cubicBezTo>
                <a:cubicBezTo>
                  <a:pt x="915" y="214"/>
                  <a:pt x="879" y="209"/>
                  <a:pt x="853" y="209"/>
                </a:cubicBezTo>
                <a:cubicBezTo>
                  <a:pt x="804" y="209"/>
                  <a:pt x="781" y="228"/>
                  <a:pt x="781" y="258"/>
                </a:cubicBezTo>
                <a:cubicBezTo>
                  <a:pt x="781" y="288"/>
                  <a:pt x="803" y="305"/>
                  <a:pt x="842" y="322"/>
                </a:cubicBezTo>
                <a:cubicBezTo>
                  <a:pt x="873" y="335"/>
                  <a:pt x="873" y="335"/>
                  <a:pt x="873" y="335"/>
                </a:cubicBezTo>
                <a:cubicBezTo>
                  <a:pt x="945" y="365"/>
                  <a:pt x="974" y="397"/>
                  <a:pt x="974" y="452"/>
                </a:cubicBezTo>
                <a:cubicBezTo>
                  <a:pt x="974" y="517"/>
                  <a:pt x="925" y="561"/>
                  <a:pt x="829" y="561"/>
                </a:cubicBezTo>
                <a:cubicBezTo>
                  <a:pt x="783" y="561"/>
                  <a:pt x="745" y="555"/>
                  <a:pt x="714" y="540"/>
                </a:cubicBezTo>
                <a:close/>
                <a:moveTo>
                  <a:pt x="1277" y="270"/>
                </a:moveTo>
                <a:cubicBezTo>
                  <a:pt x="1277" y="552"/>
                  <a:pt x="1277" y="552"/>
                  <a:pt x="1277" y="552"/>
                </a:cubicBezTo>
                <a:cubicBezTo>
                  <a:pt x="1220" y="552"/>
                  <a:pt x="1220" y="552"/>
                  <a:pt x="1220" y="552"/>
                </a:cubicBezTo>
                <a:cubicBezTo>
                  <a:pt x="1217" y="518"/>
                  <a:pt x="1217" y="518"/>
                  <a:pt x="1217" y="518"/>
                </a:cubicBezTo>
                <a:cubicBezTo>
                  <a:pt x="1201" y="543"/>
                  <a:pt x="1177" y="559"/>
                  <a:pt x="1138" y="559"/>
                </a:cubicBezTo>
                <a:cubicBezTo>
                  <a:pt x="1063" y="559"/>
                  <a:pt x="1013" y="505"/>
                  <a:pt x="1013" y="410"/>
                </a:cubicBezTo>
                <a:cubicBezTo>
                  <a:pt x="1013" y="311"/>
                  <a:pt x="1066" y="254"/>
                  <a:pt x="1171" y="254"/>
                </a:cubicBezTo>
                <a:cubicBezTo>
                  <a:pt x="1211" y="254"/>
                  <a:pt x="1245" y="259"/>
                  <a:pt x="1277" y="270"/>
                </a:cubicBezTo>
                <a:close/>
                <a:moveTo>
                  <a:pt x="1215" y="488"/>
                </a:moveTo>
                <a:cubicBezTo>
                  <a:pt x="1215" y="311"/>
                  <a:pt x="1215" y="311"/>
                  <a:pt x="1215" y="311"/>
                </a:cubicBezTo>
                <a:cubicBezTo>
                  <a:pt x="1202" y="309"/>
                  <a:pt x="1188" y="307"/>
                  <a:pt x="1171" y="307"/>
                </a:cubicBezTo>
                <a:cubicBezTo>
                  <a:pt x="1107" y="307"/>
                  <a:pt x="1077" y="347"/>
                  <a:pt x="1077" y="410"/>
                </a:cubicBezTo>
                <a:cubicBezTo>
                  <a:pt x="1077" y="468"/>
                  <a:pt x="1100" y="508"/>
                  <a:pt x="1155" y="508"/>
                </a:cubicBezTo>
                <a:cubicBezTo>
                  <a:pt x="1179" y="508"/>
                  <a:pt x="1199" y="500"/>
                  <a:pt x="1215" y="488"/>
                </a:cubicBezTo>
                <a:close/>
                <a:moveTo>
                  <a:pt x="1595" y="363"/>
                </a:moveTo>
                <a:cubicBezTo>
                  <a:pt x="1595" y="552"/>
                  <a:pt x="1595" y="552"/>
                  <a:pt x="1595" y="552"/>
                </a:cubicBezTo>
                <a:cubicBezTo>
                  <a:pt x="1533" y="552"/>
                  <a:pt x="1533" y="552"/>
                  <a:pt x="1533" y="552"/>
                </a:cubicBezTo>
                <a:cubicBezTo>
                  <a:pt x="1533" y="373"/>
                  <a:pt x="1533" y="373"/>
                  <a:pt x="1533" y="373"/>
                </a:cubicBezTo>
                <a:cubicBezTo>
                  <a:pt x="1533" y="329"/>
                  <a:pt x="1518" y="307"/>
                  <a:pt x="1456" y="307"/>
                </a:cubicBezTo>
                <a:cubicBezTo>
                  <a:pt x="1442" y="307"/>
                  <a:pt x="1424" y="309"/>
                  <a:pt x="1407" y="312"/>
                </a:cubicBezTo>
                <a:cubicBezTo>
                  <a:pt x="1407" y="552"/>
                  <a:pt x="1407" y="552"/>
                  <a:pt x="1407" y="552"/>
                </a:cubicBezTo>
                <a:cubicBezTo>
                  <a:pt x="1345" y="552"/>
                  <a:pt x="1345" y="552"/>
                  <a:pt x="1345" y="552"/>
                </a:cubicBezTo>
                <a:cubicBezTo>
                  <a:pt x="1345" y="270"/>
                  <a:pt x="1345" y="270"/>
                  <a:pt x="1345" y="270"/>
                </a:cubicBezTo>
                <a:cubicBezTo>
                  <a:pt x="1385" y="261"/>
                  <a:pt x="1428" y="254"/>
                  <a:pt x="1458" y="254"/>
                </a:cubicBezTo>
                <a:cubicBezTo>
                  <a:pt x="1562" y="254"/>
                  <a:pt x="1595" y="294"/>
                  <a:pt x="1595" y="363"/>
                </a:cubicBezTo>
                <a:close/>
                <a:moveTo>
                  <a:pt x="1767" y="506"/>
                </a:moveTo>
                <a:cubicBezTo>
                  <a:pt x="1785" y="506"/>
                  <a:pt x="1802" y="503"/>
                  <a:pt x="1816" y="498"/>
                </a:cubicBezTo>
                <a:cubicBezTo>
                  <a:pt x="1814" y="515"/>
                  <a:pt x="1812" y="534"/>
                  <a:pt x="1808" y="550"/>
                </a:cubicBezTo>
                <a:cubicBezTo>
                  <a:pt x="1791" y="557"/>
                  <a:pt x="1773" y="559"/>
                  <a:pt x="1756" y="559"/>
                </a:cubicBezTo>
                <a:cubicBezTo>
                  <a:pt x="1696" y="559"/>
                  <a:pt x="1657" y="531"/>
                  <a:pt x="1657" y="463"/>
                </a:cubicBezTo>
                <a:cubicBezTo>
                  <a:pt x="1657" y="166"/>
                  <a:pt x="1657" y="166"/>
                  <a:pt x="1657" y="166"/>
                </a:cubicBezTo>
                <a:cubicBezTo>
                  <a:pt x="1676" y="160"/>
                  <a:pt x="1700" y="157"/>
                  <a:pt x="1719" y="157"/>
                </a:cubicBezTo>
                <a:cubicBezTo>
                  <a:pt x="1719" y="264"/>
                  <a:pt x="1719" y="264"/>
                  <a:pt x="1719" y="264"/>
                </a:cubicBezTo>
                <a:cubicBezTo>
                  <a:pt x="1817" y="264"/>
                  <a:pt x="1817" y="264"/>
                  <a:pt x="1817" y="264"/>
                </a:cubicBezTo>
                <a:cubicBezTo>
                  <a:pt x="1816" y="283"/>
                  <a:pt x="1815" y="301"/>
                  <a:pt x="1812" y="317"/>
                </a:cubicBezTo>
                <a:cubicBezTo>
                  <a:pt x="1719" y="317"/>
                  <a:pt x="1719" y="317"/>
                  <a:pt x="1719" y="317"/>
                </a:cubicBezTo>
                <a:cubicBezTo>
                  <a:pt x="1719" y="455"/>
                  <a:pt x="1719" y="455"/>
                  <a:pt x="1719" y="455"/>
                </a:cubicBezTo>
                <a:cubicBezTo>
                  <a:pt x="1719" y="492"/>
                  <a:pt x="1737" y="506"/>
                  <a:pt x="1767" y="506"/>
                </a:cubicBezTo>
                <a:close/>
                <a:moveTo>
                  <a:pt x="2100" y="270"/>
                </a:moveTo>
                <a:cubicBezTo>
                  <a:pt x="2100" y="552"/>
                  <a:pt x="2100" y="552"/>
                  <a:pt x="2100" y="552"/>
                </a:cubicBezTo>
                <a:cubicBezTo>
                  <a:pt x="2043" y="552"/>
                  <a:pt x="2043" y="552"/>
                  <a:pt x="2043" y="552"/>
                </a:cubicBezTo>
                <a:cubicBezTo>
                  <a:pt x="2040" y="518"/>
                  <a:pt x="2040" y="518"/>
                  <a:pt x="2040" y="518"/>
                </a:cubicBezTo>
                <a:cubicBezTo>
                  <a:pt x="2024" y="543"/>
                  <a:pt x="2000" y="559"/>
                  <a:pt x="1960" y="559"/>
                </a:cubicBezTo>
                <a:cubicBezTo>
                  <a:pt x="1886" y="559"/>
                  <a:pt x="1836" y="505"/>
                  <a:pt x="1836" y="410"/>
                </a:cubicBezTo>
                <a:cubicBezTo>
                  <a:pt x="1836" y="311"/>
                  <a:pt x="1889" y="254"/>
                  <a:pt x="1993" y="254"/>
                </a:cubicBezTo>
                <a:cubicBezTo>
                  <a:pt x="2034" y="254"/>
                  <a:pt x="2067" y="259"/>
                  <a:pt x="2100" y="270"/>
                </a:cubicBezTo>
                <a:close/>
                <a:moveTo>
                  <a:pt x="2038" y="488"/>
                </a:moveTo>
                <a:cubicBezTo>
                  <a:pt x="2038" y="311"/>
                  <a:pt x="2038" y="311"/>
                  <a:pt x="2038" y="311"/>
                </a:cubicBezTo>
                <a:cubicBezTo>
                  <a:pt x="2025" y="309"/>
                  <a:pt x="2011" y="307"/>
                  <a:pt x="1993" y="307"/>
                </a:cubicBezTo>
                <a:cubicBezTo>
                  <a:pt x="1929" y="307"/>
                  <a:pt x="1899" y="347"/>
                  <a:pt x="1899" y="410"/>
                </a:cubicBezTo>
                <a:cubicBezTo>
                  <a:pt x="1899" y="468"/>
                  <a:pt x="1922" y="508"/>
                  <a:pt x="1978" y="508"/>
                </a:cubicBezTo>
                <a:cubicBezTo>
                  <a:pt x="2002" y="508"/>
                  <a:pt x="2022" y="500"/>
                  <a:pt x="2038" y="488"/>
                </a:cubicBezTo>
                <a:close/>
                <a:moveTo>
                  <a:pt x="2418" y="363"/>
                </a:moveTo>
                <a:cubicBezTo>
                  <a:pt x="2418" y="552"/>
                  <a:pt x="2418" y="552"/>
                  <a:pt x="2418" y="552"/>
                </a:cubicBezTo>
                <a:cubicBezTo>
                  <a:pt x="2356" y="552"/>
                  <a:pt x="2356" y="552"/>
                  <a:pt x="2356" y="552"/>
                </a:cubicBezTo>
                <a:cubicBezTo>
                  <a:pt x="2356" y="373"/>
                  <a:pt x="2356" y="373"/>
                  <a:pt x="2356" y="373"/>
                </a:cubicBezTo>
                <a:cubicBezTo>
                  <a:pt x="2356" y="329"/>
                  <a:pt x="2341" y="307"/>
                  <a:pt x="2279" y="307"/>
                </a:cubicBezTo>
                <a:cubicBezTo>
                  <a:pt x="2264" y="307"/>
                  <a:pt x="2247" y="309"/>
                  <a:pt x="2230" y="312"/>
                </a:cubicBezTo>
                <a:cubicBezTo>
                  <a:pt x="2230" y="552"/>
                  <a:pt x="2230" y="552"/>
                  <a:pt x="2230" y="552"/>
                </a:cubicBezTo>
                <a:cubicBezTo>
                  <a:pt x="2168" y="552"/>
                  <a:pt x="2168" y="552"/>
                  <a:pt x="2168" y="552"/>
                </a:cubicBezTo>
                <a:cubicBezTo>
                  <a:pt x="2168" y="270"/>
                  <a:pt x="2168" y="270"/>
                  <a:pt x="2168" y="270"/>
                </a:cubicBezTo>
                <a:cubicBezTo>
                  <a:pt x="2207" y="261"/>
                  <a:pt x="2251" y="254"/>
                  <a:pt x="2281" y="254"/>
                </a:cubicBezTo>
                <a:cubicBezTo>
                  <a:pt x="2384" y="254"/>
                  <a:pt x="2418" y="294"/>
                  <a:pt x="2418" y="363"/>
                </a:cubicBezTo>
                <a:close/>
                <a:moveTo>
                  <a:pt x="2733" y="157"/>
                </a:moveTo>
                <a:cubicBezTo>
                  <a:pt x="2733" y="552"/>
                  <a:pt x="2733" y="552"/>
                  <a:pt x="2733" y="552"/>
                </a:cubicBezTo>
                <a:cubicBezTo>
                  <a:pt x="2676" y="552"/>
                  <a:pt x="2676" y="552"/>
                  <a:pt x="2676" y="552"/>
                </a:cubicBezTo>
                <a:cubicBezTo>
                  <a:pt x="2672" y="516"/>
                  <a:pt x="2672" y="516"/>
                  <a:pt x="2672" y="516"/>
                </a:cubicBezTo>
                <a:cubicBezTo>
                  <a:pt x="2656" y="543"/>
                  <a:pt x="2632" y="559"/>
                  <a:pt x="2591" y="559"/>
                </a:cubicBezTo>
                <a:cubicBezTo>
                  <a:pt x="2517" y="559"/>
                  <a:pt x="2467" y="505"/>
                  <a:pt x="2467" y="410"/>
                </a:cubicBezTo>
                <a:cubicBezTo>
                  <a:pt x="2467" y="311"/>
                  <a:pt x="2520" y="254"/>
                  <a:pt x="2625" y="254"/>
                </a:cubicBezTo>
                <a:cubicBezTo>
                  <a:pt x="2641" y="254"/>
                  <a:pt x="2656" y="256"/>
                  <a:pt x="2671" y="259"/>
                </a:cubicBezTo>
                <a:cubicBezTo>
                  <a:pt x="2671" y="166"/>
                  <a:pt x="2671" y="166"/>
                  <a:pt x="2671" y="166"/>
                </a:cubicBezTo>
                <a:cubicBezTo>
                  <a:pt x="2690" y="159"/>
                  <a:pt x="2712" y="157"/>
                  <a:pt x="2733" y="157"/>
                </a:cubicBezTo>
                <a:close/>
                <a:moveTo>
                  <a:pt x="2671" y="487"/>
                </a:moveTo>
                <a:cubicBezTo>
                  <a:pt x="2671" y="313"/>
                  <a:pt x="2671" y="313"/>
                  <a:pt x="2671" y="313"/>
                </a:cubicBezTo>
                <a:cubicBezTo>
                  <a:pt x="2655" y="310"/>
                  <a:pt x="2638" y="307"/>
                  <a:pt x="2621" y="307"/>
                </a:cubicBezTo>
                <a:cubicBezTo>
                  <a:pt x="2560" y="307"/>
                  <a:pt x="2531" y="346"/>
                  <a:pt x="2531" y="410"/>
                </a:cubicBezTo>
                <a:cubicBezTo>
                  <a:pt x="2531" y="468"/>
                  <a:pt x="2554" y="508"/>
                  <a:pt x="2609" y="508"/>
                </a:cubicBezTo>
                <a:cubicBezTo>
                  <a:pt x="2634" y="508"/>
                  <a:pt x="2654" y="500"/>
                  <a:pt x="2671" y="487"/>
                </a:cubicBezTo>
                <a:close/>
                <a:moveTo>
                  <a:pt x="3045" y="432"/>
                </a:moveTo>
                <a:cubicBezTo>
                  <a:pt x="2847" y="432"/>
                  <a:pt x="2847" y="432"/>
                  <a:pt x="2847" y="432"/>
                </a:cubicBezTo>
                <a:cubicBezTo>
                  <a:pt x="2854" y="482"/>
                  <a:pt x="2884" y="506"/>
                  <a:pt x="2939" y="506"/>
                </a:cubicBezTo>
                <a:cubicBezTo>
                  <a:pt x="2973" y="506"/>
                  <a:pt x="3007" y="499"/>
                  <a:pt x="3038" y="485"/>
                </a:cubicBezTo>
                <a:cubicBezTo>
                  <a:pt x="3036" y="501"/>
                  <a:pt x="3033" y="522"/>
                  <a:pt x="3029" y="541"/>
                </a:cubicBezTo>
                <a:cubicBezTo>
                  <a:pt x="3001" y="554"/>
                  <a:pt x="2971" y="559"/>
                  <a:pt x="2937" y="559"/>
                </a:cubicBezTo>
                <a:cubicBezTo>
                  <a:pt x="2834" y="559"/>
                  <a:pt x="2783" y="502"/>
                  <a:pt x="2783" y="405"/>
                </a:cubicBezTo>
                <a:cubicBezTo>
                  <a:pt x="2783" y="321"/>
                  <a:pt x="2822" y="254"/>
                  <a:pt x="2921" y="254"/>
                </a:cubicBezTo>
                <a:cubicBezTo>
                  <a:pt x="3010" y="254"/>
                  <a:pt x="3048" y="313"/>
                  <a:pt x="3048" y="384"/>
                </a:cubicBezTo>
                <a:cubicBezTo>
                  <a:pt x="3048" y="401"/>
                  <a:pt x="3047" y="415"/>
                  <a:pt x="3045" y="432"/>
                </a:cubicBezTo>
                <a:close/>
                <a:moveTo>
                  <a:pt x="2845" y="380"/>
                </a:moveTo>
                <a:cubicBezTo>
                  <a:pt x="2985" y="380"/>
                  <a:pt x="2985" y="380"/>
                  <a:pt x="2985" y="380"/>
                </a:cubicBezTo>
                <a:cubicBezTo>
                  <a:pt x="2985" y="333"/>
                  <a:pt x="2960" y="306"/>
                  <a:pt x="2918" y="306"/>
                </a:cubicBezTo>
                <a:cubicBezTo>
                  <a:pt x="2874" y="306"/>
                  <a:pt x="2850" y="332"/>
                  <a:pt x="2845" y="380"/>
                </a:cubicBezTo>
                <a:close/>
                <a:moveTo>
                  <a:pt x="3262" y="257"/>
                </a:moveTo>
                <a:cubicBezTo>
                  <a:pt x="3262" y="275"/>
                  <a:pt x="3260" y="298"/>
                  <a:pt x="3256" y="310"/>
                </a:cubicBezTo>
                <a:cubicBezTo>
                  <a:pt x="3241" y="308"/>
                  <a:pt x="3227" y="307"/>
                  <a:pt x="3209" y="307"/>
                </a:cubicBezTo>
                <a:cubicBezTo>
                  <a:pt x="3194" y="307"/>
                  <a:pt x="3179" y="309"/>
                  <a:pt x="3164" y="311"/>
                </a:cubicBezTo>
                <a:cubicBezTo>
                  <a:pt x="3164" y="552"/>
                  <a:pt x="3164" y="552"/>
                  <a:pt x="3164" y="552"/>
                </a:cubicBezTo>
                <a:cubicBezTo>
                  <a:pt x="3102" y="552"/>
                  <a:pt x="3102" y="552"/>
                  <a:pt x="3102" y="552"/>
                </a:cubicBezTo>
                <a:cubicBezTo>
                  <a:pt x="3102" y="270"/>
                  <a:pt x="3102" y="270"/>
                  <a:pt x="3102" y="270"/>
                </a:cubicBezTo>
                <a:cubicBezTo>
                  <a:pt x="3128" y="261"/>
                  <a:pt x="3173" y="254"/>
                  <a:pt x="3208" y="254"/>
                </a:cubicBezTo>
                <a:cubicBezTo>
                  <a:pt x="3227" y="254"/>
                  <a:pt x="3248" y="255"/>
                  <a:pt x="3262" y="257"/>
                </a:cubicBezTo>
                <a:close/>
              </a:path>
            </a:pathLst>
          </a:custGeom>
          <a:solidFill>
            <a:srgbClr val="C00000"/>
          </a:solidFill>
          <a:ln>
            <a:noFill/>
          </a:ln>
        </p:spPr>
        <p:txBody>
          <a:bodyPr vert="horz" wrap="square" lIns="91440" tIns="45720" rIns="91440" bIns="45720" numCol="1" anchor="t" anchorCtr="0" compatLnSpc="1">
            <a:prstTxWarp prst="textNoShape">
              <a:avLst/>
            </a:prstTxWarp>
          </a:bodyPr>
          <a:lstStyle/>
          <a:p>
            <a:endParaRPr lang="es-ES"/>
          </a:p>
        </p:txBody>
      </p:sp>
    </p:spTree>
    <p:extLst>
      <p:ext uri="{BB962C8B-B14F-4D97-AF65-F5344CB8AC3E}">
        <p14:creationId xmlns:p14="http://schemas.microsoft.com/office/powerpoint/2010/main" val="28048645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ntenido y gráfico ">
    <p:spTree>
      <p:nvGrpSpPr>
        <p:cNvPr id="1" name=""/>
        <p:cNvGrpSpPr/>
        <p:nvPr/>
      </p:nvGrpSpPr>
      <p:grpSpPr>
        <a:xfrm>
          <a:off x="0" y="0"/>
          <a:ext cx="0" cy="0"/>
          <a:chOff x="0" y="0"/>
          <a:chExt cx="0" cy="0"/>
        </a:xfrm>
      </p:grpSpPr>
      <p:sp>
        <p:nvSpPr>
          <p:cNvPr id="10" name="Marcador de número de diapositiva 5">
            <a:extLst>
              <a:ext uri="{FF2B5EF4-FFF2-40B4-BE49-F238E27FC236}">
                <a16:creationId xmlns:a16="http://schemas.microsoft.com/office/drawing/2014/main" id="{12E1D636-3017-4CF4-BA5F-3300C668441C}"/>
              </a:ext>
            </a:extLst>
          </p:cNvPr>
          <p:cNvSpPr>
            <a:spLocks noGrp="1"/>
          </p:cNvSpPr>
          <p:nvPr>
            <p:ph type="sldNum" sz="quarter" idx="12"/>
          </p:nvPr>
        </p:nvSpPr>
        <p:spPr>
          <a:xfrm>
            <a:off x="8730845" y="6209600"/>
            <a:ext cx="2743200" cy="365125"/>
          </a:xfrm>
        </p:spPr>
        <p:txBody>
          <a:bodyPr/>
          <a:lstStyle>
            <a:lvl1pPr>
              <a:defRPr sz="1300">
                <a:solidFill>
                  <a:schemeClr val="accent1"/>
                </a:solidFill>
              </a:defRPr>
            </a:lvl1pPr>
          </a:lstStyle>
          <a:p>
            <a:fld id="{BC0D97B6-E32F-4D7D-B839-7C3B51F2640F}" type="slidenum">
              <a:rPr lang="es-ES" smtClean="0"/>
              <a:pPr/>
              <a:t>‹#›</a:t>
            </a:fld>
            <a:endParaRPr lang="es-ES"/>
          </a:p>
        </p:txBody>
      </p:sp>
      <p:sp>
        <p:nvSpPr>
          <p:cNvPr id="15" name="Marcador de texto 14">
            <a:extLst>
              <a:ext uri="{FF2B5EF4-FFF2-40B4-BE49-F238E27FC236}">
                <a16:creationId xmlns:a16="http://schemas.microsoft.com/office/drawing/2014/main" id="{05897091-A449-4E0A-B444-7171DF90239A}"/>
              </a:ext>
            </a:extLst>
          </p:cNvPr>
          <p:cNvSpPr>
            <a:spLocks noGrp="1"/>
          </p:cNvSpPr>
          <p:nvPr>
            <p:ph type="body" sz="quarter" idx="14"/>
          </p:nvPr>
        </p:nvSpPr>
        <p:spPr>
          <a:xfrm>
            <a:off x="711024" y="337100"/>
            <a:ext cx="10758734" cy="304800"/>
          </a:xfrm>
        </p:spPr>
        <p:txBody>
          <a:bodyPr>
            <a:noAutofit/>
          </a:bodyPr>
          <a:lstStyle>
            <a:lvl1pPr marL="0" indent="0">
              <a:buFontTx/>
              <a:buNone/>
              <a:defRPr sz="1300">
                <a:solidFill>
                  <a:schemeClr val="accent1"/>
                </a:solidFill>
              </a:defRPr>
            </a:lvl1pPr>
            <a:lvl2pPr marL="457200" indent="0">
              <a:buFontTx/>
              <a:buNone/>
              <a:defRPr sz="1100"/>
            </a:lvl2pPr>
            <a:lvl3pPr marL="914400" indent="0">
              <a:buFontTx/>
              <a:buNone/>
              <a:defRPr sz="1050"/>
            </a:lvl3pPr>
            <a:lvl4pPr marL="1371600" indent="0">
              <a:buFontTx/>
              <a:buNone/>
              <a:defRPr sz="1000"/>
            </a:lvl4pPr>
            <a:lvl5pPr marL="1828800" indent="0">
              <a:buFontTx/>
              <a:buNone/>
              <a:defRPr sz="1000"/>
            </a:lvl5pPr>
          </a:lstStyle>
          <a:p>
            <a:pPr lvl="0"/>
            <a:r>
              <a:rPr lang="en-US"/>
              <a:t>Click to edit Master text styles</a:t>
            </a:r>
          </a:p>
        </p:txBody>
      </p:sp>
      <p:sp>
        <p:nvSpPr>
          <p:cNvPr id="9" name="Título 1">
            <a:extLst>
              <a:ext uri="{FF2B5EF4-FFF2-40B4-BE49-F238E27FC236}">
                <a16:creationId xmlns:a16="http://schemas.microsoft.com/office/drawing/2014/main" id="{3AABE934-895B-422A-B16D-773558A762E3}"/>
              </a:ext>
            </a:extLst>
          </p:cNvPr>
          <p:cNvSpPr>
            <a:spLocks noGrp="1"/>
          </p:cNvSpPr>
          <p:nvPr>
            <p:ph type="title" hasCustomPrompt="1"/>
          </p:nvPr>
        </p:nvSpPr>
        <p:spPr>
          <a:xfrm>
            <a:off x="722243" y="1087458"/>
            <a:ext cx="3911401" cy="1183132"/>
          </a:xfrm>
        </p:spPr>
        <p:txBody>
          <a:bodyPr anchor="t">
            <a:normAutofit/>
          </a:bodyPr>
          <a:lstStyle>
            <a:lvl1pPr>
              <a:defRPr sz="3600">
                <a:solidFill>
                  <a:schemeClr val="accent1"/>
                </a:solidFill>
              </a:defRPr>
            </a:lvl1pPr>
          </a:lstStyle>
          <a:p>
            <a:r>
              <a:rPr lang="es-ES"/>
              <a:t>Title of the master</a:t>
            </a:r>
          </a:p>
        </p:txBody>
      </p:sp>
      <p:sp>
        <p:nvSpPr>
          <p:cNvPr id="13" name="Marcador de texto 16">
            <a:extLst>
              <a:ext uri="{FF2B5EF4-FFF2-40B4-BE49-F238E27FC236}">
                <a16:creationId xmlns:a16="http://schemas.microsoft.com/office/drawing/2014/main" id="{3C0F691A-2EF3-4A5F-A7E8-E01ADBCA2384}"/>
              </a:ext>
            </a:extLst>
          </p:cNvPr>
          <p:cNvSpPr>
            <a:spLocks noGrp="1"/>
          </p:cNvSpPr>
          <p:nvPr>
            <p:ph type="body" sz="quarter" idx="16"/>
          </p:nvPr>
        </p:nvSpPr>
        <p:spPr>
          <a:xfrm>
            <a:off x="711025" y="2517170"/>
            <a:ext cx="3911401" cy="3659794"/>
          </a:xfrm>
        </p:spPr>
        <p:txBody>
          <a:bodyPr>
            <a:noAutofit/>
          </a:bodyPr>
          <a:lstStyle>
            <a:lvl1pPr marL="0" indent="0">
              <a:spcBef>
                <a:spcPts val="0"/>
              </a:spcBef>
              <a:spcAft>
                <a:spcPts val="2200"/>
              </a:spcAft>
              <a:buFontTx/>
              <a:buNone/>
              <a:defRPr lang="es-ES" sz="1200" kern="1200" smtClean="0">
                <a:solidFill>
                  <a:schemeClr val="tx2"/>
                </a:solidFill>
                <a:latin typeface="+mn-lt"/>
                <a:ea typeface="+mn-ea"/>
                <a:cs typeface="+mn-cs"/>
              </a:defRPr>
            </a:lvl1pPr>
            <a:lvl2pPr marL="457200" indent="0">
              <a:buFontTx/>
              <a:buNone/>
              <a:defRPr lang="es-ES" sz="1200" kern="1200" smtClean="0">
                <a:solidFill>
                  <a:schemeClr val="tx2"/>
                </a:solidFill>
                <a:latin typeface="+mn-lt"/>
                <a:ea typeface="+mn-ea"/>
                <a:cs typeface="+mn-cs"/>
              </a:defRPr>
            </a:lvl2pPr>
            <a:lvl3pPr marL="914400" indent="0">
              <a:buFontTx/>
              <a:buNone/>
              <a:defRPr lang="es-ES" sz="1200" kern="1200" smtClean="0">
                <a:solidFill>
                  <a:schemeClr val="tx2"/>
                </a:solidFill>
                <a:latin typeface="+mn-lt"/>
                <a:ea typeface="+mn-ea"/>
                <a:cs typeface="+mn-cs"/>
              </a:defRPr>
            </a:lvl3pPr>
            <a:lvl4pPr marL="1371600" indent="0">
              <a:buFontTx/>
              <a:buNone/>
              <a:defRPr lang="es-ES" sz="1200" kern="1200" smtClean="0">
                <a:solidFill>
                  <a:schemeClr val="tx2"/>
                </a:solidFill>
                <a:latin typeface="+mn-lt"/>
                <a:ea typeface="+mn-ea"/>
                <a:cs typeface="+mn-cs"/>
              </a:defRPr>
            </a:lvl4pPr>
            <a:lvl5pPr marL="1828800" indent="0">
              <a:buFontTx/>
              <a:buNone/>
              <a:defRPr lang="es-ES" sz="1200" kern="1200">
                <a:solidFill>
                  <a:schemeClr val="tx2"/>
                </a:solidFill>
                <a:latin typeface="+mn-lt"/>
                <a:ea typeface="+mn-ea"/>
                <a:cs typeface="+mn-cs"/>
              </a:defRPr>
            </a:lvl5pPr>
          </a:lstStyle>
          <a:p>
            <a:pPr lvl="0"/>
            <a:r>
              <a:rPr lang="en-US"/>
              <a:t>Click to edit Master text styles</a:t>
            </a:r>
          </a:p>
        </p:txBody>
      </p:sp>
      <p:sp>
        <p:nvSpPr>
          <p:cNvPr id="6" name="Marcador de gráfico 5">
            <a:extLst>
              <a:ext uri="{FF2B5EF4-FFF2-40B4-BE49-F238E27FC236}">
                <a16:creationId xmlns:a16="http://schemas.microsoft.com/office/drawing/2014/main" id="{2444BFBF-CC97-48FB-BE66-A28460A7384B}"/>
              </a:ext>
            </a:extLst>
          </p:cNvPr>
          <p:cNvSpPr>
            <a:spLocks noGrp="1"/>
          </p:cNvSpPr>
          <p:nvPr>
            <p:ph type="chart" sz="quarter" idx="17" hasCustomPrompt="1"/>
          </p:nvPr>
        </p:nvSpPr>
        <p:spPr>
          <a:xfrm>
            <a:off x="4797425" y="1087438"/>
            <a:ext cx="6683550" cy="5122862"/>
          </a:xfrm>
        </p:spPr>
        <p:txBody>
          <a:bodyPr>
            <a:normAutofit/>
          </a:bodyPr>
          <a:lstStyle>
            <a:lvl1pPr marL="0" indent="0" algn="ctr">
              <a:buNone/>
              <a:defRPr sz="1600"/>
            </a:lvl1pPr>
          </a:lstStyle>
          <a:p>
            <a:r>
              <a:rPr lang="es-MX"/>
              <a:t>Insert </a:t>
            </a:r>
            <a:r>
              <a:rPr lang="es-MX" err="1"/>
              <a:t>your chart here</a:t>
            </a:r>
          </a:p>
        </p:txBody>
      </p:sp>
      <p:sp>
        <p:nvSpPr>
          <p:cNvPr id="2" name="Freeform 5">
            <a:extLst>
              <a:ext uri="{FF2B5EF4-FFF2-40B4-BE49-F238E27FC236}">
                <a16:creationId xmlns:a16="http://schemas.microsoft.com/office/drawing/2014/main" id="{9791D5B2-148E-AC13-6285-EE49E357DB86}"/>
              </a:ext>
            </a:extLst>
          </p:cNvPr>
          <p:cNvSpPr>
            <a:spLocks noEditPoints="1"/>
          </p:cNvSpPr>
          <p:nvPr userDrawn="1"/>
        </p:nvSpPr>
        <p:spPr bwMode="auto">
          <a:xfrm>
            <a:off x="252347" y="6514761"/>
            <a:ext cx="1171705" cy="206714"/>
          </a:xfrm>
          <a:custGeom>
            <a:avLst/>
            <a:gdLst>
              <a:gd name="T0" fmla="*/ 319 w 3262"/>
              <a:gd name="T1" fmla="*/ 39 h 572"/>
              <a:gd name="T2" fmla="*/ 300 w 3262"/>
              <a:gd name="T3" fmla="*/ 137 h 572"/>
              <a:gd name="T4" fmla="*/ 371 w 3262"/>
              <a:gd name="T5" fmla="*/ 405 h 572"/>
              <a:gd name="T6" fmla="*/ 244 w 3262"/>
              <a:gd name="T7" fmla="*/ 170 h 572"/>
              <a:gd name="T8" fmla="*/ 225 w 3262"/>
              <a:gd name="T9" fmla="*/ 267 h 572"/>
              <a:gd name="T10" fmla="*/ 300 w 3262"/>
              <a:gd name="T11" fmla="*/ 528 h 572"/>
              <a:gd name="T12" fmla="*/ 187 w 3262"/>
              <a:gd name="T13" fmla="*/ 333 h 572"/>
              <a:gd name="T14" fmla="*/ 300 w 3262"/>
              <a:gd name="T15" fmla="*/ 572 h 572"/>
              <a:gd name="T16" fmla="*/ 714 w 3262"/>
              <a:gd name="T17" fmla="*/ 540 h 572"/>
              <a:gd name="T18" fmla="*/ 910 w 3262"/>
              <a:gd name="T19" fmla="*/ 455 h 572"/>
              <a:gd name="T20" fmla="*/ 717 w 3262"/>
              <a:gd name="T21" fmla="*/ 258 h 572"/>
              <a:gd name="T22" fmla="*/ 945 w 3262"/>
              <a:gd name="T23" fmla="*/ 226 h 572"/>
              <a:gd name="T24" fmla="*/ 842 w 3262"/>
              <a:gd name="T25" fmla="*/ 322 h 572"/>
              <a:gd name="T26" fmla="*/ 829 w 3262"/>
              <a:gd name="T27" fmla="*/ 561 h 572"/>
              <a:gd name="T28" fmla="*/ 1277 w 3262"/>
              <a:gd name="T29" fmla="*/ 552 h 572"/>
              <a:gd name="T30" fmla="*/ 1138 w 3262"/>
              <a:gd name="T31" fmla="*/ 559 h 572"/>
              <a:gd name="T32" fmla="*/ 1277 w 3262"/>
              <a:gd name="T33" fmla="*/ 270 h 572"/>
              <a:gd name="T34" fmla="*/ 1171 w 3262"/>
              <a:gd name="T35" fmla="*/ 307 h 572"/>
              <a:gd name="T36" fmla="*/ 1215 w 3262"/>
              <a:gd name="T37" fmla="*/ 488 h 572"/>
              <a:gd name="T38" fmla="*/ 1533 w 3262"/>
              <a:gd name="T39" fmla="*/ 552 h 572"/>
              <a:gd name="T40" fmla="*/ 1407 w 3262"/>
              <a:gd name="T41" fmla="*/ 312 h 572"/>
              <a:gd name="T42" fmla="*/ 1345 w 3262"/>
              <a:gd name="T43" fmla="*/ 270 h 572"/>
              <a:gd name="T44" fmla="*/ 1767 w 3262"/>
              <a:gd name="T45" fmla="*/ 506 h 572"/>
              <a:gd name="T46" fmla="*/ 1756 w 3262"/>
              <a:gd name="T47" fmla="*/ 559 h 572"/>
              <a:gd name="T48" fmla="*/ 1719 w 3262"/>
              <a:gd name="T49" fmla="*/ 157 h 572"/>
              <a:gd name="T50" fmla="*/ 1812 w 3262"/>
              <a:gd name="T51" fmla="*/ 317 h 572"/>
              <a:gd name="T52" fmla="*/ 1767 w 3262"/>
              <a:gd name="T53" fmla="*/ 506 h 572"/>
              <a:gd name="T54" fmla="*/ 2043 w 3262"/>
              <a:gd name="T55" fmla="*/ 552 h 572"/>
              <a:gd name="T56" fmla="*/ 1836 w 3262"/>
              <a:gd name="T57" fmla="*/ 410 h 572"/>
              <a:gd name="T58" fmla="*/ 2038 w 3262"/>
              <a:gd name="T59" fmla="*/ 488 h 572"/>
              <a:gd name="T60" fmla="*/ 1899 w 3262"/>
              <a:gd name="T61" fmla="*/ 410 h 572"/>
              <a:gd name="T62" fmla="*/ 2418 w 3262"/>
              <a:gd name="T63" fmla="*/ 363 h 572"/>
              <a:gd name="T64" fmla="*/ 2356 w 3262"/>
              <a:gd name="T65" fmla="*/ 373 h 572"/>
              <a:gd name="T66" fmla="*/ 2230 w 3262"/>
              <a:gd name="T67" fmla="*/ 552 h 572"/>
              <a:gd name="T68" fmla="*/ 2281 w 3262"/>
              <a:gd name="T69" fmla="*/ 254 h 572"/>
              <a:gd name="T70" fmla="*/ 2733 w 3262"/>
              <a:gd name="T71" fmla="*/ 552 h 572"/>
              <a:gd name="T72" fmla="*/ 2591 w 3262"/>
              <a:gd name="T73" fmla="*/ 559 h 572"/>
              <a:gd name="T74" fmla="*/ 2671 w 3262"/>
              <a:gd name="T75" fmla="*/ 259 h 572"/>
              <a:gd name="T76" fmla="*/ 2671 w 3262"/>
              <a:gd name="T77" fmla="*/ 487 h 572"/>
              <a:gd name="T78" fmla="*/ 2531 w 3262"/>
              <a:gd name="T79" fmla="*/ 410 h 572"/>
              <a:gd name="T80" fmla="*/ 3045 w 3262"/>
              <a:gd name="T81" fmla="*/ 432 h 572"/>
              <a:gd name="T82" fmla="*/ 3038 w 3262"/>
              <a:gd name="T83" fmla="*/ 485 h 572"/>
              <a:gd name="T84" fmla="*/ 2783 w 3262"/>
              <a:gd name="T85" fmla="*/ 405 h 572"/>
              <a:gd name="T86" fmla="*/ 3045 w 3262"/>
              <a:gd name="T87" fmla="*/ 432 h 572"/>
              <a:gd name="T88" fmla="*/ 2918 w 3262"/>
              <a:gd name="T89" fmla="*/ 306 h 572"/>
              <a:gd name="T90" fmla="*/ 3256 w 3262"/>
              <a:gd name="T91" fmla="*/ 310 h 572"/>
              <a:gd name="T92" fmla="*/ 3164 w 3262"/>
              <a:gd name="T93" fmla="*/ 552 h 572"/>
              <a:gd name="T94" fmla="*/ 3208 w 3262"/>
              <a:gd name="T95" fmla="*/ 254 h 5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3262" h="572">
                <a:moveTo>
                  <a:pt x="430" y="262"/>
                </a:moveTo>
                <a:cubicBezTo>
                  <a:pt x="429" y="241"/>
                  <a:pt x="424" y="221"/>
                  <a:pt x="413" y="202"/>
                </a:cubicBezTo>
                <a:cubicBezTo>
                  <a:pt x="319" y="39"/>
                  <a:pt x="319" y="39"/>
                  <a:pt x="319" y="39"/>
                </a:cubicBezTo>
                <a:cubicBezTo>
                  <a:pt x="312" y="27"/>
                  <a:pt x="307" y="14"/>
                  <a:pt x="304" y="0"/>
                </a:cubicBezTo>
                <a:cubicBezTo>
                  <a:pt x="300" y="7"/>
                  <a:pt x="300" y="7"/>
                  <a:pt x="300" y="7"/>
                </a:cubicBezTo>
                <a:cubicBezTo>
                  <a:pt x="277" y="47"/>
                  <a:pt x="277" y="97"/>
                  <a:pt x="300" y="137"/>
                </a:cubicBezTo>
                <a:cubicBezTo>
                  <a:pt x="375" y="267"/>
                  <a:pt x="375" y="267"/>
                  <a:pt x="375" y="267"/>
                </a:cubicBezTo>
                <a:cubicBezTo>
                  <a:pt x="399" y="308"/>
                  <a:pt x="399" y="357"/>
                  <a:pt x="375" y="398"/>
                </a:cubicBezTo>
                <a:cubicBezTo>
                  <a:pt x="371" y="405"/>
                  <a:pt x="371" y="405"/>
                  <a:pt x="371" y="405"/>
                </a:cubicBezTo>
                <a:cubicBezTo>
                  <a:pt x="369" y="391"/>
                  <a:pt x="364" y="378"/>
                  <a:pt x="356" y="365"/>
                </a:cubicBezTo>
                <a:cubicBezTo>
                  <a:pt x="288" y="246"/>
                  <a:pt x="288" y="246"/>
                  <a:pt x="288" y="246"/>
                </a:cubicBezTo>
                <a:cubicBezTo>
                  <a:pt x="244" y="170"/>
                  <a:pt x="244" y="170"/>
                  <a:pt x="244" y="170"/>
                </a:cubicBezTo>
                <a:cubicBezTo>
                  <a:pt x="236" y="157"/>
                  <a:pt x="232" y="144"/>
                  <a:pt x="229" y="130"/>
                </a:cubicBezTo>
                <a:cubicBezTo>
                  <a:pt x="225" y="137"/>
                  <a:pt x="225" y="137"/>
                  <a:pt x="225" y="137"/>
                </a:cubicBezTo>
                <a:cubicBezTo>
                  <a:pt x="202" y="177"/>
                  <a:pt x="202" y="227"/>
                  <a:pt x="225" y="267"/>
                </a:cubicBezTo>
                <a:cubicBezTo>
                  <a:pt x="225" y="267"/>
                  <a:pt x="225" y="267"/>
                  <a:pt x="225" y="267"/>
                </a:cubicBezTo>
                <a:cubicBezTo>
                  <a:pt x="300" y="398"/>
                  <a:pt x="300" y="398"/>
                  <a:pt x="300" y="398"/>
                </a:cubicBezTo>
                <a:cubicBezTo>
                  <a:pt x="323" y="438"/>
                  <a:pt x="323" y="488"/>
                  <a:pt x="300" y="528"/>
                </a:cubicBezTo>
                <a:cubicBezTo>
                  <a:pt x="296" y="535"/>
                  <a:pt x="296" y="535"/>
                  <a:pt x="296" y="535"/>
                </a:cubicBezTo>
                <a:cubicBezTo>
                  <a:pt x="293" y="521"/>
                  <a:pt x="288" y="508"/>
                  <a:pt x="281" y="495"/>
                </a:cubicBezTo>
                <a:cubicBezTo>
                  <a:pt x="187" y="333"/>
                  <a:pt x="187" y="333"/>
                  <a:pt x="187" y="333"/>
                </a:cubicBezTo>
                <a:cubicBezTo>
                  <a:pt x="175" y="311"/>
                  <a:pt x="169" y="286"/>
                  <a:pt x="170" y="262"/>
                </a:cubicBezTo>
                <a:cubicBezTo>
                  <a:pt x="69" y="288"/>
                  <a:pt x="0" y="344"/>
                  <a:pt x="0" y="409"/>
                </a:cubicBezTo>
                <a:cubicBezTo>
                  <a:pt x="0" y="499"/>
                  <a:pt x="134" y="572"/>
                  <a:pt x="300" y="572"/>
                </a:cubicBezTo>
                <a:cubicBezTo>
                  <a:pt x="466" y="572"/>
                  <a:pt x="600" y="499"/>
                  <a:pt x="600" y="409"/>
                </a:cubicBezTo>
                <a:cubicBezTo>
                  <a:pt x="600" y="344"/>
                  <a:pt x="531" y="288"/>
                  <a:pt x="430" y="262"/>
                </a:cubicBezTo>
                <a:close/>
                <a:moveTo>
                  <a:pt x="714" y="540"/>
                </a:moveTo>
                <a:cubicBezTo>
                  <a:pt x="715" y="517"/>
                  <a:pt x="718" y="501"/>
                  <a:pt x="725" y="483"/>
                </a:cubicBezTo>
                <a:cubicBezTo>
                  <a:pt x="756" y="498"/>
                  <a:pt x="797" y="505"/>
                  <a:pt x="828" y="505"/>
                </a:cubicBezTo>
                <a:cubicBezTo>
                  <a:pt x="880" y="505"/>
                  <a:pt x="910" y="488"/>
                  <a:pt x="910" y="455"/>
                </a:cubicBezTo>
                <a:cubicBezTo>
                  <a:pt x="910" y="422"/>
                  <a:pt x="888" y="407"/>
                  <a:pt x="835" y="384"/>
                </a:cubicBezTo>
                <a:cubicBezTo>
                  <a:pt x="806" y="371"/>
                  <a:pt x="806" y="371"/>
                  <a:pt x="806" y="371"/>
                </a:cubicBezTo>
                <a:cubicBezTo>
                  <a:pt x="753" y="348"/>
                  <a:pt x="717" y="318"/>
                  <a:pt x="717" y="258"/>
                </a:cubicBezTo>
                <a:cubicBezTo>
                  <a:pt x="717" y="194"/>
                  <a:pt x="762" y="153"/>
                  <a:pt x="853" y="153"/>
                </a:cubicBezTo>
                <a:cubicBezTo>
                  <a:pt x="890" y="153"/>
                  <a:pt x="924" y="158"/>
                  <a:pt x="956" y="169"/>
                </a:cubicBezTo>
                <a:cubicBezTo>
                  <a:pt x="955" y="192"/>
                  <a:pt x="951" y="209"/>
                  <a:pt x="945" y="226"/>
                </a:cubicBezTo>
                <a:cubicBezTo>
                  <a:pt x="915" y="214"/>
                  <a:pt x="879" y="209"/>
                  <a:pt x="853" y="209"/>
                </a:cubicBezTo>
                <a:cubicBezTo>
                  <a:pt x="804" y="209"/>
                  <a:pt x="781" y="228"/>
                  <a:pt x="781" y="258"/>
                </a:cubicBezTo>
                <a:cubicBezTo>
                  <a:pt x="781" y="288"/>
                  <a:pt x="803" y="305"/>
                  <a:pt x="842" y="322"/>
                </a:cubicBezTo>
                <a:cubicBezTo>
                  <a:pt x="873" y="335"/>
                  <a:pt x="873" y="335"/>
                  <a:pt x="873" y="335"/>
                </a:cubicBezTo>
                <a:cubicBezTo>
                  <a:pt x="945" y="365"/>
                  <a:pt x="974" y="397"/>
                  <a:pt x="974" y="452"/>
                </a:cubicBezTo>
                <a:cubicBezTo>
                  <a:pt x="974" y="517"/>
                  <a:pt x="925" y="561"/>
                  <a:pt x="829" y="561"/>
                </a:cubicBezTo>
                <a:cubicBezTo>
                  <a:pt x="783" y="561"/>
                  <a:pt x="745" y="555"/>
                  <a:pt x="714" y="540"/>
                </a:cubicBezTo>
                <a:close/>
                <a:moveTo>
                  <a:pt x="1277" y="270"/>
                </a:moveTo>
                <a:cubicBezTo>
                  <a:pt x="1277" y="552"/>
                  <a:pt x="1277" y="552"/>
                  <a:pt x="1277" y="552"/>
                </a:cubicBezTo>
                <a:cubicBezTo>
                  <a:pt x="1220" y="552"/>
                  <a:pt x="1220" y="552"/>
                  <a:pt x="1220" y="552"/>
                </a:cubicBezTo>
                <a:cubicBezTo>
                  <a:pt x="1217" y="518"/>
                  <a:pt x="1217" y="518"/>
                  <a:pt x="1217" y="518"/>
                </a:cubicBezTo>
                <a:cubicBezTo>
                  <a:pt x="1201" y="543"/>
                  <a:pt x="1177" y="559"/>
                  <a:pt x="1138" y="559"/>
                </a:cubicBezTo>
                <a:cubicBezTo>
                  <a:pt x="1063" y="559"/>
                  <a:pt x="1013" y="505"/>
                  <a:pt x="1013" y="410"/>
                </a:cubicBezTo>
                <a:cubicBezTo>
                  <a:pt x="1013" y="311"/>
                  <a:pt x="1066" y="254"/>
                  <a:pt x="1171" y="254"/>
                </a:cubicBezTo>
                <a:cubicBezTo>
                  <a:pt x="1211" y="254"/>
                  <a:pt x="1245" y="259"/>
                  <a:pt x="1277" y="270"/>
                </a:cubicBezTo>
                <a:close/>
                <a:moveTo>
                  <a:pt x="1215" y="488"/>
                </a:moveTo>
                <a:cubicBezTo>
                  <a:pt x="1215" y="311"/>
                  <a:pt x="1215" y="311"/>
                  <a:pt x="1215" y="311"/>
                </a:cubicBezTo>
                <a:cubicBezTo>
                  <a:pt x="1202" y="309"/>
                  <a:pt x="1188" y="307"/>
                  <a:pt x="1171" y="307"/>
                </a:cubicBezTo>
                <a:cubicBezTo>
                  <a:pt x="1107" y="307"/>
                  <a:pt x="1077" y="347"/>
                  <a:pt x="1077" y="410"/>
                </a:cubicBezTo>
                <a:cubicBezTo>
                  <a:pt x="1077" y="468"/>
                  <a:pt x="1100" y="508"/>
                  <a:pt x="1155" y="508"/>
                </a:cubicBezTo>
                <a:cubicBezTo>
                  <a:pt x="1179" y="508"/>
                  <a:pt x="1199" y="500"/>
                  <a:pt x="1215" y="488"/>
                </a:cubicBezTo>
                <a:close/>
                <a:moveTo>
                  <a:pt x="1595" y="363"/>
                </a:moveTo>
                <a:cubicBezTo>
                  <a:pt x="1595" y="552"/>
                  <a:pt x="1595" y="552"/>
                  <a:pt x="1595" y="552"/>
                </a:cubicBezTo>
                <a:cubicBezTo>
                  <a:pt x="1533" y="552"/>
                  <a:pt x="1533" y="552"/>
                  <a:pt x="1533" y="552"/>
                </a:cubicBezTo>
                <a:cubicBezTo>
                  <a:pt x="1533" y="373"/>
                  <a:pt x="1533" y="373"/>
                  <a:pt x="1533" y="373"/>
                </a:cubicBezTo>
                <a:cubicBezTo>
                  <a:pt x="1533" y="329"/>
                  <a:pt x="1518" y="307"/>
                  <a:pt x="1456" y="307"/>
                </a:cubicBezTo>
                <a:cubicBezTo>
                  <a:pt x="1442" y="307"/>
                  <a:pt x="1424" y="309"/>
                  <a:pt x="1407" y="312"/>
                </a:cubicBezTo>
                <a:cubicBezTo>
                  <a:pt x="1407" y="552"/>
                  <a:pt x="1407" y="552"/>
                  <a:pt x="1407" y="552"/>
                </a:cubicBezTo>
                <a:cubicBezTo>
                  <a:pt x="1345" y="552"/>
                  <a:pt x="1345" y="552"/>
                  <a:pt x="1345" y="552"/>
                </a:cubicBezTo>
                <a:cubicBezTo>
                  <a:pt x="1345" y="270"/>
                  <a:pt x="1345" y="270"/>
                  <a:pt x="1345" y="270"/>
                </a:cubicBezTo>
                <a:cubicBezTo>
                  <a:pt x="1385" y="261"/>
                  <a:pt x="1428" y="254"/>
                  <a:pt x="1458" y="254"/>
                </a:cubicBezTo>
                <a:cubicBezTo>
                  <a:pt x="1562" y="254"/>
                  <a:pt x="1595" y="294"/>
                  <a:pt x="1595" y="363"/>
                </a:cubicBezTo>
                <a:close/>
                <a:moveTo>
                  <a:pt x="1767" y="506"/>
                </a:moveTo>
                <a:cubicBezTo>
                  <a:pt x="1785" y="506"/>
                  <a:pt x="1802" y="503"/>
                  <a:pt x="1816" y="498"/>
                </a:cubicBezTo>
                <a:cubicBezTo>
                  <a:pt x="1814" y="515"/>
                  <a:pt x="1812" y="534"/>
                  <a:pt x="1808" y="550"/>
                </a:cubicBezTo>
                <a:cubicBezTo>
                  <a:pt x="1791" y="557"/>
                  <a:pt x="1773" y="559"/>
                  <a:pt x="1756" y="559"/>
                </a:cubicBezTo>
                <a:cubicBezTo>
                  <a:pt x="1696" y="559"/>
                  <a:pt x="1657" y="531"/>
                  <a:pt x="1657" y="463"/>
                </a:cubicBezTo>
                <a:cubicBezTo>
                  <a:pt x="1657" y="166"/>
                  <a:pt x="1657" y="166"/>
                  <a:pt x="1657" y="166"/>
                </a:cubicBezTo>
                <a:cubicBezTo>
                  <a:pt x="1676" y="160"/>
                  <a:pt x="1700" y="157"/>
                  <a:pt x="1719" y="157"/>
                </a:cubicBezTo>
                <a:cubicBezTo>
                  <a:pt x="1719" y="264"/>
                  <a:pt x="1719" y="264"/>
                  <a:pt x="1719" y="264"/>
                </a:cubicBezTo>
                <a:cubicBezTo>
                  <a:pt x="1817" y="264"/>
                  <a:pt x="1817" y="264"/>
                  <a:pt x="1817" y="264"/>
                </a:cubicBezTo>
                <a:cubicBezTo>
                  <a:pt x="1816" y="283"/>
                  <a:pt x="1815" y="301"/>
                  <a:pt x="1812" y="317"/>
                </a:cubicBezTo>
                <a:cubicBezTo>
                  <a:pt x="1719" y="317"/>
                  <a:pt x="1719" y="317"/>
                  <a:pt x="1719" y="317"/>
                </a:cubicBezTo>
                <a:cubicBezTo>
                  <a:pt x="1719" y="455"/>
                  <a:pt x="1719" y="455"/>
                  <a:pt x="1719" y="455"/>
                </a:cubicBezTo>
                <a:cubicBezTo>
                  <a:pt x="1719" y="492"/>
                  <a:pt x="1737" y="506"/>
                  <a:pt x="1767" y="506"/>
                </a:cubicBezTo>
                <a:close/>
                <a:moveTo>
                  <a:pt x="2100" y="270"/>
                </a:moveTo>
                <a:cubicBezTo>
                  <a:pt x="2100" y="552"/>
                  <a:pt x="2100" y="552"/>
                  <a:pt x="2100" y="552"/>
                </a:cubicBezTo>
                <a:cubicBezTo>
                  <a:pt x="2043" y="552"/>
                  <a:pt x="2043" y="552"/>
                  <a:pt x="2043" y="552"/>
                </a:cubicBezTo>
                <a:cubicBezTo>
                  <a:pt x="2040" y="518"/>
                  <a:pt x="2040" y="518"/>
                  <a:pt x="2040" y="518"/>
                </a:cubicBezTo>
                <a:cubicBezTo>
                  <a:pt x="2024" y="543"/>
                  <a:pt x="2000" y="559"/>
                  <a:pt x="1960" y="559"/>
                </a:cubicBezTo>
                <a:cubicBezTo>
                  <a:pt x="1886" y="559"/>
                  <a:pt x="1836" y="505"/>
                  <a:pt x="1836" y="410"/>
                </a:cubicBezTo>
                <a:cubicBezTo>
                  <a:pt x="1836" y="311"/>
                  <a:pt x="1889" y="254"/>
                  <a:pt x="1993" y="254"/>
                </a:cubicBezTo>
                <a:cubicBezTo>
                  <a:pt x="2034" y="254"/>
                  <a:pt x="2067" y="259"/>
                  <a:pt x="2100" y="270"/>
                </a:cubicBezTo>
                <a:close/>
                <a:moveTo>
                  <a:pt x="2038" y="488"/>
                </a:moveTo>
                <a:cubicBezTo>
                  <a:pt x="2038" y="311"/>
                  <a:pt x="2038" y="311"/>
                  <a:pt x="2038" y="311"/>
                </a:cubicBezTo>
                <a:cubicBezTo>
                  <a:pt x="2025" y="309"/>
                  <a:pt x="2011" y="307"/>
                  <a:pt x="1993" y="307"/>
                </a:cubicBezTo>
                <a:cubicBezTo>
                  <a:pt x="1929" y="307"/>
                  <a:pt x="1899" y="347"/>
                  <a:pt x="1899" y="410"/>
                </a:cubicBezTo>
                <a:cubicBezTo>
                  <a:pt x="1899" y="468"/>
                  <a:pt x="1922" y="508"/>
                  <a:pt x="1978" y="508"/>
                </a:cubicBezTo>
                <a:cubicBezTo>
                  <a:pt x="2002" y="508"/>
                  <a:pt x="2022" y="500"/>
                  <a:pt x="2038" y="488"/>
                </a:cubicBezTo>
                <a:close/>
                <a:moveTo>
                  <a:pt x="2418" y="363"/>
                </a:moveTo>
                <a:cubicBezTo>
                  <a:pt x="2418" y="552"/>
                  <a:pt x="2418" y="552"/>
                  <a:pt x="2418" y="552"/>
                </a:cubicBezTo>
                <a:cubicBezTo>
                  <a:pt x="2356" y="552"/>
                  <a:pt x="2356" y="552"/>
                  <a:pt x="2356" y="552"/>
                </a:cubicBezTo>
                <a:cubicBezTo>
                  <a:pt x="2356" y="373"/>
                  <a:pt x="2356" y="373"/>
                  <a:pt x="2356" y="373"/>
                </a:cubicBezTo>
                <a:cubicBezTo>
                  <a:pt x="2356" y="329"/>
                  <a:pt x="2341" y="307"/>
                  <a:pt x="2279" y="307"/>
                </a:cubicBezTo>
                <a:cubicBezTo>
                  <a:pt x="2264" y="307"/>
                  <a:pt x="2247" y="309"/>
                  <a:pt x="2230" y="312"/>
                </a:cubicBezTo>
                <a:cubicBezTo>
                  <a:pt x="2230" y="552"/>
                  <a:pt x="2230" y="552"/>
                  <a:pt x="2230" y="552"/>
                </a:cubicBezTo>
                <a:cubicBezTo>
                  <a:pt x="2168" y="552"/>
                  <a:pt x="2168" y="552"/>
                  <a:pt x="2168" y="552"/>
                </a:cubicBezTo>
                <a:cubicBezTo>
                  <a:pt x="2168" y="270"/>
                  <a:pt x="2168" y="270"/>
                  <a:pt x="2168" y="270"/>
                </a:cubicBezTo>
                <a:cubicBezTo>
                  <a:pt x="2207" y="261"/>
                  <a:pt x="2251" y="254"/>
                  <a:pt x="2281" y="254"/>
                </a:cubicBezTo>
                <a:cubicBezTo>
                  <a:pt x="2384" y="254"/>
                  <a:pt x="2418" y="294"/>
                  <a:pt x="2418" y="363"/>
                </a:cubicBezTo>
                <a:close/>
                <a:moveTo>
                  <a:pt x="2733" y="157"/>
                </a:moveTo>
                <a:cubicBezTo>
                  <a:pt x="2733" y="552"/>
                  <a:pt x="2733" y="552"/>
                  <a:pt x="2733" y="552"/>
                </a:cubicBezTo>
                <a:cubicBezTo>
                  <a:pt x="2676" y="552"/>
                  <a:pt x="2676" y="552"/>
                  <a:pt x="2676" y="552"/>
                </a:cubicBezTo>
                <a:cubicBezTo>
                  <a:pt x="2672" y="516"/>
                  <a:pt x="2672" y="516"/>
                  <a:pt x="2672" y="516"/>
                </a:cubicBezTo>
                <a:cubicBezTo>
                  <a:pt x="2656" y="543"/>
                  <a:pt x="2632" y="559"/>
                  <a:pt x="2591" y="559"/>
                </a:cubicBezTo>
                <a:cubicBezTo>
                  <a:pt x="2517" y="559"/>
                  <a:pt x="2467" y="505"/>
                  <a:pt x="2467" y="410"/>
                </a:cubicBezTo>
                <a:cubicBezTo>
                  <a:pt x="2467" y="311"/>
                  <a:pt x="2520" y="254"/>
                  <a:pt x="2625" y="254"/>
                </a:cubicBezTo>
                <a:cubicBezTo>
                  <a:pt x="2641" y="254"/>
                  <a:pt x="2656" y="256"/>
                  <a:pt x="2671" y="259"/>
                </a:cubicBezTo>
                <a:cubicBezTo>
                  <a:pt x="2671" y="166"/>
                  <a:pt x="2671" y="166"/>
                  <a:pt x="2671" y="166"/>
                </a:cubicBezTo>
                <a:cubicBezTo>
                  <a:pt x="2690" y="159"/>
                  <a:pt x="2712" y="157"/>
                  <a:pt x="2733" y="157"/>
                </a:cubicBezTo>
                <a:close/>
                <a:moveTo>
                  <a:pt x="2671" y="487"/>
                </a:moveTo>
                <a:cubicBezTo>
                  <a:pt x="2671" y="313"/>
                  <a:pt x="2671" y="313"/>
                  <a:pt x="2671" y="313"/>
                </a:cubicBezTo>
                <a:cubicBezTo>
                  <a:pt x="2655" y="310"/>
                  <a:pt x="2638" y="307"/>
                  <a:pt x="2621" y="307"/>
                </a:cubicBezTo>
                <a:cubicBezTo>
                  <a:pt x="2560" y="307"/>
                  <a:pt x="2531" y="346"/>
                  <a:pt x="2531" y="410"/>
                </a:cubicBezTo>
                <a:cubicBezTo>
                  <a:pt x="2531" y="468"/>
                  <a:pt x="2554" y="508"/>
                  <a:pt x="2609" y="508"/>
                </a:cubicBezTo>
                <a:cubicBezTo>
                  <a:pt x="2634" y="508"/>
                  <a:pt x="2654" y="500"/>
                  <a:pt x="2671" y="487"/>
                </a:cubicBezTo>
                <a:close/>
                <a:moveTo>
                  <a:pt x="3045" y="432"/>
                </a:moveTo>
                <a:cubicBezTo>
                  <a:pt x="2847" y="432"/>
                  <a:pt x="2847" y="432"/>
                  <a:pt x="2847" y="432"/>
                </a:cubicBezTo>
                <a:cubicBezTo>
                  <a:pt x="2854" y="482"/>
                  <a:pt x="2884" y="506"/>
                  <a:pt x="2939" y="506"/>
                </a:cubicBezTo>
                <a:cubicBezTo>
                  <a:pt x="2973" y="506"/>
                  <a:pt x="3007" y="499"/>
                  <a:pt x="3038" y="485"/>
                </a:cubicBezTo>
                <a:cubicBezTo>
                  <a:pt x="3036" y="501"/>
                  <a:pt x="3033" y="522"/>
                  <a:pt x="3029" y="541"/>
                </a:cubicBezTo>
                <a:cubicBezTo>
                  <a:pt x="3001" y="554"/>
                  <a:pt x="2971" y="559"/>
                  <a:pt x="2937" y="559"/>
                </a:cubicBezTo>
                <a:cubicBezTo>
                  <a:pt x="2834" y="559"/>
                  <a:pt x="2783" y="502"/>
                  <a:pt x="2783" y="405"/>
                </a:cubicBezTo>
                <a:cubicBezTo>
                  <a:pt x="2783" y="321"/>
                  <a:pt x="2822" y="254"/>
                  <a:pt x="2921" y="254"/>
                </a:cubicBezTo>
                <a:cubicBezTo>
                  <a:pt x="3010" y="254"/>
                  <a:pt x="3048" y="313"/>
                  <a:pt x="3048" y="384"/>
                </a:cubicBezTo>
                <a:cubicBezTo>
                  <a:pt x="3048" y="401"/>
                  <a:pt x="3047" y="415"/>
                  <a:pt x="3045" y="432"/>
                </a:cubicBezTo>
                <a:close/>
                <a:moveTo>
                  <a:pt x="2845" y="380"/>
                </a:moveTo>
                <a:cubicBezTo>
                  <a:pt x="2985" y="380"/>
                  <a:pt x="2985" y="380"/>
                  <a:pt x="2985" y="380"/>
                </a:cubicBezTo>
                <a:cubicBezTo>
                  <a:pt x="2985" y="333"/>
                  <a:pt x="2960" y="306"/>
                  <a:pt x="2918" y="306"/>
                </a:cubicBezTo>
                <a:cubicBezTo>
                  <a:pt x="2874" y="306"/>
                  <a:pt x="2850" y="332"/>
                  <a:pt x="2845" y="380"/>
                </a:cubicBezTo>
                <a:close/>
                <a:moveTo>
                  <a:pt x="3262" y="257"/>
                </a:moveTo>
                <a:cubicBezTo>
                  <a:pt x="3262" y="275"/>
                  <a:pt x="3260" y="298"/>
                  <a:pt x="3256" y="310"/>
                </a:cubicBezTo>
                <a:cubicBezTo>
                  <a:pt x="3241" y="308"/>
                  <a:pt x="3227" y="307"/>
                  <a:pt x="3209" y="307"/>
                </a:cubicBezTo>
                <a:cubicBezTo>
                  <a:pt x="3194" y="307"/>
                  <a:pt x="3179" y="309"/>
                  <a:pt x="3164" y="311"/>
                </a:cubicBezTo>
                <a:cubicBezTo>
                  <a:pt x="3164" y="552"/>
                  <a:pt x="3164" y="552"/>
                  <a:pt x="3164" y="552"/>
                </a:cubicBezTo>
                <a:cubicBezTo>
                  <a:pt x="3102" y="552"/>
                  <a:pt x="3102" y="552"/>
                  <a:pt x="3102" y="552"/>
                </a:cubicBezTo>
                <a:cubicBezTo>
                  <a:pt x="3102" y="270"/>
                  <a:pt x="3102" y="270"/>
                  <a:pt x="3102" y="270"/>
                </a:cubicBezTo>
                <a:cubicBezTo>
                  <a:pt x="3128" y="261"/>
                  <a:pt x="3173" y="254"/>
                  <a:pt x="3208" y="254"/>
                </a:cubicBezTo>
                <a:cubicBezTo>
                  <a:pt x="3227" y="254"/>
                  <a:pt x="3248" y="255"/>
                  <a:pt x="3262" y="257"/>
                </a:cubicBezTo>
                <a:close/>
              </a:path>
            </a:pathLst>
          </a:custGeom>
          <a:solidFill>
            <a:srgbClr val="C00000"/>
          </a:solidFill>
          <a:ln>
            <a:noFill/>
          </a:ln>
        </p:spPr>
        <p:txBody>
          <a:bodyPr vert="horz" wrap="square" lIns="91440" tIns="45720" rIns="91440" bIns="45720" numCol="1" anchor="t" anchorCtr="0" compatLnSpc="1">
            <a:prstTxWarp prst="textNoShape">
              <a:avLst/>
            </a:prstTxWarp>
          </a:bodyPr>
          <a:lstStyle/>
          <a:p>
            <a:endParaRPr lang="es-ES"/>
          </a:p>
        </p:txBody>
      </p:sp>
    </p:spTree>
    <p:extLst>
      <p:ext uri="{BB962C8B-B14F-4D97-AF65-F5344CB8AC3E}">
        <p14:creationId xmlns:p14="http://schemas.microsoft.com/office/powerpoint/2010/main" val="41626438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tenido y gráfico 2">
    <p:spTree>
      <p:nvGrpSpPr>
        <p:cNvPr id="1" name=""/>
        <p:cNvGrpSpPr/>
        <p:nvPr/>
      </p:nvGrpSpPr>
      <p:grpSpPr>
        <a:xfrm>
          <a:off x="0" y="0"/>
          <a:ext cx="0" cy="0"/>
          <a:chOff x="0" y="0"/>
          <a:chExt cx="0" cy="0"/>
        </a:xfrm>
      </p:grpSpPr>
      <p:sp>
        <p:nvSpPr>
          <p:cNvPr id="10" name="Marcador de número de diapositiva 5">
            <a:extLst>
              <a:ext uri="{FF2B5EF4-FFF2-40B4-BE49-F238E27FC236}">
                <a16:creationId xmlns:a16="http://schemas.microsoft.com/office/drawing/2014/main" id="{12E1D636-3017-4CF4-BA5F-3300C668441C}"/>
              </a:ext>
            </a:extLst>
          </p:cNvPr>
          <p:cNvSpPr>
            <a:spLocks noGrp="1"/>
          </p:cNvSpPr>
          <p:nvPr>
            <p:ph type="sldNum" sz="quarter" idx="12"/>
          </p:nvPr>
        </p:nvSpPr>
        <p:spPr>
          <a:xfrm>
            <a:off x="8730845" y="6209600"/>
            <a:ext cx="2743200" cy="365125"/>
          </a:xfrm>
        </p:spPr>
        <p:txBody>
          <a:bodyPr/>
          <a:lstStyle>
            <a:lvl1pPr>
              <a:defRPr sz="1300">
                <a:solidFill>
                  <a:schemeClr val="accent1"/>
                </a:solidFill>
              </a:defRPr>
            </a:lvl1pPr>
          </a:lstStyle>
          <a:p>
            <a:fld id="{BC0D97B6-E32F-4D7D-B839-7C3B51F2640F}" type="slidenum">
              <a:rPr lang="es-ES" smtClean="0"/>
              <a:pPr/>
              <a:t>‹#›</a:t>
            </a:fld>
            <a:endParaRPr lang="es-ES"/>
          </a:p>
        </p:txBody>
      </p:sp>
      <p:sp>
        <p:nvSpPr>
          <p:cNvPr id="15" name="Marcador de texto 14">
            <a:extLst>
              <a:ext uri="{FF2B5EF4-FFF2-40B4-BE49-F238E27FC236}">
                <a16:creationId xmlns:a16="http://schemas.microsoft.com/office/drawing/2014/main" id="{05897091-A449-4E0A-B444-7171DF90239A}"/>
              </a:ext>
            </a:extLst>
          </p:cNvPr>
          <p:cNvSpPr>
            <a:spLocks noGrp="1"/>
          </p:cNvSpPr>
          <p:nvPr>
            <p:ph type="body" sz="quarter" idx="14"/>
          </p:nvPr>
        </p:nvSpPr>
        <p:spPr>
          <a:xfrm>
            <a:off x="711024" y="337100"/>
            <a:ext cx="10758734" cy="304800"/>
          </a:xfrm>
        </p:spPr>
        <p:txBody>
          <a:bodyPr>
            <a:noAutofit/>
          </a:bodyPr>
          <a:lstStyle>
            <a:lvl1pPr marL="0" indent="0">
              <a:buFontTx/>
              <a:buNone/>
              <a:defRPr sz="1300">
                <a:solidFill>
                  <a:schemeClr val="accent1"/>
                </a:solidFill>
              </a:defRPr>
            </a:lvl1pPr>
            <a:lvl2pPr marL="457200" indent="0">
              <a:buFontTx/>
              <a:buNone/>
              <a:defRPr sz="1100"/>
            </a:lvl2pPr>
            <a:lvl3pPr marL="914400" indent="0">
              <a:buFontTx/>
              <a:buNone/>
              <a:defRPr sz="1050"/>
            </a:lvl3pPr>
            <a:lvl4pPr marL="1371600" indent="0">
              <a:buFontTx/>
              <a:buNone/>
              <a:defRPr sz="1000"/>
            </a:lvl4pPr>
            <a:lvl5pPr marL="1828800" indent="0">
              <a:buFontTx/>
              <a:buNone/>
              <a:defRPr sz="1000"/>
            </a:lvl5pPr>
          </a:lstStyle>
          <a:p>
            <a:pPr lvl="0"/>
            <a:r>
              <a:rPr lang="en-US"/>
              <a:t>Click to edit Master text styles</a:t>
            </a:r>
          </a:p>
        </p:txBody>
      </p:sp>
      <p:sp>
        <p:nvSpPr>
          <p:cNvPr id="13" name="Marcador de texto 16">
            <a:extLst>
              <a:ext uri="{FF2B5EF4-FFF2-40B4-BE49-F238E27FC236}">
                <a16:creationId xmlns:a16="http://schemas.microsoft.com/office/drawing/2014/main" id="{3C0F691A-2EF3-4A5F-A7E8-E01ADBCA2384}"/>
              </a:ext>
            </a:extLst>
          </p:cNvPr>
          <p:cNvSpPr>
            <a:spLocks noGrp="1"/>
          </p:cNvSpPr>
          <p:nvPr>
            <p:ph type="body" sz="quarter" idx="16"/>
          </p:nvPr>
        </p:nvSpPr>
        <p:spPr>
          <a:xfrm>
            <a:off x="711025" y="1191802"/>
            <a:ext cx="3911401" cy="4985162"/>
          </a:xfrm>
        </p:spPr>
        <p:txBody>
          <a:bodyPr>
            <a:noAutofit/>
          </a:bodyPr>
          <a:lstStyle>
            <a:lvl1pPr marL="0" indent="0">
              <a:spcBef>
                <a:spcPts val="0"/>
              </a:spcBef>
              <a:spcAft>
                <a:spcPts val="2200"/>
              </a:spcAft>
              <a:buFontTx/>
              <a:buNone/>
              <a:defRPr lang="es-ES" sz="1200" kern="1200" smtClean="0">
                <a:solidFill>
                  <a:schemeClr val="tx2"/>
                </a:solidFill>
                <a:latin typeface="+mn-lt"/>
                <a:ea typeface="+mn-ea"/>
                <a:cs typeface="+mn-cs"/>
              </a:defRPr>
            </a:lvl1pPr>
            <a:lvl2pPr marL="457200" indent="0">
              <a:buFontTx/>
              <a:buNone/>
              <a:defRPr lang="es-ES" sz="1200" kern="1200" smtClean="0">
                <a:solidFill>
                  <a:schemeClr val="tx2"/>
                </a:solidFill>
                <a:latin typeface="+mn-lt"/>
                <a:ea typeface="+mn-ea"/>
                <a:cs typeface="+mn-cs"/>
              </a:defRPr>
            </a:lvl2pPr>
            <a:lvl3pPr marL="914400" indent="0">
              <a:buFontTx/>
              <a:buNone/>
              <a:defRPr lang="es-ES" sz="1200" kern="1200" smtClean="0">
                <a:solidFill>
                  <a:schemeClr val="tx2"/>
                </a:solidFill>
                <a:latin typeface="+mn-lt"/>
                <a:ea typeface="+mn-ea"/>
                <a:cs typeface="+mn-cs"/>
              </a:defRPr>
            </a:lvl3pPr>
            <a:lvl4pPr marL="1371600" indent="0">
              <a:buFontTx/>
              <a:buNone/>
              <a:defRPr lang="es-ES" sz="1200" kern="1200" smtClean="0">
                <a:solidFill>
                  <a:schemeClr val="tx2"/>
                </a:solidFill>
                <a:latin typeface="+mn-lt"/>
                <a:ea typeface="+mn-ea"/>
                <a:cs typeface="+mn-cs"/>
              </a:defRPr>
            </a:lvl4pPr>
            <a:lvl5pPr marL="1828800" indent="0">
              <a:buFontTx/>
              <a:buNone/>
              <a:defRPr lang="es-ES" sz="1200" kern="1200">
                <a:solidFill>
                  <a:schemeClr val="tx2"/>
                </a:solidFill>
                <a:latin typeface="+mn-lt"/>
                <a:ea typeface="+mn-ea"/>
                <a:cs typeface="+mn-cs"/>
              </a:defRPr>
            </a:lvl5pPr>
          </a:lstStyle>
          <a:p>
            <a:pPr lvl="0"/>
            <a:r>
              <a:rPr lang="en-US"/>
              <a:t>Click to edit Master text styles</a:t>
            </a:r>
          </a:p>
        </p:txBody>
      </p:sp>
      <p:sp>
        <p:nvSpPr>
          <p:cNvPr id="12" name="Marcador de tabla 4">
            <a:extLst>
              <a:ext uri="{FF2B5EF4-FFF2-40B4-BE49-F238E27FC236}">
                <a16:creationId xmlns:a16="http://schemas.microsoft.com/office/drawing/2014/main" id="{DF826A4E-1A0C-46D7-8327-402D7A34DE68}"/>
              </a:ext>
            </a:extLst>
          </p:cNvPr>
          <p:cNvSpPr>
            <a:spLocks noGrp="1"/>
          </p:cNvSpPr>
          <p:nvPr>
            <p:ph type="tbl" sz="quarter" idx="18" hasCustomPrompt="1"/>
          </p:nvPr>
        </p:nvSpPr>
        <p:spPr>
          <a:xfrm>
            <a:off x="4867835" y="1707776"/>
            <a:ext cx="6612965" cy="4502524"/>
          </a:xfrm>
        </p:spPr>
        <p:txBody>
          <a:bodyPr>
            <a:normAutofit/>
          </a:bodyPr>
          <a:lstStyle>
            <a:lvl1pPr marL="0" indent="0" algn="ctr">
              <a:buFontTx/>
              <a:buNone/>
              <a:defRPr lang="es-ES" sz="1200" kern="1200" smtClean="0">
                <a:solidFill>
                  <a:schemeClr val="tx2"/>
                </a:solidFill>
                <a:latin typeface="+mn-lt"/>
                <a:ea typeface="+mn-ea"/>
                <a:cs typeface="+mn-cs"/>
              </a:defRPr>
            </a:lvl1pPr>
          </a:lstStyle>
          <a:p>
            <a:r>
              <a:rPr lang="es-ES"/>
              <a:t>Insert your table here</a:t>
            </a:r>
          </a:p>
        </p:txBody>
      </p:sp>
      <p:sp>
        <p:nvSpPr>
          <p:cNvPr id="14" name="Marcador de texto 16">
            <a:extLst>
              <a:ext uri="{FF2B5EF4-FFF2-40B4-BE49-F238E27FC236}">
                <a16:creationId xmlns:a16="http://schemas.microsoft.com/office/drawing/2014/main" id="{C96F8991-1F66-478E-8C12-FB0275A2F299}"/>
              </a:ext>
            </a:extLst>
          </p:cNvPr>
          <p:cNvSpPr>
            <a:spLocks noGrp="1"/>
          </p:cNvSpPr>
          <p:nvPr>
            <p:ph type="body" sz="quarter" idx="19"/>
          </p:nvPr>
        </p:nvSpPr>
        <p:spPr>
          <a:xfrm>
            <a:off x="4867835" y="1191802"/>
            <a:ext cx="6587576" cy="381504"/>
          </a:xfrm>
        </p:spPr>
        <p:txBody>
          <a:bodyPr>
            <a:noAutofit/>
          </a:bodyPr>
          <a:lstStyle>
            <a:lvl1pPr marL="0" indent="0">
              <a:spcBef>
                <a:spcPts val="0"/>
              </a:spcBef>
              <a:spcAft>
                <a:spcPts val="2200"/>
              </a:spcAft>
              <a:buFontTx/>
              <a:buNone/>
              <a:defRPr lang="es-ES" sz="1200" kern="1200" smtClean="0">
                <a:solidFill>
                  <a:schemeClr val="tx2"/>
                </a:solidFill>
                <a:latin typeface="+mn-lt"/>
                <a:ea typeface="+mn-ea"/>
                <a:cs typeface="+mn-cs"/>
              </a:defRPr>
            </a:lvl1pPr>
            <a:lvl2pPr marL="457200" indent="0">
              <a:buFontTx/>
              <a:buNone/>
              <a:defRPr lang="es-ES" sz="1200" kern="1200" smtClean="0">
                <a:solidFill>
                  <a:schemeClr val="tx2"/>
                </a:solidFill>
                <a:latin typeface="+mn-lt"/>
                <a:ea typeface="+mn-ea"/>
                <a:cs typeface="+mn-cs"/>
              </a:defRPr>
            </a:lvl2pPr>
            <a:lvl3pPr marL="914400" indent="0">
              <a:buFontTx/>
              <a:buNone/>
              <a:defRPr lang="es-ES" sz="1200" kern="1200" smtClean="0">
                <a:solidFill>
                  <a:schemeClr val="tx2"/>
                </a:solidFill>
                <a:latin typeface="+mn-lt"/>
                <a:ea typeface="+mn-ea"/>
                <a:cs typeface="+mn-cs"/>
              </a:defRPr>
            </a:lvl3pPr>
            <a:lvl4pPr marL="1371600" indent="0">
              <a:buFontTx/>
              <a:buNone/>
              <a:defRPr lang="es-ES" sz="1200" kern="1200" smtClean="0">
                <a:solidFill>
                  <a:schemeClr val="tx2"/>
                </a:solidFill>
                <a:latin typeface="+mn-lt"/>
                <a:ea typeface="+mn-ea"/>
                <a:cs typeface="+mn-cs"/>
              </a:defRPr>
            </a:lvl4pPr>
            <a:lvl5pPr marL="1828800" indent="0">
              <a:buFontTx/>
              <a:buNone/>
              <a:defRPr lang="es-ES" sz="1200" kern="1200">
                <a:solidFill>
                  <a:schemeClr val="tx2"/>
                </a:solidFill>
                <a:latin typeface="+mn-lt"/>
                <a:ea typeface="+mn-ea"/>
                <a:cs typeface="+mn-cs"/>
              </a:defRPr>
            </a:lvl5pPr>
          </a:lstStyle>
          <a:p>
            <a:pPr lvl="0"/>
            <a:r>
              <a:rPr lang="en-US"/>
              <a:t>Click to edit Master text styles</a:t>
            </a:r>
          </a:p>
        </p:txBody>
      </p:sp>
      <p:sp>
        <p:nvSpPr>
          <p:cNvPr id="2" name="Freeform 5">
            <a:extLst>
              <a:ext uri="{FF2B5EF4-FFF2-40B4-BE49-F238E27FC236}">
                <a16:creationId xmlns:a16="http://schemas.microsoft.com/office/drawing/2014/main" id="{A4F4DC0C-A6D8-120F-2097-36AAA9797554}"/>
              </a:ext>
            </a:extLst>
          </p:cNvPr>
          <p:cNvSpPr>
            <a:spLocks noEditPoints="1"/>
          </p:cNvSpPr>
          <p:nvPr userDrawn="1"/>
        </p:nvSpPr>
        <p:spPr bwMode="auto">
          <a:xfrm>
            <a:off x="252347" y="6514761"/>
            <a:ext cx="1171705" cy="206714"/>
          </a:xfrm>
          <a:custGeom>
            <a:avLst/>
            <a:gdLst>
              <a:gd name="T0" fmla="*/ 319 w 3262"/>
              <a:gd name="T1" fmla="*/ 39 h 572"/>
              <a:gd name="T2" fmla="*/ 300 w 3262"/>
              <a:gd name="T3" fmla="*/ 137 h 572"/>
              <a:gd name="T4" fmla="*/ 371 w 3262"/>
              <a:gd name="T5" fmla="*/ 405 h 572"/>
              <a:gd name="T6" fmla="*/ 244 w 3262"/>
              <a:gd name="T7" fmla="*/ 170 h 572"/>
              <a:gd name="T8" fmla="*/ 225 w 3262"/>
              <a:gd name="T9" fmla="*/ 267 h 572"/>
              <a:gd name="T10" fmla="*/ 300 w 3262"/>
              <a:gd name="T11" fmla="*/ 528 h 572"/>
              <a:gd name="T12" fmla="*/ 187 w 3262"/>
              <a:gd name="T13" fmla="*/ 333 h 572"/>
              <a:gd name="T14" fmla="*/ 300 w 3262"/>
              <a:gd name="T15" fmla="*/ 572 h 572"/>
              <a:gd name="T16" fmla="*/ 714 w 3262"/>
              <a:gd name="T17" fmla="*/ 540 h 572"/>
              <a:gd name="T18" fmla="*/ 910 w 3262"/>
              <a:gd name="T19" fmla="*/ 455 h 572"/>
              <a:gd name="T20" fmla="*/ 717 w 3262"/>
              <a:gd name="T21" fmla="*/ 258 h 572"/>
              <a:gd name="T22" fmla="*/ 945 w 3262"/>
              <a:gd name="T23" fmla="*/ 226 h 572"/>
              <a:gd name="T24" fmla="*/ 842 w 3262"/>
              <a:gd name="T25" fmla="*/ 322 h 572"/>
              <a:gd name="T26" fmla="*/ 829 w 3262"/>
              <a:gd name="T27" fmla="*/ 561 h 572"/>
              <a:gd name="T28" fmla="*/ 1277 w 3262"/>
              <a:gd name="T29" fmla="*/ 552 h 572"/>
              <a:gd name="T30" fmla="*/ 1138 w 3262"/>
              <a:gd name="T31" fmla="*/ 559 h 572"/>
              <a:gd name="T32" fmla="*/ 1277 w 3262"/>
              <a:gd name="T33" fmla="*/ 270 h 572"/>
              <a:gd name="T34" fmla="*/ 1171 w 3262"/>
              <a:gd name="T35" fmla="*/ 307 h 572"/>
              <a:gd name="T36" fmla="*/ 1215 w 3262"/>
              <a:gd name="T37" fmla="*/ 488 h 572"/>
              <a:gd name="T38" fmla="*/ 1533 w 3262"/>
              <a:gd name="T39" fmla="*/ 552 h 572"/>
              <a:gd name="T40" fmla="*/ 1407 w 3262"/>
              <a:gd name="T41" fmla="*/ 312 h 572"/>
              <a:gd name="T42" fmla="*/ 1345 w 3262"/>
              <a:gd name="T43" fmla="*/ 270 h 572"/>
              <a:gd name="T44" fmla="*/ 1767 w 3262"/>
              <a:gd name="T45" fmla="*/ 506 h 572"/>
              <a:gd name="T46" fmla="*/ 1756 w 3262"/>
              <a:gd name="T47" fmla="*/ 559 h 572"/>
              <a:gd name="T48" fmla="*/ 1719 w 3262"/>
              <a:gd name="T49" fmla="*/ 157 h 572"/>
              <a:gd name="T50" fmla="*/ 1812 w 3262"/>
              <a:gd name="T51" fmla="*/ 317 h 572"/>
              <a:gd name="T52" fmla="*/ 1767 w 3262"/>
              <a:gd name="T53" fmla="*/ 506 h 572"/>
              <a:gd name="T54" fmla="*/ 2043 w 3262"/>
              <a:gd name="T55" fmla="*/ 552 h 572"/>
              <a:gd name="T56" fmla="*/ 1836 w 3262"/>
              <a:gd name="T57" fmla="*/ 410 h 572"/>
              <a:gd name="T58" fmla="*/ 2038 w 3262"/>
              <a:gd name="T59" fmla="*/ 488 h 572"/>
              <a:gd name="T60" fmla="*/ 1899 w 3262"/>
              <a:gd name="T61" fmla="*/ 410 h 572"/>
              <a:gd name="T62" fmla="*/ 2418 w 3262"/>
              <a:gd name="T63" fmla="*/ 363 h 572"/>
              <a:gd name="T64" fmla="*/ 2356 w 3262"/>
              <a:gd name="T65" fmla="*/ 373 h 572"/>
              <a:gd name="T66" fmla="*/ 2230 w 3262"/>
              <a:gd name="T67" fmla="*/ 552 h 572"/>
              <a:gd name="T68" fmla="*/ 2281 w 3262"/>
              <a:gd name="T69" fmla="*/ 254 h 572"/>
              <a:gd name="T70" fmla="*/ 2733 w 3262"/>
              <a:gd name="T71" fmla="*/ 552 h 572"/>
              <a:gd name="T72" fmla="*/ 2591 w 3262"/>
              <a:gd name="T73" fmla="*/ 559 h 572"/>
              <a:gd name="T74" fmla="*/ 2671 w 3262"/>
              <a:gd name="T75" fmla="*/ 259 h 572"/>
              <a:gd name="T76" fmla="*/ 2671 w 3262"/>
              <a:gd name="T77" fmla="*/ 487 h 572"/>
              <a:gd name="T78" fmla="*/ 2531 w 3262"/>
              <a:gd name="T79" fmla="*/ 410 h 572"/>
              <a:gd name="T80" fmla="*/ 3045 w 3262"/>
              <a:gd name="T81" fmla="*/ 432 h 572"/>
              <a:gd name="T82" fmla="*/ 3038 w 3262"/>
              <a:gd name="T83" fmla="*/ 485 h 572"/>
              <a:gd name="T84" fmla="*/ 2783 w 3262"/>
              <a:gd name="T85" fmla="*/ 405 h 572"/>
              <a:gd name="T86" fmla="*/ 3045 w 3262"/>
              <a:gd name="T87" fmla="*/ 432 h 572"/>
              <a:gd name="T88" fmla="*/ 2918 w 3262"/>
              <a:gd name="T89" fmla="*/ 306 h 572"/>
              <a:gd name="T90" fmla="*/ 3256 w 3262"/>
              <a:gd name="T91" fmla="*/ 310 h 572"/>
              <a:gd name="T92" fmla="*/ 3164 w 3262"/>
              <a:gd name="T93" fmla="*/ 552 h 572"/>
              <a:gd name="T94" fmla="*/ 3208 w 3262"/>
              <a:gd name="T95" fmla="*/ 254 h 5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3262" h="572">
                <a:moveTo>
                  <a:pt x="430" y="262"/>
                </a:moveTo>
                <a:cubicBezTo>
                  <a:pt x="429" y="241"/>
                  <a:pt x="424" y="221"/>
                  <a:pt x="413" y="202"/>
                </a:cubicBezTo>
                <a:cubicBezTo>
                  <a:pt x="319" y="39"/>
                  <a:pt x="319" y="39"/>
                  <a:pt x="319" y="39"/>
                </a:cubicBezTo>
                <a:cubicBezTo>
                  <a:pt x="312" y="27"/>
                  <a:pt x="307" y="14"/>
                  <a:pt x="304" y="0"/>
                </a:cubicBezTo>
                <a:cubicBezTo>
                  <a:pt x="300" y="7"/>
                  <a:pt x="300" y="7"/>
                  <a:pt x="300" y="7"/>
                </a:cubicBezTo>
                <a:cubicBezTo>
                  <a:pt x="277" y="47"/>
                  <a:pt x="277" y="97"/>
                  <a:pt x="300" y="137"/>
                </a:cubicBezTo>
                <a:cubicBezTo>
                  <a:pt x="375" y="267"/>
                  <a:pt x="375" y="267"/>
                  <a:pt x="375" y="267"/>
                </a:cubicBezTo>
                <a:cubicBezTo>
                  <a:pt x="399" y="308"/>
                  <a:pt x="399" y="357"/>
                  <a:pt x="375" y="398"/>
                </a:cubicBezTo>
                <a:cubicBezTo>
                  <a:pt x="371" y="405"/>
                  <a:pt x="371" y="405"/>
                  <a:pt x="371" y="405"/>
                </a:cubicBezTo>
                <a:cubicBezTo>
                  <a:pt x="369" y="391"/>
                  <a:pt x="364" y="378"/>
                  <a:pt x="356" y="365"/>
                </a:cubicBezTo>
                <a:cubicBezTo>
                  <a:pt x="288" y="246"/>
                  <a:pt x="288" y="246"/>
                  <a:pt x="288" y="246"/>
                </a:cubicBezTo>
                <a:cubicBezTo>
                  <a:pt x="244" y="170"/>
                  <a:pt x="244" y="170"/>
                  <a:pt x="244" y="170"/>
                </a:cubicBezTo>
                <a:cubicBezTo>
                  <a:pt x="236" y="157"/>
                  <a:pt x="232" y="144"/>
                  <a:pt x="229" y="130"/>
                </a:cubicBezTo>
                <a:cubicBezTo>
                  <a:pt x="225" y="137"/>
                  <a:pt x="225" y="137"/>
                  <a:pt x="225" y="137"/>
                </a:cubicBezTo>
                <a:cubicBezTo>
                  <a:pt x="202" y="177"/>
                  <a:pt x="202" y="227"/>
                  <a:pt x="225" y="267"/>
                </a:cubicBezTo>
                <a:cubicBezTo>
                  <a:pt x="225" y="267"/>
                  <a:pt x="225" y="267"/>
                  <a:pt x="225" y="267"/>
                </a:cubicBezTo>
                <a:cubicBezTo>
                  <a:pt x="300" y="398"/>
                  <a:pt x="300" y="398"/>
                  <a:pt x="300" y="398"/>
                </a:cubicBezTo>
                <a:cubicBezTo>
                  <a:pt x="323" y="438"/>
                  <a:pt x="323" y="488"/>
                  <a:pt x="300" y="528"/>
                </a:cubicBezTo>
                <a:cubicBezTo>
                  <a:pt x="296" y="535"/>
                  <a:pt x="296" y="535"/>
                  <a:pt x="296" y="535"/>
                </a:cubicBezTo>
                <a:cubicBezTo>
                  <a:pt x="293" y="521"/>
                  <a:pt x="288" y="508"/>
                  <a:pt x="281" y="495"/>
                </a:cubicBezTo>
                <a:cubicBezTo>
                  <a:pt x="187" y="333"/>
                  <a:pt x="187" y="333"/>
                  <a:pt x="187" y="333"/>
                </a:cubicBezTo>
                <a:cubicBezTo>
                  <a:pt x="175" y="311"/>
                  <a:pt x="169" y="286"/>
                  <a:pt x="170" y="262"/>
                </a:cubicBezTo>
                <a:cubicBezTo>
                  <a:pt x="69" y="288"/>
                  <a:pt x="0" y="344"/>
                  <a:pt x="0" y="409"/>
                </a:cubicBezTo>
                <a:cubicBezTo>
                  <a:pt x="0" y="499"/>
                  <a:pt x="134" y="572"/>
                  <a:pt x="300" y="572"/>
                </a:cubicBezTo>
                <a:cubicBezTo>
                  <a:pt x="466" y="572"/>
                  <a:pt x="600" y="499"/>
                  <a:pt x="600" y="409"/>
                </a:cubicBezTo>
                <a:cubicBezTo>
                  <a:pt x="600" y="344"/>
                  <a:pt x="531" y="288"/>
                  <a:pt x="430" y="262"/>
                </a:cubicBezTo>
                <a:close/>
                <a:moveTo>
                  <a:pt x="714" y="540"/>
                </a:moveTo>
                <a:cubicBezTo>
                  <a:pt x="715" y="517"/>
                  <a:pt x="718" y="501"/>
                  <a:pt x="725" y="483"/>
                </a:cubicBezTo>
                <a:cubicBezTo>
                  <a:pt x="756" y="498"/>
                  <a:pt x="797" y="505"/>
                  <a:pt x="828" y="505"/>
                </a:cubicBezTo>
                <a:cubicBezTo>
                  <a:pt x="880" y="505"/>
                  <a:pt x="910" y="488"/>
                  <a:pt x="910" y="455"/>
                </a:cubicBezTo>
                <a:cubicBezTo>
                  <a:pt x="910" y="422"/>
                  <a:pt x="888" y="407"/>
                  <a:pt x="835" y="384"/>
                </a:cubicBezTo>
                <a:cubicBezTo>
                  <a:pt x="806" y="371"/>
                  <a:pt x="806" y="371"/>
                  <a:pt x="806" y="371"/>
                </a:cubicBezTo>
                <a:cubicBezTo>
                  <a:pt x="753" y="348"/>
                  <a:pt x="717" y="318"/>
                  <a:pt x="717" y="258"/>
                </a:cubicBezTo>
                <a:cubicBezTo>
                  <a:pt x="717" y="194"/>
                  <a:pt x="762" y="153"/>
                  <a:pt x="853" y="153"/>
                </a:cubicBezTo>
                <a:cubicBezTo>
                  <a:pt x="890" y="153"/>
                  <a:pt x="924" y="158"/>
                  <a:pt x="956" y="169"/>
                </a:cubicBezTo>
                <a:cubicBezTo>
                  <a:pt x="955" y="192"/>
                  <a:pt x="951" y="209"/>
                  <a:pt x="945" y="226"/>
                </a:cubicBezTo>
                <a:cubicBezTo>
                  <a:pt x="915" y="214"/>
                  <a:pt x="879" y="209"/>
                  <a:pt x="853" y="209"/>
                </a:cubicBezTo>
                <a:cubicBezTo>
                  <a:pt x="804" y="209"/>
                  <a:pt x="781" y="228"/>
                  <a:pt x="781" y="258"/>
                </a:cubicBezTo>
                <a:cubicBezTo>
                  <a:pt x="781" y="288"/>
                  <a:pt x="803" y="305"/>
                  <a:pt x="842" y="322"/>
                </a:cubicBezTo>
                <a:cubicBezTo>
                  <a:pt x="873" y="335"/>
                  <a:pt x="873" y="335"/>
                  <a:pt x="873" y="335"/>
                </a:cubicBezTo>
                <a:cubicBezTo>
                  <a:pt x="945" y="365"/>
                  <a:pt x="974" y="397"/>
                  <a:pt x="974" y="452"/>
                </a:cubicBezTo>
                <a:cubicBezTo>
                  <a:pt x="974" y="517"/>
                  <a:pt x="925" y="561"/>
                  <a:pt x="829" y="561"/>
                </a:cubicBezTo>
                <a:cubicBezTo>
                  <a:pt x="783" y="561"/>
                  <a:pt x="745" y="555"/>
                  <a:pt x="714" y="540"/>
                </a:cubicBezTo>
                <a:close/>
                <a:moveTo>
                  <a:pt x="1277" y="270"/>
                </a:moveTo>
                <a:cubicBezTo>
                  <a:pt x="1277" y="552"/>
                  <a:pt x="1277" y="552"/>
                  <a:pt x="1277" y="552"/>
                </a:cubicBezTo>
                <a:cubicBezTo>
                  <a:pt x="1220" y="552"/>
                  <a:pt x="1220" y="552"/>
                  <a:pt x="1220" y="552"/>
                </a:cubicBezTo>
                <a:cubicBezTo>
                  <a:pt x="1217" y="518"/>
                  <a:pt x="1217" y="518"/>
                  <a:pt x="1217" y="518"/>
                </a:cubicBezTo>
                <a:cubicBezTo>
                  <a:pt x="1201" y="543"/>
                  <a:pt x="1177" y="559"/>
                  <a:pt x="1138" y="559"/>
                </a:cubicBezTo>
                <a:cubicBezTo>
                  <a:pt x="1063" y="559"/>
                  <a:pt x="1013" y="505"/>
                  <a:pt x="1013" y="410"/>
                </a:cubicBezTo>
                <a:cubicBezTo>
                  <a:pt x="1013" y="311"/>
                  <a:pt x="1066" y="254"/>
                  <a:pt x="1171" y="254"/>
                </a:cubicBezTo>
                <a:cubicBezTo>
                  <a:pt x="1211" y="254"/>
                  <a:pt x="1245" y="259"/>
                  <a:pt x="1277" y="270"/>
                </a:cubicBezTo>
                <a:close/>
                <a:moveTo>
                  <a:pt x="1215" y="488"/>
                </a:moveTo>
                <a:cubicBezTo>
                  <a:pt x="1215" y="311"/>
                  <a:pt x="1215" y="311"/>
                  <a:pt x="1215" y="311"/>
                </a:cubicBezTo>
                <a:cubicBezTo>
                  <a:pt x="1202" y="309"/>
                  <a:pt x="1188" y="307"/>
                  <a:pt x="1171" y="307"/>
                </a:cubicBezTo>
                <a:cubicBezTo>
                  <a:pt x="1107" y="307"/>
                  <a:pt x="1077" y="347"/>
                  <a:pt x="1077" y="410"/>
                </a:cubicBezTo>
                <a:cubicBezTo>
                  <a:pt x="1077" y="468"/>
                  <a:pt x="1100" y="508"/>
                  <a:pt x="1155" y="508"/>
                </a:cubicBezTo>
                <a:cubicBezTo>
                  <a:pt x="1179" y="508"/>
                  <a:pt x="1199" y="500"/>
                  <a:pt x="1215" y="488"/>
                </a:cubicBezTo>
                <a:close/>
                <a:moveTo>
                  <a:pt x="1595" y="363"/>
                </a:moveTo>
                <a:cubicBezTo>
                  <a:pt x="1595" y="552"/>
                  <a:pt x="1595" y="552"/>
                  <a:pt x="1595" y="552"/>
                </a:cubicBezTo>
                <a:cubicBezTo>
                  <a:pt x="1533" y="552"/>
                  <a:pt x="1533" y="552"/>
                  <a:pt x="1533" y="552"/>
                </a:cubicBezTo>
                <a:cubicBezTo>
                  <a:pt x="1533" y="373"/>
                  <a:pt x="1533" y="373"/>
                  <a:pt x="1533" y="373"/>
                </a:cubicBezTo>
                <a:cubicBezTo>
                  <a:pt x="1533" y="329"/>
                  <a:pt x="1518" y="307"/>
                  <a:pt x="1456" y="307"/>
                </a:cubicBezTo>
                <a:cubicBezTo>
                  <a:pt x="1442" y="307"/>
                  <a:pt x="1424" y="309"/>
                  <a:pt x="1407" y="312"/>
                </a:cubicBezTo>
                <a:cubicBezTo>
                  <a:pt x="1407" y="552"/>
                  <a:pt x="1407" y="552"/>
                  <a:pt x="1407" y="552"/>
                </a:cubicBezTo>
                <a:cubicBezTo>
                  <a:pt x="1345" y="552"/>
                  <a:pt x="1345" y="552"/>
                  <a:pt x="1345" y="552"/>
                </a:cubicBezTo>
                <a:cubicBezTo>
                  <a:pt x="1345" y="270"/>
                  <a:pt x="1345" y="270"/>
                  <a:pt x="1345" y="270"/>
                </a:cubicBezTo>
                <a:cubicBezTo>
                  <a:pt x="1385" y="261"/>
                  <a:pt x="1428" y="254"/>
                  <a:pt x="1458" y="254"/>
                </a:cubicBezTo>
                <a:cubicBezTo>
                  <a:pt x="1562" y="254"/>
                  <a:pt x="1595" y="294"/>
                  <a:pt x="1595" y="363"/>
                </a:cubicBezTo>
                <a:close/>
                <a:moveTo>
                  <a:pt x="1767" y="506"/>
                </a:moveTo>
                <a:cubicBezTo>
                  <a:pt x="1785" y="506"/>
                  <a:pt x="1802" y="503"/>
                  <a:pt x="1816" y="498"/>
                </a:cubicBezTo>
                <a:cubicBezTo>
                  <a:pt x="1814" y="515"/>
                  <a:pt x="1812" y="534"/>
                  <a:pt x="1808" y="550"/>
                </a:cubicBezTo>
                <a:cubicBezTo>
                  <a:pt x="1791" y="557"/>
                  <a:pt x="1773" y="559"/>
                  <a:pt x="1756" y="559"/>
                </a:cubicBezTo>
                <a:cubicBezTo>
                  <a:pt x="1696" y="559"/>
                  <a:pt x="1657" y="531"/>
                  <a:pt x="1657" y="463"/>
                </a:cubicBezTo>
                <a:cubicBezTo>
                  <a:pt x="1657" y="166"/>
                  <a:pt x="1657" y="166"/>
                  <a:pt x="1657" y="166"/>
                </a:cubicBezTo>
                <a:cubicBezTo>
                  <a:pt x="1676" y="160"/>
                  <a:pt x="1700" y="157"/>
                  <a:pt x="1719" y="157"/>
                </a:cubicBezTo>
                <a:cubicBezTo>
                  <a:pt x="1719" y="264"/>
                  <a:pt x="1719" y="264"/>
                  <a:pt x="1719" y="264"/>
                </a:cubicBezTo>
                <a:cubicBezTo>
                  <a:pt x="1817" y="264"/>
                  <a:pt x="1817" y="264"/>
                  <a:pt x="1817" y="264"/>
                </a:cubicBezTo>
                <a:cubicBezTo>
                  <a:pt x="1816" y="283"/>
                  <a:pt x="1815" y="301"/>
                  <a:pt x="1812" y="317"/>
                </a:cubicBezTo>
                <a:cubicBezTo>
                  <a:pt x="1719" y="317"/>
                  <a:pt x="1719" y="317"/>
                  <a:pt x="1719" y="317"/>
                </a:cubicBezTo>
                <a:cubicBezTo>
                  <a:pt x="1719" y="455"/>
                  <a:pt x="1719" y="455"/>
                  <a:pt x="1719" y="455"/>
                </a:cubicBezTo>
                <a:cubicBezTo>
                  <a:pt x="1719" y="492"/>
                  <a:pt x="1737" y="506"/>
                  <a:pt x="1767" y="506"/>
                </a:cubicBezTo>
                <a:close/>
                <a:moveTo>
                  <a:pt x="2100" y="270"/>
                </a:moveTo>
                <a:cubicBezTo>
                  <a:pt x="2100" y="552"/>
                  <a:pt x="2100" y="552"/>
                  <a:pt x="2100" y="552"/>
                </a:cubicBezTo>
                <a:cubicBezTo>
                  <a:pt x="2043" y="552"/>
                  <a:pt x="2043" y="552"/>
                  <a:pt x="2043" y="552"/>
                </a:cubicBezTo>
                <a:cubicBezTo>
                  <a:pt x="2040" y="518"/>
                  <a:pt x="2040" y="518"/>
                  <a:pt x="2040" y="518"/>
                </a:cubicBezTo>
                <a:cubicBezTo>
                  <a:pt x="2024" y="543"/>
                  <a:pt x="2000" y="559"/>
                  <a:pt x="1960" y="559"/>
                </a:cubicBezTo>
                <a:cubicBezTo>
                  <a:pt x="1886" y="559"/>
                  <a:pt x="1836" y="505"/>
                  <a:pt x="1836" y="410"/>
                </a:cubicBezTo>
                <a:cubicBezTo>
                  <a:pt x="1836" y="311"/>
                  <a:pt x="1889" y="254"/>
                  <a:pt x="1993" y="254"/>
                </a:cubicBezTo>
                <a:cubicBezTo>
                  <a:pt x="2034" y="254"/>
                  <a:pt x="2067" y="259"/>
                  <a:pt x="2100" y="270"/>
                </a:cubicBezTo>
                <a:close/>
                <a:moveTo>
                  <a:pt x="2038" y="488"/>
                </a:moveTo>
                <a:cubicBezTo>
                  <a:pt x="2038" y="311"/>
                  <a:pt x="2038" y="311"/>
                  <a:pt x="2038" y="311"/>
                </a:cubicBezTo>
                <a:cubicBezTo>
                  <a:pt x="2025" y="309"/>
                  <a:pt x="2011" y="307"/>
                  <a:pt x="1993" y="307"/>
                </a:cubicBezTo>
                <a:cubicBezTo>
                  <a:pt x="1929" y="307"/>
                  <a:pt x="1899" y="347"/>
                  <a:pt x="1899" y="410"/>
                </a:cubicBezTo>
                <a:cubicBezTo>
                  <a:pt x="1899" y="468"/>
                  <a:pt x="1922" y="508"/>
                  <a:pt x="1978" y="508"/>
                </a:cubicBezTo>
                <a:cubicBezTo>
                  <a:pt x="2002" y="508"/>
                  <a:pt x="2022" y="500"/>
                  <a:pt x="2038" y="488"/>
                </a:cubicBezTo>
                <a:close/>
                <a:moveTo>
                  <a:pt x="2418" y="363"/>
                </a:moveTo>
                <a:cubicBezTo>
                  <a:pt x="2418" y="552"/>
                  <a:pt x="2418" y="552"/>
                  <a:pt x="2418" y="552"/>
                </a:cubicBezTo>
                <a:cubicBezTo>
                  <a:pt x="2356" y="552"/>
                  <a:pt x="2356" y="552"/>
                  <a:pt x="2356" y="552"/>
                </a:cubicBezTo>
                <a:cubicBezTo>
                  <a:pt x="2356" y="373"/>
                  <a:pt x="2356" y="373"/>
                  <a:pt x="2356" y="373"/>
                </a:cubicBezTo>
                <a:cubicBezTo>
                  <a:pt x="2356" y="329"/>
                  <a:pt x="2341" y="307"/>
                  <a:pt x="2279" y="307"/>
                </a:cubicBezTo>
                <a:cubicBezTo>
                  <a:pt x="2264" y="307"/>
                  <a:pt x="2247" y="309"/>
                  <a:pt x="2230" y="312"/>
                </a:cubicBezTo>
                <a:cubicBezTo>
                  <a:pt x="2230" y="552"/>
                  <a:pt x="2230" y="552"/>
                  <a:pt x="2230" y="552"/>
                </a:cubicBezTo>
                <a:cubicBezTo>
                  <a:pt x="2168" y="552"/>
                  <a:pt x="2168" y="552"/>
                  <a:pt x="2168" y="552"/>
                </a:cubicBezTo>
                <a:cubicBezTo>
                  <a:pt x="2168" y="270"/>
                  <a:pt x="2168" y="270"/>
                  <a:pt x="2168" y="270"/>
                </a:cubicBezTo>
                <a:cubicBezTo>
                  <a:pt x="2207" y="261"/>
                  <a:pt x="2251" y="254"/>
                  <a:pt x="2281" y="254"/>
                </a:cubicBezTo>
                <a:cubicBezTo>
                  <a:pt x="2384" y="254"/>
                  <a:pt x="2418" y="294"/>
                  <a:pt x="2418" y="363"/>
                </a:cubicBezTo>
                <a:close/>
                <a:moveTo>
                  <a:pt x="2733" y="157"/>
                </a:moveTo>
                <a:cubicBezTo>
                  <a:pt x="2733" y="552"/>
                  <a:pt x="2733" y="552"/>
                  <a:pt x="2733" y="552"/>
                </a:cubicBezTo>
                <a:cubicBezTo>
                  <a:pt x="2676" y="552"/>
                  <a:pt x="2676" y="552"/>
                  <a:pt x="2676" y="552"/>
                </a:cubicBezTo>
                <a:cubicBezTo>
                  <a:pt x="2672" y="516"/>
                  <a:pt x="2672" y="516"/>
                  <a:pt x="2672" y="516"/>
                </a:cubicBezTo>
                <a:cubicBezTo>
                  <a:pt x="2656" y="543"/>
                  <a:pt x="2632" y="559"/>
                  <a:pt x="2591" y="559"/>
                </a:cubicBezTo>
                <a:cubicBezTo>
                  <a:pt x="2517" y="559"/>
                  <a:pt x="2467" y="505"/>
                  <a:pt x="2467" y="410"/>
                </a:cubicBezTo>
                <a:cubicBezTo>
                  <a:pt x="2467" y="311"/>
                  <a:pt x="2520" y="254"/>
                  <a:pt x="2625" y="254"/>
                </a:cubicBezTo>
                <a:cubicBezTo>
                  <a:pt x="2641" y="254"/>
                  <a:pt x="2656" y="256"/>
                  <a:pt x="2671" y="259"/>
                </a:cubicBezTo>
                <a:cubicBezTo>
                  <a:pt x="2671" y="166"/>
                  <a:pt x="2671" y="166"/>
                  <a:pt x="2671" y="166"/>
                </a:cubicBezTo>
                <a:cubicBezTo>
                  <a:pt x="2690" y="159"/>
                  <a:pt x="2712" y="157"/>
                  <a:pt x="2733" y="157"/>
                </a:cubicBezTo>
                <a:close/>
                <a:moveTo>
                  <a:pt x="2671" y="487"/>
                </a:moveTo>
                <a:cubicBezTo>
                  <a:pt x="2671" y="313"/>
                  <a:pt x="2671" y="313"/>
                  <a:pt x="2671" y="313"/>
                </a:cubicBezTo>
                <a:cubicBezTo>
                  <a:pt x="2655" y="310"/>
                  <a:pt x="2638" y="307"/>
                  <a:pt x="2621" y="307"/>
                </a:cubicBezTo>
                <a:cubicBezTo>
                  <a:pt x="2560" y="307"/>
                  <a:pt x="2531" y="346"/>
                  <a:pt x="2531" y="410"/>
                </a:cubicBezTo>
                <a:cubicBezTo>
                  <a:pt x="2531" y="468"/>
                  <a:pt x="2554" y="508"/>
                  <a:pt x="2609" y="508"/>
                </a:cubicBezTo>
                <a:cubicBezTo>
                  <a:pt x="2634" y="508"/>
                  <a:pt x="2654" y="500"/>
                  <a:pt x="2671" y="487"/>
                </a:cubicBezTo>
                <a:close/>
                <a:moveTo>
                  <a:pt x="3045" y="432"/>
                </a:moveTo>
                <a:cubicBezTo>
                  <a:pt x="2847" y="432"/>
                  <a:pt x="2847" y="432"/>
                  <a:pt x="2847" y="432"/>
                </a:cubicBezTo>
                <a:cubicBezTo>
                  <a:pt x="2854" y="482"/>
                  <a:pt x="2884" y="506"/>
                  <a:pt x="2939" y="506"/>
                </a:cubicBezTo>
                <a:cubicBezTo>
                  <a:pt x="2973" y="506"/>
                  <a:pt x="3007" y="499"/>
                  <a:pt x="3038" y="485"/>
                </a:cubicBezTo>
                <a:cubicBezTo>
                  <a:pt x="3036" y="501"/>
                  <a:pt x="3033" y="522"/>
                  <a:pt x="3029" y="541"/>
                </a:cubicBezTo>
                <a:cubicBezTo>
                  <a:pt x="3001" y="554"/>
                  <a:pt x="2971" y="559"/>
                  <a:pt x="2937" y="559"/>
                </a:cubicBezTo>
                <a:cubicBezTo>
                  <a:pt x="2834" y="559"/>
                  <a:pt x="2783" y="502"/>
                  <a:pt x="2783" y="405"/>
                </a:cubicBezTo>
                <a:cubicBezTo>
                  <a:pt x="2783" y="321"/>
                  <a:pt x="2822" y="254"/>
                  <a:pt x="2921" y="254"/>
                </a:cubicBezTo>
                <a:cubicBezTo>
                  <a:pt x="3010" y="254"/>
                  <a:pt x="3048" y="313"/>
                  <a:pt x="3048" y="384"/>
                </a:cubicBezTo>
                <a:cubicBezTo>
                  <a:pt x="3048" y="401"/>
                  <a:pt x="3047" y="415"/>
                  <a:pt x="3045" y="432"/>
                </a:cubicBezTo>
                <a:close/>
                <a:moveTo>
                  <a:pt x="2845" y="380"/>
                </a:moveTo>
                <a:cubicBezTo>
                  <a:pt x="2985" y="380"/>
                  <a:pt x="2985" y="380"/>
                  <a:pt x="2985" y="380"/>
                </a:cubicBezTo>
                <a:cubicBezTo>
                  <a:pt x="2985" y="333"/>
                  <a:pt x="2960" y="306"/>
                  <a:pt x="2918" y="306"/>
                </a:cubicBezTo>
                <a:cubicBezTo>
                  <a:pt x="2874" y="306"/>
                  <a:pt x="2850" y="332"/>
                  <a:pt x="2845" y="380"/>
                </a:cubicBezTo>
                <a:close/>
                <a:moveTo>
                  <a:pt x="3262" y="257"/>
                </a:moveTo>
                <a:cubicBezTo>
                  <a:pt x="3262" y="275"/>
                  <a:pt x="3260" y="298"/>
                  <a:pt x="3256" y="310"/>
                </a:cubicBezTo>
                <a:cubicBezTo>
                  <a:pt x="3241" y="308"/>
                  <a:pt x="3227" y="307"/>
                  <a:pt x="3209" y="307"/>
                </a:cubicBezTo>
                <a:cubicBezTo>
                  <a:pt x="3194" y="307"/>
                  <a:pt x="3179" y="309"/>
                  <a:pt x="3164" y="311"/>
                </a:cubicBezTo>
                <a:cubicBezTo>
                  <a:pt x="3164" y="552"/>
                  <a:pt x="3164" y="552"/>
                  <a:pt x="3164" y="552"/>
                </a:cubicBezTo>
                <a:cubicBezTo>
                  <a:pt x="3102" y="552"/>
                  <a:pt x="3102" y="552"/>
                  <a:pt x="3102" y="552"/>
                </a:cubicBezTo>
                <a:cubicBezTo>
                  <a:pt x="3102" y="270"/>
                  <a:pt x="3102" y="270"/>
                  <a:pt x="3102" y="270"/>
                </a:cubicBezTo>
                <a:cubicBezTo>
                  <a:pt x="3128" y="261"/>
                  <a:pt x="3173" y="254"/>
                  <a:pt x="3208" y="254"/>
                </a:cubicBezTo>
                <a:cubicBezTo>
                  <a:pt x="3227" y="254"/>
                  <a:pt x="3248" y="255"/>
                  <a:pt x="3262" y="257"/>
                </a:cubicBezTo>
                <a:close/>
              </a:path>
            </a:pathLst>
          </a:custGeom>
          <a:solidFill>
            <a:srgbClr val="C00000"/>
          </a:solidFill>
          <a:ln>
            <a:noFill/>
          </a:ln>
        </p:spPr>
        <p:txBody>
          <a:bodyPr vert="horz" wrap="square" lIns="91440" tIns="45720" rIns="91440" bIns="45720" numCol="1" anchor="t" anchorCtr="0" compatLnSpc="1">
            <a:prstTxWarp prst="textNoShape">
              <a:avLst/>
            </a:prstTxWarp>
          </a:bodyPr>
          <a:lstStyle/>
          <a:p>
            <a:endParaRPr lang="es-ES"/>
          </a:p>
        </p:txBody>
      </p:sp>
    </p:spTree>
    <p:extLst>
      <p:ext uri="{BB962C8B-B14F-4D97-AF65-F5344CB8AC3E}">
        <p14:creationId xmlns:p14="http://schemas.microsoft.com/office/powerpoint/2010/main" val="27091938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ido y gráfico 3 ">
    <p:spTree>
      <p:nvGrpSpPr>
        <p:cNvPr id="1" name=""/>
        <p:cNvGrpSpPr/>
        <p:nvPr/>
      </p:nvGrpSpPr>
      <p:grpSpPr>
        <a:xfrm>
          <a:off x="0" y="0"/>
          <a:ext cx="0" cy="0"/>
          <a:chOff x="0" y="0"/>
          <a:chExt cx="0" cy="0"/>
        </a:xfrm>
      </p:grpSpPr>
      <p:sp>
        <p:nvSpPr>
          <p:cNvPr id="10" name="Marcador de número de diapositiva 5">
            <a:extLst>
              <a:ext uri="{FF2B5EF4-FFF2-40B4-BE49-F238E27FC236}">
                <a16:creationId xmlns:a16="http://schemas.microsoft.com/office/drawing/2014/main" id="{12E1D636-3017-4CF4-BA5F-3300C668441C}"/>
              </a:ext>
            </a:extLst>
          </p:cNvPr>
          <p:cNvSpPr>
            <a:spLocks noGrp="1"/>
          </p:cNvSpPr>
          <p:nvPr>
            <p:ph type="sldNum" sz="quarter" idx="12"/>
          </p:nvPr>
        </p:nvSpPr>
        <p:spPr>
          <a:xfrm>
            <a:off x="8730845" y="6209600"/>
            <a:ext cx="2743200" cy="365125"/>
          </a:xfrm>
        </p:spPr>
        <p:txBody>
          <a:bodyPr/>
          <a:lstStyle>
            <a:lvl1pPr>
              <a:defRPr sz="1300">
                <a:solidFill>
                  <a:schemeClr val="accent1"/>
                </a:solidFill>
              </a:defRPr>
            </a:lvl1pPr>
          </a:lstStyle>
          <a:p>
            <a:fld id="{BC0D97B6-E32F-4D7D-B839-7C3B51F2640F}" type="slidenum">
              <a:rPr lang="es-ES" smtClean="0"/>
              <a:pPr/>
              <a:t>‹#›</a:t>
            </a:fld>
            <a:endParaRPr lang="es-ES"/>
          </a:p>
        </p:txBody>
      </p:sp>
      <p:sp>
        <p:nvSpPr>
          <p:cNvPr id="15" name="Marcador de texto 14">
            <a:extLst>
              <a:ext uri="{FF2B5EF4-FFF2-40B4-BE49-F238E27FC236}">
                <a16:creationId xmlns:a16="http://schemas.microsoft.com/office/drawing/2014/main" id="{05897091-A449-4E0A-B444-7171DF90239A}"/>
              </a:ext>
            </a:extLst>
          </p:cNvPr>
          <p:cNvSpPr>
            <a:spLocks noGrp="1"/>
          </p:cNvSpPr>
          <p:nvPr>
            <p:ph type="body" sz="quarter" idx="14"/>
          </p:nvPr>
        </p:nvSpPr>
        <p:spPr>
          <a:xfrm>
            <a:off x="711024" y="337100"/>
            <a:ext cx="10758734" cy="304800"/>
          </a:xfrm>
        </p:spPr>
        <p:txBody>
          <a:bodyPr>
            <a:noAutofit/>
          </a:bodyPr>
          <a:lstStyle>
            <a:lvl1pPr marL="0" indent="0">
              <a:buFontTx/>
              <a:buNone/>
              <a:defRPr sz="1300">
                <a:solidFill>
                  <a:schemeClr val="accent1"/>
                </a:solidFill>
              </a:defRPr>
            </a:lvl1pPr>
            <a:lvl2pPr marL="457200" indent="0">
              <a:buFontTx/>
              <a:buNone/>
              <a:defRPr sz="1100"/>
            </a:lvl2pPr>
            <a:lvl3pPr marL="914400" indent="0">
              <a:buFontTx/>
              <a:buNone/>
              <a:defRPr sz="1050"/>
            </a:lvl3pPr>
            <a:lvl4pPr marL="1371600" indent="0">
              <a:buFontTx/>
              <a:buNone/>
              <a:defRPr sz="1000"/>
            </a:lvl4pPr>
            <a:lvl5pPr marL="1828800" indent="0">
              <a:buFontTx/>
              <a:buNone/>
              <a:defRPr sz="1000"/>
            </a:lvl5pPr>
          </a:lstStyle>
          <a:p>
            <a:pPr lvl="0"/>
            <a:r>
              <a:rPr lang="en-US"/>
              <a:t>Click to edit Master text styles</a:t>
            </a:r>
          </a:p>
        </p:txBody>
      </p:sp>
      <p:sp>
        <p:nvSpPr>
          <p:cNvPr id="13" name="Marcador de texto 16">
            <a:extLst>
              <a:ext uri="{FF2B5EF4-FFF2-40B4-BE49-F238E27FC236}">
                <a16:creationId xmlns:a16="http://schemas.microsoft.com/office/drawing/2014/main" id="{3C0F691A-2EF3-4A5F-A7E8-E01ADBCA2384}"/>
              </a:ext>
            </a:extLst>
          </p:cNvPr>
          <p:cNvSpPr>
            <a:spLocks noGrp="1"/>
          </p:cNvSpPr>
          <p:nvPr>
            <p:ph type="body" sz="quarter" idx="16"/>
          </p:nvPr>
        </p:nvSpPr>
        <p:spPr>
          <a:xfrm>
            <a:off x="711025" y="1191802"/>
            <a:ext cx="3911401" cy="657546"/>
          </a:xfrm>
        </p:spPr>
        <p:txBody>
          <a:bodyPr>
            <a:noAutofit/>
          </a:bodyPr>
          <a:lstStyle>
            <a:lvl1pPr marL="0" indent="0">
              <a:spcBef>
                <a:spcPts val="0"/>
              </a:spcBef>
              <a:spcAft>
                <a:spcPts val="2200"/>
              </a:spcAft>
              <a:buFontTx/>
              <a:buNone/>
              <a:defRPr lang="es-ES" sz="1200" kern="1200" smtClean="0">
                <a:solidFill>
                  <a:schemeClr val="tx2"/>
                </a:solidFill>
                <a:latin typeface="+mn-lt"/>
                <a:ea typeface="+mn-ea"/>
                <a:cs typeface="+mn-cs"/>
              </a:defRPr>
            </a:lvl1pPr>
            <a:lvl2pPr marL="457200" indent="0">
              <a:buFontTx/>
              <a:buNone/>
              <a:defRPr lang="es-ES" sz="1200" kern="1200" smtClean="0">
                <a:solidFill>
                  <a:schemeClr val="tx2"/>
                </a:solidFill>
                <a:latin typeface="+mn-lt"/>
                <a:ea typeface="+mn-ea"/>
                <a:cs typeface="+mn-cs"/>
              </a:defRPr>
            </a:lvl2pPr>
            <a:lvl3pPr marL="914400" indent="0">
              <a:buFontTx/>
              <a:buNone/>
              <a:defRPr lang="es-ES" sz="1200" kern="1200" smtClean="0">
                <a:solidFill>
                  <a:schemeClr val="tx2"/>
                </a:solidFill>
                <a:latin typeface="+mn-lt"/>
                <a:ea typeface="+mn-ea"/>
                <a:cs typeface="+mn-cs"/>
              </a:defRPr>
            </a:lvl3pPr>
            <a:lvl4pPr marL="1371600" indent="0">
              <a:buFontTx/>
              <a:buNone/>
              <a:defRPr lang="es-ES" sz="1200" kern="1200" smtClean="0">
                <a:solidFill>
                  <a:schemeClr val="tx2"/>
                </a:solidFill>
                <a:latin typeface="+mn-lt"/>
                <a:ea typeface="+mn-ea"/>
                <a:cs typeface="+mn-cs"/>
              </a:defRPr>
            </a:lvl4pPr>
            <a:lvl5pPr marL="1828800" indent="0">
              <a:buFontTx/>
              <a:buNone/>
              <a:defRPr lang="es-ES" sz="1200" kern="1200">
                <a:solidFill>
                  <a:schemeClr val="tx2"/>
                </a:solidFill>
                <a:latin typeface="+mn-lt"/>
                <a:ea typeface="+mn-ea"/>
                <a:cs typeface="+mn-cs"/>
              </a:defRPr>
            </a:lvl5pPr>
          </a:lstStyle>
          <a:p>
            <a:pPr lvl="0"/>
            <a:r>
              <a:rPr lang="en-US"/>
              <a:t>Click to edit Master text styles</a:t>
            </a:r>
          </a:p>
        </p:txBody>
      </p:sp>
      <p:sp>
        <p:nvSpPr>
          <p:cNvPr id="9" name="Marcador de texto 16">
            <a:extLst>
              <a:ext uri="{FF2B5EF4-FFF2-40B4-BE49-F238E27FC236}">
                <a16:creationId xmlns:a16="http://schemas.microsoft.com/office/drawing/2014/main" id="{714DD14E-5956-4FB9-8BE1-1064DD293193}"/>
              </a:ext>
            </a:extLst>
          </p:cNvPr>
          <p:cNvSpPr>
            <a:spLocks noGrp="1"/>
          </p:cNvSpPr>
          <p:nvPr>
            <p:ph type="body" sz="quarter" idx="19"/>
          </p:nvPr>
        </p:nvSpPr>
        <p:spPr>
          <a:xfrm>
            <a:off x="5024062" y="1191802"/>
            <a:ext cx="6456737" cy="657546"/>
          </a:xfrm>
        </p:spPr>
        <p:txBody>
          <a:bodyPr>
            <a:noAutofit/>
          </a:bodyPr>
          <a:lstStyle>
            <a:lvl1pPr marL="0" indent="0">
              <a:spcBef>
                <a:spcPts val="0"/>
              </a:spcBef>
              <a:spcAft>
                <a:spcPts val="2200"/>
              </a:spcAft>
              <a:buFontTx/>
              <a:buNone/>
              <a:defRPr lang="es-ES" sz="1200" kern="1200" smtClean="0">
                <a:solidFill>
                  <a:schemeClr val="tx2"/>
                </a:solidFill>
                <a:latin typeface="+mn-lt"/>
                <a:ea typeface="+mn-ea"/>
                <a:cs typeface="+mn-cs"/>
              </a:defRPr>
            </a:lvl1pPr>
            <a:lvl2pPr marL="457200" indent="0">
              <a:buFontTx/>
              <a:buNone/>
              <a:defRPr lang="es-ES" sz="1200" kern="1200" smtClean="0">
                <a:solidFill>
                  <a:schemeClr val="tx2"/>
                </a:solidFill>
                <a:latin typeface="+mn-lt"/>
                <a:ea typeface="+mn-ea"/>
                <a:cs typeface="+mn-cs"/>
              </a:defRPr>
            </a:lvl2pPr>
            <a:lvl3pPr marL="914400" indent="0">
              <a:buFontTx/>
              <a:buNone/>
              <a:defRPr lang="es-ES" sz="1200" kern="1200" smtClean="0">
                <a:solidFill>
                  <a:schemeClr val="tx2"/>
                </a:solidFill>
                <a:latin typeface="+mn-lt"/>
                <a:ea typeface="+mn-ea"/>
                <a:cs typeface="+mn-cs"/>
              </a:defRPr>
            </a:lvl3pPr>
            <a:lvl4pPr marL="1371600" indent="0">
              <a:buFontTx/>
              <a:buNone/>
              <a:defRPr lang="es-ES" sz="1200" kern="1200" smtClean="0">
                <a:solidFill>
                  <a:schemeClr val="tx2"/>
                </a:solidFill>
                <a:latin typeface="+mn-lt"/>
                <a:ea typeface="+mn-ea"/>
                <a:cs typeface="+mn-cs"/>
              </a:defRPr>
            </a:lvl4pPr>
            <a:lvl5pPr marL="1828800" indent="0">
              <a:buFontTx/>
              <a:buNone/>
              <a:defRPr lang="es-ES" sz="1200" kern="1200">
                <a:solidFill>
                  <a:schemeClr val="tx2"/>
                </a:solidFill>
                <a:latin typeface="+mn-lt"/>
                <a:ea typeface="+mn-ea"/>
                <a:cs typeface="+mn-cs"/>
              </a:defRPr>
            </a:lvl5pPr>
          </a:lstStyle>
          <a:p>
            <a:pPr lvl="0"/>
            <a:r>
              <a:rPr lang="en-US"/>
              <a:t>Click to edit Master text styles</a:t>
            </a:r>
          </a:p>
        </p:txBody>
      </p:sp>
      <p:sp>
        <p:nvSpPr>
          <p:cNvPr id="16" name="Marcador de gráfico 4">
            <a:extLst>
              <a:ext uri="{FF2B5EF4-FFF2-40B4-BE49-F238E27FC236}">
                <a16:creationId xmlns:a16="http://schemas.microsoft.com/office/drawing/2014/main" id="{9BA63F5F-FC37-4202-A6A3-A0F3EFAC9EB6}"/>
              </a:ext>
            </a:extLst>
          </p:cNvPr>
          <p:cNvSpPr>
            <a:spLocks noGrp="1"/>
          </p:cNvSpPr>
          <p:nvPr>
            <p:ph type="chart" sz="quarter" idx="20" hasCustomPrompt="1"/>
          </p:nvPr>
        </p:nvSpPr>
        <p:spPr>
          <a:xfrm>
            <a:off x="711200" y="1993900"/>
            <a:ext cx="3911600" cy="3605788"/>
          </a:xfrm>
        </p:spPr>
        <p:txBody>
          <a:bodyPr>
            <a:normAutofit/>
          </a:bodyPr>
          <a:lstStyle>
            <a:lvl1pPr marL="0" indent="0" algn="ctr">
              <a:buFontTx/>
              <a:buNone/>
              <a:defRPr sz="1400">
                <a:solidFill>
                  <a:schemeClr val="tx2"/>
                </a:solidFill>
              </a:defRPr>
            </a:lvl1pPr>
          </a:lstStyle>
          <a:p>
            <a:r>
              <a:rPr lang="es-ES"/>
              <a:t>Insert your chart here</a:t>
            </a:r>
          </a:p>
        </p:txBody>
      </p:sp>
      <p:sp>
        <p:nvSpPr>
          <p:cNvPr id="17" name="Marcador de gráfico 4">
            <a:extLst>
              <a:ext uri="{FF2B5EF4-FFF2-40B4-BE49-F238E27FC236}">
                <a16:creationId xmlns:a16="http://schemas.microsoft.com/office/drawing/2014/main" id="{0CABFB2C-905F-4A94-BBC0-7C32FA7695A4}"/>
              </a:ext>
            </a:extLst>
          </p:cNvPr>
          <p:cNvSpPr>
            <a:spLocks noGrp="1"/>
          </p:cNvSpPr>
          <p:nvPr>
            <p:ph type="chart" sz="quarter" idx="21" hasCustomPrompt="1"/>
          </p:nvPr>
        </p:nvSpPr>
        <p:spPr>
          <a:xfrm>
            <a:off x="5024063" y="1993900"/>
            <a:ext cx="6472718" cy="3605788"/>
          </a:xfrm>
        </p:spPr>
        <p:txBody>
          <a:bodyPr>
            <a:normAutofit/>
          </a:bodyPr>
          <a:lstStyle>
            <a:lvl1pPr marL="0" indent="0" algn="ctr">
              <a:buFontTx/>
              <a:buNone/>
              <a:defRPr sz="1400">
                <a:solidFill>
                  <a:schemeClr val="tx2"/>
                </a:solidFill>
              </a:defRPr>
            </a:lvl1pPr>
          </a:lstStyle>
          <a:p>
            <a:r>
              <a:rPr lang="es-ES"/>
              <a:t>Insert your chart here</a:t>
            </a:r>
          </a:p>
        </p:txBody>
      </p:sp>
      <p:sp>
        <p:nvSpPr>
          <p:cNvPr id="18" name="Forma libre: forma 17">
            <a:extLst>
              <a:ext uri="{FF2B5EF4-FFF2-40B4-BE49-F238E27FC236}">
                <a16:creationId xmlns:a16="http://schemas.microsoft.com/office/drawing/2014/main" id="{AEAA6F10-C407-4622-AF96-B2605139D86B}"/>
              </a:ext>
            </a:extLst>
          </p:cNvPr>
          <p:cNvSpPr/>
          <p:nvPr userDrawn="1"/>
        </p:nvSpPr>
        <p:spPr>
          <a:xfrm>
            <a:off x="4742395" y="3685061"/>
            <a:ext cx="187151" cy="207057"/>
          </a:xfrm>
          <a:custGeom>
            <a:avLst/>
            <a:gdLst/>
            <a:ahLst/>
            <a:cxnLst/>
            <a:rect l="l" t="t" r="r" b="b"/>
            <a:pathLst>
              <a:path w="187151" h="207057">
                <a:moveTo>
                  <a:pt x="0" y="0"/>
                </a:moveTo>
                <a:lnTo>
                  <a:pt x="187151" y="80925"/>
                </a:lnTo>
                <a:lnTo>
                  <a:pt x="187151" y="125574"/>
                </a:lnTo>
                <a:lnTo>
                  <a:pt x="0" y="207057"/>
                </a:lnTo>
                <a:lnTo>
                  <a:pt x="0" y="154409"/>
                </a:lnTo>
                <a:lnTo>
                  <a:pt x="130596" y="103064"/>
                </a:lnTo>
                <a:lnTo>
                  <a:pt x="0" y="5227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 name="Freeform 5">
            <a:extLst>
              <a:ext uri="{FF2B5EF4-FFF2-40B4-BE49-F238E27FC236}">
                <a16:creationId xmlns:a16="http://schemas.microsoft.com/office/drawing/2014/main" id="{D90A3457-E129-5F3F-93A3-92A7EF9B56F7}"/>
              </a:ext>
            </a:extLst>
          </p:cNvPr>
          <p:cNvSpPr>
            <a:spLocks noEditPoints="1"/>
          </p:cNvSpPr>
          <p:nvPr userDrawn="1"/>
        </p:nvSpPr>
        <p:spPr bwMode="auto">
          <a:xfrm>
            <a:off x="252347" y="6514761"/>
            <a:ext cx="1171705" cy="206714"/>
          </a:xfrm>
          <a:custGeom>
            <a:avLst/>
            <a:gdLst>
              <a:gd name="T0" fmla="*/ 319 w 3262"/>
              <a:gd name="T1" fmla="*/ 39 h 572"/>
              <a:gd name="T2" fmla="*/ 300 w 3262"/>
              <a:gd name="T3" fmla="*/ 137 h 572"/>
              <a:gd name="T4" fmla="*/ 371 w 3262"/>
              <a:gd name="T5" fmla="*/ 405 h 572"/>
              <a:gd name="T6" fmla="*/ 244 w 3262"/>
              <a:gd name="T7" fmla="*/ 170 h 572"/>
              <a:gd name="T8" fmla="*/ 225 w 3262"/>
              <a:gd name="T9" fmla="*/ 267 h 572"/>
              <a:gd name="T10" fmla="*/ 300 w 3262"/>
              <a:gd name="T11" fmla="*/ 528 h 572"/>
              <a:gd name="T12" fmla="*/ 187 w 3262"/>
              <a:gd name="T13" fmla="*/ 333 h 572"/>
              <a:gd name="T14" fmla="*/ 300 w 3262"/>
              <a:gd name="T15" fmla="*/ 572 h 572"/>
              <a:gd name="T16" fmla="*/ 714 w 3262"/>
              <a:gd name="T17" fmla="*/ 540 h 572"/>
              <a:gd name="T18" fmla="*/ 910 w 3262"/>
              <a:gd name="T19" fmla="*/ 455 h 572"/>
              <a:gd name="T20" fmla="*/ 717 w 3262"/>
              <a:gd name="T21" fmla="*/ 258 h 572"/>
              <a:gd name="T22" fmla="*/ 945 w 3262"/>
              <a:gd name="T23" fmla="*/ 226 h 572"/>
              <a:gd name="T24" fmla="*/ 842 w 3262"/>
              <a:gd name="T25" fmla="*/ 322 h 572"/>
              <a:gd name="T26" fmla="*/ 829 w 3262"/>
              <a:gd name="T27" fmla="*/ 561 h 572"/>
              <a:gd name="T28" fmla="*/ 1277 w 3262"/>
              <a:gd name="T29" fmla="*/ 552 h 572"/>
              <a:gd name="T30" fmla="*/ 1138 w 3262"/>
              <a:gd name="T31" fmla="*/ 559 h 572"/>
              <a:gd name="T32" fmla="*/ 1277 w 3262"/>
              <a:gd name="T33" fmla="*/ 270 h 572"/>
              <a:gd name="T34" fmla="*/ 1171 w 3262"/>
              <a:gd name="T35" fmla="*/ 307 h 572"/>
              <a:gd name="T36" fmla="*/ 1215 w 3262"/>
              <a:gd name="T37" fmla="*/ 488 h 572"/>
              <a:gd name="T38" fmla="*/ 1533 w 3262"/>
              <a:gd name="T39" fmla="*/ 552 h 572"/>
              <a:gd name="T40" fmla="*/ 1407 w 3262"/>
              <a:gd name="T41" fmla="*/ 312 h 572"/>
              <a:gd name="T42" fmla="*/ 1345 w 3262"/>
              <a:gd name="T43" fmla="*/ 270 h 572"/>
              <a:gd name="T44" fmla="*/ 1767 w 3262"/>
              <a:gd name="T45" fmla="*/ 506 h 572"/>
              <a:gd name="T46" fmla="*/ 1756 w 3262"/>
              <a:gd name="T47" fmla="*/ 559 h 572"/>
              <a:gd name="T48" fmla="*/ 1719 w 3262"/>
              <a:gd name="T49" fmla="*/ 157 h 572"/>
              <a:gd name="T50" fmla="*/ 1812 w 3262"/>
              <a:gd name="T51" fmla="*/ 317 h 572"/>
              <a:gd name="T52" fmla="*/ 1767 w 3262"/>
              <a:gd name="T53" fmla="*/ 506 h 572"/>
              <a:gd name="T54" fmla="*/ 2043 w 3262"/>
              <a:gd name="T55" fmla="*/ 552 h 572"/>
              <a:gd name="T56" fmla="*/ 1836 w 3262"/>
              <a:gd name="T57" fmla="*/ 410 h 572"/>
              <a:gd name="T58" fmla="*/ 2038 w 3262"/>
              <a:gd name="T59" fmla="*/ 488 h 572"/>
              <a:gd name="T60" fmla="*/ 1899 w 3262"/>
              <a:gd name="T61" fmla="*/ 410 h 572"/>
              <a:gd name="T62" fmla="*/ 2418 w 3262"/>
              <a:gd name="T63" fmla="*/ 363 h 572"/>
              <a:gd name="T64" fmla="*/ 2356 w 3262"/>
              <a:gd name="T65" fmla="*/ 373 h 572"/>
              <a:gd name="T66" fmla="*/ 2230 w 3262"/>
              <a:gd name="T67" fmla="*/ 552 h 572"/>
              <a:gd name="T68" fmla="*/ 2281 w 3262"/>
              <a:gd name="T69" fmla="*/ 254 h 572"/>
              <a:gd name="T70" fmla="*/ 2733 w 3262"/>
              <a:gd name="T71" fmla="*/ 552 h 572"/>
              <a:gd name="T72" fmla="*/ 2591 w 3262"/>
              <a:gd name="T73" fmla="*/ 559 h 572"/>
              <a:gd name="T74" fmla="*/ 2671 w 3262"/>
              <a:gd name="T75" fmla="*/ 259 h 572"/>
              <a:gd name="T76" fmla="*/ 2671 w 3262"/>
              <a:gd name="T77" fmla="*/ 487 h 572"/>
              <a:gd name="T78" fmla="*/ 2531 w 3262"/>
              <a:gd name="T79" fmla="*/ 410 h 572"/>
              <a:gd name="T80" fmla="*/ 3045 w 3262"/>
              <a:gd name="T81" fmla="*/ 432 h 572"/>
              <a:gd name="T82" fmla="*/ 3038 w 3262"/>
              <a:gd name="T83" fmla="*/ 485 h 572"/>
              <a:gd name="T84" fmla="*/ 2783 w 3262"/>
              <a:gd name="T85" fmla="*/ 405 h 572"/>
              <a:gd name="T86" fmla="*/ 3045 w 3262"/>
              <a:gd name="T87" fmla="*/ 432 h 572"/>
              <a:gd name="T88" fmla="*/ 2918 w 3262"/>
              <a:gd name="T89" fmla="*/ 306 h 572"/>
              <a:gd name="T90" fmla="*/ 3256 w 3262"/>
              <a:gd name="T91" fmla="*/ 310 h 572"/>
              <a:gd name="T92" fmla="*/ 3164 w 3262"/>
              <a:gd name="T93" fmla="*/ 552 h 572"/>
              <a:gd name="T94" fmla="*/ 3208 w 3262"/>
              <a:gd name="T95" fmla="*/ 254 h 5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3262" h="572">
                <a:moveTo>
                  <a:pt x="430" y="262"/>
                </a:moveTo>
                <a:cubicBezTo>
                  <a:pt x="429" y="241"/>
                  <a:pt x="424" y="221"/>
                  <a:pt x="413" y="202"/>
                </a:cubicBezTo>
                <a:cubicBezTo>
                  <a:pt x="319" y="39"/>
                  <a:pt x="319" y="39"/>
                  <a:pt x="319" y="39"/>
                </a:cubicBezTo>
                <a:cubicBezTo>
                  <a:pt x="312" y="27"/>
                  <a:pt x="307" y="14"/>
                  <a:pt x="304" y="0"/>
                </a:cubicBezTo>
                <a:cubicBezTo>
                  <a:pt x="300" y="7"/>
                  <a:pt x="300" y="7"/>
                  <a:pt x="300" y="7"/>
                </a:cubicBezTo>
                <a:cubicBezTo>
                  <a:pt x="277" y="47"/>
                  <a:pt x="277" y="97"/>
                  <a:pt x="300" y="137"/>
                </a:cubicBezTo>
                <a:cubicBezTo>
                  <a:pt x="375" y="267"/>
                  <a:pt x="375" y="267"/>
                  <a:pt x="375" y="267"/>
                </a:cubicBezTo>
                <a:cubicBezTo>
                  <a:pt x="399" y="308"/>
                  <a:pt x="399" y="357"/>
                  <a:pt x="375" y="398"/>
                </a:cubicBezTo>
                <a:cubicBezTo>
                  <a:pt x="371" y="405"/>
                  <a:pt x="371" y="405"/>
                  <a:pt x="371" y="405"/>
                </a:cubicBezTo>
                <a:cubicBezTo>
                  <a:pt x="369" y="391"/>
                  <a:pt x="364" y="378"/>
                  <a:pt x="356" y="365"/>
                </a:cubicBezTo>
                <a:cubicBezTo>
                  <a:pt x="288" y="246"/>
                  <a:pt x="288" y="246"/>
                  <a:pt x="288" y="246"/>
                </a:cubicBezTo>
                <a:cubicBezTo>
                  <a:pt x="244" y="170"/>
                  <a:pt x="244" y="170"/>
                  <a:pt x="244" y="170"/>
                </a:cubicBezTo>
                <a:cubicBezTo>
                  <a:pt x="236" y="157"/>
                  <a:pt x="232" y="144"/>
                  <a:pt x="229" y="130"/>
                </a:cubicBezTo>
                <a:cubicBezTo>
                  <a:pt x="225" y="137"/>
                  <a:pt x="225" y="137"/>
                  <a:pt x="225" y="137"/>
                </a:cubicBezTo>
                <a:cubicBezTo>
                  <a:pt x="202" y="177"/>
                  <a:pt x="202" y="227"/>
                  <a:pt x="225" y="267"/>
                </a:cubicBezTo>
                <a:cubicBezTo>
                  <a:pt x="225" y="267"/>
                  <a:pt x="225" y="267"/>
                  <a:pt x="225" y="267"/>
                </a:cubicBezTo>
                <a:cubicBezTo>
                  <a:pt x="300" y="398"/>
                  <a:pt x="300" y="398"/>
                  <a:pt x="300" y="398"/>
                </a:cubicBezTo>
                <a:cubicBezTo>
                  <a:pt x="323" y="438"/>
                  <a:pt x="323" y="488"/>
                  <a:pt x="300" y="528"/>
                </a:cubicBezTo>
                <a:cubicBezTo>
                  <a:pt x="296" y="535"/>
                  <a:pt x="296" y="535"/>
                  <a:pt x="296" y="535"/>
                </a:cubicBezTo>
                <a:cubicBezTo>
                  <a:pt x="293" y="521"/>
                  <a:pt x="288" y="508"/>
                  <a:pt x="281" y="495"/>
                </a:cubicBezTo>
                <a:cubicBezTo>
                  <a:pt x="187" y="333"/>
                  <a:pt x="187" y="333"/>
                  <a:pt x="187" y="333"/>
                </a:cubicBezTo>
                <a:cubicBezTo>
                  <a:pt x="175" y="311"/>
                  <a:pt x="169" y="286"/>
                  <a:pt x="170" y="262"/>
                </a:cubicBezTo>
                <a:cubicBezTo>
                  <a:pt x="69" y="288"/>
                  <a:pt x="0" y="344"/>
                  <a:pt x="0" y="409"/>
                </a:cubicBezTo>
                <a:cubicBezTo>
                  <a:pt x="0" y="499"/>
                  <a:pt x="134" y="572"/>
                  <a:pt x="300" y="572"/>
                </a:cubicBezTo>
                <a:cubicBezTo>
                  <a:pt x="466" y="572"/>
                  <a:pt x="600" y="499"/>
                  <a:pt x="600" y="409"/>
                </a:cubicBezTo>
                <a:cubicBezTo>
                  <a:pt x="600" y="344"/>
                  <a:pt x="531" y="288"/>
                  <a:pt x="430" y="262"/>
                </a:cubicBezTo>
                <a:close/>
                <a:moveTo>
                  <a:pt x="714" y="540"/>
                </a:moveTo>
                <a:cubicBezTo>
                  <a:pt x="715" y="517"/>
                  <a:pt x="718" y="501"/>
                  <a:pt x="725" y="483"/>
                </a:cubicBezTo>
                <a:cubicBezTo>
                  <a:pt x="756" y="498"/>
                  <a:pt x="797" y="505"/>
                  <a:pt x="828" y="505"/>
                </a:cubicBezTo>
                <a:cubicBezTo>
                  <a:pt x="880" y="505"/>
                  <a:pt x="910" y="488"/>
                  <a:pt x="910" y="455"/>
                </a:cubicBezTo>
                <a:cubicBezTo>
                  <a:pt x="910" y="422"/>
                  <a:pt x="888" y="407"/>
                  <a:pt x="835" y="384"/>
                </a:cubicBezTo>
                <a:cubicBezTo>
                  <a:pt x="806" y="371"/>
                  <a:pt x="806" y="371"/>
                  <a:pt x="806" y="371"/>
                </a:cubicBezTo>
                <a:cubicBezTo>
                  <a:pt x="753" y="348"/>
                  <a:pt x="717" y="318"/>
                  <a:pt x="717" y="258"/>
                </a:cubicBezTo>
                <a:cubicBezTo>
                  <a:pt x="717" y="194"/>
                  <a:pt x="762" y="153"/>
                  <a:pt x="853" y="153"/>
                </a:cubicBezTo>
                <a:cubicBezTo>
                  <a:pt x="890" y="153"/>
                  <a:pt x="924" y="158"/>
                  <a:pt x="956" y="169"/>
                </a:cubicBezTo>
                <a:cubicBezTo>
                  <a:pt x="955" y="192"/>
                  <a:pt x="951" y="209"/>
                  <a:pt x="945" y="226"/>
                </a:cubicBezTo>
                <a:cubicBezTo>
                  <a:pt x="915" y="214"/>
                  <a:pt x="879" y="209"/>
                  <a:pt x="853" y="209"/>
                </a:cubicBezTo>
                <a:cubicBezTo>
                  <a:pt x="804" y="209"/>
                  <a:pt x="781" y="228"/>
                  <a:pt x="781" y="258"/>
                </a:cubicBezTo>
                <a:cubicBezTo>
                  <a:pt x="781" y="288"/>
                  <a:pt x="803" y="305"/>
                  <a:pt x="842" y="322"/>
                </a:cubicBezTo>
                <a:cubicBezTo>
                  <a:pt x="873" y="335"/>
                  <a:pt x="873" y="335"/>
                  <a:pt x="873" y="335"/>
                </a:cubicBezTo>
                <a:cubicBezTo>
                  <a:pt x="945" y="365"/>
                  <a:pt x="974" y="397"/>
                  <a:pt x="974" y="452"/>
                </a:cubicBezTo>
                <a:cubicBezTo>
                  <a:pt x="974" y="517"/>
                  <a:pt x="925" y="561"/>
                  <a:pt x="829" y="561"/>
                </a:cubicBezTo>
                <a:cubicBezTo>
                  <a:pt x="783" y="561"/>
                  <a:pt x="745" y="555"/>
                  <a:pt x="714" y="540"/>
                </a:cubicBezTo>
                <a:close/>
                <a:moveTo>
                  <a:pt x="1277" y="270"/>
                </a:moveTo>
                <a:cubicBezTo>
                  <a:pt x="1277" y="552"/>
                  <a:pt x="1277" y="552"/>
                  <a:pt x="1277" y="552"/>
                </a:cubicBezTo>
                <a:cubicBezTo>
                  <a:pt x="1220" y="552"/>
                  <a:pt x="1220" y="552"/>
                  <a:pt x="1220" y="552"/>
                </a:cubicBezTo>
                <a:cubicBezTo>
                  <a:pt x="1217" y="518"/>
                  <a:pt x="1217" y="518"/>
                  <a:pt x="1217" y="518"/>
                </a:cubicBezTo>
                <a:cubicBezTo>
                  <a:pt x="1201" y="543"/>
                  <a:pt x="1177" y="559"/>
                  <a:pt x="1138" y="559"/>
                </a:cubicBezTo>
                <a:cubicBezTo>
                  <a:pt x="1063" y="559"/>
                  <a:pt x="1013" y="505"/>
                  <a:pt x="1013" y="410"/>
                </a:cubicBezTo>
                <a:cubicBezTo>
                  <a:pt x="1013" y="311"/>
                  <a:pt x="1066" y="254"/>
                  <a:pt x="1171" y="254"/>
                </a:cubicBezTo>
                <a:cubicBezTo>
                  <a:pt x="1211" y="254"/>
                  <a:pt x="1245" y="259"/>
                  <a:pt x="1277" y="270"/>
                </a:cubicBezTo>
                <a:close/>
                <a:moveTo>
                  <a:pt x="1215" y="488"/>
                </a:moveTo>
                <a:cubicBezTo>
                  <a:pt x="1215" y="311"/>
                  <a:pt x="1215" y="311"/>
                  <a:pt x="1215" y="311"/>
                </a:cubicBezTo>
                <a:cubicBezTo>
                  <a:pt x="1202" y="309"/>
                  <a:pt x="1188" y="307"/>
                  <a:pt x="1171" y="307"/>
                </a:cubicBezTo>
                <a:cubicBezTo>
                  <a:pt x="1107" y="307"/>
                  <a:pt x="1077" y="347"/>
                  <a:pt x="1077" y="410"/>
                </a:cubicBezTo>
                <a:cubicBezTo>
                  <a:pt x="1077" y="468"/>
                  <a:pt x="1100" y="508"/>
                  <a:pt x="1155" y="508"/>
                </a:cubicBezTo>
                <a:cubicBezTo>
                  <a:pt x="1179" y="508"/>
                  <a:pt x="1199" y="500"/>
                  <a:pt x="1215" y="488"/>
                </a:cubicBezTo>
                <a:close/>
                <a:moveTo>
                  <a:pt x="1595" y="363"/>
                </a:moveTo>
                <a:cubicBezTo>
                  <a:pt x="1595" y="552"/>
                  <a:pt x="1595" y="552"/>
                  <a:pt x="1595" y="552"/>
                </a:cubicBezTo>
                <a:cubicBezTo>
                  <a:pt x="1533" y="552"/>
                  <a:pt x="1533" y="552"/>
                  <a:pt x="1533" y="552"/>
                </a:cubicBezTo>
                <a:cubicBezTo>
                  <a:pt x="1533" y="373"/>
                  <a:pt x="1533" y="373"/>
                  <a:pt x="1533" y="373"/>
                </a:cubicBezTo>
                <a:cubicBezTo>
                  <a:pt x="1533" y="329"/>
                  <a:pt x="1518" y="307"/>
                  <a:pt x="1456" y="307"/>
                </a:cubicBezTo>
                <a:cubicBezTo>
                  <a:pt x="1442" y="307"/>
                  <a:pt x="1424" y="309"/>
                  <a:pt x="1407" y="312"/>
                </a:cubicBezTo>
                <a:cubicBezTo>
                  <a:pt x="1407" y="552"/>
                  <a:pt x="1407" y="552"/>
                  <a:pt x="1407" y="552"/>
                </a:cubicBezTo>
                <a:cubicBezTo>
                  <a:pt x="1345" y="552"/>
                  <a:pt x="1345" y="552"/>
                  <a:pt x="1345" y="552"/>
                </a:cubicBezTo>
                <a:cubicBezTo>
                  <a:pt x="1345" y="270"/>
                  <a:pt x="1345" y="270"/>
                  <a:pt x="1345" y="270"/>
                </a:cubicBezTo>
                <a:cubicBezTo>
                  <a:pt x="1385" y="261"/>
                  <a:pt x="1428" y="254"/>
                  <a:pt x="1458" y="254"/>
                </a:cubicBezTo>
                <a:cubicBezTo>
                  <a:pt x="1562" y="254"/>
                  <a:pt x="1595" y="294"/>
                  <a:pt x="1595" y="363"/>
                </a:cubicBezTo>
                <a:close/>
                <a:moveTo>
                  <a:pt x="1767" y="506"/>
                </a:moveTo>
                <a:cubicBezTo>
                  <a:pt x="1785" y="506"/>
                  <a:pt x="1802" y="503"/>
                  <a:pt x="1816" y="498"/>
                </a:cubicBezTo>
                <a:cubicBezTo>
                  <a:pt x="1814" y="515"/>
                  <a:pt x="1812" y="534"/>
                  <a:pt x="1808" y="550"/>
                </a:cubicBezTo>
                <a:cubicBezTo>
                  <a:pt x="1791" y="557"/>
                  <a:pt x="1773" y="559"/>
                  <a:pt x="1756" y="559"/>
                </a:cubicBezTo>
                <a:cubicBezTo>
                  <a:pt x="1696" y="559"/>
                  <a:pt x="1657" y="531"/>
                  <a:pt x="1657" y="463"/>
                </a:cubicBezTo>
                <a:cubicBezTo>
                  <a:pt x="1657" y="166"/>
                  <a:pt x="1657" y="166"/>
                  <a:pt x="1657" y="166"/>
                </a:cubicBezTo>
                <a:cubicBezTo>
                  <a:pt x="1676" y="160"/>
                  <a:pt x="1700" y="157"/>
                  <a:pt x="1719" y="157"/>
                </a:cubicBezTo>
                <a:cubicBezTo>
                  <a:pt x="1719" y="264"/>
                  <a:pt x="1719" y="264"/>
                  <a:pt x="1719" y="264"/>
                </a:cubicBezTo>
                <a:cubicBezTo>
                  <a:pt x="1817" y="264"/>
                  <a:pt x="1817" y="264"/>
                  <a:pt x="1817" y="264"/>
                </a:cubicBezTo>
                <a:cubicBezTo>
                  <a:pt x="1816" y="283"/>
                  <a:pt x="1815" y="301"/>
                  <a:pt x="1812" y="317"/>
                </a:cubicBezTo>
                <a:cubicBezTo>
                  <a:pt x="1719" y="317"/>
                  <a:pt x="1719" y="317"/>
                  <a:pt x="1719" y="317"/>
                </a:cubicBezTo>
                <a:cubicBezTo>
                  <a:pt x="1719" y="455"/>
                  <a:pt x="1719" y="455"/>
                  <a:pt x="1719" y="455"/>
                </a:cubicBezTo>
                <a:cubicBezTo>
                  <a:pt x="1719" y="492"/>
                  <a:pt x="1737" y="506"/>
                  <a:pt x="1767" y="506"/>
                </a:cubicBezTo>
                <a:close/>
                <a:moveTo>
                  <a:pt x="2100" y="270"/>
                </a:moveTo>
                <a:cubicBezTo>
                  <a:pt x="2100" y="552"/>
                  <a:pt x="2100" y="552"/>
                  <a:pt x="2100" y="552"/>
                </a:cubicBezTo>
                <a:cubicBezTo>
                  <a:pt x="2043" y="552"/>
                  <a:pt x="2043" y="552"/>
                  <a:pt x="2043" y="552"/>
                </a:cubicBezTo>
                <a:cubicBezTo>
                  <a:pt x="2040" y="518"/>
                  <a:pt x="2040" y="518"/>
                  <a:pt x="2040" y="518"/>
                </a:cubicBezTo>
                <a:cubicBezTo>
                  <a:pt x="2024" y="543"/>
                  <a:pt x="2000" y="559"/>
                  <a:pt x="1960" y="559"/>
                </a:cubicBezTo>
                <a:cubicBezTo>
                  <a:pt x="1886" y="559"/>
                  <a:pt x="1836" y="505"/>
                  <a:pt x="1836" y="410"/>
                </a:cubicBezTo>
                <a:cubicBezTo>
                  <a:pt x="1836" y="311"/>
                  <a:pt x="1889" y="254"/>
                  <a:pt x="1993" y="254"/>
                </a:cubicBezTo>
                <a:cubicBezTo>
                  <a:pt x="2034" y="254"/>
                  <a:pt x="2067" y="259"/>
                  <a:pt x="2100" y="270"/>
                </a:cubicBezTo>
                <a:close/>
                <a:moveTo>
                  <a:pt x="2038" y="488"/>
                </a:moveTo>
                <a:cubicBezTo>
                  <a:pt x="2038" y="311"/>
                  <a:pt x="2038" y="311"/>
                  <a:pt x="2038" y="311"/>
                </a:cubicBezTo>
                <a:cubicBezTo>
                  <a:pt x="2025" y="309"/>
                  <a:pt x="2011" y="307"/>
                  <a:pt x="1993" y="307"/>
                </a:cubicBezTo>
                <a:cubicBezTo>
                  <a:pt x="1929" y="307"/>
                  <a:pt x="1899" y="347"/>
                  <a:pt x="1899" y="410"/>
                </a:cubicBezTo>
                <a:cubicBezTo>
                  <a:pt x="1899" y="468"/>
                  <a:pt x="1922" y="508"/>
                  <a:pt x="1978" y="508"/>
                </a:cubicBezTo>
                <a:cubicBezTo>
                  <a:pt x="2002" y="508"/>
                  <a:pt x="2022" y="500"/>
                  <a:pt x="2038" y="488"/>
                </a:cubicBezTo>
                <a:close/>
                <a:moveTo>
                  <a:pt x="2418" y="363"/>
                </a:moveTo>
                <a:cubicBezTo>
                  <a:pt x="2418" y="552"/>
                  <a:pt x="2418" y="552"/>
                  <a:pt x="2418" y="552"/>
                </a:cubicBezTo>
                <a:cubicBezTo>
                  <a:pt x="2356" y="552"/>
                  <a:pt x="2356" y="552"/>
                  <a:pt x="2356" y="552"/>
                </a:cubicBezTo>
                <a:cubicBezTo>
                  <a:pt x="2356" y="373"/>
                  <a:pt x="2356" y="373"/>
                  <a:pt x="2356" y="373"/>
                </a:cubicBezTo>
                <a:cubicBezTo>
                  <a:pt x="2356" y="329"/>
                  <a:pt x="2341" y="307"/>
                  <a:pt x="2279" y="307"/>
                </a:cubicBezTo>
                <a:cubicBezTo>
                  <a:pt x="2264" y="307"/>
                  <a:pt x="2247" y="309"/>
                  <a:pt x="2230" y="312"/>
                </a:cubicBezTo>
                <a:cubicBezTo>
                  <a:pt x="2230" y="552"/>
                  <a:pt x="2230" y="552"/>
                  <a:pt x="2230" y="552"/>
                </a:cubicBezTo>
                <a:cubicBezTo>
                  <a:pt x="2168" y="552"/>
                  <a:pt x="2168" y="552"/>
                  <a:pt x="2168" y="552"/>
                </a:cubicBezTo>
                <a:cubicBezTo>
                  <a:pt x="2168" y="270"/>
                  <a:pt x="2168" y="270"/>
                  <a:pt x="2168" y="270"/>
                </a:cubicBezTo>
                <a:cubicBezTo>
                  <a:pt x="2207" y="261"/>
                  <a:pt x="2251" y="254"/>
                  <a:pt x="2281" y="254"/>
                </a:cubicBezTo>
                <a:cubicBezTo>
                  <a:pt x="2384" y="254"/>
                  <a:pt x="2418" y="294"/>
                  <a:pt x="2418" y="363"/>
                </a:cubicBezTo>
                <a:close/>
                <a:moveTo>
                  <a:pt x="2733" y="157"/>
                </a:moveTo>
                <a:cubicBezTo>
                  <a:pt x="2733" y="552"/>
                  <a:pt x="2733" y="552"/>
                  <a:pt x="2733" y="552"/>
                </a:cubicBezTo>
                <a:cubicBezTo>
                  <a:pt x="2676" y="552"/>
                  <a:pt x="2676" y="552"/>
                  <a:pt x="2676" y="552"/>
                </a:cubicBezTo>
                <a:cubicBezTo>
                  <a:pt x="2672" y="516"/>
                  <a:pt x="2672" y="516"/>
                  <a:pt x="2672" y="516"/>
                </a:cubicBezTo>
                <a:cubicBezTo>
                  <a:pt x="2656" y="543"/>
                  <a:pt x="2632" y="559"/>
                  <a:pt x="2591" y="559"/>
                </a:cubicBezTo>
                <a:cubicBezTo>
                  <a:pt x="2517" y="559"/>
                  <a:pt x="2467" y="505"/>
                  <a:pt x="2467" y="410"/>
                </a:cubicBezTo>
                <a:cubicBezTo>
                  <a:pt x="2467" y="311"/>
                  <a:pt x="2520" y="254"/>
                  <a:pt x="2625" y="254"/>
                </a:cubicBezTo>
                <a:cubicBezTo>
                  <a:pt x="2641" y="254"/>
                  <a:pt x="2656" y="256"/>
                  <a:pt x="2671" y="259"/>
                </a:cubicBezTo>
                <a:cubicBezTo>
                  <a:pt x="2671" y="166"/>
                  <a:pt x="2671" y="166"/>
                  <a:pt x="2671" y="166"/>
                </a:cubicBezTo>
                <a:cubicBezTo>
                  <a:pt x="2690" y="159"/>
                  <a:pt x="2712" y="157"/>
                  <a:pt x="2733" y="157"/>
                </a:cubicBezTo>
                <a:close/>
                <a:moveTo>
                  <a:pt x="2671" y="487"/>
                </a:moveTo>
                <a:cubicBezTo>
                  <a:pt x="2671" y="313"/>
                  <a:pt x="2671" y="313"/>
                  <a:pt x="2671" y="313"/>
                </a:cubicBezTo>
                <a:cubicBezTo>
                  <a:pt x="2655" y="310"/>
                  <a:pt x="2638" y="307"/>
                  <a:pt x="2621" y="307"/>
                </a:cubicBezTo>
                <a:cubicBezTo>
                  <a:pt x="2560" y="307"/>
                  <a:pt x="2531" y="346"/>
                  <a:pt x="2531" y="410"/>
                </a:cubicBezTo>
                <a:cubicBezTo>
                  <a:pt x="2531" y="468"/>
                  <a:pt x="2554" y="508"/>
                  <a:pt x="2609" y="508"/>
                </a:cubicBezTo>
                <a:cubicBezTo>
                  <a:pt x="2634" y="508"/>
                  <a:pt x="2654" y="500"/>
                  <a:pt x="2671" y="487"/>
                </a:cubicBezTo>
                <a:close/>
                <a:moveTo>
                  <a:pt x="3045" y="432"/>
                </a:moveTo>
                <a:cubicBezTo>
                  <a:pt x="2847" y="432"/>
                  <a:pt x="2847" y="432"/>
                  <a:pt x="2847" y="432"/>
                </a:cubicBezTo>
                <a:cubicBezTo>
                  <a:pt x="2854" y="482"/>
                  <a:pt x="2884" y="506"/>
                  <a:pt x="2939" y="506"/>
                </a:cubicBezTo>
                <a:cubicBezTo>
                  <a:pt x="2973" y="506"/>
                  <a:pt x="3007" y="499"/>
                  <a:pt x="3038" y="485"/>
                </a:cubicBezTo>
                <a:cubicBezTo>
                  <a:pt x="3036" y="501"/>
                  <a:pt x="3033" y="522"/>
                  <a:pt x="3029" y="541"/>
                </a:cubicBezTo>
                <a:cubicBezTo>
                  <a:pt x="3001" y="554"/>
                  <a:pt x="2971" y="559"/>
                  <a:pt x="2937" y="559"/>
                </a:cubicBezTo>
                <a:cubicBezTo>
                  <a:pt x="2834" y="559"/>
                  <a:pt x="2783" y="502"/>
                  <a:pt x="2783" y="405"/>
                </a:cubicBezTo>
                <a:cubicBezTo>
                  <a:pt x="2783" y="321"/>
                  <a:pt x="2822" y="254"/>
                  <a:pt x="2921" y="254"/>
                </a:cubicBezTo>
                <a:cubicBezTo>
                  <a:pt x="3010" y="254"/>
                  <a:pt x="3048" y="313"/>
                  <a:pt x="3048" y="384"/>
                </a:cubicBezTo>
                <a:cubicBezTo>
                  <a:pt x="3048" y="401"/>
                  <a:pt x="3047" y="415"/>
                  <a:pt x="3045" y="432"/>
                </a:cubicBezTo>
                <a:close/>
                <a:moveTo>
                  <a:pt x="2845" y="380"/>
                </a:moveTo>
                <a:cubicBezTo>
                  <a:pt x="2985" y="380"/>
                  <a:pt x="2985" y="380"/>
                  <a:pt x="2985" y="380"/>
                </a:cubicBezTo>
                <a:cubicBezTo>
                  <a:pt x="2985" y="333"/>
                  <a:pt x="2960" y="306"/>
                  <a:pt x="2918" y="306"/>
                </a:cubicBezTo>
                <a:cubicBezTo>
                  <a:pt x="2874" y="306"/>
                  <a:pt x="2850" y="332"/>
                  <a:pt x="2845" y="380"/>
                </a:cubicBezTo>
                <a:close/>
                <a:moveTo>
                  <a:pt x="3262" y="257"/>
                </a:moveTo>
                <a:cubicBezTo>
                  <a:pt x="3262" y="275"/>
                  <a:pt x="3260" y="298"/>
                  <a:pt x="3256" y="310"/>
                </a:cubicBezTo>
                <a:cubicBezTo>
                  <a:pt x="3241" y="308"/>
                  <a:pt x="3227" y="307"/>
                  <a:pt x="3209" y="307"/>
                </a:cubicBezTo>
                <a:cubicBezTo>
                  <a:pt x="3194" y="307"/>
                  <a:pt x="3179" y="309"/>
                  <a:pt x="3164" y="311"/>
                </a:cubicBezTo>
                <a:cubicBezTo>
                  <a:pt x="3164" y="552"/>
                  <a:pt x="3164" y="552"/>
                  <a:pt x="3164" y="552"/>
                </a:cubicBezTo>
                <a:cubicBezTo>
                  <a:pt x="3102" y="552"/>
                  <a:pt x="3102" y="552"/>
                  <a:pt x="3102" y="552"/>
                </a:cubicBezTo>
                <a:cubicBezTo>
                  <a:pt x="3102" y="270"/>
                  <a:pt x="3102" y="270"/>
                  <a:pt x="3102" y="270"/>
                </a:cubicBezTo>
                <a:cubicBezTo>
                  <a:pt x="3128" y="261"/>
                  <a:pt x="3173" y="254"/>
                  <a:pt x="3208" y="254"/>
                </a:cubicBezTo>
                <a:cubicBezTo>
                  <a:pt x="3227" y="254"/>
                  <a:pt x="3248" y="255"/>
                  <a:pt x="3262" y="257"/>
                </a:cubicBezTo>
                <a:close/>
              </a:path>
            </a:pathLst>
          </a:custGeom>
          <a:solidFill>
            <a:srgbClr val="C00000"/>
          </a:solidFill>
          <a:ln>
            <a:noFill/>
          </a:ln>
        </p:spPr>
        <p:txBody>
          <a:bodyPr vert="horz" wrap="square" lIns="91440" tIns="45720" rIns="91440" bIns="45720" numCol="1" anchor="t" anchorCtr="0" compatLnSpc="1">
            <a:prstTxWarp prst="textNoShape">
              <a:avLst/>
            </a:prstTxWarp>
          </a:bodyPr>
          <a:lstStyle/>
          <a:p>
            <a:endParaRPr lang="es-ES"/>
          </a:p>
        </p:txBody>
      </p:sp>
    </p:spTree>
    <p:extLst>
      <p:ext uri="{BB962C8B-B14F-4D97-AF65-F5344CB8AC3E}">
        <p14:creationId xmlns:p14="http://schemas.microsoft.com/office/powerpoint/2010/main" val="21465628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ierre y contacto">
    <p:spTree>
      <p:nvGrpSpPr>
        <p:cNvPr id="1" name=""/>
        <p:cNvGrpSpPr/>
        <p:nvPr/>
      </p:nvGrpSpPr>
      <p:grpSpPr>
        <a:xfrm>
          <a:off x="0" y="0"/>
          <a:ext cx="0" cy="0"/>
          <a:chOff x="0" y="0"/>
          <a:chExt cx="0" cy="0"/>
        </a:xfrm>
      </p:grpSpPr>
      <p:sp>
        <p:nvSpPr>
          <p:cNvPr id="4" name="Forma libre: forma 18">
            <a:extLst>
              <a:ext uri="{FF2B5EF4-FFF2-40B4-BE49-F238E27FC236}">
                <a16:creationId xmlns:a16="http://schemas.microsoft.com/office/drawing/2014/main" id="{43A7E9BE-5D3B-6AB5-0671-40C4907A1D50}"/>
              </a:ext>
            </a:extLst>
          </p:cNvPr>
          <p:cNvSpPr/>
          <p:nvPr userDrawn="1"/>
        </p:nvSpPr>
        <p:spPr>
          <a:xfrm>
            <a:off x="0" y="5229922"/>
            <a:ext cx="12192000" cy="1628078"/>
          </a:xfrm>
          <a:custGeom>
            <a:avLst/>
            <a:gdLst>
              <a:gd name="connsiteX0" fmla="*/ 8943278 w 12192000"/>
              <a:gd name="connsiteY0" fmla="*/ 0 h 1628078"/>
              <a:gd name="connsiteX1" fmla="*/ 12192000 w 12192000"/>
              <a:gd name="connsiteY1" fmla="*/ 0 h 1628078"/>
              <a:gd name="connsiteX2" fmla="*/ 12192000 w 12192000"/>
              <a:gd name="connsiteY2" fmla="*/ 1628078 h 1628078"/>
              <a:gd name="connsiteX3" fmla="*/ 0 w 12192000"/>
              <a:gd name="connsiteY3" fmla="*/ 1628078 h 1628078"/>
              <a:gd name="connsiteX4" fmla="*/ 0 w 12192000"/>
              <a:gd name="connsiteY4" fmla="*/ 1226634 h 1628078"/>
              <a:gd name="connsiteX5" fmla="*/ 8943278 w 12192000"/>
              <a:gd name="connsiteY5" fmla="*/ 1226634 h 1628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1628078">
                <a:moveTo>
                  <a:pt x="8943278" y="0"/>
                </a:moveTo>
                <a:lnTo>
                  <a:pt x="12192000" y="0"/>
                </a:lnTo>
                <a:lnTo>
                  <a:pt x="12192000" y="1628078"/>
                </a:lnTo>
                <a:lnTo>
                  <a:pt x="0" y="1628078"/>
                </a:lnTo>
                <a:lnTo>
                  <a:pt x="0" y="1226634"/>
                </a:lnTo>
                <a:lnTo>
                  <a:pt x="8943278" y="1226634"/>
                </a:lnTo>
                <a:close/>
              </a:path>
            </a:pathLst>
          </a:cu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noProof="0" dirty="0">
              <a:latin typeface="Santander Text" panose="020B0504020201020104" pitchFamily="34" charset="0"/>
            </a:endParaRPr>
          </a:p>
        </p:txBody>
      </p:sp>
      <p:pic>
        <p:nvPicPr>
          <p:cNvPr id="5" name="Gráfico 11">
            <a:extLst>
              <a:ext uri="{FF2B5EF4-FFF2-40B4-BE49-F238E27FC236}">
                <a16:creationId xmlns:a16="http://schemas.microsoft.com/office/drawing/2014/main" id="{D53D1451-E9E2-861C-E861-6CAB318DF7AE}"/>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821978" y="5727401"/>
            <a:ext cx="1896592" cy="332588"/>
          </a:xfrm>
          <a:prstGeom prst="rect">
            <a:avLst/>
          </a:prstGeom>
        </p:spPr>
      </p:pic>
      <p:pic>
        <p:nvPicPr>
          <p:cNvPr id="6" name="Picture 2" descr="Resultado de imagen de DJSI Member Log">
            <a:extLst>
              <a:ext uri="{FF2B5EF4-FFF2-40B4-BE49-F238E27FC236}">
                <a16:creationId xmlns:a16="http://schemas.microsoft.com/office/drawing/2014/main" id="{5B133853-4DD3-CB0A-8D13-497FE9C1BE87}"/>
              </a:ext>
            </a:extLst>
          </p:cNvPr>
          <p:cNvPicPr>
            <a:picLocks noChangeAspect="1" noChangeArrowheads="1"/>
          </p:cNvPicPr>
          <p:nvPr userDrawn="1"/>
        </p:nvPicPr>
        <p:blipFill>
          <a:blip r:embed="rId4" cstate="screen">
            <a:extLst>
              <a:ext uri="{28A0092B-C50C-407E-A947-70E740481C1C}">
                <a14:useLocalDpi xmlns:a14="http://schemas.microsoft.com/office/drawing/2010/main"/>
              </a:ext>
            </a:extLst>
          </a:blip>
          <a:srcRect/>
          <a:stretch>
            <a:fillRect/>
          </a:stretch>
        </p:blipFill>
        <p:spPr bwMode="auto">
          <a:xfrm>
            <a:off x="5796918" y="5573143"/>
            <a:ext cx="1347482" cy="455449"/>
          </a:xfrm>
          <a:prstGeom prst="rect">
            <a:avLst/>
          </a:prstGeom>
          <a:noFill/>
          <a:extLst>
            <a:ext uri="{909E8E84-426E-40DD-AFC4-6F175D3DCCD1}">
              <a14:hiddenFill xmlns:a14="http://schemas.microsoft.com/office/drawing/2010/main">
                <a:solidFill>
                  <a:srgbClr val="FFFFFF"/>
                </a:solidFill>
              </a14:hiddenFill>
            </a:ext>
          </a:extLst>
        </p:spPr>
      </p:pic>
      <p:grpSp>
        <p:nvGrpSpPr>
          <p:cNvPr id="7" name="Grupo 19">
            <a:extLst>
              <a:ext uri="{FF2B5EF4-FFF2-40B4-BE49-F238E27FC236}">
                <a16:creationId xmlns:a16="http://schemas.microsoft.com/office/drawing/2014/main" id="{DA2FDFB3-EC78-9530-0648-9D83A50E1D3A}"/>
              </a:ext>
            </a:extLst>
          </p:cNvPr>
          <p:cNvGrpSpPr/>
          <p:nvPr userDrawn="1"/>
        </p:nvGrpSpPr>
        <p:grpSpPr>
          <a:xfrm>
            <a:off x="7612559" y="5573576"/>
            <a:ext cx="578707" cy="455017"/>
            <a:chOff x="2203451" y="-4230356"/>
            <a:chExt cx="6896100" cy="5422158"/>
          </a:xfrm>
        </p:grpSpPr>
        <p:pic>
          <p:nvPicPr>
            <p:cNvPr id="8" name="Imagen 21" descr="Imagen relacionada">
              <a:extLst>
                <a:ext uri="{FF2B5EF4-FFF2-40B4-BE49-F238E27FC236}">
                  <a16:creationId xmlns:a16="http://schemas.microsoft.com/office/drawing/2014/main" id="{CE392D2B-AA26-6A6A-679A-625C7DE9C7D4}"/>
                </a:ext>
              </a:extLst>
            </p:cNvPr>
            <p:cNvPicPr>
              <a:picLocks noChangeAspect="1" noChangeArrowheads="1"/>
            </p:cNvPicPr>
            <p:nvPr userDrawn="1"/>
          </p:nvPicPr>
          <p:blipFill>
            <a:blip r:embed="rId5" cstate="screen">
              <a:extLst>
                <a:ext uri="{28A0092B-C50C-407E-A947-70E740481C1C}">
                  <a14:useLocalDpi xmlns:a14="http://schemas.microsoft.com/office/drawing/2010/main"/>
                </a:ext>
              </a:extLst>
            </a:blip>
            <a:srcRect/>
            <a:stretch>
              <a:fillRect/>
            </a:stretch>
          </p:blipFill>
          <p:spPr bwMode="auto">
            <a:xfrm>
              <a:off x="3758085" y="-4230356"/>
              <a:ext cx="3798276" cy="3838472"/>
            </a:xfrm>
            <a:custGeom>
              <a:avLst/>
              <a:gdLst>
                <a:gd name="connsiteX0" fmla="*/ 1899138 w 3798276"/>
                <a:gd name="connsiteY0" fmla="*/ 0 h 3838472"/>
                <a:gd name="connsiteX1" fmla="*/ 3798276 w 3798276"/>
                <a:gd name="connsiteY1" fmla="*/ 1919236 h 3838472"/>
                <a:gd name="connsiteX2" fmla="*/ 1899138 w 3798276"/>
                <a:gd name="connsiteY2" fmla="*/ 3838472 h 3838472"/>
                <a:gd name="connsiteX3" fmla="*/ 0 w 3798276"/>
                <a:gd name="connsiteY3" fmla="*/ 1919236 h 3838472"/>
                <a:gd name="connsiteX4" fmla="*/ 1899138 w 3798276"/>
                <a:gd name="connsiteY4" fmla="*/ 0 h 38384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98276" h="3838472">
                  <a:moveTo>
                    <a:pt x="1899138" y="0"/>
                  </a:moveTo>
                  <a:cubicBezTo>
                    <a:pt x="2948003" y="0"/>
                    <a:pt x="3798276" y="859271"/>
                    <a:pt x="3798276" y="1919236"/>
                  </a:cubicBezTo>
                  <a:cubicBezTo>
                    <a:pt x="3798276" y="2979201"/>
                    <a:pt x="2948003" y="3838472"/>
                    <a:pt x="1899138" y="3838472"/>
                  </a:cubicBezTo>
                  <a:cubicBezTo>
                    <a:pt x="850273" y="3838472"/>
                    <a:pt x="0" y="2979201"/>
                    <a:pt x="0" y="1919236"/>
                  </a:cubicBezTo>
                  <a:cubicBezTo>
                    <a:pt x="0" y="859271"/>
                    <a:pt x="850273" y="0"/>
                    <a:pt x="1899138" y="0"/>
                  </a:cubicBezTo>
                  <a:close/>
                </a:path>
              </a:pathLst>
            </a:custGeom>
            <a:noFill/>
            <a:extLst>
              <a:ext uri="{909E8E84-426E-40DD-AFC4-6F175D3DCCD1}">
                <a14:hiddenFill xmlns:a14="http://schemas.microsoft.com/office/drawing/2010/main">
                  <a:solidFill>
                    <a:srgbClr val="FFFFFF"/>
                  </a:solidFill>
                </a14:hiddenFill>
              </a:ext>
            </a:extLst>
          </p:spPr>
        </p:pic>
        <p:pic>
          <p:nvPicPr>
            <p:cNvPr id="9" name="Imagen 23" descr="Imagen relacionada">
              <a:extLst>
                <a:ext uri="{FF2B5EF4-FFF2-40B4-BE49-F238E27FC236}">
                  <a16:creationId xmlns:a16="http://schemas.microsoft.com/office/drawing/2014/main" id="{0F94834A-9910-EB74-1677-69B80FA0A224}"/>
                </a:ext>
              </a:extLst>
            </p:cNvPr>
            <p:cNvPicPr>
              <a:picLocks noChangeAspect="1" noChangeArrowheads="1"/>
            </p:cNvPicPr>
            <p:nvPr userDrawn="1"/>
          </p:nvPicPr>
          <p:blipFill>
            <a:blip r:embed="rId6" cstate="screen">
              <a:extLst>
                <a:ext uri="{28A0092B-C50C-407E-A947-70E740481C1C}">
                  <a14:useLocalDpi xmlns:a14="http://schemas.microsoft.com/office/drawing/2010/main"/>
                </a:ext>
              </a:extLst>
            </a:blip>
            <a:srcRect/>
            <a:stretch>
              <a:fillRect/>
            </a:stretch>
          </p:blipFill>
          <p:spPr bwMode="auto">
            <a:xfrm>
              <a:off x="2203451" y="0"/>
              <a:ext cx="6896100" cy="1191802"/>
            </a:xfrm>
            <a:custGeom>
              <a:avLst/>
              <a:gdLst>
                <a:gd name="connsiteX0" fmla="*/ 0 w 6896100"/>
                <a:gd name="connsiteY0" fmla="*/ 0 h 1191802"/>
                <a:gd name="connsiteX1" fmla="*/ 6896100 w 6896100"/>
                <a:gd name="connsiteY1" fmla="*/ 0 h 1191802"/>
                <a:gd name="connsiteX2" fmla="*/ 6896100 w 6896100"/>
                <a:gd name="connsiteY2" fmla="*/ 1191802 h 1191802"/>
                <a:gd name="connsiteX3" fmla="*/ 0 w 6896100"/>
                <a:gd name="connsiteY3" fmla="*/ 1191802 h 1191802"/>
              </a:gdLst>
              <a:ahLst/>
              <a:cxnLst>
                <a:cxn ang="0">
                  <a:pos x="connsiteX0" y="connsiteY0"/>
                </a:cxn>
                <a:cxn ang="0">
                  <a:pos x="connsiteX1" y="connsiteY1"/>
                </a:cxn>
                <a:cxn ang="0">
                  <a:pos x="connsiteX2" y="connsiteY2"/>
                </a:cxn>
                <a:cxn ang="0">
                  <a:pos x="connsiteX3" y="connsiteY3"/>
                </a:cxn>
              </a:cxnLst>
              <a:rect l="l" t="t" r="r" b="b"/>
              <a:pathLst>
                <a:path w="6896100" h="1191802">
                  <a:moveTo>
                    <a:pt x="0" y="0"/>
                  </a:moveTo>
                  <a:lnTo>
                    <a:pt x="6896100" y="0"/>
                  </a:lnTo>
                  <a:lnTo>
                    <a:pt x="6896100" y="1191802"/>
                  </a:lnTo>
                  <a:lnTo>
                    <a:pt x="0" y="1191802"/>
                  </a:lnTo>
                  <a:close/>
                </a:path>
              </a:pathLst>
            </a:custGeom>
            <a:noFill/>
            <a:extLst>
              <a:ext uri="{909E8E84-426E-40DD-AFC4-6F175D3DCCD1}">
                <a14:hiddenFill xmlns:a14="http://schemas.microsoft.com/office/drawing/2010/main">
                  <a:solidFill>
                    <a:srgbClr val="FFFFFF"/>
                  </a:solidFill>
                </a14:hiddenFill>
              </a:ext>
            </a:extLst>
          </p:spPr>
        </p:pic>
      </p:grpSp>
      <p:sp>
        <p:nvSpPr>
          <p:cNvPr id="10" name="CuadroTexto 22">
            <a:extLst>
              <a:ext uri="{FF2B5EF4-FFF2-40B4-BE49-F238E27FC236}">
                <a16:creationId xmlns:a16="http://schemas.microsoft.com/office/drawing/2014/main" id="{DCDD347B-F981-364C-8145-070F5A941144}"/>
              </a:ext>
            </a:extLst>
          </p:cNvPr>
          <p:cNvSpPr txBox="1"/>
          <p:nvPr userDrawn="1"/>
        </p:nvSpPr>
        <p:spPr>
          <a:xfrm>
            <a:off x="719288" y="1945649"/>
            <a:ext cx="3365478" cy="1384995"/>
          </a:xfrm>
          <a:prstGeom prst="rect">
            <a:avLst/>
          </a:prstGeom>
          <a:noFill/>
        </p:spPr>
        <p:txBody>
          <a:bodyPr wrap="square" rtlCol="0">
            <a:spAutoFit/>
          </a:bodyPr>
          <a:lstStyle/>
          <a:p>
            <a:r>
              <a:rPr lang="pt-PT" sz="1400" noProof="0" dirty="0">
                <a:solidFill>
                  <a:schemeClr val="tx2"/>
                </a:solidFill>
                <a:latin typeface="Santander Text" panose="020B0504020201020104" pitchFamily="34" charset="0"/>
              </a:rPr>
              <a:t>A nossa missão é contribuir para o desenvolvimento das pessoas e as empresas.</a:t>
            </a:r>
          </a:p>
          <a:p>
            <a:endParaRPr lang="pt-PT" sz="1400" noProof="0" dirty="0">
              <a:solidFill>
                <a:schemeClr val="tx2"/>
              </a:solidFill>
              <a:latin typeface="Santander Text" panose="020B0504020201020104" pitchFamily="34" charset="0"/>
            </a:endParaRPr>
          </a:p>
          <a:p>
            <a:r>
              <a:rPr lang="pt-PT" sz="1400" noProof="0" dirty="0">
                <a:solidFill>
                  <a:schemeClr val="tx2"/>
                </a:solidFill>
                <a:latin typeface="Santander Text" panose="020B0504020201020104" pitchFamily="34" charset="0"/>
              </a:rPr>
              <a:t>A nossa cultura baseia-se no princípio de que tudo que fazemos deve ser </a:t>
            </a:r>
          </a:p>
        </p:txBody>
      </p:sp>
      <p:sp>
        <p:nvSpPr>
          <p:cNvPr id="11" name="CuadroTexto 27">
            <a:extLst>
              <a:ext uri="{FF2B5EF4-FFF2-40B4-BE49-F238E27FC236}">
                <a16:creationId xmlns:a16="http://schemas.microsoft.com/office/drawing/2014/main" id="{C43175EF-599E-E6DB-7053-07BC2419BB82}"/>
              </a:ext>
            </a:extLst>
          </p:cNvPr>
          <p:cNvSpPr txBox="1"/>
          <p:nvPr userDrawn="1"/>
        </p:nvSpPr>
        <p:spPr>
          <a:xfrm>
            <a:off x="721506" y="628193"/>
            <a:ext cx="3365478" cy="707886"/>
          </a:xfrm>
          <a:prstGeom prst="rect">
            <a:avLst/>
          </a:prstGeom>
          <a:noFill/>
        </p:spPr>
        <p:txBody>
          <a:bodyPr wrap="square" rtlCol="0">
            <a:spAutoFit/>
          </a:bodyPr>
          <a:lstStyle/>
          <a:p>
            <a:r>
              <a:rPr lang="pt-PT" sz="4000" noProof="0" dirty="0">
                <a:solidFill>
                  <a:schemeClr val="accent1"/>
                </a:solidFill>
                <a:latin typeface="Santander Text" panose="020B0504020201020104" pitchFamily="34" charset="0"/>
              </a:rPr>
              <a:t>Obrigado.</a:t>
            </a:r>
          </a:p>
        </p:txBody>
      </p:sp>
      <p:sp>
        <p:nvSpPr>
          <p:cNvPr id="12" name="Forma libre: forma 30">
            <a:extLst>
              <a:ext uri="{FF2B5EF4-FFF2-40B4-BE49-F238E27FC236}">
                <a16:creationId xmlns:a16="http://schemas.microsoft.com/office/drawing/2014/main" id="{39EB49F1-254F-8E87-E75F-A92896A1F662}"/>
              </a:ext>
            </a:extLst>
          </p:cNvPr>
          <p:cNvSpPr/>
          <p:nvPr userDrawn="1"/>
        </p:nvSpPr>
        <p:spPr>
          <a:xfrm>
            <a:off x="0" y="5229922"/>
            <a:ext cx="12196689" cy="1628078"/>
          </a:xfrm>
          <a:custGeom>
            <a:avLst/>
            <a:gdLst>
              <a:gd name="connsiteX0" fmla="*/ 8932985 w 12196689"/>
              <a:gd name="connsiteY0" fmla="*/ 0 h 1628078"/>
              <a:gd name="connsiteX1" fmla="*/ 12196689 w 12196689"/>
              <a:gd name="connsiteY1" fmla="*/ 0 h 1628078"/>
              <a:gd name="connsiteX2" fmla="*/ 12196689 w 12196689"/>
              <a:gd name="connsiteY2" fmla="*/ 1628078 h 1628078"/>
              <a:gd name="connsiteX3" fmla="*/ 0 w 12196689"/>
              <a:gd name="connsiteY3" fmla="*/ 1628078 h 1628078"/>
              <a:gd name="connsiteX4" fmla="*/ 0 w 12196689"/>
              <a:gd name="connsiteY4" fmla="*/ 1213081 h 1628078"/>
              <a:gd name="connsiteX5" fmla="*/ 8932985 w 12196689"/>
              <a:gd name="connsiteY5" fmla="*/ 1213081 h 1628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6689" h="1628078">
                <a:moveTo>
                  <a:pt x="8932985" y="0"/>
                </a:moveTo>
                <a:lnTo>
                  <a:pt x="12196689" y="0"/>
                </a:lnTo>
                <a:lnTo>
                  <a:pt x="12196689" y="1628078"/>
                </a:lnTo>
                <a:lnTo>
                  <a:pt x="0" y="1628078"/>
                </a:lnTo>
                <a:lnTo>
                  <a:pt x="0" y="1213081"/>
                </a:lnTo>
                <a:lnTo>
                  <a:pt x="8932985" y="1213081"/>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pt-PT" noProof="0" dirty="0">
              <a:latin typeface="Santander Text" panose="020B0504020201020104" pitchFamily="34" charset="0"/>
            </a:endParaRPr>
          </a:p>
        </p:txBody>
      </p:sp>
      <p:sp>
        <p:nvSpPr>
          <p:cNvPr id="13" name="TextBox 12">
            <a:extLst>
              <a:ext uri="{FF2B5EF4-FFF2-40B4-BE49-F238E27FC236}">
                <a16:creationId xmlns:a16="http://schemas.microsoft.com/office/drawing/2014/main" id="{A68A02A5-B745-55B6-6CD2-3A109E2BDD1B}"/>
              </a:ext>
            </a:extLst>
          </p:cNvPr>
          <p:cNvSpPr txBox="1"/>
          <p:nvPr userDrawn="1"/>
        </p:nvSpPr>
        <p:spPr>
          <a:xfrm>
            <a:off x="719288" y="3560855"/>
            <a:ext cx="2931572" cy="400110"/>
          </a:xfrm>
          <a:prstGeom prst="rect">
            <a:avLst/>
          </a:prstGeom>
          <a:noFill/>
        </p:spPr>
        <p:txBody>
          <a:bodyPr wrap="none" rtlCol="0">
            <a:spAutoFit/>
          </a:bodyPr>
          <a:lstStyle/>
          <a:p>
            <a:r>
              <a:rPr lang="pt-PT" sz="2000" b="1" dirty="0">
                <a:solidFill>
                  <a:srgbClr val="FF0000"/>
                </a:solidFill>
                <a:latin typeface="Santander Text" panose="020B0504020201020104" pitchFamily="34" charset="0"/>
              </a:rPr>
              <a:t>Simples</a:t>
            </a:r>
            <a:r>
              <a:rPr lang="pt-PT" sz="2000" dirty="0">
                <a:solidFill>
                  <a:schemeClr val="tx1">
                    <a:lumMod val="65000"/>
                    <a:lumOff val="35000"/>
                  </a:schemeClr>
                </a:solidFill>
                <a:latin typeface="Santander Text" panose="020B0504020201020104" pitchFamily="34" charset="0"/>
              </a:rPr>
              <a:t> | </a:t>
            </a:r>
            <a:r>
              <a:rPr lang="pt-PT" sz="2000" b="1" dirty="0">
                <a:solidFill>
                  <a:srgbClr val="FF0000"/>
                </a:solidFill>
                <a:latin typeface="Santander Text" panose="020B0504020201020104" pitchFamily="34" charset="0"/>
              </a:rPr>
              <a:t>Próximo</a:t>
            </a:r>
            <a:r>
              <a:rPr lang="pt-PT" sz="2000" dirty="0">
                <a:solidFill>
                  <a:schemeClr val="tx1">
                    <a:lumMod val="65000"/>
                    <a:lumOff val="35000"/>
                  </a:schemeClr>
                </a:solidFill>
                <a:latin typeface="Santander Text" panose="020B0504020201020104" pitchFamily="34" charset="0"/>
              </a:rPr>
              <a:t> | </a:t>
            </a:r>
            <a:r>
              <a:rPr lang="pt-PT" sz="2000" b="1" dirty="0">
                <a:solidFill>
                  <a:srgbClr val="FF0000"/>
                </a:solidFill>
                <a:latin typeface="Santander Text" panose="020B0504020201020104" pitchFamily="34" charset="0"/>
              </a:rPr>
              <a:t>Justo</a:t>
            </a:r>
          </a:p>
        </p:txBody>
      </p:sp>
    </p:spTree>
    <p:extLst>
      <p:ext uri="{BB962C8B-B14F-4D97-AF65-F5344CB8AC3E}">
        <p14:creationId xmlns:p14="http://schemas.microsoft.com/office/powerpoint/2010/main" val="41145384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Portada blanc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2F305A9-DE4B-49AF-BCD4-43A65F7EB523}"/>
              </a:ext>
            </a:extLst>
          </p:cNvPr>
          <p:cNvSpPr>
            <a:spLocks noGrp="1"/>
          </p:cNvSpPr>
          <p:nvPr>
            <p:ph type="ctrTitle" hasCustomPrompt="1"/>
          </p:nvPr>
        </p:nvSpPr>
        <p:spPr>
          <a:xfrm>
            <a:off x="721745" y="1096485"/>
            <a:ext cx="4937184" cy="1407004"/>
          </a:xfrm>
        </p:spPr>
        <p:txBody>
          <a:bodyPr anchor="t">
            <a:normAutofit/>
          </a:bodyPr>
          <a:lstStyle>
            <a:lvl1pPr algn="l">
              <a:lnSpc>
                <a:spcPct val="90000"/>
              </a:lnSpc>
              <a:defRPr sz="4100">
                <a:solidFill>
                  <a:schemeClr val="accent1"/>
                </a:solidFill>
              </a:defRPr>
            </a:lvl1pPr>
          </a:lstStyle>
          <a:p>
            <a:r>
              <a:rPr lang="es-ES"/>
              <a:t>título </a:t>
            </a:r>
            <a:br>
              <a:rPr lang="es-ES"/>
            </a:br>
            <a:r>
              <a:rPr lang="es-ES"/>
              <a:t>del patrón</a:t>
            </a:r>
          </a:p>
        </p:txBody>
      </p:sp>
      <p:sp>
        <p:nvSpPr>
          <p:cNvPr id="3" name="Subtítulo 2">
            <a:extLst>
              <a:ext uri="{FF2B5EF4-FFF2-40B4-BE49-F238E27FC236}">
                <a16:creationId xmlns:a16="http://schemas.microsoft.com/office/drawing/2014/main" id="{7AB17398-CAA7-49B6-868C-44D053E7EAC0}"/>
              </a:ext>
            </a:extLst>
          </p:cNvPr>
          <p:cNvSpPr>
            <a:spLocks noGrp="1"/>
          </p:cNvSpPr>
          <p:nvPr>
            <p:ph type="subTitle" idx="1" hasCustomPrompt="1"/>
          </p:nvPr>
        </p:nvSpPr>
        <p:spPr>
          <a:xfrm>
            <a:off x="724620" y="2722142"/>
            <a:ext cx="4934309" cy="2436454"/>
          </a:xfrm>
        </p:spPr>
        <p:txBody>
          <a:bodyPr>
            <a:noAutofit/>
          </a:bodyPr>
          <a:lstStyle>
            <a:lvl1pPr marL="0" indent="0" algn="l">
              <a:lnSpc>
                <a:spcPct val="100000"/>
              </a:lnSpc>
              <a:spcBef>
                <a:spcPts val="0"/>
              </a:spcBef>
              <a:spcAft>
                <a:spcPts val="1200"/>
              </a:spcAft>
              <a:buNone/>
              <a:defRPr sz="20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Esto clic para modificar el estilo de subtítulo del patrón</a:t>
            </a:r>
          </a:p>
        </p:txBody>
      </p:sp>
      <p:sp>
        <p:nvSpPr>
          <p:cNvPr id="17" name="Marcador de texto 16">
            <a:extLst>
              <a:ext uri="{FF2B5EF4-FFF2-40B4-BE49-F238E27FC236}">
                <a16:creationId xmlns:a16="http://schemas.microsoft.com/office/drawing/2014/main" id="{F5E5F18D-70E6-495C-A384-2EDAE0030937}"/>
              </a:ext>
            </a:extLst>
          </p:cNvPr>
          <p:cNvSpPr>
            <a:spLocks noGrp="1"/>
          </p:cNvSpPr>
          <p:nvPr>
            <p:ph type="body" sz="quarter" idx="14"/>
          </p:nvPr>
        </p:nvSpPr>
        <p:spPr>
          <a:xfrm>
            <a:off x="709650" y="333651"/>
            <a:ext cx="11177550" cy="419100"/>
          </a:xfrm>
        </p:spPr>
        <p:txBody>
          <a:bodyPr>
            <a:noAutofit/>
          </a:bodyPr>
          <a:lstStyle>
            <a:lvl1pPr marL="0" indent="0">
              <a:buNone/>
              <a:defRPr sz="1300">
                <a:solidFill>
                  <a:schemeClr val="tx2"/>
                </a:solidFill>
              </a:defRPr>
            </a:lvl1pPr>
            <a:lvl2pPr marL="457200" indent="0">
              <a:buNone/>
              <a:defRPr sz="1300">
                <a:solidFill>
                  <a:schemeClr val="tx2"/>
                </a:solidFill>
              </a:defRPr>
            </a:lvl2pPr>
            <a:lvl3pPr marL="914400" indent="0">
              <a:buNone/>
              <a:defRPr sz="1300">
                <a:solidFill>
                  <a:schemeClr val="tx2"/>
                </a:solidFill>
              </a:defRPr>
            </a:lvl3pPr>
            <a:lvl4pPr marL="1371600" indent="0">
              <a:buNone/>
              <a:defRPr sz="1300">
                <a:solidFill>
                  <a:schemeClr val="tx2"/>
                </a:solidFill>
              </a:defRPr>
            </a:lvl4pPr>
            <a:lvl5pPr marL="1828800" indent="0">
              <a:buNone/>
              <a:defRPr sz="1300">
                <a:solidFill>
                  <a:schemeClr val="tx2"/>
                </a:solidFill>
              </a:defRPr>
            </a:lvl5pPr>
          </a:lstStyle>
          <a:p>
            <a:pPr lvl="0"/>
            <a:r>
              <a:rPr lang="en-US"/>
              <a:t>Click to edit Master text styles</a:t>
            </a:r>
          </a:p>
        </p:txBody>
      </p:sp>
      <p:sp>
        <p:nvSpPr>
          <p:cNvPr id="7" name="Forma libre: forma 6">
            <a:extLst>
              <a:ext uri="{FF2B5EF4-FFF2-40B4-BE49-F238E27FC236}">
                <a16:creationId xmlns:a16="http://schemas.microsoft.com/office/drawing/2014/main" id="{67D1300D-9BA1-4612-9EA5-90328019812E}"/>
              </a:ext>
            </a:extLst>
          </p:cNvPr>
          <p:cNvSpPr/>
          <p:nvPr userDrawn="1"/>
        </p:nvSpPr>
        <p:spPr>
          <a:xfrm>
            <a:off x="0" y="5229922"/>
            <a:ext cx="12196689" cy="1628078"/>
          </a:xfrm>
          <a:custGeom>
            <a:avLst/>
            <a:gdLst>
              <a:gd name="connsiteX0" fmla="*/ 8932985 w 12196689"/>
              <a:gd name="connsiteY0" fmla="*/ 0 h 1628078"/>
              <a:gd name="connsiteX1" fmla="*/ 12196689 w 12196689"/>
              <a:gd name="connsiteY1" fmla="*/ 0 h 1628078"/>
              <a:gd name="connsiteX2" fmla="*/ 12196689 w 12196689"/>
              <a:gd name="connsiteY2" fmla="*/ 1628078 h 1628078"/>
              <a:gd name="connsiteX3" fmla="*/ 0 w 12196689"/>
              <a:gd name="connsiteY3" fmla="*/ 1628078 h 1628078"/>
              <a:gd name="connsiteX4" fmla="*/ 0 w 12196689"/>
              <a:gd name="connsiteY4" fmla="*/ 1213081 h 1628078"/>
              <a:gd name="connsiteX5" fmla="*/ 8932985 w 12196689"/>
              <a:gd name="connsiteY5" fmla="*/ 1213081 h 1628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6689" h="1628078">
                <a:moveTo>
                  <a:pt x="8932985" y="0"/>
                </a:moveTo>
                <a:lnTo>
                  <a:pt x="12196689" y="0"/>
                </a:lnTo>
                <a:lnTo>
                  <a:pt x="12196689" y="1628078"/>
                </a:lnTo>
                <a:lnTo>
                  <a:pt x="0" y="1628078"/>
                </a:lnTo>
                <a:lnTo>
                  <a:pt x="0" y="1213081"/>
                </a:lnTo>
                <a:lnTo>
                  <a:pt x="8932985" y="1213081"/>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ES"/>
          </a:p>
        </p:txBody>
      </p:sp>
      <p:sp>
        <p:nvSpPr>
          <p:cNvPr id="5" name="Freeform 5">
            <a:extLst>
              <a:ext uri="{FF2B5EF4-FFF2-40B4-BE49-F238E27FC236}">
                <a16:creationId xmlns:a16="http://schemas.microsoft.com/office/drawing/2014/main" id="{42F216A1-5075-268C-6BBC-43C1F0170A92}"/>
              </a:ext>
            </a:extLst>
          </p:cNvPr>
          <p:cNvSpPr>
            <a:spLocks noEditPoints="1"/>
          </p:cNvSpPr>
          <p:nvPr userDrawn="1"/>
        </p:nvSpPr>
        <p:spPr bwMode="auto">
          <a:xfrm>
            <a:off x="749318" y="5623993"/>
            <a:ext cx="1347482" cy="304586"/>
          </a:xfrm>
          <a:custGeom>
            <a:avLst/>
            <a:gdLst>
              <a:gd name="T0" fmla="*/ 319 w 3262"/>
              <a:gd name="T1" fmla="*/ 39 h 572"/>
              <a:gd name="T2" fmla="*/ 300 w 3262"/>
              <a:gd name="T3" fmla="*/ 137 h 572"/>
              <a:gd name="T4" fmla="*/ 371 w 3262"/>
              <a:gd name="T5" fmla="*/ 405 h 572"/>
              <a:gd name="T6" fmla="*/ 244 w 3262"/>
              <a:gd name="T7" fmla="*/ 170 h 572"/>
              <a:gd name="T8" fmla="*/ 225 w 3262"/>
              <a:gd name="T9" fmla="*/ 267 h 572"/>
              <a:gd name="T10" fmla="*/ 300 w 3262"/>
              <a:gd name="T11" fmla="*/ 528 h 572"/>
              <a:gd name="T12" fmla="*/ 187 w 3262"/>
              <a:gd name="T13" fmla="*/ 333 h 572"/>
              <a:gd name="T14" fmla="*/ 300 w 3262"/>
              <a:gd name="T15" fmla="*/ 572 h 572"/>
              <a:gd name="T16" fmla="*/ 714 w 3262"/>
              <a:gd name="T17" fmla="*/ 540 h 572"/>
              <a:gd name="T18" fmla="*/ 910 w 3262"/>
              <a:gd name="T19" fmla="*/ 455 h 572"/>
              <a:gd name="T20" fmla="*/ 717 w 3262"/>
              <a:gd name="T21" fmla="*/ 258 h 572"/>
              <a:gd name="T22" fmla="*/ 945 w 3262"/>
              <a:gd name="T23" fmla="*/ 226 h 572"/>
              <a:gd name="T24" fmla="*/ 842 w 3262"/>
              <a:gd name="T25" fmla="*/ 322 h 572"/>
              <a:gd name="T26" fmla="*/ 829 w 3262"/>
              <a:gd name="T27" fmla="*/ 561 h 572"/>
              <a:gd name="T28" fmla="*/ 1277 w 3262"/>
              <a:gd name="T29" fmla="*/ 552 h 572"/>
              <a:gd name="T30" fmla="*/ 1138 w 3262"/>
              <a:gd name="T31" fmla="*/ 559 h 572"/>
              <a:gd name="T32" fmla="*/ 1277 w 3262"/>
              <a:gd name="T33" fmla="*/ 270 h 572"/>
              <a:gd name="T34" fmla="*/ 1171 w 3262"/>
              <a:gd name="T35" fmla="*/ 307 h 572"/>
              <a:gd name="T36" fmla="*/ 1215 w 3262"/>
              <a:gd name="T37" fmla="*/ 488 h 572"/>
              <a:gd name="T38" fmla="*/ 1533 w 3262"/>
              <a:gd name="T39" fmla="*/ 552 h 572"/>
              <a:gd name="T40" fmla="*/ 1407 w 3262"/>
              <a:gd name="T41" fmla="*/ 312 h 572"/>
              <a:gd name="T42" fmla="*/ 1345 w 3262"/>
              <a:gd name="T43" fmla="*/ 270 h 572"/>
              <a:gd name="T44" fmla="*/ 1767 w 3262"/>
              <a:gd name="T45" fmla="*/ 506 h 572"/>
              <a:gd name="T46" fmla="*/ 1756 w 3262"/>
              <a:gd name="T47" fmla="*/ 559 h 572"/>
              <a:gd name="T48" fmla="*/ 1719 w 3262"/>
              <a:gd name="T49" fmla="*/ 157 h 572"/>
              <a:gd name="T50" fmla="*/ 1812 w 3262"/>
              <a:gd name="T51" fmla="*/ 317 h 572"/>
              <a:gd name="T52" fmla="*/ 1767 w 3262"/>
              <a:gd name="T53" fmla="*/ 506 h 572"/>
              <a:gd name="T54" fmla="*/ 2043 w 3262"/>
              <a:gd name="T55" fmla="*/ 552 h 572"/>
              <a:gd name="T56" fmla="*/ 1836 w 3262"/>
              <a:gd name="T57" fmla="*/ 410 h 572"/>
              <a:gd name="T58" fmla="*/ 2038 w 3262"/>
              <a:gd name="T59" fmla="*/ 488 h 572"/>
              <a:gd name="T60" fmla="*/ 1899 w 3262"/>
              <a:gd name="T61" fmla="*/ 410 h 572"/>
              <a:gd name="T62" fmla="*/ 2418 w 3262"/>
              <a:gd name="T63" fmla="*/ 363 h 572"/>
              <a:gd name="T64" fmla="*/ 2356 w 3262"/>
              <a:gd name="T65" fmla="*/ 373 h 572"/>
              <a:gd name="T66" fmla="*/ 2230 w 3262"/>
              <a:gd name="T67" fmla="*/ 552 h 572"/>
              <a:gd name="T68" fmla="*/ 2281 w 3262"/>
              <a:gd name="T69" fmla="*/ 254 h 572"/>
              <a:gd name="T70" fmla="*/ 2733 w 3262"/>
              <a:gd name="T71" fmla="*/ 552 h 572"/>
              <a:gd name="T72" fmla="*/ 2591 w 3262"/>
              <a:gd name="T73" fmla="*/ 559 h 572"/>
              <a:gd name="T74" fmla="*/ 2671 w 3262"/>
              <a:gd name="T75" fmla="*/ 259 h 572"/>
              <a:gd name="T76" fmla="*/ 2671 w 3262"/>
              <a:gd name="T77" fmla="*/ 487 h 572"/>
              <a:gd name="T78" fmla="*/ 2531 w 3262"/>
              <a:gd name="T79" fmla="*/ 410 h 572"/>
              <a:gd name="T80" fmla="*/ 3045 w 3262"/>
              <a:gd name="T81" fmla="*/ 432 h 572"/>
              <a:gd name="T82" fmla="*/ 3038 w 3262"/>
              <a:gd name="T83" fmla="*/ 485 h 572"/>
              <a:gd name="T84" fmla="*/ 2783 w 3262"/>
              <a:gd name="T85" fmla="*/ 405 h 572"/>
              <a:gd name="T86" fmla="*/ 3045 w 3262"/>
              <a:gd name="T87" fmla="*/ 432 h 572"/>
              <a:gd name="T88" fmla="*/ 2918 w 3262"/>
              <a:gd name="T89" fmla="*/ 306 h 572"/>
              <a:gd name="T90" fmla="*/ 3256 w 3262"/>
              <a:gd name="T91" fmla="*/ 310 h 572"/>
              <a:gd name="T92" fmla="*/ 3164 w 3262"/>
              <a:gd name="T93" fmla="*/ 552 h 572"/>
              <a:gd name="T94" fmla="*/ 3208 w 3262"/>
              <a:gd name="T95" fmla="*/ 254 h 5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3262" h="572">
                <a:moveTo>
                  <a:pt x="430" y="262"/>
                </a:moveTo>
                <a:cubicBezTo>
                  <a:pt x="429" y="241"/>
                  <a:pt x="424" y="221"/>
                  <a:pt x="413" y="202"/>
                </a:cubicBezTo>
                <a:cubicBezTo>
                  <a:pt x="319" y="39"/>
                  <a:pt x="319" y="39"/>
                  <a:pt x="319" y="39"/>
                </a:cubicBezTo>
                <a:cubicBezTo>
                  <a:pt x="312" y="27"/>
                  <a:pt x="307" y="14"/>
                  <a:pt x="304" y="0"/>
                </a:cubicBezTo>
                <a:cubicBezTo>
                  <a:pt x="300" y="7"/>
                  <a:pt x="300" y="7"/>
                  <a:pt x="300" y="7"/>
                </a:cubicBezTo>
                <a:cubicBezTo>
                  <a:pt x="277" y="47"/>
                  <a:pt x="277" y="97"/>
                  <a:pt x="300" y="137"/>
                </a:cubicBezTo>
                <a:cubicBezTo>
                  <a:pt x="375" y="267"/>
                  <a:pt x="375" y="267"/>
                  <a:pt x="375" y="267"/>
                </a:cubicBezTo>
                <a:cubicBezTo>
                  <a:pt x="399" y="308"/>
                  <a:pt x="399" y="357"/>
                  <a:pt x="375" y="398"/>
                </a:cubicBezTo>
                <a:cubicBezTo>
                  <a:pt x="371" y="405"/>
                  <a:pt x="371" y="405"/>
                  <a:pt x="371" y="405"/>
                </a:cubicBezTo>
                <a:cubicBezTo>
                  <a:pt x="369" y="391"/>
                  <a:pt x="364" y="378"/>
                  <a:pt x="356" y="365"/>
                </a:cubicBezTo>
                <a:cubicBezTo>
                  <a:pt x="288" y="246"/>
                  <a:pt x="288" y="246"/>
                  <a:pt x="288" y="246"/>
                </a:cubicBezTo>
                <a:cubicBezTo>
                  <a:pt x="244" y="170"/>
                  <a:pt x="244" y="170"/>
                  <a:pt x="244" y="170"/>
                </a:cubicBezTo>
                <a:cubicBezTo>
                  <a:pt x="236" y="157"/>
                  <a:pt x="232" y="144"/>
                  <a:pt x="229" y="130"/>
                </a:cubicBezTo>
                <a:cubicBezTo>
                  <a:pt x="225" y="137"/>
                  <a:pt x="225" y="137"/>
                  <a:pt x="225" y="137"/>
                </a:cubicBezTo>
                <a:cubicBezTo>
                  <a:pt x="202" y="177"/>
                  <a:pt x="202" y="227"/>
                  <a:pt x="225" y="267"/>
                </a:cubicBezTo>
                <a:cubicBezTo>
                  <a:pt x="225" y="267"/>
                  <a:pt x="225" y="267"/>
                  <a:pt x="225" y="267"/>
                </a:cubicBezTo>
                <a:cubicBezTo>
                  <a:pt x="300" y="398"/>
                  <a:pt x="300" y="398"/>
                  <a:pt x="300" y="398"/>
                </a:cubicBezTo>
                <a:cubicBezTo>
                  <a:pt x="323" y="438"/>
                  <a:pt x="323" y="488"/>
                  <a:pt x="300" y="528"/>
                </a:cubicBezTo>
                <a:cubicBezTo>
                  <a:pt x="296" y="535"/>
                  <a:pt x="296" y="535"/>
                  <a:pt x="296" y="535"/>
                </a:cubicBezTo>
                <a:cubicBezTo>
                  <a:pt x="293" y="521"/>
                  <a:pt x="288" y="508"/>
                  <a:pt x="281" y="495"/>
                </a:cubicBezTo>
                <a:cubicBezTo>
                  <a:pt x="187" y="333"/>
                  <a:pt x="187" y="333"/>
                  <a:pt x="187" y="333"/>
                </a:cubicBezTo>
                <a:cubicBezTo>
                  <a:pt x="175" y="311"/>
                  <a:pt x="169" y="286"/>
                  <a:pt x="170" y="262"/>
                </a:cubicBezTo>
                <a:cubicBezTo>
                  <a:pt x="69" y="288"/>
                  <a:pt x="0" y="344"/>
                  <a:pt x="0" y="409"/>
                </a:cubicBezTo>
                <a:cubicBezTo>
                  <a:pt x="0" y="499"/>
                  <a:pt x="134" y="572"/>
                  <a:pt x="300" y="572"/>
                </a:cubicBezTo>
                <a:cubicBezTo>
                  <a:pt x="466" y="572"/>
                  <a:pt x="600" y="499"/>
                  <a:pt x="600" y="409"/>
                </a:cubicBezTo>
                <a:cubicBezTo>
                  <a:pt x="600" y="344"/>
                  <a:pt x="531" y="288"/>
                  <a:pt x="430" y="262"/>
                </a:cubicBezTo>
                <a:close/>
                <a:moveTo>
                  <a:pt x="714" y="540"/>
                </a:moveTo>
                <a:cubicBezTo>
                  <a:pt x="715" y="517"/>
                  <a:pt x="718" y="501"/>
                  <a:pt x="725" y="483"/>
                </a:cubicBezTo>
                <a:cubicBezTo>
                  <a:pt x="756" y="498"/>
                  <a:pt x="797" y="505"/>
                  <a:pt x="828" y="505"/>
                </a:cubicBezTo>
                <a:cubicBezTo>
                  <a:pt x="880" y="505"/>
                  <a:pt x="910" y="488"/>
                  <a:pt x="910" y="455"/>
                </a:cubicBezTo>
                <a:cubicBezTo>
                  <a:pt x="910" y="422"/>
                  <a:pt x="888" y="407"/>
                  <a:pt x="835" y="384"/>
                </a:cubicBezTo>
                <a:cubicBezTo>
                  <a:pt x="806" y="371"/>
                  <a:pt x="806" y="371"/>
                  <a:pt x="806" y="371"/>
                </a:cubicBezTo>
                <a:cubicBezTo>
                  <a:pt x="753" y="348"/>
                  <a:pt x="717" y="318"/>
                  <a:pt x="717" y="258"/>
                </a:cubicBezTo>
                <a:cubicBezTo>
                  <a:pt x="717" y="194"/>
                  <a:pt x="762" y="153"/>
                  <a:pt x="853" y="153"/>
                </a:cubicBezTo>
                <a:cubicBezTo>
                  <a:pt x="890" y="153"/>
                  <a:pt x="924" y="158"/>
                  <a:pt x="956" y="169"/>
                </a:cubicBezTo>
                <a:cubicBezTo>
                  <a:pt x="955" y="192"/>
                  <a:pt x="951" y="209"/>
                  <a:pt x="945" y="226"/>
                </a:cubicBezTo>
                <a:cubicBezTo>
                  <a:pt x="915" y="214"/>
                  <a:pt x="879" y="209"/>
                  <a:pt x="853" y="209"/>
                </a:cubicBezTo>
                <a:cubicBezTo>
                  <a:pt x="804" y="209"/>
                  <a:pt x="781" y="228"/>
                  <a:pt x="781" y="258"/>
                </a:cubicBezTo>
                <a:cubicBezTo>
                  <a:pt x="781" y="288"/>
                  <a:pt x="803" y="305"/>
                  <a:pt x="842" y="322"/>
                </a:cubicBezTo>
                <a:cubicBezTo>
                  <a:pt x="873" y="335"/>
                  <a:pt x="873" y="335"/>
                  <a:pt x="873" y="335"/>
                </a:cubicBezTo>
                <a:cubicBezTo>
                  <a:pt x="945" y="365"/>
                  <a:pt x="974" y="397"/>
                  <a:pt x="974" y="452"/>
                </a:cubicBezTo>
                <a:cubicBezTo>
                  <a:pt x="974" y="517"/>
                  <a:pt x="925" y="561"/>
                  <a:pt x="829" y="561"/>
                </a:cubicBezTo>
                <a:cubicBezTo>
                  <a:pt x="783" y="561"/>
                  <a:pt x="745" y="555"/>
                  <a:pt x="714" y="540"/>
                </a:cubicBezTo>
                <a:close/>
                <a:moveTo>
                  <a:pt x="1277" y="270"/>
                </a:moveTo>
                <a:cubicBezTo>
                  <a:pt x="1277" y="552"/>
                  <a:pt x="1277" y="552"/>
                  <a:pt x="1277" y="552"/>
                </a:cubicBezTo>
                <a:cubicBezTo>
                  <a:pt x="1220" y="552"/>
                  <a:pt x="1220" y="552"/>
                  <a:pt x="1220" y="552"/>
                </a:cubicBezTo>
                <a:cubicBezTo>
                  <a:pt x="1217" y="518"/>
                  <a:pt x="1217" y="518"/>
                  <a:pt x="1217" y="518"/>
                </a:cubicBezTo>
                <a:cubicBezTo>
                  <a:pt x="1201" y="543"/>
                  <a:pt x="1177" y="559"/>
                  <a:pt x="1138" y="559"/>
                </a:cubicBezTo>
                <a:cubicBezTo>
                  <a:pt x="1063" y="559"/>
                  <a:pt x="1013" y="505"/>
                  <a:pt x="1013" y="410"/>
                </a:cubicBezTo>
                <a:cubicBezTo>
                  <a:pt x="1013" y="311"/>
                  <a:pt x="1066" y="254"/>
                  <a:pt x="1171" y="254"/>
                </a:cubicBezTo>
                <a:cubicBezTo>
                  <a:pt x="1211" y="254"/>
                  <a:pt x="1245" y="259"/>
                  <a:pt x="1277" y="270"/>
                </a:cubicBezTo>
                <a:close/>
                <a:moveTo>
                  <a:pt x="1215" y="488"/>
                </a:moveTo>
                <a:cubicBezTo>
                  <a:pt x="1215" y="311"/>
                  <a:pt x="1215" y="311"/>
                  <a:pt x="1215" y="311"/>
                </a:cubicBezTo>
                <a:cubicBezTo>
                  <a:pt x="1202" y="309"/>
                  <a:pt x="1188" y="307"/>
                  <a:pt x="1171" y="307"/>
                </a:cubicBezTo>
                <a:cubicBezTo>
                  <a:pt x="1107" y="307"/>
                  <a:pt x="1077" y="347"/>
                  <a:pt x="1077" y="410"/>
                </a:cubicBezTo>
                <a:cubicBezTo>
                  <a:pt x="1077" y="468"/>
                  <a:pt x="1100" y="508"/>
                  <a:pt x="1155" y="508"/>
                </a:cubicBezTo>
                <a:cubicBezTo>
                  <a:pt x="1179" y="508"/>
                  <a:pt x="1199" y="500"/>
                  <a:pt x="1215" y="488"/>
                </a:cubicBezTo>
                <a:close/>
                <a:moveTo>
                  <a:pt x="1595" y="363"/>
                </a:moveTo>
                <a:cubicBezTo>
                  <a:pt x="1595" y="552"/>
                  <a:pt x="1595" y="552"/>
                  <a:pt x="1595" y="552"/>
                </a:cubicBezTo>
                <a:cubicBezTo>
                  <a:pt x="1533" y="552"/>
                  <a:pt x="1533" y="552"/>
                  <a:pt x="1533" y="552"/>
                </a:cubicBezTo>
                <a:cubicBezTo>
                  <a:pt x="1533" y="373"/>
                  <a:pt x="1533" y="373"/>
                  <a:pt x="1533" y="373"/>
                </a:cubicBezTo>
                <a:cubicBezTo>
                  <a:pt x="1533" y="329"/>
                  <a:pt x="1518" y="307"/>
                  <a:pt x="1456" y="307"/>
                </a:cubicBezTo>
                <a:cubicBezTo>
                  <a:pt x="1442" y="307"/>
                  <a:pt x="1424" y="309"/>
                  <a:pt x="1407" y="312"/>
                </a:cubicBezTo>
                <a:cubicBezTo>
                  <a:pt x="1407" y="552"/>
                  <a:pt x="1407" y="552"/>
                  <a:pt x="1407" y="552"/>
                </a:cubicBezTo>
                <a:cubicBezTo>
                  <a:pt x="1345" y="552"/>
                  <a:pt x="1345" y="552"/>
                  <a:pt x="1345" y="552"/>
                </a:cubicBezTo>
                <a:cubicBezTo>
                  <a:pt x="1345" y="270"/>
                  <a:pt x="1345" y="270"/>
                  <a:pt x="1345" y="270"/>
                </a:cubicBezTo>
                <a:cubicBezTo>
                  <a:pt x="1385" y="261"/>
                  <a:pt x="1428" y="254"/>
                  <a:pt x="1458" y="254"/>
                </a:cubicBezTo>
                <a:cubicBezTo>
                  <a:pt x="1562" y="254"/>
                  <a:pt x="1595" y="294"/>
                  <a:pt x="1595" y="363"/>
                </a:cubicBezTo>
                <a:close/>
                <a:moveTo>
                  <a:pt x="1767" y="506"/>
                </a:moveTo>
                <a:cubicBezTo>
                  <a:pt x="1785" y="506"/>
                  <a:pt x="1802" y="503"/>
                  <a:pt x="1816" y="498"/>
                </a:cubicBezTo>
                <a:cubicBezTo>
                  <a:pt x="1814" y="515"/>
                  <a:pt x="1812" y="534"/>
                  <a:pt x="1808" y="550"/>
                </a:cubicBezTo>
                <a:cubicBezTo>
                  <a:pt x="1791" y="557"/>
                  <a:pt x="1773" y="559"/>
                  <a:pt x="1756" y="559"/>
                </a:cubicBezTo>
                <a:cubicBezTo>
                  <a:pt x="1696" y="559"/>
                  <a:pt x="1657" y="531"/>
                  <a:pt x="1657" y="463"/>
                </a:cubicBezTo>
                <a:cubicBezTo>
                  <a:pt x="1657" y="166"/>
                  <a:pt x="1657" y="166"/>
                  <a:pt x="1657" y="166"/>
                </a:cubicBezTo>
                <a:cubicBezTo>
                  <a:pt x="1676" y="160"/>
                  <a:pt x="1700" y="157"/>
                  <a:pt x="1719" y="157"/>
                </a:cubicBezTo>
                <a:cubicBezTo>
                  <a:pt x="1719" y="264"/>
                  <a:pt x="1719" y="264"/>
                  <a:pt x="1719" y="264"/>
                </a:cubicBezTo>
                <a:cubicBezTo>
                  <a:pt x="1817" y="264"/>
                  <a:pt x="1817" y="264"/>
                  <a:pt x="1817" y="264"/>
                </a:cubicBezTo>
                <a:cubicBezTo>
                  <a:pt x="1816" y="283"/>
                  <a:pt x="1815" y="301"/>
                  <a:pt x="1812" y="317"/>
                </a:cubicBezTo>
                <a:cubicBezTo>
                  <a:pt x="1719" y="317"/>
                  <a:pt x="1719" y="317"/>
                  <a:pt x="1719" y="317"/>
                </a:cubicBezTo>
                <a:cubicBezTo>
                  <a:pt x="1719" y="455"/>
                  <a:pt x="1719" y="455"/>
                  <a:pt x="1719" y="455"/>
                </a:cubicBezTo>
                <a:cubicBezTo>
                  <a:pt x="1719" y="492"/>
                  <a:pt x="1737" y="506"/>
                  <a:pt x="1767" y="506"/>
                </a:cubicBezTo>
                <a:close/>
                <a:moveTo>
                  <a:pt x="2100" y="270"/>
                </a:moveTo>
                <a:cubicBezTo>
                  <a:pt x="2100" y="552"/>
                  <a:pt x="2100" y="552"/>
                  <a:pt x="2100" y="552"/>
                </a:cubicBezTo>
                <a:cubicBezTo>
                  <a:pt x="2043" y="552"/>
                  <a:pt x="2043" y="552"/>
                  <a:pt x="2043" y="552"/>
                </a:cubicBezTo>
                <a:cubicBezTo>
                  <a:pt x="2040" y="518"/>
                  <a:pt x="2040" y="518"/>
                  <a:pt x="2040" y="518"/>
                </a:cubicBezTo>
                <a:cubicBezTo>
                  <a:pt x="2024" y="543"/>
                  <a:pt x="2000" y="559"/>
                  <a:pt x="1960" y="559"/>
                </a:cubicBezTo>
                <a:cubicBezTo>
                  <a:pt x="1886" y="559"/>
                  <a:pt x="1836" y="505"/>
                  <a:pt x="1836" y="410"/>
                </a:cubicBezTo>
                <a:cubicBezTo>
                  <a:pt x="1836" y="311"/>
                  <a:pt x="1889" y="254"/>
                  <a:pt x="1993" y="254"/>
                </a:cubicBezTo>
                <a:cubicBezTo>
                  <a:pt x="2034" y="254"/>
                  <a:pt x="2067" y="259"/>
                  <a:pt x="2100" y="270"/>
                </a:cubicBezTo>
                <a:close/>
                <a:moveTo>
                  <a:pt x="2038" y="488"/>
                </a:moveTo>
                <a:cubicBezTo>
                  <a:pt x="2038" y="311"/>
                  <a:pt x="2038" y="311"/>
                  <a:pt x="2038" y="311"/>
                </a:cubicBezTo>
                <a:cubicBezTo>
                  <a:pt x="2025" y="309"/>
                  <a:pt x="2011" y="307"/>
                  <a:pt x="1993" y="307"/>
                </a:cubicBezTo>
                <a:cubicBezTo>
                  <a:pt x="1929" y="307"/>
                  <a:pt x="1899" y="347"/>
                  <a:pt x="1899" y="410"/>
                </a:cubicBezTo>
                <a:cubicBezTo>
                  <a:pt x="1899" y="468"/>
                  <a:pt x="1922" y="508"/>
                  <a:pt x="1978" y="508"/>
                </a:cubicBezTo>
                <a:cubicBezTo>
                  <a:pt x="2002" y="508"/>
                  <a:pt x="2022" y="500"/>
                  <a:pt x="2038" y="488"/>
                </a:cubicBezTo>
                <a:close/>
                <a:moveTo>
                  <a:pt x="2418" y="363"/>
                </a:moveTo>
                <a:cubicBezTo>
                  <a:pt x="2418" y="552"/>
                  <a:pt x="2418" y="552"/>
                  <a:pt x="2418" y="552"/>
                </a:cubicBezTo>
                <a:cubicBezTo>
                  <a:pt x="2356" y="552"/>
                  <a:pt x="2356" y="552"/>
                  <a:pt x="2356" y="552"/>
                </a:cubicBezTo>
                <a:cubicBezTo>
                  <a:pt x="2356" y="373"/>
                  <a:pt x="2356" y="373"/>
                  <a:pt x="2356" y="373"/>
                </a:cubicBezTo>
                <a:cubicBezTo>
                  <a:pt x="2356" y="329"/>
                  <a:pt x="2341" y="307"/>
                  <a:pt x="2279" y="307"/>
                </a:cubicBezTo>
                <a:cubicBezTo>
                  <a:pt x="2264" y="307"/>
                  <a:pt x="2247" y="309"/>
                  <a:pt x="2230" y="312"/>
                </a:cubicBezTo>
                <a:cubicBezTo>
                  <a:pt x="2230" y="552"/>
                  <a:pt x="2230" y="552"/>
                  <a:pt x="2230" y="552"/>
                </a:cubicBezTo>
                <a:cubicBezTo>
                  <a:pt x="2168" y="552"/>
                  <a:pt x="2168" y="552"/>
                  <a:pt x="2168" y="552"/>
                </a:cubicBezTo>
                <a:cubicBezTo>
                  <a:pt x="2168" y="270"/>
                  <a:pt x="2168" y="270"/>
                  <a:pt x="2168" y="270"/>
                </a:cubicBezTo>
                <a:cubicBezTo>
                  <a:pt x="2207" y="261"/>
                  <a:pt x="2251" y="254"/>
                  <a:pt x="2281" y="254"/>
                </a:cubicBezTo>
                <a:cubicBezTo>
                  <a:pt x="2384" y="254"/>
                  <a:pt x="2418" y="294"/>
                  <a:pt x="2418" y="363"/>
                </a:cubicBezTo>
                <a:close/>
                <a:moveTo>
                  <a:pt x="2733" y="157"/>
                </a:moveTo>
                <a:cubicBezTo>
                  <a:pt x="2733" y="552"/>
                  <a:pt x="2733" y="552"/>
                  <a:pt x="2733" y="552"/>
                </a:cubicBezTo>
                <a:cubicBezTo>
                  <a:pt x="2676" y="552"/>
                  <a:pt x="2676" y="552"/>
                  <a:pt x="2676" y="552"/>
                </a:cubicBezTo>
                <a:cubicBezTo>
                  <a:pt x="2672" y="516"/>
                  <a:pt x="2672" y="516"/>
                  <a:pt x="2672" y="516"/>
                </a:cubicBezTo>
                <a:cubicBezTo>
                  <a:pt x="2656" y="543"/>
                  <a:pt x="2632" y="559"/>
                  <a:pt x="2591" y="559"/>
                </a:cubicBezTo>
                <a:cubicBezTo>
                  <a:pt x="2517" y="559"/>
                  <a:pt x="2467" y="505"/>
                  <a:pt x="2467" y="410"/>
                </a:cubicBezTo>
                <a:cubicBezTo>
                  <a:pt x="2467" y="311"/>
                  <a:pt x="2520" y="254"/>
                  <a:pt x="2625" y="254"/>
                </a:cubicBezTo>
                <a:cubicBezTo>
                  <a:pt x="2641" y="254"/>
                  <a:pt x="2656" y="256"/>
                  <a:pt x="2671" y="259"/>
                </a:cubicBezTo>
                <a:cubicBezTo>
                  <a:pt x="2671" y="166"/>
                  <a:pt x="2671" y="166"/>
                  <a:pt x="2671" y="166"/>
                </a:cubicBezTo>
                <a:cubicBezTo>
                  <a:pt x="2690" y="159"/>
                  <a:pt x="2712" y="157"/>
                  <a:pt x="2733" y="157"/>
                </a:cubicBezTo>
                <a:close/>
                <a:moveTo>
                  <a:pt x="2671" y="487"/>
                </a:moveTo>
                <a:cubicBezTo>
                  <a:pt x="2671" y="313"/>
                  <a:pt x="2671" y="313"/>
                  <a:pt x="2671" y="313"/>
                </a:cubicBezTo>
                <a:cubicBezTo>
                  <a:pt x="2655" y="310"/>
                  <a:pt x="2638" y="307"/>
                  <a:pt x="2621" y="307"/>
                </a:cubicBezTo>
                <a:cubicBezTo>
                  <a:pt x="2560" y="307"/>
                  <a:pt x="2531" y="346"/>
                  <a:pt x="2531" y="410"/>
                </a:cubicBezTo>
                <a:cubicBezTo>
                  <a:pt x="2531" y="468"/>
                  <a:pt x="2554" y="508"/>
                  <a:pt x="2609" y="508"/>
                </a:cubicBezTo>
                <a:cubicBezTo>
                  <a:pt x="2634" y="508"/>
                  <a:pt x="2654" y="500"/>
                  <a:pt x="2671" y="487"/>
                </a:cubicBezTo>
                <a:close/>
                <a:moveTo>
                  <a:pt x="3045" y="432"/>
                </a:moveTo>
                <a:cubicBezTo>
                  <a:pt x="2847" y="432"/>
                  <a:pt x="2847" y="432"/>
                  <a:pt x="2847" y="432"/>
                </a:cubicBezTo>
                <a:cubicBezTo>
                  <a:pt x="2854" y="482"/>
                  <a:pt x="2884" y="506"/>
                  <a:pt x="2939" y="506"/>
                </a:cubicBezTo>
                <a:cubicBezTo>
                  <a:pt x="2973" y="506"/>
                  <a:pt x="3007" y="499"/>
                  <a:pt x="3038" y="485"/>
                </a:cubicBezTo>
                <a:cubicBezTo>
                  <a:pt x="3036" y="501"/>
                  <a:pt x="3033" y="522"/>
                  <a:pt x="3029" y="541"/>
                </a:cubicBezTo>
                <a:cubicBezTo>
                  <a:pt x="3001" y="554"/>
                  <a:pt x="2971" y="559"/>
                  <a:pt x="2937" y="559"/>
                </a:cubicBezTo>
                <a:cubicBezTo>
                  <a:pt x="2834" y="559"/>
                  <a:pt x="2783" y="502"/>
                  <a:pt x="2783" y="405"/>
                </a:cubicBezTo>
                <a:cubicBezTo>
                  <a:pt x="2783" y="321"/>
                  <a:pt x="2822" y="254"/>
                  <a:pt x="2921" y="254"/>
                </a:cubicBezTo>
                <a:cubicBezTo>
                  <a:pt x="3010" y="254"/>
                  <a:pt x="3048" y="313"/>
                  <a:pt x="3048" y="384"/>
                </a:cubicBezTo>
                <a:cubicBezTo>
                  <a:pt x="3048" y="401"/>
                  <a:pt x="3047" y="415"/>
                  <a:pt x="3045" y="432"/>
                </a:cubicBezTo>
                <a:close/>
                <a:moveTo>
                  <a:pt x="2845" y="380"/>
                </a:moveTo>
                <a:cubicBezTo>
                  <a:pt x="2985" y="380"/>
                  <a:pt x="2985" y="380"/>
                  <a:pt x="2985" y="380"/>
                </a:cubicBezTo>
                <a:cubicBezTo>
                  <a:pt x="2985" y="333"/>
                  <a:pt x="2960" y="306"/>
                  <a:pt x="2918" y="306"/>
                </a:cubicBezTo>
                <a:cubicBezTo>
                  <a:pt x="2874" y="306"/>
                  <a:pt x="2850" y="332"/>
                  <a:pt x="2845" y="380"/>
                </a:cubicBezTo>
                <a:close/>
                <a:moveTo>
                  <a:pt x="3262" y="257"/>
                </a:moveTo>
                <a:cubicBezTo>
                  <a:pt x="3262" y="275"/>
                  <a:pt x="3260" y="298"/>
                  <a:pt x="3256" y="310"/>
                </a:cubicBezTo>
                <a:cubicBezTo>
                  <a:pt x="3241" y="308"/>
                  <a:pt x="3227" y="307"/>
                  <a:pt x="3209" y="307"/>
                </a:cubicBezTo>
                <a:cubicBezTo>
                  <a:pt x="3194" y="307"/>
                  <a:pt x="3179" y="309"/>
                  <a:pt x="3164" y="311"/>
                </a:cubicBezTo>
                <a:cubicBezTo>
                  <a:pt x="3164" y="552"/>
                  <a:pt x="3164" y="552"/>
                  <a:pt x="3164" y="552"/>
                </a:cubicBezTo>
                <a:cubicBezTo>
                  <a:pt x="3102" y="552"/>
                  <a:pt x="3102" y="552"/>
                  <a:pt x="3102" y="552"/>
                </a:cubicBezTo>
                <a:cubicBezTo>
                  <a:pt x="3102" y="270"/>
                  <a:pt x="3102" y="270"/>
                  <a:pt x="3102" y="270"/>
                </a:cubicBezTo>
                <a:cubicBezTo>
                  <a:pt x="3128" y="261"/>
                  <a:pt x="3173" y="254"/>
                  <a:pt x="3208" y="254"/>
                </a:cubicBezTo>
                <a:cubicBezTo>
                  <a:pt x="3227" y="254"/>
                  <a:pt x="3248" y="255"/>
                  <a:pt x="3262" y="257"/>
                </a:cubicBezTo>
                <a:close/>
              </a:path>
            </a:pathLst>
          </a:custGeom>
          <a:solidFill>
            <a:srgbClr val="C00000"/>
          </a:solidFill>
          <a:ln>
            <a:noFill/>
          </a:ln>
        </p:spPr>
        <p:txBody>
          <a:bodyPr vert="horz" wrap="square" lIns="91440" tIns="45720" rIns="91440" bIns="45720" numCol="1" anchor="t" anchorCtr="0" compatLnSpc="1">
            <a:prstTxWarp prst="textNoShape">
              <a:avLst/>
            </a:prstTxWarp>
          </a:bodyPr>
          <a:lstStyle/>
          <a:p>
            <a:endParaRPr lang="es-ES"/>
          </a:p>
        </p:txBody>
      </p:sp>
    </p:spTree>
    <p:extLst>
      <p:ext uri="{BB962C8B-B14F-4D97-AF65-F5344CB8AC3E}">
        <p14:creationId xmlns:p14="http://schemas.microsoft.com/office/powerpoint/2010/main" val="11330704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Índice">
    <p:spTree>
      <p:nvGrpSpPr>
        <p:cNvPr id="1" name=""/>
        <p:cNvGrpSpPr/>
        <p:nvPr/>
      </p:nvGrpSpPr>
      <p:grpSpPr>
        <a:xfrm>
          <a:off x="0" y="0"/>
          <a:ext cx="0" cy="0"/>
          <a:chOff x="0" y="0"/>
          <a:chExt cx="0" cy="0"/>
        </a:xfrm>
      </p:grpSpPr>
      <p:sp>
        <p:nvSpPr>
          <p:cNvPr id="6" name="Marcador de número de diapositiva 5">
            <a:extLst>
              <a:ext uri="{FF2B5EF4-FFF2-40B4-BE49-F238E27FC236}">
                <a16:creationId xmlns:a16="http://schemas.microsoft.com/office/drawing/2014/main" id="{C60B320C-F93D-45A7-B5CC-5C18ED1F85FB}"/>
              </a:ext>
            </a:extLst>
          </p:cNvPr>
          <p:cNvSpPr>
            <a:spLocks noGrp="1"/>
          </p:cNvSpPr>
          <p:nvPr>
            <p:ph type="sldNum" sz="quarter" idx="12"/>
          </p:nvPr>
        </p:nvSpPr>
        <p:spPr>
          <a:xfrm>
            <a:off x="8730845" y="6209600"/>
            <a:ext cx="2743200" cy="365125"/>
          </a:xfrm>
        </p:spPr>
        <p:txBody>
          <a:bodyPr/>
          <a:lstStyle>
            <a:lvl1pPr>
              <a:defRPr sz="1300">
                <a:solidFill>
                  <a:schemeClr val="accent1"/>
                </a:solidFill>
              </a:defRPr>
            </a:lvl1pPr>
          </a:lstStyle>
          <a:p>
            <a:fld id="{BC0D97B6-E32F-4D7D-B839-7C3B51F2640F}" type="slidenum">
              <a:rPr lang="es-ES" smtClean="0"/>
              <a:pPr/>
              <a:t>‹#›</a:t>
            </a:fld>
            <a:endParaRPr lang="es-ES"/>
          </a:p>
        </p:txBody>
      </p:sp>
      <p:sp>
        <p:nvSpPr>
          <p:cNvPr id="10" name="CuadroTexto 9">
            <a:extLst>
              <a:ext uri="{FF2B5EF4-FFF2-40B4-BE49-F238E27FC236}">
                <a16:creationId xmlns:a16="http://schemas.microsoft.com/office/drawing/2014/main" id="{B3950534-FF56-4FD6-A098-D625BC54F0FA}"/>
              </a:ext>
            </a:extLst>
          </p:cNvPr>
          <p:cNvSpPr txBox="1"/>
          <p:nvPr userDrawn="1"/>
        </p:nvSpPr>
        <p:spPr>
          <a:xfrm>
            <a:off x="722533" y="312269"/>
            <a:ext cx="1849821" cy="292388"/>
          </a:xfrm>
          <a:prstGeom prst="rect">
            <a:avLst/>
          </a:prstGeom>
          <a:noFill/>
        </p:spPr>
        <p:txBody>
          <a:bodyPr wrap="square" rtlCol="0">
            <a:spAutoFit/>
          </a:bodyPr>
          <a:lstStyle/>
          <a:p>
            <a:r>
              <a:rPr lang="es-ES" sz="1300">
                <a:solidFill>
                  <a:schemeClr val="accent1"/>
                </a:solidFill>
              </a:rPr>
              <a:t>Índice</a:t>
            </a:r>
          </a:p>
        </p:txBody>
      </p:sp>
      <p:sp>
        <p:nvSpPr>
          <p:cNvPr id="14" name="Marcador de texto 11">
            <a:extLst>
              <a:ext uri="{FF2B5EF4-FFF2-40B4-BE49-F238E27FC236}">
                <a16:creationId xmlns:a16="http://schemas.microsoft.com/office/drawing/2014/main" id="{0CC57AA0-6C3B-4C80-BF6B-C321A960A96C}"/>
              </a:ext>
            </a:extLst>
          </p:cNvPr>
          <p:cNvSpPr>
            <a:spLocks noGrp="1"/>
          </p:cNvSpPr>
          <p:nvPr>
            <p:ph type="body" sz="quarter" idx="13"/>
          </p:nvPr>
        </p:nvSpPr>
        <p:spPr>
          <a:xfrm>
            <a:off x="832641" y="1100239"/>
            <a:ext cx="10635843" cy="4906665"/>
          </a:xfrm>
        </p:spPr>
        <p:txBody>
          <a:bodyPr>
            <a:normAutofit/>
          </a:bodyPr>
          <a:lstStyle>
            <a:lvl1pPr marL="432000" indent="-396000">
              <a:buClr>
                <a:schemeClr val="accent1"/>
              </a:buClr>
              <a:buSzPct val="45000"/>
              <a:buFont typeface="+mj-lt"/>
              <a:buAutoNum type="arabicPeriod"/>
              <a:defRPr lang="es-ES" sz="4000" b="1" kern="1200" dirty="0" smtClean="0">
                <a:solidFill>
                  <a:srgbClr val="3C3C3B"/>
                </a:solidFill>
                <a:latin typeface="+mn-lt"/>
                <a:ea typeface="+mn-ea"/>
                <a:cs typeface="+mn-cs"/>
              </a:defRPr>
            </a:lvl1pPr>
            <a:lvl2pPr marL="457200" indent="0">
              <a:buNone/>
              <a:defRPr/>
            </a:lvl2pPr>
          </a:lstStyle>
          <a:p>
            <a:pPr lvl="0"/>
            <a:r>
              <a:rPr lang="en-US"/>
              <a:t>Click to edit Master text styles</a:t>
            </a:r>
          </a:p>
        </p:txBody>
      </p:sp>
    </p:spTree>
    <p:extLst>
      <p:ext uri="{BB962C8B-B14F-4D97-AF65-F5344CB8AC3E}">
        <p14:creationId xmlns:p14="http://schemas.microsoft.com/office/powerpoint/2010/main" val="30106834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Separador blanco">
    <p:spTree>
      <p:nvGrpSpPr>
        <p:cNvPr id="1" name=""/>
        <p:cNvGrpSpPr/>
        <p:nvPr/>
      </p:nvGrpSpPr>
      <p:grpSpPr>
        <a:xfrm>
          <a:off x="0" y="0"/>
          <a:ext cx="0" cy="0"/>
          <a:chOff x="0" y="0"/>
          <a:chExt cx="0" cy="0"/>
        </a:xfrm>
      </p:grpSpPr>
      <p:sp>
        <p:nvSpPr>
          <p:cNvPr id="7" name="Forma libre: forma 6">
            <a:extLst>
              <a:ext uri="{FF2B5EF4-FFF2-40B4-BE49-F238E27FC236}">
                <a16:creationId xmlns:a16="http://schemas.microsoft.com/office/drawing/2014/main" id="{49C540BB-A189-4361-ABD8-4DA84C6612C3}"/>
              </a:ext>
            </a:extLst>
          </p:cNvPr>
          <p:cNvSpPr/>
          <p:nvPr userDrawn="1"/>
        </p:nvSpPr>
        <p:spPr>
          <a:xfrm>
            <a:off x="8925340" y="0"/>
            <a:ext cx="3266660" cy="6858000"/>
          </a:xfrm>
          <a:custGeom>
            <a:avLst/>
            <a:gdLst>
              <a:gd name="connsiteX0" fmla="*/ 1630018 w 3266660"/>
              <a:gd name="connsiteY0" fmla="*/ 0 h 6858000"/>
              <a:gd name="connsiteX1" fmla="*/ 3266660 w 3266660"/>
              <a:gd name="connsiteY1" fmla="*/ 0 h 6858000"/>
              <a:gd name="connsiteX2" fmla="*/ 3266660 w 3266660"/>
              <a:gd name="connsiteY2" fmla="*/ 6858000 h 6858000"/>
              <a:gd name="connsiteX3" fmla="*/ 0 w 3266660"/>
              <a:gd name="connsiteY3" fmla="*/ 6858000 h 6858000"/>
              <a:gd name="connsiteX4" fmla="*/ 0 w 3266660"/>
              <a:gd name="connsiteY4" fmla="*/ 2822713 h 6858000"/>
              <a:gd name="connsiteX5" fmla="*/ 1630018 w 3266660"/>
              <a:gd name="connsiteY5" fmla="*/ 282271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66660" h="6858000">
                <a:moveTo>
                  <a:pt x="1630018" y="0"/>
                </a:moveTo>
                <a:lnTo>
                  <a:pt x="3266660" y="0"/>
                </a:lnTo>
                <a:lnTo>
                  <a:pt x="3266660" y="6858000"/>
                </a:lnTo>
                <a:lnTo>
                  <a:pt x="0" y="6858000"/>
                </a:lnTo>
                <a:lnTo>
                  <a:pt x="0" y="2822713"/>
                </a:lnTo>
                <a:lnTo>
                  <a:pt x="1630018" y="2822713"/>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ES"/>
          </a:p>
        </p:txBody>
      </p:sp>
      <p:sp>
        <p:nvSpPr>
          <p:cNvPr id="2" name="Título 1">
            <a:extLst>
              <a:ext uri="{FF2B5EF4-FFF2-40B4-BE49-F238E27FC236}">
                <a16:creationId xmlns:a16="http://schemas.microsoft.com/office/drawing/2014/main" id="{B045CB15-1F44-40E1-909E-6233010BC133}"/>
              </a:ext>
            </a:extLst>
          </p:cNvPr>
          <p:cNvSpPr>
            <a:spLocks noGrp="1"/>
          </p:cNvSpPr>
          <p:nvPr>
            <p:ph type="title"/>
          </p:nvPr>
        </p:nvSpPr>
        <p:spPr>
          <a:xfrm>
            <a:off x="722519" y="626373"/>
            <a:ext cx="4386194" cy="2852737"/>
          </a:xfrm>
        </p:spPr>
        <p:txBody>
          <a:bodyPr anchor="t">
            <a:normAutofit/>
          </a:bodyPr>
          <a:lstStyle>
            <a:lvl1pPr>
              <a:lnSpc>
                <a:spcPct val="100000"/>
              </a:lnSpc>
              <a:defRPr sz="4000">
                <a:solidFill>
                  <a:schemeClr val="accent1"/>
                </a:solidFill>
              </a:defRPr>
            </a:lvl1pPr>
          </a:lstStyle>
          <a:p>
            <a:r>
              <a:rPr lang="en-US"/>
              <a:t>Click to edit Master title style</a:t>
            </a:r>
            <a:endParaRPr lang="es-ES"/>
          </a:p>
        </p:txBody>
      </p:sp>
      <p:sp>
        <p:nvSpPr>
          <p:cNvPr id="14" name="Marcador de texto 13">
            <a:extLst>
              <a:ext uri="{FF2B5EF4-FFF2-40B4-BE49-F238E27FC236}">
                <a16:creationId xmlns:a16="http://schemas.microsoft.com/office/drawing/2014/main" id="{6E38BAEA-EEE9-4346-9DB7-91D26BC942D7}"/>
              </a:ext>
            </a:extLst>
          </p:cNvPr>
          <p:cNvSpPr>
            <a:spLocks noGrp="1"/>
          </p:cNvSpPr>
          <p:nvPr>
            <p:ph type="body" sz="quarter" idx="14" hasCustomPrompt="1"/>
          </p:nvPr>
        </p:nvSpPr>
        <p:spPr>
          <a:xfrm>
            <a:off x="8945217" y="3270526"/>
            <a:ext cx="2958754" cy="2364961"/>
          </a:xfrm>
        </p:spPr>
        <p:txBody>
          <a:bodyPr>
            <a:noAutofit/>
          </a:bodyPr>
          <a:lstStyle>
            <a:lvl1pPr marL="0" indent="0" algn="r">
              <a:buFontTx/>
              <a:buNone/>
              <a:defRPr sz="16600">
                <a:solidFill>
                  <a:schemeClr val="bg1"/>
                </a:solidFill>
              </a:defRPr>
            </a:lvl1pPr>
            <a:lvl2pPr>
              <a:defRPr sz="13800">
                <a:solidFill>
                  <a:schemeClr val="tx1"/>
                </a:solidFill>
              </a:defRPr>
            </a:lvl2pPr>
            <a:lvl3pPr>
              <a:defRPr sz="11500">
                <a:solidFill>
                  <a:schemeClr val="tx1"/>
                </a:solidFill>
              </a:defRPr>
            </a:lvl3pPr>
            <a:lvl4pPr>
              <a:defRPr sz="9600">
                <a:solidFill>
                  <a:schemeClr val="tx1"/>
                </a:solidFill>
              </a:defRPr>
            </a:lvl4pPr>
            <a:lvl5pPr>
              <a:defRPr sz="9600">
                <a:solidFill>
                  <a:schemeClr val="tx1"/>
                </a:solidFill>
              </a:defRPr>
            </a:lvl5pPr>
          </a:lstStyle>
          <a:p>
            <a:pPr lvl="0"/>
            <a:r>
              <a:rPr lang="es-ES"/>
              <a:t>00</a:t>
            </a:r>
          </a:p>
        </p:txBody>
      </p:sp>
    </p:spTree>
    <p:extLst>
      <p:ext uri="{BB962C8B-B14F-4D97-AF65-F5344CB8AC3E}">
        <p14:creationId xmlns:p14="http://schemas.microsoft.com/office/powerpoint/2010/main" val="14300012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Titulo y contenido ">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6B5AEF2-F43E-4C92-A186-61C1E43CE82B}"/>
              </a:ext>
            </a:extLst>
          </p:cNvPr>
          <p:cNvSpPr>
            <a:spLocks noGrp="1"/>
          </p:cNvSpPr>
          <p:nvPr>
            <p:ph type="title" hasCustomPrompt="1"/>
          </p:nvPr>
        </p:nvSpPr>
        <p:spPr>
          <a:xfrm>
            <a:off x="722243" y="1087457"/>
            <a:ext cx="5297557" cy="1606047"/>
          </a:xfrm>
        </p:spPr>
        <p:txBody>
          <a:bodyPr anchor="t">
            <a:normAutofit/>
          </a:bodyPr>
          <a:lstStyle>
            <a:lvl1pPr>
              <a:defRPr sz="3600">
                <a:solidFill>
                  <a:schemeClr val="accent1"/>
                </a:solidFill>
              </a:defRPr>
            </a:lvl1pPr>
          </a:lstStyle>
          <a:p>
            <a:r>
              <a:rPr lang="es-ES"/>
              <a:t>Aquí Haga clic para modificar el estilo de título del patrón</a:t>
            </a:r>
          </a:p>
        </p:txBody>
      </p:sp>
      <p:sp>
        <p:nvSpPr>
          <p:cNvPr id="10" name="Marcador de número de diapositiva 5">
            <a:extLst>
              <a:ext uri="{FF2B5EF4-FFF2-40B4-BE49-F238E27FC236}">
                <a16:creationId xmlns:a16="http://schemas.microsoft.com/office/drawing/2014/main" id="{12E1D636-3017-4CF4-BA5F-3300C668441C}"/>
              </a:ext>
            </a:extLst>
          </p:cNvPr>
          <p:cNvSpPr>
            <a:spLocks noGrp="1"/>
          </p:cNvSpPr>
          <p:nvPr>
            <p:ph type="sldNum" sz="quarter" idx="12"/>
          </p:nvPr>
        </p:nvSpPr>
        <p:spPr>
          <a:xfrm>
            <a:off x="8730845" y="6209600"/>
            <a:ext cx="2743200" cy="365125"/>
          </a:xfrm>
        </p:spPr>
        <p:txBody>
          <a:bodyPr/>
          <a:lstStyle>
            <a:lvl1pPr>
              <a:defRPr sz="1300">
                <a:solidFill>
                  <a:schemeClr val="accent1"/>
                </a:solidFill>
              </a:defRPr>
            </a:lvl1pPr>
          </a:lstStyle>
          <a:p>
            <a:fld id="{BC0D97B6-E32F-4D7D-B839-7C3B51F2640F}" type="slidenum">
              <a:rPr lang="es-ES" smtClean="0"/>
              <a:pPr/>
              <a:t>‹#›</a:t>
            </a:fld>
            <a:endParaRPr lang="es-ES"/>
          </a:p>
        </p:txBody>
      </p:sp>
      <p:sp>
        <p:nvSpPr>
          <p:cNvPr id="15" name="Marcador de texto 14">
            <a:extLst>
              <a:ext uri="{FF2B5EF4-FFF2-40B4-BE49-F238E27FC236}">
                <a16:creationId xmlns:a16="http://schemas.microsoft.com/office/drawing/2014/main" id="{05897091-A449-4E0A-B444-7171DF90239A}"/>
              </a:ext>
            </a:extLst>
          </p:cNvPr>
          <p:cNvSpPr>
            <a:spLocks noGrp="1"/>
          </p:cNvSpPr>
          <p:nvPr>
            <p:ph type="body" sz="quarter" idx="14"/>
          </p:nvPr>
        </p:nvSpPr>
        <p:spPr>
          <a:xfrm>
            <a:off x="711024" y="337100"/>
            <a:ext cx="10758734" cy="304800"/>
          </a:xfrm>
        </p:spPr>
        <p:txBody>
          <a:bodyPr>
            <a:noAutofit/>
          </a:bodyPr>
          <a:lstStyle>
            <a:lvl1pPr marL="0" indent="0">
              <a:buFontTx/>
              <a:buNone/>
              <a:defRPr sz="1300">
                <a:solidFill>
                  <a:schemeClr val="accent1"/>
                </a:solidFill>
              </a:defRPr>
            </a:lvl1pPr>
            <a:lvl2pPr marL="457200" indent="0">
              <a:buFontTx/>
              <a:buNone/>
              <a:defRPr sz="1100"/>
            </a:lvl2pPr>
            <a:lvl3pPr marL="914400" indent="0">
              <a:buFontTx/>
              <a:buNone/>
              <a:defRPr sz="1050"/>
            </a:lvl3pPr>
            <a:lvl4pPr marL="1371600" indent="0">
              <a:buFontTx/>
              <a:buNone/>
              <a:defRPr sz="1000"/>
            </a:lvl4pPr>
            <a:lvl5pPr marL="1828800" indent="0">
              <a:buFontTx/>
              <a:buNone/>
              <a:defRPr sz="1000"/>
            </a:lvl5pPr>
          </a:lstStyle>
          <a:p>
            <a:pPr lvl="0"/>
            <a:r>
              <a:rPr lang="en-US"/>
              <a:t>Click to edit Master text styles</a:t>
            </a:r>
          </a:p>
        </p:txBody>
      </p:sp>
      <p:sp>
        <p:nvSpPr>
          <p:cNvPr id="18" name="Marcador de texto 16">
            <a:extLst>
              <a:ext uri="{FF2B5EF4-FFF2-40B4-BE49-F238E27FC236}">
                <a16:creationId xmlns:a16="http://schemas.microsoft.com/office/drawing/2014/main" id="{07C8BA77-3119-41AC-B33B-745A751CC066}"/>
              </a:ext>
            </a:extLst>
          </p:cNvPr>
          <p:cNvSpPr>
            <a:spLocks noGrp="1"/>
          </p:cNvSpPr>
          <p:nvPr>
            <p:ph type="body" sz="quarter" idx="15"/>
          </p:nvPr>
        </p:nvSpPr>
        <p:spPr>
          <a:xfrm>
            <a:off x="711025" y="3093562"/>
            <a:ext cx="5308776" cy="3083401"/>
          </a:xfrm>
        </p:spPr>
        <p:txBody>
          <a:bodyPr>
            <a:noAutofit/>
          </a:bodyPr>
          <a:lstStyle>
            <a:lvl1pPr marL="0" indent="0">
              <a:spcBef>
                <a:spcPts val="0"/>
              </a:spcBef>
              <a:spcAft>
                <a:spcPts val="2200"/>
              </a:spcAft>
              <a:buFontTx/>
              <a:buNone/>
              <a:defRPr lang="es-ES" sz="1200" kern="1200" smtClean="0">
                <a:solidFill>
                  <a:schemeClr val="tx2"/>
                </a:solidFill>
                <a:latin typeface="+mn-lt"/>
                <a:ea typeface="+mn-ea"/>
                <a:cs typeface="+mn-cs"/>
              </a:defRPr>
            </a:lvl1pPr>
            <a:lvl2pPr marL="457200" indent="0">
              <a:buFontTx/>
              <a:buNone/>
              <a:defRPr lang="es-ES" sz="1200" kern="1200" smtClean="0">
                <a:solidFill>
                  <a:schemeClr val="tx2"/>
                </a:solidFill>
                <a:latin typeface="+mn-lt"/>
                <a:ea typeface="+mn-ea"/>
                <a:cs typeface="+mn-cs"/>
              </a:defRPr>
            </a:lvl2pPr>
            <a:lvl3pPr marL="914400" indent="0">
              <a:buFontTx/>
              <a:buNone/>
              <a:defRPr lang="es-ES" sz="1200" kern="1200" smtClean="0">
                <a:solidFill>
                  <a:schemeClr val="tx2"/>
                </a:solidFill>
                <a:latin typeface="+mn-lt"/>
                <a:ea typeface="+mn-ea"/>
                <a:cs typeface="+mn-cs"/>
              </a:defRPr>
            </a:lvl3pPr>
            <a:lvl4pPr marL="1371600" indent="0">
              <a:buFontTx/>
              <a:buNone/>
              <a:defRPr lang="es-ES" sz="1200" kern="1200" smtClean="0">
                <a:solidFill>
                  <a:schemeClr val="tx2"/>
                </a:solidFill>
                <a:latin typeface="+mn-lt"/>
                <a:ea typeface="+mn-ea"/>
                <a:cs typeface="+mn-cs"/>
              </a:defRPr>
            </a:lvl4pPr>
            <a:lvl5pPr marL="1828800" indent="0">
              <a:buFontTx/>
              <a:buNone/>
              <a:defRPr lang="es-ES" sz="1200" kern="1200">
                <a:solidFill>
                  <a:schemeClr val="tx2"/>
                </a:solidFill>
                <a:latin typeface="+mn-lt"/>
                <a:ea typeface="+mn-ea"/>
                <a:cs typeface="+mn-cs"/>
              </a:defRPr>
            </a:lvl5pPr>
          </a:lstStyle>
          <a:p>
            <a:pPr lvl="0"/>
            <a:r>
              <a:rPr lang="en-US"/>
              <a:t>Click to edit Master text styles</a:t>
            </a:r>
          </a:p>
        </p:txBody>
      </p:sp>
      <p:sp>
        <p:nvSpPr>
          <p:cNvPr id="20" name="Marcador de texto 16">
            <a:extLst>
              <a:ext uri="{FF2B5EF4-FFF2-40B4-BE49-F238E27FC236}">
                <a16:creationId xmlns:a16="http://schemas.microsoft.com/office/drawing/2014/main" id="{81AA2FC0-CE4E-483D-AF92-BEA6CD796B9C}"/>
              </a:ext>
            </a:extLst>
          </p:cNvPr>
          <p:cNvSpPr>
            <a:spLocks noGrp="1"/>
          </p:cNvSpPr>
          <p:nvPr>
            <p:ph type="body" sz="quarter" idx="16"/>
          </p:nvPr>
        </p:nvSpPr>
        <p:spPr>
          <a:xfrm>
            <a:off x="6399971" y="1087458"/>
            <a:ext cx="5081004" cy="5089506"/>
          </a:xfrm>
        </p:spPr>
        <p:txBody>
          <a:bodyPr>
            <a:noAutofit/>
          </a:bodyPr>
          <a:lstStyle>
            <a:lvl1pPr marL="0" indent="0">
              <a:spcBef>
                <a:spcPts val="0"/>
              </a:spcBef>
              <a:spcAft>
                <a:spcPts val="2200"/>
              </a:spcAft>
              <a:buFontTx/>
              <a:buNone/>
              <a:defRPr lang="es-ES" sz="1200" kern="1200" smtClean="0">
                <a:solidFill>
                  <a:schemeClr val="tx2"/>
                </a:solidFill>
                <a:latin typeface="+mn-lt"/>
                <a:ea typeface="+mn-ea"/>
                <a:cs typeface="+mn-cs"/>
              </a:defRPr>
            </a:lvl1pPr>
            <a:lvl2pPr marL="457200" indent="0">
              <a:buFontTx/>
              <a:buNone/>
              <a:defRPr lang="es-ES" sz="1200" kern="1200" smtClean="0">
                <a:solidFill>
                  <a:schemeClr val="tx2"/>
                </a:solidFill>
                <a:latin typeface="+mn-lt"/>
                <a:ea typeface="+mn-ea"/>
                <a:cs typeface="+mn-cs"/>
              </a:defRPr>
            </a:lvl2pPr>
            <a:lvl3pPr marL="914400" indent="0">
              <a:buFontTx/>
              <a:buNone/>
              <a:defRPr lang="es-ES" sz="1200" kern="1200" smtClean="0">
                <a:solidFill>
                  <a:schemeClr val="tx2"/>
                </a:solidFill>
                <a:latin typeface="+mn-lt"/>
                <a:ea typeface="+mn-ea"/>
                <a:cs typeface="+mn-cs"/>
              </a:defRPr>
            </a:lvl3pPr>
            <a:lvl4pPr marL="1371600" indent="0">
              <a:buFontTx/>
              <a:buNone/>
              <a:defRPr lang="es-ES" sz="1200" kern="1200" smtClean="0">
                <a:solidFill>
                  <a:schemeClr val="tx2"/>
                </a:solidFill>
                <a:latin typeface="+mn-lt"/>
                <a:ea typeface="+mn-ea"/>
                <a:cs typeface="+mn-cs"/>
              </a:defRPr>
            </a:lvl4pPr>
            <a:lvl5pPr marL="1828800" indent="0">
              <a:buFontTx/>
              <a:buNone/>
              <a:defRPr lang="es-ES" sz="1200" kern="1200">
                <a:solidFill>
                  <a:schemeClr val="tx2"/>
                </a:solidFill>
                <a:latin typeface="+mn-lt"/>
                <a:ea typeface="+mn-ea"/>
                <a:cs typeface="+mn-cs"/>
              </a:defRPr>
            </a:lvl5pPr>
          </a:lstStyle>
          <a:p>
            <a:pPr lvl="0"/>
            <a:r>
              <a:rPr lang="en-US"/>
              <a:t>Click to edit Master text styles</a:t>
            </a:r>
          </a:p>
        </p:txBody>
      </p:sp>
      <p:sp>
        <p:nvSpPr>
          <p:cNvPr id="3" name="Freeform 5">
            <a:extLst>
              <a:ext uri="{FF2B5EF4-FFF2-40B4-BE49-F238E27FC236}">
                <a16:creationId xmlns:a16="http://schemas.microsoft.com/office/drawing/2014/main" id="{EFD889EE-B5DA-9A28-3C0B-1C596B0FD77A}"/>
              </a:ext>
            </a:extLst>
          </p:cNvPr>
          <p:cNvSpPr>
            <a:spLocks noEditPoints="1"/>
          </p:cNvSpPr>
          <p:nvPr userDrawn="1"/>
        </p:nvSpPr>
        <p:spPr bwMode="auto">
          <a:xfrm>
            <a:off x="252347" y="6514761"/>
            <a:ext cx="1171705" cy="206714"/>
          </a:xfrm>
          <a:custGeom>
            <a:avLst/>
            <a:gdLst>
              <a:gd name="T0" fmla="*/ 319 w 3262"/>
              <a:gd name="T1" fmla="*/ 39 h 572"/>
              <a:gd name="T2" fmla="*/ 300 w 3262"/>
              <a:gd name="T3" fmla="*/ 137 h 572"/>
              <a:gd name="T4" fmla="*/ 371 w 3262"/>
              <a:gd name="T5" fmla="*/ 405 h 572"/>
              <a:gd name="T6" fmla="*/ 244 w 3262"/>
              <a:gd name="T7" fmla="*/ 170 h 572"/>
              <a:gd name="T8" fmla="*/ 225 w 3262"/>
              <a:gd name="T9" fmla="*/ 267 h 572"/>
              <a:gd name="T10" fmla="*/ 300 w 3262"/>
              <a:gd name="T11" fmla="*/ 528 h 572"/>
              <a:gd name="T12" fmla="*/ 187 w 3262"/>
              <a:gd name="T13" fmla="*/ 333 h 572"/>
              <a:gd name="T14" fmla="*/ 300 w 3262"/>
              <a:gd name="T15" fmla="*/ 572 h 572"/>
              <a:gd name="T16" fmla="*/ 714 w 3262"/>
              <a:gd name="T17" fmla="*/ 540 h 572"/>
              <a:gd name="T18" fmla="*/ 910 w 3262"/>
              <a:gd name="T19" fmla="*/ 455 h 572"/>
              <a:gd name="T20" fmla="*/ 717 w 3262"/>
              <a:gd name="T21" fmla="*/ 258 h 572"/>
              <a:gd name="T22" fmla="*/ 945 w 3262"/>
              <a:gd name="T23" fmla="*/ 226 h 572"/>
              <a:gd name="T24" fmla="*/ 842 w 3262"/>
              <a:gd name="T25" fmla="*/ 322 h 572"/>
              <a:gd name="T26" fmla="*/ 829 w 3262"/>
              <a:gd name="T27" fmla="*/ 561 h 572"/>
              <a:gd name="T28" fmla="*/ 1277 w 3262"/>
              <a:gd name="T29" fmla="*/ 552 h 572"/>
              <a:gd name="T30" fmla="*/ 1138 w 3262"/>
              <a:gd name="T31" fmla="*/ 559 h 572"/>
              <a:gd name="T32" fmla="*/ 1277 w 3262"/>
              <a:gd name="T33" fmla="*/ 270 h 572"/>
              <a:gd name="T34" fmla="*/ 1171 w 3262"/>
              <a:gd name="T35" fmla="*/ 307 h 572"/>
              <a:gd name="T36" fmla="*/ 1215 w 3262"/>
              <a:gd name="T37" fmla="*/ 488 h 572"/>
              <a:gd name="T38" fmla="*/ 1533 w 3262"/>
              <a:gd name="T39" fmla="*/ 552 h 572"/>
              <a:gd name="T40" fmla="*/ 1407 w 3262"/>
              <a:gd name="T41" fmla="*/ 312 h 572"/>
              <a:gd name="T42" fmla="*/ 1345 w 3262"/>
              <a:gd name="T43" fmla="*/ 270 h 572"/>
              <a:gd name="T44" fmla="*/ 1767 w 3262"/>
              <a:gd name="T45" fmla="*/ 506 h 572"/>
              <a:gd name="T46" fmla="*/ 1756 w 3262"/>
              <a:gd name="T47" fmla="*/ 559 h 572"/>
              <a:gd name="T48" fmla="*/ 1719 w 3262"/>
              <a:gd name="T49" fmla="*/ 157 h 572"/>
              <a:gd name="T50" fmla="*/ 1812 w 3262"/>
              <a:gd name="T51" fmla="*/ 317 h 572"/>
              <a:gd name="T52" fmla="*/ 1767 w 3262"/>
              <a:gd name="T53" fmla="*/ 506 h 572"/>
              <a:gd name="T54" fmla="*/ 2043 w 3262"/>
              <a:gd name="T55" fmla="*/ 552 h 572"/>
              <a:gd name="T56" fmla="*/ 1836 w 3262"/>
              <a:gd name="T57" fmla="*/ 410 h 572"/>
              <a:gd name="T58" fmla="*/ 2038 w 3262"/>
              <a:gd name="T59" fmla="*/ 488 h 572"/>
              <a:gd name="T60" fmla="*/ 1899 w 3262"/>
              <a:gd name="T61" fmla="*/ 410 h 572"/>
              <a:gd name="T62" fmla="*/ 2418 w 3262"/>
              <a:gd name="T63" fmla="*/ 363 h 572"/>
              <a:gd name="T64" fmla="*/ 2356 w 3262"/>
              <a:gd name="T65" fmla="*/ 373 h 572"/>
              <a:gd name="T66" fmla="*/ 2230 w 3262"/>
              <a:gd name="T67" fmla="*/ 552 h 572"/>
              <a:gd name="T68" fmla="*/ 2281 w 3262"/>
              <a:gd name="T69" fmla="*/ 254 h 572"/>
              <a:gd name="T70" fmla="*/ 2733 w 3262"/>
              <a:gd name="T71" fmla="*/ 552 h 572"/>
              <a:gd name="T72" fmla="*/ 2591 w 3262"/>
              <a:gd name="T73" fmla="*/ 559 h 572"/>
              <a:gd name="T74" fmla="*/ 2671 w 3262"/>
              <a:gd name="T75" fmla="*/ 259 h 572"/>
              <a:gd name="T76" fmla="*/ 2671 w 3262"/>
              <a:gd name="T77" fmla="*/ 487 h 572"/>
              <a:gd name="T78" fmla="*/ 2531 w 3262"/>
              <a:gd name="T79" fmla="*/ 410 h 572"/>
              <a:gd name="T80" fmla="*/ 3045 w 3262"/>
              <a:gd name="T81" fmla="*/ 432 h 572"/>
              <a:gd name="T82" fmla="*/ 3038 w 3262"/>
              <a:gd name="T83" fmla="*/ 485 h 572"/>
              <a:gd name="T84" fmla="*/ 2783 w 3262"/>
              <a:gd name="T85" fmla="*/ 405 h 572"/>
              <a:gd name="T86" fmla="*/ 3045 w 3262"/>
              <a:gd name="T87" fmla="*/ 432 h 572"/>
              <a:gd name="T88" fmla="*/ 2918 w 3262"/>
              <a:gd name="T89" fmla="*/ 306 h 572"/>
              <a:gd name="T90" fmla="*/ 3256 w 3262"/>
              <a:gd name="T91" fmla="*/ 310 h 572"/>
              <a:gd name="T92" fmla="*/ 3164 w 3262"/>
              <a:gd name="T93" fmla="*/ 552 h 572"/>
              <a:gd name="T94" fmla="*/ 3208 w 3262"/>
              <a:gd name="T95" fmla="*/ 254 h 5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3262" h="572">
                <a:moveTo>
                  <a:pt x="430" y="262"/>
                </a:moveTo>
                <a:cubicBezTo>
                  <a:pt x="429" y="241"/>
                  <a:pt x="424" y="221"/>
                  <a:pt x="413" y="202"/>
                </a:cubicBezTo>
                <a:cubicBezTo>
                  <a:pt x="319" y="39"/>
                  <a:pt x="319" y="39"/>
                  <a:pt x="319" y="39"/>
                </a:cubicBezTo>
                <a:cubicBezTo>
                  <a:pt x="312" y="27"/>
                  <a:pt x="307" y="14"/>
                  <a:pt x="304" y="0"/>
                </a:cubicBezTo>
                <a:cubicBezTo>
                  <a:pt x="300" y="7"/>
                  <a:pt x="300" y="7"/>
                  <a:pt x="300" y="7"/>
                </a:cubicBezTo>
                <a:cubicBezTo>
                  <a:pt x="277" y="47"/>
                  <a:pt x="277" y="97"/>
                  <a:pt x="300" y="137"/>
                </a:cubicBezTo>
                <a:cubicBezTo>
                  <a:pt x="375" y="267"/>
                  <a:pt x="375" y="267"/>
                  <a:pt x="375" y="267"/>
                </a:cubicBezTo>
                <a:cubicBezTo>
                  <a:pt x="399" y="308"/>
                  <a:pt x="399" y="357"/>
                  <a:pt x="375" y="398"/>
                </a:cubicBezTo>
                <a:cubicBezTo>
                  <a:pt x="371" y="405"/>
                  <a:pt x="371" y="405"/>
                  <a:pt x="371" y="405"/>
                </a:cubicBezTo>
                <a:cubicBezTo>
                  <a:pt x="369" y="391"/>
                  <a:pt x="364" y="378"/>
                  <a:pt x="356" y="365"/>
                </a:cubicBezTo>
                <a:cubicBezTo>
                  <a:pt x="288" y="246"/>
                  <a:pt x="288" y="246"/>
                  <a:pt x="288" y="246"/>
                </a:cubicBezTo>
                <a:cubicBezTo>
                  <a:pt x="244" y="170"/>
                  <a:pt x="244" y="170"/>
                  <a:pt x="244" y="170"/>
                </a:cubicBezTo>
                <a:cubicBezTo>
                  <a:pt x="236" y="157"/>
                  <a:pt x="232" y="144"/>
                  <a:pt x="229" y="130"/>
                </a:cubicBezTo>
                <a:cubicBezTo>
                  <a:pt x="225" y="137"/>
                  <a:pt x="225" y="137"/>
                  <a:pt x="225" y="137"/>
                </a:cubicBezTo>
                <a:cubicBezTo>
                  <a:pt x="202" y="177"/>
                  <a:pt x="202" y="227"/>
                  <a:pt x="225" y="267"/>
                </a:cubicBezTo>
                <a:cubicBezTo>
                  <a:pt x="225" y="267"/>
                  <a:pt x="225" y="267"/>
                  <a:pt x="225" y="267"/>
                </a:cubicBezTo>
                <a:cubicBezTo>
                  <a:pt x="300" y="398"/>
                  <a:pt x="300" y="398"/>
                  <a:pt x="300" y="398"/>
                </a:cubicBezTo>
                <a:cubicBezTo>
                  <a:pt x="323" y="438"/>
                  <a:pt x="323" y="488"/>
                  <a:pt x="300" y="528"/>
                </a:cubicBezTo>
                <a:cubicBezTo>
                  <a:pt x="296" y="535"/>
                  <a:pt x="296" y="535"/>
                  <a:pt x="296" y="535"/>
                </a:cubicBezTo>
                <a:cubicBezTo>
                  <a:pt x="293" y="521"/>
                  <a:pt x="288" y="508"/>
                  <a:pt x="281" y="495"/>
                </a:cubicBezTo>
                <a:cubicBezTo>
                  <a:pt x="187" y="333"/>
                  <a:pt x="187" y="333"/>
                  <a:pt x="187" y="333"/>
                </a:cubicBezTo>
                <a:cubicBezTo>
                  <a:pt x="175" y="311"/>
                  <a:pt x="169" y="286"/>
                  <a:pt x="170" y="262"/>
                </a:cubicBezTo>
                <a:cubicBezTo>
                  <a:pt x="69" y="288"/>
                  <a:pt x="0" y="344"/>
                  <a:pt x="0" y="409"/>
                </a:cubicBezTo>
                <a:cubicBezTo>
                  <a:pt x="0" y="499"/>
                  <a:pt x="134" y="572"/>
                  <a:pt x="300" y="572"/>
                </a:cubicBezTo>
                <a:cubicBezTo>
                  <a:pt x="466" y="572"/>
                  <a:pt x="600" y="499"/>
                  <a:pt x="600" y="409"/>
                </a:cubicBezTo>
                <a:cubicBezTo>
                  <a:pt x="600" y="344"/>
                  <a:pt x="531" y="288"/>
                  <a:pt x="430" y="262"/>
                </a:cubicBezTo>
                <a:close/>
                <a:moveTo>
                  <a:pt x="714" y="540"/>
                </a:moveTo>
                <a:cubicBezTo>
                  <a:pt x="715" y="517"/>
                  <a:pt x="718" y="501"/>
                  <a:pt x="725" y="483"/>
                </a:cubicBezTo>
                <a:cubicBezTo>
                  <a:pt x="756" y="498"/>
                  <a:pt x="797" y="505"/>
                  <a:pt x="828" y="505"/>
                </a:cubicBezTo>
                <a:cubicBezTo>
                  <a:pt x="880" y="505"/>
                  <a:pt x="910" y="488"/>
                  <a:pt x="910" y="455"/>
                </a:cubicBezTo>
                <a:cubicBezTo>
                  <a:pt x="910" y="422"/>
                  <a:pt x="888" y="407"/>
                  <a:pt x="835" y="384"/>
                </a:cubicBezTo>
                <a:cubicBezTo>
                  <a:pt x="806" y="371"/>
                  <a:pt x="806" y="371"/>
                  <a:pt x="806" y="371"/>
                </a:cubicBezTo>
                <a:cubicBezTo>
                  <a:pt x="753" y="348"/>
                  <a:pt x="717" y="318"/>
                  <a:pt x="717" y="258"/>
                </a:cubicBezTo>
                <a:cubicBezTo>
                  <a:pt x="717" y="194"/>
                  <a:pt x="762" y="153"/>
                  <a:pt x="853" y="153"/>
                </a:cubicBezTo>
                <a:cubicBezTo>
                  <a:pt x="890" y="153"/>
                  <a:pt x="924" y="158"/>
                  <a:pt x="956" y="169"/>
                </a:cubicBezTo>
                <a:cubicBezTo>
                  <a:pt x="955" y="192"/>
                  <a:pt x="951" y="209"/>
                  <a:pt x="945" y="226"/>
                </a:cubicBezTo>
                <a:cubicBezTo>
                  <a:pt x="915" y="214"/>
                  <a:pt x="879" y="209"/>
                  <a:pt x="853" y="209"/>
                </a:cubicBezTo>
                <a:cubicBezTo>
                  <a:pt x="804" y="209"/>
                  <a:pt x="781" y="228"/>
                  <a:pt x="781" y="258"/>
                </a:cubicBezTo>
                <a:cubicBezTo>
                  <a:pt x="781" y="288"/>
                  <a:pt x="803" y="305"/>
                  <a:pt x="842" y="322"/>
                </a:cubicBezTo>
                <a:cubicBezTo>
                  <a:pt x="873" y="335"/>
                  <a:pt x="873" y="335"/>
                  <a:pt x="873" y="335"/>
                </a:cubicBezTo>
                <a:cubicBezTo>
                  <a:pt x="945" y="365"/>
                  <a:pt x="974" y="397"/>
                  <a:pt x="974" y="452"/>
                </a:cubicBezTo>
                <a:cubicBezTo>
                  <a:pt x="974" y="517"/>
                  <a:pt x="925" y="561"/>
                  <a:pt x="829" y="561"/>
                </a:cubicBezTo>
                <a:cubicBezTo>
                  <a:pt x="783" y="561"/>
                  <a:pt x="745" y="555"/>
                  <a:pt x="714" y="540"/>
                </a:cubicBezTo>
                <a:close/>
                <a:moveTo>
                  <a:pt x="1277" y="270"/>
                </a:moveTo>
                <a:cubicBezTo>
                  <a:pt x="1277" y="552"/>
                  <a:pt x="1277" y="552"/>
                  <a:pt x="1277" y="552"/>
                </a:cubicBezTo>
                <a:cubicBezTo>
                  <a:pt x="1220" y="552"/>
                  <a:pt x="1220" y="552"/>
                  <a:pt x="1220" y="552"/>
                </a:cubicBezTo>
                <a:cubicBezTo>
                  <a:pt x="1217" y="518"/>
                  <a:pt x="1217" y="518"/>
                  <a:pt x="1217" y="518"/>
                </a:cubicBezTo>
                <a:cubicBezTo>
                  <a:pt x="1201" y="543"/>
                  <a:pt x="1177" y="559"/>
                  <a:pt x="1138" y="559"/>
                </a:cubicBezTo>
                <a:cubicBezTo>
                  <a:pt x="1063" y="559"/>
                  <a:pt x="1013" y="505"/>
                  <a:pt x="1013" y="410"/>
                </a:cubicBezTo>
                <a:cubicBezTo>
                  <a:pt x="1013" y="311"/>
                  <a:pt x="1066" y="254"/>
                  <a:pt x="1171" y="254"/>
                </a:cubicBezTo>
                <a:cubicBezTo>
                  <a:pt x="1211" y="254"/>
                  <a:pt x="1245" y="259"/>
                  <a:pt x="1277" y="270"/>
                </a:cubicBezTo>
                <a:close/>
                <a:moveTo>
                  <a:pt x="1215" y="488"/>
                </a:moveTo>
                <a:cubicBezTo>
                  <a:pt x="1215" y="311"/>
                  <a:pt x="1215" y="311"/>
                  <a:pt x="1215" y="311"/>
                </a:cubicBezTo>
                <a:cubicBezTo>
                  <a:pt x="1202" y="309"/>
                  <a:pt x="1188" y="307"/>
                  <a:pt x="1171" y="307"/>
                </a:cubicBezTo>
                <a:cubicBezTo>
                  <a:pt x="1107" y="307"/>
                  <a:pt x="1077" y="347"/>
                  <a:pt x="1077" y="410"/>
                </a:cubicBezTo>
                <a:cubicBezTo>
                  <a:pt x="1077" y="468"/>
                  <a:pt x="1100" y="508"/>
                  <a:pt x="1155" y="508"/>
                </a:cubicBezTo>
                <a:cubicBezTo>
                  <a:pt x="1179" y="508"/>
                  <a:pt x="1199" y="500"/>
                  <a:pt x="1215" y="488"/>
                </a:cubicBezTo>
                <a:close/>
                <a:moveTo>
                  <a:pt x="1595" y="363"/>
                </a:moveTo>
                <a:cubicBezTo>
                  <a:pt x="1595" y="552"/>
                  <a:pt x="1595" y="552"/>
                  <a:pt x="1595" y="552"/>
                </a:cubicBezTo>
                <a:cubicBezTo>
                  <a:pt x="1533" y="552"/>
                  <a:pt x="1533" y="552"/>
                  <a:pt x="1533" y="552"/>
                </a:cubicBezTo>
                <a:cubicBezTo>
                  <a:pt x="1533" y="373"/>
                  <a:pt x="1533" y="373"/>
                  <a:pt x="1533" y="373"/>
                </a:cubicBezTo>
                <a:cubicBezTo>
                  <a:pt x="1533" y="329"/>
                  <a:pt x="1518" y="307"/>
                  <a:pt x="1456" y="307"/>
                </a:cubicBezTo>
                <a:cubicBezTo>
                  <a:pt x="1442" y="307"/>
                  <a:pt x="1424" y="309"/>
                  <a:pt x="1407" y="312"/>
                </a:cubicBezTo>
                <a:cubicBezTo>
                  <a:pt x="1407" y="552"/>
                  <a:pt x="1407" y="552"/>
                  <a:pt x="1407" y="552"/>
                </a:cubicBezTo>
                <a:cubicBezTo>
                  <a:pt x="1345" y="552"/>
                  <a:pt x="1345" y="552"/>
                  <a:pt x="1345" y="552"/>
                </a:cubicBezTo>
                <a:cubicBezTo>
                  <a:pt x="1345" y="270"/>
                  <a:pt x="1345" y="270"/>
                  <a:pt x="1345" y="270"/>
                </a:cubicBezTo>
                <a:cubicBezTo>
                  <a:pt x="1385" y="261"/>
                  <a:pt x="1428" y="254"/>
                  <a:pt x="1458" y="254"/>
                </a:cubicBezTo>
                <a:cubicBezTo>
                  <a:pt x="1562" y="254"/>
                  <a:pt x="1595" y="294"/>
                  <a:pt x="1595" y="363"/>
                </a:cubicBezTo>
                <a:close/>
                <a:moveTo>
                  <a:pt x="1767" y="506"/>
                </a:moveTo>
                <a:cubicBezTo>
                  <a:pt x="1785" y="506"/>
                  <a:pt x="1802" y="503"/>
                  <a:pt x="1816" y="498"/>
                </a:cubicBezTo>
                <a:cubicBezTo>
                  <a:pt x="1814" y="515"/>
                  <a:pt x="1812" y="534"/>
                  <a:pt x="1808" y="550"/>
                </a:cubicBezTo>
                <a:cubicBezTo>
                  <a:pt x="1791" y="557"/>
                  <a:pt x="1773" y="559"/>
                  <a:pt x="1756" y="559"/>
                </a:cubicBezTo>
                <a:cubicBezTo>
                  <a:pt x="1696" y="559"/>
                  <a:pt x="1657" y="531"/>
                  <a:pt x="1657" y="463"/>
                </a:cubicBezTo>
                <a:cubicBezTo>
                  <a:pt x="1657" y="166"/>
                  <a:pt x="1657" y="166"/>
                  <a:pt x="1657" y="166"/>
                </a:cubicBezTo>
                <a:cubicBezTo>
                  <a:pt x="1676" y="160"/>
                  <a:pt x="1700" y="157"/>
                  <a:pt x="1719" y="157"/>
                </a:cubicBezTo>
                <a:cubicBezTo>
                  <a:pt x="1719" y="264"/>
                  <a:pt x="1719" y="264"/>
                  <a:pt x="1719" y="264"/>
                </a:cubicBezTo>
                <a:cubicBezTo>
                  <a:pt x="1817" y="264"/>
                  <a:pt x="1817" y="264"/>
                  <a:pt x="1817" y="264"/>
                </a:cubicBezTo>
                <a:cubicBezTo>
                  <a:pt x="1816" y="283"/>
                  <a:pt x="1815" y="301"/>
                  <a:pt x="1812" y="317"/>
                </a:cubicBezTo>
                <a:cubicBezTo>
                  <a:pt x="1719" y="317"/>
                  <a:pt x="1719" y="317"/>
                  <a:pt x="1719" y="317"/>
                </a:cubicBezTo>
                <a:cubicBezTo>
                  <a:pt x="1719" y="455"/>
                  <a:pt x="1719" y="455"/>
                  <a:pt x="1719" y="455"/>
                </a:cubicBezTo>
                <a:cubicBezTo>
                  <a:pt x="1719" y="492"/>
                  <a:pt x="1737" y="506"/>
                  <a:pt x="1767" y="506"/>
                </a:cubicBezTo>
                <a:close/>
                <a:moveTo>
                  <a:pt x="2100" y="270"/>
                </a:moveTo>
                <a:cubicBezTo>
                  <a:pt x="2100" y="552"/>
                  <a:pt x="2100" y="552"/>
                  <a:pt x="2100" y="552"/>
                </a:cubicBezTo>
                <a:cubicBezTo>
                  <a:pt x="2043" y="552"/>
                  <a:pt x="2043" y="552"/>
                  <a:pt x="2043" y="552"/>
                </a:cubicBezTo>
                <a:cubicBezTo>
                  <a:pt x="2040" y="518"/>
                  <a:pt x="2040" y="518"/>
                  <a:pt x="2040" y="518"/>
                </a:cubicBezTo>
                <a:cubicBezTo>
                  <a:pt x="2024" y="543"/>
                  <a:pt x="2000" y="559"/>
                  <a:pt x="1960" y="559"/>
                </a:cubicBezTo>
                <a:cubicBezTo>
                  <a:pt x="1886" y="559"/>
                  <a:pt x="1836" y="505"/>
                  <a:pt x="1836" y="410"/>
                </a:cubicBezTo>
                <a:cubicBezTo>
                  <a:pt x="1836" y="311"/>
                  <a:pt x="1889" y="254"/>
                  <a:pt x="1993" y="254"/>
                </a:cubicBezTo>
                <a:cubicBezTo>
                  <a:pt x="2034" y="254"/>
                  <a:pt x="2067" y="259"/>
                  <a:pt x="2100" y="270"/>
                </a:cubicBezTo>
                <a:close/>
                <a:moveTo>
                  <a:pt x="2038" y="488"/>
                </a:moveTo>
                <a:cubicBezTo>
                  <a:pt x="2038" y="311"/>
                  <a:pt x="2038" y="311"/>
                  <a:pt x="2038" y="311"/>
                </a:cubicBezTo>
                <a:cubicBezTo>
                  <a:pt x="2025" y="309"/>
                  <a:pt x="2011" y="307"/>
                  <a:pt x="1993" y="307"/>
                </a:cubicBezTo>
                <a:cubicBezTo>
                  <a:pt x="1929" y="307"/>
                  <a:pt x="1899" y="347"/>
                  <a:pt x="1899" y="410"/>
                </a:cubicBezTo>
                <a:cubicBezTo>
                  <a:pt x="1899" y="468"/>
                  <a:pt x="1922" y="508"/>
                  <a:pt x="1978" y="508"/>
                </a:cubicBezTo>
                <a:cubicBezTo>
                  <a:pt x="2002" y="508"/>
                  <a:pt x="2022" y="500"/>
                  <a:pt x="2038" y="488"/>
                </a:cubicBezTo>
                <a:close/>
                <a:moveTo>
                  <a:pt x="2418" y="363"/>
                </a:moveTo>
                <a:cubicBezTo>
                  <a:pt x="2418" y="552"/>
                  <a:pt x="2418" y="552"/>
                  <a:pt x="2418" y="552"/>
                </a:cubicBezTo>
                <a:cubicBezTo>
                  <a:pt x="2356" y="552"/>
                  <a:pt x="2356" y="552"/>
                  <a:pt x="2356" y="552"/>
                </a:cubicBezTo>
                <a:cubicBezTo>
                  <a:pt x="2356" y="373"/>
                  <a:pt x="2356" y="373"/>
                  <a:pt x="2356" y="373"/>
                </a:cubicBezTo>
                <a:cubicBezTo>
                  <a:pt x="2356" y="329"/>
                  <a:pt x="2341" y="307"/>
                  <a:pt x="2279" y="307"/>
                </a:cubicBezTo>
                <a:cubicBezTo>
                  <a:pt x="2264" y="307"/>
                  <a:pt x="2247" y="309"/>
                  <a:pt x="2230" y="312"/>
                </a:cubicBezTo>
                <a:cubicBezTo>
                  <a:pt x="2230" y="552"/>
                  <a:pt x="2230" y="552"/>
                  <a:pt x="2230" y="552"/>
                </a:cubicBezTo>
                <a:cubicBezTo>
                  <a:pt x="2168" y="552"/>
                  <a:pt x="2168" y="552"/>
                  <a:pt x="2168" y="552"/>
                </a:cubicBezTo>
                <a:cubicBezTo>
                  <a:pt x="2168" y="270"/>
                  <a:pt x="2168" y="270"/>
                  <a:pt x="2168" y="270"/>
                </a:cubicBezTo>
                <a:cubicBezTo>
                  <a:pt x="2207" y="261"/>
                  <a:pt x="2251" y="254"/>
                  <a:pt x="2281" y="254"/>
                </a:cubicBezTo>
                <a:cubicBezTo>
                  <a:pt x="2384" y="254"/>
                  <a:pt x="2418" y="294"/>
                  <a:pt x="2418" y="363"/>
                </a:cubicBezTo>
                <a:close/>
                <a:moveTo>
                  <a:pt x="2733" y="157"/>
                </a:moveTo>
                <a:cubicBezTo>
                  <a:pt x="2733" y="552"/>
                  <a:pt x="2733" y="552"/>
                  <a:pt x="2733" y="552"/>
                </a:cubicBezTo>
                <a:cubicBezTo>
                  <a:pt x="2676" y="552"/>
                  <a:pt x="2676" y="552"/>
                  <a:pt x="2676" y="552"/>
                </a:cubicBezTo>
                <a:cubicBezTo>
                  <a:pt x="2672" y="516"/>
                  <a:pt x="2672" y="516"/>
                  <a:pt x="2672" y="516"/>
                </a:cubicBezTo>
                <a:cubicBezTo>
                  <a:pt x="2656" y="543"/>
                  <a:pt x="2632" y="559"/>
                  <a:pt x="2591" y="559"/>
                </a:cubicBezTo>
                <a:cubicBezTo>
                  <a:pt x="2517" y="559"/>
                  <a:pt x="2467" y="505"/>
                  <a:pt x="2467" y="410"/>
                </a:cubicBezTo>
                <a:cubicBezTo>
                  <a:pt x="2467" y="311"/>
                  <a:pt x="2520" y="254"/>
                  <a:pt x="2625" y="254"/>
                </a:cubicBezTo>
                <a:cubicBezTo>
                  <a:pt x="2641" y="254"/>
                  <a:pt x="2656" y="256"/>
                  <a:pt x="2671" y="259"/>
                </a:cubicBezTo>
                <a:cubicBezTo>
                  <a:pt x="2671" y="166"/>
                  <a:pt x="2671" y="166"/>
                  <a:pt x="2671" y="166"/>
                </a:cubicBezTo>
                <a:cubicBezTo>
                  <a:pt x="2690" y="159"/>
                  <a:pt x="2712" y="157"/>
                  <a:pt x="2733" y="157"/>
                </a:cubicBezTo>
                <a:close/>
                <a:moveTo>
                  <a:pt x="2671" y="487"/>
                </a:moveTo>
                <a:cubicBezTo>
                  <a:pt x="2671" y="313"/>
                  <a:pt x="2671" y="313"/>
                  <a:pt x="2671" y="313"/>
                </a:cubicBezTo>
                <a:cubicBezTo>
                  <a:pt x="2655" y="310"/>
                  <a:pt x="2638" y="307"/>
                  <a:pt x="2621" y="307"/>
                </a:cubicBezTo>
                <a:cubicBezTo>
                  <a:pt x="2560" y="307"/>
                  <a:pt x="2531" y="346"/>
                  <a:pt x="2531" y="410"/>
                </a:cubicBezTo>
                <a:cubicBezTo>
                  <a:pt x="2531" y="468"/>
                  <a:pt x="2554" y="508"/>
                  <a:pt x="2609" y="508"/>
                </a:cubicBezTo>
                <a:cubicBezTo>
                  <a:pt x="2634" y="508"/>
                  <a:pt x="2654" y="500"/>
                  <a:pt x="2671" y="487"/>
                </a:cubicBezTo>
                <a:close/>
                <a:moveTo>
                  <a:pt x="3045" y="432"/>
                </a:moveTo>
                <a:cubicBezTo>
                  <a:pt x="2847" y="432"/>
                  <a:pt x="2847" y="432"/>
                  <a:pt x="2847" y="432"/>
                </a:cubicBezTo>
                <a:cubicBezTo>
                  <a:pt x="2854" y="482"/>
                  <a:pt x="2884" y="506"/>
                  <a:pt x="2939" y="506"/>
                </a:cubicBezTo>
                <a:cubicBezTo>
                  <a:pt x="2973" y="506"/>
                  <a:pt x="3007" y="499"/>
                  <a:pt x="3038" y="485"/>
                </a:cubicBezTo>
                <a:cubicBezTo>
                  <a:pt x="3036" y="501"/>
                  <a:pt x="3033" y="522"/>
                  <a:pt x="3029" y="541"/>
                </a:cubicBezTo>
                <a:cubicBezTo>
                  <a:pt x="3001" y="554"/>
                  <a:pt x="2971" y="559"/>
                  <a:pt x="2937" y="559"/>
                </a:cubicBezTo>
                <a:cubicBezTo>
                  <a:pt x="2834" y="559"/>
                  <a:pt x="2783" y="502"/>
                  <a:pt x="2783" y="405"/>
                </a:cubicBezTo>
                <a:cubicBezTo>
                  <a:pt x="2783" y="321"/>
                  <a:pt x="2822" y="254"/>
                  <a:pt x="2921" y="254"/>
                </a:cubicBezTo>
                <a:cubicBezTo>
                  <a:pt x="3010" y="254"/>
                  <a:pt x="3048" y="313"/>
                  <a:pt x="3048" y="384"/>
                </a:cubicBezTo>
                <a:cubicBezTo>
                  <a:pt x="3048" y="401"/>
                  <a:pt x="3047" y="415"/>
                  <a:pt x="3045" y="432"/>
                </a:cubicBezTo>
                <a:close/>
                <a:moveTo>
                  <a:pt x="2845" y="380"/>
                </a:moveTo>
                <a:cubicBezTo>
                  <a:pt x="2985" y="380"/>
                  <a:pt x="2985" y="380"/>
                  <a:pt x="2985" y="380"/>
                </a:cubicBezTo>
                <a:cubicBezTo>
                  <a:pt x="2985" y="333"/>
                  <a:pt x="2960" y="306"/>
                  <a:pt x="2918" y="306"/>
                </a:cubicBezTo>
                <a:cubicBezTo>
                  <a:pt x="2874" y="306"/>
                  <a:pt x="2850" y="332"/>
                  <a:pt x="2845" y="380"/>
                </a:cubicBezTo>
                <a:close/>
                <a:moveTo>
                  <a:pt x="3262" y="257"/>
                </a:moveTo>
                <a:cubicBezTo>
                  <a:pt x="3262" y="275"/>
                  <a:pt x="3260" y="298"/>
                  <a:pt x="3256" y="310"/>
                </a:cubicBezTo>
                <a:cubicBezTo>
                  <a:pt x="3241" y="308"/>
                  <a:pt x="3227" y="307"/>
                  <a:pt x="3209" y="307"/>
                </a:cubicBezTo>
                <a:cubicBezTo>
                  <a:pt x="3194" y="307"/>
                  <a:pt x="3179" y="309"/>
                  <a:pt x="3164" y="311"/>
                </a:cubicBezTo>
                <a:cubicBezTo>
                  <a:pt x="3164" y="552"/>
                  <a:pt x="3164" y="552"/>
                  <a:pt x="3164" y="552"/>
                </a:cubicBezTo>
                <a:cubicBezTo>
                  <a:pt x="3102" y="552"/>
                  <a:pt x="3102" y="552"/>
                  <a:pt x="3102" y="552"/>
                </a:cubicBezTo>
                <a:cubicBezTo>
                  <a:pt x="3102" y="270"/>
                  <a:pt x="3102" y="270"/>
                  <a:pt x="3102" y="270"/>
                </a:cubicBezTo>
                <a:cubicBezTo>
                  <a:pt x="3128" y="261"/>
                  <a:pt x="3173" y="254"/>
                  <a:pt x="3208" y="254"/>
                </a:cubicBezTo>
                <a:cubicBezTo>
                  <a:pt x="3227" y="254"/>
                  <a:pt x="3248" y="255"/>
                  <a:pt x="3262" y="257"/>
                </a:cubicBezTo>
                <a:close/>
              </a:path>
            </a:pathLst>
          </a:custGeom>
          <a:solidFill>
            <a:srgbClr val="C00000"/>
          </a:solidFill>
          <a:ln>
            <a:noFill/>
          </a:ln>
        </p:spPr>
        <p:txBody>
          <a:bodyPr vert="horz" wrap="square" lIns="91440" tIns="45720" rIns="91440" bIns="45720" numCol="1" anchor="t" anchorCtr="0" compatLnSpc="1">
            <a:prstTxWarp prst="textNoShape">
              <a:avLst/>
            </a:prstTxWarp>
          </a:bodyPr>
          <a:lstStyle/>
          <a:p>
            <a:endParaRPr lang="es-ES"/>
          </a:p>
        </p:txBody>
      </p:sp>
    </p:spTree>
    <p:extLst>
      <p:ext uri="{BB962C8B-B14F-4D97-AF65-F5344CB8AC3E}">
        <p14:creationId xmlns:p14="http://schemas.microsoft.com/office/powerpoint/2010/main" val="42919012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Titulo y contenido 2">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6B5AEF2-F43E-4C92-A186-61C1E43CE82B}"/>
              </a:ext>
            </a:extLst>
          </p:cNvPr>
          <p:cNvSpPr>
            <a:spLocks noGrp="1"/>
          </p:cNvSpPr>
          <p:nvPr>
            <p:ph type="title" hasCustomPrompt="1"/>
          </p:nvPr>
        </p:nvSpPr>
        <p:spPr>
          <a:xfrm>
            <a:off x="722243" y="1087457"/>
            <a:ext cx="10758733" cy="1823011"/>
          </a:xfrm>
        </p:spPr>
        <p:txBody>
          <a:bodyPr anchor="t">
            <a:noAutofit/>
          </a:bodyPr>
          <a:lstStyle>
            <a:lvl1pPr>
              <a:defRPr sz="3600">
                <a:solidFill>
                  <a:schemeClr val="accent1"/>
                </a:solidFill>
              </a:defRPr>
            </a:lvl1pPr>
          </a:lstStyle>
          <a:p>
            <a:r>
              <a:rPr lang="es-ES"/>
              <a:t>Aquí Haga clic para modificar el estilo de título del patrón</a:t>
            </a:r>
          </a:p>
        </p:txBody>
      </p:sp>
      <p:sp>
        <p:nvSpPr>
          <p:cNvPr id="10" name="Marcador de número de diapositiva 5">
            <a:extLst>
              <a:ext uri="{FF2B5EF4-FFF2-40B4-BE49-F238E27FC236}">
                <a16:creationId xmlns:a16="http://schemas.microsoft.com/office/drawing/2014/main" id="{12E1D636-3017-4CF4-BA5F-3300C668441C}"/>
              </a:ext>
            </a:extLst>
          </p:cNvPr>
          <p:cNvSpPr>
            <a:spLocks noGrp="1"/>
          </p:cNvSpPr>
          <p:nvPr>
            <p:ph type="sldNum" sz="quarter" idx="12"/>
          </p:nvPr>
        </p:nvSpPr>
        <p:spPr>
          <a:xfrm>
            <a:off x="8730845" y="6209600"/>
            <a:ext cx="2743200" cy="365125"/>
          </a:xfrm>
        </p:spPr>
        <p:txBody>
          <a:bodyPr/>
          <a:lstStyle>
            <a:lvl1pPr>
              <a:defRPr sz="1300">
                <a:solidFill>
                  <a:schemeClr val="accent1"/>
                </a:solidFill>
              </a:defRPr>
            </a:lvl1pPr>
          </a:lstStyle>
          <a:p>
            <a:fld id="{BC0D97B6-E32F-4D7D-B839-7C3B51F2640F}" type="slidenum">
              <a:rPr lang="es-ES" smtClean="0"/>
              <a:pPr/>
              <a:t>‹#›</a:t>
            </a:fld>
            <a:endParaRPr lang="es-ES"/>
          </a:p>
        </p:txBody>
      </p:sp>
      <p:sp>
        <p:nvSpPr>
          <p:cNvPr id="15" name="Marcador de texto 14">
            <a:extLst>
              <a:ext uri="{FF2B5EF4-FFF2-40B4-BE49-F238E27FC236}">
                <a16:creationId xmlns:a16="http://schemas.microsoft.com/office/drawing/2014/main" id="{05897091-A449-4E0A-B444-7171DF90239A}"/>
              </a:ext>
            </a:extLst>
          </p:cNvPr>
          <p:cNvSpPr>
            <a:spLocks noGrp="1"/>
          </p:cNvSpPr>
          <p:nvPr>
            <p:ph type="body" sz="quarter" idx="14"/>
          </p:nvPr>
        </p:nvSpPr>
        <p:spPr>
          <a:xfrm>
            <a:off x="711024" y="337100"/>
            <a:ext cx="10758734" cy="304800"/>
          </a:xfrm>
        </p:spPr>
        <p:txBody>
          <a:bodyPr>
            <a:noAutofit/>
          </a:bodyPr>
          <a:lstStyle>
            <a:lvl1pPr marL="0" indent="0">
              <a:buFontTx/>
              <a:buNone/>
              <a:defRPr sz="1300">
                <a:solidFill>
                  <a:schemeClr val="accent1"/>
                </a:solidFill>
              </a:defRPr>
            </a:lvl1pPr>
            <a:lvl2pPr marL="457200" indent="0">
              <a:buFontTx/>
              <a:buNone/>
              <a:defRPr sz="1100"/>
            </a:lvl2pPr>
            <a:lvl3pPr marL="914400" indent="0">
              <a:buFontTx/>
              <a:buNone/>
              <a:defRPr sz="1050"/>
            </a:lvl3pPr>
            <a:lvl4pPr marL="1371600" indent="0">
              <a:buFontTx/>
              <a:buNone/>
              <a:defRPr sz="1000"/>
            </a:lvl4pPr>
            <a:lvl5pPr marL="1828800" indent="0">
              <a:buFontTx/>
              <a:buNone/>
              <a:defRPr sz="1000"/>
            </a:lvl5pPr>
          </a:lstStyle>
          <a:p>
            <a:pPr lvl="0"/>
            <a:r>
              <a:rPr lang="en-US"/>
              <a:t>Click to edit Master text styles</a:t>
            </a:r>
          </a:p>
        </p:txBody>
      </p:sp>
      <p:sp>
        <p:nvSpPr>
          <p:cNvPr id="12" name="Marcador de texto 16">
            <a:extLst>
              <a:ext uri="{FF2B5EF4-FFF2-40B4-BE49-F238E27FC236}">
                <a16:creationId xmlns:a16="http://schemas.microsoft.com/office/drawing/2014/main" id="{87DF9564-216B-4533-A626-FE222DEB917D}"/>
              </a:ext>
            </a:extLst>
          </p:cNvPr>
          <p:cNvSpPr>
            <a:spLocks noGrp="1"/>
          </p:cNvSpPr>
          <p:nvPr>
            <p:ph type="body" sz="quarter" idx="15"/>
          </p:nvPr>
        </p:nvSpPr>
        <p:spPr>
          <a:xfrm>
            <a:off x="711024" y="3093562"/>
            <a:ext cx="10758733" cy="3083401"/>
          </a:xfrm>
        </p:spPr>
        <p:txBody>
          <a:bodyPr numCol="2" spcCol="720000">
            <a:noAutofit/>
          </a:bodyPr>
          <a:lstStyle>
            <a:lvl1pPr marL="0" indent="0">
              <a:spcBef>
                <a:spcPts val="0"/>
              </a:spcBef>
              <a:spcAft>
                <a:spcPts val="2200"/>
              </a:spcAft>
              <a:buFontTx/>
              <a:buNone/>
              <a:defRPr lang="es-ES" sz="1200" kern="1200" smtClean="0">
                <a:solidFill>
                  <a:schemeClr val="tx2"/>
                </a:solidFill>
                <a:latin typeface="+mn-lt"/>
                <a:ea typeface="+mn-ea"/>
                <a:cs typeface="+mn-cs"/>
              </a:defRPr>
            </a:lvl1pPr>
            <a:lvl2pPr marL="457200" indent="0">
              <a:buFontTx/>
              <a:buNone/>
              <a:defRPr lang="es-ES" sz="1200" kern="1200" smtClean="0">
                <a:solidFill>
                  <a:schemeClr val="tx2"/>
                </a:solidFill>
                <a:latin typeface="+mn-lt"/>
                <a:ea typeface="+mn-ea"/>
                <a:cs typeface="+mn-cs"/>
              </a:defRPr>
            </a:lvl2pPr>
            <a:lvl3pPr marL="914400" indent="0">
              <a:buFontTx/>
              <a:buNone/>
              <a:defRPr lang="es-ES" sz="1200" kern="1200" smtClean="0">
                <a:solidFill>
                  <a:schemeClr val="tx2"/>
                </a:solidFill>
                <a:latin typeface="+mn-lt"/>
                <a:ea typeface="+mn-ea"/>
                <a:cs typeface="+mn-cs"/>
              </a:defRPr>
            </a:lvl3pPr>
            <a:lvl4pPr marL="1371600" indent="0">
              <a:buFontTx/>
              <a:buNone/>
              <a:defRPr lang="es-ES" sz="1200" kern="1200" smtClean="0">
                <a:solidFill>
                  <a:schemeClr val="tx2"/>
                </a:solidFill>
                <a:latin typeface="+mn-lt"/>
                <a:ea typeface="+mn-ea"/>
                <a:cs typeface="+mn-cs"/>
              </a:defRPr>
            </a:lvl4pPr>
            <a:lvl5pPr marL="1828800" indent="0">
              <a:buFontTx/>
              <a:buNone/>
              <a:defRPr lang="es-ES" sz="1200" kern="1200">
                <a:solidFill>
                  <a:schemeClr val="tx2"/>
                </a:solidFill>
                <a:latin typeface="+mn-lt"/>
                <a:ea typeface="+mn-ea"/>
                <a:cs typeface="+mn-cs"/>
              </a:defRPr>
            </a:lvl5pPr>
          </a:lstStyle>
          <a:p>
            <a:pPr lvl="0"/>
            <a:r>
              <a:rPr lang="en-US"/>
              <a:t>Click to edit Master text styles</a:t>
            </a:r>
          </a:p>
        </p:txBody>
      </p:sp>
      <p:sp>
        <p:nvSpPr>
          <p:cNvPr id="3" name="Freeform 5">
            <a:extLst>
              <a:ext uri="{FF2B5EF4-FFF2-40B4-BE49-F238E27FC236}">
                <a16:creationId xmlns:a16="http://schemas.microsoft.com/office/drawing/2014/main" id="{22D6D65B-6CAA-439D-4529-EBE0B73E7B61}"/>
              </a:ext>
            </a:extLst>
          </p:cNvPr>
          <p:cNvSpPr>
            <a:spLocks noEditPoints="1"/>
          </p:cNvSpPr>
          <p:nvPr userDrawn="1"/>
        </p:nvSpPr>
        <p:spPr bwMode="auto">
          <a:xfrm>
            <a:off x="252347" y="6514761"/>
            <a:ext cx="1171705" cy="206714"/>
          </a:xfrm>
          <a:custGeom>
            <a:avLst/>
            <a:gdLst>
              <a:gd name="T0" fmla="*/ 319 w 3262"/>
              <a:gd name="T1" fmla="*/ 39 h 572"/>
              <a:gd name="T2" fmla="*/ 300 w 3262"/>
              <a:gd name="T3" fmla="*/ 137 h 572"/>
              <a:gd name="T4" fmla="*/ 371 w 3262"/>
              <a:gd name="T5" fmla="*/ 405 h 572"/>
              <a:gd name="T6" fmla="*/ 244 w 3262"/>
              <a:gd name="T7" fmla="*/ 170 h 572"/>
              <a:gd name="T8" fmla="*/ 225 w 3262"/>
              <a:gd name="T9" fmla="*/ 267 h 572"/>
              <a:gd name="T10" fmla="*/ 300 w 3262"/>
              <a:gd name="T11" fmla="*/ 528 h 572"/>
              <a:gd name="T12" fmla="*/ 187 w 3262"/>
              <a:gd name="T13" fmla="*/ 333 h 572"/>
              <a:gd name="T14" fmla="*/ 300 w 3262"/>
              <a:gd name="T15" fmla="*/ 572 h 572"/>
              <a:gd name="T16" fmla="*/ 714 w 3262"/>
              <a:gd name="T17" fmla="*/ 540 h 572"/>
              <a:gd name="T18" fmla="*/ 910 w 3262"/>
              <a:gd name="T19" fmla="*/ 455 h 572"/>
              <a:gd name="T20" fmla="*/ 717 w 3262"/>
              <a:gd name="T21" fmla="*/ 258 h 572"/>
              <a:gd name="T22" fmla="*/ 945 w 3262"/>
              <a:gd name="T23" fmla="*/ 226 h 572"/>
              <a:gd name="T24" fmla="*/ 842 w 3262"/>
              <a:gd name="T25" fmla="*/ 322 h 572"/>
              <a:gd name="T26" fmla="*/ 829 w 3262"/>
              <a:gd name="T27" fmla="*/ 561 h 572"/>
              <a:gd name="T28" fmla="*/ 1277 w 3262"/>
              <a:gd name="T29" fmla="*/ 552 h 572"/>
              <a:gd name="T30" fmla="*/ 1138 w 3262"/>
              <a:gd name="T31" fmla="*/ 559 h 572"/>
              <a:gd name="T32" fmla="*/ 1277 w 3262"/>
              <a:gd name="T33" fmla="*/ 270 h 572"/>
              <a:gd name="T34" fmla="*/ 1171 w 3262"/>
              <a:gd name="T35" fmla="*/ 307 h 572"/>
              <a:gd name="T36" fmla="*/ 1215 w 3262"/>
              <a:gd name="T37" fmla="*/ 488 h 572"/>
              <a:gd name="T38" fmla="*/ 1533 w 3262"/>
              <a:gd name="T39" fmla="*/ 552 h 572"/>
              <a:gd name="T40" fmla="*/ 1407 w 3262"/>
              <a:gd name="T41" fmla="*/ 312 h 572"/>
              <a:gd name="T42" fmla="*/ 1345 w 3262"/>
              <a:gd name="T43" fmla="*/ 270 h 572"/>
              <a:gd name="T44" fmla="*/ 1767 w 3262"/>
              <a:gd name="T45" fmla="*/ 506 h 572"/>
              <a:gd name="T46" fmla="*/ 1756 w 3262"/>
              <a:gd name="T47" fmla="*/ 559 h 572"/>
              <a:gd name="T48" fmla="*/ 1719 w 3262"/>
              <a:gd name="T49" fmla="*/ 157 h 572"/>
              <a:gd name="T50" fmla="*/ 1812 w 3262"/>
              <a:gd name="T51" fmla="*/ 317 h 572"/>
              <a:gd name="T52" fmla="*/ 1767 w 3262"/>
              <a:gd name="T53" fmla="*/ 506 h 572"/>
              <a:gd name="T54" fmla="*/ 2043 w 3262"/>
              <a:gd name="T55" fmla="*/ 552 h 572"/>
              <a:gd name="T56" fmla="*/ 1836 w 3262"/>
              <a:gd name="T57" fmla="*/ 410 h 572"/>
              <a:gd name="T58" fmla="*/ 2038 w 3262"/>
              <a:gd name="T59" fmla="*/ 488 h 572"/>
              <a:gd name="T60" fmla="*/ 1899 w 3262"/>
              <a:gd name="T61" fmla="*/ 410 h 572"/>
              <a:gd name="T62" fmla="*/ 2418 w 3262"/>
              <a:gd name="T63" fmla="*/ 363 h 572"/>
              <a:gd name="T64" fmla="*/ 2356 w 3262"/>
              <a:gd name="T65" fmla="*/ 373 h 572"/>
              <a:gd name="T66" fmla="*/ 2230 w 3262"/>
              <a:gd name="T67" fmla="*/ 552 h 572"/>
              <a:gd name="T68" fmla="*/ 2281 w 3262"/>
              <a:gd name="T69" fmla="*/ 254 h 572"/>
              <a:gd name="T70" fmla="*/ 2733 w 3262"/>
              <a:gd name="T71" fmla="*/ 552 h 572"/>
              <a:gd name="T72" fmla="*/ 2591 w 3262"/>
              <a:gd name="T73" fmla="*/ 559 h 572"/>
              <a:gd name="T74" fmla="*/ 2671 w 3262"/>
              <a:gd name="T75" fmla="*/ 259 h 572"/>
              <a:gd name="T76" fmla="*/ 2671 w 3262"/>
              <a:gd name="T77" fmla="*/ 487 h 572"/>
              <a:gd name="T78" fmla="*/ 2531 w 3262"/>
              <a:gd name="T79" fmla="*/ 410 h 572"/>
              <a:gd name="T80" fmla="*/ 3045 w 3262"/>
              <a:gd name="T81" fmla="*/ 432 h 572"/>
              <a:gd name="T82" fmla="*/ 3038 w 3262"/>
              <a:gd name="T83" fmla="*/ 485 h 572"/>
              <a:gd name="T84" fmla="*/ 2783 w 3262"/>
              <a:gd name="T85" fmla="*/ 405 h 572"/>
              <a:gd name="T86" fmla="*/ 3045 w 3262"/>
              <a:gd name="T87" fmla="*/ 432 h 572"/>
              <a:gd name="T88" fmla="*/ 2918 w 3262"/>
              <a:gd name="T89" fmla="*/ 306 h 572"/>
              <a:gd name="T90" fmla="*/ 3256 w 3262"/>
              <a:gd name="T91" fmla="*/ 310 h 572"/>
              <a:gd name="T92" fmla="*/ 3164 w 3262"/>
              <a:gd name="T93" fmla="*/ 552 h 572"/>
              <a:gd name="T94" fmla="*/ 3208 w 3262"/>
              <a:gd name="T95" fmla="*/ 254 h 5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3262" h="572">
                <a:moveTo>
                  <a:pt x="430" y="262"/>
                </a:moveTo>
                <a:cubicBezTo>
                  <a:pt x="429" y="241"/>
                  <a:pt x="424" y="221"/>
                  <a:pt x="413" y="202"/>
                </a:cubicBezTo>
                <a:cubicBezTo>
                  <a:pt x="319" y="39"/>
                  <a:pt x="319" y="39"/>
                  <a:pt x="319" y="39"/>
                </a:cubicBezTo>
                <a:cubicBezTo>
                  <a:pt x="312" y="27"/>
                  <a:pt x="307" y="14"/>
                  <a:pt x="304" y="0"/>
                </a:cubicBezTo>
                <a:cubicBezTo>
                  <a:pt x="300" y="7"/>
                  <a:pt x="300" y="7"/>
                  <a:pt x="300" y="7"/>
                </a:cubicBezTo>
                <a:cubicBezTo>
                  <a:pt x="277" y="47"/>
                  <a:pt x="277" y="97"/>
                  <a:pt x="300" y="137"/>
                </a:cubicBezTo>
                <a:cubicBezTo>
                  <a:pt x="375" y="267"/>
                  <a:pt x="375" y="267"/>
                  <a:pt x="375" y="267"/>
                </a:cubicBezTo>
                <a:cubicBezTo>
                  <a:pt x="399" y="308"/>
                  <a:pt x="399" y="357"/>
                  <a:pt x="375" y="398"/>
                </a:cubicBezTo>
                <a:cubicBezTo>
                  <a:pt x="371" y="405"/>
                  <a:pt x="371" y="405"/>
                  <a:pt x="371" y="405"/>
                </a:cubicBezTo>
                <a:cubicBezTo>
                  <a:pt x="369" y="391"/>
                  <a:pt x="364" y="378"/>
                  <a:pt x="356" y="365"/>
                </a:cubicBezTo>
                <a:cubicBezTo>
                  <a:pt x="288" y="246"/>
                  <a:pt x="288" y="246"/>
                  <a:pt x="288" y="246"/>
                </a:cubicBezTo>
                <a:cubicBezTo>
                  <a:pt x="244" y="170"/>
                  <a:pt x="244" y="170"/>
                  <a:pt x="244" y="170"/>
                </a:cubicBezTo>
                <a:cubicBezTo>
                  <a:pt x="236" y="157"/>
                  <a:pt x="232" y="144"/>
                  <a:pt x="229" y="130"/>
                </a:cubicBezTo>
                <a:cubicBezTo>
                  <a:pt x="225" y="137"/>
                  <a:pt x="225" y="137"/>
                  <a:pt x="225" y="137"/>
                </a:cubicBezTo>
                <a:cubicBezTo>
                  <a:pt x="202" y="177"/>
                  <a:pt x="202" y="227"/>
                  <a:pt x="225" y="267"/>
                </a:cubicBezTo>
                <a:cubicBezTo>
                  <a:pt x="225" y="267"/>
                  <a:pt x="225" y="267"/>
                  <a:pt x="225" y="267"/>
                </a:cubicBezTo>
                <a:cubicBezTo>
                  <a:pt x="300" y="398"/>
                  <a:pt x="300" y="398"/>
                  <a:pt x="300" y="398"/>
                </a:cubicBezTo>
                <a:cubicBezTo>
                  <a:pt x="323" y="438"/>
                  <a:pt x="323" y="488"/>
                  <a:pt x="300" y="528"/>
                </a:cubicBezTo>
                <a:cubicBezTo>
                  <a:pt x="296" y="535"/>
                  <a:pt x="296" y="535"/>
                  <a:pt x="296" y="535"/>
                </a:cubicBezTo>
                <a:cubicBezTo>
                  <a:pt x="293" y="521"/>
                  <a:pt x="288" y="508"/>
                  <a:pt x="281" y="495"/>
                </a:cubicBezTo>
                <a:cubicBezTo>
                  <a:pt x="187" y="333"/>
                  <a:pt x="187" y="333"/>
                  <a:pt x="187" y="333"/>
                </a:cubicBezTo>
                <a:cubicBezTo>
                  <a:pt x="175" y="311"/>
                  <a:pt x="169" y="286"/>
                  <a:pt x="170" y="262"/>
                </a:cubicBezTo>
                <a:cubicBezTo>
                  <a:pt x="69" y="288"/>
                  <a:pt x="0" y="344"/>
                  <a:pt x="0" y="409"/>
                </a:cubicBezTo>
                <a:cubicBezTo>
                  <a:pt x="0" y="499"/>
                  <a:pt x="134" y="572"/>
                  <a:pt x="300" y="572"/>
                </a:cubicBezTo>
                <a:cubicBezTo>
                  <a:pt x="466" y="572"/>
                  <a:pt x="600" y="499"/>
                  <a:pt x="600" y="409"/>
                </a:cubicBezTo>
                <a:cubicBezTo>
                  <a:pt x="600" y="344"/>
                  <a:pt x="531" y="288"/>
                  <a:pt x="430" y="262"/>
                </a:cubicBezTo>
                <a:close/>
                <a:moveTo>
                  <a:pt x="714" y="540"/>
                </a:moveTo>
                <a:cubicBezTo>
                  <a:pt x="715" y="517"/>
                  <a:pt x="718" y="501"/>
                  <a:pt x="725" y="483"/>
                </a:cubicBezTo>
                <a:cubicBezTo>
                  <a:pt x="756" y="498"/>
                  <a:pt x="797" y="505"/>
                  <a:pt x="828" y="505"/>
                </a:cubicBezTo>
                <a:cubicBezTo>
                  <a:pt x="880" y="505"/>
                  <a:pt x="910" y="488"/>
                  <a:pt x="910" y="455"/>
                </a:cubicBezTo>
                <a:cubicBezTo>
                  <a:pt x="910" y="422"/>
                  <a:pt x="888" y="407"/>
                  <a:pt x="835" y="384"/>
                </a:cubicBezTo>
                <a:cubicBezTo>
                  <a:pt x="806" y="371"/>
                  <a:pt x="806" y="371"/>
                  <a:pt x="806" y="371"/>
                </a:cubicBezTo>
                <a:cubicBezTo>
                  <a:pt x="753" y="348"/>
                  <a:pt x="717" y="318"/>
                  <a:pt x="717" y="258"/>
                </a:cubicBezTo>
                <a:cubicBezTo>
                  <a:pt x="717" y="194"/>
                  <a:pt x="762" y="153"/>
                  <a:pt x="853" y="153"/>
                </a:cubicBezTo>
                <a:cubicBezTo>
                  <a:pt x="890" y="153"/>
                  <a:pt x="924" y="158"/>
                  <a:pt x="956" y="169"/>
                </a:cubicBezTo>
                <a:cubicBezTo>
                  <a:pt x="955" y="192"/>
                  <a:pt x="951" y="209"/>
                  <a:pt x="945" y="226"/>
                </a:cubicBezTo>
                <a:cubicBezTo>
                  <a:pt x="915" y="214"/>
                  <a:pt x="879" y="209"/>
                  <a:pt x="853" y="209"/>
                </a:cubicBezTo>
                <a:cubicBezTo>
                  <a:pt x="804" y="209"/>
                  <a:pt x="781" y="228"/>
                  <a:pt x="781" y="258"/>
                </a:cubicBezTo>
                <a:cubicBezTo>
                  <a:pt x="781" y="288"/>
                  <a:pt x="803" y="305"/>
                  <a:pt x="842" y="322"/>
                </a:cubicBezTo>
                <a:cubicBezTo>
                  <a:pt x="873" y="335"/>
                  <a:pt x="873" y="335"/>
                  <a:pt x="873" y="335"/>
                </a:cubicBezTo>
                <a:cubicBezTo>
                  <a:pt x="945" y="365"/>
                  <a:pt x="974" y="397"/>
                  <a:pt x="974" y="452"/>
                </a:cubicBezTo>
                <a:cubicBezTo>
                  <a:pt x="974" y="517"/>
                  <a:pt x="925" y="561"/>
                  <a:pt x="829" y="561"/>
                </a:cubicBezTo>
                <a:cubicBezTo>
                  <a:pt x="783" y="561"/>
                  <a:pt x="745" y="555"/>
                  <a:pt x="714" y="540"/>
                </a:cubicBezTo>
                <a:close/>
                <a:moveTo>
                  <a:pt x="1277" y="270"/>
                </a:moveTo>
                <a:cubicBezTo>
                  <a:pt x="1277" y="552"/>
                  <a:pt x="1277" y="552"/>
                  <a:pt x="1277" y="552"/>
                </a:cubicBezTo>
                <a:cubicBezTo>
                  <a:pt x="1220" y="552"/>
                  <a:pt x="1220" y="552"/>
                  <a:pt x="1220" y="552"/>
                </a:cubicBezTo>
                <a:cubicBezTo>
                  <a:pt x="1217" y="518"/>
                  <a:pt x="1217" y="518"/>
                  <a:pt x="1217" y="518"/>
                </a:cubicBezTo>
                <a:cubicBezTo>
                  <a:pt x="1201" y="543"/>
                  <a:pt x="1177" y="559"/>
                  <a:pt x="1138" y="559"/>
                </a:cubicBezTo>
                <a:cubicBezTo>
                  <a:pt x="1063" y="559"/>
                  <a:pt x="1013" y="505"/>
                  <a:pt x="1013" y="410"/>
                </a:cubicBezTo>
                <a:cubicBezTo>
                  <a:pt x="1013" y="311"/>
                  <a:pt x="1066" y="254"/>
                  <a:pt x="1171" y="254"/>
                </a:cubicBezTo>
                <a:cubicBezTo>
                  <a:pt x="1211" y="254"/>
                  <a:pt x="1245" y="259"/>
                  <a:pt x="1277" y="270"/>
                </a:cubicBezTo>
                <a:close/>
                <a:moveTo>
                  <a:pt x="1215" y="488"/>
                </a:moveTo>
                <a:cubicBezTo>
                  <a:pt x="1215" y="311"/>
                  <a:pt x="1215" y="311"/>
                  <a:pt x="1215" y="311"/>
                </a:cubicBezTo>
                <a:cubicBezTo>
                  <a:pt x="1202" y="309"/>
                  <a:pt x="1188" y="307"/>
                  <a:pt x="1171" y="307"/>
                </a:cubicBezTo>
                <a:cubicBezTo>
                  <a:pt x="1107" y="307"/>
                  <a:pt x="1077" y="347"/>
                  <a:pt x="1077" y="410"/>
                </a:cubicBezTo>
                <a:cubicBezTo>
                  <a:pt x="1077" y="468"/>
                  <a:pt x="1100" y="508"/>
                  <a:pt x="1155" y="508"/>
                </a:cubicBezTo>
                <a:cubicBezTo>
                  <a:pt x="1179" y="508"/>
                  <a:pt x="1199" y="500"/>
                  <a:pt x="1215" y="488"/>
                </a:cubicBezTo>
                <a:close/>
                <a:moveTo>
                  <a:pt x="1595" y="363"/>
                </a:moveTo>
                <a:cubicBezTo>
                  <a:pt x="1595" y="552"/>
                  <a:pt x="1595" y="552"/>
                  <a:pt x="1595" y="552"/>
                </a:cubicBezTo>
                <a:cubicBezTo>
                  <a:pt x="1533" y="552"/>
                  <a:pt x="1533" y="552"/>
                  <a:pt x="1533" y="552"/>
                </a:cubicBezTo>
                <a:cubicBezTo>
                  <a:pt x="1533" y="373"/>
                  <a:pt x="1533" y="373"/>
                  <a:pt x="1533" y="373"/>
                </a:cubicBezTo>
                <a:cubicBezTo>
                  <a:pt x="1533" y="329"/>
                  <a:pt x="1518" y="307"/>
                  <a:pt x="1456" y="307"/>
                </a:cubicBezTo>
                <a:cubicBezTo>
                  <a:pt x="1442" y="307"/>
                  <a:pt x="1424" y="309"/>
                  <a:pt x="1407" y="312"/>
                </a:cubicBezTo>
                <a:cubicBezTo>
                  <a:pt x="1407" y="552"/>
                  <a:pt x="1407" y="552"/>
                  <a:pt x="1407" y="552"/>
                </a:cubicBezTo>
                <a:cubicBezTo>
                  <a:pt x="1345" y="552"/>
                  <a:pt x="1345" y="552"/>
                  <a:pt x="1345" y="552"/>
                </a:cubicBezTo>
                <a:cubicBezTo>
                  <a:pt x="1345" y="270"/>
                  <a:pt x="1345" y="270"/>
                  <a:pt x="1345" y="270"/>
                </a:cubicBezTo>
                <a:cubicBezTo>
                  <a:pt x="1385" y="261"/>
                  <a:pt x="1428" y="254"/>
                  <a:pt x="1458" y="254"/>
                </a:cubicBezTo>
                <a:cubicBezTo>
                  <a:pt x="1562" y="254"/>
                  <a:pt x="1595" y="294"/>
                  <a:pt x="1595" y="363"/>
                </a:cubicBezTo>
                <a:close/>
                <a:moveTo>
                  <a:pt x="1767" y="506"/>
                </a:moveTo>
                <a:cubicBezTo>
                  <a:pt x="1785" y="506"/>
                  <a:pt x="1802" y="503"/>
                  <a:pt x="1816" y="498"/>
                </a:cubicBezTo>
                <a:cubicBezTo>
                  <a:pt x="1814" y="515"/>
                  <a:pt x="1812" y="534"/>
                  <a:pt x="1808" y="550"/>
                </a:cubicBezTo>
                <a:cubicBezTo>
                  <a:pt x="1791" y="557"/>
                  <a:pt x="1773" y="559"/>
                  <a:pt x="1756" y="559"/>
                </a:cubicBezTo>
                <a:cubicBezTo>
                  <a:pt x="1696" y="559"/>
                  <a:pt x="1657" y="531"/>
                  <a:pt x="1657" y="463"/>
                </a:cubicBezTo>
                <a:cubicBezTo>
                  <a:pt x="1657" y="166"/>
                  <a:pt x="1657" y="166"/>
                  <a:pt x="1657" y="166"/>
                </a:cubicBezTo>
                <a:cubicBezTo>
                  <a:pt x="1676" y="160"/>
                  <a:pt x="1700" y="157"/>
                  <a:pt x="1719" y="157"/>
                </a:cubicBezTo>
                <a:cubicBezTo>
                  <a:pt x="1719" y="264"/>
                  <a:pt x="1719" y="264"/>
                  <a:pt x="1719" y="264"/>
                </a:cubicBezTo>
                <a:cubicBezTo>
                  <a:pt x="1817" y="264"/>
                  <a:pt x="1817" y="264"/>
                  <a:pt x="1817" y="264"/>
                </a:cubicBezTo>
                <a:cubicBezTo>
                  <a:pt x="1816" y="283"/>
                  <a:pt x="1815" y="301"/>
                  <a:pt x="1812" y="317"/>
                </a:cubicBezTo>
                <a:cubicBezTo>
                  <a:pt x="1719" y="317"/>
                  <a:pt x="1719" y="317"/>
                  <a:pt x="1719" y="317"/>
                </a:cubicBezTo>
                <a:cubicBezTo>
                  <a:pt x="1719" y="455"/>
                  <a:pt x="1719" y="455"/>
                  <a:pt x="1719" y="455"/>
                </a:cubicBezTo>
                <a:cubicBezTo>
                  <a:pt x="1719" y="492"/>
                  <a:pt x="1737" y="506"/>
                  <a:pt x="1767" y="506"/>
                </a:cubicBezTo>
                <a:close/>
                <a:moveTo>
                  <a:pt x="2100" y="270"/>
                </a:moveTo>
                <a:cubicBezTo>
                  <a:pt x="2100" y="552"/>
                  <a:pt x="2100" y="552"/>
                  <a:pt x="2100" y="552"/>
                </a:cubicBezTo>
                <a:cubicBezTo>
                  <a:pt x="2043" y="552"/>
                  <a:pt x="2043" y="552"/>
                  <a:pt x="2043" y="552"/>
                </a:cubicBezTo>
                <a:cubicBezTo>
                  <a:pt x="2040" y="518"/>
                  <a:pt x="2040" y="518"/>
                  <a:pt x="2040" y="518"/>
                </a:cubicBezTo>
                <a:cubicBezTo>
                  <a:pt x="2024" y="543"/>
                  <a:pt x="2000" y="559"/>
                  <a:pt x="1960" y="559"/>
                </a:cubicBezTo>
                <a:cubicBezTo>
                  <a:pt x="1886" y="559"/>
                  <a:pt x="1836" y="505"/>
                  <a:pt x="1836" y="410"/>
                </a:cubicBezTo>
                <a:cubicBezTo>
                  <a:pt x="1836" y="311"/>
                  <a:pt x="1889" y="254"/>
                  <a:pt x="1993" y="254"/>
                </a:cubicBezTo>
                <a:cubicBezTo>
                  <a:pt x="2034" y="254"/>
                  <a:pt x="2067" y="259"/>
                  <a:pt x="2100" y="270"/>
                </a:cubicBezTo>
                <a:close/>
                <a:moveTo>
                  <a:pt x="2038" y="488"/>
                </a:moveTo>
                <a:cubicBezTo>
                  <a:pt x="2038" y="311"/>
                  <a:pt x="2038" y="311"/>
                  <a:pt x="2038" y="311"/>
                </a:cubicBezTo>
                <a:cubicBezTo>
                  <a:pt x="2025" y="309"/>
                  <a:pt x="2011" y="307"/>
                  <a:pt x="1993" y="307"/>
                </a:cubicBezTo>
                <a:cubicBezTo>
                  <a:pt x="1929" y="307"/>
                  <a:pt x="1899" y="347"/>
                  <a:pt x="1899" y="410"/>
                </a:cubicBezTo>
                <a:cubicBezTo>
                  <a:pt x="1899" y="468"/>
                  <a:pt x="1922" y="508"/>
                  <a:pt x="1978" y="508"/>
                </a:cubicBezTo>
                <a:cubicBezTo>
                  <a:pt x="2002" y="508"/>
                  <a:pt x="2022" y="500"/>
                  <a:pt x="2038" y="488"/>
                </a:cubicBezTo>
                <a:close/>
                <a:moveTo>
                  <a:pt x="2418" y="363"/>
                </a:moveTo>
                <a:cubicBezTo>
                  <a:pt x="2418" y="552"/>
                  <a:pt x="2418" y="552"/>
                  <a:pt x="2418" y="552"/>
                </a:cubicBezTo>
                <a:cubicBezTo>
                  <a:pt x="2356" y="552"/>
                  <a:pt x="2356" y="552"/>
                  <a:pt x="2356" y="552"/>
                </a:cubicBezTo>
                <a:cubicBezTo>
                  <a:pt x="2356" y="373"/>
                  <a:pt x="2356" y="373"/>
                  <a:pt x="2356" y="373"/>
                </a:cubicBezTo>
                <a:cubicBezTo>
                  <a:pt x="2356" y="329"/>
                  <a:pt x="2341" y="307"/>
                  <a:pt x="2279" y="307"/>
                </a:cubicBezTo>
                <a:cubicBezTo>
                  <a:pt x="2264" y="307"/>
                  <a:pt x="2247" y="309"/>
                  <a:pt x="2230" y="312"/>
                </a:cubicBezTo>
                <a:cubicBezTo>
                  <a:pt x="2230" y="552"/>
                  <a:pt x="2230" y="552"/>
                  <a:pt x="2230" y="552"/>
                </a:cubicBezTo>
                <a:cubicBezTo>
                  <a:pt x="2168" y="552"/>
                  <a:pt x="2168" y="552"/>
                  <a:pt x="2168" y="552"/>
                </a:cubicBezTo>
                <a:cubicBezTo>
                  <a:pt x="2168" y="270"/>
                  <a:pt x="2168" y="270"/>
                  <a:pt x="2168" y="270"/>
                </a:cubicBezTo>
                <a:cubicBezTo>
                  <a:pt x="2207" y="261"/>
                  <a:pt x="2251" y="254"/>
                  <a:pt x="2281" y="254"/>
                </a:cubicBezTo>
                <a:cubicBezTo>
                  <a:pt x="2384" y="254"/>
                  <a:pt x="2418" y="294"/>
                  <a:pt x="2418" y="363"/>
                </a:cubicBezTo>
                <a:close/>
                <a:moveTo>
                  <a:pt x="2733" y="157"/>
                </a:moveTo>
                <a:cubicBezTo>
                  <a:pt x="2733" y="552"/>
                  <a:pt x="2733" y="552"/>
                  <a:pt x="2733" y="552"/>
                </a:cubicBezTo>
                <a:cubicBezTo>
                  <a:pt x="2676" y="552"/>
                  <a:pt x="2676" y="552"/>
                  <a:pt x="2676" y="552"/>
                </a:cubicBezTo>
                <a:cubicBezTo>
                  <a:pt x="2672" y="516"/>
                  <a:pt x="2672" y="516"/>
                  <a:pt x="2672" y="516"/>
                </a:cubicBezTo>
                <a:cubicBezTo>
                  <a:pt x="2656" y="543"/>
                  <a:pt x="2632" y="559"/>
                  <a:pt x="2591" y="559"/>
                </a:cubicBezTo>
                <a:cubicBezTo>
                  <a:pt x="2517" y="559"/>
                  <a:pt x="2467" y="505"/>
                  <a:pt x="2467" y="410"/>
                </a:cubicBezTo>
                <a:cubicBezTo>
                  <a:pt x="2467" y="311"/>
                  <a:pt x="2520" y="254"/>
                  <a:pt x="2625" y="254"/>
                </a:cubicBezTo>
                <a:cubicBezTo>
                  <a:pt x="2641" y="254"/>
                  <a:pt x="2656" y="256"/>
                  <a:pt x="2671" y="259"/>
                </a:cubicBezTo>
                <a:cubicBezTo>
                  <a:pt x="2671" y="166"/>
                  <a:pt x="2671" y="166"/>
                  <a:pt x="2671" y="166"/>
                </a:cubicBezTo>
                <a:cubicBezTo>
                  <a:pt x="2690" y="159"/>
                  <a:pt x="2712" y="157"/>
                  <a:pt x="2733" y="157"/>
                </a:cubicBezTo>
                <a:close/>
                <a:moveTo>
                  <a:pt x="2671" y="487"/>
                </a:moveTo>
                <a:cubicBezTo>
                  <a:pt x="2671" y="313"/>
                  <a:pt x="2671" y="313"/>
                  <a:pt x="2671" y="313"/>
                </a:cubicBezTo>
                <a:cubicBezTo>
                  <a:pt x="2655" y="310"/>
                  <a:pt x="2638" y="307"/>
                  <a:pt x="2621" y="307"/>
                </a:cubicBezTo>
                <a:cubicBezTo>
                  <a:pt x="2560" y="307"/>
                  <a:pt x="2531" y="346"/>
                  <a:pt x="2531" y="410"/>
                </a:cubicBezTo>
                <a:cubicBezTo>
                  <a:pt x="2531" y="468"/>
                  <a:pt x="2554" y="508"/>
                  <a:pt x="2609" y="508"/>
                </a:cubicBezTo>
                <a:cubicBezTo>
                  <a:pt x="2634" y="508"/>
                  <a:pt x="2654" y="500"/>
                  <a:pt x="2671" y="487"/>
                </a:cubicBezTo>
                <a:close/>
                <a:moveTo>
                  <a:pt x="3045" y="432"/>
                </a:moveTo>
                <a:cubicBezTo>
                  <a:pt x="2847" y="432"/>
                  <a:pt x="2847" y="432"/>
                  <a:pt x="2847" y="432"/>
                </a:cubicBezTo>
                <a:cubicBezTo>
                  <a:pt x="2854" y="482"/>
                  <a:pt x="2884" y="506"/>
                  <a:pt x="2939" y="506"/>
                </a:cubicBezTo>
                <a:cubicBezTo>
                  <a:pt x="2973" y="506"/>
                  <a:pt x="3007" y="499"/>
                  <a:pt x="3038" y="485"/>
                </a:cubicBezTo>
                <a:cubicBezTo>
                  <a:pt x="3036" y="501"/>
                  <a:pt x="3033" y="522"/>
                  <a:pt x="3029" y="541"/>
                </a:cubicBezTo>
                <a:cubicBezTo>
                  <a:pt x="3001" y="554"/>
                  <a:pt x="2971" y="559"/>
                  <a:pt x="2937" y="559"/>
                </a:cubicBezTo>
                <a:cubicBezTo>
                  <a:pt x="2834" y="559"/>
                  <a:pt x="2783" y="502"/>
                  <a:pt x="2783" y="405"/>
                </a:cubicBezTo>
                <a:cubicBezTo>
                  <a:pt x="2783" y="321"/>
                  <a:pt x="2822" y="254"/>
                  <a:pt x="2921" y="254"/>
                </a:cubicBezTo>
                <a:cubicBezTo>
                  <a:pt x="3010" y="254"/>
                  <a:pt x="3048" y="313"/>
                  <a:pt x="3048" y="384"/>
                </a:cubicBezTo>
                <a:cubicBezTo>
                  <a:pt x="3048" y="401"/>
                  <a:pt x="3047" y="415"/>
                  <a:pt x="3045" y="432"/>
                </a:cubicBezTo>
                <a:close/>
                <a:moveTo>
                  <a:pt x="2845" y="380"/>
                </a:moveTo>
                <a:cubicBezTo>
                  <a:pt x="2985" y="380"/>
                  <a:pt x="2985" y="380"/>
                  <a:pt x="2985" y="380"/>
                </a:cubicBezTo>
                <a:cubicBezTo>
                  <a:pt x="2985" y="333"/>
                  <a:pt x="2960" y="306"/>
                  <a:pt x="2918" y="306"/>
                </a:cubicBezTo>
                <a:cubicBezTo>
                  <a:pt x="2874" y="306"/>
                  <a:pt x="2850" y="332"/>
                  <a:pt x="2845" y="380"/>
                </a:cubicBezTo>
                <a:close/>
                <a:moveTo>
                  <a:pt x="3262" y="257"/>
                </a:moveTo>
                <a:cubicBezTo>
                  <a:pt x="3262" y="275"/>
                  <a:pt x="3260" y="298"/>
                  <a:pt x="3256" y="310"/>
                </a:cubicBezTo>
                <a:cubicBezTo>
                  <a:pt x="3241" y="308"/>
                  <a:pt x="3227" y="307"/>
                  <a:pt x="3209" y="307"/>
                </a:cubicBezTo>
                <a:cubicBezTo>
                  <a:pt x="3194" y="307"/>
                  <a:pt x="3179" y="309"/>
                  <a:pt x="3164" y="311"/>
                </a:cubicBezTo>
                <a:cubicBezTo>
                  <a:pt x="3164" y="552"/>
                  <a:pt x="3164" y="552"/>
                  <a:pt x="3164" y="552"/>
                </a:cubicBezTo>
                <a:cubicBezTo>
                  <a:pt x="3102" y="552"/>
                  <a:pt x="3102" y="552"/>
                  <a:pt x="3102" y="552"/>
                </a:cubicBezTo>
                <a:cubicBezTo>
                  <a:pt x="3102" y="270"/>
                  <a:pt x="3102" y="270"/>
                  <a:pt x="3102" y="270"/>
                </a:cubicBezTo>
                <a:cubicBezTo>
                  <a:pt x="3128" y="261"/>
                  <a:pt x="3173" y="254"/>
                  <a:pt x="3208" y="254"/>
                </a:cubicBezTo>
                <a:cubicBezTo>
                  <a:pt x="3227" y="254"/>
                  <a:pt x="3248" y="255"/>
                  <a:pt x="3262" y="257"/>
                </a:cubicBezTo>
                <a:close/>
              </a:path>
            </a:pathLst>
          </a:custGeom>
          <a:solidFill>
            <a:srgbClr val="C00000"/>
          </a:solidFill>
          <a:ln>
            <a:noFill/>
          </a:ln>
        </p:spPr>
        <p:txBody>
          <a:bodyPr vert="horz" wrap="square" lIns="91440" tIns="45720" rIns="91440" bIns="45720" numCol="1" anchor="t" anchorCtr="0" compatLnSpc="1">
            <a:prstTxWarp prst="textNoShape">
              <a:avLst/>
            </a:prstTxWarp>
          </a:bodyPr>
          <a:lstStyle/>
          <a:p>
            <a:endParaRPr lang="es-ES"/>
          </a:p>
        </p:txBody>
      </p:sp>
    </p:spTree>
    <p:extLst>
      <p:ext uri="{BB962C8B-B14F-4D97-AF65-F5344CB8AC3E}">
        <p14:creationId xmlns:p14="http://schemas.microsoft.com/office/powerpoint/2010/main" val="29566986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Destaca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6B5AEF2-F43E-4C92-A186-61C1E43CE82B}"/>
              </a:ext>
            </a:extLst>
          </p:cNvPr>
          <p:cNvSpPr>
            <a:spLocks noGrp="1"/>
          </p:cNvSpPr>
          <p:nvPr>
            <p:ph type="title" hasCustomPrompt="1"/>
          </p:nvPr>
        </p:nvSpPr>
        <p:spPr>
          <a:xfrm>
            <a:off x="731970" y="1109759"/>
            <a:ext cx="3801119" cy="5050689"/>
          </a:xfrm>
        </p:spPr>
        <p:txBody>
          <a:bodyPr anchor="t">
            <a:noAutofit/>
          </a:bodyPr>
          <a:lstStyle>
            <a:lvl1pPr>
              <a:defRPr sz="2500" b="1">
                <a:solidFill>
                  <a:schemeClr val="accent3"/>
                </a:solidFill>
              </a:defRPr>
            </a:lvl1pPr>
          </a:lstStyle>
          <a:p>
            <a:r>
              <a:rPr lang="es-ES" err="1"/>
              <a:t>Lorem</a:t>
            </a:r>
            <a:r>
              <a:rPr lang="es-ES"/>
              <a:t> Haga clic para modificar el estilo de título del patrón</a:t>
            </a:r>
          </a:p>
        </p:txBody>
      </p:sp>
      <p:sp>
        <p:nvSpPr>
          <p:cNvPr id="10" name="Marcador de número de diapositiva 5">
            <a:extLst>
              <a:ext uri="{FF2B5EF4-FFF2-40B4-BE49-F238E27FC236}">
                <a16:creationId xmlns:a16="http://schemas.microsoft.com/office/drawing/2014/main" id="{12E1D636-3017-4CF4-BA5F-3300C668441C}"/>
              </a:ext>
            </a:extLst>
          </p:cNvPr>
          <p:cNvSpPr>
            <a:spLocks noGrp="1"/>
          </p:cNvSpPr>
          <p:nvPr>
            <p:ph type="sldNum" sz="quarter" idx="12"/>
          </p:nvPr>
        </p:nvSpPr>
        <p:spPr>
          <a:xfrm>
            <a:off x="8730845" y="6209600"/>
            <a:ext cx="2743200" cy="365125"/>
          </a:xfrm>
        </p:spPr>
        <p:txBody>
          <a:bodyPr/>
          <a:lstStyle>
            <a:lvl1pPr>
              <a:defRPr sz="1300">
                <a:solidFill>
                  <a:schemeClr val="accent1"/>
                </a:solidFill>
              </a:defRPr>
            </a:lvl1pPr>
          </a:lstStyle>
          <a:p>
            <a:fld id="{BC0D97B6-E32F-4D7D-B839-7C3B51F2640F}" type="slidenum">
              <a:rPr lang="es-ES" smtClean="0"/>
              <a:pPr/>
              <a:t>‹#›</a:t>
            </a:fld>
            <a:endParaRPr lang="es-ES"/>
          </a:p>
        </p:txBody>
      </p:sp>
      <p:sp>
        <p:nvSpPr>
          <p:cNvPr id="15" name="Marcador de texto 14">
            <a:extLst>
              <a:ext uri="{FF2B5EF4-FFF2-40B4-BE49-F238E27FC236}">
                <a16:creationId xmlns:a16="http://schemas.microsoft.com/office/drawing/2014/main" id="{05897091-A449-4E0A-B444-7171DF90239A}"/>
              </a:ext>
            </a:extLst>
          </p:cNvPr>
          <p:cNvSpPr>
            <a:spLocks noGrp="1"/>
          </p:cNvSpPr>
          <p:nvPr>
            <p:ph type="body" sz="quarter" idx="14"/>
          </p:nvPr>
        </p:nvSpPr>
        <p:spPr>
          <a:xfrm>
            <a:off x="711024" y="337100"/>
            <a:ext cx="10758734" cy="304800"/>
          </a:xfrm>
        </p:spPr>
        <p:txBody>
          <a:bodyPr>
            <a:noAutofit/>
          </a:bodyPr>
          <a:lstStyle>
            <a:lvl1pPr marL="0" indent="0">
              <a:buFontTx/>
              <a:buNone/>
              <a:defRPr sz="1300">
                <a:solidFill>
                  <a:schemeClr val="accent1"/>
                </a:solidFill>
              </a:defRPr>
            </a:lvl1pPr>
            <a:lvl2pPr marL="457200" indent="0">
              <a:buFontTx/>
              <a:buNone/>
              <a:defRPr sz="1100"/>
            </a:lvl2pPr>
            <a:lvl3pPr marL="914400" indent="0">
              <a:buFontTx/>
              <a:buNone/>
              <a:defRPr sz="1050"/>
            </a:lvl3pPr>
            <a:lvl4pPr marL="1371600" indent="0">
              <a:buFontTx/>
              <a:buNone/>
              <a:defRPr sz="1000"/>
            </a:lvl4pPr>
            <a:lvl5pPr marL="1828800" indent="0">
              <a:buFontTx/>
              <a:buNone/>
              <a:defRPr sz="1000"/>
            </a:lvl5pPr>
          </a:lstStyle>
          <a:p>
            <a:pPr lvl="0"/>
            <a:r>
              <a:rPr lang="en-US"/>
              <a:t>Click to edit Master text styles</a:t>
            </a:r>
          </a:p>
        </p:txBody>
      </p:sp>
      <p:sp>
        <p:nvSpPr>
          <p:cNvPr id="12" name="Marcador de texto 16">
            <a:extLst>
              <a:ext uri="{FF2B5EF4-FFF2-40B4-BE49-F238E27FC236}">
                <a16:creationId xmlns:a16="http://schemas.microsoft.com/office/drawing/2014/main" id="{87DF9564-216B-4533-A626-FE222DEB917D}"/>
              </a:ext>
            </a:extLst>
          </p:cNvPr>
          <p:cNvSpPr>
            <a:spLocks noGrp="1"/>
          </p:cNvSpPr>
          <p:nvPr>
            <p:ph type="body" sz="quarter" idx="15"/>
          </p:nvPr>
        </p:nvSpPr>
        <p:spPr>
          <a:xfrm>
            <a:off x="4772722" y="1126274"/>
            <a:ext cx="6697035" cy="5050690"/>
          </a:xfrm>
        </p:spPr>
        <p:txBody>
          <a:bodyPr numCol="1" spcCol="0">
            <a:noAutofit/>
          </a:bodyPr>
          <a:lstStyle>
            <a:lvl1pPr marL="0" indent="0">
              <a:spcBef>
                <a:spcPts val="0"/>
              </a:spcBef>
              <a:spcAft>
                <a:spcPts val="2200"/>
              </a:spcAft>
              <a:buFontTx/>
              <a:buNone/>
              <a:defRPr lang="es-ES" sz="1200" kern="1200" smtClean="0">
                <a:solidFill>
                  <a:schemeClr val="tx2"/>
                </a:solidFill>
                <a:latin typeface="+mn-lt"/>
                <a:ea typeface="+mn-ea"/>
                <a:cs typeface="+mn-cs"/>
              </a:defRPr>
            </a:lvl1pPr>
            <a:lvl2pPr marL="457200" indent="0">
              <a:buFontTx/>
              <a:buNone/>
              <a:defRPr lang="es-ES" sz="1200" kern="1200" smtClean="0">
                <a:solidFill>
                  <a:schemeClr val="tx2"/>
                </a:solidFill>
                <a:latin typeface="+mn-lt"/>
                <a:ea typeface="+mn-ea"/>
                <a:cs typeface="+mn-cs"/>
              </a:defRPr>
            </a:lvl2pPr>
            <a:lvl3pPr marL="914400" indent="0">
              <a:buFontTx/>
              <a:buNone/>
              <a:defRPr lang="es-ES" sz="1200" kern="1200" smtClean="0">
                <a:solidFill>
                  <a:schemeClr val="tx2"/>
                </a:solidFill>
                <a:latin typeface="+mn-lt"/>
                <a:ea typeface="+mn-ea"/>
                <a:cs typeface="+mn-cs"/>
              </a:defRPr>
            </a:lvl3pPr>
            <a:lvl4pPr marL="1371600" indent="0">
              <a:buFontTx/>
              <a:buNone/>
              <a:defRPr lang="es-ES" sz="1200" kern="1200" smtClean="0">
                <a:solidFill>
                  <a:schemeClr val="tx2"/>
                </a:solidFill>
                <a:latin typeface="+mn-lt"/>
                <a:ea typeface="+mn-ea"/>
                <a:cs typeface="+mn-cs"/>
              </a:defRPr>
            </a:lvl4pPr>
            <a:lvl5pPr marL="1828800" indent="0">
              <a:buFontTx/>
              <a:buNone/>
              <a:defRPr lang="es-ES" sz="1200" kern="1200">
                <a:solidFill>
                  <a:schemeClr val="tx2"/>
                </a:solidFill>
                <a:latin typeface="+mn-lt"/>
                <a:ea typeface="+mn-ea"/>
                <a:cs typeface="+mn-cs"/>
              </a:defRPr>
            </a:lvl5pPr>
          </a:lstStyle>
          <a:p>
            <a:pPr lvl="0"/>
            <a:r>
              <a:rPr lang="en-US"/>
              <a:t>Click to edit Master text styles</a:t>
            </a:r>
          </a:p>
        </p:txBody>
      </p:sp>
      <p:sp>
        <p:nvSpPr>
          <p:cNvPr id="3" name="Freeform 5">
            <a:extLst>
              <a:ext uri="{FF2B5EF4-FFF2-40B4-BE49-F238E27FC236}">
                <a16:creationId xmlns:a16="http://schemas.microsoft.com/office/drawing/2014/main" id="{51044AC9-BE04-DE9C-6863-30E7B3AF4F79}"/>
              </a:ext>
            </a:extLst>
          </p:cNvPr>
          <p:cNvSpPr>
            <a:spLocks noEditPoints="1"/>
          </p:cNvSpPr>
          <p:nvPr userDrawn="1"/>
        </p:nvSpPr>
        <p:spPr bwMode="auto">
          <a:xfrm>
            <a:off x="252347" y="6514761"/>
            <a:ext cx="1171705" cy="206714"/>
          </a:xfrm>
          <a:custGeom>
            <a:avLst/>
            <a:gdLst>
              <a:gd name="T0" fmla="*/ 319 w 3262"/>
              <a:gd name="T1" fmla="*/ 39 h 572"/>
              <a:gd name="T2" fmla="*/ 300 w 3262"/>
              <a:gd name="T3" fmla="*/ 137 h 572"/>
              <a:gd name="T4" fmla="*/ 371 w 3262"/>
              <a:gd name="T5" fmla="*/ 405 h 572"/>
              <a:gd name="T6" fmla="*/ 244 w 3262"/>
              <a:gd name="T7" fmla="*/ 170 h 572"/>
              <a:gd name="T8" fmla="*/ 225 w 3262"/>
              <a:gd name="T9" fmla="*/ 267 h 572"/>
              <a:gd name="T10" fmla="*/ 300 w 3262"/>
              <a:gd name="T11" fmla="*/ 528 h 572"/>
              <a:gd name="T12" fmla="*/ 187 w 3262"/>
              <a:gd name="T13" fmla="*/ 333 h 572"/>
              <a:gd name="T14" fmla="*/ 300 w 3262"/>
              <a:gd name="T15" fmla="*/ 572 h 572"/>
              <a:gd name="T16" fmla="*/ 714 w 3262"/>
              <a:gd name="T17" fmla="*/ 540 h 572"/>
              <a:gd name="T18" fmla="*/ 910 w 3262"/>
              <a:gd name="T19" fmla="*/ 455 h 572"/>
              <a:gd name="T20" fmla="*/ 717 w 3262"/>
              <a:gd name="T21" fmla="*/ 258 h 572"/>
              <a:gd name="T22" fmla="*/ 945 w 3262"/>
              <a:gd name="T23" fmla="*/ 226 h 572"/>
              <a:gd name="T24" fmla="*/ 842 w 3262"/>
              <a:gd name="T25" fmla="*/ 322 h 572"/>
              <a:gd name="T26" fmla="*/ 829 w 3262"/>
              <a:gd name="T27" fmla="*/ 561 h 572"/>
              <a:gd name="T28" fmla="*/ 1277 w 3262"/>
              <a:gd name="T29" fmla="*/ 552 h 572"/>
              <a:gd name="T30" fmla="*/ 1138 w 3262"/>
              <a:gd name="T31" fmla="*/ 559 h 572"/>
              <a:gd name="T32" fmla="*/ 1277 w 3262"/>
              <a:gd name="T33" fmla="*/ 270 h 572"/>
              <a:gd name="T34" fmla="*/ 1171 w 3262"/>
              <a:gd name="T35" fmla="*/ 307 h 572"/>
              <a:gd name="T36" fmla="*/ 1215 w 3262"/>
              <a:gd name="T37" fmla="*/ 488 h 572"/>
              <a:gd name="T38" fmla="*/ 1533 w 3262"/>
              <a:gd name="T39" fmla="*/ 552 h 572"/>
              <a:gd name="T40" fmla="*/ 1407 w 3262"/>
              <a:gd name="T41" fmla="*/ 312 h 572"/>
              <a:gd name="T42" fmla="*/ 1345 w 3262"/>
              <a:gd name="T43" fmla="*/ 270 h 572"/>
              <a:gd name="T44" fmla="*/ 1767 w 3262"/>
              <a:gd name="T45" fmla="*/ 506 h 572"/>
              <a:gd name="T46" fmla="*/ 1756 w 3262"/>
              <a:gd name="T47" fmla="*/ 559 h 572"/>
              <a:gd name="T48" fmla="*/ 1719 w 3262"/>
              <a:gd name="T49" fmla="*/ 157 h 572"/>
              <a:gd name="T50" fmla="*/ 1812 w 3262"/>
              <a:gd name="T51" fmla="*/ 317 h 572"/>
              <a:gd name="T52" fmla="*/ 1767 w 3262"/>
              <a:gd name="T53" fmla="*/ 506 h 572"/>
              <a:gd name="T54" fmla="*/ 2043 w 3262"/>
              <a:gd name="T55" fmla="*/ 552 h 572"/>
              <a:gd name="T56" fmla="*/ 1836 w 3262"/>
              <a:gd name="T57" fmla="*/ 410 h 572"/>
              <a:gd name="T58" fmla="*/ 2038 w 3262"/>
              <a:gd name="T59" fmla="*/ 488 h 572"/>
              <a:gd name="T60" fmla="*/ 1899 w 3262"/>
              <a:gd name="T61" fmla="*/ 410 h 572"/>
              <a:gd name="T62" fmla="*/ 2418 w 3262"/>
              <a:gd name="T63" fmla="*/ 363 h 572"/>
              <a:gd name="T64" fmla="*/ 2356 w 3262"/>
              <a:gd name="T65" fmla="*/ 373 h 572"/>
              <a:gd name="T66" fmla="*/ 2230 w 3262"/>
              <a:gd name="T67" fmla="*/ 552 h 572"/>
              <a:gd name="T68" fmla="*/ 2281 w 3262"/>
              <a:gd name="T69" fmla="*/ 254 h 572"/>
              <a:gd name="T70" fmla="*/ 2733 w 3262"/>
              <a:gd name="T71" fmla="*/ 552 h 572"/>
              <a:gd name="T72" fmla="*/ 2591 w 3262"/>
              <a:gd name="T73" fmla="*/ 559 h 572"/>
              <a:gd name="T74" fmla="*/ 2671 w 3262"/>
              <a:gd name="T75" fmla="*/ 259 h 572"/>
              <a:gd name="T76" fmla="*/ 2671 w 3262"/>
              <a:gd name="T77" fmla="*/ 487 h 572"/>
              <a:gd name="T78" fmla="*/ 2531 w 3262"/>
              <a:gd name="T79" fmla="*/ 410 h 572"/>
              <a:gd name="T80" fmla="*/ 3045 w 3262"/>
              <a:gd name="T81" fmla="*/ 432 h 572"/>
              <a:gd name="T82" fmla="*/ 3038 w 3262"/>
              <a:gd name="T83" fmla="*/ 485 h 572"/>
              <a:gd name="T84" fmla="*/ 2783 w 3262"/>
              <a:gd name="T85" fmla="*/ 405 h 572"/>
              <a:gd name="T86" fmla="*/ 3045 w 3262"/>
              <a:gd name="T87" fmla="*/ 432 h 572"/>
              <a:gd name="T88" fmla="*/ 2918 w 3262"/>
              <a:gd name="T89" fmla="*/ 306 h 572"/>
              <a:gd name="T90" fmla="*/ 3256 w 3262"/>
              <a:gd name="T91" fmla="*/ 310 h 572"/>
              <a:gd name="T92" fmla="*/ 3164 w 3262"/>
              <a:gd name="T93" fmla="*/ 552 h 572"/>
              <a:gd name="T94" fmla="*/ 3208 w 3262"/>
              <a:gd name="T95" fmla="*/ 254 h 5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3262" h="572">
                <a:moveTo>
                  <a:pt x="430" y="262"/>
                </a:moveTo>
                <a:cubicBezTo>
                  <a:pt x="429" y="241"/>
                  <a:pt x="424" y="221"/>
                  <a:pt x="413" y="202"/>
                </a:cubicBezTo>
                <a:cubicBezTo>
                  <a:pt x="319" y="39"/>
                  <a:pt x="319" y="39"/>
                  <a:pt x="319" y="39"/>
                </a:cubicBezTo>
                <a:cubicBezTo>
                  <a:pt x="312" y="27"/>
                  <a:pt x="307" y="14"/>
                  <a:pt x="304" y="0"/>
                </a:cubicBezTo>
                <a:cubicBezTo>
                  <a:pt x="300" y="7"/>
                  <a:pt x="300" y="7"/>
                  <a:pt x="300" y="7"/>
                </a:cubicBezTo>
                <a:cubicBezTo>
                  <a:pt x="277" y="47"/>
                  <a:pt x="277" y="97"/>
                  <a:pt x="300" y="137"/>
                </a:cubicBezTo>
                <a:cubicBezTo>
                  <a:pt x="375" y="267"/>
                  <a:pt x="375" y="267"/>
                  <a:pt x="375" y="267"/>
                </a:cubicBezTo>
                <a:cubicBezTo>
                  <a:pt x="399" y="308"/>
                  <a:pt x="399" y="357"/>
                  <a:pt x="375" y="398"/>
                </a:cubicBezTo>
                <a:cubicBezTo>
                  <a:pt x="371" y="405"/>
                  <a:pt x="371" y="405"/>
                  <a:pt x="371" y="405"/>
                </a:cubicBezTo>
                <a:cubicBezTo>
                  <a:pt x="369" y="391"/>
                  <a:pt x="364" y="378"/>
                  <a:pt x="356" y="365"/>
                </a:cubicBezTo>
                <a:cubicBezTo>
                  <a:pt x="288" y="246"/>
                  <a:pt x="288" y="246"/>
                  <a:pt x="288" y="246"/>
                </a:cubicBezTo>
                <a:cubicBezTo>
                  <a:pt x="244" y="170"/>
                  <a:pt x="244" y="170"/>
                  <a:pt x="244" y="170"/>
                </a:cubicBezTo>
                <a:cubicBezTo>
                  <a:pt x="236" y="157"/>
                  <a:pt x="232" y="144"/>
                  <a:pt x="229" y="130"/>
                </a:cubicBezTo>
                <a:cubicBezTo>
                  <a:pt x="225" y="137"/>
                  <a:pt x="225" y="137"/>
                  <a:pt x="225" y="137"/>
                </a:cubicBezTo>
                <a:cubicBezTo>
                  <a:pt x="202" y="177"/>
                  <a:pt x="202" y="227"/>
                  <a:pt x="225" y="267"/>
                </a:cubicBezTo>
                <a:cubicBezTo>
                  <a:pt x="225" y="267"/>
                  <a:pt x="225" y="267"/>
                  <a:pt x="225" y="267"/>
                </a:cubicBezTo>
                <a:cubicBezTo>
                  <a:pt x="300" y="398"/>
                  <a:pt x="300" y="398"/>
                  <a:pt x="300" y="398"/>
                </a:cubicBezTo>
                <a:cubicBezTo>
                  <a:pt x="323" y="438"/>
                  <a:pt x="323" y="488"/>
                  <a:pt x="300" y="528"/>
                </a:cubicBezTo>
                <a:cubicBezTo>
                  <a:pt x="296" y="535"/>
                  <a:pt x="296" y="535"/>
                  <a:pt x="296" y="535"/>
                </a:cubicBezTo>
                <a:cubicBezTo>
                  <a:pt x="293" y="521"/>
                  <a:pt x="288" y="508"/>
                  <a:pt x="281" y="495"/>
                </a:cubicBezTo>
                <a:cubicBezTo>
                  <a:pt x="187" y="333"/>
                  <a:pt x="187" y="333"/>
                  <a:pt x="187" y="333"/>
                </a:cubicBezTo>
                <a:cubicBezTo>
                  <a:pt x="175" y="311"/>
                  <a:pt x="169" y="286"/>
                  <a:pt x="170" y="262"/>
                </a:cubicBezTo>
                <a:cubicBezTo>
                  <a:pt x="69" y="288"/>
                  <a:pt x="0" y="344"/>
                  <a:pt x="0" y="409"/>
                </a:cubicBezTo>
                <a:cubicBezTo>
                  <a:pt x="0" y="499"/>
                  <a:pt x="134" y="572"/>
                  <a:pt x="300" y="572"/>
                </a:cubicBezTo>
                <a:cubicBezTo>
                  <a:pt x="466" y="572"/>
                  <a:pt x="600" y="499"/>
                  <a:pt x="600" y="409"/>
                </a:cubicBezTo>
                <a:cubicBezTo>
                  <a:pt x="600" y="344"/>
                  <a:pt x="531" y="288"/>
                  <a:pt x="430" y="262"/>
                </a:cubicBezTo>
                <a:close/>
                <a:moveTo>
                  <a:pt x="714" y="540"/>
                </a:moveTo>
                <a:cubicBezTo>
                  <a:pt x="715" y="517"/>
                  <a:pt x="718" y="501"/>
                  <a:pt x="725" y="483"/>
                </a:cubicBezTo>
                <a:cubicBezTo>
                  <a:pt x="756" y="498"/>
                  <a:pt x="797" y="505"/>
                  <a:pt x="828" y="505"/>
                </a:cubicBezTo>
                <a:cubicBezTo>
                  <a:pt x="880" y="505"/>
                  <a:pt x="910" y="488"/>
                  <a:pt x="910" y="455"/>
                </a:cubicBezTo>
                <a:cubicBezTo>
                  <a:pt x="910" y="422"/>
                  <a:pt x="888" y="407"/>
                  <a:pt x="835" y="384"/>
                </a:cubicBezTo>
                <a:cubicBezTo>
                  <a:pt x="806" y="371"/>
                  <a:pt x="806" y="371"/>
                  <a:pt x="806" y="371"/>
                </a:cubicBezTo>
                <a:cubicBezTo>
                  <a:pt x="753" y="348"/>
                  <a:pt x="717" y="318"/>
                  <a:pt x="717" y="258"/>
                </a:cubicBezTo>
                <a:cubicBezTo>
                  <a:pt x="717" y="194"/>
                  <a:pt x="762" y="153"/>
                  <a:pt x="853" y="153"/>
                </a:cubicBezTo>
                <a:cubicBezTo>
                  <a:pt x="890" y="153"/>
                  <a:pt x="924" y="158"/>
                  <a:pt x="956" y="169"/>
                </a:cubicBezTo>
                <a:cubicBezTo>
                  <a:pt x="955" y="192"/>
                  <a:pt x="951" y="209"/>
                  <a:pt x="945" y="226"/>
                </a:cubicBezTo>
                <a:cubicBezTo>
                  <a:pt x="915" y="214"/>
                  <a:pt x="879" y="209"/>
                  <a:pt x="853" y="209"/>
                </a:cubicBezTo>
                <a:cubicBezTo>
                  <a:pt x="804" y="209"/>
                  <a:pt x="781" y="228"/>
                  <a:pt x="781" y="258"/>
                </a:cubicBezTo>
                <a:cubicBezTo>
                  <a:pt x="781" y="288"/>
                  <a:pt x="803" y="305"/>
                  <a:pt x="842" y="322"/>
                </a:cubicBezTo>
                <a:cubicBezTo>
                  <a:pt x="873" y="335"/>
                  <a:pt x="873" y="335"/>
                  <a:pt x="873" y="335"/>
                </a:cubicBezTo>
                <a:cubicBezTo>
                  <a:pt x="945" y="365"/>
                  <a:pt x="974" y="397"/>
                  <a:pt x="974" y="452"/>
                </a:cubicBezTo>
                <a:cubicBezTo>
                  <a:pt x="974" y="517"/>
                  <a:pt x="925" y="561"/>
                  <a:pt x="829" y="561"/>
                </a:cubicBezTo>
                <a:cubicBezTo>
                  <a:pt x="783" y="561"/>
                  <a:pt x="745" y="555"/>
                  <a:pt x="714" y="540"/>
                </a:cubicBezTo>
                <a:close/>
                <a:moveTo>
                  <a:pt x="1277" y="270"/>
                </a:moveTo>
                <a:cubicBezTo>
                  <a:pt x="1277" y="552"/>
                  <a:pt x="1277" y="552"/>
                  <a:pt x="1277" y="552"/>
                </a:cubicBezTo>
                <a:cubicBezTo>
                  <a:pt x="1220" y="552"/>
                  <a:pt x="1220" y="552"/>
                  <a:pt x="1220" y="552"/>
                </a:cubicBezTo>
                <a:cubicBezTo>
                  <a:pt x="1217" y="518"/>
                  <a:pt x="1217" y="518"/>
                  <a:pt x="1217" y="518"/>
                </a:cubicBezTo>
                <a:cubicBezTo>
                  <a:pt x="1201" y="543"/>
                  <a:pt x="1177" y="559"/>
                  <a:pt x="1138" y="559"/>
                </a:cubicBezTo>
                <a:cubicBezTo>
                  <a:pt x="1063" y="559"/>
                  <a:pt x="1013" y="505"/>
                  <a:pt x="1013" y="410"/>
                </a:cubicBezTo>
                <a:cubicBezTo>
                  <a:pt x="1013" y="311"/>
                  <a:pt x="1066" y="254"/>
                  <a:pt x="1171" y="254"/>
                </a:cubicBezTo>
                <a:cubicBezTo>
                  <a:pt x="1211" y="254"/>
                  <a:pt x="1245" y="259"/>
                  <a:pt x="1277" y="270"/>
                </a:cubicBezTo>
                <a:close/>
                <a:moveTo>
                  <a:pt x="1215" y="488"/>
                </a:moveTo>
                <a:cubicBezTo>
                  <a:pt x="1215" y="311"/>
                  <a:pt x="1215" y="311"/>
                  <a:pt x="1215" y="311"/>
                </a:cubicBezTo>
                <a:cubicBezTo>
                  <a:pt x="1202" y="309"/>
                  <a:pt x="1188" y="307"/>
                  <a:pt x="1171" y="307"/>
                </a:cubicBezTo>
                <a:cubicBezTo>
                  <a:pt x="1107" y="307"/>
                  <a:pt x="1077" y="347"/>
                  <a:pt x="1077" y="410"/>
                </a:cubicBezTo>
                <a:cubicBezTo>
                  <a:pt x="1077" y="468"/>
                  <a:pt x="1100" y="508"/>
                  <a:pt x="1155" y="508"/>
                </a:cubicBezTo>
                <a:cubicBezTo>
                  <a:pt x="1179" y="508"/>
                  <a:pt x="1199" y="500"/>
                  <a:pt x="1215" y="488"/>
                </a:cubicBezTo>
                <a:close/>
                <a:moveTo>
                  <a:pt x="1595" y="363"/>
                </a:moveTo>
                <a:cubicBezTo>
                  <a:pt x="1595" y="552"/>
                  <a:pt x="1595" y="552"/>
                  <a:pt x="1595" y="552"/>
                </a:cubicBezTo>
                <a:cubicBezTo>
                  <a:pt x="1533" y="552"/>
                  <a:pt x="1533" y="552"/>
                  <a:pt x="1533" y="552"/>
                </a:cubicBezTo>
                <a:cubicBezTo>
                  <a:pt x="1533" y="373"/>
                  <a:pt x="1533" y="373"/>
                  <a:pt x="1533" y="373"/>
                </a:cubicBezTo>
                <a:cubicBezTo>
                  <a:pt x="1533" y="329"/>
                  <a:pt x="1518" y="307"/>
                  <a:pt x="1456" y="307"/>
                </a:cubicBezTo>
                <a:cubicBezTo>
                  <a:pt x="1442" y="307"/>
                  <a:pt x="1424" y="309"/>
                  <a:pt x="1407" y="312"/>
                </a:cubicBezTo>
                <a:cubicBezTo>
                  <a:pt x="1407" y="552"/>
                  <a:pt x="1407" y="552"/>
                  <a:pt x="1407" y="552"/>
                </a:cubicBezTo>
                <a:cubicBezTo>
                  <a:pt x="1345" y="552"/>
                  <a:pt x="1345" y="552"/>
                  <a:pt x="1345" y="552"/>
                </a:cubicBezTo>
                <a:cubicBezTo>
                  <a:pt x="1345" y="270"/>
                  <a:pt x="1345" y="270"/>
                  <a:pt x="1345" y="270"/>
                </a:cubicBezTo>
                <a:cubicBezTo>
                  <a:pt x="1385" y="261"/>
                  <a:pt x="1428" y="254"/>
                  <a:pt x="1458" y="254"/>
                </a:cubicBezTo>
                <a:cubicBezTo>
                  <a:pt x="1562" y="254"/>
                  <a:pt x="1595" y="294"/>
                  <a:pt x="1595" y="363"/>
                </a:cubicBezTo>
                <a:close/>
                <a:moveTo>
                  <a:pt x="1767" y="506"/>
                </a:moveTo>
                <a:cubicBezTo>
                  <a:pt x="1785" y="506"/>
                  <a:pt x="1802" y="503"/>
                  <a:pt x="1816" y="498"/>
                </a:cubicBezTo>
                <a:cubicBezTo>
                  <a:pt x="1814" y="515"/>
                  <a:pt x="1812" y="534"/>
                  <a:pt x="1808" y="550"/>
                </a:cubicBezTo>
                <a:cubicBezTo>
                  <a:pt x="1791" y="557"/>
                  <a:pt x="1773" y="559"/>
                  <a:pt x="1756" y="559"/>
                </a:cubicBezTo>
                <a:cubicBezTo>
                  <a:pt x="1696" y="559"/>
                  <a:pt x="1657" y="531"/>
                  <a:pt x="1657" y="463"/>
                </a:cubicBezTo>
                <a:cubicBezTo>
                  <a:pt x="1657" y="166"/>
                  <a:pt x="1657" y="166"/>
                  <a:pt x="1657" y="166"/>
                </a:cubicBezTo>
                <a:cubicBezTo>
                  <a:pt x="1676" y="160"/>
                  <a:pt x="1700" y="157"/>
                  <a:pt x="1719" y="157"/>
                </a:cubicBezTo>
                <a:cubicBezTo>
                  <a:pt x="1719" y="264"/>
                  <a:pt x="1719" y="264"/>
                  <a:pt x="1719" y="264"/>
                </a:cubicBezTo>
                <a:cubicBezTo>
                  <a:pt x="1817" y="264"/>
                  <a:pt x="1817" y="264"/>
                  <a:pt x="1817" y="264"/>
                </a:cubicBezTo>
                <a:cubicBezTo>
                  <a:pt x="1816" y="283"/>
                  <a:pt x="1815" y="301"/>
                  <a:pt x="1812" y="317"/>
                </a:cubicBezTo>
                <a:cubicBezTo>
                  <a:pt x="1719" y="317"/>
                  <a:pt x="1719" y="317"/>
                  <a:pt x="1719" y="317"/>
                </a:cubicBezTo>
                <a:cubicBezTo>
                  <a:pt x="1719" y="455"/>
                  <a:pt x="1719" y="455"/>
                  <a:pt x="1719" y="455"/>
                </a:cubicBezTo>
                <a:cubicBezTo>
                  <a:pt x="1719" y="492"/>
                  <a:pt x="1737" y="506"/>
                  <a:pt x="1767" y="506"/>
                </a:cubicBezTo>
                <a:close/>
                <a:moveTo>
                  <a:pt x="2100" y="270"/>
                </a:moveTo>
                <a:cubicBezTo>
                  <a:pt x="2100" y="552"/>
                  <a:pt x="2100" y="552"/>
                  <a:pt x="2100" y="552"/>
                </a:cubicBezTo>
                <a:cubicBezTo>
                  <a:pt x="2043" y="552"/>
                  <a:pt x="2043" y="552"/>
                  <a:pt x="2043" y="552"/>
                </a:cubicBezTo>
                <a:cubicBezTo>
                  <a:pt x="2040" y="518"/>
                  <a:pt x="2040" y="518"/>
                  <a:pt x="2040" y="518"/>
                </a:cubicBezTo>
                <a:cubicBezTo>
                  <a:pt x="2024" y="543"/>
                  <a:pt x="2000" y="559"/>
                  <a:pt x="1960" y="559"/>
                </a:cubicBezTo>
                <a:cubicBezTo>
                  <a:pt x="1886" y="559"/>
                  <a:pt x="1836" y="505"/>
                  <a:pt x="1836" y="410"/>
                </a:cubicBezTo>
                <a:cubicBezTo>
                  <a:pt x="1836" y="311"/>
                  <a:pt x="1889" y="254"/>
                  <a:pt x="1993" y="254"/>
                </a:cubicBezTo>
                <a:cubicBezTo>
                  <a:pt x="2034" y="254"/>
                  <a:pt x="2067" y="259"/>
                  <a:pt x="2100" y="270"/>
                </a:cubicBezTo>
                <a:close/>
                <a:moveTo>
                  <a:pt x="2038" y="488"/>
                </a:moveTo>
                <a:cubicBezTo>
                  <a:pt x="2038" y="311"/>
                  <a:pt x="2038" y="311"/>
                  <a:pt x="2038" y="311"/>
                </a:cubicBezTo>
                <a:cubicBezTo>
                  <a:pt x="2025" y="309"/>
                  <a:pt x="2011" y="307"/>
                  <a:pt x="1993" y="307"/>
                </a:cubicBezTo>
                <a:cubicBezTo>
                  <a:pt x="1929" y="307"/>
                  <a:pt x="1899" y="347"/>
                  <a:pt x="1899" y="410"/>
                </a:cubicBezTo>
                <a:cubicBezTo>
                  <a:pt x="1899" y="468"/>
                  <a:pt x="1922" y="508"/>
                  <a:pt x="1978" y="508"/>
                </a:cubicBezTo>
                <a:cubicBezTo>
                  <a:pt x="2002" y="508"/>
                  <a:pt x="2022" y="500"/>
                  <a:pt x="2038" y="488"/>
                </a:cubicBezTo>
                <a:close/>
                <a:moveTo>
                  <a:pt x="2418" y="363"/>
                </a:moveTo>
                <a:cubicBezTo>
                  <a:pt x="2418" y="552"/>
                  <a:pt x="2418" y="552"/>
                  <a:pt x="2418" y="552"/>
                </a:cubicBezTo>
                <a:cubicBezTo>
                  <a:pt x="2356" y="552"/>
                  <a:pt x="2356" y="552"/>
                  <a:pt x="2356" y="552"/>
                </a:cubicBezTo>
                <a:cubicBezTo>
                  <a:pt x="2356" y="373"/>
                  <a:pt x="2356" y="373"/>
                  <a:pt x="2356" y="373"/>
                </a:cubicBezTo>
                <a:cubicBezTo>
                  <a:pt x="2356" y="329"/>
                  <a:pt x="2341" y="307"/>
                  <a:pt x="2279" y="307"/>
                </a:cubicBezTo>
                <a:cubicBezTo>
                  <a:pt x="2264" y="307"/>
                  <a:pt x="2247" y="309"/>
                  <a:pt x="2230" y="312"/>
                </a:cubicBezTo>
                <a:cubicBezTo>
                  <a:pt x="2230" y="552"/>
                  <a:pt x="2230" y="552"/>
                  <a:pt x="2230" y="552"/>
                </a:cubicBezTo>
                <a:cubicBezTo>
                  <a:pt x="2168" y="552"/>
                  <a:pt x="2168" y="552"/>
                  <a:pt x="2168" y="552"/>
                </a:cubicBezTo>
                <a:cubicBezTo>
                  <a:pt x="2168" y="270"/>
                  <a:pt x="2168" y="270"/>
                  <a:pt x="2168" y="270"/>
                </a:cubicBezTo>
                <a:cubicBezTo>
                  <a:pt x="2207" y="261"/>
                  <a:pt x="2251" y="254"/>
                  <a:pt x="2281" y="254"/>
                </a:cubicBezTo>
                <a:cubicBezTo>
                  <a:pt x="2384" y="254"/>
                  <a:pt x="2418" y="294"/>
                  <a:pt x="2418" y="363"/>
                </a:cubicBezTo>
                <a:close/>
                <a:moveTo>
                  <a:pt x="2733" y="157"/>
                </a:moveTo>
                <a:cubicBezTo>
                  <a:pt x="2733" y="552"/>
                  <a:pt x="2733" y="552"/>
                  <a:pt x="2733" y="552"/>
                </a:cubicBezTo>
                <a:cubicBezTo>
                  <a:pt x="2676" y="552"/>
                  <a:pt x="2676" y="552"/>
                  <a:pt x="2676" y="552"/>
                </a:cubicBezTo>
                <a:cubicBezTo>
                  <a:pt x="2672" y="516"/>
                  <a:pt x="2672" y="516"/>
                  <a:pt x="2672" y="516"/>
                </a:cubicBezTo>
                <a:cubicBezTo>
                  <a:pt x="2656" y="543"/>
                  <a:pt x="2632" y="559"/>
                  <a:pt x="2591" y="559"/>
                </a:cubicBezTo>
                <a:cubicBezTo>
                  <a:pt x="2517" y="559"/>
                  <a:pt x="2467" y="505"/>
                  <a:pt x="2467" y="410"/>
                </a:cubicBezTo>
                <a:cubicBezTo>
                  <a:pt x="2467" y="311"/>
                  <a:pt x="2520" y="254"/>
                  <a:pt x="2625" y="254"/>
                </a:cubicBezTo>
                <a:cubicBezTo>
                  <a:pt x="2641" y="254"/>
                  <a:pt x="2656" y="256"/>
                  <a:pt x="2671" y="259"/>
                </a:cubicBezTo>
                <a:cubicBezTo>
                  <a:pt x="2671" y="166"/>
                  <a:pt x="2671" y="166"/>
                  <a:pt x="2671" y="166"/>
                </a:cubicBezTo>
                <a:cubicBezTo>
                  <a:pt x="2690" y="159"/>
                  <a:pt x="2712" y="157"/>
                  <a:pt x="2733" y="157"/>
                </a:cubicBezTo>
                <a:close/>
                <a:moveTo>
                  <a:pt x="2671" y="487"/>
                </a:moveTo>
                <a:cubicBezTo>
                  <a:pt x="2671" y="313"/>
                  <a:pt x="2671" y="313"/>
                  <a:pt x="2671" y="313"/>
                </a:cubicBezTo>
                <a:cubicBezTo>
                  <a:pt x="2655" y="310"/>
                  <a:pt x="2638" y="307"/>
                  <a:pt x="2621" y="307"/>
                </a:cubicBezTo>
                <a:cubicBezTo>
                  <a:pt x="2560" y="307"/>
                  <a:pt x="2531" y="346"/>
                  <a:pt x="2531" y="410"/>
                </a:cubicBezTo>
                <a:cubicBezTo>
                  <a:pt x="2531" y="468"/>
                  <a:pt x="2554" y="508"/>
                  <a:pt x="2609" y="508"/>
                </a:cubicBezTo>
                <a:cubicBezTo>
                  <a:pt x="2634" y="508"/>
                  <a:pt x="2654" y="500"/>
                  <a:pt x="2671" y="487"/>
                </a:cubicBezTo>
                <a:close/>
                <a:moveTo>
                  <a:pt x="3045" y="432"/>
                </a:moveTo>
                <a:cubicBezTo>
                  <a:pt x="2847" y="432"/>
                  <a:pt x="2847" y="432"/>
                  <a:pt x="2847" y="432"/>
                </a:cubicBezTo>
                <a:cubicBezTo>
                  <a:pt x="2854" y="482"/>
                  <a:pt x="2884" y="506"/>
                  <a:pt x="2939" y="506"/>
                </a:cubicBezTo>
                <a:cubicBezTo>
                  <a:pt x="2973" y="506"/>
                  <a:pt x="3007" y="499"/>
                  <a:pt x="3038" y="485"/>
                </a:cubicBezTo>
                <a:cubicBezTo>
                  <a:pt x="3036" y="501"/>
                  <a:pt x="3033" y="522"/>
                  <a:pt x="3029" y="541"/>
                </a:cubicBezTo>
                <a:cubicBezTo>
                  <a:pt x="3001" y="554"/>
                  <a:pt x="2971" y="559"/>
                  <a:pt x="2937" y="559"/>
                </a:cubicBezTo>
                <a:cubicBezTo>
                  <a:pt x="2834" y="559"/>
                  <a:pt x="2783" y="502"/>
                  <a:pt x="2783" y="405"/>
                </a:cubicBezTo>
                <a:cubicBezTo>
                  <a:pt x="2783" y="321"/>
                  <a:pt x="2822" y="254"/>
                  <a:pt x="2921" y="254"/>
                </a:cubicBezTo>
                <a:cubicBezTo>
                  <a:pt x="3010" y="254"/>
                  <a:pt x="3048" y="313"/>
                  <a:pt x="3048" y="384"/>
                </a:cubicBezTo>
                <a:cubicBezTo>
                  <a:pt x="3048" y="401"/>
                  <a:pt x="3047" y="415"/>
                  <a:pt x="3045" y="432"/>
                </a:cubicBezTo>
                <a:close/>
                <a:moveTo>
                  <a:pt x="2845" y="380"/>
                </a:moveTo>
                <a:cubicBezTo>
                  <a:pt x="2985" y="380"/>
                  <a:pt x="2985" y="380"/>
                  <a:pt x="2985" y="380"/>
                </a:cubicBezTo>
                <a:cubicBezTo>
                  <a:pt x="2985" y="333"/>
                  <a:pt x="2960" y="306"/>
                  <a:pt x="2918" y="306"/>
                </a:cubicBezTo>
                <a:cubicBezTo>
                  <a:pt x="2874" y="306"/>
                  <a:pt x="2850" y="332"/>
                  <a:pt x="2845" y="380"/>
                </a:cubicBezTo>
                <a:close/>
                <a:moveTo>
                  <a:pt x="3262" y="257"/>
                </a:moveTo>
                <a:cubicBezTo>
                  <a:pt x="3262" y="275"/>
                  <a:pt x="3260" y="298"/>
                  <a:pt x="3256" y="310"/>
                </a:cubicBezTo>
                <a:cubicBezTo>
                  <a:pt x="3241" y="308"/>
                  <a:pt x="3227" y="307"/>
                  <a:pt x="3209" y="307"/>
                </a:cubicBezTo>
                <a:cubicBezTo>
                  <a:pt x="3194" y="307"/>
                  <a:pt x="3179" y="309"/>
                  <a:pt x="3164" y="311"/>
                </a:cubicBezTo>
                <a:cubicBezTo>
                  <a:pt x="3164" y="552"/>
                  <a:pt x="3164" y="552"/>
                  <a:pt x="3164" y="552"/>
                </a:cubicBezTo>
                <a:cubicBezTo>
                  <a:pt x="3102" y="552"/>
                  <a:pt x="3102" y="552"/>
                  <a:pt x="3102" y="552"/>
                </a:cubicBezTo>
                <a:cubicBezTo>
                  <a:pt x="3102" y="270"/>
                  <a:pt x="3102" y="270"/>
                  <a:pt x="3102" y="270"/>
                </a:cubicBezTo>
                <a:cubicBezTo>
                  <a:pt x="3128" y="261"/>
                  <a:pt x="3173" y="254"/>
                  <a:pt x="3208" y="254"/>
                </a:cubicBezTo>
                <a:cubicBezTo>
                  <a:pt x="3227" y="254"/>
                  <a:pt x="3248" y="255"/>
                  <a:pt x="3262" y="257"/>
                </a:cubicBezTo>
                <a:close/>
              </a:path>
            </a:pathLst>
          </a:custGeom>
          <a:solidFill>
            <a:srgbClr val="C00000"/>
          </a:solidFill>
          <a:ln>
            <a:noFill/>
          </a:ln>
        </p:spPr>
        <p:txBody>
          <a:bodyPr vert="horz" wrap="square" lIns="91440" tIns="45720" rIns="91440" bIns="45720" numCol="1" anchor="t" anchorCtr="0" compatLnSpc="1">
            <a:prstTxWarp prst="textNoShape">
              <a:avLst/>
            </a:prstTxWarp>
          </a:bodyPr>
          <a:lstStyle/>
          <a:p>
            <a:endParaRPr lang="es-ES"/>
          </a:p>
        </p:txBody>
      </p:sp>
    </p:spTree>
    <p:extLst>
      <p:ext uri="{BB962C8B-B14F-4D97-AF65-F5344CB8AC3E}">
        <p14:creationId xmlns:p14="http://schemas.microsoft.com/office/powerpoint/2010/main" val="17707032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Contenido y gráfico ">
    <p:spTree>
      <p:nvGrpSpPr>
        <p:cNvPr id="1" name=""/>
        <p:cNvGrpSpPr/>
        <p:nvPr/>
      </p:nvGrpSpPr>
      <p:grpSpPr>
        <a:xfrm>
          <a:off x="0" y="0"/>
          <a:ext cx="0" cy="0"/>
          <a:chOff x="0" y="0"/>
          <a:chExt cx="0" cy="0"/>
        </a:xfrm>
      </p:grpSpPr>
      <p:sp>
        <p:nvSpPr>
          <p:cNvPr id="10" name="Marcador de número de diapositiva 5">
            <a:extLst>
              <a:ext uri="{FF2B5EF4-FFF2-40B4-BE49-F238E27FC236}">
                <a16:creationId xmlns:a16="http://schemas.microsoft.com/office/drawing/2014/main" id="{12E1D636-3017-4CF4-BA5F-3300C668441C}"/>
              </a:ext>
            </a:extLst>
          </p:cNvPr>
          <p:cNvSpPr>
            <a:spLocks noGrp="1"/>
          </p:cNvSpPr>
          <p:nvPr>
            <p:ph type="sldNum" sz="quarter" idx="12"/>
          </p:nvPr>
        </p:nvSpPr>
        <p:spPr>
          <a:xfrm>
            <a:off x="8730845" y="6209600"/>
            <a:ext cx="2743200" cy="365125"/>
          </a:xfrm>
        </p:spPr>
        <p:txBody>
          <a:bodyPr/>
          <a:lstStyle>
            <a:lvl1pPr>
              <a:defRPr sz="1300">
                <a:solidFill>
                  <a:schemeClr val="accent1"/>
                </a:solidFill>
              </a:defRPr>
            </a:lvl1pPr>
          </a:lstStyle>
          <a:p>
            <a:fld id="{BC0D97B6-E32F-4D7D-B839-7C3B51F2640F}" type="slidenum">
              <a:rPr lang="es-ES" smtClean="0"/>
              <a:pPr/>
              <a:t>‹#›</a:t>
            </a:fld>
            <a:endParaRPr lang="es-ES"/>
          </a:p>
        </p:txBody>
      </p:sp>
      <p:sp>
        <p:nvSpPr>
          <p:cNvPr id="15" name="Marcador de texto 14">
            <a:extLst>
              <a:ext uri="{FF2B5EF4-FFF2-40B4-BE49-F238E27FC236}">
                <a16:creationId xmlns:a16="http://schemas.microsoft.com/office/drawing/2014/main" id="{05897091-A449-4E0A-B444-7171DF90239A}"/>
              </a:ext>
            </a:extLst>
          </p:cNvPr>
          <p:cNvSpPr>
            <a:spLocks noGrp="1"/>
          </p:cNvSpPr>
          <p:nvPr>
            <p:ph type="body" sz="quarter" idx="14"/>
          </p:nvPr>
        </p:nvSpPr>
        <p:spPr>
          <a:xfrm>
            <a:off x="711024" y="337100"/>
            <a:ext cx="10758734" cy="304800"/>
          </a:xfrm>
        </p:spPr>
        <p:txBody>
          <a:bodyPr>
            <a:noAutofit/>
          </a:bodyPr>
          <a:lstStyle>
            <a:lvl1pPr marL="0" indent="0">
              <a:buFontTx/>
              <a:buNone/>
              <a:defRPr sz="1300">
                <a:solidFill>
                  <a:schemeClr val="accent1"/>
                </a:solidFill>
              </a:defRPr>
            </a:lvl1pPr>
            <a:lvl2pPr marL="457200" indent="0">
              <a:buFontTx/>
              <a:buNone/>
              <a:defRPr sz="1100"/>
            </a:lvl2pPr>
            <a:lvl3pPr marL="914400" indent="0">
              <a:buFontTx/>
              <a:buNone/>
              <a:defRPr sz="1050"/>
            </a:lvl3pPr>
            <a:lvl4pPr marL="1371600" indent="0">
              <a:buFontTx/>
              <a:buNone/>
              <a:defRPr sz="1000"/>
            </a:lvl4pPr>
            <a:lvl5pPr marL="1828800" indent="0">
              <a:buFontTx/>
              <a:buNone/>
              <a:defRPr sz="1000"/>
            </a:lvl5pPr>
          </a:lstStyle>
          <a:p>
            <a:pPr lvl="0"/>
            <a:r>
              <a:rPr lang="en-US"/>
              <a:t>Click to edit Master text styles</a:t>
            </a:r>
          </a:p>
        </p:txBody>
      </p:sp>
      <p:sp>
        <p:nvSpPr>
          <p:cNvPr id="9" name="Título 1">
            <a:extLst>
              <a:ext uri="{FF2B5EF4-FFF2-40B4-BE49-F238E27FC236}">
                <a16:creationId xmlns:a16="http://schemas.microsoft.com/office/drawing/2014/main" id="{3AABE934-895B-422A-B16D-773558A762E3}"/>
              </a:ext>
            </a:extLst>
          </p:cNvPr>
          <p:cNvSpPr>
            <a:spLocks noGrp="1"/>
          </p:cNvSpPr>
          <p:nvPr>
            <p:ph type="title" hasCustomPrompt="1"/>
          </p:nvPr>
        </p:nvSpPr>
        <p:spPr>
          <a:xfrm>
            <a:off x="722243" y="1087458"/>
            <a:ext cx="3911401" cy="1183132"/>
          </a:xfrm>
        </p:spPr>
        <p:txBody>
          <a:bodyPr anchor="t">
            <a:normAutofit/>
          </a:bodyPr>
          <a:lstStyle>
            <a:lvl1pPr>
              <a:defRPr sz="3600">
                <a:solidFill>
                  <a:schemeClr val="accent1"/>
                </a:solidFill>
              </a:defRPr>
            </a:lvl1pPr>
          </a:lstStyle>
          <a:p>
            <a:r>
              <a:rPr lang="es-ES"/>
              <a:t>Título del patrón</a:t>
            </a:r>
          </a:p>
        </p:txBody>
      </p:sp>
      <p:sp>
        <p:nvSpPr>
          <p:cNvPr id="13" name="Marcador de texto 16">
            <a:extLst>
              <a:ext uri="{FF2B5EF4-FFF2-40B4-BE49-F238E27FC236}">
                <a16:creationId xmlns:a16="http://schemas.microsoft.com/office/drawing/2014/main" id="{3C0F691A-2EF3-4A5F-A7E8-E01ADBCA2384}"/>
              </a:ext>
            </a:extLst>
          </p:cNvPr>
          <p:cNvSpPr>
            <a:spLocks noGrp="1"/>
          </p:cNvSpPr>
          <p:nvPr>
            <p:ph type="body" sz="quarter" idx="16"/>
          </p:nvPr>
        </p:nvSpPr>
        <p:spPr>
          <a:xfrm>
            <a:off x="711025" y="2517170"/>
            <a:ext cx="3911401" cy="3659794"/>
          </a:xfrm>
        </p:spPr>
        <p:txBody>
          <a:bodyPr>
            <a:noAutofit/>
          </a:bodyPr>
          <a:lstStyle>
            <a:lvl1pPr marL="0" indent="0">
              <a:spcBef>
                <a:spcPts val="0"/>
              </a:spcBef>
              <a:spcAft>
                <a:spcPts val="2200"/>
              </a:spcAft>
              <a:buFontTx/>
              <a:buNone/>
              <a:defRPr lang="es-ES" sz="1200" kern="1200" smtClean="0">
                <a:solidFill>
                  <a:schemeClr val="tx2"/>
                </a:solidFill>
                <a:latin typeface="+mn-lt"/>
                <a:ea typeface="+mn-ea"/>
                <a:cs typeface="+mn-cs"/>
              </a:defRPr>
            </a:lvl1pPr>
            <a:lvl2pPr marL="457200" indent="0">
              <a:buFontTx/>
              <a:buNone/>
              <a:defRPr lang="es-ES" sz="1200" kern="1200" smtClean="0">
                <a:solidFill>
                  <a:schemeClr val="tx2"/>
                </a:solidFill>
                <a:latin typeface="+mn-lt"/>
                <a:ea typeface="+mn-ea"/>
                <a:cs typeface="+mn-cs"/>
              </a:defRPr>
            </a:lvl2pPr>
            <a:lvl3pPr marL="914400" indent="0">
              <a:buFontTx/>
              <a:buNone/>
              <a:defRPr lang="es-ES" sz="1200" kern="1200" smtClean="0">
                <a:solidFill>
                  <a:schemeClr val="tx2"/>
                </a:solidFill>
                <a:latin typeface="+mn-lt"/>
                <a:ea typeface="+mn-ea"/>
                <a:cs typeface="+mn-cs"/>
              </a:defRPr>
            </a:lvl3pPr>
            <a:lvl4pPr marL="1371600" indent="0">
              <a:buFontTx/>
              <a:buNone/>
              <a:defRPr lang="es-ES" sz="1200" kern="1200" smtClean="0">
                <a:solidFill>
                  <a:schemeClr val="tx2"/>
                </a:solidFill>
                <a:latin typeface="+mn-lt"/>
                <a:ea typeface="+mn-ea"/>
                <a:cs typeface="+mn-cs"/>
              </a:defRPr>
            </a:lvl4pPr>
            <a:lvl5pPr marL="1828800" indent="0">
              <a:buFontTx/>
              <a:buNone/>
              <a:defRPr lang="es-ES" sz="1200" kern="1200">
                <a:solidFill>
                  <a:schemeClr val="tx2"/>
                </a:solidFill>
                <a:latin typeface="+mn-lt"/>
                <a:ea typeface="+mn-ea"/>
                <a:cs typeface="+mn-cs"/>
              </a:defRPr>
            </a:lvl5pPr>
          </a:lstStyle>
          <a:p>
            <a:pPr lvl="0"/>
            <a:r>
              <a:rPr lang="en-US"/>
              <a:t>Click to edit Master text styles</a:t>
            </a:r>
          </a:p>
        </p:txBody>
      </p:sp>
      <p:sp>
        <p:nvSpPr>
          <p:cNvPr id="6" name="Marcador de gráfico 5">
            <a:extLst>
              <a:ext uri="{FF2B5EF4-FFF2-40B4-BE49-F238E27FC236}">
                <a16:creationId xmlns:a16="http://schemas.microsoft.com/office/drawing/2014/main" id="{2444BFBF-CC97-48FB-BE66-A28460A7384B}"/>
              </a:ext>
            </a:extLst>
          </p:cNvPr>
          <p:cNvSpPr>
            <a:spLocks noGrp="1"/>
          </p:cNvSpPr>
          <p:nvPr>
            <p:ph type="chart" sz="quarter" idx="17" hasCustomPrompt="1"/>
          </p:nvPr>
        </p:nvSpPr>
        <p:spPr>
          <a:xfrm>
            <a:off x="4797425" y="1087438"/>
            <a:ext cx="6683550" cy="5122862"/>
          </a:xfrm>
        </p:spPr>
        <p:txBody>
          <a:bodyPr>
            <a:normAutofit/>
          </a:bodyPr>
          <a:lstStyle>
            <a:lvl1pPr marL="0" indent="0" algn="ctr">
              <a:buNone/>
              <a:defRPr sz="1600"/>
            </a:lvl1pPr>
          </a:lstStyle>
          <a:p>
            <a:r>
              <a:rPr lang="es-MX"/>
              <a:t>Inserte </a:t>
            </a:r>
            <a:r>
              <a:rPr lang="es-MX" err="1"/>
              <a:t>aqu</a:t>
            </a:r>
            <a:r>
              <a:rPr lang="es-ES"/>
              <a:t>í su gráfico</a:t>
            </a:r>
          </a:p>
        </p:txBody>
      </p:sp>
      <p:sp>
        <p:nvSpPr>
          <p:cNvPr id="2" name="Freeform 5">
            <a:extLst>
              <a:ext uri="{FF2B5EF4-FFF2-40B4-BE49-F238E27FC236}">
                <a16:creationId xmlns:a16="http://schemas.microsoft.com/office/drawing/2014/main" id="{D4E22891-8F28-F031-B259-FF1FA8D27E98}"/>
              </a:ext>
            </a:extLst>
          </p:cNvPr>
          <p:cNvSpPr>
            <a:spLocks noEditPoints="1"/>
          </p:cNvSpPr>
          <p:nvPr userDrawn="1"/>
        </p:nvSpPr>
        <p:spPr bwMode="auto">
          <a:xfrm>
            <a:off x="252347" y="6514761"/>
            <a:ext cx="1171705" cy="206714"/>
          </a:xfrm>
          <a:custGeom>
            <a:avLst/>
            <a:gdLst>
              <a:gd name="T0" fmla="*/ 319 w 3262"/>
              <a:gd name="T1" fmla="*/ 39 h 572"/>
              <a:gd name="T2" fmla="*/ 300 w 3262"/>
              <a:gd name="T3" fmla="*/ 137 h 572"/>
              <a:gd name="T4" fmla="*/ 371 w 3262"/>
              <a:gd name="T5" fmla="*/ 405 h 572"/>
              <a:gd name="T6" fmla="*/ 244 w 3262"/>
              <a:gd name="T7" fmla="*/ 170 h 572"/>
              <a:gd name="T8" fmla="*/ 225 w 3262"/>
              <a:gd name="T9" fmla="*/ 267 h 572"/>
              <a:gd name="T10" fmla="*/ 300 w 3262"/>
              <a:gd name="T11" fmla="*/ 528 h 572"/>
              <a:gd name="T12" fmla="*/ 187 w 3262"/>
              <a:gd name="T13" fmla="*/ 333 h 572"/>
              <a:gd name="T14" fmla="*/ 300 w 3262"/>
              <a:gd name="T15" fmla="*/ 572 h 572"/>
              <a:gd name="T16" fmla="*/ 714 w 3262"/>
              <a:gd name="T17" fmla="*/ 540 h 572"/>
              <a:gd name="T18" fmla="*/ 910 w 3262"/>
              <a:gd name="T19" fmla="*/ 455 h 572"/>
              <a:gd name="T20" fmla="*/ 717 w 3262"/>
              <a:gd name="T21" fmla="*/ 258 h 572"/>
              <a:gd name="T22" fmla="*/ 945 w 3262"/>
              <a:gd name="T23" fmla="*/ 226 h 572"/>
              <a:gd name="T24" fmla="*/ 842 w 3262"/>
              <a:gd name="T25" fmla="*/ 322 h 572"/>
              <a:gd name="T26" fmla="*/ 829 w 3262"/>
              <a:gd name="T27" fmla="*/ 561 h 572"/>
              <a:gd name="T28" fmla="*/ 1277 w 3262"/>
              <a:gd name="T29" fmla="*/ 552 h 572"/>
              <a:gd name="T30" fmla="*/ 1138 w 3262"/>
              <a:gd name="T31" fmla="*/ 559 h 572"/>
              <a:gd name="T32" fmla="*/ 1277 w 3262"/>
              <a:gd name="T33" fmla="*/ 270 h 572"/>
              <a:gd name="T34" fmla="*/ 1171 w 3262"/>
              <a:gd name="T35" fmla="*/ 307 h 572"/>
              <a:gd name="T36" fmla="*/ 1215 w 3262"/>
              <a:gd name="T37" fmla="*/ 488 h 572"/>
              <a:gd name="T38" fmla="*/ 1533 w 3262"/>
              <a:gd name="T39" fmla="*/ 552 h 572"/>
              <a:gd name="T40" fmla="*/ 1407 w 3262"/>
              <a:gd name="T41" fmla="*/ 312 h 572"/>
              <a:gd name="T42" fmla="*/ 1345 w 3262"/>
              <a:gd name="T43" fmla="*/ 270 h 572"/>
              <a:gd name="T44" fmla="*/ 1767 w 3262"/>
              <a:gd name="T45" fmla="*/ 506 h 572"/>
              <a:gd name="T46" fmla="*/ 1756 w 3262"/>
              <a:gd name="T47" fmla="*/ 559 h 572"/>
              <a:gd name="T48" fmla="*/ 1719 w 3262"/>
              <a:gd name="T49" fmla="*/ 157 h 572"/>
              <a:gd name="T50" fmla="*/ 1812 w 3262"/>
              <a:gd name="T51" fmla="*/ 317 h 572"/>
              <a:gd name="T52" fmla="*/ 1767 w 3262"/>
              <a:gd name="T53" fmla="*/ 506 h 572"/>
              <a:gd name="T54" fmla="*/ 2043 w 3262"/>
              <a:gd name="T55" fmla="*/ 552 h 572"/>
              <a:gd name="T56" fmla="*/ 1836 w 3262"/>
              <a:gd name="T57" fmla="*/ 410 h 572"/>
              <a:gd name="T58" fmla="*/ 2038 w 3262"/>
              <a:gd name="T59" fmla="*/ 488 h 572"/>
              <a:gd name="T60" fmla="*/ 1899 w 3262"/>
              <a:gd name="T61" fmla="*/ 410 h 572"/>
              <a:gd name="T62" fmla="*/ 2418 w 3262"/>
              <a:gd name="T63" fmla="*/ 363 h 572"/>
              <a:gd name="T64" fmla="*/ 2356 w 3262"/>
              <a:gd name="T65" fmla="*/ 373 h 572"/>
              <a:gd name="T66" fmla="*/ 2230 w 3262"/>
              <a:gd name="T67" fmla="*/ 552 h 572"/>
              <a:gd name="T68" fmla="*/ 2281 w 3262"/>
              <a:gd name="T69" fmla="*/ 254 h 572"/>
              <a:gd name="T70" fmla="*/ 2733 w 3262"/>
              <a:gd name="T71" fmla="*/ 552 h 572"/>
              <a:gd name="T72" fmla="*/ 2591 w 3262"/>
              <a:gd name="T73" fmla="*/ 559 h 572"/>
              <a:gd name="T74" fmla="*/ 2671 w 3262"/>
              <a:gd name="T75" fmla="*/ 259 h 572"/>
              <a:gd name="T76" fmla="*/ 2671 w 3262"/>
              <a:gd name="T77" fmla="*/ 487 h 572"/>
              <a:gd name="T78" fmla="*/ 2531 w 3262"/>
              <a:gd name="T79" fmla="*/ 410 h 572"/>
              <a:gd name="T80" fmla="*/ 3045 w 3262"/>
              <a:gd name="T81" fmla="*/ 432 h 572"/>
              <a:gd name="T82" fmla="*/ 3038 w 3262"/>
              <a:gd name="T83" fmla="*/ 485 h 572"/>
              <a:gd name="T84" fmla="*/ 2783 w 3262"/>
              <a:gd name="T85" fmla="*/ 405 h 572"/>
              <a:gd name="T86" fmla="*/ 3045 w 3262"/>
              <a:gd name="T87" fmla="*/ 432 h 572"/>
              <a:gd name="T88" fmla="*/ 2918 w 3262"/>
              <a:gd name="T89" fmla="*/ 306 h 572"/>
              <a:gd name="T90" fmla="*/ 3256 w 3262"/>
              <a:gd name="T91" fmla="*/ 310 h 572"/>
              <a:gd name="T92" fmla="*/ 3164 w 3262"/>
              <a:gd name="T93" fmla="*/ 552 h 572"/>
              <a:gd name="T94" fmla="*/ 3208 w 3262"/>
              <a:gd name="T95" fmla="*/ 254 h 5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3262" h="572">
                <a:moveTo>
                  <a:pt x="430" y="262"/>
                </a:moveTo>
                <a:cubicBezTo>
                  <a:pt x="429" y="241"/>
                  <a:pt x="424" y="221"/>
                  <a:pt x="413" y="202"/>
                </a:cubicBezTo>
                <a:cubicBezTo>
                  <a:pt x="319" y="39"/>
                  <a:pt x="319" y="39"/>
                  <a:pt x="319" y="39"/>
                </a:cubicBezTo>
                <a:cubicBezTo>
                  <a:pt x="312" y="27"/>
                  <a:pt x="307" y="14"/>
                  <a:pt x="304" y="0"/>
                </a:cubicBezTo>
                <a:cubicBezTo>
                  <a:pt x="300" y="7"/>
                  <a:pt x="300" y="7"/>
                  <a:pt x="300" y="7"/>
                </a:cubicBezTo>
                <a:cubicBezTo>
                  <a:pt x="277" y="47"/>
                  <a:pt x="277" y="97"/>
                  <a:pt x="300" y="137"/>
                </a:cubicBezTo>
                <a:cubicBezTo>
                  <a:pt x="375" y="267"/>
                  <a:pt x="375" y="267"/>
                  <a:pt x="375" y="267"/>
                </a:cubicBezTo>
                <a:cubicBezTo>
                  <a:pt x="399" y="308"/>
                  <a:pt x="399" y="357"/>
                  <a:pt x="375" y="398"/>
                </a:cubicBezTo>
                <a:cubicBezTo>
                  <a:pt x="371" y="405"/>
                  <a:pt x="371" y="405"/>
                  <a:pt x="371" y="405"/>
                </a:cubicBezTo>
                <a:cubicBezTo>
                  <a:pt x="369" y="391"/>
                  <a:pt x="364" y="378"/>
                  <a:pt x="356" y="365"/>
                </a:cubicBezTo>
                <a:cubicBezTo>
                  <a:pt x="288" y="246"/>
                  <a:pt x="288" y="246"/>
                  <a:pt x="288" y="246"/>
                </a:cubicBezTo>
                <a:cubicBezTo>
                  <a:pt x="244" y="170"/>
                  <a:pt x="244" y="170"/>
                  <a:pt x="244" y="170"/>
                </a:cubicBezTo>
                <a:cubicBezTo>
                  <a:pt x="236" y="157"/>
                  <a:pt x="232" y="144"/>
                  <a:pt x="229" y="130"/>
                </a:cubicBezTo>
                <a:cubicBezTo>
                  <a:pt x="225" y="137"/>
                  <a:pt x="225" y="137"/>
                  <a:pt x="225" y="137"/>
                </a:cubicBezTo>
                <a:cubicBezTo>
                  <a:pt x="202" y="177"/>
                  <a:pt x="202" y="227"/>
                  <a:pt x="225" y="267"/>
                </a:cubicBezTo>
                <a:cubicBezTo>
                  <a:pt x="225" y="267"/>
                  <a:pt x="225" y="267"/>
                  <a:pt x="225" y="267"/>
                </a:cubicBezTo>
                <a:cubicBezTo>
                  <a:pt x="300" y="398"/>
                  <a:pt x="300" y="398"/>
                  <a:pt x="300" y="398"/>
                </a:cubicBezTo>
                <a:cubicBezTo>
                  <a:pt x="323" y="438"/>
                  <a:pt x="323" y="488"/>
                  <a:pt x="300" y="528"/>
                </a:cubicBezTo>
                <a:cubicBezTo>
                  <a:pt x="296" y="535"/>
                  <a:pt x="296" y="535"/>
                  <a:pt x="296" y="535"/>
                </a:cubicBezTo>
                <a:cubicBezTo>
                  <a:pt x="293" y="521"/>
                  <a:pt x="288" y="508"/>
                  <a:pt x="281" y="495"/>
                </a:cubicBezTo>
                <a:cubicBezTo>
                  <a:pt x="187" y="333"/>
                  <a:pt x="187" y="333"/>
                  <a:pt x="187" y="333"/>
                </a:cubicBezTo>
                <a:cubicBezTo>
                  <a:pt x="175" y="311"/>
                  <a:pt x="169" y="286"/>
                  <a:pt x="170" y="262"/>
                </a:cubicBezTo>
                <a:cubicBezTo>
                  <a:pt x="69" y="288"/>
                  <a:pt x="0" y="344"/>
                  <a:pt x="0" y="409"/>
                </a:cubicBezTo>
                <a:cubicBezTo>
                  <a:pt x="0" y="499"/>
                  <a:pt x="134" y="572"/>
                  <a:pt x="300" y="572"/>
                </a:cubicBezTo>
                <a:cubicBezTo>
                  <a:pt x="466" y="572"/>
                  <a:pt x="600" y="499"/>
                  <a:pt x="600" y="409"/>
                </a:cubicBezTo>
                <a:cubicBezTo>
                  <a:pt x="600" y="344"/>
                  <a:pt x="531" y="288"/>
                  <a:pt x="430" y="262"/>
                </a:cubicBezTo>
                <a:close/>
                <a:moveTo>
                  <a:pt x="714" y="540"/>
                </a:moveTo>
                <a:cubicBezTo>
                  <a:pt x="715" y="517"/>
                  <a:pt x="718" y="501"/>
                  <a:pt x="725" y="483"/>
                </a:cubicBezTo>
                <a:cubicBezTo>
                  <a:pt x="756" y="498"/>
                  <a:pt x="797" y="505"/>
                  <a:pt x="828" y="505"/>
                </a:cubicBezTo>
                <a:cubicBezTo>
                  <a:pt x="880" y="505"/>
                  <a:pt x="910" y="488"/>
                  <a:pt x="910" y="455"/>
                </a:cubicBezTo>
                <a:cubicBezTo>
                  <a:pt x="910" y="422"/>
                  <a:pt x="888" y="407"/>
                  <a:pt x="835" y="384"/>
                </a:cubicBezTo>
                <a:cubicBezTo>
                  <a:pt x="806" y="371"/>
                  <a:pt x="806" y="371"/>
                  <a:pt x="806" y="371"/>
                </a:cubicBezTo>
                <a:cubicBezTo>
                  <a:pt x="753" y="348"/>
                  <a:pt x="717" y="318"/>
                  <a:pt x="717" y="258"/>
                </a:cubicBezTo>
                <a:cubicBezTo>
                  <a:pt x="717" y="194"/>
                  <a:pt x="762" y="153"/>
                  <a:pt x="853" y="153"/>
                </a:cubicBezTo>
                <a:cubicBezTo>
                  <a:pt x="890" y="153"/>
                  <a:pt x="924" y="158"/>
                  <a:pt x="956" y="169"/>
                </a:cubicBezTo>
                <a:cubicBezTo>
                  <a:pt x="955" y="192"/>
                  <a:pt x="951" y="209"/>
                  <a:pt x="945" y="226"/>
                </a:cubicBezTo>
                <a:cubicBezTo>
                  <a:pt x="915" y="214"/>
                  <a:pt x="879" y="209"/>
                  <a:pt x="853" y="209"/>
                </a:cubicBezTo>
                <a:cubicBezTo>
                  <a:pt x="804" y="209"/>
                  <a:pt x="781" y="228"/>
                  <a:pt x="781" y="258"/>
                </a:cubicBezTo>
                <a:cubicBezTo>
                  <a:pt x="781" y="288"/>
                  <a:pt x="803" y="305"/>
                  <a:pt x="842" y="322"/>
                </a:cubicBezTo>
                <a:cubicBezTo>
                  <a:pt x="873" y="335"/>
                  <a:pt x="873" y="335"/>
                  <a:pt x="873" y="335"/>
                </a:cubicBezTo>
                <a:cubicBezTo>
                  <a:pt x="945" y="365"/>
                  <a:pt x="974" y="397"/>
                  <a:pt x="974" y="452"/>
                </a:cubicBezTo>
                <a:cubicBezTo>
                  <a:pt x="974" y="517"/>
                  <a:pt x="925" y="561"/>
                  <a:pt x="829" y="561"/>
                </a:cubicBezTo>
                <a:cubicBezTo>
                  <a:pt x="783" y="561"/>
                  <a:pt x="745" y="555"/>
                  <a:pt x="714" y="540"/>
                </a:cubicBezTo>
                <a:close/>
                <a:moveTo>
                  <a:pt x="1277" y="270"/>
                </a:moveTo>
                <a:cubicBezTo>
                  <a:pt x="1277" y="552"/>
                  <a:pt x="1277" y="552"/>
                  <a:pt x="1277" y="552"/>
                </a:cubicBezTo>
                <a:cubicBezTo>
                  <a:pt x="1220" y="552"/>
                  <a:pt x="1220" y="552"/>
                  <a:pt x="1220" y="552"/>
                </a:cubicBezTo>
                <a:cubicBezTo>
                  <a:pt x="1217" y="518"/>
                  <a:pt x="1217" y="518"/>
                  <a:pt x="1217" y="518"/>
                </a:cubicBezTo>
                <a:cubicBezTo>
                  <a:pt x="1201" y="543"/>
                  <a:pt x="1177" y="559"/>
                  <a:pt x="1138" y="559"/>
                </a:cubicBezTo>
                <a:cubicBezTo>
                  <a:pt x="1063" y="559"/>
                  <a:pt x="1013" y="505"/>
                  <a:pt x="1013" y="410"/>
                </a:cubicBezTo>
                <a:cubicBezTo>
                  <a:pt x="1013" y="311"/>
                  <a:pt x="1066" y="254"/>
                  <a:pt x="1171" y="254"/>
                </a:cubicBezTo>
                <a:cubicBezTo>
                  <a:pt x="1211" y="254"/>
                  <a:pt x="1245" y="259"/>
                  <a:pt x="1277" y="270"/>
                </a:cubicBezTo>
                <a:close/>
                <a:moveTo>
                  <a:pt x="1215" y="488"/>
                </a:moveTo>
                <a:cubicBezTo>
                  <a:pt x="1215" y="311"/>
                  <a:pt x="1215" y="311"/>
                  <a:pt x="1215" y="311"/>
                </a:cubicBezTo>
                <a:cubicBezTo>
                  <a:pt x="1202" y="309"/>
                  <a:pt x="1188" y="307"/>
                  <a:pt x="1171" y="307"/>
                </a:cubicBezTo>
                <a:cubicBezTo>
                  <a:pt x="1107" y="307"/>
                  <a:pt x="1077" y="347"/>
                  <a:pt x="1077" y="410"/>
                </a:cubicBezTo>
                <a:cubicBezTo>
                  <a:pt x="1077" y="468"/>
                  <a:pt x="1100" y="508"/>
                  <a:pt x="1155" y="508"/>
                </a:cubicBezTo>
                <a:cubicBezTo>
                  <a:pt x="1179" y="508"/>
                  <a:pt x="1199" y="500"/>
                  <a:pt x="1215" y="488"/>
                </a:cubicBezTo>
                <a:close/>
                <a:moveTo>
                  <a:pt x="1595" y="363"/>
                </a:moveTo>
                <a:cubicBezTo>
                  <a:pt x="1595" y="552"/>
                  <a:pt x="1595" y="552"/>
                  <a:pt x="1595" y="552"/>
                </a:cubicBezTo>
                <a:cubicBezTo>
                  <a:pt x="1533" y="552"/>
                  <a:pt x="1533" y="552"/>
                  <a:pt x="1533" y="552"/>
                </a:cubicBezTo>
                <a:cubicBezTo>
                  <a:pt x="1533" y="373"/>
                  <a:pt x="1533" y="373"/>
                  <a:pt x="1533" y="373"/>
                </a:cubicBezTo>
                <a:cubicBezTo>
                  <a:pt x="1533" y="329"/>
                  <a:pt x="1518" y="307"/>
                  <a:pt x="1456" y="307"/>
                </a:cubicBezTo>
                <a:cubicBezTo>
                  <a:pt x="1442" y="307"/>
                  <a:pt x="1424" y="309"/>
                  <a:pt x="1407" y="312"/>
                </a:cubicBezTo>
                <a:cubicBezTo>
                  <a:pt x="1407" y="552"/>
                  <a:pt x="1407" y="552"/>
                  <a:pt x="1407" y="552"/>
                </a:cubicBezTo>
                <a:cubicBezTo>
                  <a:pt x="1345" y="552"/>
                  <a:pt x="1345" y="552"/>
                  <a:pt x="1345" y="552"/>
                </a:cubicBezTo>
                <a:cubicBezTo>
                  <a:pt x="1345" y="270"/>
                  <a:pt x="1345" y="270"/>
                  <a:pt x="1345" y="270"/>
                </a:cubicBezTo>
                <a:cubicBezTo>
                  <a:pt x="1385" y="261"/>
                  <a:pt x="1428" y="254"/>
                  <a:pt x="1458" y="254"/>
                </a:cubicBezTo>
                <a:cubicBezTo>
                  <a:pt x="1562" y="254"/>
                  <a:pt x="1595" y="294"/>
                  <a:pt x="1595" y="363"/>
                </a:cubicBezTo>
                <a:close/>
                <a:moveTo>
                  <a:pt x="1767" y="506"/>
                </a:moveTo>
                <a:cubicBezTo>
                  <a:pt x="1785" y="506"/>
                  <a:pt x="1802" y="503"/>
                  <a:pt x="1816" y="498"/>
                </a:cubicBezTo>
                <a:cubicBezTo>
                  <a:pt x="1814" y="515"/>
                  <a:pt x="1812" y="534"/>
                  <a:pt x="1808" y="550"/>
                </a:cubicBezTo>
                <a:cubicBezTo>
                  <a:pt x="1791" y="557"/>
                  <a:pt x="1773" y="559"/>
                  <a:pt x="1756" y="559"/>
                </a:cubicBezTo>
                <a:cubicBezTo>
                  <a:pt x="1696" y="559"/>
                  <a:pt x="1657" y="531"/>
                  <a:pt x="1657" y="463"/>
                </a:cubicBezTo>
                <a:cubicBezTo>
                  <a:pt x="1657" y="166"/>
                  <a:pt x="1657" y="166"/>
                  <a:pt x="1657" y="166"/>
                </a:cubicBezTo>
                <a:cubicBezTo>
                  <a:pt x="1676" y="160"/>
                  <a:pt x="1700" y="157"/>
                  <a:pt x="1719" y="157"/>
                </a:cubicBezTo>
                <a:cubicBezTo>
                  <a:pt x="1719" y="264"/>
                  <a:pt x="1719" y="264"/>
                  <a:pt x="1719" y="264"/>
                </a:cubicBezTo>
                <a:cubicBezTo>
                  <a:pt x="1817" y="264"/>
                  <a:pt x="1817" y="264"/>
                  <a:pt x="1817" y="264"/>
                </a:cubicBezTo>
                <a:cubicBezTo>
                  <a:pt x="1816" y="283"/>
                  <a:pt x="1815" y="301"/>
                  <a:pt x="1812" y="317"/>
                </a:cubicBezTo>
                <a:cubicBezTo>
                  <a:pt x="1719" y="317"/>
                  <a:pt x="1719" y="317"/>
                  <a:pt x="1719" y="317"/>
                </a:cubicBezTo>
                <a:cubicBezTo>
                  <a:pt x="1719" y="455"/>
                  <a:pt x="1719" y="455"/>
                  <a:pt x="1719" y="455"/>
                </a:cubicBezTo>
                <a:cubicBezTo>
                  <a:pt x="1719" y="492"/>
                  <a:pt x="1737" y="506"/>
                  <a:pt x="1767" y="506"/>
                </a:cubicBezTo>
                <a:close/>
                <a:moveTo>
                  <a:pt x="2100" y="270"/>
                </a:moveTo>
                <a:cubicBezTo>
                  <a:pt x="2100" y="552"/>
                  <a:pt x="2100" y="552"/>
                  <a:pt x="2100" y="552"/>
                </a:cubicBezTo>
                <a:cubicBezTo>
                  <a:pt x="2043" y="552"/>
                  <a:pt x="2043" y="552"/>
                  <a:pt x="2043" y="552"/>
                </a:cubicBezTo>
                <a:cubicBezTo>
                  <a:pt x="2040" y="518"/>
                  <a:pt x="2040" y="518"/>
                  <a:pt x="2040" y="518"/>
                </a:cubicBezTo>
                <a:cubicBezTo>
                  <a:pt x="2024" y="543"/>
                  <a:pt x="2000" y="559"/>
                  <a:pt x="1960" y="559"/>
                </a:cubicBezTo>
                <a:cubicBezTo>
                  <a:pt x="1886" y="559"/>
                  <a:pt x="1836" y="505"/>
                  <a:pt x="1836" y="410"/>
                </a:cubicBezTo>
                <a:cubicBezTo>
                  <a:pt x="1836" y="311"/>
                  <a:pt x="1889" y="254"/>
                  <a:pt x="1993" y="254"/>
                </a:cubicBezTo>
                <a:cubicBezTo>
                  <a:pt x="2034" y="254"/>
                  <a:pt x="2067" y="259"/>
                  <a:pt x="2100" y="270"/>
                </a:cubicBezTo>
                <a:close/>
                <a:moveTo>
                  <a:pt x="2038" y="488"/>
                </a:moveTo>
                <a:cubicBezTo>
                  <a:pt x="2038" y="311"/>
                  <a:pt x="2038" y="311"/>
                  <a:pt x="2038" y="311"/>
                </a:cubicBezTo>
                <a:cubicBezTo>
                  <a:pt x="2025" y="309"/>
                  <a:pt x="2011" y="307"/>
                  <a:pt x="1993" y="307"/>
                </a:cubicBezTo>
                <a:cubicBezTo>
                  <a:pt x="1929" y="307"/>
                  <a:pt x="1899" y="347"/>
                  <a:pt x="1899" y="410"/>
                </a:cubicBezTo>
                <a:cubicBezTo>
                  <a:pt x="1899" y="468"/>
                  <a:pt x="1922" y="508"/>
                  <a:pt x="1978" y="508"/>
                </a:cubicBezTo>
                <a:cubicBezTo>
                  <a:pt x="2002" y="508"/>
                  <a:pt x="2022" y="500"/>
                  <a:pt x="2038" y="488"/>
                </a:cubicBezTo>
                <a:close/>
                <a:moveTo>
                  <a:pt x="2418" y="363"/>
                </a:moveTo>
                <a:cubicBezTo>
                  <a:pt x="2418" y="552"/>
                  <a:pt x="2418" y="552"/>
                  <a:pt x="2418" y="552"/>
                </a:cubicBezTo>
                <a:cubicBezTo>
                  <a:pt x="2356" y="552"/>
                  <a:pt x="2356" y="552"/>
                  <a:pt x="2356" y="552"/>
                </a:cubicBezTo>
                <a:cubicBezTo>
                  <a:pt x="2356" y="373"/>
                  <a:pt x="2356" y="373"/>
                  <a:pt x="2356" y="373"/>
                </a:cubicBezTo>
                <a:cubicBezTo>
                  <a:pt x="2356" y="329"/>
                  <a:pt x="2341" y="307"/>
                  <a:pt x="2279" y="307"/>
                </a:cubicBezTo>
                <a:cubicBezTo>
                  <a:pt x="2264" y="307"/>
                  <a:pt x="2247" y="309"/>
                  <a:pt x="2230" y="312"/>
                </a:cubicBezTo>
                <a:cubicBezTo>
                  <a:pt x="2230" y="552"/>
                  <a:pt x="2230" y="552"/>
                  <a:pt x="2230" y="552"/>
                </a:cubicBezTo>
                <a:cubicBezTo>
                  <a:pt x="2168" y="552"/>
                  <a:pt x="2168" y="552"/>
                  <a:pt x="2168" y="552"/>
                </a:cubicBezTo>
                <a:cubicBezTo>
                  <a:pt x="2168" y="270"/>
                  <a:pt x="2168" y="270"/>
                  <a:pt x="2168" y="270"/>
                </a:cubicBezTo>
                <a:cubicBezTo>
                  <a:pt x="2207" y="261"/>
                  <a:pt x="2251" y="254"/>
                  <a:pt x="2281" y="254"/>
                </a:cubicBezTo>
                <a:cubicBezTo>
                  <a:pt x="2384" y="254"/>
                  <a:pt x="2418" y="294"/>
                  <a:pt x="2418" y="363"/>
                </a:cubicBezTo>
                <a:close/>
                <a:moveTo>
                  <a:pt x="2733" y="157"/>
                </a:moveTo>
                <a:cubicBezTo>
                  <a:pt x="2733" y="552"/>
                  <a:pt x="2733" y="552"/>
                  <a:pt x="2733" y="552"/>
                </a:cubicBezTo>
                <a:cubicBezTo>
                  <a:pt x="2676" y="552"/>
                  <a:pt x="2676" y="552"/>
                  <a:pt x="2676" y="552"/>
                </a:cubicBezTo>
                <a:cubicBezTo>
                  <a:pt x="2672" y="516"/>
                  <a:pt x="2672" y="516"/>
                  <a:pt x="2672" y="516"/>
                </a:cubicBezTo>
                <a:cubicBezTo>
                  <a:pt x="2656" y="543"/>
                  <a:pt x="2632" y="559"/>
                  <a:pt x="2591" y="559"/>
                </a:cubicBezTo>
                <a:cubicBezTo>
                  <a:pt x="2517" y="559"/>
                  <a:pt x="2467" y="505"/>
                  <a:pt x="2467" y="410"/>
                </a:cubicBezTo>
                <a:cubicBezTo>
                  <a:pt x="2467" y="311"/>
                  <a:pt x="2520" y="254"/>
                  <a:pt x="2625" y="254"/>
                </a:cubicBezTo>
                <a:cubicBezTo>
                  <a:pt x="2641" y="254"/>
                  <a:pt x="2656" y="256"/>
                  <a:pt x="2671" y="259"/>
                </a:cubicBezTo>
                <a:cubicBezTo>
                  <a:pt x="2671" y="166"/>
                  <a:pt x="2671" y="166"/>
                  <a:pt x="2671" y="166"/>
                </a:cubicBezTo>
                <a:cubicBezTo>
                  <a:pt x="2690" y="159"/>
                  <a:pt x="2712" y="157"/>
                  <a:pt x="2733" y="157"/>
                </a:cubicBezTo>
                <a:close/>
                <a:moveTo>
                  <a:pt x="2671" y="487"/>
                </a:moveTo>
                <a:cubicBezTo>
                  <a:pt x="2671" y="313"/>
                  <a:pt x="2671" y="313"/>
                  <a:pt x="2671" y="313"/>
                </a:cubicBezTo>
                <a:cubicBezTo>
                  <a:pt x="2655" y="310"/>
                  <a:pt x="2638" y="307"/>
                  <a:pt x="2621" y="307"/>
                </a:cubicBezTo>
                <a:cubicBezTo>
                  <a:pt x="2560" y="307"/>
                  <a:pt x="2531" y="346"/>
                  <a:pt x="2531" y="410"/>
                </a:cubicBezTo>
                <a:cubicBezTo>
                  <a:pt x="2531" y="468"/>
                  <a:pt x="2554" y="508"/>
                  <a:pt x="2609" y="508"/>
                </a:cubicBezTo>
                <a:cubicBezTo>
                  <a:pt x="2634" y="508"/>
                  <a:pt x="2654" y="500"/>
                  <a:pt x="2671" y="487"/>
                </a:cubicBezTo>
                <a:close/>
                <a:moveTo>
                  <a:pt x="3045" y="432"/>
                </a:moveTo>
                <a:cubicBezTo>
                  <a:pt x="2847" y="432"/>
                  <a:pt x="2847" y="432"/>
                  <a:pt x="2847" y="432"/>
                </a:cubicBezTo>
                <a:cubicBezTo>
                  <a:pt x="2854" y="482"/>
                  <a:pt x="2884" y="506"/>
                  <a:pt x="2939" y="506"/>
                </a:cubicBezTo>
                <a:cubicBezTo>
                  <a:pt x="2973" y="506"/>
                  <a:pt x="3007" y="499"/>
                  <a:pt x="3038" y="485"/>
                </a:cubicBezTo>
                <a:cubicBezTo>
                  <a:pt x="3036" y="501"/>
                  <a:pt x="3033" y="522"/>
                  <a:pt x="3029" y="541"/>
                </a:cubicBezTo>
                <a:cubicBezTo>
                  <a:pt x="3001" y="554"/>
                  <a:pt x="2971" y="559"/>
                  <a:pt x="2937" y="559"/>
                </a:cubicBezTo>
                <a:cubicBezTo>
                  <a:pt x="2834" y="559"/>
                  <a:pt x="2783" y="502"/>
                  <a:pt x="2783" y="405"/>
                </a:cubicBezTo>
                <a:cubicBezTo>
                  <a:pt x="2783" y="321"/>
                  <a:pt x="2822" y="254"/>
                  <a:pt x="2921" y="254"/>
                </a:cubicBezTo>
                <a:cubicBezTo>
                  <a:pt x="3010" y="254"/>
                  <a:pt x="3048" y="313"/>
                  <a:pt x="3048" y="384"/>
                </a:cubicBezTo>
                <a:cubicBezTo>
                  <a:pt x="3048" y="401"/>
                  <a:pt x="3047" y="415"/>
                  <a:pt x="3045" y="432"/>
                </a:cubicBezTo>
                <a:close/>
                <a:moveTo>
                  <a:pt x="2845" y="380"/>
                </a:moveTo>
                <a:cubicBezTo>
                  <a:pt x="2985" y="380"/>
                  <a:pt x="2985" y="380"/>
                  <a:pt x="2985" y="380"/>
                </a:cubicBezTo>
                <a:cubicBezTo>
                  <a:pt x="2985" y="333"/>
                  <a:pt x="2960" y="306"/>
                  <a:pt x="2918" y="306"/>
                </a:cubicBezTo>
                <a:cubicBezTo>
                  <a:pt x="2874" y="306"/>
                  <a:pt x="2850" y="332"/>
                  <a:pt x="2845" y="380"/>
                </a:cubicBezTo>
                <a:close/>
                <a:moveTo>
                  <a:pt x="3262" y="257"/>
                </a:moveTo>
                <a:cubicBezTo>
                  <a:pt x="3262" y="275"/>
                  <a:pt x="3260" y="298"/>
                  <a:pt x="3256" y="310"/>
                </a:cubicBezTo>
                <a:cubicBezTo>
                  <a:pt x="3241" y="308"/>
                  <a:pt x="3227" y="307"/>
                  <a:pt x="3209" y="307"/>
                </a:cubicBezTo>
                <a:cubicBezTo>
                  <a:pt x="3194" y="307"/>
                  <a:pt x="3179" y="309"/>
                  <a:pt x="3164" y="311"/>
                </a:cubicBezTo>
                <a:cubicBezTo>
                  <a:pt x="3164" y="552"/>
                  <a:pt x="3164" y="552"/>
                  <a:pt x="3164" y="552"/>
                </a:cubicBezTo>
                <a:cubicBezTo>
                  <a:pt x="3102" y="552"/>
                  <a:pt x="3102" y="552"/>
                  <a:pt x="3102" y="552"/>
                </a:cubicBezTo>
                <a:cubicBezTo>
                  <a:pt x="3102" y="270"/>
                  <a:pt x="3102" y="270"/>
                  <a:pt x="3102" y="270"/>
                </a:cubicBezTo>
                <a:cubicBezTo>
                  <a:pt x="3128" y="261"/>
                  <a:pt x="3173" y="254"/>
                  <a:pt x="3208" y="254"/>
                </a:cubicBezTo>
                <a:cubicBezTo>
                  <a:pt x="3227" y="254"/>
                  <a:pt x="3248" y="255"/>
                  <a:pt x="3262" y="257"/>
                </a:cubicBezTo>
                <a:close/>
              </a:path>
            </a:pathLst>
          </a:custGeom>
          <a:solidFill>
            <a:srgbClr val="C00000"/>
          </a:solidFill>
          <a:ln>
            <a:noFill/>
          </a:ln>
        </p:spPr>
        <p:txBody>
          <a:bodyPr vert="horz" wrap="square" lIns="91440" tIns="45720" rIns="91440" bIns="45720" numCol="1" anchor="t" anchorCtr="0" compatLnSpc="1">
            <a:prstTxWarp prst="textNoShape">
              <a:avLst/>
            </a:prstTxWarp>
          </a:bodyPr>
          <a:lstStyle/>
          <a:p>
            <a:endParaRPr lang="es-ES"/>
          </a:p>
        </p:txBody>
      </p:sp>
    </p:spTree>
    <p:extLst>
      <p:ext uri="{BB962C8B-B14F-4D97-AF65-F5344CB8AC3E}">
        <p14:creationId xmlns:p14="http://schemas.microsoft.com/office/powerpoint/2010/main" val="23571207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_Contenido y gráfico 2">
    <p:spTree>
      <p:nvGrpSpPr>
        <p:cNvPr id="1" name=""/>
        <p:cNvGrpSpPr/>
        <p:nvPr/>
      </p:nvGrpSpPr>
      <p:grpSpPr>
        <a:xfrm>
          <a:off x="0" y="0"/>
          <a:ext cx="0" cy="0"/>
          <a:chOff x="0" y="0"/>
          <a:chExt cx="0" cy="0"/>
        </a:xfrm>
      </p:grpSpPr>
      <p:sp>
        <p:nvSpPr>
          <p:cNvPr id="10" name="Marcador de número de diapositiva 5">
            <a:extLst>
              <a:ext uri="{FF2B5EF4-FFF2-40B4-BE49-F238E27FC236}">
                <a16:creationId xmlns:a16="http://schemas.microsoft.com/office/drawing/2014/main" id="{12E1D636-3017-4CF4-BA5F-3300C668441C}"/>
              </a:ext>
            </a:extLst>
          </p:cNvPr>
          <p:cNvSpPr>
            <a:spLocks noGrp="1"/>
          </p:cNvSpPr>
          <p:nvPr>
            <p:ph type="sldNum" sz="quarter" idx="12"/>
          </p:nvPr>
        </p:nvSpPr>
        <p:spPr>
          <a:xfrm>
            <a:off x="8730845" y="6209600"/>
            <a:ext cx="2743200" cy="365125"/>
          </a:xfrm>
        </p:spPr>
        <p:txBody>
          <a:bodyPr/>
          <a:lstStyle>
            <a:lvl1pPr>
              <a:defRPr sz="1300">
                <a:solidFill>
                  <a:schemeClr val="accent1"/>
                </a:solidFill>
              </a:defRPr>
            </a:lvl1pPr>
          </a:lstStyle>
          <a:p>
            <a:fld id="{BC0D97B6-E32F-4D7D-B839-7C3B51F2640F}" type="slidenum">
              <a:rPr lang="es-ES" smtClean="0"/>
              <a:pPr/>
              <a:t>‹#›</a:t>
            </a:fld>
            <a:endParaRPr lang="es-ES"/>
          </a:p>
        </p:txBody>
      </p:sp>
      <p:sp>
        <p:nvSpPr>
          <p:cNvPr id="15" name="Marcador de texto 14">
            <a:extLst>
              <a:ext uri="{FF2B5EF4-FFF2-40B4-BE49-F238E27FC236}">
                <a16:creationId xmlns:a16="http://schemas.microsoft.com/office/drawing/2014/main" id="{05897091-A449-4E0A-B444-7171DF90239A}"/>
              </a:ext>
            </a:extLst>
          </p:cNvPr>
          <p:cNvSpPr>
            <a:spLocks noGrp="1"/>
          </p:cNvSpPr>
          <p:nvPr>
            <p:ph type="body" sz="quarter" idx="14"/>
          </p:nvPr>
        </p:nvSpPr>
        <p:spPr>
          <a:xfrm>
            <a:off x="711024" y="337100"/>
            <a:ext cx="10758734" cy="304800"/>
          </a:xfrm>
        </p:spPr>
        <p:txBody>
          <a:bodyPr>
            <a:noAutofit/>
          </a:bodyPr>
          <a:lstStyle>
            <a:lvl1pPr marL="0" indent="0">
              <a:buFontTx/>
              <a:buNone/>
              <a:defRPr sz="1300">
                <a:solidFill>
                  <a:schemeClr val="accent1"/>
                </a:solidFill>
              </a:defRPr>
            </a:lvl1pPr>
            <a:lvl2pPr marL="457200" indent="0">
              <a:buFontTx/>
              <a:buNone/>
              <a:defRPr sz="1100"/>
            </a:lvl2pPr>
            <a:lvl3pPr marL="914400" indent="0">
              <a:buFontTx/>
              <a:buNone/>
              <a:defRPr sz="1050"/>
            </a:lvl3pPr>
            <a:lvl4pPr marL="1371600" indent="0">
              <a:buFontTx/>
              <a:buNone/>
              <a:defRPr sz="1000"/>
            </a:lvl4pPr>
            <a:lvl5pPr marL="1828800" indent="0">
              <a:buFontTx/>
              <a:buNone/>
              <a:defRPr sz="1000"/>
            </a:lvl5pPr>
          </a:lstStyle>
          <a:p>
            <a:pPr lvl="0"/>
            <a:r>
              <a:rPr lang="en-US"/>
              <a:t>Click to edit Master text styles</a:t>
            </a:r>
          </a:p>
        </p:txBody>
      </p:sp>
      <p:sp>
        <p:nvSpPr>
          <p:cNvPr id="13" name="Marcador de texto 16">
            <a:extLst>
              <a:ext uri="{FF2B5EF4-FFF2-40B4-BE49-F238E27FC236}">
                <a16:creationId xmlns:a16="http://schemas.microsoft.com/office/drawing/2014/main" id="{3C0F691A-2EF3-4A5F-A7E8-E01ADBCA2384}"/>
              </a:ext>
            </a:extLst>
          </p:cNvPr>
          <p:cNvSpPr>
            <a:spLocks noGrp="1"/>
          </p:cNvSpPr>
          <p:nvPr>
            <p:ph type="body" sz="quarter" idx="16"/>
          </p:nvPr>
        </p:nvSpPr>
        <p:spPr>
          <a:xfrm>
            <a:off x="711025" y="1191802"/>
            <a:ext cx="3911401" cy="4985162"/>
          </a:xfrm>
        </p:spPr>
        <p:txBody>
          <a:bodyPr>
            <a:noAutofit/>
          </a:bodyPr>
          <a:lstStyle>
            <a:lvl1pPr marL="0" indent="0">
              <a:spcBef>
                <a:spcPts val="0"/>
              </a:spcBef>
              <a:spcAft>
                <a:spcPts val="2200"/>
              </a:spcAft>
              <a:buFontTx/>
              <a:buNone/>
              <a:defRPr lang="es-ES" sz="1200" kern="1200" smtClean="0">
                <a:solidFill>
                  <a:schemeClr val="tx2"/>
                </a:solidFill>
                <a:latin typeface="+mn-lt"/>
                <a:ea typeface="+mn-ea"/>
                <a:cs typeface="+mn-cs"/>
              </a:defRPr>
            </a:lvl1pPr>
            <a:lvl2pPr marL="457200" indent="0">
              <a:buFontTx/>
              <a:buNone/>
              <a:defRPr lang="es-ES" sz="1200" kern="1200" smtClean="0">
                <a:solidFill>
                  <a:schemeClr val="tx2"/>
                </a:solidFill>
                <a:latin typeface="+mn-lt"/>
                <a:ea typeface="+mn-ea"/>
                <a:cs typeface="+mn-cs"/>
              </a:defRPr>
            </a:lvl2pPr>
            <a:lvl3pPr marL="914400" indent="0">
              <a:buFontTx/>
              <a:buNone/>
              <a:defRPr lang="es-ES" sz="1200" kern="1200" smtClean="0">
                <a:solidFill>
                  <a:schemeClr val="tx2"/>
                </a:solidFill>
                <a:latin typeface="+mn-lt"/>
                <a:ea typeface="+mn-ea"/>
                <a:cs typeface="+mn-cs"/>
              </a:defRPr>
            </a:lvl3pPr>
            <a:lvl4pPr marL="1371600" indent="0">
              <a:buFontTx/>
              <a:buNone/>
              <a:defRPr lang="es-ES" sz="1200" kern="1200" smtClean="0">
                <a:solidFill>
                  <a:schemeClr val="tx2"/>
                </a:solidFill>
                <a:latin typeface="+mn-lt"/>
                <a:ea typeface="+mn-ea"/>
                <a:cs typeface="+mn-cs"/>
              </a:defRPr>
            </a:lvl4pPr>
            <a:lvl5pPr marL="1828800" indent="0">
              <a:buFontTx/>
              <a:buNone/>
              <a:defRPr lang="es-ES" sz="1200" kern="1200">
                <a:solidFill>
                  <a:schemeClr val="tx2"/>
                </a:solidFill>
                <a:latin typeface="+mn-lt"/>
                <a:ea typeface="+mn-ea"/>
                <a:cs typeface="+mn-cs"/>
              </a:defRPr>
            </a:lvl5pPr>
          </a:lstStyle>
          <a:p>
            <a:pPr lvl="0"/>
            <a:r>
              <a:rPr lang="en-US"/>
              <a:t>Click to edit Master text styles</a:t>
            </a:r>
          </a:p>
        </p:txBody>
      </p:sp>
      <p:sp>
        <p:nvSpPr>
          <p:cNvPr id="12" name="Marcador de tabla 4">
            <a:extLst>
              <a:ext uri="{FF2B5EF4-FFF2-40B4-BE49-F238E27FC236}">
                <a16:creationId xmlns:a16="http://schemas.microsoft.com/office/drawing/2014/main" id="{DF826A4E-1A0C-46D7-8327-402D7A34DE68}"/>
              </a:ext>
            </a:extLst>
          </p:cNvPr>
          <p:cNvSpPr>
            <a:spLocks noGrp="1"/>
          </p:cNvSpPr>
          <p:nvPr>
            <p:ph type="tbl" sz="quarter" idx="18" hasCustomPrompt="1"/>
          </p:nvPr>
        </p:nvSpPr>
        <p:spPr>
          <a:xfrm>
            <a:off x="4867835" y="1707776"/>
            <a:ext cx="6612965" cy="4502524"/>
          </a:xfrm>
        </p:spPr>
        <p:txBody>
          <a:bodyPr>
            <a:normAutofit/>
          </a:bodyPr>
          <a:lstStyle>
            <a:lvl1pPr marL="0" indent="0" algn="ctr">
              <a:buFontTx/>
              <a:buNone/>
              <a:defRPr lang="es-ES" sz="1200" kern="1200" smtClean="0">
                <a:solidFill>
                  <a:schemeClr val="tx2"/>
                </a:solidFill>
                <a:latin typeface="+mn-lt"/>
                <a:ea typeface="+mn-ea"/>
                <a:cs typeface="+mn-cs"/>
              </a:defRPr>
            </a:lvl1pPr>
          </a:lstStyle>
          <a:p>
            <a:r>
              <a:rPr lang="es-ES"/>
              <a:t>Inserte aquí su tabla</a:t>
            </a:r>
          </a:p>
        </p:txBody>
      </p:sp>
      <p:sp>
        <p:nvSpPr>
          <p:cNvPr id="14" name="Marcador de texto 16">
            <a:extLst>
              <a:ext uri="{FF2B5EF4-FFF2-40B4-BE49-F238E27FC236}">
                <a16:creationId xmlns:a16="http://schemas.microsoft.com/office/drawing/2014/main" id="{C96F8991-1F66-478E-8C12-FB0275A2F299}"/>
              </a:ext>
            </a:extLst>
          </p:cNvPr>
          <p:cNvSpPr>
            <a:spLocks noGrp="1"/>
          </p:cNvSpPr>
          <p:nvPr>
            <p:ph type="body" sz="quarter" idx="19"/>
          </p:nvPr>
        </p:nvSpPr>
        <p:spPr>
          <a:xfrm>
            <a:off x="4867835" y="1191802"/>
            <a:ext cx="6587576" cy="381504"/>
          </a:xfrm>
        </p:spPr>
        <p:txBody>
          <a:bodyPr>
            <a:noAutofit/>
          </a:bodyPr>
          <a:lstStyle>
            <a:lvl1pPr marL="0" indent="0">
              <a:spcBef>
                <a:spcPts val="0"/>
              </a:spcBef>
              <a:spcAft>
                <a:spcPts val="2200"/>
              </a:spcAft>
              <a:buFontTx/>
              <a:buNone/>
              <a:defRPr lang="es-ES" sz="1200" kern="1200" smtClean="0">
                <a:solidFill>
                  <a:schemeClr val="tx2"/>
                </a:solidFill>
                <a:latin typeface="+mn-lt"/>
                <a:ea typeface="+mn-ea"/>
                <a:cs typeface="+mn-cs"/>
              </a:defRPr>
            </a:lvl1pPr>
            <a:lvl2pPr marL="457200" indent="0">
              <a:buFontTx/>
              <a:buNone/>
              <a:defRPr lang="es-ES" sz="1200" kern="1200" smtClean="0">
                <a:solidFill>
                  <a:schemeClr val="tx2"/>
                </a:solidFill>
                <a:latin typeface="+mn-lt"/>
                <a:ea typeface="+mn-ea"/>
                <a:cs typeface="+mn-cs"/>
              </a:defRPr>
            </a:lvl2pPr>
            <a:lvl3pPr marL="914400" indent="0">
              <a:buFontTx/>
              <a:buNone/>
              <a:defRPr lang="es-ES" sz="1200" kern="1200" smtClean="0">
                <a:solidFill>
                  <a:schemeClr val="tx2"/>
                </a:solidFill>
                <a:latin typeface="+mn-lt"/>
                <a:ea typeface="+mn-ea"/>
                <a:cs typeface="+mn-cs"/>
              </a:defRPr>
            </a:lvl3pPr>
            <a:lvl4pPr marL="1371600" indent="0">
              <a:buFontTx/>
              <a:buNone/>
              <a:defRPr lang="es-ES" sz="1200" kern="1200" smtClean="0">
                <a:solidFill>
                  <a:schemeClr val="tx2"/>
                </a:solidFill>
                <a:latin typeface="+mn-lt"/>
                <a:ea typeface="+mn-ea"/>
                <a:cs typeface="+mn-cs"/>
              </a:defRPr>
            </a:lvl4pPr>
            <a:lvl5pPr marL="1828800" indent="0">
              <a:buFontTx/>
              <a:buNone/>
              <a:defRPr lang="es-ES" sz="1200" kern="1200">
                <a:solidFill>
                  <a:schemeClr val="tx2"/>
                </a:solidFill>
                <a:latin typeface="+mn-lt"/>
                <a:ea typeface="+mn-ea"/>
                <a:cs typeface="+mn-cs"/>
              </a:defRPr>
            </a:lvl5pPr>
          </a:lstStyle>
          <a:p>
            <a:pPr lvl="0"/>
            <a:r>
              <a:rPr lang="en-US"/>
              <a:t>Click to edit Master text styles</a:t>
            </a:r>
          </a:p>
        </p:txBody>
      </p:sp>
      <p:sp>
        <p:nvSpPr>
          <p:cNvPr id="5" name="Freeform 5">
            <a:extLst>
              <a:ext uri="{FF2B5EF4-FFF2-40B4-BE49-F238E27FC236}">
                <a16:creationId xmlns:a16="http://schemas.microsoft.com/office/drawing/2014/main" id="{CD3E253C-C339-EC99-7BAB-970F25CCB3A2}"/>
              </a:ext>
            </a:extLst>
          </p:cNvPr>
          <p:cNvSpPr>
            <a:spLocks noEditPoints="1"/>
          </p:cNvSpPr>
          <p:nvPr userDrawn="1"/>
        </p:nvSpPr>
        <p:spPr bwMode="auto">
          <a:xfrm>
            <a:off x="252347" y="6514761"/>
            <a:ext cx="1171705" cy="206714"/>
          </a:xfrm>
          <a:custGeom>
            <a:avLst/>
            <a:gdLst>
              <a:gd name="T0" fmla="*/ 319 w 3262"/>
              <a:gd name="T1" fmla="*/ 39 h 572"/>
              <a:gd name="T2" fmla="*/ 300 w 3262"/>
              <a:gd name="T3" fmla="*/ 137 h 572"/>
              <a:gd name="T4" fmla="*/ 371 w 3262"/>
              <a:gd name="T5" fmla="*/ 405 h 572"/>
              <a:gd name="T6" fmla="*/ 244 w 3262"/>
              <a:gd name="T7" fmla="*/ 170 h 572"/>
              <a:gd name="T8" fmla="*/ 225 w 3262"/>
              <a:gd name="T9" fmla="*/ 267 h 572"/>
              <a:gd name="T10" fmla="*/ 300 w 3262"/>
              <a:gd name="T11" fmla="*/ 528 h 572"/>
              <a:gd name="T12" fmla="*/ 187 w 3262"/>
              <a:gd name="T13" fmla="*/ 333 h 572"/>
              <a:gd name="T14" fmla="*/ 300 w 3262"/>
              <a:gd name="T15" fmla="*/ 572 h 572"/>
              <a:gd name="T16" fmla="*/ 714 w 3262"/>
              <a:gd name="T17" fmla="*/ 540 h 572"/>
              <a:gd name="T18" fmla="*/ 910 w 3262"/>
              <a:gd name="T19" fmla="*/ 455 h 572"/>
              <a:gd name="T20" fmla="*/ 717 w 3262"/>
              <a:gd name="T21" fmla="*/ 258 h 572"/>
              <a:gd name="T22" fmla="*/ 945 w 3262"/>
              <a:gd name="T23" fmla="*/ 226 h 572"/>
              <a:gd name="T24" fmla="*/ 842 w 3262"/>
              <a:gd name="T25" fmla="*/ 322 h 572"/>
              <a:gd name="T26" fmla="*/ 829 w 3262"/>
              <a:gd name="T27" fmla="*/ 561 h 572"/>
              <a:gd name="T28" fmla="*/ 1277 w 3262"/>
              <a:gd name="T29" fmla="*/ 552 h 572"/>
              <a:gd name="T30" fmla="*/ 1138 w 3262"/>
              <a:gd name="T31" fmla="*/ 559 h 572"/>
              <a:gd name="T32" fmla="*/ 1277 w 3262"/>
              <a:gd name="T33" fmla="*/ 270 h 572"/>
              <a:gd name="T34" fmla="*/ 1171 w 3262"/>
              <a:gd name="T35" fmla="*/ 307 h 572"/>
              <a:gd name="T36" fmla="*/ 1215 w 3262"/>
              <a:gd name="T37" fmla="*/ 488 h 572"/>
              <a:gd name="T38" fmla="*/ 1533 w 3262"/>
              <a:gd name="T39" fmla="*/ 552 h 572"/>
              <a:gd name="T40" fmla="*/ 1407 w 3262"/>
              <a:gd name="T41" fmla="*/ 312 h 572"/>
              <a:gd name="T42" fmla="*/ 1345 w 3262"/>
              <a:gd name="T43" fmla="*/ 270 h 572"/>
              <a:gd name="T44" fmla="*/ 1767 w 3262"/>
              <a:gd name="T45" fmla="*/ 506 h 572"/>
              <a:gd name="T46" fmla="*/ 1756 w 3262"/>
              <a:gd name="T47" fmla="*/ 559 h 572"/>
              <a:gd name="T48" fmla="*/ 1719 w 3262"/>
              <a:gd name="T49" fmla="*/ 157 h 572"/>
              <a:gd name="T50" fmla="*/ 1812 w 3262"/>
              <a:gd name="T51" fmla="*/ 317 h 572"/>
              <a:gd name="T52" fmla="*/ 1767 w 3262"/>
              <a:gd name="T53" fmla="*/ 506 h 572"/>
              <a:gd name="T54" fmla="*/ 2043 w 3262"/>
              <a:gd name="T55" fmla="*/ 552 h 572"/>
              <a:gd name="T56" fmla="*/ 1836 w 3262"/>
              <a:gd name="T57" fmla="*/ 410 h 572"/>
              <a:gd name="T58" fmla="*/ 2038 w 3262"/>
              <a:gd name="T59" fmla="*/ 488 h 572"/>
              <a:gd name="T60" fmla="*/ 1899 w 3262"/>
              <a:gd name="T61" fmla="*/ 410 h 572"/>
              <a:gd name="T62" fmla="*/ 2418 w 3262"/>
              <a:gd name="T63" fmla="*/ 363 h 572"/>
              <a:gd name="T64" fmla="*/ 2356 w 3262"/>
              <a:gd name="T65" fmla="*/ 373 h 572"/>
              <a:gd name="T66" fmla="*/ 2230 w 3262"/>
              <a:gd name="T67" fmla="*/ 552 h 572"/>
              <a:gd name="T68" fmla="*/ 2281 w 3262"/>
              <a:gd name="T69" fmla="*/ 254 h 572"/>
              <a:gd name="T70" fmla="*/ 2733 w 3262"/>
              <a:gd name="T71" fmla="*/ 552 h 572"/>
              <a:gd name="T72" fmla="*/ 2591 w 3262"/>
              <a:gd name="T73" fmla="*/ 559 h 572"/>
              <a:gd name="T74" fmla="*/ 2671 w 3262"/>
              <a:gd name="T75" fmla="*/ 259 h 572"/>
              <a:gd name="T76" fmla="*/ 2671 w 3262"/>
              <a:gd name="T77" fmla="*/ 487 h 572"/>
              <a:gd name="T78" fmla="*/ 2531 w 3262"/>
              <a:gd name="T79" fmla="*/ 410 h 572"/>
              <a:gd name="T80" fmla="*/ 3045 w 3262"/>
              <a:gd name="T81" fmla="*/ 432 h 572"/>
              <a:gd name="T82" fmla="*/ 3038 w 3262"/>
              <a:gd name="T83" fmla="*/ 485 h 572"/>
              <a:gd name="T84" fmla="*/ 2783 w 3262"/>
              <a:gd name="T85" fmla="*/ 405 h 572"/>
              <a:gd name="T86" fmla="*/ 3045 w 3262"/>
              <a:gd name="T87" fmla="*/ 432 h 572"/>
              <a:gd name="T88" fmla="*/ 2918 w 3262"/>
              <a:gd name="T89" fmla="*/ 306 h 572"/>
              <a:gd name="T90" fmla="*/ 3256 w 3262"/>
              <a:gd name="T91" fmla="*/ 310 h 572"/>
              <a:gd name="T92" fmla="*/ 3164 w 3262"/>
              <a:gd name="T93" fmla="*/ 552 h 572"/>
              <a:gd name="T94" fmla="*/ 3208 w 3262"/>
              <a:gd name="T95" fmla="*/ 254 h 5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3262" h="572">
                <a:moveTo>
                  <a:pt x="430" y="262"/>
                </a:moveTo>
                <a:cubicBezTo>
                  <a:pt x="429" y="241"/>
                  <a:pt x="424" y="221"/>
                  <a:pt x="413" y="202"/>
                </a:cubicBezTo>
                <a:cubicBezTo>
                  <a:pt x="319" y="39"/>
                  <a:pt x="319" y="39"/>
                  <a:pt x="319" y="39"/>
                </a:cubicBezTo>
                <a:cubicBezTo>
                  <a:pt x="312" y="27"/>
                  <a:pt x="307" y="14"/>
                  <a:pt x="304" y="0"/>
                </a:cubicBezTo>
                <a:cubicBezTo>
                  <a:pt x="300" y="7"/>
                  <a:pt x="300" y="7"/>
                  <a:pt x="300" y="7"/>
                </a:cubicBezTo>
                <a:cubicBezTo>
                  <a:pt x="277" y="47"/>
                  <a:pt x="277" y="97"/>
                  <a:pt x="300" y="137"/>
                </a:cubicBezTo>
                <a:cubicBezTo>
                  <a:pt x="375" y="267"/>
                  <a:pt x="375" y="267"/>
                  <a:pt x="375" y="267"/>
                </a:cubicBezTo>
                <a:cubicBezTo>
                  <a:pt x="399" y="308"/>
                  <a:pt x="399" y="357"/>
                  <a:pt x="375" y="398"/>
                </a:cubicBezTo>
                <a:cubicBezTo>
                  <a:pt x="371" y="405"/>
                  <a:pt x="371" y="405"/>
                  <a:pt x="371" y="405"/>
                </a:cubicBezTo>
                <a:cubicBezTo>
                  <a:pt x="369" y="391"/>
                  <a:pt x="364" y="378"/>
                  <a:pt x="356" y="365"/>
                </a:cubicBezTo>
                <a:cubicBezTo>
                  <a:pt x="288" y="246"/>
                  <a:pt x="288" y="246"/>
                  <a:pt x="288" y="246"/>
                </a:cubicBezTo>
                <a:cubicBezTo>
                  <a:pt x="244" y="170"/>
                  <a:pt x="244" y="170"/>
                  <a:pt x="244" y="170"/>
                </a:cubicBezTo>
                <a:cubicBezTo>
                  <a:pt x="236" y="157"/>
                  <a:pt x="232" y="144"/>
                  <a:pt x="229" y="130"/>
                </a:cubicBezTo>
                <a:cubicBezTo>
                  <a:pt x="225" y="137"/>
                  <a:pt x="225" y="137"/>
                  <a:pt x="225" y="137"/>
                </a:cubicBezTo>
                <a:cubicBezTo>
                  <a:pt x="202" y="177"/>
                  <a:pt x="202" y="227"/>
                  <a:pt x="225" y="267"/>
                </a:cubicBezTo>
                <a:cubicBezTo>
                  <a:pt x="225" y="267"/>
                  <a:pt x="225" y="267"/>
                  <a:pt x="225" y="267"/>
                </a:cubicBezTo>
                <a:cubicBezTo>
                  <a:pt x="300" y="398"/>
                  <a:pt x="300" y="398"/>
                  <a:pt x="300" y="398"/>
                </a:cubicBezTo>
                <a:cubicBezTo>
                  <a:pt x="323" y="438"/>
                  <a:pt x="323" y="488"/>
                  <a:pt x="300" y="528"/>
                </a:cubicBezTo>
                <a:cubicBezTo>
                  <a:pt x="296" y="535"/>
                  <a:pt x="296" y="535"/>
                  <a:pt x="296" y="535"/>
                </a:cubicBezTo>
                <a:cubicBezTo>
                  <a:pt x="293" y="521"/>
                  <a:pt x="288" y="508"/>
                  <a:pt x="281" y="495"/>
                </a:cubicBezTo>
                <a:cubicBezTo>
                  <a:pt x="187" y="333"/>
                  <a:pt x="187" y="333"/>
                  <a:pt x="187" y="333"/>
                </a:cubicBezTo>
                <a:cubicBezTo>
                  <a:pt x="175" y="311"/>
                  <a:pt x="169" y="286"/>
                  <a:pt x="170" y="262"/>
                </a:cubicBezTo>
                <a:cubicBezTo>
                  <a:pt x="69" y="288"/>
                  <a:pt x="0" y="344"/>
                  <a:pt x="0" y="409"/>
                </a:cubicBezTo>
                <a:cubicBezTo>
                  <a:pt x="0" y="499"/>
                  <a:pt x="134" y="572"/>
                  <a:pt x="300" y="572"/>
                </a:cubicBezTo>
                <a:cubicBezTo>
                  <a:pt x="466" y="572"/>
                  <a:pt x="600" y="499"/>
                  <a:pt x="600" y="409"/>
                </a:cubicBezTo>
                <a:cubicBezTo>
                  <a:pt x="600" y="344"/>
                  <a:pt x="531" y="288"/>
                  <a:pt x="430" y="262"/>
                </a:cubicBezTo>
                <a:close/>
                <a:moveTo>
                  <a:pt x="714" y="540"/>
                </a:moveTo>
                <a:cubicBezTo>
                  <a:pt x="715" y="517"/>
                  <a:pt x="718" y="501"/>
                  <a:pt x="725" y="483"/>
                </a:cubicBezTo>
                <a:cubicBezTo>
                  <a:pt x="756" y="498"/>
                  <a:pt x="797" y="505"/>
                  <a:pt x="828" y="505"/>
                </a:cubicBezTo>
                <a:cubicBezTo>
                  <a:pt x="880" y="505"/>
                  <a:pt x="910" y="488"/>
                  <a:pt x="910" y="455"/>
                </a:cubicBezTo>
                <a:cubicBezTo>
                  <a:pt x="910" y="422"/>
                  <a:pt x="888" y="407"/>
                  <a:pt x="835" y="384"/>
                </a:cubicBezTo>
                <a:cubicBezTo>
                  <a:pt x="806" y="371"/>
                  <a:pt x="806" y="371"/>
                  <a:pt x="806" y="371"/>
                </a:cubicBezTo>
                <a:cubicBezTo>
                  <a:pt x="753" y="348"/>
                  <a:pt x="717" y="318"/>
                  <a:pt x="717" y="258"/>
                </a:cubicBezTo>
                <a:cubicBezTo>
                  <a:pt x="717" y="194"/>
                  <a:pt x="762" y="153"/>
                  <a:pt x="853" y="153"/>
                </a:cubicBezTo>
                <a:cubicBezTo>
                  <a:pt x="890" y="153"/>
                  <a:pt x="924" y="158"/>
                  <a:pt x="956" y="169"/>
                </a:cubicBezTo>
                <a:cubicBezTo>
                  <a:pt x="955" y="192"/>
                  <a:pt x="951" y="209"/>
                  <a:pt x="945" y="226"/>
                </a:cubicBezTo>
                <a:cubicBezTo>
                  <a:pt x="915" y="214"/>
                  <a:pt x="879" y="209"/>
                  <a:pt x="853" y="209"/>
                </a:cubicBezTo>
                <a:cubicBezTo>
                  <a:pt x="804" y="209"/>
                  <a:pt x="781" y="228"/>
                  <a:pt x="781" y="258"/>
                </a:cubicBezTo>
                <a:cubicBezTo>
                  <a:pt x="781" y="288"/>
                  <a:pt x="803" y="305"/>
                  <a:pt x="842" y="322"/>
                </a:cubicBezTo>
                <a:cubicBezTo>
                  <a:pt x="873" y="335"/>
                  <a:pt x="873" y="335"/>
                  <a:pt x="873" y="335"/>
                </a:cubicBezTo>
                <a:cubicBezTo>
                  <a:pt x="945" y="365"/>
                  <a:pt x="974" y="397"/>
                  <a:pt x="974" y="452"/>
                </a:cubicBezTo>
                <a:cubicBezTo>
                  <a:pt x="974" y="517"/>
                  <a:pt x="925" y="561"/>
                  <a:pt x="829" y="561"/>
                </a:cubicBezTo>
                <a:cubicBezTo>
                  <a:pt x="783" y="561"/>
                  <a:pt x="745" y="555"/>
                  <a:pt x="714" y="540"/>
                </a:cubicBezTo>
                <a:close/>
                <a:moveTo>
                  <a:pt x="1277" y="270"/>
                </a:moveTo>
                <a:cubicBezTo>
                  <a:pt x="1277" y="552"/>
                  <a:pt x="1277" y="552"/>
                  <a:pt x="1277" y="552"/>
                </a:cubicBezTo>
                <a:cubicBezTo>
                  <a:pt x="1220" y="552"/>
                  <a:pt x="1220" y="552"/>
                  <a:pt x="1220" y="552"/>
                </a:cubicBezTo>
                <a:cubicBezTo>
                  <a:pt x="1217" y="518"/>
                  <a:pt x="1217" y="518"/>
                  <a:pt x="1217" y="518"/>
                </a:cubicBezTo>
                <a:cubicBezTo>
                  <a:pt x="1201" y="543"/>
                  <a:pt x="1177" y="559"/>
                  <a:pt x="1138" y="559"/>
                </a:cubicBezTo>
                <a:cubicBezTo>
                  <a:pt x="1063" y="559"/>
                  <a:pt x="1013" y="505"/>
                  <a:pt x="1013" y="410"/>
                </a:cubicBezTo>
                <a:cubicBezTo>
                  <a:pt x="1013" y="311"/>
                  <a:pt x="1066" y="254"/>
                  <a:pt x="1171" y="254"/>
                </a:cubicBezTo>
                <a:cubicBezTo>
                  <a:pt x="1211" y="254"/>
                  <a:pt x="1245" y="259"/>
                  <a:pt x="1277" y="270"/>
                </a:cubicBezTo>
                <a:close/>
                <a:moveTo>
                  <a:pt x="1215" y="488"/>
                </a:moveTo>
                <a:cubicBezTo>
                  <a:pt x="1215" y="311"/>
                  <a:pt x="1215" y="311"/>
                  <a:pt x="1215" y="311"/>
                </a:cubicBezTo>
                <a:cubicBezTo>
                  <a:pt x="1202" y="309"/>
                  <a:pt x="1188" y="307"/>
                  <a:pt x="1171" y="307"/>
                </a:cubicBezTo>
                <a:cubicBezTo>
                  <a:pt x="1107" y="307"/>
                  <a:pt x="1077" y="347"/>
                  <a:pt x="1077" y="410"/>
                </a:cubicBezTo>
                <a:cubicBezTo>
                  <a:pt x="1077" y="468"/>
                  <a:pt x="1100" y="508"/>
                  <a:pt x="1155" y="508"/>
                </a:cubicBezTo>
                <a:cubicBezTo>
                  <a:pt x="1179" y="508"/>
                  <a:pt x="1199" y="500"/>
                  <a:pt x="1215" y="488"/>
                </a:cubicBezTo>
                <a:close/>
                <a:moveTo>
                  <a:pt x="1595" y="363"/>
                </a:moveTo>
                <a:cubicBezTo>
                  <a:pt x="1595" y="552"/>
                  <a:pt x="1595" y="552"/>
                  <a:pt x="1595" y="552"/>
                </a:cubicBezTo>
                <a:cubicBezTo>
                  <a:pt x="1533" y="552"/>
                  <a:pt x="1533" y="552"/>
                  <a:pt x="1533" y="552"/>
                </a:cubicBezTo>
                <a:cubicBezTo>
                  <a:pt x="1533" y="373"/>
                  <a:pt x="1533" y="373"/>
                  <a:pt x="1533" y="373"/>
                </a:cubicBezTo>
                <a:cubicBezTo>
                  <a:pt x="1533" y="329"/>
                  <a:pt x="1518" y="307"/>
                  <a:pt x="1456" y="307"/>
                </a:cubicBezTo>
                <a:cubicBezTo>
                  <a:pt x="1442" y="307"/>
                  <a:pt x="1424" y="309"/>
                  <a:pt x="1407" y="312"/>
                </a:cubicBezTo>
                <a:cubicBezTo>
                  <a:pt x="1407" y="552"/>
                  <a:pt x="1407" y="552"/>
                  <a:pt x="1407" y="552"/>
                </a:cubicBezTo>
                <a:cubicBezTo>
                  <a:pt x="1345" y="552"/>
                  <a:pt x="1345" y="552"/>
                  <a:pt x="1345" y="552"/>
                </a:cubicBezTo>
                <a:cubicBezTo>
                  <a:pt x="1345" y="270"/>
                  <a:pt x="1345" y="270"/>
                  <a:pt x="1345" y="270"/>
                </a:cubicBezTo>
                <a:cubicBezTo>
                  <a:pt x="1385" y="261"/>
                  <a:pt x="1428" y="254"/>
                  <a:pt x="1458" y="254"/>
                </a:cubicBezTo>
                <a:cubicBezTo>
                  <a:pt x="1562" y="254"/>
                  <a:pt x="1595" y="294"/>
                  <a:pt x="1595" y="363"/>
                </a:cubicBezTo>
                <a:close/>
                <a:moveTo>
                  <a:pt x="1767" y="506"/>
                </a:moveTo>
                <a:cubicBezTo>
                  <a:pt x="1785" y="506"/>
                  <a:pt x="1802" y="503"/>
                  <a:pt x="1816" y="498"/>
                </a:cubicBezTo>
                <a:cubicBezTo>
                  <a:pt x="1814" y="515"/>
                  <a:pt x="1812" y="534"/>
                  <a:pt x="1808" y="550"/>
                </a:cubicBezTo>
                <a:cubicBezTo>
                  <a:pt x="1791" y="557"/>
                  <a:pt x="1773" y="559"/>
                  <a:pt x="1756" y="559"/>
                </a:cubicBezTo>
                <a:cubicBezTo>
                  <a:pt x="1696" y="559"/>
                  <a:pt x="1657" y="531"/>
                  <a:pt x="1657" y="463"/>
                </a:cubicBezTo>
                <a:cubicBezTo>
                  <a:pt x="1657" y="166"/>
                  <a:pt x="1657" y="166"/>
                  <a:pt x="1657" y="166"/>
                </a:cubicBezTo>
                <a:cubicBezTo>
                  <a:pt x="1676" y="160"/>
                  <a:pt x="1700" y="157"/>
                  <a:pt x="1719" y="157"/>
                </a:cubicBezTo>
                <a:cubicBezTo>
                  <a:pt x="1719" y="264"/>
                  <a:pt x="1719" y="264"/>
                  <a:pt x="1719" y="264"/>
                </a:cubicBezTo>
                <a:cubicBezTo>
                  <a:pt x="1817" y="264"/>
                  <a:pt x="1817" y="264"/>
                  <a:pt x="1817" y="264"/>
                </a:cubicBezTo>
                <a:cubicBezTo>
                  <a:pt x="1816" y="283"/>
                  <a:pt x="1815" y="301"/>
                  <a:pt x="1812" y="317"/>
                </a:cubicBezTo>
                <a:cubicBezTo>
                  <a:pt x="1719" y="317"/>
                  <a:pt x="1719" y="317"/>
                  <a:pt x="1719" y="317"/>
                </a:cubicBezTo>
                <a:cubicBezTo>
                  <a:pt x="1719" y="455"/>
                  <a:pt x="1719" y="455"/>
                  <a:pt x="1719" y="455"/>
                </a:cubicBezTo>
                <a:cubicBezTo>
                  <a:pt x="1719" y="492"/>
                  <a:pt x="1737" y="506"/>
                  <a:pt x="1767" y="506"/>
                </a:cubicBezTo>
                <a:close/>
                <a:moveTo>
                  <a:pt x="2100" y="270"/>
                </a:moveTo>
                <a:cubicBezTo>
                  <a:pt x="2100" y="552"/>
                  <a:pt x="2100" y="552"/>
                  <a:pt x="2100" y="552"/>
                </a:cubicBezTo>
                <a:cubicBezTo>
                  <a:pt x="2043" y="552"/>
                  <a:pt x="2043" y="552"/>
                  <a:pt x="2043" y="552"/>
                </a:cubicBezTo>
                <a:cubicBezTo>
                  <a:pt x="2040" y="518"/>
                  <a:pt x="2040" y="518"/>
                  <a:pt x="2040" y="518"/>
                </a:cubicBezTo>
                <a:cubicBezTo>
                  <a:pt x="2024" y="543"/>
                  <a:pt x="2000" y="559"/>
                  <a:pt x="1960" y="559"/>
                </a:cubicBezTo>
                <a:cubicBezTo>
                  <a:pt x="1886" y="559"/>
                  <a:pt x="1836" y="505"/>
                  <a:pt x="1836" y="410"/>
                </a:cubicBezTo>
                <a:cubicBezTo>
                  <a:pt x="1836" y="311"/>
                  <a:pt x="1889" y="254"/>
                  <a:pt x="1993" y="254"/>
                </a:cubicBezTo>
                <a:cubicBezTo>
                  <a:pt x="2034" y="254"/>
                  <a:pt x="2067" y="259"/>
                  <a:pt x="2100" y="270"/>
                </a:cubicBezTo>
                <a:close/>
                <a:moveTo>
                  <a:pt x="2038" y="488"/>
                </a:moveTo>
                <a:cubicBezTo>
                  <a:pt x="2038" y="311"/>
                  <a:pt x="2038" y="311"/>
                  <a:pt x="2038" y="311"/>
                </a:cubicBezTo>
                <a:cubicBezTo>
                  <a:pt x="2025" y="309"/>
                  <a:pt x="2011" y="307"/>
                  <a:pt x="1993" y="307"/>
                </a:cubicBezTo>
                <a:cubicBezTo>
                  <a:pt x="1929" y="307"/>
                  <a:pt x="1899" y="347"/>
                  <a:pt x="1899" y="410"/>
                </a:cubicBezTo>
                <a:cubicBezTo>
                  <a:pt x="1899" y="468"/>
                  <a:pt x="1922" y="508"/>
                  <a:pt x="1978" y="508"/>
                </a:cubicBezTo>
                <a:cubicBezTo>
                  <a:pt x="2002" y="508"/>
                  <a:pt x="2022" y="500"/>
                  <a:pt x="2038" y="488"/>
                </a:cubicBezTo>
                <a:close/>
                <a:moveTo>
                  <a:pt x="2418" y="363"/>
                </a:moveTo>
                <a:cubicBezTo>
                  <a:pt x="2418" y="552"/>
                  <a:pt x="2418" y="552"/>
                  <a:pt x="2418" y="552"/>
                </a:cubicBezTo>
                <a:cubicBezTo>
                  <a:pt x="2356" y="552"/>
                  <a:pt x="2356" y="552"/>
                  <a:pt x="2356" y="552"/>
                </a:cubicBezTo>
                <a:cubicBezTo>
                  <a:pt x="2356" y="373"/>
                  <a:pt x="2356" y="373"/>
                  <a:pt x="2356" y="373"/>
                </a:cubicBezTo>
                <a:cubicBezTo>
                  <a:pt x="2356" y="329"/>
                  <a:pt x="2341" y="307"/>
                  <a:pt x="2279" y="307"/>
                </a:cubicBezTo>
                <a:cubicBezTo>
                  <a:pt x="2264" y="307"/>
                  <a:pt x="2247" y="309"/>
                  <a:pt x="2230" y="312"/>
                </a:cubicBezTo>
                <a:cubicBezTo>
                  <a:pt x="2230" y="552"/>
                  <a:pt x="2230" y="552"/>
                  <a:pt x="2230" y="552"/>
                </a:cubicBezTo>
                <a:cubicBezTo>
                  <a:pt x="2168" y="552"/>
                  <a:pt x="2168" y="552"/>
                  <a:pt x="2168" y="552"/>
                </a:cubicBezTo>
                <a:cubicBezTo>
                  <a:pt x="2168" y="270"/>
                  <a:pt x="2168" y="270"/>
                  <a:pt x="2168" y="270"/>
                </a:cubicBezTo>
                <a:cubicBezTo>
                  <a:pt x="2207" y="261"/>
                  <a:pt x="2251" y="254"/>
                  <a:pt x="2281" y="254"/>
                </a:cubicBezTo>
                <a:cubicBezTo>
                  <a:pt x="2384" y="254"/>
                  <a:pt x="2418" y="294"/>
                  <a:pt x="2418" y="363"/>
                </a:cubicBezTo>
                <a:close/>
                <a:moveTo>
                  <a:pt x="2733" y="157"/>
                </a:moveTo>
                <a:cubicBezTo>
                  <a:pt x="2733" y="552"/>
                  <a:pt x="2733" y="552"/>
                  <a:pt x="2733" y="552"/>
                </a:cubicBezTo>
                <a:cubicBezTo>
                  <a:pt x="2676" y="552"/>
                  <a:pt x="2676" y="552"/>
                  <a:pt x="2676" y="552"/>
                </a:cubicBezTo>
                <a:cubicBezTo>
                  <a:pt x="2672" y="516"/>
                  <a:pt x="2672" y="516"/>
                  <a:pt x="2672" y="516"/>
                </a:cubicBezTo>
                <a:cubicBezTo>
                  <a:pt x="2656" y="543"/>
                  <a:pt x="2632" y="559"/>
                  <a:pt x="2591" y="559"/>
                </a:cubicBezTo>
                <a:cubicBezTo>
                  <a:pt x="2517" y="559"/>
                  <a:pt x="2467" y="505"/>
                  <a:pt x="2467" y="410"/>
                </a:cubicBezTo>
                <a:cubicBezTo>
                  <a:pt x="2467" y="311"/>
                  <a:pt x="2520" y="254"/>
                  <a:pt x="2625" y="254"/>
                </a:cubicBezTo>
                <a:cubicBezTo>
                  <a:pt x="2641" y="254"/>
                  <a:pt x="2656" y="256"/>
                  <a:pt x="2671" y="259"/>
                </a:cubicBezTo>
                <a:cubicBezTo>
                  <a:pt x="2671" y="166"/>
                  <a:pt x="2671" y="166"/>
                  <a:pt x="2671" y="166"/>
                </a:cubicBezTo>
                <a:cubicBezTo>
                  <a:pt x="2690" y="159"/>
                  <a:pt x="2712" y="157"/>
                  <a:pt x="2733" y="157"/>
                </a:cubicBezTo>
                <a:close/>
                <a:moveTo>
                  <a:pt x="2671" y="487"/>
                </a:moveTo>
                <a:cubicBezTo>
                  <a:pt x="2671" y="313"/>
                  <a:pt x="2671" y="313"/>
                  <a:pt x="2671" y="313"/>
                </a:cubicBezTo>
                <a:cubicBezTo>
                  <a:pt x="2655" y="310"/>
                  <a:pt x="2638" y="307"/>
                  <a:pt x="2621" y="307"/>
                </a:cubicBezTo>
                <a:cubicBezTo>
                  <a:pt x="2560" y="307"/>
                  <a:pt x="2531" y="346"/>
                  <a:pt x="2531" y="410"/>
                </a:cubicBezTo>
                <a:cubicBezTo>
                  <a:pt x="2531" y="468"/>
                  <a:pt x="2554" y="508"/>
                  <a:pt x="2609" y="508"/>
                </a:cubicBezTo>
                <a:cubicBezTo>
                  <a:pt x="2634" y="508"/>
                  <a:pt x="2654" y="500"/>
                  <a:pt x="2671" y="487"/>
                </a:cubicBezTo>
                <a:close/>
                <a:moveTo>
                  <a:pt x="3045" y="432"/>
                </a:moveTo>
                <a:cubicBezTo>
                  <a:pt x="2847" y="432"/>
                  <a:pt x="2847" y="432"/>
                  <a:pt x="2847" y="432"/>
                </a:cubicBezTo>
                <a:cubicBezTo>
                  <a:pt x="2854" y="482"/>
                  <a:pt x="2884" y="506"/>
                  <a:pt x="2939" y="506"/>
                </a:cubicBezTo>
                <a:cubicBezTo>
                  <a:pt x="2973" y="506"/>
                  <a:pt x="3007" y="499"/>
                  <a:pt x="3038" y="485"/>
                </a:cubicBezTo>
                <a:cubicBezTo>
                  <a:pt x="3036" y="501"/>
                  <a:pt x="3033" y="522"/>
                  <a:pt x="3029" y="541"/>
                </a:cubicBezTo>
                <a:cubicBezTo>
                  <a:pt x="3001" y="554"/>
                  <a:pt x="2971" y="559"/>
                  <a:pt x="2937" y="559"/>
                </a:cubicBezTo>
                <a:cubicBezTo>
                  <a:pt x="2834" y="559"/>
                  <a:pt x="2783" y="502"/>
                  <a:pt x="2783" y="405"/>
                </a:cubicBezTo>
                <a:cubicBezTo>
                  <a:pt x="2783" y="321"/>
                  <a:pt x="2822" y="254"/>
                  <a:pt x="2921" y="254"/>
                </a:cubicBezTo>
                <a:cubicBezTo>
                  <a:pt x="3010" y="254"/>
                  <a:pt x="3048" y="313"/>
                  <a:pt x="3048" y="384"/>
                </a:cubicBezTo>
                <a:cubicBezTo>
                  <a:pt x="3048" y="401"/>
                  <a:pt x="3047" y="415"/>
                  <a:pt x="3045" y="432"/>
                </a:cubicBezTo>
                <a:close/>
                <a:moveTo>
                  <a:pt x="2845" y="380"/>
                </a:moveTo>
                <a:cubicBezTo>
                  <a:pt x="2985" y="380"/>
                  <a:pt x="2985" y="380"/>
                  <a:pt x="2985" y="380"/>
                </a:cubicBezTo>
                <a:cubicBezTo>
                  <a:pt x="2985" y="333"/>
                  <a:pt x="2960" y="306"/>
                  <a:pt x="2918" y="306"/>
                </a:cubicBezTo>
                <a:cubicBezTo>
                  <a:pt x="2874" y="306"/>
                  <a:pt x="2850" y="332"/>
                  <a:pt x="2845" y="380"/>
                </a:cubicBezTo>
                <a:close/>
                <a:moveTo>
                  <a:pt x="3262" y="257"/>
                </a:moveTo>
                <a:cubicBezTo>
                  <a:pt x="3262" y="275"/>
                  <a:pt x="3260" y="298"/>
                  <a:pt x="3256" y="310"/>
                </a:cubicBezTo>
                <a:cubicBezTo>
                  <a:pt x="3241" y="308"/>
                  <a:pt x="3227" y="307"/>
                  <a:pt x="3209" y="307"/>
                </a:cubicBezTo>
                <a:cubicBezTo>
                  <a:pt x="3194" y="307"/>
                  <a:pt x="3179" y="309"/>
                  <a:pt x="3164" y="311"/>
                </a:cubicBezTo>
                <a:cubicBezTo>
                  <a:pt x="3164" y="552"/>
                  <a:pt x="3164" y="552"/>
                  <a:pt x="3164" y="552"/>
                </a:cubicBezTo>
                <a:cubicBezTo>
                  <a:pt x="3102" y="552"/>
                  <a:pt x="3102" y="552"/>
                  <a:pt x="3102" y="552"/>
                </a:cubicBezTo>
                <a:cubicBezTo>
                  <a:pt x="3102" y="270"/>
                  <a:pt x="3102" y="270"/>
                  <a:pt x="3102" y="270"/>
                </a:cubicBezTo>
                <a:cubicBezTo>
                  <a:pt x="3128" y="261"/>
                  <a:pt x="3173" y="254"/>
                  <a:pt x="3208" y="254"/>
                </a:cubicBezTo>
                <a:cubicBezTo>
                  <a:pt x="3227" y="254"/>
                  <a:pt x="3248" y="255"/>
                  <a:pt x="3262" y="257"/>
                </a:cubicBezTo>
                <a:close/>
              </a:path>
            </a:pathLst>
          </a:custGeom>
          <a:solidFill>
            <a:srgbClr val="C00000"/>
          </a:solidFill>
          <a:ln>
            <a:noFill/>
          </a:ln>
        </p:spPr>
        <p:txBody>
          <a:bodyPr vert="horz" wrap="square" lIns="91440" tIns="45720" rIns="91440" bIns="45720" numCol="1" anchor="t" anchorCtr="0" compatLnSpc="1">
            <a:prstTxWarp prst="textNoShape">
              <a:avLst/>
            </a:prstTxWarp>
          </a:bodyPr>
          <a:lstStyle/>
          <a:p>
            <a:endParaRPr lang="es-ES"/>
          </a:p>
        </p:txBody>
      </p:sp>
    </p:spTree>
    <p:extLst>
      <p:ext uri="{BB962C8B-B14F-4D97-AF65-F5344CB8AC3E}">
        <p14:creationId xmlns:p14="http://schemas.microsoft.com/office/powerpoint/2010/main" val="28082621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Contenido y gráfico 3 ">
    <p:spTree>
      <p:nvGrpSpPr>
        <p:cNvPr id="1" name=""/>
        <p:cNvGrpSpPr/>
        <p:nvPr/>
      </p:nvGrpSpPr>
      <p:grpSpPr>
        <a:xfrm>
          <a:off x="0" y="0"/>
          <a:ext cx="0" cy="0"/>
          <a:chOff x="0" y="0"/>
          <a:chExt cx="0" cy="0"/>
        </a:xfrm>
      </p:grpSpPr>
      <p:sp>
        <p:nvSpPr>
          <p:cNvPr id="10" name="Marcador de número de diapositiva 5">
            <a:extLst>
              <a:ext uri="{FF2B5EF4-FFF2-40B4-BE49-F238E27FC236}">
                <a16:creationId xmlns:a16="http://schemas.microsoft.com/office/drawing/2014/main" id="{12E1D636-3017-4CF4-BA5F-3300C668441C}"/>
              </a:ext>
            </a:extLst>
          </p:cNvPr>
          <p:cNvSpPr>
            <a:spLocks noGrp="1"/>
          </p:cNvSpPr>
          <p:nvPr>
            <p:ph type="sldNum" sz="quarter" idx="12"/>
          </p:nvPr>
        </p:nvSpPr>
        <p:spPr>
          <a:xfrm>
            <a:off x="8730845" y="6209600"/>
            <a:ext cx="2743200" cy="365125"/>
          </a:xfrm>
        </p:spPr>
        <p:txBody>
          <a:bodyPr/>
          <a:lstStyle>
            <a:lvl1pPr>
              <a:defRPr sz="1300">
                <a:solidFill>
                  <a:schemeClr val="accent1"/>
                </a:solidFill>
              </a:defRPr>
            </a:lvl1pPr>
          </a:lstStyle>
          <a:p>
            <a:fld id="{BC0D97B6-E32F-4D7D-B839-7C3B51F2640F}" type="slidenum">
              <a:rPr lang="es-ES" smtClean="0"/>
              <a:pPr/>
              <a:t>‹#›</a:t>
            </a:fld>
            <a:endParaRPr lang="es-ES"/>
          </a:p>
        </p:txBody>
      </p:sp>
      <p:sp>
        <p:nvSpPr>
          <p:cNvPr id="15" name="Marcador de texto 14">
            <a:extLst>
              <a:ext uri="{FF2B5EF4-FFF2-40B4-BE49-F238E27FC236}">
                <a16:creationId xmlns:a16="http://schemas.microsoft.com/office/drawing/2014/main" id="{05897091-A449-4E0A-B444-7171DF90239A}"/>
              </a:ext>
            </a:extLst>
          </p:cNvPr>
          <p:cNvSpPr>
            <a:spLocks noGrp="1"/>
          </p:cNvSpPr>
          <p:nvPr>
            <p:ph type="body" sz="quarter" idx="14"/>
          </p:nvPr>
        </p:nvSpPr>
        <p:spPr>
          <a:xfrm>
            <a:off x="711024" y="337100"/>
            <a:ext cx="10758734" cy="304800"/>
          </a:xfrm>
        </p:spPr>
        <p:txBody>
          <a:bodyPr>
            <a:noAutofit/>
          </a:bodyPr>
          <a:lstStyle>
            <a:lvl1pPr marL="0" indent="0">
              <a:buFontTx/>
              <a:buNone/>
              <a:defRPr sz="1300">
                <a:solidFill>
                  <a:schemeClr val="accent1"/>
                </a:solidFill>
              </a:defRPr>
            </a:lvl1pPr>
            <a:lvl2pPr marL="457200" indent="0">
              <a:buFontTx/>
              <a:buNone/>
              <a:defRPr sz="1100"/>
            </a:lvl2pPr>
            <a:lvl3pPr marL="914400" indent="0">
              <a:buFontTx/>
              <a:buNone/>
              <a:defRPr sz="1050"/>
            </a:lvl3pPr>
            <a:lvl4pPr marL="1371600" indent="0">
              <a:buFontTx/>
              <a:buNone/>
              <a:defRPr sz="1000"/>
            </a:lvl4pPr>
            <a:lvl5pPr marL="1828800" indent="0">
              <a:buFontTx/>
              <a:buNone/>
              <a:defRPr sz="1000"/>
            </a:lvl5pPr>
          </a:lstStyle>
          <a:p>
            <a:pPr lvl="0"/>
            <a:r>
              <a:rPr lang="en-US"/>
              <a:t>Click to edit Master text styles</a:t>
            </a:r>
          </a:p>
        </p:txBody>
      </p:sp>
      <p:sp>
        <p:nvSpPr>
          <p:cNvPr id="13" name="Marcador de texto 16">
            <a:extLst>
              <a:ext uri="{FF2B5EF4-FFF2-40B4-BE49-F238E27FC236}">
                <a16:creationId xmlns:a16="http://schemas.microsoft.com/office/drawing/2014/main" id="{3C0F691A-2EF3-4A5F-A7E8-E01ADBCA2384}"/>
              </a:ext>
            </a:extLst>
          </p:cNvPr>
          <p:cNvSpPr>
            <a:spLocks noGrp="1"/>
          </p:cNvSpPr>
          <p:nvPr>
            <p:ph type="body" sz="quarter" idx="16"/>
          </p:nvPr>
        </p:nvSpPr>
        <p:spPr>
          <a:xfrm>
            <a:off x="711025" y="1191802"/>
            <a:ext cx="3911401" cy="657546"/>
          </a:xfrm>
        </p:spPr>
        <p:txBody>
          <a:bodyPr>
            <a:noAutofit/>
          </a:bodyPr>
          <a:lstStyle>
            <a:lvl1pPr marL="0" indent="0">
              <a:spcBef>
                <a:spcPts val="0"/>
              </a:spcBef>
              <a:spcAft>
                <a:spcPts val="2200"/>
              </a:spcAft>
              <a:buFontTx/>
              <a:buNone/>
              <a:defRPr lang="es-ES" sz="1200" kern="1200" smtClean="0">
                <a:solidFill>
                  <a:schemeClr val="tx2"/>
                </a:solidFill>
                <a:latin typeface="+mn-lt"/>
                <a:ea typeface="+mn-ea"/>
                <a:cs typeface="+mn-cs"/>
              </a:defRPr>
            </a:lvl1pPr>
            <a:lvl2pPr marL="457200" indent="0">
              <a:buFontTx/>
              <a:buNone/>
              <a:defRPr lang="es-ES" sz="1200" kern="1200" smtClean="0">
                <a:solidFill>
                  <a:schemeClr val="tx2"/>
                </a:solidFill>
                <a:latin typeface="+mn-lt"/>
                <a:ea typeface="+mn-ea"/>
                <a:cs typeface="+mn-cs"/>
              </a:defRPr>
            </a:lvl2pPr>
            <a:lvl3pPr marL="914400" indent="0">
              <a:buFontTx/>
              <a:buNone/>
              <a:defRPr lang="es-ES" sz="1200" kern="1200" smtClean="0">
                <a:solidFill>
                  <a:schemeClr val="tx2"/>
                </a:solidFill>
                <a:latin typeface="+mn-lt"/>
                <a:ea typeface="+mn-ea"/>
                <a:cs typeface="+mn-cs"/>
              </a:defRPr>
            </a:lvl3pPr>
            <a:lvl4pPr marL="1371600" indent="0">
              <a:buFontTx/>
              <a:buNone/>
              <a:defRPr lang="es-ES" sz="1200" kern="1200" smtClean="0">
                <a:solidFill>
                  <a:schemeClr val="tx2"/>
                </a:solidFill>
                <a:latin typeface="+mn-lt"/>
                <a:ea typeface="+mn-ea"/>
                <a:cs typeface="+mn-cs"/>
              </a:defRPr>
            </a:lvl4pPr>
            <a:lvl5pPr marL="1828800" indent="0">
              <a:buFontTx/>
              <a:buNone/>
              <a:defRPr lang="es-ES" sz="1200" kern="1200">
                <a:solidFill>
                  <a:schemeClr val="tx2"/>
                </a:solidFill>
                <a:latin typeface="+mn-lt"/>
                <a:ea typeface="+mn-ea"/>
                <a:cs typeface="+mn-cs"/>
              </a:defRPr>
            </a:lvl5pPr>
          </a:lstStyle>
          <a:p>
            <a:pPr lvl="0"/>
            <a:r>
              <a:rPr lang="en-US"/>
              <a:t>Click to edit Master text styles</a:t>
            </a:r>
          </a:p>
        </p:txBody>
      </p:sp>
      <p:sp>
        <p:nvSpPr>
          <p:cNvPr id="9" name="Marcador de texto 16">
            <a:extLst>
              <a:ext uri="{FF2B5EF4-FFF2-40B4-BE49-F238E27FC236}">
                <a16:creationId xmlns:a16="http://schemas.microsoft.com/office/drawing/2014/main" id="{714DD14E-5956-4FB9-8BE1-1064DD293193}"/>
              </a:ext>
            </a:extLst>
          </p:cNvPr>
          <p:cNvSpPr>
            <a:spLocks noGrp="1"/>
          </p:cNvSpPr>
          <p:nvPr>
            <p:ph type="body" sz="quarter" idx="19"/>
          </p:nvPr>
        </p:nvSpPr>
        <p:spPr>
          <a:xfrm>
            <a:off x="5024062" y="1191802"/>
            <a:ext cx="6456737" cy="657546"/>
          </a:xfrm>
        </p:spPr>
        <p:txBody>
          <a:bodyPr>
            <a:noAutofit/>
          </a:bodyPr>
          <a:lstStyle>
            <a:lvl1pPr marL="0" indent="0">
              <a:spcBef>
                <a:spcPts val="0"/>
              </a:spcBef>
              <a:spcAft>
                <a:spcPts val="2200"/>
              </a:spcAft>
              <a:buFontTx/>
              <a:buNone/>
              <a:defRPr lang="es-ES" sz="1200" kern="1200" smtClean="0">
                <a:solidFill>
                  <a:schemeClr val="tx2"/>
                </a:solidFill>
                <a:latin typeface="+mn-lt"/>
                <a:ea typeface="+mn-ea"/>
                <a:cs typeface="+mn-cs"/>
              </a:defRPr>
            </a:lvl1pPr>
            <a:lvl2pPr marL="457200" indent="0">
              <a:buFontTx/>
              <a:buNone/>
              <a:defRPr lang="es-ES" sz="1200" kern="1200" smtClean="0">
                <a:solidFill>
                  <a:schemeClr val="tx2"/>
                </a:solidFill>
                <a:latin typeface="+mn-lt"/>
                <a:ea typeface="+mn-ea"/>
                <a:cs typeface="+mn-cs"/>
              </a:defRPr>
            </a:lvl2pPr>
            <a:lvl3pPr marL="914400" indent="0">
              <a:buFontTx/>
              <a:buNone/>
              <a:defRPr lang="es-ES" sz="1200" kern="1200" smtClean="0">
                <a:solidFill>
                  <a:schemeClr val="tx2"/>
                </a:solidFill>
                <a:latin typeface="+mn-lt"/>
                <a:ea typeface="+mn-ea"/>
                <a:cs typeface="+mn-cs"/>
              </a:defRPr>
            </a:lvl3pPr>
            <a:lvl4pPr marL="1371600" indent="0">
              <a:buFontTx/>
              <a:buNone/>
              <a:defRPr lang="es-ES" sz="1200" kern="1200" smtClean="0">
                <a:solidFill>
                  <a:schemeClr val="tx2"/>
                </a:solidFill>
                <a:latin typeface="+mn-lt"/>
                <a:ea typeface="+mn-ea"/>
                <a:cs typeface="+mn-cs"/>
              </a:defRPr>
            </a:lvl4pPr>
            <a:lvl5pPr marL="1828800" indent="0">
              <a:buFontTx/>
              <a:buNone/>
              <a:defRPr lang="es-ES" sz="1200" kern="1200">
                <a:solidFill>
                  <a:schemeClr val="tx2"/>
                </a:solidFill>
                <a:latin typeface="+mn-lt"/>
                <a:ea typeface="+mn-ea"/>
                <a:cs typeface="+mn-cs"/>
              </a:defRPr>
            </a:lvl5pPr>
          </a:lstStyle>
          <a:p>
            <a:pPr lvl="0"/>
            <a:r>
              <a:rPr lang="en-US"/>
              <a:t>Click to edit Master text styles</a:t>
            </a:r>
          </a:p>
        </p:txBody>
      </p:sp>
      <p:sp>
        <p:nvSpPr>
          <p:cNvPr id="16" name="Marcador de gráfico 4">
            <a:extLst>
              <a:ext uri="{FF2B5EF4-FFF2-40B4-BE49-F238E27FC236}">
                <a16:creationId xmlns:a16="http://schemas.microsoft.com/office/drawing/2014/main" id="{9BA63F5F-FC37-4202-A6A3-A0F3EFAC9EB6}"/>
              </a:ext>
            </a:extLst>
          </p:cNvPr>
          <p:cNvSpPr>
            <a:spLocks noGrp="1"/>
          </p:cNvSpPr>
          <p:nvPr>
            <p:ph type="chart" sz="quarter" idx="20" hasCustomPrompt="1"/>
          </p:nvPr>
        </p:nvSpPr>
        <p:spPr>
          <a:xfrm>
            <a:off x="711200" y="1993900"/>
            <a:ext cx="3911600" cy="3605788"/>
          </a:xfrm>
        </p:spPr>
        <p:txBody>
          <a:bodyPr>
            <a:normAutofit/>
          </a:bodyPr>
          <a:lstStyle>
            <a:lvl1pPr marL="0" indent="0" algn="ctr">
              <a:buFontTx/>
              <a:buNone/>
              <a:defRPr sz="1400">
                <a:solidFill>
                  <a:schemeClr val="tx2"/>
                </a:solidFill>
              </a:defRPr>
            </a:lvl1pPr>
          </a:lstStyle>
          <a:p>
            <a:r>
              <a:rPr lang="es-ES"/>
              <a:t>Inserte aquí su gráfico</a:t>
            </a:r>
          </a:p>
        </p:txBody>
      </p:sp>
      <p:sp>
        <p:nvSpPr>
          <p:cNvPr id="17" name="Marcador de gráfico 4">
            <a:extLst>
              <a:ext uri="{FF2B5EF4-FFF2-40B4-BE49-F238E27FC236}">
                <a16:creationId xmlns:a16="http://schemas.microsoft.com/office/drawing/2014/main" id="{0CABFB2C-905F-4A94-BBC0-7C32FA7695A4}"/>
              </a:ext>
            </a:extLst>
          </p:cNvPr>
          <p:cNvSpPr>
            <a:spLocks noGrp="1"/>
          </p:cNvSpPr>
          <p:nvPr>
            <p:ph type="chart" sz="quarter" idx="21" hasCustomPrompt="1"/>
          </p:nvPr>
        </p:nvSpPr>
        <p:spPr>
          <a:xfrm>
            <a:off x="5024063" y="1993900"/>
            <a:ext cx="6472718" cy="3605788"/>
          </a:xfrm>
        </p:spPr>
        <p:txBody>
          <a:bodyPr>
            <a:normAutofit/>
          </a:bodyPr>
          <a:lstStyle>
            <a:lvl1pPr marL="0" indent="0" algn="ctr">
              <a:buFontTx/>
              <a:buNone/>
              <a:defRPr sz="1400">
                <a:solidFill>
                  <a:schemeClr val="tx2"/>
                </a:solidFill>
              </a:defRPr>
            </a:lvl1pPr>
          </a:lstStyle>
          <a:p>
            <a:r>
              <a:rPr lang="es-ES"/>
              <a:t>Inserte aquí su gráfico</a:t>
            </a:r>
          </a:p>
        </p:txBody>
      </p:sp>
      <p:sp>
        <p:nvSpPr>
          <p:cNvPr id="18" name="Forma libre: forma 17">
            <a:extLst>
              <a:ext uri="{FF2B5EF4-FFF2-40B4-BE49-F238E27FC236}">
                <a16:creationId xmlns:a16="http://schemas.microsoft.com/office/drawing/2014/main" id="{AEAA6F10-C407-4622-AF96-B2605139D86B}"/>
              </a:ext>
            </a:extLst>
          </p:cNvPr>
          <p:cNvSpPr/>
          <p:nvPr userDrawn="1"/>
        </p:nvSpPr>
        <p:spPr>
          <a:xfrm>
            <a:off x="4742395" y="3685061"/>
            <a:ext cx="187151" cy="207057"/>
          </a:xfrm>
          <a:custGeom>
            <a:avLst/>
            <a:gdLst/>
            <a:ahLst/>
            <a:cxnLst/>
            <a:rect l="l" t="t" r="r" b="b"/>
            <a:pathLst>
              <a:path w="187151" h="207057">
                <a:moveTo>
                  <a:pt x="0" y="0"/>
                </a:moveTo>
                <a:lnTo>
                  <a:pt x="187151" y="80925"/>
                </a:lnTo>
                <a:lnTo>
                  <a:pt x="187151" y="125574"/>
                </a:lnTo>
                <a:lnTo>
                  <a:pt x="0" y="207057"/>
                </a:lnTo>
                <a:lnTo>
                  <a:pt x="0" y="154409"/>
                </a:lnTo>
                <a:lnTo>
                  <a:pt x="130596" y="103064"/>
                </a:lnTo>
                <a:lnTo>
                  <a:pt x="0" y="5227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 name="Freeform 5">
            <a:extLst>
              <a:ext uri="{FF2B5EF4-FFF2-40B4-BE49-F238E27FC236}">
                <a16:creationId xmlns:a16="http://schemas.microsoft.com/office/drawing/2014/main" id="{6088E23D-803C-5DD9-3677-0CD8D3F767A8}"/>
              </a:ext>
            </a:extLst>
          </p:cNvPr>
          <p:cNvSpPr>
            <a:spLocks noEditPoints="1"/>
          </p:cNvSpPr>
          <p:nvPr userDrawn="1"/>
        </p:nvSpPr>
        <p:spPr bwMode="auto">
          <a:xfrm>
            <a:off x="252347" y="6514761"/>
            <a:ext cx="1171705" cy="206714"/>
          </a:xfrm>
          <a:custGeom>
            <a:avLst/>
            <a:gdLst>
              <a:gd name="T0" fmla="*/ 319 w 3262"/>
              <a:gd name="T1" fmla="*/ 39 h 572"/>
              <a:gd name="T2" fmla="*/ 300 w 3262"/>
              <a:gd name="T3" fmla="*/ 137 h 572"/>
              <a:gd name="T4" fmla="*/ 371 w 3262"/>
              <a:gd name="T5" fmla="*/ 405 h 572"/>
              <a:gd name="T6" fmla="*/ 244 w 3262"/>
              <a:gd name="T7" fmla="*/ 170 h 572"/>
              <a:gd name="T8" fmla="*/ 225 w 3262"/>
              <a:gd name="T9" fmla="*/ 267 h 572"/>
              <a:gd name="T10" fmla="*/ 300 w 3262"/>
              <a:gd name="T11" fmla="*/ 528 h 572"/>
              <a:gd name="T12" fmla="*/ 187 w 3262"/>
              <a:gd name="T13" fmla="*/ 333 h 572"/>
              <a:gd name="T14" fmla="*/ 300 w 3262"/>
              <a:gd name="T15" fmla="*/ 572 h 572"/>
              <a:gd name="T16" fmla="*/ 714 w 3262"/>
              <a:gd name="T17" fmla="*/ 540 h 572"/>
              <a:gd name="T18" fmla="*/ 910 w 3262"/>
              <a:gd name="T19" fmla="*/ 455 h 572"/>
              <a:gd name="T20" fmla="*/ 717 w 3262"/>
              <a:gd name="T21" fmla="*/ 258 h 572"/>
              <a:gd name="T22" fmla="*/ 945 w 3262"/>
              <a:gd name="T23" fmla="*/ 226 h 572"/>
              <a:gd name="T24" fmla="*/ 842 w 3262"/>
              <a:gd name="T25" fmla="*/ 322 h 572"/>
              <a:gd name="T26" fmla="*/ 829 w 3262"/>
              <a:gd name="T27" fmla="*/ 561 h 572"/>
              <a:gd name="T28" fmla="*/ 1277 w 3262"/>
              <a:gd name="T29" fmla="*/ 552 h 572"/>
              <a:gd name="T30" fmla="*/ 1138 w 3262"/>
              <a:gd name="T31" fmla="*/ 559 h 572"/>
              <a:gd name="T32" fmla="*/ 1277 w 3262"/>
              <a:gd name="T33" fmla="*/ 270 h 572"/>
              <a:gd name="T34" fmla="*/ 1171 w 3262"/>
              <a:gd name="T35" fmla="*/ 307 h 572"/>
              <a:gd name="T36" fmla="*/ 1215 w 3262"/>
              <a:gd name="T37" fmla="*/ 488 h 572"/>
              <a:gd name="T38" fmla="*/ 1533 w 3262"/>
              <a:gd name="T39" fmla="*/ 552 h 572"/>
              <a:gd name="T40" fmla="*/ 1407 w 3262"/>
              <a:gd name="T41" fmla="*/ 312 h 572"/>
              <a:gd name="T42" fmla="*/ 1345 w 3262"/>
              <a:gd name="T43" fmla="*/ 270 h 572"/>
              <a:gd name="T44" fmla="*/ 1767 w 3262"/>
              <a:gd name="T45" fmla="*/ 506 h 572"/>
              <a:gd name="T46" fmla="*/ 1756 w 3262"/>
              <a:gd name="T47" fmla="*/ 559 h 572"/>
              <a:gd name="T48" fmla="*/ 1719 w 3262"/>
              <a:gd name="T49" fmla="*/ 157 h 572"/>
              <a:gd name="T50" fmla="*/ 1812 w 3262"/>
              <a:gd name="T51" fmla="*/ 317 h 572"/>
              <a:gd name="T52" fmla="*/ 1767 w 3262"/>
              <a:gd name="T53" fmla="*/ 506 h 572"/>
              <a:gd name="T54" fmla="*/ 2043 w 3262"/>
              <a:gd name="T55" fmla="*/ 552 h 572"/>
              <a:gd name="T56" fmla="*/ 1836 w 3262"/>
              <a:gd name="T57" fmla="*/ 410 h 572"/>
              <a:gd name="T58" fmla="*/ 2038 w 3262"/>
              <a:gd name="T59" fmla="*/ 488 h 572"/>
              <a:gd name="T60" fmla="*/ 1899 w 3262"/>
              <a:gd name="T61" fmla="*/ 410 h 572"/>
              <a:gd name="T62" fmla="*/ 2418 w 3262"/>
              <a:gd name="T63" fmla="*/ 363 h 572"/>
              <a:gd name="T64" fmla="*/ 2356 w 3262"/>
              <a:gd name="T65" fmla="*/ 373 h 572"/>
              <a:gd name="T66" fmla="*/ 2230 w 3262"/>
              <a:gd name="T67" fmla="*/ 552 h 572"/>
              <a:gd name="T68" fmla="*/ 2281 w 3262"/>
              <a:gd name="T69" fmla="*/ 254 h 572"/>
              <a:gd name="T70" fmla="*/ 2733 w 3262"/>
              <a:gd name="T71" fmla="*/ 552 h 572"/>
              <a:gd name="T72" fmla="*/ 2591 w 3262"/>
              <a:gd name="T73" fmla="*/ 559 h 572"/>
              <a:gd name="T74" fmla="*/ 2671 w 3262"/>
              <a:gd name="T75" fmla="*/ 259 h 572"/>
              <a:gd name="T76" fmla="*/ 2671 w 3262"/>
              <a:gd name="T77" fmla="*/ 487 h 572"/>
              <a:gd name="T78" fmla="*/ 2531 w 3262"/>
              <a:gd name="T79" fmla="*/ 410 h 572"/>
              <a:gd name="T80" fmla="*/ 3045 w 3262"/>
              <a:gd name="T81" fmla="*/ 432 h 572"/>
              <a:gd name="T82" fmla="*/ 3038 w 3262"/>
              <a:gd name="T83" fmla="*/ 485 h 572"/>
              <a:gd name="T84" fmla="*/ 2783 w 3262"/>
              <a:gd name="T85" fmla="*/ 405 h 572"/>
              <a:gd name="T86" fmla="*/ 3045 w 3262"/>
              <a:gd name="T87" fmla="*/ 432 h 572"/>
              <a:gd name="T88" fmla="*/ 2918 w 3262"/>
              <a:gd name="T89" fmla="*/ 306 h 572"/>
              <a:gd name="T90" fmla="*/ 3256 w 3262"/>
              <a:gd name="T91" fmla="*/ 310 h 572"/>
              <a:gd name="T92" fmla="*/ 3164 w 3262"/>
              <a:gd name="T93" fmla="*/ 552 h 572"/>
              <a:gd name="T94" fmla="*/ 3208 w 3262"/>
              <a:gd name="T95" fmla="*/ 254 h 5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3262" h="572">
                <a:moveTo>
                  <a:pt x="430" y="262"/>
                </a:moveTo>
                <a:cubicBezTo>
                  <a:pt x="429" y="241"/>
                  <a:pt x="424" y="221"/>
                  <a:pt x="413" y="202"/>
                </a:cubicBezTo>
                <a:cubicBezTo>
                  <a:pt x="319" y="39"/>
                  <a:pt x="319" y="39"/>
                  <a:pt x="319" y="39"/>
                </a:cubicBezTo>
                <a:cubicBezTo>
                  <a:pt x="312" y="27"/>
                  <a:pt x="307" y="14"/>
                  <a:pt x="304" y="0"/>
                </a:cubicBezTo>
                <a:cubicBezTo>
                  <a:pt x="300" y="7"/>
                  <a:pt x="300" y="7"/>
                  <a:pt x="300" y="7"/>
                </a:cubicBezTo>
                <a:cubicBezTo>
                  <a:pt x="277" y="47"/>
                  <a:pt x="277" y="97"/>
                  <a:pt x="300" y="137"/>
                </a:cubicBezTo>
                <a:cubicBezTo>
                  <a:pt x="375" y="267"/>
                  <a:pt x="375" y="267"/>
                  <a:pt x="375" y="267"/>
                </a:cubicBezTo>
                <a:cubicBezTo>
                  <a:pt x="399" y="308"/>
                  <a:pt x="399" y="357"/>
                  <a:pt x="375" y="398"/>
                </a:cubicBezTo>
                <a:cubicBezTo>
                  <a:pt x="371" y="405"/>
                  <a:pt x="371" y="405"/>
                  <a:pt x="371" y="405"/>
                </a:cubicBezTo>
                <a:cubicBezTo>
                  <a:pt x="369" y="391"/>
                  <a:pt x="364" y="378"/>
                  <a:pt x="356" y="365"/>
                </a:cubicBezTo>
                <a:cubicBezTo>
                  <a:pt x="288" y="246"/>
                  <a:pt x="288" y="246"/>
                  <a:pt x="288" y="246"/>
                </a:cubicBezTo>
                <a:cubicBezTo>
                  <a:pt x="244" y="170"/>
                  <a:pt x="244" y="170"/>
                  <a:pt x="244" y="170"/>
                </a:cubicBezTo>
                <a:cubicBezTo>
                  <a:pt x="236" y="157"/>
                  <a:pt x="232" y="144"/>
                  <a:pt x="229" y="130"/>
                </a:cubicBezTo>
                <a:cubicBezTo>
                  <a:pt x="225" y="137"/>
                  <a:pt x="225" y="137"/>
                  <a:pt x="225" y="137"/>
                </a:cubicBezTo>
                <a:cubicBezTo>
                  <a:pt x="202" y="177"/>
                  <a:pt x="202" y="227"/>
                  <a:pt x="225" y="267"/>
                </a:cubicBezTo>
                <a:cubicBezTo>
                  <a:pt x="225" y="267"/>
                  <a:pt x="225" y="267"/>
                  <a:pt x="225" y="267"/>
                </a:cubicBezTo>
                <a:cubicBezTo>
                  <a:pt x="300" y="398"/>
                  <a:pt x="300" y="398"/>
                  <a:pt x="300" y="398"/>
                </a:cubicBezTo>
                <a:cubicBezTo>
                  <a:pt x="323" y="438"/>
                  <a:pt x="323" y="488"/>
                  <a:pt x="300" y="528"/>
                </a:cubicBezTo>
                <a:cubicBezTo>
                  <a:pt x="296" y="535"/>
                  <a:pt x="296" y="535"/>
                  <a:pt x="296" y="535"/>
                </a:cubicBezTo>
                <a:cubicBezTo>
                  <a:pt x="293" y="521"/>
                  <a:pt x="288" y="508"/>
                  <a:pt x="281" y="495"/>
                </a:cubicBezTo>
                <a:cubicBezTo>
                  <a:pt x="187" y="333"/>
                  <a:pt x="187" y="333"/>
                  <a:pt x="187" y="333"/>
                </a:cubicBezTo>
                <a:cubicBezTo>
                  <a:pt x="175" y="311"/>
                  <a:pt x="169" y="286"/>
                  <a:pt x="170" y="262"/>
                </a:cubicBezTo>
                <a:cubicBezTo>
                  <a:pt x="69" y="288"/>
                  <a:pt x="0" y="344"/>
                  <a:pt x="0" y="409"/>
                </a:cubicBezTo>
                <a:cubicBezTo>
                  <a:pt x="0" y="499"/>
                  <a:pt x="134" y="572"/>
                  <a:pt x="300" y="572"/>
                </a:cubicBezTo>
                <a:cubicBezTo>
                  <a:pt x="466" y="572"/>
                  <a:pt x="600" y="499"/>
                  <a:pt x="600" y="409"/>
                </a:cubicBezTo>
                <a:cubicBezTo>
                  <a:pt x="600" y="344"/>
                  <a:pt x="531" y="288"/>
                  <a:pt x="430" y="262"/>
                </a:cubicBezTo>
                <a:close/>
                <a:moveTo>
                  <a:pt x="714" y="540"/>
                </a:moveTo>
                <a:cubicBezTo>
                  <a:pt x="715" y="517"/>
                  <a:pt x="718" y="501"/>
                  <a:pt x="725" y="483"/>
                </a:cubicBezTo>
                <a:cubicBezTo>
                  <a:pt x="756" y="498"/>
                  <a:pt x="797" y="505"/>
                  <a:pt x="828" y="505"/>
                </a:cubicBezTo>
                <a:cubicBezTo>
                  <a:pt x="880" y="505"/>
                  <a:pt x="910" y="488"/>
                  <a:pt x="910" y="455"/>
                </a:cubicBezTo>
                <a:cubicBezTo>
                  <a:pt x="910" y="422"/>
                  <a:pt x="888" y="407"/>
                  <a:pt x="835" y="384"/>
                </a:cubicBezTo>
                <a:cubicBezTo>
                  <a:pt x="806" y="371"/>
                  <a:pt x="806" y="371"/>
                  <a:pt x="806" y="371"/>
                </a:cubicBezTo>
                <a:cubicBezTo>
                  <a:pt x="753" y="348"/>
                  <a:pt x="717" y="318"/>
                  <a:pt x="717" y="258"/>
                </a:cubicBezTo>
                <a:cubicBezTo>
                  <a:pt x="717" y="194"/>
                  <a:pt x="762" y="153"/>
                  <a:pt x="853" y="153"/>
                </a:cubicBezTo>
                <a:cubicBezTo>
                  <a:pt x="890" y="153"/>
                  <a:pt x="924" y="158"/>
                  <a:pt x="956" y="169"/>
                </a:cubicBezTo>
                <a:cubicBezTo>
                  <a:pt x="955" y="192"/>
                  <a:pt x="951" y="209"/>
                  <a:pt x="945" y="226"/>
                </a:cubicBezTo>
                <a:cubicBezTo>
                  <a:pt x="915" y="214"/>
                  <a:pt x="879" y="209"/>
                  <a:pt x="853" y="209"/>
                </a:cubicBezTo>
                <a:cubicBezTo>
                  <a:pt x="804" y="209"/>
                  <a:pt x="781" y="228"/>
                  <a:pt x="781" y="258"/>
                </a:cubicBezTo>
                <a:cubicBezTo>
                  <a:pt x="781" y="288"/>
                  <a:pt x="803" y="305"/>
                  <a:pt x="842" y="322"/>
                </a:cubicBezTo>
                <a:cubicBezTo>
                  <a:pt x="873" y="335"/>
                  <a:pt x="873" y="335"/>
                  <a:pt x="873" y="335"/>
                </a:cubicBezTo>
                <a:cubicBezTo>
                  <a:pt x="945" y="365"/>
                  <a:pt x="974" y="397"/>
                  <a:pt x="974" y="452"/>
                </a:cubicBezTo>
                <a:cubicBezTo>
                  <a:pt x="974" y="517"/>
                  <a:pt x="925" y="561"/>
                  <a:pt x="829" y="561"/>
                </a:cubicBezTo>
                <a:cubicBezTo>
                  <a:pt x="783" y="561"/>
                  <a:pt x="745" y="555"/>
                  <a:pt x="714" y="540"/>
                </a:cubicBezTo>
                <a:close/>
                <a:moveTo>
                  <a:pt x="1277" y="270"/>
                </a:moveTo>
                <a:cubicBezTo>
                  <a:pt x="1277" y="552"/>
                  <a:pt x="1277" y="552"/>
                  <a:pt x="1277" y="552"/>
                </a:cubicBezTo>
                <a:cubicBezTo>
                  <a:pt x="1220" y="552"/>
                  <a:pt x="1220" y="552"/>
                  <a:pt x="1220" y="552"/>
                </a:cubicBezTo>
                <a:cubicBezTo>
                  <a:pt x="1217" y="518"/>
                  <a:pt x="1217" y="518"/>
                  <a:pt x="1217" y="518"/>
                </a:cubicBezTo>
                <a:cubicBezTo>
                  <a:pt x="1201" y="543"/>
                  <a:pt x="1177" y="559"/>
                  <a:pt x="1138" y="559"/>
                </a:cubicBezTo>
                <a:cubicBezTo>
                  <a:pt x="1063" y="559"/>
                  <a:pt x="1013" y="505"/>
                  <a:pt x="1013" y="410"/>
                </a:cubicBezTo>
                <a:cubicBezTo>
                  <a:pt x="1013" y="311"/>
                  <a:pt x="1066" y="254"/>
                  <a:pt x="1171" y="254"/>
                </a:cubicBezTo>
                <a:cubicBezTo>
                  <a:pt x="1211" y="254"/>
                  <a:pt x="1245" y="259"/>
                  <a:pt x="1277" y="270"/>
                </a:cubicBezTo>
                <a:close/>
                <a:moveTo>
                  <a:pt x="1215" y="488"/>
                </a:moveTo>
                <a:cubicBezTo>
                  <a:pt x="1215" y="311"/>
                  <a:pt x="1215" y="311"/>
                  <a:pt x="1215" y="311"/>
                </a:cubicBezTo>
                <a:cubicBezTo>
                  <a:pt x="1202" y="309"/>
                  <a:pt x="1188" y="307"/>
                  <a:pt x="1171" y="307"/>
                </a:cubicBezTo>
                <a:cubicBezTo>
                  <a:pt x="1107" y="307"/>
                  <a:pt x="1077" y="347"/>
                  <a:pt x="1077" y="410"/>
                </a:cubicBezTo>
                <a:cubicBezTo>
                  <a:pt x="1077" y="468"/>
                  <a:pt x="1100" y="508"/>
                  <a:pt x="1155" y="508"/>
                </a:cubicBezTo>
                <a:cubicBezTo>
                  <a:pt x="1179" y="508"/>
                  <a:pt x="1199" y="500"/>
                  <a:pt x="1215" y="488"/>
                </a:cubicBezTo>
                <a:close/>
                <a:moveTo>
                  <a:pt x="1595" y="363"/>
                </a:moveTo>
                <a:cubicBezTo>
                  <a:pt x="1595" y="552"/>
                  <a:pt x="1595" y="552"/>
                  <a:pt x="1595" y="552"/>
                </a:cubicBezTo>
                <a:cubicBezTo>
                  <a:pt x="1533" y="552"/>
                  <a:pt x="1533" y="552"/>
                  <a:pt x="1533" y="552"/>
                </a:cubicBezTo>
                <a:cubicBezTo>
                  <a:pt x="1533" y="373"/>
                  <a:pt x="1533" y="373"/>
                  <a:pt x="1533" y="373"/>
                </a:cubicBezTo>
                <a:cubicBezTo>
                  <a:pt x="1533" y="329"/>
                  <a:pt x="1518" y="307"/>
                  <a:pt x="1456" y="307"/>
                </a:cubicBezTo>
                <a:cubicBezTo>
                  <a:pt x="1442" y="307"/>
                  <a:pt x="1424" y="309"/>
                  <a:pt x="1407" y="312"/>
                </a:cubicBezTo>
                <a:cubicBezTo>
                  <a:pt x="1407" y="552"/>
                  <a:pt x="1407" y="552"/>
                  <a:pt x="1407" y="552"/>
                </a:cubicBezTo>
                <a:cubicBezTo>
                  <a:pt x="1345" y="552"/>
                  <a:pt x="1345" y="552"/>
                  <a:pt x="1345" y="552"/>
                </a:cubicBezTo>
                <a:cubicBezTo>
                  <a:pt x="1345" y="270"/>
                  <a:pt x="1345" y="270"/>
                  <a:pt x="1345" y="270"/>
                </a:cubicBezTo>
                <a:cubicBezTo>
                  <a:pt x="1385" y="261"/>
                  <a:pt x="1428" y="254"/>
                  <a:pt x="1458" y="254"/>
                </a:cubicBezTo>
                <a:cubicBezTo>
                  <a:pt x="1562" y="254"/>
                  <a:pt x="1595" y="294"/>
                  <a:pt x="1595" y="363"/>
                </a:cubicBezTo>
                <a:close/>
                <a:moveTo>
                  <a:pt x="1767" y="506"/>
                </a:moveTo>
                <a:cubicBezTo>
                  <a:pt x="1785" y="506"/>
                  <a:pt x="1802" y="503"/>
                  <a:pt x="1816" y="498"/>
                </a:cubicBezTo>
                <a:cubicBezTo>
                  <a:pt x="1814" y="515"/>
                  <a:pt x="1812" y="534"/>
                  <a:pt x="1808" y="550"/>
                </a:cubicBezTo>
                <a:cubicBezTo>
                  <a:pt x="1791" y="557"/>
                  <a:pt x="1773" y="559"/>
                  <a:pt x="1756" y="559"/>
                </a:cubicBezTo>
                <a:cubicBezTo>
                  <a:pt x="1696" y="559"/>
                  <a:pt x="1657" y="531"/>
                  <a:pt x="1657" y="463"/>
                </a:cubicBezTo>
                <a:cubicBezTo>
                  <a:pt x="1657" y="166"/>
                  <a:pt x="1657" y="166"/>
                  <a:pt x="1657" y="166"/>
                </a:cubicBezTo>
                <a:cubicBezTo>
                  <a:pt x="1676" y="160"/>
                  <a:pt x="1700" y="157"/>
                  <a:pt x="1719" y="157"/>
                </a:cubicBezTo>
                <a:cubicBezTo>
                  <a:pt x="1719" y="264"/>
                  <a:pt x="1719" y="264"/>
                  <a:pt x="1719" y="264"/>
                </a:cubicBezTo>
                <a:cubicBezTo>
                  <a:pt x="1817" y="264"/>
                  <a:pt x="1817" y="264"/>
                  <a:pt x="1817" y="264"/>
                </a:cubicBezTo>
                <a:cubicBezTo>
                  <a:pt x="1816" y="283"/>
                  <a:pt x="1815" y="301"/>
                  <a:pt x="1812" y="317"/>
                </a:cubicBezTo>
                <a:cubicBezTo>
                  <a:pt x="1719" y="317"/>
                  <a:pt x="1719" y="317"/>
                  <a:pt x="1719" y="317"/>
                </a:cubicBezTo>
                <a:cubicBezTo>
                  <a:pt x="1719" y="455"/>
                  <a:pt x="1719" y="455"/>
                  <a:pt x="1719" y="455"/>
                </a:cubicBezTo>
                <a:cubicBezTo>
                  <a:pt x="1719" y="492"/>
                  <a:pt x="1737" y="506"/>
                  <a:pt x="1767" y="506"/>
                </a:cubicBezTo>
                <a:close/>
                <a:moveTo>
                  <a:pt x="2100" y="270"/>
                </a:moveTo>
                <a:cubicBezTo>
                  <a:pt x="2100" y="552"/>
                  <a:pt x="2100" y="552"/>
                  <a:pt x="2100" y="552"/>
                </a:cubicBezTo>
                <a:cubicBezTo>
                  <a:pt x="2043" y="552"/>
                  <a:pt x="2043" y="552"/>
                  <a:pt x="2043" y="552"/>
                </a:cubicBezTo>
                <a:cubicBezTo>
                  <a:pt x="2040" y="518"/>
                  <a:pt x="2040" y="518"/>
                  <a:pt x="2040" y="518"/>
                </a:cubicBezTo>
                <a:cubicBezTo>
                  <a:pt x="2024" y="543"/>
                  <a:pt x="2000" y="559"/>
                  <a:pt x="1960" y="559"/>
                </a:cubicBezTo>
                <a:cubicBezTo>
                  <a:pt x="1886" y="559"/>
                  <a:pt x="1836" y="505"/>
                  <a:pt x="1836" y="410"/>
                </a:cubicBezTo>
                <a:cubicBezTo>
                  <a:pt x="1836" y="311"/>
                  <a:pt x="1889" y="254"/>
                  <a:pt x="1993" y="254"/>
                </a:cubicBezTo>
                <a:cubicBezTo>
                  <a:pt x="2034" y="254"/>
                  <a:pt x="2067" y="259"/>
                  <a:pt x="2100" y="270"/>
                </a:cubicBezTo>
                <a:close/>
                <a:moveTo>
                  <a:pt x="2038" y="488"/>
                </a:moveTo>
                <a:cubicBezTo>
                  <a:pt x="2038" y="311"/>
                  <a:pt x="2038" y="311"/>
                  <a:pt x="2038" y="311"/>
                </a:cubicBezTo>
                <a:cubicBezTo>
                  <a:pt x="2025" y="309"/>
                  <a:pt x="2011" y="307"/>
                  <a:pt x="1993" y="307"/>
                </a:cubicBezTo>
                <a:cubicBezTo>
                  <a:pt x="1929" y="307"/>
                  <a:pt x="1899" y="347"/>
                  <a:pt x="1899" y="410"/>
                </a:cubicBezTo>
                <a:cubicBezTo>
                  <a:pt x="1899" y="468"/>
                  <a:pt x="1922" y="508"/>
                  <a:pt x="1978" y="508"/>
                </a:cubicBezTo>
                <a:cubicBezTo>
                  <a:pt x="2002" y="508"/>
                  <a:pt x="2022" y="500"/>
                  <a:pt x="2038" y="488"/>
                </a:cubicBezTo>
                <a:close/>
                <a:moveTo>
                  <a:pt x="2418" y="363"/>
                </a:moveTo>
                <a:cubicBezTo>
                  <a:pt x="2418" y="552"/>
                  <a:pt x="2418" y="552"/>
                  <a:pt x="2418" y="552"/>
                </a:cubicBezTo>
                <a:cubicBezTo>
                  <a:pt x="2356" y="552"/>
                  <a:pt x="2356" y="552"/>
                  <a:pt x="2356" y="552"/>
                </a:cubicBezTo>
                <a:cubicBezTo>
                  <a:pt x="2356" y="373"/>
                  <a:pt x="2356" y="373"/>
                  <a:pt x="2356" y="373"/>
                </a:cubicBezTo>
                <a:cubicBezTo>
                  <a:pt x="2356" y="329"/>
                  <a:pt x="2341" y="307"/>
                  <a:pt x="2279" y="307"/>
                </a:cubicBezTo>
                <a:cubicBezTo>
                  <a:pt x="2264" y="307"/>
                  <a:pt x="2247" y="309"/>
                  <a:pt x="2230" y="312"/>
                </a:cubicBezTo>
                <a:cubicBezTo>
                  <a:pt x="2230" y="552"/>
                  <a:pt x="2230" y="552"/>
                  <a:pt x="2230" y="552"/>
                </a:cubicBezTo>
                <a:cubicBezTo>
                  <a:pt x="2168" y="552"/>
                  <a:pt x="2168" y="552"/>
                  <a:pt x="2168" y="552"/>
                </a:cubicBezTo>
                <a:cubicBezTo>
                  <a:pt x="2168" y="270"/>
                  <a:pt x="2168" y="270"/>
                  <a:pt x="2168" y="270"/>
                </a:cubicBezTo>
                <a:cubicBezTo>
                  <a:pt x="2207" y="261"/>
                  <a:pt x="2251" y="254"/>
                  <a:pt x="2281" y="254"/>
                </a:cubicBezTo>
                <a:cubicBezTo>
                  <a:pt x="2384" y="254"/>
                  <a:pt x="2418" y="294"/>
                  <a:pt x="2418" y="363"/>
                </a:cubicBezTo>
                <a:close/>
                <a:moveTo>
                  <a:pt x="2733" y="157"/>
                </a:moveTo>
                <a:cubicBezTo>
                  <a:pt x="2733" y="552"/>
                  <a:pt x="2733" y="552"/>
                  <a:pt x="2733" y="552"/>
                </a:cubicBezTo>
                <a:cubicBezTo>
                  <a:pt x="2676" y="552"/>
                  <a:pt x="2676" y="552"/>
                  <a:pt x="2676" y="552"/>
                </a:cubicBezTo>
                <a:cubicBezTo>
                  <a:pt x="2672" y="516"/>
                  <a:pt x="2672" y="516"/>
                  <a:pt x="2672" y="516"/>
                </a:cubicBezTo>
                <a:cubicBezTo>
                  <a:pt x="2656" y="543"/>
                  <a:pt x="2632" y="559"/>
                  <a:pt x="2591" y="559"/>
                </a:cubicBezTo>
                <a:cubicBezTo>
                  <a:pt x="2517" y="559"/>
                  <a:pt x="2467" y="505"/>
                  <a:pt x="2467" y="410"/>
                </a:cubicBezTo>
                <a:cubicBezTo>
                  <a:pt x="2467" y="311"/>
                  <a:pt x="2520" y="254"/>
                  <a:pt x="2625" y="254"/>
                </a:cubicBezTo>
                <a:cubicBezTo>
                  <a:pt x="2641" y="254"/>
                  <a:pt x="2656" y="256"/>
                  <a:pt x="2671" y="259"/>
                </a:cubicBezTo>
                <a:cubicBezTo>
                  <a:pt x="2671" y="166"/>
                  <a:pt x="2671" y="166"/>
                  <a:pt x="2671" y="166"/>
                </a:cubicBezTo>
                <a:cubicBezTo>
                  <a:pt x="2690" y="159"/>
                  <a:pt x="2712" y="157"/>
                  <a:pt x="2733" y="157"/>
                </a:cubicBezTo>
                <a:close/>
                <a:moveTo>
                  <a:pt x="2671" y="487"/>
                </a:moveTo>
                <a:cubicBezTo>
                  <a:pt x="2671" y="313"/>
                  <a:pt x="2671" y="313"/>
                  <a:pt x="2671" y="313"/>
                </a:cubicBezTo>
                <a:cubicBezTo>
                  <a:pt x="2655" y="310"/>
                  <a:pt x="2638" y="307"/>
                  <a:pt x="2621" y="307"/>
                </a:cubicBezTo>
                <a:cubicBezTo>
                  <a:pt x="2560" y="307"/>
                  <a:pt x="2531" y="346"/>
                  <a:pt x="2531" y="410"/>
                </a:cubicBezTo>
                <a:cubicBezTo>
                  <a:pt x="2531" y="468"/>
                  <a:pt x="2554" y="508"/>
                  <a:pt x="2609" y="508"/>
                </a:cubicBezTo>
                <a:cubicBezTo>
                  <a:pt x="2634" y="508"/>
                  <a:pt x="2654" y="500"/>
                  <a:pt x="2671" y="487"/>
                </a:cubicBezTo>
                <a:close/>
                <a:moveTo>
                  <a:pt x="3045" y="432"/>
                </a:moveTo>
                <a:cubicBezTo>
                  <a:pt x="2847" y="432"/>
                  <a:pt x="2847" y="432"/>
                  <a:pt x="2847" y="432"/>
                </a:cubicBezTo>
                <a:cubicBezTo>
                  <a:pt x="2854" y="482"/>
                  <a:pt x="2884" y="506"/>
                  <a:pt x="2939" y="506"/>
                </a:cubicBezTo>
                <a:cubicBezTo>
                  <a:pt x="2973" y="506"/>
                  <a:pt x="3007" y="499"/>
                  <a:pt x="3038" y="485"/>
                </a:cubicBezTo>
                <a:cubicBezTo>
                  <a:pt x="3036" y="501"/>
                  <a:pt x="3033" y="522"/>
                  <a:pt x="3029" y="541"/>
                </a:cubicBezTo>
                <a:cubicBezTo>
                  <a:pt x="3001" y="554"/>
                  <a:pt x="2971" y="559"/>
                  <a:pt x="2937" y="559"/>
                </a:cubicBezTo>
                <a:cubicBezTo>
                  <a:pt x="2834" y="559"/>
                  <a:pt x="2783" y="502"/>
                  <a:pt x="2783" y="405"/>
                </a:cubicBezTo>
                <a:cubicBezTo>
                  <a:pt x="2783" y="321"/>
                  <a:pt x="2822" y="254"/>
                  <a:pt x="2921" y="254"/>
                </a:cubicBezTo>
                <a:cubicBezTo>
                  <a:pt x="3010" y="254"/>
                  <a:pt x="3048" y="313"/>
                  <a:pt x="3048" y="384"/>
                </a:cubicBezTo>
                <a:cubicBezTo>
                  <a:pt x="3048" y="401"/>
                  <a:pt x="3047" y="415"/>
                  <a:pt x="3045" y="432"/>
                </a:cubicBezTo>
                <a:close/>
                <a:moveTo>
                  <a:pt x="2845" y="380"/>
                </a:moveTo>
                <a:cubicBezTo>
                  <a:pt x="2985" y="380"/>
                  <a:pt x="2985" y="380"/>
                  <a:pt x="2985" y="380"/>
                </a:cubicBezTo>
                <a:cubicBezTo>
                  <a:pt x="2985" y="333"/>
                  <a:pt x="2960" y="306"/>
                  <a:pt x="2918" y="306"/>
                </a:cubicBezTo>
                <a:cubicBezTo>
                  <a:pt x="2874" y="306"/>
                  <a:pt x="2850" y="332"/>
                  <a:pt x="2845" y="380"/>
                </a:cubicBezTo>
                <a:close/>
                <a:moveTo>
                  <a:pt x="3262" y="257"/>
                </a:moveTo>
                <a:cubicBezTo>
                  <a:pt x="3262" y="275"/>
                  <a:pt x="3260" y="298"/>
                  <a:pt x="3256" y="310"/>
                </a:cubicBezTo>
                <a:cubicBezTo>
                  <a:pt x="3241" y="308"/>
                  <a:pt x="3227" y="307"/>
                  <a:pt x="3209" y="307"/>
                </a:cubicBezTo>
                <a:cubicBezTo>
                  <a:pt x="3194" y="307"/>
                  <a:pt x="3179" y="309"/>
                  <a:pt x="3164" y="311"/>
                </a:cubicBezTo>
                <a:cubicBezTo>
                  <a:pt x="3164" y="552"/>
                  <a:pt x="3164" y="552"/>
                  <a:pt x="3164" y="552"/>
                </a:cubicBezTo>
                <a:cubicBezTo>
                  <a:pt x="3102" y="552"/>
                  <a:pt x="3102" y="552"/>
                  <a:pt x="3102" y="552"/>
                </a:cubicBezTo>
                <a:cubicBezTo>
                  <a:pt x="3102" y="270"/>
                  <a:pt x="3102" y="270"/>
                  <a:pt x="3102" y="270"/>
                </a:cubicBezTo>
                <a:cubicBezTo>
                  <a:pt x="3128" y="261"/>
                  <a:pt x="3173" y="254"/>
                  <a:pt x="3208" y="254"/>
                </a:cubicBezTo>
                <a:cubicBezTo>
                  <a:pt x="3227" y="254"/>
                  <a:pt x="3248" y="255"/>
                  <a:pt x="3262" y="257"/>
                </a:cubicBezTo>
                <a:close/>
              </a:path>
            </a:pathLst>
          </a:custGeom>
          <a:solidFill>
            <a:srgbClr val="C00000"/>
          </a:solidFill>
          <a:ln>
            <a:noFill/>
          </a:ln>
        </p:spPr>
        <p:txBody>
          <a:bodyPr vert="horz" wrap="square" lIns="91440" tIns="45720" rIns="91440" bIns="45720" numCol="1" anchor="t" anchorCtr="0" compatLnSpc="1">
            <a:prstTxWarp prst="textNoShape">
              <a:avLst/>
            </a:prstTxWarp>
          </a:bodyPr>
          <a:lstStyle/>
          <a:p>
            <a:endParaRPr lang="es-ES"/>
          </a:p>
        </p:txBody>
      </p:sp>
    </p:spTree>
    <p:extLst>
      <p:ext uri="{BB962C8B-B14F-4D97-AF65-F5344CB8AC3E}">
        <p14:creationId xmlns:p14="http://schemas.microsoft.com/office/powerpoint/2010/main" val="9699256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Cierre y contacto">
    <p:spTree>
      <p:nvGrpSpPr>
        <p:cNvPr id="1" name=""/>
        <p:cNvGrpSpPr/>
        <p:nvPr/>
      </p:nvGrpSpPr>
      <p:grpSpPr>
        <a:xfrm>
          <a:off x="0" y="0"/>
          <a:ext cx="0" cy="0"/>
          <a:chOff x="0" y="0"/>
          <a:chExt cx="0" cy="0"/>
        </a:xfrm>
      </p:grpSpPr>
      <p:sp>
        <p:nvSpPr>
          <p:cNvPr id="19" name="Forma libre: forma 18">
            <a:extLst>
              <a:ext uri="{FF2B5EF4-FFF2-40B4-BE49-F238E27FC236}">
                <a16:creationId xmlns:a16="http://schemas.microsoft.com/office/drawing/2014/main" id="{B61CF4CC-ED27-4967-A11A-B838DFD4D9A3}"/>
              </a:ext>
            </a:extLst>
          </p:cNvPr>
          <p:cNvSpPr/>
          <p:nvPr userDrawn="1"/>
        </p:nvSpPr>
        <p:spPr>
          <a:xfrm>
            <a:off x="0" y="5229922"/>
            <a:ext cx="12192000" cy="1628078"/>
          </a:xfrm>
          <a:custGeom>
            <a:avLst/>
            <a:gdLst>
              <a:gd name="connsiteX0" fmla="*/ 8943278 w 12192000"/>
              <a:gd name="connsiteY0" fmla="*/ 0 h 1628078"/>
              <a:gd name="connsiteX1" fmla="*/ 12192000 w 12192000"/>
              <a:gd name="connsiteY1" fmla="*/ 0 h 1628078"/>
              <a:gd name="connsiteX2" fmla="*/ 12192000 w 12192000"/>
              <a:gd name="connsiteY2" fmla="*/ 1628078 h 1628078"/>
              <a:gd name="connsiteX3" fmla="*/ 0 w 12192000"/>
              <a:gd name="connsiteY3" fmla="*/ 1628078 h 1628078"/>
              <a:gd name="connsiteX4" fmla="*/ 0 w 12192000"/>
              <a:gd name="connsiteY4" fmla="*/ 1226634 h 1628078"/>
              <a:gd name="connsiteX5" fmla="*/ 8943278 w 12192000"/>
              <a:gd name="connsiteY5" fmla="*/ 1226634 h 1628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1628078">
                <a:moveTo>
                  <a:pt x="8943278" y="0"/>
                </a:moveTo>
                <a:lnTo>
                  <a:pt x="12192000" y="0"/>
                </a:lnTo>
                <a:lnTo>
                  <a:pt x="12192000" y="1628078"/>
                </a:lnTo>
                <a:lnTo>
                  <a:pt x="0" y="1628078"/>
                </a:lnTo>
                <a:lnTo>
                  <a:pt x="0" y="1226634"/>
                </a:lnTo>
                <a:lnTo>
                  <a:pt x="8943278" y="1226634"/>
                </a:lnTo>
                <a:close/>
              </a:path>
            </a:pathLst>
          </a:cu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1026" name="Picture 2" descr="Resultado de imagen de DJSI Member Log">
            <a:extLst>
              <a:ext uri="{FF2B5EF4-FFF2-40B4-BE49-F238E27FC236}">
                <a16:creationId xmlns:a16="http://schemas.microsoft.com/office/drawing/2014/main" id="{892B8B9E-DEBC-4365-A4A8-EB9654BA3099}"/>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5796918" y="5573143"/>
            <a:ext cx="1347482" cy="455449"/>
          </a:xfrm>
          <a:prstGeom prst="rect">
            <a:avLst/>
          </a:prstGeom>
          <a:noFill/>
          <a:extLst>
            <a:ext uri="{909E8E84-426E-40DD-AFC4-6F175D3DCCD1}">
              <a14:hiddenFill xmlns:a14="http://schemas.microsoft.com/office/drawing/2010/main">
                <a:solidFill>
                  <a:srgbClr val="FFFFFF"/>
                </a:solidFill>
              </a14:hiddenFill>
            </a:ext>
          </a:extLst>
        </p:spPr>
      </p:pic>
      <p:grpSp>
        <p:nvGrpSpPr>
          <p:cNvPr id="20" name="Grupo 19">
            <a:extLst>
              <a:ext uri="{FF2B5EF4-FFF2-40B4-BE49-F238E27FC236}">
                <a16:creationId xmlns:a16="http://schemas.microsoft.com/office/drawing/2014/main" id="{246620ED-93B0-4966-8E36-4B883B49E634}"/>
              </a:ext>
            </a:extLst>
          </p:cNvPr>
          <p:cNvGrpSpPr/>
          <p:nvPr userDrawn="1"/>
        </p:nvGrpSpPr>
        <p:grpSpPr>
          <a:xfrm>
            <a:off x="7612559" y="5573576"/>
            <a:ext cx="578707" cy="455017"/>
            <a:chOff x="2203451" y="-4230356"/>
            <a:chExt cx="6896100" cy="5422158"/>
          </a:xfrm>
        </p:grpSpPr>
        <p:pic>
          <p:nvPicPr>
            <p:cNvPr id="22" name="Imagen 21" descr="Imagen relacionada">
              <a:extLst>
                <a:ext uri="{FF2B5EF4-FFF2-40B4-BE49-F238E27FC236}">
                  <a16:creationId xmlns:a16="http://schemas.microsoft.com/office/drawing/2014/main" id="{E4D48186-AF8E-4052-97D2-CCAFD0E1AC76}"/>
                </a:ext>
              </a:extLst>
            </p:cNvPr>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l="22544" t="3352" r="22378" b="28229"/>
            <a:stretch>
              <a:fillRect/>
            </a:stretch>
          </p:blipFill>
          <p:spPr bwMode="auto">
            <a:xfrm>
              <a:off x="3758085" y="-4230356"/>
              <a:ext cx="3798276" cy="3838472"/>
            </a:xfrm>
            <a:custGeom>
              <a:avLst/>
              <a:gdLst>
                <a:gd name="connsiteX0" fmla="*/ 1899138 w 3798276"/>
                <a:gd name="connsiteY0" fmla="*/ 0 h 3838472"/>
                <a:gd name="connsiteX1" fmla="*/ 3798276 w 3798276"/>
                <a:gd name="connsiteY1" fmla="*/ 1919236 h 3838472"/>
                <a:gd name="connsiteX2" fmla="*/ 1899138 w 3798276"/>
                <a:gd name="connsiteY2" fmla="*/ 3838472 h 3838472"/>
                <a:gd name="connsiteX3" fmla="*/ 0 w 3798276"/>
                <a:gd name="connsiteY3" fmla="*/ 1919236 h 3838472"/>
                <a:gd name="connsiteX4" fmla="*/ 1899138 w 3798276"/>
                <a:gd name="connsiteY4" fmla="*/ 0 h 38384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98276" h="3838472">
                  <a:moveTo>
                    <a:pt x="1899138" y="0"/>
                  </a:moveTo>
                  <a:cubicBezTo>
                    <a:pt x="2948003" y="0"/>
                    <a:pt x="3798276" y="859271"/>
                    <a:pt x="3798276" y="1919236"/>
                  </a:cubicBezTo>
                  <a:cubicBezTo>
                    <a:pt x="3798276" y="2979201"/>
                    <a:pt x="2948003" y="3838472"/>
                    <a:pt x="1899138" y="3838472"/>
                  </a:cubicBezTo>
                  <a:cubicBezTo>
                    <a:pt x="850273" y="3838472"/>
                    <a:pt x="0" y="2979201"/>
                    <a:pt x="0" y="1919236"/>
                  </a:cubicBezTo>
                  <a:cubicBezTo>
                    <a:pt x="0" y="859271"/>
                    <a:pt x="850273" y="0"/>
                    <a:pt x="1899138" y="0"/>
                  </a:cubicBezTo>
                  <a:close/>
                </a:path>
              </a:pathLst>
            </a:custGeom>
            <a:noFill/>
            <a:extLst>
              <a:ext uri="{909E8E84-426E-40DD-AFC4-6F175D3DCCD1}">
                <a14:hiddenFill xmlns:a14="http://schemas.microsoft.com/office/drawing/2010/main">
                  <a:solidFill>
                    <a:srgbClr val="FFFFFF"/>
                  </a:solidFill>
                </a14:hiddenFill>
              </a:ext>
            </a:extLst>
          </p:spPr>
        </p:pic>
        <p:pic>
          <p:nvPicPr>
            <p:cNvPr id="24" name="Imagen 23" descr="Imagen relacionada">
              <a:extLst>
                <a:ext uri="{FF2B5EF4-FFF2-40B4-BE49-F238E27FC236}">
                  <a16:creationId xmlns:a16="http://schemas.microsoft.com/office/drawing/2014/main" id="{411507B2-E393-4DDC-B151-70751F9943CB}"/>
                </a:ext>
              </a:extLst>
            </p:cNvPr>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t="78757"/>
            <a:stretch>
              <a:fillRect/>
            </a:stretch>
          </p:blipFill>
          <p:spPr bwMode="auto">
            <a:xfrm>
              <a:off x="2203451" y="0"/>
              <a:ext cx="6896100" cy="1191802"/>
            </a:xfrm>
            <a:custGeom>
              <a:avLst/>
              <a:gdLst>
                <a:gd name="connsiteX0" fmla="*/ 0 w 6896100"/>
                <a:gd name="connsiteY0" fmla="*/ 0 h 1191802"/>
                <a:gd name="connsiteX1" fmla="*/ 6896100 w 6896100"/>
                <a:gd name="connsiteY1" fmla="*/ 0 h 1191802"/>
                <a:gd name="connsiteX2" fmla="*/ 6896100 w 6896100"/>
                <a:gd name="connsiteY2" fmla="*/ 1191802 h 1191802"/>
                <a:gd name="connsiteX3" fmla="*/ 0 w 6896100"/>
                <a:gd name="connsiteY3" fmla="*/ 1191802 h 1191802"/>
              </a:gdLst>
              <a:ahLst/>
              <a:cxnLst>
                <a:cxn ang="0">
                  <a:pos x="connsiteX0" y="connsiteY0"/>
                </a:cxn>
                <a:cxn ang="0">
                  <a:pos x="connsiteX1" y="connsiteY1"/>
                </a:cxn>
                <a:cxn ang="0">
                  <a:pos x="connsiteX2" y="connsiteY2"/>
                </a:cxn>
                <a:cxn ang="0">
                  <a:pos x="connsiteX3" y="connsiteY3"/>
                </a:cxn>
              </a:cxnLst>
              <a:rect l="l" t="t" r="r" b="b"/>
              <a:pathLst>
                <a:path w="6896100" h="1191802">
                  <a:moveTo>
                    <a:pt x="0" y="0"/>
                  </a:moveTo>
                  <a:lnTo>
                    <a:pt x="6896100" y="0"/>
                  </a:lnTo>
                  <a:lnTo>
                    <a:pt x="6896100" y="1191802"/>
                  </a:lnTo>
                  <a:lnTo>
                    <a:pt x="0" y="1191802"/>
                  </a:lnTo>
                  <a:close/>
                </a:path>
              </a:pathLst>
            </a:custGeom>
            <a:noFill/>
            <a:extLst>
              <a:ext uri="{909E8E84-426E-40DD-AFC4-6F175D3DCCD1}">
                <a14:hiddenFill xmlns:a14="http://schemas.microsoft.com/office/drawing/2010/main">
                  <a:solidFill>
                    <a:srgbClr val="FFFFFF"/>
                  </a:solidFill>
                </a14:hiddenFill>
              </a:ext>
            </a:extLst>
          </p:spPr>
        </p:pic>
      </p:grpSp>
      <p:sp>
        <p:nvSpPr>
          <p:cNvPr id="23" name="CuadroTexto 22">
            <a:extLst>
              <a:ext uri="{FF2B5EF4-FFF2-40B4-BE49-F238E27FC236}">
                <a16:creationId xmlns:a16="http://schemas.microsoft.com/office/drawing/2014/main" id="{B163354C-97AE-4FC8-BF01-B7FCA9B2C7C0}"/>
              </a:ext>
            </a:extLst>
          </p:cNvPr>
          <p:cNvSpPr txBox="1"/>
          <p:nvPr userDrawn="1"/>
        </p:nvSpPr>
        <p:spPr>
          <a:xfrm>
            <a:off x="719288" y="1945649"/>
            <a:ext cx="3365478" cy="1169551"/>
          </a:xfrm>
          <a:prstGeom prst="rect">
            <a:avLst/>
          </a:prstGeom>
          <a:noFill/>
        </p:spPr>
        <p:txBody>
          <a:bodyPr wrap="square" rtlCol="0">
            <a:spAutoFit/>
          </a:bodyPr>
          <a:lstStyle/>
          <a:p>
            <a:r>
              <a:rPr lang="en-US" sz="1400">
                <a:solidFill>
                  <a:schemeClr val="tx2"/>
                </a:solidFill>
              </a:rPr>
              <a:t>Our purpose is to help people and companies prosper</a:t>
            </a:r>
          </a:p>
          <a:p>
            <a:endParaRPr lang="en-US" sz="1400">
              <a:solidFill>
                <a:schemeClr val="tx2"/>
              </a:solidFill>
            </a:endParaRPr>
          </a:p>
          <a:p>
            <a:r>
              <a:rPr lang="en-US" sz="1400">
                <a:solidFill>
                  <a:schemeClr val="tx2"/>
                </a:solidFill>
              </a:rPr>
              <a:t>Our culture is based on the belief that everything we do should be</a:t>
            </a:r>
            <a:endParaRPr lang="es-ES" sz="1400">
              <a:solidFill>
                <a:schemeClr val="tx2"/>
              </a:solidFill>
            </a:endParaRPr>
          </a:p>
        </p:txBody>
      </p:sp>
      <p:sp>
        <p:nvSpPr>
          <p:cNvPr id="28" name="CuadroTexto 27">
            <a:extLst>
              <a:ext uri="{FF2B5EF4-FFF2-40B4-BE49-F238E27FC236}">
                <a16:creationId xmlns:a16="http://schemas.microsoft.com/office/drawing/2014/main" id="{68E35268-345F-47C7-ADB2-CE92421E8EED}"/>
              </a:ext>
            </a:extLst>
          </p:cNvPr>
          <p:cNvSpPr txBox="1"/>
          <p:nvPr userDrawn="1"/>
        </p:nvSpPr>
        <p:spPr>
          <a:xfrm>
            <a:off x="721506" y="628193"/>
            <a:ext cx="3365478" cy="707886"/>
          </a:xfrm>
          <a:prstGeom prst="rect">
            <a:avLst/>
          </a:prstGeom>
          <a:noFill/>
        </p:spPr>
        <p:txBody>
          <a:bodyPr wrap="square" rtlCol="0">
            <a:spAutoFit/>
          </a:bodyPr>
          <a:lstStyle/>
          <a:p>
            <a:r>
              <a:rPr lang="en-US" sz="4000" noProof="0">
                <a:solidFill>
                  <a:schemeClr val="accent1"/>
                </a:solidFill>
              </a:rPr>
              <a:t>Thank you</a:t>
            </a:r>
          </a:p>
        </p:txBody>
      </p:sp>
      <p:sp>
        <p:nvSpPr>
          <p:cNvPr id="31" name="Forma libre: forma 30">
            <a:extLst>
              <a:ext uri="{FF2B5EF4-FFF2-40B4-BE49-F238E27FC236}">
                <a16:creationId xmlns:a16="http://schemas.microsoft.com/office/drawing/2014/main" id="{073BDF73-2FC7-4E8C-B95B-B68B9F5D3BE9}"/>
              </a:ext>
            </a:extLst>
          </p:cNvPr>
          <p:cNvSpPr/>
          <p:nvPr userDrawn="1"/>
        </p:nvSpPr>
        <p:spPr>
          <a:xfrm>
            <a:off x="0" y="5229922"/>
            <a:ext cx="12196689" cy="1628078"/>
          </a:xfrm>
          <a:custGeom>
            <a:avLst/>
            <a:gdLst>
              <a:gd name="connsiteX0" fmla="*/ 8932985 w 12196689"/>
              <a:gd name="connsiteY0" fmla="*/ 0 h 1628078"/>
              <a:gd name="connsiteX1" fmla="*/ 12196689 w 12196689"/>
              <a:gd name="connsiteY1" fmla="*/ 0 h 1628078"/>
              <a:gd name="connsiteX2" fmla="*/ 12196689 w 12196689"/>
              <a:gd name="connsiteY2" fmla="*/ 1628078 h 1628078"/>
              <a:gd name="connsiteX3" fmla="*/ 0 w 12196689"/>
              <a:gd name="connsiteY3" fmla="*/ 1628078 h 1628078"/>
              <a:gd name="connsiteX4" fmla="*/ 0 w 12196689"/>
              <a:gd name="connsiteY4" fmla="*/ 1213081 h 1628078"/>
              <a:gd name="connsiteX5" fmla="*/ 8932985 w 12196689"/>
              <a:gd name="connsiteY5" fmla="*/ 1213081 h 1628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6689" h="1628078">
                <a:moveTo>
                  <a:pt x="8932985" y="0"/>
                </a:moveTo>
                <a:lnTo>
                  <a:pt x="12196689" y="0"/>
                </a:lnTo>
                <a:lnTo>
                  <a:pt x="12196689" y="1628078"/>
                </a:lnTo>
                <a:lnTo>
                  <a:pt x="0" y="1628078"/>
                </a:lnTo>
                <a:lnTo>
                  <a:pt x="0" y="1213081"/>
                </a:lnTo>
                <a:lnTo>
                  <a:pt x="8932985" y="1213081"/>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ES"/>
          </a:p>
        </p:txBody>
      </p:sp>
      <p:sp>
        <p:nvSpPr>
          <p:cNvPr id="3" name="CuadroTexto 2">
            <a:extLst>
              <a:ext uri="{FF2B5EF4-FFF2-40B4-BE49-F238E27FC236}">
                <a16:creationId xmlns:a16="http://schemas.microsoft.com/office/drawing/2014/main" id="{D8578298-C918-8718-04F5-3B80E8E164FC}"/>
              </a:ext>
            </a:extLst>
          </p:cNvPr>
          <p:cNvSpPr txBox="1"/>
          <p:nvPr userDrawn="1"/>
        </p:nvSpPr>
        <p:spPr>
          <a:xfrm>
            <a:off x="711572" y="3316271"/>
            <a:ext cx="3265616" cy="430887"/>
          </a:xfrm>
          <a:prstGeom prst="rect">
            <a:avLst/>
          </a:prstGeom>
          <a:noFill/>
        </p:spPr>
        <p:txBody>
          <a:bodyPr wrap="square" rtlCol="0">
            <a:spAutoFit/>
          </a:bodyPr>
          <a:lstStyle/>
          <a:p>
            <a:r>
              <a:rPr lang="en-US" sz="2200" b="1" noProof="0">
                <a:solidFill>
                  <a:srgbClr val="EC1010"/>
                </a:solidFill>
                <a:latin typeface="Santander Text SemiBold" panose="020B0704020201010104" pitchFamily="34" charset="0"/>
                <a:cs typeface="Santander Text SemiBold" panose="020B0704020201010104" pitchFamily="34" charset="0"/>
              </a:rPr>
              <a:t>Simple Personal Right</a:t>
            </a:r>
          </a:p>
        </p:txBody>
      </p:sp>
      <p:sp>
        <p:nvSpPr>
          <p:cNvPr id="2" name="Freeform 5">
            <a:extLst>
              <a:ext uri="{FF2B5EF4-FFF2-40B4-BE49-F238E27FC236}">
                <a16:creationId xmlns:a16="http://schemas.microsoft.com/office/drawing/2014/main" id="{429CD3A6-AE3D-C4EC-8811-BDF2BDADC6C1}"/>
              </a:ext>
            </a:extLst>
          </p:cNvPr>
          <p:cNvSpPr>
            <a:spLocks noEditPoints="1"/>
          </p:cNvSpPr>
          <p:nvPr userDrawn="1"/>
        </p:nvSpPr>
        <p:spPr bwMode="auto">
          <a:xfrm>
            <a:off x="711572" y="5895693"/>
            <a:ext cx="1347482" cy="289607"/>
          </a:xfrm>
          <a:custGeom>
            <a:avLst/>
            <a:gdLst>
              <a:gd name="T0" fmla="*/ 319 w 3262"/>
              <a:gd name="T1" fmla="*/ 39 h 572"/>
              <a:gd name="T2" fmla="*/ 300 w 3262"/>
              <a:gd name="T3" fmla="*/ 137 h 572"/>
              <a:gd name="T4" fmla="*/ 371 w 3262"/>
              <a:gd name="T5" fmla="*/ 405 h 572"/>
              <a:gd name="T6" fmla="*/ 244 w 3262"/>
              <a:gd name="T7" fmla="*/ 170 h 572"/>
              <a:gd name="T8" fmla="*/ 225 w 3262"/>
              <a:gd name="T9" fmla="*/ 267 h 572"/>
              <a:gd name="T10" fmla="*/ 300 w 3262"/>
              <a:gd name="T11" fmla="*/ 528 h 572"/>
              <a:gd name="T12" fmla="*/ 187 w 3262"/>
              <a:gd name="T13" fmla="*/ 333 h 572"/>
              <a:gd name="T14" fmla="*/ 300 w 3262"/>
              <a:gd name="T15" fmla="*/ 572 h 572"/>
              <a:gd name="T16" fmla="*/ 714 w 3262"/>
              <a:gd name="T17" fmla="*/ 540 h 572"/>
              <a:gd name="T18" fmla="*/ 910 w 3262"/>
              <a:gd name="T19" fmla="*/ 455 h 572"/>
              <a:gd name="T20" fmla="*/ 717 w 3262"/>
              <a:gd name="T21" fmla="*/ 258 h 572"/>
              <a:gd name="T22" fmla="*/ 945 w 3262"/>
              <a:gd name="T23" fmla="*/ 226 h 572"/>
              <a:gd name="T24" fmla="*/ 842 w 3262"/>
              <a:gd name="T25" fmla="*/ 322 h 572"/>
              <a:gd name="T26" fmla="*/ 829 w 3262"/>
              <a:gd name="T27" fmla="*/ 561 h 572"/>
              <a:gd name="T28" fmla="*/ 1277 w 3262"/>
              <a:gd name="T29" fmla="*/ 552 h 572"/>
              <a:gd name="T30" fmla="*/ 1138 w 3262"/>
              <a:gd name="T31" fmla="*/ 559 h 572"/>
              <a:gd name="T32" fmla="*/ 1277 w 3262"/>
              <a:gd name="T33" fmla="*/ 270 h 572"/>
              <a:gd name="T34" fmla="*/ 1171 w 3262"/>
              <a:gd name="T35" fmla="*/ 307 h 572"/>
              <a:gd name="T36" fmla="*/ 1215 w 3262"/>
              <a:gd name="T37" fmla="*/ 488 h 572"/>
              <a:gd name="T38" fmla="*/ 1533 w 3262"/>
              <a:gd name="T39" fmla="*/ 552 h 572"/>
              <a:gd name="T40" fmla="*/ 1407 w 3262"/>
              <a:gd name="T41" fmla="*/ 312 h 572"/>
              <a:gd name="T42" fmla="*/ 1345 w 3262"/>
              <a:gd name="T43" fmla="*/ 270 h 572"/>
              <a:gd name="T44" fmla="*/ 1767 w 3262"/>
              <a:gd name="T45" fmla="*/ 506 h 572"/>
              <a:gd name="T46" fmla="*/ 1756 w 3262"/>
              <a:gd name="T47" fmla="*/ 559 h 572"/>
              <a:gd name="T48" fmla="*/ 1719 w 3262"/>
              <a:gd name="T49" fmla="*/ 157 h 572"/>
              <a:gd name="T50" fmla="*/ 1812 w 3262"/>
              <a:gd name="T51" fmla="*/ 317 h 572"/>
              <a:gd name="T52" fmla="*/ 1767 w 3262"/>
              <a:gd name="T53" fmla="*/ 506 h 572"/>
              <a:gd name="T54" fmla="*/ 2043 w 3262"/>
              <a:gd name="T55" fmla="*/ 552 h 572"/>
              <a:gd name="T56" fmla="*/ 1836 w 3262"/>
              <a:gd name="T57" fmla="*/ 410 h 572"/>
              <a:gd name="T58" fmla="*/ 2038 w 3262"/>
              <a:gd name="T59" fmla="*/ 488 h 572"/>
              <a:gd name="T60" fmla="*/ 1899 w 3262"/>
              <a:gd name="T61" fmla="*/ 410 h 572"/>
              <a:gd name="T62" fmla="*/ 2418 w 3262"/>
              <a:gd name="T63" fmla="*/ 363 h 572"/>
              <a:gd name="T64" fmla="*/ 2356 w 3262"/>
              <a:gd name="T65" fmla="*/ 373 h 572"/>
              <a:gd name="T66" fmla="*/ 2230 w 3262"/>
              <a:gd name="T67" fmla="*/ 552 h 572"/>
              <a:gd name="T68" fmla="*/ 2281 w 3262"/>
              <a:gd name="T69" fmla="*/ 254 h 572"/>
              <a:gd name="T70" fmla="*/ 2733 w 3262"/>
              <a:gd name="T71" fmla="*/ 552 h 572"/>
              <a:gd name="T72" fmla="*/ 2591 w 3262"/>
              <a:gd name="T73" fmla="*/ 559 h 572"/>
              <a:gd name="T74" fmla="*/ 2671 w 3262"/>
              <a:gd name="T75" fmla="*/ 259 h 572"/>
              <a:gd name="T76" fmla="*/ 2671 w 3262"/>
              <a:gd name="T77" fmla="*/ 487 h 572"/>
              <a:gd name="T78" fmla="*/ 2531 w 3262"/>
              <a:gd name="T79" fmla="*/ 410 h 572"/>
              <a:gd name="T80" fmla="*/ 3045 w 3262"/>
              <a:gd name="T81" fmla="*/ 432 h 572"/>
              <a:gd name="T82" fmla="*/ 3038 w 3262"/>
              <a:gd name="T83" fmla="*/ 485 h 572"/>
              <a:gd name="T84" fmla="*/ 2783 w 3262"/>
              <a:gd name="T85" fmla="*/ 405 h 572"/>
              <a:gd name="T86" fmla="*/ 3045 w 3262"/>
              <a:gd name="T87" fmla="*/ 432 h 572"/>
              <a:gd name="T88" fmla="*/ 2918 w 3262"/>
              <a:gd name="T89" fmla="*/ 306 h 572"/>
              <a:gd name="T90" fmla="*/ 3256 w 3262"/>
              <a:gd name="T91" fmla="*/ 310 h 572"/>
              <a:gd name="T92" fmla="*/ 3164 w 3262"/>
              <a:gd name="T93" fmla="*/ 552 h 572"/>
              <a:gd name="T94" fmla="*/ 3208 w 3262"/>
              <a:gd name="T95" fmla="*/ 254 h 5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3262" h="572">
                <a:moveTo>
                  <a:pt x="430" y="262"/>
                </a:moveTo>
                <a:cubicBezTo>
                  <a:pt x="429" y="241"/>
                  <a:pt x="424" y="221"/>
                  <a:pt x="413" y="202"/>
                </a:cubicBezTo>
                <a:cubicBezTo>
                  <a:pt x="319" y="39"/>
                  <a:pt x="319" y="39"/>
                  <a:pt x="319" y="39"/>
                </a:cubicBezTo>
                <a:cubicBezTo>
                  <a:pt x="312" y="27"/>
                  <a:pt x="307" y="14"/>
                  <a:pt x="304" y="0"/>
                </a:cubicBezTo>
                <a:cubicBezTo>
                  <a:pt x="300" y="7"/>
                  <a:pt x="300" y="7"/>
                  <a:pt x="300" y="7"/>
                </a:cubicBezTo>
                <a:cubicBezTo>
                  <a:pt x="277" y="47"/>
                  <a:pt x="277" y="97"/>
                  <a:pt x="300" y="137"/>
                </a:cubicBezTo>
                <a:cubicBezTo>
                  <a:pt x="375" y="267"/>
                  <a:pt x="375" y="267"/>
                  <a:pt x="375" y="267"/>
                </a:cubicBezTo>
                <a:cubicBezTo>
                  <a:pt x="399" y="308"/>
                  <a:pt x="399" y="357"/>
                  <a:pt x="375" y="398"/>
                </a:cubicBezTo>
                <a:cubicBezTo>
                  <a:pt x="371" y="405"/>
                  <a:pt x="371" y="405"/>
                  <a:pt x="371" y="405"/>
                </a:cubicBezTo>
                <a:cubicBezTo>
                  <a:pt x="369" y="391"/>
                  <a:pt x="364" y="378"/>
                  <a:pt x="356" y="365"/>
                </a:cubicBezTo>
                <a:cubicBezTo>
                  <a:pt x="288" y="246"/>
                  <a:pt x="288" y="246"/>
                  <a:pt x="288" y="246"/>
                </a:cubicBezTo>
                <a:cubicBezTo>
                  <a:pt x="244" y="170"/>
                  <a:pt x="244" y="170"/>
                  <a:pt x="244" y="170"/>
                </a:cubicBezTo>
                <a:cubicBezTo>
                  <a:pt x="236" y="157"/>
                  <a:pt x="232" y="144"/>
                  <a:pt x="229" y="130"/>
                </a:cubicBezTo>
                <a:cubicBezTo>
                  <a:pt x="225" y="137"/>
                  <a:pt x="225" y="137"/>
                  <a:pt x="225" y="137"/>
                </a:cubicBezTo>
                <a:cubicBezTo>
                  <a:pt x="202" y="177"/>
                  <a:pt x="202" y="227"/>
                  <a:pt x="225" y="267"/>
                </a:cubicBezTo>
                <a:cubicBezTo>
                  <a:pt x="225" y="267"/>
                  <a:pt x="225" y="267"/>
                  <a:pt x="225" y="267"/>
                </a:cubicBezTo>
                <a:cubicBezTo>
                  <a:pt x="300" y="398"/>
                  <a:pt x="300" y="398"/>
                  <a:pt x="300" y="398"/>
                </a:cubicBezTo>
                <a:cubicBezTo>
                  <a:pt x="323" y="438"/>
                  <a:pt x="323" y="488"/>
                  <a:pt x="300" y="528"/>
                </a:cubicBezTo>
                <a:cubicBezTo>
                  <a:pt x="296" y="535"/>
                  <a:pt x="296" y="535"/>
                  <a:pt x="296" y="535"/>
                </a:cubicBezTo>
                <a:cubicBezTo>
                  <a:pt x="293" y="521"/>
                  <a:pt x="288" y="508"/>
                  <a:pt x="281" y="495"/>
                </a:cubicBezTo>
                <a:cubicBezTo>
                  <a:pt x="187" y="333"/>
                  <a:pt x="187" y="333"/>
                  <a:pt x="187" y="333"/>
                </a:cubicBezTo>
                <a:cubicBezTo>
                  <a:pt x="175" y="311"/>
                  <a:pt x="169" y="286"/>
                  <a:pt x="170" y="262"/>
                </a:cubicBezTo>
                <a:cubicBezTo>
                  <a:pt x="69" y="288"/>
                  <a:pt x="0" y="344"/>
                  <a:pt x="0" y="409"/>
                </a:cubicBezTo>
                <a:cubicBezTo>
                  <a:pt x="0" y="499"/>
                  <a:pt x="134" y="572"/>
                  <a:pt x="300" y="572"/>
                </a:cubicBezTo>
                <a:cubicBezTo>
                  <a:pt x="466" y="572"/>
                  <a:pt x="600" y="499"/>
                  <a:pt x="600" y="409"/>
                </a:cubicBezTo>
                <a:cubicBezTo>
                  <a:pt x="600" y="344"/>
                  <a:pt x="531" y="288"/>
                  <a:pt x="430" y="262"/>
                </a:cubicBezTo>
                <a:close/>
                <a:moveTo>
                  <a:pt x="714" y="540"/>
                </a:moveTo>
                <a:cubicBezTo>
                  <a:pt x="715" y="517"/>
                  <a:pt x="718" y="501"/>
                  <a:pt x="725" y="483"/>
                </a:cubicBezTo>
                <a:cubicBezTo>
                  <a:pt x="756" y="498"/>
                  <a:pt x="797" y="505"/>
                  <a:pt x="828" y="505"/>
                </a:cubicBezTo>
                <a:cubicBezTo>
                  <a:pt x="880" y="505"/>
                  <a:pt x="910" y="488"/>
                  <a:pt x="910" y="455"/>
                </a:cubicBezTo>
                <a:cubicBezTo>
                  <a:pt x="910" y="422"/>
                  <a:pt x="888" y="407"/>
                  <a:pt x="835" y="384"/>
                </a:cubicBezTo>
                <a:cubicBezTo>
                  <a:pt x="806" y="371"/>
                  <a:pt x="806" y="371"/>
                  <a:pt x="806" y="371"/>
                </a:cubicBezTo>
                <a:cubicBezTo>
                  <a:pt x="753" y="348"/>
                  <a:pt x="717" y="318"/>
                  <a:pt x="717" y="258"/>
                </a:cubicBezTo>
                <a:cubicBezTo>
                  <a:pt x="717" y="194"/>
                  <a:pt x="762" y="153"/>
                  <a:pt x="853" y="153"/>
                </a:cubicBezTo>
                <a:cubicBezTo>
                  <a:pt x="890" y="153"/>
                  <a:pt x="924" y="158"/>
                  <a:pt x="956" y="169"/>
                </a:cubicBezTo>
                <a:cubicBezTo>
                  <a:pt x="955" y="192"/>
                  <a:pt x="951" y="209"/>
                  <a:pt x="945" y="226"/>
                </a:cubicBezTo>
                <a:cubicBezTo>
                  <a:pt x="915" y="214"/>
                  <a:pt x="879" y="209"/>
                  <a:pt x="853" y="209"/>
                </a:cubicBezTo>
                <a:cubicBezTo>
                  <a:pt x="804" y="209"/>
                  <a:pt x="781" y="228"/>
                  <a:pt x="781" y="258"/>
                </a:cubicBezTo>
                <a:cubicBezTo>
                  <a:pt x="781" y="288"/>
                  <a:pt x="803" y="305"/>
                  <a:pt x="842" y="322"/>
                </a:cubicBezTo>
                <a:cubicBezTo>
                  <a:pt x="873" y="335"/>
                  <a:pt x="873" y="335"/>
                  <a:pt x="873" y="335"/>
                </a:cubicBezTo>
                <a:cubicBezTo>
                  <a:pt x="945" y="365"/>
                  <a:pt x="974" y="397"/>
                  <a:pt x="974" y="452"/>
                </a:cubicBezTo>
                <a:cubicBezTo>
                  <a:pt x="974" y="517"/>
                  <a:pt x="925" y="561"/>
                  <a:pt x="829" y="561"/>
                </a:cubicBezTo>
                <a:cubicBezTo>
                  <a:pt x="783" y="561"/>
                  <a:pt x="745" y="555"/>
                  <a:pt x="714" y="540"/>
                </a:cubicBezTo>
                <a:close/>
                <a:moveTo>
                  <a:pt x="1277" y="270"/>
                </a:moveTo>
                <a:cubicBezTo>
                  <a:pt x="1277" y="552"/>
                  <a:pt x="1277" y="552"/>
                  <a:pt x="1277" y="552"/>
                </a:cubicBezTo>
                <a:cubicBezTo>
                  <a:pt x="1220" y="552"/>
                  <a:pt x="1220" y="552"/>
                  <a:pt x="1220" y="552"/>
                </a:cubicBezTo>
                <a:cubicBezTo>
                  <a:pt x="1217" y="518"/>
                  <a:pt x="1217" y="518"/>
                  <a:pt x="1217" y="518"/>
                </a:cubicBezTo>
                <a:cubicBezTo>
                  <a:pt x="1201" y="543"/>
                  <a:pt x="1177" y="559"/>
                  <a:pt x="1138" y="559"/>
                </a:cubicBezTo>
                <a:cubicBezTo>
                  <a:pt x="1063" y="559"/>
                  <a:pt x="1013" y="505"/>
                  <a:pt x="1013" y="410"/>
                </a:cubicBezTo>
                <a:cubicBezTo>
                  <a:pt x="1013" y="311"/>
                  <a:pt x="1066" y="254"/>
                  <a:pt x="1171" y="254"/>
                </a:cubicBezTo>
                <a:cubicBezTo>
                  <a:pt x="1211" y="254"/>
                  <a:pt x="1245" y="259"/>
                  <a:pt x="1277" y="270"/>
                </a:cubicBezTo>
                <a:close/>
                <a:moveTo>
                  <a:pt x="1215" y="488"/>
                </a:moveTo>
                <a:cubicBezTo>
                  <a:pt x="1215" y="311"/>
                  <a:pt x="1215" y="311"/>
                  <a:pt x="1215" y="311"/>
                </a:cubicBezTo>
                <a:cubicBezTo>
                  <a:pt x="1202" y="309"/>
                  <a:pt x="1188" y="307"/>
                  <a:pt x="1171" y="307"/>
                </a:cubicBezTo>
                <a:cubicBezTo>
                  <a:pt x="1107" y="307"/>
                  <a:pt x="1077" y="347"/>
                  <a:pt x="1077" y="410"/>
                </a:cubicBezTo>
                <a:cubicBezTo>
                  <a:pt x="1077" y="468"/>
                  <a:pt x="1100" y="508"/>
                  <a:pt x="1155" y="508"/>
                </a:cubicBezTo>
                <a:cubicBezTo>
                  <a:pt x="1179" y="508"/>
                  <a:pt x="1199" y="500"/>
                  <a:pt x="1215" y="488"/>
                </a:cubicBezTo>
                <a:close/>
                <a:moveTo>
                  <a:pt x="1595" y="363"/>
                </a:moveTo>
                <a:cubicBezTo>
                  <a:pt x="1595" y="552"/>
                  <a:pt x="1595" y="552"/>
                  <a:pt x="1595" y="552"/>
                </a:cubicBezTo>
                <a:cubicBezTo>
                  <a:pt x="1533" y="552"/>
                  <a:pt x="1533" y="552"/>
                  <a:pt x="1533" y="552"/>
                </a:cubicBezTo>
                <a:cubicBezTo>
                  <a:pt x="1533" y="373"/>
                  <a:pt x="1533" y="373"/>
                  <a:pt x="1533" y="373"/>
                </a:cubicBezTo>
                <a:cubicBezTo>
                  <a:pt x="1533" y="329"/>
                  <a:pt x="1518" y="307"/>
                  <a:pt x="1456" y="307"/>
                </a:cubicBezTo>
                <a:cubicBezTo>
                  <a:pt x="1442" y="307"/>
                  <a:pt x="1424" y="309"/>
                  <a:pt x="1407" y="312"/>
                </a:cubicBezTo>
                <a:cubicBezTo>
                  <a:pt x="1407" y="552"/>
                  <a:pt x="1407" y="552"/>
                  <a:pt x="1407" y="552"/>
                </a:cubicBezTo>
                <a:cubicBezTo>
                  <a:pt x="1345" y="552"/>
                  <a:pt x="1345" y="552"/>
                  <a:pt x="1345" y="552"/>
                </a:cubicBezTo>
                <a:cubicBezTo>
                  <a:pt x="1345" y="270"/>
                  <a:pt x="1345" y="270"/>
                  <a:pt x="1345" y="270"/>
                </a:cubicBezTo>
                <a:cubicBezTo>
                  <a:pt x="1385" y="261"/>
                  <a:pt x="1428" y="254"/>
                  <a:pt x="1458" y="254"/>
                </a:cubicBezTo>
                <a:cubicBezTo>
                  <a:pt x="1562" y="254"/>
                  <a:pt x="1595" y="294"/>
                  <a:pt x="1595" y="363"/>
                </a:cubicBezTo>
                <a:close/>
                <a:moveTo>
                  <a:pt x="1767" y="506"/>
                </a:moveTo>
                <a:cubicBezTo>
                  <a:pt x="1785" y="506"/>
                  <a:pt x="1802" y="503"/>
                  <a:pt x="1816" y="498"/>
                </a:cubicBezTo>
                <a:cubicBezTo>
                  <a:pt x="1814" y="515"/>
                  <a:pt x="1812" y="534"/>
                  <a:pt x="1808" y="550"/>
                </a:cubicBezTo>
                <a:cubicBezTo>
                  <a:pt x="1791" y="557"/>
                  <a:pt x="1773" y="559"/>
                  <a:pt x="1756" y="559"/>
                </a:cubicBezTo>
                <a:cubicBezTo>
                  <a:pt x="1696" y="559"/>
                  <a:pt x="1657" y="531"/>
                  <a:pt x="1657" y="463"/>
                </a:cubicBezTo>
                <a:cubicBezTo>
                  <a:pt x="1657" y="166"/>
                  <a:pt x="1657" y="166"/>
                  <a:pt x="1657" y="166"/>
                </a:cubicBezTo>
                <a:cubicBezTo>
                  <a:pt x="1676" y="160"/>
                  <a:pt x="1700" y="157"/>
                  <a:pt x="1719" y="157"/>
                </a:cubicBezTo>
                <a:cubicBezTo>
                  <a:pt x="1719" y="264"/>
                  <a:pt x="1719" y="264"/>
                  <a:pt x="1719" y="264"/>
                </a:cubicBezTo>
                <a:cubicBezTo>
                  <a:pt x="1817" y="264"/>
                  <a:pt x="1817" y="264"/>
                  <a:pt x="1817" y="264"/>
                </a:cubicBezTo>
                <a:cubicBezTo>
                  <a:pt x="1816" y="283"/>
                  <a:pt x="1815" y="301"/>
                  <a:pt x="1812" y="317"/>
                </a:cubicBezTo>
                <a:cubicBezTo>
                  <a:pt x="1719" y="317"/>
                  <a:pt x="1719" y="317"/>
                  <a:pt x="1719" y="317"/>
                </a:cubicBezTo>
                <a:cubicBezTo>
                  <a:pt x="1719" y="455"/>
                  <a:pt x="1719" y="455"/>
                  <a:pt x="1719" y="455"/>
                </a:cubicBezTo>
                <a:cubicBezTo>
                  <a:pt x="1719" y="492"/>
                  <a:pt x="1737" y="506"/>
                  <a:pt x="1767" y="506"/>
                </a:cubicBezTo>
                <a:close/>
                <a:moveTo>
                  <a:pt x="2100" y="270"/>
                </a:moveTo>
                <a:cubicBezTo>
                  <a:pt x="2100" y="552"/>
                  <a:pt x="2100" y="552"/>
                  <a:pt x="2100" y="552"/>
                </a:cubicBezTo>
                <a:cubicBezTo>
                  <a:pt x="2043" y="552"/>
                  <a:pt x="2043" y="552"/>
                  <a:pt x="2043" y="552"/>
                </a:cubicBezTo>
                <a:cubicBezTo>
                  <a:pt x="2040" y="518"/>
                  <a:pt x="2040" y="518"/>
                  <a:pt x="2040" y="518"/>
                </a:cubicBezTo>
                <a:cubicBezTo>
                  <a:pt x="2024" y="543"/>
                  <a:pt x="2000" y="559"/>
                  <a:pt x="1960" y="559"/>
                </a:cubicBezTo>
                <a:cubicBezTo>
                  <a:pt x="1886" y="559"/>
                  <a:pt x="1836" y="505"/>
                  <a:pt x="1836" y="410"/>
                </a:cubicBezTo>
                <a:cubicBezTo>
                  <a:pt x="1836" y="311"/>
                  <a:pt x="1889" y="254"/>
                  <a:pt x="1993" y="254"/>
                </a:cubicBezTo>
                <a:cubicBezTo>
                  <a:pt x="2034" y="254"/>
                  <a:pt x="2067" y="259"/>
                  <a:pt x="2100" y="270"/>
                </a:cubicBezTo>
                <a:close/>
                <a:moveTo>
                  <a:pt x="2038" y="488"/>
                </a:moveTo>
                <a:cubicBezTo>
                  <a:pt x="2038" y="311"/>
                  <a:pt x="2038" y="311"/>
                  <a:pt x="2038" y="311"/>
                </a:cubicBezTo>
                <a:cubicBezTo>
                  <a:pt x="2025" y="309"/>
                  <a:pt x="2011" y="307"/>
                  <a:pt x="1993" y="307"/>
                </a:cubicBezTo>
                <a:cubicBezTo>
                  <a:pt x="1929" y="307"/>
                  <a:pt x="1899" y="347"/>
                  <a:pt x="1899" y="410"/>
                </a:cubicBezTo>
                <a:cubicBezTo>
                  <a:pt x="1899" y="468"/>
                  <a:pt x="1922" y="508"/>
                  <a:pt x="1978" y="508"/>
                </a:cubicBezTo>
                <a:cubicBezTo>
                  <a:pt x="2002" y="508"/>
                  <a:pt x="2022" y="500"/>
                  <a:pt x="2038" y="488"/>
                </a:cubicBezTo>
                <a:close/>
                <a:moveTo>
                  <a:pt x="2418" y="363"/>
                </a:moveTo>
                <a:cubicBezTo>
                  <a:pt x="2418" y="552"/>
                  <a:pt x="2418" y="552"/>
                  <a:pt x="2418" y="552"/>
                </a:cubicBezTo>
                <a:cubicBezTo>
                  <a:pt x="2356" y="552"/>
                  <a:pt x="2356" y="552"/>
                  <a:pt x="2356" y="552"/>
                </a:cubicBezTo>
                <a:cubicBezTo>
                  <a:pt x="2356" y="373"/>
                  <a:pt x="2356" y="373"/>
                  <a:pt x="2356" y="373"/>
                </a:cubicBezTo>
                <a:cubicBezTo>
                  <a:pt x="2356" y="329"/>
                  <a:pt x="2341" y="307"/>
                  <a:pt x="2279" y="307"/>
                </a:cubicBezTo>
                <a:cubicBezTo>
                  <a:pt x="2264" y="307"/>
                  <a:pt x="2247" y="309"/>
                  <a:pt x="2230" y="312"/>
                </a:cubicBezTo>
                <a:cubicBezTo>
                  <a:pt x="2230" y="552"/>
                  <a:pt x="2230" y="552"/>
                  <a:pt x="2230" y="552"/>
                </a:cubicBezTo>
                <a:cubicBezTo>
                  <a:pt x="2168" y="552"/>
                  <a:pt x="2168" y="552"/>
                  <a:pt x="2168" y="552"/>
                </a:cubicBezTo>
                <a:cubicBezTo>
                  <a:pt x="2168" y="270"/>
                  <a:pt x="2168" y="270"/>
                  <a:pt x="2168" y="270"/>
                </a:cubicBezTo>
                <a:cubicBezTo>
                  <a:pt x="2207" y="261"/>
                  <a:pt x="2251" y="254"/>
                  <a:pt x="2281" y="254"/>
                </a:cubicBezTo>
                <a:cubicBezTo>
                  <a:pt x="2384" y="254"/>
                  <a:pt x="2418" y="294"/>
                  <a:pt x="2418" y="363"/>
                </a:cubicBezTo>
                <a:close/>
                <a:moveTo>
                  <a:pt x="2733" y="157"/>
                </a:moveTo>
                <a:cubicBezTo>
                  <a:pt x="2733" y="552"/>
                  <a:pt x="2733" y="552"/>
                  <a:pt x="2733" y="552"/>
                </a:cubicBezTo>
                <a:cubicBezTo>
                  <a:pt x="2676" y="552"/>
                  <a:pt x="2676" y="552"/>
                  <a:pt x="2676" y="552"/>
                </a:cubicBezTo>
                <a:cubicBezTo>
                  <a:pt x="2672" y="516"/>
                  <a:pt x="2672" y="516"/>
                  <a:pt x="2672" y="516"/>
                </a:cubicBezTo>
                <a:cubicBezTo>
                  <a:pt x="2656" y="543"/>
                  <a:pt x="2632" y="559"/>
                  <a:pt x="2591" y="559"/>
                </a:cubicBezTo>
                <a:cubicBezTo>
                  <a:pt x="2517" y="559"/>
                  <a:pt x="2467" y="505"/>
                  <a:pt x="2467" y="410"/>
                </a:cubicBezTo>
                <a:cubicBezTo>
                  <a:pt x="2467" y="311"/>
                  <a:pt x="2520" y="254"/>
                  <a:pt x="2625" y="254"/>
                </a:cubicBezTo>
                <a:cubicBezTo>
                  <a:pt x="2641" y="254"/>
                  <a:pt x="2656" y="256"/>
                  <a:pt x="2671" y="259"/>
                </a:cubicBezTo>
                <a:cubicBezTo>
                  <a:pt x="2671" y="166"/>
                  <a:pt x="2671" y="166"/>
                  <a:pt x="2671" y="166"/>
                </a:cubicBezTo>
                <a:cubicBezTo>
                  <a:pt x="2690" y="159"/>
                  <a:pt x="2712" y="157"/>
                  <a:pt x="2733" y="157"/>
                </a:cubicBezTo>
                <a:close/>
                <a:moveTo>
                  <a:pt x="2671" y="487"/>
                </a:moveTo>
                <a:cubicBezTo>
                  <a:pt x="2671" y="313"/>
                  <a:pt x="2671" y="313"/>
                  <a:pt x="2671" y="313"/>
                </a:cubicBezTo>
                <a:cubicBezTo>
                  <a:pt x="2655" y="310"/>
                  <a:pt x="2638" y="307"/>
                  <a:pt x="2621" y="307"/>
                </a:cubicBezTo>
                <a:cubicBezTo>
                  <a:pt x="2560" y="307"/>
                  <a:pt x="2531" y="346"/>
                  <a:pt x="2531" y="410"/>
                </a:cubicBezTo>
                <a:cubicBezTo>
                  <a:pt x="2531" y="468"/>
                  <a:pt x="2554" y="508"/>
                  <a:pt x="2609" y="508"/>
                </a:cubicBezTo>
                <a:cubicBezTo>
                  <a:pt x="2634" y="508"/>
                  <a:pt x="2654" y="500"/>
                  <a:pt x="2671" y="487"/>
                </a:cubicBezTo>
                <a:close/>
                <a:moveTo>
                  <a:pt x="3045" y="432"/>
                </a:moveTo>
                <a:cubicBezTo>
                  <a:pt x="2847" y="432"/>
                  <a:pt x="2847" y="432"/>
                  <a:pt x="2847" y="432"/>
                </a:cubicBezTo>
                <a:cubicBezTo>
                  <a:pt x="2854" y="482"/>
                  <a:pt x="2884" y="506"/>
                  <a:pt x="2939" y="506"/>
                </a:cubicBezTo>
                <a:cubicBezTo>
                  <a:pt x="2973" y="506"/>
                  <a:pt x="3007" y="499"/>
                  <a:pt x="3038" y="485"/>
                </a:cubicBezTo>
                <a:cubicBezTo>
                  <a:pt x="3036" y="501"/>
                  <a:pt x="3033" y="522"/>
                  <a:pt x="3029" y="541"/>
                </a:cubicBezTo>
                <a:cubicBezTo>
                  <a:pt x="3001" y="554"/>
                  <a:pt x="2971" y="559"/>
                  <a:pt x="2937" y="559"/>
                </a:cubicBezTo>
                <a:cubicBezTo>
                  <a:pt x="2834" y="559"/>
                  <a:pt x="2783" y="502"/>
                  <a:pt x="2783" y="405"/>
                </a:cubicBezTo>
                <a:cubicBezTo>
                  <a:pt x="2783" y="321"/>
                  <a:pt x="2822" y="254"/>
                  <a:pt x="2921" y="254"/>
                </a:cubicBezTo>
                <a:cubicBezTo>
                  <a:pt x="3010" y="254"/>
                  <a:pt x="3048" y="313"/>
                  <a:pt x="3048" y="384"/>
                </a:cubicBezTo>
                <a:cubicBezTo>
                  <a:pt x="3048" y="401"/>
                  <a:pt x="3047" y="415"/>
                  <a:pt x="3045" y="432"/>
                </a:cubicBezTo>
                <a:close/>
                <a:moveTo>
                  <a:pt x="2845" y="380"/>
                </a:moveTo>
                <a:cubicBezTo>
                  <a:pt x="2985" y="380"/>
                  <a:pt x="2985" y="380"/>
                  <a:pt x="2985" y="380"/>
                </a:cubicBezTo>
                <a:cubicBezTo>
                  <a:pt x="2985" y="333"/>
                  <a:pt x="2960" y="306"/>
                  <a:pt x="2918" y="306"/>
                </a:cubicBezTo>
                <a:cubicBezTo>
                  <a:pt x="2874" y="306"/>
                  <a:pt x="2850" y="332"/>
                  <a:pt x="2845" y="380"/>
                </a:cubicBezTo>
                <a:close/>
                <a:moveTo>
                  <a:pt x="3262" y="257"/>
                </a:moveTo>
                <a:cubicBezTo>
                  <a:pt x="3262" y="275"/>
                  <a:pt x="3260" y="298"/>
                  <a:pt x="3256" y="310"/>
                </a:cubicBezTo>
                <a:cubicBezTo>
                  <a:pt x="3241" y="308"/>
                  <a:pt x="3227" y="307"/>
                  <a:pt x="3209" y="307"/>
                </a:cubicBezTo>
                <a:cubicBezTo>
                  <a:pt x="3194" y="307"/>
                  <a:pt x="3179" y="309"/>
                  <a:pt x="3164" y="311"/>
                </a:cubicBezTo>
                <a:cubicBezTo>
                  <a:pt x="3164" y="552"/>
                  <a:pt x="3164" y="552"/>
                  <a:pt x="3164" y="552"/>
                </a:cubicBezTo>
                <a:cubicBezTo>
                  <a:pt x="3102" y="552"/>
                  <a:pt x="3102" y="552"/>
                  <a:pt x="3102" y="552"/>
                </a:cubicBezTo>
                <a:cubicBezTo>
                  <a:pt x="3102" y="270"/>
                  <a:pt x="3102" y="270"/>
                  <a:pt x="3102" y="270"/>
                </a:cubicBezTo>
                <a:cubicBezTo>
                  <a:pt x="3128" y="261"/>
                  <a:pt x="3173" y="254"/>
                  <a:pt x="3208" y="254"/>
                </a:cubicBezTo>
                <a:cubicBezTo>
                  <a:pt x="3227" y="254"/>
                  <a:pt x="3248" y="255"/>
                  <a:pt x="3262" y="257"/>
                </a:cubicBezTo>
                <a:close/>
              </a:path>
            </a:pathLst>
          </a:custGeom>
          <a:solidFill>
            <a:srgbClr val="C00000"/>
          </a:solidFill>
          <a:ln>
            <a:noFill/>
          </a:ln>
        </p:spPr>
        <p:txBody>
          <a:bodyPr vert="horz" wrap="square" lIns="91440" tIns="45720" rIns="91440" bIns="45720" numCol="1" anchor="t" anchorCtr="0" compatLnSpc="1">
            <a:prstTxWarp prst="textNoShape">
              <a:avLst/>
            </a:prstTxWarp>
          </a:bodyPr>
          <a:lstStyle/>
          <a:p>
            <a:endParaRPr lang="es-ES"/>
          </a:p>
        </p:txBody>
      </p:sp>
    </p:spTree>
    <p:extLst>
      <p:ext uri="{BB962C8B-B14F-4D97-AF65-F5344CB8AC3E}">
        <p14:creationId xmlns:p14="http://schemas.microsoft.com/office/powerpoint/2010/main" val="14916393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2_Titulo y contenido ">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6" imgW="347" imgH="348" progId="TCLayout.ActiveDocument.1">
                  <p:embed/>
                </p:oleObj>
              </mc:Choice>
              <mc:Fallback>
                <p:oleObj name="Diapositiva de think-cell" r:id="rId6" imgW="347" imgH="348" progId="TCLayout.ActiveDocument.1">
                  <p:embed/>
                  <p:pic>
                    <p:nvPicPr>
                      <p:cNvPr id="4" name="Object 3" hidden="1"/>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3" name="Rectangle 2" hidden="1"/>
          <p:cNvSpPr/>
          <p:nvPr>
            <p:custDataLst>
              <p:tags r:id="rId2"/>
            </p:custDataLst>
          </p:nvPr>
        </p:nvSpPr>
        <p:spPr>
          <a:xfrm>
            <a:off x="0" y="0"/>
            <a:ext cx="158750" cy="1587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ctr" rtl="0">
              <a:lnSpc>
                <a:spcPct val="90000"/>
              </a:lnSpc>
              <a:spcBef>
                <a:spcPct val="0"/>
              </a:spcBef>
              <a:spcAft>
                <a:spcPct val="0"/>
              </a:spcAft>
            </a:pPr>
            <a:endParaRPr lang="es-ES" sz="2800">
              <a:solidFill>
                <a:srgbClr val="FFFFFF"/>
              </a:solidFill>
              <a:sym typeface="Santander Headline" panose="020B0504020201020104" pitchFamily="34" charset="0"/>
            </a:endParaRPr>
          </a:p>
        </p:txBody>
      </p:sp>
      <p:sp>
        <p:nvSpPr>
          <p:cNvPr id="2" name="Título 1">
            <a:extLst>
              <a:ext uri="{FF2B5EF4-FFF2-40B4-BE49-F238E27FC236}">
                <a16:creationId xmlns:a16="http://schemas.microsoft.com/office/drawing/2014/main" id="{66B5AEF2-F43E-4C92-A186-61C1E43CE82B}"/>
              </a:ext>
            </a:extLst>
          </p:cNvPr>
          <p:cNvSpPr>
            <a:spLocks noGrp="1"/>
          </p:cNvSpPr>
          <p:nvPr>
            <p:ph type="title" hasCustomPrompt="1"/>
          </p:nvPr>
        </p:nvSpPr>
        <p:spPr>
          <a:xfrm>
            <a:off x="537249" y="214295"/>
            <a:ext cx="11344544" cy="514921"/>
          </a:xfrm>
          <a:prstGeom prst="rect">
            <a:avLst/>
          </a:prstGeom>
        </p:spPr>
        <p:txBody>
          <a:bodyPr vert="horz" wrap="square" lIns="0" tIns="0" rIns="0" bIns="0" rtlCol="0" anchor="ctr" anchorCtr="0">
            <a:noAutofit/>
          </a:bodyPr>
          <a:lstStyle>
            <a:lvl1pPr rtl="0">
              <a:defRPr lang="en-US" b="0" dirty="0"/>
            </a:lvl1pPr>
          </a:lstStyle>
          <a:p>
            <a:pPr marL="0" lvl="0"/>
            <a:r>
              <a:rPr lang="es-ES"/>
              <a:t>Aquí Haga clic para modificar el estilo de título del patrón</a:t>
            </a:r>
          </a:p>
        </p:txBody>
      </p:sp>
      <p:sp>
        <p:nvSpPr>
          <p:cNvPr id="6" name="Slide Number">
            <a:extLst>
              <a:ext uri="{FF2B5EF4-FFF2-40B4-BE49-F238E27FC236}">
                <a16:creationId xmlns:a16="http://schemas.microsoft.com/office/drawing/2014/main" id="{2735A18D-4F6A-406F-B611-BCBDD3063C3A}"/>
              </a:ext>
            </a:extLst>
          </p:cNvPr>
          <p:cNvSpPr>
            <a:spLocks noChangeArrowheads="1"/>
          </p:cNvSpPr>
          <p:nvPr userDrawn="1">
            <p:custDataLst>
              <p:tags r:id="rId3"/>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rtl="0">
              <a:defRPr/>
            </a:pPr>
            <a:fld id="{4ABDCABE-3F10-B64C-92F1-862014417034}" type="slidenum">
              <a:rPr lang="es-ES" sz="900" smtClean="0">
                <a:solidFill>
                  <a:srgbClr val="000000"/>
                </a:solidFill>
                <a:cs typeface="Arial" panose="020B0604020202020204" pitchFamily="34" charset="0"/>
              </a:rPr>
              <a:pPr algn="r" defTabSz="610744" rtl="0">
                <a:defRPr/>
              </a:pPr>
              <a:t>‹#›</a:t>
            </a:fld>
            <a:endParaRPr lang="es-ES" sz="900">
              <a:solidFill>
                <a:srgbClr val="000000"/>
              </a:solidFill>
              <a:cs typeface="Arial" panose="020B0604020202020204" pitchFamily="34" charset="0"/>
            </a:endParaRPr>
          </a:p>
        </p:txBody>
      </p:sp>
      <p:sp>
        <p:nvSpPr>
          <p:cNvPr id="8" name="3. Subtitle">
            <a:extLst>
              <a:ext uri="{FF2B5EF4-FFF2-40B4-BE49-F238E27FC236}">
                <a16:creationId xmlns:a16="http://schemas.microsoft.com/office/drawing/2014/main" id="{D106C7A5-F4AF-494A-B66A-4F7BAADF00B8}"/>
              </a:ext>
            </a:extLst>
          </p:cNvPr>
          <p:cNvSpPr>
            <a:spLocks noGrp="1"/>
          </p:cNvSpPr>
          <p:nvPr>
            <p:ph type="subTitle" idx="1" hasCustomPrompt="1"/>
            <p:custDataLst>
              <p:tags r:id="rId4"/>
            </p:custDataLst>
          </p:nvPr>
        </p:nvSpPr>
        <p:spPr>
          <a:xfrm>
            <a:off x="537249" y="671211"/>
            <a:ext cx="11344544" cy="276999"/>
          </a:xfrm>
          <a:prstGeom prst="rect">
            <a:avLst/>
          </a:prstGeom>
        </p:spPr>
        <p:txBody>
          <a:bodyPr vert="horz" wrap="square" lIns="0" tIns="0" rIns="0" bIns="0" rtlCol="0">
            <a:spAutoFit/>
          </a:bodyPr>
          <a:lstStyle>
            <a:lvl1pPr rtl="0">
              <a:defRPr lang="en-US" sz="1800" b="0" dirty="0">
                <a:solidFill>
                  <a:schemeClr val="bg1">
                    <a:lumMod val="65000"/>
                  </a:schemeClr>
                </a:solidFill>
              </a:defRPr>
            </a:lvl1pPr>
          </a:lstStyle>
          <a:p>
            <a:pPr lvl="0"/>
            <a:r>
              <a:rPr lang="es-ES"/>
              <a:t>Click to edit Master subtitle style</a:t>
            </a:r>
          </a:p>
        </p:txBody>
      </p:sp>
    </p:spTree>
    <p:extLst>
      <p:ext uri="{BB962C8B-B14F-4D97-AF65-F5344CB8AC3E}">
        <p14:creationId xmlns:p14="http://schemas.microsoft.com/office/powerpoint/2010/main" val="35738823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ulo e conteúdo 2">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6B5AEF2-F43E-4C92-A186-61C1E43CE82B}"/>
              </a:ext>
            </a:extLst>
          </p:cNvPr>
          <p:cNvSpPr>
            <a:spLocks noGrp="1"/>
          </p:cNvSpPr>
          <p:nvPr>
            <p:ph type="title" hasCustomPrompt="1"/>
          </p:nvPr>
        </p:nvSpPr>
        <p:spPr>
          <a:xfrm>
            <a:off x="722243" y="1087457"/>
            <a:ext cx="10758733" cy="1823011"/>
          </a:xfrm>
        </p:spPr>
        <p:txBody>
          <a:bodyPr anchor="t">
            <a:noAutofit/>
          </a:bodyPr>
          <a:lstStyle>
            <a:lvl1pPr>
              <a:defRPr sz="3600">
                <a:solidFill>
                  <a:schemeClr val="accent1"/>
                </a:solidFill>
              </a:defRPr>
            </a:lvl1pPr>
          </a:lstStyle>
          <a:p>
            <a:r>
              <a:rPr lang="pt-PT" dirty="0"/>
              <a:t>Clique para editar </a:t>
            </a:r>
            <a:br>
              <a:rPr lang="pt-PT" dirty="0"/>
            </a:br>
            <a:r>
              <a:rPr lang="pt-PT" dirty="0"/>
              <a:t>o estilo de título do Modelo Global</a:t>
            </a:r>
            <a:endParaRPr lang="es-ES" dirty="0"/>
          </a:p>
        </p:txBody>
      </p:sp>
      <p:sp>
        <p:nvSpPr>
          <p:cNvPr id="10" name="Marcador de número de diapositiva 5">
            <a:extLst>
              <a:ext uri="{FF2B5EF4-FFF2-40B4-BE49-F238E27FC236}">
                <a16:creationId xmlns:a16="http://schemas.microsoft.com/office/drawing/2014/main" id="{12E1D636-3017-4CF4-BA5F-3300C668441C}"/>
              </a:ext>
            </a:extLst>
          </p:cNvPr>
          <p:cNvSpPr>
            <a:spLocks noGrp="1"/>
          </p:cNvSpPr>
          <p:nvPr>
            <p:ph type="sldNum" sz="quarter" idx="12"/>
          </p:nvPr>
        </p:nvSpPr>
        <p:spPr>
          <a:xfrm>
            <a:off x="8730845" y="6209600"/>
            <a:ext cx="2743200" cy="365125"/>
          </a:xfrm>
        </p:spPr>
        <p:txBody>
          <a:bodyPr/>
          <a:lstStyle>
            <a:lvl1pPr>
              <a:defRPr sz="1300">
                <a:solidFill>
                  <a:schemeClr val="accent1"/>
                </a:solidFill>
              </a:defRPr>
            </a:lvl1pPr>
          </a:lstStyle>
          <a:p>
            <a:fld id="{BC0D97B6-E32F-4D7D-B839-7C3B51F2640F}" type="slidenum">
              <a:rPr lang="es-ES" smtClean="0"/>
              <a:pPr/>
              <a:t>‹#›</a:t>
            </a:fld>
            <a:endParaRPr lang="es-ES"/>
          </a:p>
        </p:txBody>
      </p:sp>
      <p:pic>
        <p:nvPicPr>
          <p:cNvPr id="11" name="Gráfico 10">
            <a:extLst>
              <a:ext uri="{FF2B5EF4-FFF2-40B4-BE49-F238E27FC236}">
                <a16:creationId xmlns:a16="http://schemas.microsoft.com/office/drawing/2014/main" id="{1FE7499B-1226-4371-B3E5-6DE0E967E63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32642" y="6262326"/>
            <a:ext cx="1172108" cy="205543"/>
          </a:xfrm>
          <a:prstGeom prst="rect">
            <a:avLst/>
          </a:prstGeom>
        </p:spPr>
      </p:pic>
      <p:sp>
        <p:nvSpPr>
          <p:cNvPr id="15" name="Marcador de texto 14">
            <a:extLst>
              <a:ext uri="{FF2B5EF4-FFF2-40B4-BE49-F238E27FC236}">
                <a16:creationId xmlns:a16="http://schemas.microsoft.com/office/drawing/2014/main" id="{05897091-A449-4E0A-B444-7171DF90239A}"/>
              </a:ext>
            </a:extLst>
          </p:cNvPr>
          <p:cNvSpPr>
            <a:spLocks noGrp="1"/>
          </p:cNvSpPr>
          <p:nvPr>
            <p:ph type="body" sz="quarter" idx="14"/>
          </p:nvPr>
        </p:nvSpPr>
        <p:spPr>
          <a:xfrm>
            <a:off x="711024" y="337100"/>
            <a:ext cx="10758734" cy="304800"/>
          </a:xfrm>
        </p:spPr>
        <p:txBody>
          <a:bodyPr>
            <a:noAutofit/>
          </a:bodyPr>
          <a:lstStyle>
            <a:lvl1pPr marL="0" indent="0">
              <a:buFontTx/>
              <a:buNone/>
              <a:defRPr sz="1300">
                <a:solidFill>
                  <a:schemeClr val="accent1"/>
                </a:solidFill>
              </a:defRPr>
            </a:lvl1pPr>
            <a:lvl2pPr marL="457200" indent="0">
              <a:buFontTx/>
              <a:buNone/>
              <a:defRPr sz="1100"/>
            </a:lvl2pPr>
            <a:lvl3pPr marL="914400" indent="0">
              <a:buFontTx/>
              <a:buNone/>
              <a:defRPr sz="1050"/>
            </a:lvl3pPr>
            <a:lvl4pPr marL="1371600" indent="0">
              <a:buFontTx/>
              <a:buNone/>
              <a:defRPr sz="1000"/>
            </a:lvl4pPr>
            <a:lvl5pPr marL="1828800" indent="0">
              <a:buFontTx/>
              <a:buNone/>
              <a:defRPr sz="1000"/>
            </a:lvl5pPr>
          </a:lstStyle>
          <a:p>
            <a:pPr lvl="0"/>
            <a:r>
              <a:rPr lang="en-US"/>
              <a:t>Click to edit Master text styles</a:t>
            </a:r>
          </a:p>
        </p:txBody>
      </p:sp>
      <p:sp>
        <p:nvSpPr>
          <p:cNvPr id="12" name="Marcador de texto 16">
            <a:extLst>
              <a:ext uri="{FF2B5EF4-FFF2-40B4-BE49-F238E27FC236}">
                <a16:creationId xmlns:a16="http://schemas.microsoft.com/office/drawing/2014/main" id="{87DF9564-216B-4533-A626-FE222DEB917D}"/>
              </a:ext>
            </a:extLst>
          </p:cNvPr>
          <p:cNvSpPr>
            <a:spLocks noGrp="1"/>
          </p:cNvSpPr>
          <p:nvPr>
            <p:ph type="body" sz="quarter" idx="15"/>
          </p:nvPr>
        </p:nvSpPr>
        <p:spPr>
          <a:xfrm>
            <a:off x="711024" y="3093562"/>
            <a:ext cx="10758733" cy="3083401"/>
          </a:xfrm>
        </p:spPr>
        <p:txBody>
          <a:bodyPr numCol="2" spcCol="720000">
            <a:noAutofit/>
          </a:bodyPr>
          <a:lstStyle>
            <a:lvl1pPr marL="0" indent="0">
              <a:spcBef>
                <a:spcPts val="0"/>
              </a:spcBef>
              <a:spcAft>
                <a:spcPts val="2200"/>
              </a:spcAft>
              <a:buFontTx/>
              <a:buNone/>
              <a:defRPr lang="es-ES" sz="1200" kern="1200" smtClean="0">
                <a:solidFill>
                  <a:schemeClr val="tx2"/>
                </a:solidFill>
                <a:latin typeface="+mn-lt"/>
                <a:ea typeface="+mn-ea"/>
                <a:cs typeface="+mn-cs"/>
              </a:defRPr>
            </a:lvl1pPr>
            <a:lvl2pPr marL="457200" indent="0">
              <a:buFontTx/>
              <a:buNone/>
              <a:defRPr lang="es-ES" sz="1200" kern="1200" smtClean="0">
                <a:solidFill>
                  <a:schemeClr val="tx2"/>
                </a:solidFill>
                <a:latin typeface="+mn-lt"/>
                <a:ea typeface="+mn-ea"/>
                <a:cs typeface="+mn-cs"/>
              </a:defRPr>
            </a:lvl2pPr>
            <a:lvl3pPr marL="914400" indent="0">
              <a:buFontTx/>
              <a:buNone/>
              <a:defRPr lang="es-ES" sz="1200" kern="1200" smtClean="0">
                <a:solidFill>
                  <a:schemeClr val="tx2"/>
                </a:solidFill>
                <a:latin typeface="+mn-lt"/>
                <a:ea typeface="+mn-ea"/>
                <a:cs typeface="+mn-cs"/>
              </a:defRPr>
            </a:lvl3pPr>
            <a:lvl4pPr marL="1371600" indent="0">
              <a:buFontTx/>
              <a:buNone/>
              <a:defRPr lang="es-ES" sz="1200" kern="1200" smtClean="0">
                <a:solidFill>
                  <a:schemeClr val="tx2"/>
                </a:solidFill>
                <a:latin typeface="+mn-lt"/>
                <a:ea typeface="+mn-ea"/>
                <a:cs typeface="+mn-cs"/>
              </a:defRPr>
            </a:lvl4pPr>
            <a:lvl5pPr marL="1828800" indent="0">
              <a:buFontTx/>
              <a:buNone/>
              <a:defRPr lang="es-ES" sz="1200" kern="1200">
                <a:solidFill>
                  <a:schemeClr val="tx2"/>
                </a:solidFill>
                <a:latin typeface="+mn-lt"/>
                <a:ea typeface="+mn-ea"/>
                <a:cs typeface="+mn-cs"/>
              </a:defRPr>
            </a:lvl5pPr>
          </a:lstStyle>
          <a:p>
            <a:pPr lvl="0"/>
            <a:r>
              <a:rPr lang="en-US"/>
              <a:t>Click to edit Master text styles</a:t>
            </a:r>
          </a:p>
        </p:txBody>
      </p:sp>
    </p:spTree>
    <p:extLst>
      <p:ext uri="{BB962C8B-B14F-4D97-AF65-F5344CB8AC3E}">
        <p14:creationId xmlns:p14="http://schemas.microsoft.com/office/powerpoint/2010/main" val="35596908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Titulo e conteúdo 1">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6B5AEF2-F43E-4C92-A186-61C1E43CE82B}"/>
              </a:ext>
            </a:extLst>
          </p:cNvPr>
          <p:cNvSpPr>
            <a:spLocks noGrp="1"/>
          </p:cNvSpPr>
          <p:nvPr>
            <p:ph type="title" hasCustomPrompt="1"/>
          </p:nvPr>
        </p:nvSpPr>
        <p:spPr>
          <a:xfrm>
            <a:off x="722243" y="1087457"/>
            <a:ext cx="5297557" cy="1606047"/>
          </a:xfrm>
        </p:spPr>
        <p:txBody>
          <a:bodyPr anchor="t">
            <a:normAutofit/>
          </a:bodyPr>
          <a:lstStyle>
            <a:lvl1pPr>
              <a:defRPr sz="3600">
                <a:solidFill>
                  <a:schemeClr val="accent1"/>
                </a:solidFill>
                <a:latin typeface="Santander Text" panose="020B0504020201020104" pitchFamily="34" charset="0"/>
              </a:defRPr>
            </a:lvl1pPr>
          </a:lstStyle>
          <a:p>
            <a:r>
              <a:rPr lang="pt-PT"/>
              <a:t>Clique para editar </a:t>
            </a:r>
            <a:br>
              <a:rPr lang="pt-PT"/>
            </a:br>
            <a:r>
              <a:rPr lang="pt-PT"/>
              <a:t>o estilo de título do Modelo Global</a:t>
            </a:r>
            <a:endParaRPr lang="es-ES"/>
          </a:p>
        </p:txBody>
      </p:sp>
      <p:sp>
        <p:nvSpPr>
          <p:cNvPr id="10" name="Marcador de número de diapositiva 5">
            <a:extLst>
              <a:ext uri="{FF2B5EF4-FFF2-40B4-BE49-F238E27FC236}">
                <a16:creationId xmlns:a16="http://schemas.microsoft.com/office/drawing/2014/main" id="{12E1D636-3017-4CF4-BA5F-3300C668441C}"/>
              </a:ext>
            </a:extLst>
          </p:cNvPr>
          <p:cNvSpPr>
            <a:spLocks noGrp="1"/>
          </p:cNvSpPr>
          <p:nvPr>
            <p:ph type="sldNum" sz="quarter" idx="12"/>
          </p:nvPr>
        </p:nvSpPr>
        <p:spPr>
          <a:xfrm>
            <a:off x="8730845" y="6209600"/>
            <a:ext cx="2743200" cy="365125"/>
          </a:xfrm>
        </p:spPr>
        <p:txBody>
          <a:bodyPr/>
          <a:lstStyle>
            <a:lvl1pPr>
              <a:defRPr sz="1300">
                <a:solidFill>
                  <a:schemeClr val="accent1"/>
                </a:solidFill>
                <a:latin typeface="Santander Text" panose="020B0504020201020104" pitchFamily="34" charset="0"/>
              </a:defRPr>
            </a:lvl1pPr>
          </a:lstStyle>
          <a:p>
            <a:fld id="{BC0D97B6-E32F-4D7D-B839-7C3B51F2640F}" type="slidenum">
              <a:rPr lang="es-ES" smtClean="0"/>
              <a:pPr/>
              <a:t>‹#›</a:t>
            </a:fld>
            <a:endParaRPr lang="es-ES"/>
          </a:p>
        </p:txBody>
      </p:sp>
      <p:pic>
        <p:nvPicPr>
          <p:cNvPr id="11" name="Gráfico 10">
            <a:extLst>
              <a:ext uri="{FF2B5EF4-FFF2-40B4-BE49-F238E27FC236}">
                <a16:creationId xmlns:a16="http://schemas.microsoft.com/office/drawing/2014/main" id="{1FE7499B-1226-4371-B3E5-6DE0E967E635}"/>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832642" y="6262326"/>
            <a:ext cx="1172108" cy="205543"/>
          </a:xfrm>
          <a:prstGeom prst="rect">
            <a:avLst/>
          </a:prstGeom>
        </p:spPr>
      </p:pic>
      <p:sp>
        <p:nvSpPr>
          <p:cNvPr id="15" name="Marcador de texto 14">
            <a:extLst>
              <a:ext uri="{FF2B5EF4-FFF2-40B4-BE49-F238E27FC236}">
                <a16:creationId xmlns:a16="http://schemas.microsoft.com/office/drawing/2014/main" id="{05897091-A449-4E0A-B444-7171DF90239A}"/>
              </a:ext>
            </a:extLst>
          </p:cNvPr>
          <p:cNvSpPr>
            <a:spLocks noGrp="1"/>
          </p:cNvSpPr>
          <p:nvPr>
            <p:ph type="body" sz="quarter" idx="14"/>
          </p:nvPr>
        </p:nvSpPr>
        <p:spPr>
          <a:xfrm>
            <a:off x="711024" y="337100"/>
            <a:ext cx="10758734" cy="304800"/>
          </a:xfrm>
        </p:spPr>
        <p:txBody>
          <a:bodyPr>
            <a:noAutofit/>
          </a:bodyPr>
          <a:lstStyle>
            <a:lvl1pPr marL="0" indent="0">
              <a:buFontTx/>
              <a:buNone/>
              <a:defRPr sz="1300">
                <a:solidFill>
                  <a:schemeClr val="accent1"/>
                </a:solidFill>
                <a:latin typeface="Santander Text" panose="020B0504020201020104" pitchFamily="34" charset="0"/>
              </a:defRPr>
            </a:lvl1pPr>
            <a:lvl2pPr marL="457200" indent="0">
              <a:buFontTx/>
              <a:buNone/>
              <a:defRPr sz="1100"/>
            </a:lvl2pPr>
            <a:lvl3pPr marL="914400" indent="0">
              <a:buFontTx/>
              <a:buNone/>
              <a:defRPr sz="1050"/>
            </a:lvl3pPr>
            <a:lvl4pPr marL="1371600" indent="0">
              <a:buFontTx/>
              <a:buNone/>
              <a:defRPr sz="1000"/>
            </a:lvl4pPr>
            <a:lvl5pPr marL="1828800" indent="0">
              <a:buFontTx/>
              <a:buNone/>
              <a:defRPr sz="1000"/>
            </a:lvl5pPr>
          </a:lstStyle>
          <a:p>
            <a:pPr lvl="0"/>
            <a:r>
              <a:rPr lang="en-US"/>
              <a:t>Click to edit Master text styles</a:t>
            </a:r>
          </a:p>
        </p:txBody>
      </p:sp>
      <p:sp>
        <p:nvSpPr>
          <p:cNvPr id="18" name="Marcador de texto 16">
            <a:extLst>
              <a:ext uri="{FF2B5EF4-FFF2-40B4-BE49-F238E27FC236}">
                <a16:creationId xmlns:a16="http://schemas.microsoft.com/office/drawing/2014/main" id="{07C8BA77-3119-41AC-B33B-745A751CC066}"/>
              </a:ext>
            </a:extLst>
          </p:cNvPr>
          <p:cNvSpPr>
            <a:spLocks noGrp="1"/>
          </p:cNvSpPr>
          <p:nvPr>
            <p:ph type="body" sz="quarter" idx="15"/>
          </p:nvPr>
        </p:nvSpPr>
        <p:spPr>
          <a:xfrm>
            <a:off x="711025" y="3093562"/>
            <a:ext cx="5308776" cy="3083401"/>
          </a:xfrm>
        </p:spPr>
        <p:txBody>
          <a:bodyPr>
            <a:noAutofit/>
          </a:bodyPr>
          <a:lstStyle>
            <a:lvl1pPr marL="0" indent="0">
              <a:spcBef>
                <a:spcPts val="0"/>
              </a:spcBef>
              <a:spcAft>
                <a:spcPts val="2200"/>
              </a:spcAft>
              <a:buFontTx/>
              <a:buNone/>
              <a:defRPr lang="es-ES" sz="1200" kern="1200" smtClean="0">
                <a:solidFill>
                  <a:schemeClr val="tx2"/>
                </a:solidFill>
                <a:latin typeface="Santander Text" panose="020B0504020201020104" pitchFamily="34" charset="0"/>
                <a:ea typeface="+mn-ea"/>
                <a:cs typeface="+mn-cs"/>
              </a:defRPr>
            </a:lvl1pPr>
            <a:lvl2pPr marL="457200" indent="0">
              <a:buFontTx/>
              <a:buNone/>
              <a:defRPr lang="es-ES" sz="1200" kern="1200" smtClean="0">
                <a:solidFill>
                  <a:schemeClr val="tx2"/>
                </a:solidFill>
                <a:latin typeface="+mn-lt"/>
                <a:ea typeface="+mn-ea"/>
                <a:cs typeface="+mn-cs"/>
              </a:defRPr>
            </a:lvl2pPr>
            <a:lvl3pPr marL="914400" indent="0">
              <a:buFontTx/>
              <a:buNone/>
              <a:defRPr lang="es-ES" sz="1200" kern="1200" smtClean="0">
                <a:solidFill>
                  <a:schemeClr val="tx2"/>
                </a:solidFill>
                <a:latin typeface="+mn-lt"/>
                <a:ea typeface="+mn-ea"/>
                <a:cs typeface="+mn-cs"/>
              </a:defRPr>
            </a:lvl3pPr>
            <a:lvl4pPr marL="1371600" indent="0">
              <a:buFontTx/>
              <a:buNone/>
              <a:defRPr lang="es-ES" sz="1200" kern="1200" smtClean="0">
                <a:solidFill>
                  <a:schemeClr val="tx2"/>
                </a:solidFill>
                <a:latin typeface="+mn-lt"/>
                <a:ea typeface="+mn-ea"/>
                <a:cs typeface="+mn-cs"/>
              </a:defRPr>
            </a:lvl4pPr>
            <a:lvl5pPr marL="1828800" indent="0">
              <a:buFontTx/>
              <a:buNone/>
              <a:defRPr lang="es-ES" sz="1200" kern="1200">
                <a:solidFill>
                  <a:schemeClr val="tx2"/>
                </a:solidFill>
                <a:latin typeface="+mn-lt"/>
                <a:ea typeface="+mn-ea"/>
                <a:cs typeface="+mn-cs"/>
              </a:defRPr>
            </a:lvl5pPr>
          </a:lstStyle>
          <a:p>
            <a:pPr lvl="0"/>
            <a:r>
              <a:rPr lang="en-US"/>
              <a:t>Click to edit Master text styles</a:t>
            </a:r>
          </a:p>
        </p:txBody>
      </p:sp>
      <p:sp>
        <p:nvSpPr>
          <p:cNvPr id="20" name="Marcador de texto 16">
            <a:extLst>
              <a:ext uri="{FF2B5EF4-FFF2-40B4-BE49-F238E27FC236}">
                <a16:creationId xmlns:a16="http://schemas.microsoft.com/office/drawing/2014/main" id="{81AA2FC0-CE4E-483D-AF92-BEA6CD796B9C}"/>
              </a:ext>
            </a:extLst>
          </p:cNvPr>
          <p:cNvSpPr>
            <a:spLocks noGrp="1"/>
          </p:cNvSpPr>
          <p:nvPr>
            <p:ph type="body" sz="quarter" idx="16"/>
          </p:nvPr>
        </p:nvSpPr>
        <p:spPr>
          <a:xfrm>
            <a:off x="6399971" y="1087458"/>
            <a:ext cx="5081004" cy="5089506"/>
          </a:xfrm>
        </p:spPr>
        <p:txBody>
          <a:bodyPr>
            <a:noAutofit/>
          </a:bodyPr>
          <a:lstStyle>
            <a:lvl1pPr marL="0" indent="0">
              <a:spcBef>
                <a:spcPts val="0"/>
              </a:spcBef>
              <a:spcAft>
                <a:spcPts val="2200"/>
              </a:spcAft>
              <a:buFontTx/>
              <a:buNone/>
              <a:defRPr lang="es-ES" sz="1200" kern="1200" smtClean="0">
                <a:solidFill>
                  <a:schemeClr val="tx2"/>
                </a:solidFill>
                <a:latin typeface="Santander Text" panose="020B0504020201020104" pitchFamily="34" charset="0"/>
                <a:ea typeface="+mn-ea"/>
                <a:cs typeface="+mn-cs"/>
              </a:defRPr>
            </a:lvl1pPr>
            <a:lvl2pPr marL="457200" indent="0">
              <a:buFontTx/>
              <a:buNone/>
              <a:defRPr lang="es-ES" sz="1200" kern="1200" smtClean="0">
                <a:solidFill>
                  <a:schemeClr val="tx2"/>
                </a:solidFill>
                <a:latin typeface="+mn-lt"/>
                <a:ea typeface="+mn-ea"/>
                <a:cs typeface="+mn-cs"/>
              </a:defRPr>
            </a:lvl2pPr>
            <a:lvl3pPr marL="914400" indent="0">
              <a:buFontTx/>
              <a:buNone/>
              <a:defRPr lang="es-ES" sz="1200" kern="1200" smtClean="0">
                <a:solidFill>
                  <a:schemeClr val="tx2"/>
                </a:solidFill>
                <a:latin typeface="+mn-lt"/>
                <a:ea typeface="+mn-ea"/>
                <a:cs typeface="+mn-cs"/>
              </a:defRPr>
            </a:lvl3pPr>
            <a:lvl4pPr marL="1371600" indent="0">
              <a:buFontTx/>
              <a:buNone/>
              <a:defRPr lang="es-ES" sz="1200" kern="1200" smtClean="0">
                <a:solidFill>
                  <a:schemeClr val="tx2"/>
                </a:solidFill>
                <a:latin typeface="+mn-lt"/>
                <a:ea typeface="+mn-ea"/>
                <a:cs typeface="+mn-cs"/>
              </a:defRPr>
            </a:lvl4pPr>
            <a:lvl5pPr marL="1828800" indent="0">
              <a:buFontTx/>
              <a:buNone/>
              <a:defRPr lang="es-ES" sz="1200" kern="1200">
                <a:solidFill>
                  <a:schemeClr val="tx2"/>
                </a:solidFill>
                <a:latin typeface="+mn-lt"/>
                <a:ea typeface="+mn-ea"/>
                <a:cs typeface="+mn-cs"/>
              </a:defRPr>
            </a:lvl5pPr>
          </a:lstStyle>
          <a:p>
            <a:pPr lvl="0"/>
            <a:r>
              <a:rPr lang="en-US"/>
              <a:t>Click to edit Master text styles</a:t>
            </a:r>
          </a:p>
        </p:txBody>
      </p:sp>
    </p:spTree>
    <p:extLst>
      <p:ext uri="{BB962C8B-B14F-4D97-AF65-F5344CB8AC3E}">
        <p14:creationId xmlns:p14="http://schemas.microsoft.com/office/powerpoint/2010/main" val="31121738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Capa Imagem">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EDB6E0F2-5055-5F19-51D3-4AF1007674A6}"/>
              </a:ext>
            </a:extLst>
          </p:cNvPr>
          <p:cNvPicPr>
            <a:picLocks noChangeAspect="1"/>
          </p:cNvPicPr>
          <p:nvPr userDrawn="1"/>
        </p:nvPicPr>
        <p:blipFill>
          <a:blip r:embed="rId2"/>
          <a:srcRect l="14366" r="33016"/>
          <a:stretch/>
        </p:blipFill>
        <p:spPr>
          <a:xfrm>
            <a:off x="6773494" y="0"/>
            <a:ext cx="5418506" cy="6858000"/>
          </a:xfrm>
          <a:prstGeom prst="rect">
            <a:avLst/>
          </a:prstGeom>
        </p:spPr>
      </p:pic>
      <p:sp>
        <p:nvSpPr>
          <p:cNvPr id="2" name="Título 1">
            <a:extLst>
              <a:ext uri="{FF2B5EF4-FFF2-40B4-BE49-F238E27FC236}">
                <a16:creationId xmlns:a16="http://schemas.microsoft.com/office/drawing/2014/main" id="{92F305A9-DE4B-49AF-BCD4-43A65F7EB523}"/>
              </a:ext>
            </a:extLst>
          </p:cNvPr>
          <p:cNvSpPr>
            <a:spLocks noGrp="1"/>
          </p:cNvSpPr>
          <p:nvPr>
            <p:ph type="ctrTitle" hasCustomPrompt="1"/>
          </p:nvPr>
        </p:nvSpPr>
        <p:spPr>
          <a:xfrm>
            <a:off x="721745" y="1096485"/>
            <a:ext cx="4474509" cy="1407004"/>
          </a:xfrm>
        </p:spPr>
        <p:txBody>
          <a:bodyPr anchor="t">
            <a:normAutofit/>
          </a:bodyPr>
          <a:lstStyle>
            <a:lvl1pPr algn="l">
              <a:lnSpc>
                <a:spcPct val="90000"/>
              </a:lnSpc>
              <a:defRPr sz="4100">
                <a:solidFill>
                  <a:schemeClr val="accent1"/>
                </a:solidFill>
              </a:defRPr>
            </a:lvl1pPr>
          </a:lstStyle>
          <a:p>
            <a:r>
              <a:rPr lang="pt-PT" dirty="0"/>
              <a:t>título do Modelo Global</a:t>
            </a:r>
            <a:endParaRPr lang="es-ES" dirty="0"/>
          </a:p>
        </p:txBody>
      </p:sp>
      <p:sp>
        <p:nvSpPr>
          <p:cNvPr id="3" name="Subtítulo 2">
            <a:extLst>
              <a:ext uri="{FF2B5EF4-FFF2-40B4-BE49-F238E27FC236}">
                <a16:creationId xmlns:a16="http://schemas.microsoft.com/office/drawing/2014/main" id="{7AB17398-CAA7-49B6-868C-44D053E7EAC0}"/>
              </a:ext>
            </a:extLst>
          </p:cNvPr>
          <p:cNvSpPr>
            <a:spLocks noGrp="1"/>
          </p:cNvSpPr>
          <p:nvPr>
            <p:ph type="subTitle" idx="1"/>
          </p:nvPr>
        </p:nvSpPr>
        <p:spPr>
          <a:xfrm>
            <a:off x="724620" y="2722142"/>
            <a:ext cx="4471903" cy="2436454"/>
          </a:xfrm>
        </p:spPr>
        <p:txBody>
          <a:bodyPr>
            <a:noAutofit/>
          </a:bodyPr>
          <a:lstStyle>
            <a:lvl1pPr marL="0" indent="0" algn="l">
              <a:lnSpc>
                <a:spcPct val="100000"/>
              </a:lnSpc>
              <a:spcBef>
                <a:spcPts val="0"/>
              </a:spcBef>
              <a:spcAft>
                <a:spcPts val="1200"/>
              </a:spcAft>
              <a:buNone/>
              <a:defRPr sz="20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pt-PT"/>
          </a:p>
        </p:txBody>
      </p:sp>
      <p:pic>
        <p:nvPicPr>
          <p:cNvPr id="9" name="Gráfico 8">
            <a:extLst>
              <a:ext uri="{FF2B5EF4-FFF2-40B4-BE49-F238E27FC236}">
                <a16:creationId xmlns:a16="http://schemas.microsoft.com/office/drawing/2014/main" id="{9012236B-6821-499F-B6D4-F11EC0EF0CAC}"/>
              </a:ext>
            </a:extLst>
          </p:cNvPr>
          <p:cNvPicPr>
            <a:picLocks noChangeAspect="1"/>
          </p:cNvPicPr>
          <p:nvPr userDrawn="1"/>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821978" y="5727401"/>
            <a:ext cx="1896592" cy="332588"/>
          </a:xfrm>
          <a:prstGeom prst="rect">
            <a:avLst/>
          </a:prstGeom>
        </p:spPr>
      </p:pic>
      <p:sp>
        <p:nvSpPr>
          <p:cNvPr id="17" name="Marcador de texto 16">
            <a:extLst>
              <a:ext uri="{FF2B5EF4-FFF2-40B4-BE49-F238E27FC236}">
                <a16:creationId xmlns:a16="http://schemas.microsoft.com/office/drawing/2014/main" id="{F5E5F18D-70E6-495C-A384-2EDAE0030937}"/>
              </a:ext>
            </a:extLst>
          </p:cNvPr>
          <p:cNvSpPr>
            <a:spLocks noGrp="1"/>
          </p:cNvSpPr>
          <p:nvPr>
            <p:ph type="body" sz="quarter" idx="14"/>
          </p:nvPr>
        </p:nvSpPr>
        <p:spPr>
          <a:xfrm>
            <a:off x="709650" y="333651"/>
            <a:ext cx="4486604" cy="419100"/>
          </a:xfrm>
        </p:spPr>
        <p:txBody>
          <a:bodyPr>
            <a:noAutofit/>
          </a:bodyPr>
          <a:lstStyle>
            <a:lvl1pPr marL="0" indent="0">
              <a:buNone/>
              <a:defRPr sz="1300">
                <a:solidFill>
                  <a:schemeClr val="tx2"/>
                </a:solidFill>
              </a:defRPr>
            </a:lvl1pPr>
            <a:lvl2pPr marL="457200" indent="0">
              <a:buNone/>
              <a:defRPr sz="1300">
                <a:solidFill>
                  <a:schemeClr val="tx2"/>
                </a:solidFill>
              </a:defRPr>
            </a:lvl2pPr>
            <a:lvl3pPr marL="914400" indent="0">
              <a:buNone/>
              <a:defRPr sz="1300">
                <a:solidFill>
                  <a:schemeClr val="tx2"/>
                </a:solidFill>
              </a:defRPr>
            </a:lvl3pPr>
            <a:lvl4pPr marL="1371600" indent="0">
              <a:buNone/>
              <a:defRPr sz="1300">
                <a:solidFill>
                  <a:schemeClr val="tx2"/>
                </a:solidFill>
              </a:defRPr>
            </a:lvl4pPr>
            <a:lvl5pPr marL="1828800" indent="0">
              <a:buNone/>
              <a:defRPr sz="1300">
                <a:solidFill>
                  <a:schemeClr val="tx2"/>
                </a:solidFill>
              </a:defRPr>
            </a:lvl5pPr>
          </a:lstStyle>
          <a:p>
            <a:pPr lvl="0"/>
            <a:r>
              <a:rPr lang="en-US"/>
              <a:t>Click to edit Master text styles</a:t>
            </a:r>
          </a:p>
        </p:txBody>
      </p:sp>
      <p:grpSp>
        <p:nvGrpSpPr>
          <p:cNvPr id="4" name="Group 3">
            <a:extLst>
              <a:ext uri="{FF2B5EF4-FFF2-40B4-BE49-F238E27FC236}">
                <a16:creationId xmlns:a16="http://schemas.microsoft.com/office/drawing/2014/main" id="{61903F74-38D9-9BAB-3696-0369B8B5EE39}"/>
              </a:ext>
            </a:extLst>
          </p:cNvPr>
          <p:cNvGrpSpPr/>
          <p:nvPr userDrawn="1"/>
        </p:nvGrpSpPr>
        <p:grpSpPr>
          <a:xfrm>
            <a:off x="5294072" y="-4"/>
            <a:ext cx="2577739" cy="6858004"/>
            <a:chOff x="2861667" y="378542"/>
            <a:chExt cx="2142863" cy="6714415"/>
          </a:xfrm>
          <a:solidFill>
            <a:srgbClr val="EB0000"/>
          </a:solidFill>
        </p:grpSpPr>
        <p:sp>
          <p:nvSpPr>
            <p:cNvPr id="5" name="Rectangle 4">
              <a:extLst>
                <a:ext uri="{FF2B5EF4-FFF2-40B4-BE49-F238E27FC236}">
                  <a16:creationId xmlns:a16="http://schemas.microsoft.com/office/drawing/2014/main" id="{138D9DD2-4660-9115-7108-122A4823ADB6}"/>
                </a:ext>
              </a:extLst>
            </p:cNvPr>
            <p:cNvSpPr/>
            <p:nvPr/>
          </p:nvSpPr>
          <p:spPr>
            <a:xfrm>
              <a:off x="2861667" y="378542"/>
              <a:ext cx="2142863" cy="293286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73567047-8D7E-4C14-9E80-A5D62184F0F6}"/>
                </a:ext>
              </a:extLst>
            </p:cNvPr>
            <p:cNvSpPr/>
            <p:nvPr/>
          </p:nvSpPr>
          <p:spPr>
            <a:xfrm>
              <a:off x="2861669" y="3275427"/>
              <a:ext cx="1229835" cy="381753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3791416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A508141E-100E-4635-9FC3-353399DFCC8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dirty="0" err="1"/>
              <a:t>Click</a:t>
            </a:r>
            <a:r>
              <a:rPr lang="es-ES" dirty="0"/>
              <a:t> to </a:t>
            </a:r>
            <a:r>
              <a:rPr lang="es-ES" dirty="0" err="1"/>
              <a:t>modify</a:t>
            </a:r>
            <a:r>
              <a:rPr lang="es-ES" dirty="0"/>
              <a:t> </a:t>
            </a:r>
            <a:r>
              <a:rPr lang="es-ES" dirty="0" err="1"/>
              <a:t>the</a:t>
            </a:r>
            <a:r>
              <a:rPr lang="es-ES" dirty="0"/>
              <a:t> </a:t>
            </a:r>
            <a:r>
              <a:rPr lang="es-ES" dirty="0" err="1"/>
              <a:t>title</a:t>
            </a:r>
            <a:r>
              <a:rPr lang="es-ES" dirty="0"/>
              <a:t> </a:t>
            </a:r>
            <a:r>
              <a:rPr lang="es-ES" dirty="0" err="1"/>
              <a:t>style</a:t>
            </a:r>
            <a:r>
              <a:rPr lang="es-ES" dirty="0"/>
              <a:t> of </a:t>
            </a:r>
            <a:r>
              <a:rPr lang="es-ES" dirty="0" err="1"/>
              <a:t>the</a:t>
            </a:r>
            <a:r>
              <a:rPr lang="es-ES" dirty="0"/>
              <a:t> master</a:t>
            </a:r>
          </a:p>
        </p:txBody>
      </p:sp>
      <p:sp>
        <p:nvSpPr>
          <p:cNvPr id="3" name="Marcador de texto 2">
            <a:extLst>
              <a:ext uri="{FF2B5EF4-FFF2-40B4-BE49-F238E27FC236}">
                <a16:creationId xmlns:a16="http://schemas.microsoft.com/office/drawing/2014/main" id="{70BD3726-4CCC-4808-AF74-D4FC34B77CC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Editing the text styles of the master</a:t>
            </a:r>
          </a:p>
          <a:p>
            <a:pPr lvl="1"/>
            <a:r>
              <a:rPr lang="es-ES"/>
              <a:t>Second level</a:t>
            </a:r>
          </a:p>
          <a:p>
            <a:pPr lvl="2"/>
            <a:r>
              <a:rPr lang="es-ES"/>
              <a:t>Third level</a:t>
            </a:r>
          </a:p>
          <a:p>
            <a:pPr lvl="3"/>
            <a:r>
              <a:rPr lang="es-ES"/>
              <a:t>Fourth level</a:t>
            </a:r>
          </a:p>
          <a:p>
            <a:pPr lvl="4"/>
            <a:r>
              <a:rPr lang="es-ES"/>
              <a:t>Fifth level</a:t>
            </a:r>
          </a:p>
        </p:txBody>
      </p:sp>
      <p:sp>
        <p:nvSpPr>
          <p:cNvPr id="4" name="Marcador de fecha 3">
            <a:extLst>
              <a:ext uri="{FF2B5EF4-FFF2-40B4-BE49-F238E27FC236}">
                <a16:creationId xmlns:a16="http://schemas.microsoft.com/office/drawing/2014/main" id="{289DA10A-F167-488F-8E2B-A0FE5650228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s-ES"/>
          </a:p>
        </p:txBody>
      </p:sp>
      <p:sp>
        <p:nvSpPr>
          <p:cNvPr id="5" name="Marcador de pie de página 4">
            <a:extLst>
              <a:ext uri="{FF2B5EF4-FFF2-40B4-BE49-F238E27FC236}">
                <a16:creationId xmlns:a16="http://schemas.microsoft.com/office/drawing/2014/main" id="{0C937220-A8C8-4E71-8BA2-4260C5636D0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ES"/>
          </a:p>
        </p:txBody>
      </p:sp>
      <p:sp>
        <p:nvSpPr>
          <p:cNvPr id="6" name="Marcador de número de diapositiva 5">
            <a:extLst>
              <a:ext uri="{FF2B5EF4-FFF2-40B4-BE49-F238E27FC236}">
                <a16:creationId xmlns:a16="http://schemas.microsoft.com/office/drawing/2014/main" id="{2D5E98D6-3F4E-4F5E-9BFB-DDFD9AC1E7A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C0D97B6-E32F-4D7D-B839-7C3B51F2640F}" type="slidenum">
              <a:rPr lang="es-ES" smtClean="0"/>
              <a:t>‹#›</a:t>
            </a:fld>
            <a:endParaRPr lang="es-ES"/>
          </a:p>
        </p:txBody>
      </p:sp>
    </p:spTree>
    <p:extLst>
      <p:ext uri="{BB962C8B-B14F-4D97-AF65-F5344CB8AC3E}">
        <p14:creationId xmlns:p14="http://schemas.microsoft.com/office/powerpoint/2010/main" val="2138222436"/>
      </p:ext>
    </p:extLst>
  </p:cSld>
  <p:clrMap bg1="lt1" tx1="dk1" bg2="lt2" tx2="dk2" accent1="accent1" accent2="accent2" accent3="accent3" accent4="accent4" accent5="accent5" accent6="accent6" hlink="hlink" folHlink="folHlink"/>
  <p:sldLayoutIdLst>
    <p:sldLayoutId id="2147483672" r:id="rId1"/>
    <p:sldLayoutId id="2147483673" r:id="rId2"/>
    <p:sldLayoutId id="2147483674" r:id="rId3"/>
    <p:sldLayoutId id="2147483675" r:id="rId4"/>
    <p:sldLayoutId id="2147483676" r:id="rId5"/>
    <p:sldLayoutId id="2147483677" r:id="rId6"/>
    <p:sldLayoutId id="2147483678" r:id="rId7"/>
    <p:sldLayoutId id="2147483679" r:id="rId8"/>
    <p:sldLayoutId id="2147483680" r:id="rId9"/>
    <p:sldLayoutId id="2147483667" r:id="rId10"/>
    <p:sldLayoutId id="2147483650" r:id="rId11"/>
    <p:sldLayoutId id="2147483669" r:id="rId12"/>
    <p:sldLayoutId id="2147483652" r:id="rId13"/>
    <p:sldLayoutId id="2147483660" r:id="rId14"/>
    <p:sldLayoutId id="2147483661" r:id="rId15"/>
    <p:sldLayoutId id="2147483662" r:id="rId16"/>
    <p:sldLayoutId id="2147483663" r:id="rId17"/>
    <p:sldLayoutId id="2147483664" r:id="rId18"/>
    <p:sldLayoutId id="2147483665" r:id="rId19"/>
    <p:sldLayoutId id="2147483681" r:id="rId20"/>
    <p:sldLayoutId id="2147483683" r:id="rId21"/>
    <p:sldLayoutId id="2147483685" r:id="rId22"/>
    <p:sldLayoutId id="2147483686" r:id="rId2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xml"/><Relationship Id="rId1" Type="http://schemas.openxmlformats.org/officeDocument/2006/relationships/slideLayout" Target="../slideLayouts/slideLayout21.xml"/><Relationship Id="rId5" Type="http://schemas.openxmlformats.org/officeDocument/2006/relationships/hyperlink" Target="mailto:john.doe@email.com" TargetMode="External"/><Relationship Id="rId4" Type="http://schemas.openxmlformats.org/officeDocument/2006/relationships/hyperlink" Target="mailto:Pedronuno.mendes@santander.pt"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2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1.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21.xml"/></Relationships>
</file>

<file path=ppt/slides/_rels/slide17.xml.rels><?xml version="1.0" encoding="UTF-8" standalone="yes"?>
<Relationships xmlns="http://schemas.openxmlformats.org/package/2006/relationships"><Relationship Id="rId3" Type="http://schemas.openxmlformats.org/officeDocument/2006/relationships/hyperlink" Target="https://san-portugal.atlassian.net/wiki/spaces/BSTMETODOLOGIAS/pages/31588561/API+Portfolio" TargetMode="External"/><Relationship Id="rId2" Type="http://schemas.openxmlformats.org/officeDocument/2006/relationships/notesSlide" Target="../notesSlides/notesSlide15.xml"/><Relationship Id="rId1" Type="http://schemas.openxmlformats.org/officeDocument/2006/relationships/slideLayout" Target="../slideLayouts/slideLayout2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8.xml"/><Relationship Id="rId1" Type="http://schemas.openxmlformats.org/officeDocument/2006/relationships/slideLayout" Target="../slideLayouts/slideLayout21.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tiff"/></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openxmlformats.org/officeDocument/2006/relationships/notesSlide" Target="../notesSlides/notesSlide23.xml"/><Relationship Id="rId1" Type="http://schemas.openxmlformats.org/officeDocument/2006/relationships/slideLayout" Target="../slideLayouts/slideLayout21.xml"/><Relationship Id="rId4" Type="http://schemas.openxmlformats.org/officeDocument/2006/relationships/image" Target="../media/image17.emf"/></Relationships>
</file>

<file path=ppt/slides/_rels/slide26.xml.rels><?xml version="1.0" encoding="UTF-8" standalone="yes"?>
<Relationships xmlns="http://schemas.openxmlformats.org/package/2006/relationships"><Relationship Id="rId3" Type="http://schemas.openxmlformats.org/officeDocument/2006/relationships/hyperlink" Target="https://san-portugal.atlassian.net/wiki/spaces/BDPT/pages/27566081/PostgreSQL+-+Configuration+Checklist+-+Cria+o+por+Terraform#Compute---%5BinlineCard%5D" TargetMode="External"/><Relationship Id="rId2" Type="http://schemas.openxmlformats.org/officeDocument/2006/relationships/notesSlide" Target="../notesSlides/notesSlide24.xml"/><Relationship Id="rId1" Type="http://schemas.openxmlformats.org/officeDocument/2006/relationships/slideLayout" Target="../slideLayouts/slideLayout21.xml"/></Relationships>
</file>

<file path=ppt/slides/_rels/slide27.xml.rels><?xml version="1.0" encoding="UTF-8" standalone="yes"?>
<Relationships xmlns="http://schemas.openxmlformats.org/package/2006/relationships"><Relationship Id="rId3" Type="http://schemas.openxmlformats.org/officeDocument/2006/relationships/hyperlink" Target="https://san-portugal.atlassian.net/wiki/spaces/TOTCAZ/pages/166723599/Technical+Design+defaults+and+Patterns" TargetMode="External"/><Relationship Id="rId2" Type="http://schemas.openxmlformats.org/officeDocument/2006/relationships/notesSlide" Target="../notesSlides/notesSlide25.xml"/><Relationship Id="rId1" Type="http://schemas.openxmlformats.org/officeDocument/2006/relationships/slideLayout" Target="../slideLayouts/slideLayout2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0.xml"/><Relationship Id="rId1" Type="http://schemas.openxmlformats.org/officeDocument/2006/relationships/slideLayout" Target="../slideLayouts/slideLayout21.xml"/><Relationship Id="rId4" Type="http://schemas.openxmlformats.org/officeDocument/2006/relationships/hyperlink" Target="https://san-portugal.atlassian.net/wiki/spaces/TOTCAZ/pages/25559322/Landing+Platform" TargetMode="External"/></Relationships>
</file>

<file path=ppt/slides/_rels/slide3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1.xml"/><Relationship Id="rId1" Type="http://schemas.openxmlformats.org/officeDocument/2006/relationships/slideLayout" Target="../slideLayouts/slideLayout21.xml"/><Relationship Id="rId4" Type="http://schemas.openxmlformats.org/officeDocument/2006/relationships/hyperlink" Target="https://san-portugal.atlassian.net/wiki/spaces/TOTCAZ/pages/25559322/Landing+Platform" TargetMode="External"/></Relationships>
</file>

<file path=ppt/slides/_rels/slide34.xml.rels><?xml version="1.0" encoding="UTF-8" standalone="yes"?>
<Relationships xmlns="http://schemas.openxmlformats.org/package/2006/relationships"><Relationship Id="rId3" Type="http://schemas.openxmlformats.org/officeDocument/2006/relationships/hyperlink" Target="https://san-portugal.atlassian.net/wiki/spaces/TOTCAZ/pages/25559322/Landing+Platform" TargetMode="External"/><Relationship Id="rId2" Type="http://schemas.openxmlformats.org/officeDocument/2006/relationships/notesSlide" Target="../notesSlides/notesSlide32.xml"/><Relationship Id="rId1" Type="http://schemas.openxmlformats.org/officeDocument/2006/relationships/slideLayout" Target="../slideLayouts/slideLayout21.xml"/><Relationship Id="rId4" Type="http://schemas.openxmlformats.org/officeDocument/2006/relationships/image" Target="../media/image19.png"/></Relationships>
</file>

<file path=ppt/slides/_rels/slide3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3.xml"/><Relationship Id="rId1" Type="http://schemas.openxmlformats.org/officeDocument/2006/relationships/slideLayout" Target="../slideLayouts/slideLayout21.xml"/><Relationship Id="rId6" Type="http://schemas.openxmlformats.org/officeDocument/2006/relationships/image" Target="../media/image22.png"/><Relationship Id="rId5" Type="http://schemas.openxmlformats.org/officeDocument/2006/relationships/hyperlink" Target="https://santandernet.sharepoint.com/sites/ohe-portal" TargetMode="External"/><Relationship Id="rId4" Type="http://schemas.openxmlformats.org/officeDocument/2006/relationships/image" Target="../media/image21.png"/></Relationships>
</file>

<file path=ppt/slides/_rels/slide36.xml.rels><?xml version="1.0" encoding="UTF-8" standalone="yes"?>
<Relationships xmlns="http://schemas.openxmlformats.org/package/2006/relationships"><Relationship Id="rId3" Type="http://schemas.openxmlformats.org/officeDocument/2006/relationships/hyperlink" Target="https://san-portugal.atlassian.net/wiki/spaces/TOTCAZ/pages/25559322/Landing+Platform" TargetMode="External"/><Relationship Id="rId2" Type="http://schemas.openxmlformats.org/officeDocument/2006/relationships/notesSlide" Target="../notesSlides/notesSlide34.xml"/><Relationship Id="rId1" Type="http://schemas.openxmlformats.org/officeDocument/2006/relationships/slideLayout" Target="../slideLayouts/slideLayout21.xml"/><Relationship Id="rId4" Type="http://schemas.openxmlformats.org/officeDocument/2006/relationships/image" Target="../media/image22.png"/></Relationships>
</file>

<file path=ppt/slides/_rels/slide37.xml.rels><?xml version="1.0" encoding="UTF-8" standalone="yes"?>
<Relationships xmlns="http://schemas.openxmlformats.org/package/2006/relationships"><Relationship Id="rId3" Type="http://schemas.openxmlformats.org/officeDocument/2006/relationships/hyperlink" Target="https://san-portugal.atlassian.net/wiki/spaces/TOTCAZ/pages/25559322/Landing+Platform" TargetMode="External"/><Relationship Id="rId2" Type="http://schemas.openxmlformats.org/officeDocument/2006/relationships/notesSlide" Target="../notesSlides/notesSlide35.xml"/><Relationship Id="rId1" Type="http://schemas.openxmlformats.org/officeDocument/2006/relationships/slideLayout" Target="../slideLayouts/slideLayout21.xml"/><Relationship Id="rId4" Type="http://schemas.openxmlformats.org/officeDocument/2006/relationships/image" Target="../media/image19.png"/></Relationships>
</file>

<file path=ppt/slides/_rels/slide3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6.xml"/><Relationship Id="rId1" Type="http://schemas.openxmlformats.org/officeDocument/2006/relationships/slideLayout" Target="../slideLayouts/slideLayout21.xml"/><Relationship Id="rId4" Type="http://schemas.openxmlformats.org/officeDocument/2006/relationships/hyperlink" Target="https://san-portugal.atlassian.net/wiki/spaces/TOTCAZ/pages/25559322/Landing+Platform" TargetMode="External"/></Relationships>
</file>

<file path=ppt/slides/_rels/slide39.xml.rels><?xml version="1.0" encoding="UTF-8" standalone="yes"?>
<Relationships xmlns="http://schemas.openxmlformats.org/package/2006/relationships"><Relationship Id="rId3" Type="http://schemas.openxmlformats.org/officeDocument/2006/relationships/hyperlink" Target="https://san-portugal.atlassian.net/wiki/spaces/TOTCAZ/pages/25559322/Landing+Platform" TargetMode="External"/><Relationship Id="rId2" Type="http://schemas.openxmlformats.org/officeDocument/2006/relationships/notesSlide" Target="../notesSlides/notesSlide37.xml"/><Relationship Id="rId1" Type="http://schemas.openxmlformats.org/officeDocument/2006/relationships/slideLayout" Target="../slideLayouts/slideLayout21.xml"/><Relationship Id="rId4" Type="http://schemas.openxmlformats.org/officeDocument/2006/relationships/image" Target="../media/image23.png"/></Relationships>
</file>

<file path=ppt/slides/_rels/slide40.xml.rels><?xml version="1.0" encoding="UTF-8" standalone="yes"?>
<Relationships xmlns="http://schemas.openxmlformats.org/package/2006/relationships"><Relationship Id="rId3" Type="http://schemas.openxmlformats.org/officeDocument/2006/relationships/hyperlink" Target="https://san-portugal.atlassian.net/wiki/spaces/TOTCAZ/pages/25559322/Landing+Platform" TargetMode="External"/><Relationship Id="rId2" Type="http://schemas.openxmlformats.org/officeDocument/2006/relationships/notesSlide" Target="../notesSlides/notesSlide38.xml"/><Relationship Id="rId1" Type="http://schemas.openxmlformats.org/officeDocument/2006/relationships/slideLayout" Target="../slideLayouts/slideLayout21.xml"/></Relationships>
</file>

<file path=ppt/slides/_rels/slide41.xml.rels><?xml version="1.0" encoding="UTF-8" standalone="yes"?>
<Relationships xmlns="http://schemas.openxmlformats.org/package/2006/relationships"><Relationship Id="rId8" Type="http://schemas.openxmlformats.org/officeDocument/2006/relationships/image" Target="../media/image29.png"/><Relationship Id="rId13" Type="http://schemas.openxmlformats.org/officeDocument/2006/relationships/image" Target="../media/image34.png"/><Relationship Id="rId3" Type="http://schemas.openxmlformats.org/officeDocument/2006/relationships/image" Target="../media/image24.png"/><Relationship Id="rId7" Type="http://schemas.openxmlformats.org/officeDocument/2006/relationships/image" Target="../media/image28.svg"/><Relationship Id="rId12" Type="http://schemas.openxmlformats.org/officeDocument/2006/relationships/image" Target="../media/image33.png"/><Relationship Id="rId2" Type="http://schemas.openxmlformats.org/officeDocument/2006/relationships/notesSlide" Target="../notesSlides/notesSlide39.xml"/><Relationship Id="rId1" Type="http://schemas.openxmlformats.org/officeDocument/2006/relationships/slideLayout" Target="../slideLayouts/slideLayout21.xml"/><Relationship Id="rId6" Type="http://schemas.openxmlformats.org/officeDocument/2006/relationships/image" Target="../media/image27.png"/><Relationship Id="rId11" Type="http://schemas.openxmlformats.org/officeDocument/2006/relationships/image" Target="../media/image32.emf"/><Relationship Id="rId5" Type="http://schemas.openxmlformats.org/officeDocument/2006/relationships/image" Target="../media/image26.emf"/><Relationship Id="rId10" Type="http://schemas.openxmlformats.org/officeDocument/2006/relationships/image" Target="../media/image31.png"/><Relationship Id="rId4" Type="http://schemas.openxmlformats.org/officeDocument/2006/relationships/image" Target="../media/image25.png"/><Relationship Id="rId9" Type="http://schemas.openxmlformats.org/officeDocument/2006/relationships/image" Target="../media/image30.png"/><Relationship Id="rId14" Type="http://schemas.openxmlformats.org/officeDocument/2006/relationships/image" Target="../media/image35.png"/></Relationships>
</file>

<file path=ppt/slides/_rels/slide4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40.xml"/><Relationship Id="rId1" Type="http://schemas.openxmlformats.org/officeDocument/2006/relationships/slideLayout" Target="../slideLayouts/slideLayout2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1.xml"/></Relationships>
</file>

<file path=ppt/slides/_rels/slide45.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openxmlformats.org/officeDocument/2006/relationships/notesSlide" Target="../notesSlides/notesSlide43.xml"/><Relationship Id="rId1" Type="http://schemas.openxmlformats.org/officeDocument/2006/relationships/slideLayout" Target="../slideLayouts/slideLayout21.xml"/><Relationship Id="rId4" Type="http://schemas.openxmlformats.org/officeDocument/2006/relationships/image" Target="../media/image37.emf"/></Relationships>
</file>

<file path=ppt/slides/_rels/slide4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44.xml"/><Relationship Id="rId1" Type="http://schemas.openxmlformats.org/officeDocument/2006/relationships/slideLayout" Target="../slideLayouts/slideLayout21.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39.png"/></Relationships>
</file>

<file path=ppt/slides/_rels/slide47.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1.xml"/><Relationship Id="rId4" Type="http://schemas.openxmlformats.org/officeDocument/2006/relationships/image" Target="../media/image42.png"/></Relationships>
</file>

<file path=ppt/slides/_rels/slide48.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43.png"/><Relationship Id="rId1" Type="http://schemas.openxmlformats.org/officeDocument/2006/relationships/slideLayout" Target="../slideLayouts/slideLayout21.xml"/><Relationship Id="rId4" Type="http://schemas.openxmlformats.org/officeDocument/2006/relationships/image" Target="../media/image40.png"/></Relationships>
</file>

<file path=ppt/slides/_rels/slide49.xml.rels><?xml version="1.0" encoding="UTF-8" standalone="yes"?>
<Relationships xmlns="http://schemas.openxmlformats.org/package/2006/relationships"><Relationship Id="rId2" Type="http://schemas.openxmlformats.org/officeDocument/2006/relationships/hyperlink" Target="https://www.slf4j.org/" TargetMode="External"/><Relationship Id="rId1" Type="http://schemas.openxmlformats.org/officeDocument/2006/relationships/slideLayout" Target="../slideLayouts/slideLayout2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8" Type="http://schemas.openxmlformats.org/officeDocument/2006/relationships/image" Target="../media/image44.png"/><Relationship Id="rId3" Type="http://schemas.openxmlformats.org/officeDocument/2006/relationships/hyperlink" Target="https://gluon.gs.corp/community/docs/latest/" TargetMode="External"/><Relationship Id="rId7" Type="http://schemas.openxmlformats.org/officeDocument/2006/relationships/hyperlink" Target="https://gluon.cloud.scib.dev.corp/community/docs/latest/" TargetMode="External"/><Relationship Id="rId2" Type="http://schemas.openxmlformats.org/officeDocument/2006/relationships/notesSlide" Target="../notesSlides/notesSlide48.xml"/><Relationship Id="rId1" Type="http://schemas.openxmlformats.org/officeDocument/2006/relationships/slideLayout" Target="../slideLayouts/slideLayout21.xml"/><Relationship Id="rId6" Type="http://schemas.openxmlformats.org/officeDocument/2006/relationships/hyperlink" Target="https://gluon.dev.corp/microservices/docs/darwin-spring-boot/5.0.1/" TargetMode="External"/><Relationship Id="rId5" Type="http://schemas.openxmlformats.org/officeDocument/2006/relationships/hyperlink" Target="https://santandernet.sharepoint.com/sites/gluonacademycommunity" TargetMode="External"/><Relationship Id="rId4" Type="http://schemas.openxmlformats.org/officeDocument/2006/relationships/hyperlink" Target="https://github.com/orgs/santander-group-gluon/discussions" TargetMode="External"/><Relationship Id="rId9" Type="http://schemas.openxmlformats.org/officeDocument/2006/relationships/image" Target="../media/image45.png"/></Relationships>
</file>

<file path=ppt/slides/_rels/slide54.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49.xml"/><Relationship Id="rId1" Type="http://schemas.openxmlformats.org/officeDocument/2006/relationships/slideLayout" Target="../slideLayouts/slideLayout21.xml"/><Relationship Id="rId4" Type="http://schemas.openxmlformats.org/officeDocument/2006/relationships/image" Target="../media/image47.png"/></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1.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ítulo 5">
            <a:extLst>
              <a:ext uri="{FF2B5EF4-FFF2-40B4-BE49-F238E27FC236}">
                <a16:creationId xmlns:a16="http://schemas.microsoft.com/office/drawing/2014/main" id="{40447380-3E61-4E42-AFCA-CAF1866AAF93}"/>
              </a:ext>
            </a:extLst>
          </p:cNvPr>
          <p:cNvSpPr>
            <a:spLocks noGrp="1"/>
          </p:cNvSpPr>
          <p:nvPr>
            <p:ph type="ctrTitle"/>
          </p:nvPr>
        </p:nvSpPr>
        <p:spPr>
          <a:xfrm>
            <a:off x="721744" y="1403927"/>
            <a:ext cx="4533747" cy="1403666"/>
          </a:xfrm>
        </p:spPr>
        <p:txBody>
          <a:bodyPr>
            <a:noAutofit/>
          </a:bodyPr>
          <a:lstStyle/>
          <a:p>
            <a:r>
              <a:rPr lang="pt-PT" sz="3600" dirty="0">
                <a:latin typeface="Santander Text"/>
              </a:rPr>
              <a:t>Documento de Desenho</a:t>
            </a:r>
          </a:p>
        </p:txBody>
      </p:sp>
      <p:sp>
        <p:nvSpPr>
          <p:cNvPr id="7" name="Subtítulo 6">
            <a:extLst>
              <a:ext uri="{FF2B5EF4-FFF2-40B4-BE49-F238E27FC236}">
                <a16:creationId xmlns:a16="http://schemas.microsoft.com/office/drawing/2014/main" id="{D184A763-02A6-4822-A5F0-D9E80A5D8061}"/>
              </a:ext>
            </a:extLst>
          </p:cNvPr>
          <p:cNvSpPr>
            <a:spLocks noGrp="1"/>
          </p:cNvSpPr>
          <p:nvPr>
            <p:ph type="subTitle" idx="1"/>
          </p:nvPr>
        </p:nvSpPr>
        <p:spPr>
          <a:xfrm>
            <a:off x="724620" y="3080024"/>
            <a:ext cx="4530871" cy="1741358"/>
          </a:xfrm>
        </p:spPr>
        <p:txBody>
          <a:bodyPr vert="horz" lIns="91440" tIns="45720" rIns="91440" bIns="45720" rtlCol="0" anchor="t">
            <a:noAutofit/>
          </a:bodyPr>
          <a:lstStyle/>
          <a:p>
            <a:r>
              <a:rPr lang="pt-PT" dirty="0"/>
              <a:t>Report </a:t>
            </a:r>
            <a:r>
              <a:rPr lang="pt-PT" dirty="0" err="1"/>
              <a:t>Minimum</a:t>
            </a:r>
            <a:r>
              <a:rPr lang="pt-PT" dirty="0"/>
              <a:t> </a:t>
            </a:r>
            <a:r>
              <a:rPr lang="pt-PT" dirty="0" err="1"/>
              <a:t>Bail</a:t>
            </a:r>
            <a:r>
              <a:rPr lang="pt-PT" dirty="0"/>
              <a:t>-in Data </a:t>
            </a:r>
            <a:r>
              <a:rPr lang="pt-PT" dirty="0" err="1"/>
              <a:t>Template</a:t>
            </a:r>
            <a:r>
              <a:rPr lang="pt-PT" dirty="0"/>
              <a:t> (MBDT) - </a:t>
            </a:r>
            <a:r>
              <a:rPr lang="pt-PT"/>
              <a:t>Fase 2 </a:t>
            </a:r>
            <a:endParaRPr lang="pt-PT" dirty="0"/>
          </a:p>
          <a:p>
            <a:endParaRPr lang="pt-PT" dirty="0"/>
          </a:p>
        </p:txBody>
      </p:sp>
      <p:sp>
        <p:nvSpPr>
          <p:cNvPr id="9" name="Marcador de texto 8">
            <a:extLst>
              <a:ext uri="{FF2B5EF4-FFF2-40B4-BE49-F238E27FC236}">
                <a16:creationId xmlns:a16="http://schemas.microsoft.com/office/drawing/2014/main" id="{846C0DCE-BC9C-49A6-A719-B8608011D8B4}"/>
              </a:ext>
            </a:extLst>
          </p:cNvPr>
          <p:cNvSpPr>
            <a:spLocks noGrp="1"/>
          </p:cNvSpPr>
          <p:nvPr>
            <p:ph type="body" sz="quarter" idx="14"/>
          </p:nvPr>
        </p:nvSpPr>
        <p:spPr>
          <a:xfrm>
            <a:off x="709650" y="333651"/>
            <a:ext cx="4530871" cy="619386"/>
          </a:xfrm>
        </p:spPr>
        <p:txBody>
          <a:bodyPr/>
          <a:lstStyle/>
          <a:p>
            <a:r>
              <a:rPr lang="pt-PT" sz="1100" dirty="0"/>
              <a:t>Service Strategy | </a:t>
            </a:r>
            <a:r>
              <a:rPr lang="pt-PT" sz="1100" dirty="0" err="1"/>
              <a:t>Development</a:t>
            </a:r>
            <a:r>
              <a:rPr lang="pt-PT" sz="1100" dirty="0"/>
              <a:t> | Service Management | Cyber </a:t>
            </a:r>
            <a:r>
              <a:rPr lang="pt-PT" sz="1100" dirty="0" err="1"/>
              <a:t>Security</a:t>
            </a:r>
            <a:endParaRPr lang="pt-PT" sz="1200" dirty="0"/>
          </a:p>
          <a:p>
            <a:r>
              <a:rPr lang="pt-PT" b="1" dirty="0"/>
              <a:t>Lisboa, Março de 2026</a:t>
            </a:r>
          </a:p>
        </p:txBody>
      </p:sp>
      <p:sp>
        <p:nvSpPr>
          <p:cNvPr id="3" name="TextBox 2">
            <a:extLst>
              <a:ext uri="{FF2B5EF4-FFF2-40B4-BE49-F238E27FC236}">
                <a16:creationId xmlns:a16="http://schemas.microsoft.com/office/drawing/2014/main" id="{F0705DD0-F151-41D7-6B48-9E29718AEB99}"/>
              </a:ext>
            </a:extLst>
          </p:cNvPr>
          <p:cNvSpPr txBox="1"/>
          <p:nvPr/>
        </p:nvSpPr>
        <p:spPr>
          <a:xfrm>
            <a:off x="4728990" y="6596390"/>
            <a:ext cx="574922" cy="253916"/>
          </a:xfrm>
          <a:prstGeom prst="rect">
            <a:avLst/>
          </a:prstGeom>
          <a:noFill/>
        </p:spPr>
        <p:txBody>
          <a:bodyPr wrap="square">
            <a:spAutoFit/>
          </a:bodyPr>
          <a:lstStyle/>
          <a:p>
            <a:pPr algn="r"/>
            <a:r>
              <a:rPr lang="pt-PT" sz="1050" dirty="0">
                <a:latin typeface="Santander Text"/>
              </a:rPr>
              <a:t>V1.1</a:t>
            </a:r>
            <a:endParaRPr lang="pt-PT" sz="1050" dirty="0"/>
          </a:p>
        </p:txBody>
      </p:sp>
    </p:spTree>
    <p:extLst>
      <p:ext uri="{BB962C8B-B14F-4D97-AF65-F5344CB8AC3E}">
        <p14:creationId xmlns:p14="http://schemas.microsoft.com/office/powerpoint/2010/main" val="24337627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Marcador de Posição do Texto 9">
            <a:extLst>
              <a:ext uri="{FF2B5EF4-FFF2-40B4-BE49-F238E27FC236}">
                <a16:creationId xmlns:a16="http://schemas.microsoft.com/office/drawing/2014/main" id="{4234CC62-0792-1067-D902-645764D00466}"/>
              </a:ext>
            </a:extLst>
          </p:cNvPr>
          <p:cNvSpPr>
            <a:spLocks noGrp="1"/>
          </p:cNvSpPr>
          <p:nvPr>
            <p:ph type="body" sz="quarter" idx="14"/>
          </p:nvPr>
        </p:nvSpPr>
        <p:spPr>
          <a:xfrm>
            <a:off x="711024" y="528636"/>
            <a:ext cx="10758734" cy="304800"/>
          </a:xfrm>
        </p:spPr>
        <p:txBody>
          <a:bodyPr vert="horz" lIns="91440" tIns="45720" rIns="91440" bIns="45720" rtlCol="0" anchor="t">
            <a:noAutofit/>
          </a:bodyPr>
          <a:lstStyle/>
          <a:p>
            <a:pPr algn="ctr"/>
            <a:r>
              <a:rPr lang="pt-PT" sz="1800" dirty="0">
                <a:solidFill>
                  <a:schemeClr val="tx1"/>
                </a:solidFill>
                <a:latin typeface="Santander Text"/>
              </a:rPr>
              <a:t>Copyright, IP </a:t>
            </a:r>
            <a:r>
              <a:rPr lang="pt-PT" sz="1800" dirty="0" err="1">
                <a:solidFill>
                  <a:schemeClr val="tx1"/>
                </a:solidFill>
                <a:latin typeface="Santander Text"/>
              </a:rPr>
              <a:t>Rights</a:t>
            </a:r>
            <a:r>
              <a:rPr lang="pt-PT" sz="1800" dirty="0">
                <a:solidFill>
                  <a:schemeClr val="tx1"/>
                </a:solidFill>
                <a:latin typeface="Santander Text"/>
              </a:rPr>
              <a:t>, </a:t>
            </a:r>
            <a:r>
              <a:rPr lang="pt-PT" sz="1800" dirty="0" err="1">
                <a:solidFill>
                  <a:schemeClr val="tx1"/>
                </a:solidFill>
                <a:latin typeface="Santander Text"/>
              </a:rPr>
              <a:t>Proprietary</a:t>
            </a:r>
            <a:r>
              <a:rPr lang="pt-PT" sz="1800" dirty="0">
                <a:solidFill>
                  <a:schemeClr val="tx1"/>
                </a:solidFill>
                <a:latin typeface="Santander Text"/>
              </a:rPr>
              <a:t> </a:t>
            </a:r>
            <a:r>
              <a:rPr lang="pt-PT" sz="1800" dirty="0" err="1">
                <a:solidFill>
                  <a:schemeClr val="tx1"/>
                </a:solidFill>
                <a:latin typeface="Santander Text"/>
              </a:rPr>
              <a:t>Information</a:t>
            </a:r>
            <a:endParaRPr lang="pt-PT" sz="1800" dirty="0">
              <a:solidFill>
                <a:schemeClr val="tx1"/>
              </a:solidFill>
              <a:latin typeface="Santander Text"/>
            </a:endParaRPr>
          </a:p>
        </p:txBody>
      </p:sp>
      <p:sp>
        <p:nvSpPr>
          <p:cNvPr id="6" name="Marcador de Posição do Texto 10">
            <a:extLst>
              <a:ext uri="{FF2B5EF4-FFF2-40B4-BE49-F238E27FC236}">
                <a16:creationId xmlns:a16="http://schemas.microsoft.com/office/drawing/2014/main" id="{B503E70D-A2C2-6EBE-B800-454B49FE08BD}"/>
              </a:ext>
            </a:extLst>
          </p:cNvPr>
          <p:cNvSpPr>
            <a:spLocks noGrp="1"/>
          </p:cNvSpPr>
          <p:nvPr>
            <p:ph type="body" sz="quarter" idx="15"/>
          </p:nvPr>
        </p:nvSpPr>
        <p:spPr>
          <a:xfrm>
            <a:off x="711024" y="1207364"/>
            <a:ext cx="10758733" cy="4969600"/>
          </a:xfrm>
        </p:spPr>
        <p:txBody>
          <a:bodyPr vert="horz" lIns="91440" tIns="45720" rIns="91440" bIns="45720" numCol="2" spcCol="720000" rtlCol="0" anchor="t">
            <a:noAutofit/>
          </a:bodyPr>
          <a:lstStyle/>
          <a:p>
            <a:r>
              <a:rPr lang="pt-PT" dirty="0">
                <a:latin typeface="Santander Text"/>
              </a:rPr>
              <a:t>Todo o conteúdo deste documento/apresentação é protegido por direitos autorais e/ou outros direitos de propriedade intelectual, salvo indicação em contrário. Todos os direitos são reservados e propriedade do Santander Portugal e do Grupo Santander. </a:t>
            </a:r>
            <a:endParaRPr lang="en-US" dirty="0"/>
          </a:p>
          <a:p>
            <a:r>
              <a:rPr lang="pt-PT" dirty="0">
                <a:latin typeface="Santander Text"/>
              </a:rPr>
              <a:t>Nenhuma reprodução ou distribuição de todo ou parte deste documento pode ser feita sem autorização prévia por escrito do Santander. Apenas para os fins exclusivos para os quais você é o destinatário deste documento/apresentação, você poderá fazer uma cópia ou imprimi-lo, desde que não haja alterações em seu conteúdo e esta nota seja incluída para que os direitos sejam acreditados e incorporado na reprodução. </a:t>
            </a:r>
            <a:r>
              <a:rPr lang="pt-PT" u="sng" dirty="0">
                <a:latin typeface="Santander Text"/>
              </a:rPr>
              <a:t>Qualquer uso comercial é totalmente proibido. </a:t>
            </a:r>
            <a:endParaRPr lang="pt-PT" dirty="0"/>
          </a:p>
          <a:p>
            <a:r>
              <a:rPr lang="pt-PT" dirty="0">
                <a:latin typeface="Santander Text"/>
              </a:rPr>
              <a:t>O Santander Portugal é o proprietário, titular dos direitos de propriedade intelectual e industrial ou utilizador autorizado e legítimo de todo o conteúdo e aspectos deste documento/apresentação incluindo marcas, informações, textos, fotografias e design, salvo indicação em contrário. </a:t>
            </a:r>
            <a:endParaRPr lang="pt-PT" dirty="0"/>
          </a:p>
          <a:p>
            <a:r>
              <a:rPr lang="pt-PT" dirty="0">
                <a:latin typeface="Santander Text"/>
              </a:rPr>
              <a:t>Embora todos os esforços tenham sido feitos para fornecer informações precisas, erros e omissões podem ocorrer. Assim, o Santander Portugal não assume qualquer responsabilidade por qualquer perda ou dano que possa, direta ou indiretamente, resultar de qualquer conselho, opinião, informação, representação ou omissão, negligente ou não, a dados ou informações contidas neste documento/apresentação.</a:t>
            </a:r>
            <a:endParaRPr lang="pt-PT" dirty="0"/>
          </a:p>
          <a:p>
            <a:endParaRPr lang="pt-PT" dirty="0">
              <a:solidFill>
                <a:srgbClr val="6E7678"/>
              </a:solidFill>
              <a:latin typeface="Santander Text"/>
            </a:endParaRPr>
          </a:p>
          <a:p>
            <a:r>
              <a:rPr lang="en-US" dirty="0">
                <a:solidFill>
                  <a:srgbClr val="C00000"/>
                </a:solidFill>
                <a:latin typeface="Santander Text"/>
              </a:rPr>
              <a:t>Everything on this paper/presentation is copyrighted unless otherwise noted. All rights are reserved and remain the exclusive property of Santander Portugal and Grupo Santander.</a:t>
            </a:r>
            <a:endParaRPr lang="en-US" dirty="0">
              <a:solidFill>
                <a:srgbClr val="C00000"/>
              </a:solidFill>
            </a:endParaRPr>
          </a:p>
          <a:p>
            <a:r>
              <a:rPr lang="en-US" dirty="0">
                <a:solidFill>
                  <a:srgbClr val="C00000"/>
                </a:solidFill>
                <a:latin typeface="Santander Text"/>
              </a:rPr>
              <a:t>No reproduction or distribution may be made of any part of the paper/presentation for any reason without first receiving written permission from Santander Portugal. Only for the intended purpose for which you are receiving this paper/presentation you would be allowed to make a single copy of print it, provided that no changes are made to the content and provided that a copyright notice accrediting the content is attached to the reproduction. Beyond that, no further copies may be made or distributed without written authorization. All commercial use is expressly forbidden.</a:t>
            </a:r>
            <a:endParaRPr lang="en-US" dirty="0">
              <a:solidFill>
                <a:srgbClr val="C00000"/>
              </a:solidFill>
            </a:endParaRPr>
          </a:p>
          <a:p>
            <a:r>
              <a:rPr lang="en-US" dirty="0">
                <a:solidFill>
                  <a:srgbClr val="C00000"/>
                </a:solidFill>
                <a:latin typeface="Santander Text"/>
              </a:rPr>
              <a:t>Santander Portugal is the owner, copyright owner or authorized user for all other aspects and content of this paper/presentation including trademark, information, text, photographs and design unless otherwise stated.</a:t>
            </a:r>
            <a:endParaRPr lang="en-US" dirty="0">
              <a:solidFill>
                <a:srgbClr val="C00000"/>
              </a:solidFill>
            </a:endParaRPr>
          </a:p>
          <a:p>
            <a:r>
              <a:rPr lang="en-US" dirty="0">
                <a:solidFill>
                  <a:srgbClr val="C00000"/>
                </a:solidFill>
                <a:latin typeface="Santander Text"/>
              </a:rPr>
              <a:t>While every endeavor has been made to supply accurate information, errors and omissions may occur. Accordingly, Santander Portugal does not accept any liability for any loss or damage which may directly or indirectly result from any advice, opinion, information, representation or omission, whether negligent or otherwise, contained on this document.</a:t>
            </a:r>
            <a:endParaRPr lang="pt-PT" dirty="0">
              <a:solidFill>
                <a:srgbClr val="C00000"/>
              </a:solidFill>
            </a:endParaRPr>
          </a:p>
          <a:p>
            <a:endParaRPr lang="pt-PT" dirty="0">
              <a:solidFill>
                <a:srgbClr val="C00000"/>
              </a:solidFill>
            </a:endParaRPr>
          </a:p>
        </p:txBody>
      </p:sp>
      <p:sp>
        <p:nvSpPr>
          <p:cNvPr id="2" name="Marcador de número de diapositiva 4">
            <a:extLst>
              <a:ext uri="{FF2B5EF4-FFF2-40B4-BE49-F238E27FC236}">
                <a16:creationId xmlns:a16="http://schemas.microsoft.com/office/drawing/2014/main" id="{9DFD02B6-FD09-6EE6-BA6D-2743F1341EB4}"/>
              </a:ext>
            </a:extLst>
          </p:cNvPr>
          <p:cNvSpPr>
            <a:spLocks noGrp="1"/>
          </p:cNvSpPr>
          <p:nvPr>
            <p:ph type="sldNum" sz="quarter" idx="12"/>
          </p:nvPr>
        </p:nvSpPr>
        <p:spPr>
          <a:xfrm>
            <a:off x="8730845" y="6257978"/>
            <a:ext cx="2743200" cy="365125"/>
          </a:xfrm>
        </p:spPr>
        <p:txBody>
          <a:bodyPr/>
          <a:lstStyle/>
          <a:p>
            <a:fld id="{BC0D97B6-E32F-4D7D-B839-7C3B51F2640F}" type="slidenum">
              <a:rPr lang="pt-PT" smtClean="0"/>
              <a:pPr/>
              <a:t>2</a:t>
            </a:fld>
            <a:endParaRPr lang="pt-PT" dirty="0"/>
          </a:p>
        </p:txBody>
      </p:sp>
    </p:spTree>
    <p:extLst>
      <p:ext uri="{BB962C8B-B14F-4D97-AF65-F5344CB8AC3E}">
        <p14:creationId xmlns:p14="http://schemas.microsoft.com/office/powerpoint/2010/main" val="21202344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5DC87CF2-88A9-4952-9878-9894D4CB3E5F}"/>
              </a:ext>
            </a:extLst>
          </p:cNvPr>
          <p:cNvSpPr/>
          <p:nvPr/>
        </p:nvSpPr>
        <p:spPr>
          <a:xfrm>
            <a:off x="-1" y="719091"/>
            <a:ext cx="12192001" cy="5317725"/>
          </a:xfrm>
          <a:prstGeom prst="rect">
            <a:avLst/>
          </a:prstGeom>
          <a:solidFill>
            <a:schemeClr val="bg1">
              <a:lumMod val="95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171450" indent="-171450" algn="ctr">
              <a:buFont typeface="Wingdings" panose="05000000000000000000" pitchFamily="2" charset="2"/>
              <a:buChar char="§"/>
            </a:pPr>
            <a:endParaRPr lang="pt-PT" sz="1000">
              <a:solidFill>
                <a:schemeClr val="tx1"/>
              </a:solidFill>
            </a:endParaRPr>
          </a:p>
        </p:txBody>
      </p:sp>
      <p:sp>
        <p:nvSpPr>
          <p:cNvPr id="5" name="Marcador de número de diapositiva 4">
            <a:extLst>
              <a:ext uri="{FF2B5EF4-FFF2-40B4-BE49-F238E27FC236}">
                <a16:creationId xmlns:a16="http://schemas.microsoft.com/office/drawing/2014/main" id="{85C6C65B-5F9A-4C17-83A2-1BD373C98418}"/>
              </a:ext>
            </a:extLst>
          </p:cNvPr>
          <p:cNvSpPr>
            <a:spLocks noGrp="1"/>
          </p:cNvSpPr>
          <p:nvPr>
            <p:ph type="sldNum" sz="quarter" idx="12"/>
          </p:nvPr>
        </p:nvSpPr>
        <p:spPr>
          <a:xfrm>
            <a:off x="8730845" y="6257978"/>
            <a:ext cx="2743200" cy="365125"/>
          </a:xfrm>
        </p:spPr>
        <p:txBody>
          <a:bodyPr/>
          <a:lstStyle/>
          <a:p>
            <a:fld id="{BC0D97B6-E32F-4D7D-B839-7C3B51F2640F}" type="slidenum">
              <a:rPr lang="pt-PT" smtClean="0"/>
              <a:pPr/>
              <a:t>3</a:t>
            </a:fld>
            <a:endParaRPr lang="pt-PT" dirty="0"/>
          </a:p>
        </p:txBody>
      </p:sp>
      <p:sp>
        <p:nvSpPr>
          <p:cNvPr id="7" name="Marcador de texto 5">
            <a:extLst>
              <a:ext uri="{FF2B5EF4-FFF2-40B4-BE49-F238E27FC236}">
                <a16:creationId xmlns:a16="http://schemas.microsoft.com/office/drawing/2014/main" id="{C5A6910C-A85B-4E78-920A-D86C8E059C1C}"/>
              </a:ext>
            </a:extLst>
          </p:cNvPr>
          <p:cNvSpPr>
            <a:spLocks noGrp="1"/>
          </p:cNvSpPr>
          <p:nvPr>
            <p:ph type="body" sz="quarter" idx="14"/>
          </p:nvPr>
        </p:nvSpPr>
        <p:spPr>
          <a:xfrm>
            <a:off x="168676" y="337100"/>
            <a:ext cx="3292805" cy="304800"/>
          </a:xfrm>
        </p:spPr>
        <p:txBody>
          <a:bodyPr/>
          <a:lstStyle/>
          <a:p>
            <a:r>
              <a:rPr lang="pt-PT" sz="2400" dirty="0"/>
              <a:t>Informação do </a:t>
            </a:r>
            <a:r>
              <a:rPr lang="pt-PT" sz="2400" dirty="0" err="1"/>
              <a:t>projecto</a:t>
            </a:r>
            <a:endParaRPr lang="pt-PT" sz="2400" dirty="0"/>
          </a:p>
        </p:txBody>
      </p:sp>
      <p:sp>
        <p:nvSpPr>
          <p:cNvPr id="8" name="Marcador de texto 5">
            <a:extLst>
              <a:ext uri="{FF2B5EF4-FFF2-40B4-BE49-F238E27FC236}">
                <a16:creationId xmlns:a16="http://schemas.microsoft.com/office/drawing/2014/main" id="{4E5D693B-462C-4D34-9F93-21124A01063C}"/>
              </a:ext>
            </a:extLst>
          </p:cNvPr>
          <p:cNvSpPr txBox="1">
            <a:spLocks/>
          </p:cNvSpPr>
          <p:nvPr/>
        </p:nvSpPr>
        <p:spPr>
          <a:xfrm>
            <a:off x="6457412" y="337100"/>
            <a:ext cx="3292805" cy="304800"/>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Tx/>
              <a:buNone/>
              <a:defRPr sz="1300" kern="1200">
                <a:solidFill>
                  <a:schemeClr val="accent1"/>
                </a:solidFill>
                <a:latin typeface="Santander Text" panose="020B0504020201020104" pitchFamily="34" charset="0"/>
                <a:ea typeface="+mn-ea"/>
                <a:cs typeface="+mn-cs"/>
              </a:defRPr>
            </a:lvl1pPr>
            <a:lvl2pPr marL="457200" indent="0" algn="l" defTabSz="914400" rtl="0" eaLnBrk="1" latinLnBrk="0" hangingPunct="1">
              <a:lnSpc>
                <a:spcPct val="90000"/>
              </a:lnSpc>
              <a:spcBef>
                <a:spcPts val="500"/>
              </a:spcBef>
              <a:buFontTx/>
              <a:buNone/>
              <a:defRPr sz="1100" kern="1200">
                <a:solidFill>
                  <a:schemeClr val="tx1"/>
                </a:solidFill>
                <a:latin typeface="Santander Text" panose="020B0504020201020104" pitchFamily="34" charset="0"/>
                <a:ea typeface="+mn-ea"/>
                <a:cs typeface="+mn-cs"/>
              </a:defRPr>
            </a:lvl2pPr>
            <a:lvl3pPr marL="914400" indent="0" algn="l" defTabSz="914400" rtl="0" eaLnBrk="1" latinLnBrk="0" hangingPunct="1">
              <a:lnSpc>
                <a:spcPct val="90000"/>
              </a:lnSpc>
              <a:spcBef>
                <a:spcPts val="500"/>
              </a:spcBef>
              <a:buFontTx/>
              <a:buNone/>
              <a:defRPr sz="1050" kern="1200">
                <a:solidFill>
                  <a:schemeClr val="tx1"/>
                </a:solidFill>
                <a:latin typeface="Santander Text" panose="020B0504020201020104" pitchFamily="34" charset="0"/>
                <a:ea typeface="+mn-ea"/>
                <a:cs typeface="+mn-cs"/>
              </a:defRPr>
            </a:lvl3pPr>
            <a:lvl4pPr marL="1371600" indent="0" algn="l" defTabSz="914400" rtl="0" eaLnBrk="1" latinLnBrk="0" hangingPunct="1">
              <a:lnSpc>
                <a:spcPct val="90000"/>
              </a:lnSpc>
              <a:spcBef>
                <a:spcPts val="500"/>
              </a:spcBef>
              <a:buFontTx/>
              <a:buNone/>
              <a:defRPr sz="1000" kern="1200">
                <a:solidFill>
                  <a:schemeClr val="tx1"/>
                </a:solidFill>
                <a:latin typeface="Santander Text" panose="020B0504020201020104" pitchFamily="34" charset="0"/>
                <a:ea typeface="+mn-ea"/>
                <a:cs typeface="+mn-cs"/>
              </a:defRPr>
            </a:lvl4pPr>
            <a:lvl5pPr marL="1828800" indent="0" algn="l" defTabSz="914400" rtl="0" eaLnBrk="1" latinLnBrk="0" hangingPunct="1">
              <a:lnSpc>
                <a:spcPct val="90000"/>
              </a:lnSpc>
              <a:spcBef>
                <a:spcPts val="500"/>
              </a:spcBef>
              <a:buFontTx/>
              <a:buNone/>
              <a:defRPr sz="1000" kern="1200">
                <a:solidFill>
                  <a:schemeClr val="tx1"/>
                </a:solidFill>
                <a:latin typeface="Santander Text" panose="020B05040202010201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pt-PT" sz="2400" dirty="0"/>
              <a:t>Equipa</a:t>
            </a:r>
          </a:p>
        </p:txBody>
      </p:sp>
      <p:graphicFrame>
        <p:nvGraphicFramePr>
          <p:cNvPr id="10" name="Table 3">
            <a:extLst>
              <a:ext uri="{FF2B5EF4-FFF2-40B4-BE49-F238E27FC236}">
                <a16:creationId xmlns:a16="http://schemas.microsoft.com/office/drawing/2014/main" id="{7663387E-9092-401F-9605-672CD8069265}"/>
              </a:ext>
            </a:extLst>
          </p:cNvPr>
          <p:cNvGraphicFramePr>
            <a:graphicFrameLocks noGrp="1"/>
          </p:cNvGraphicFramePr>
          <p:nvPr>
            <p:extLst>
              <p:ext uri="{D42A27DB-BD31-4B8C-83A1-F6EECF244321}">
                <p14:modId xmlns:p14="http://schemas.microsoft.com/office/powerpoint/2010/main" val="2327679405"/>
              </p:ext>
            </p:extLst>
          </p:nvPr>
        </p:nvGraphicFramePr>
        <p:xfrm>
          <a:off x="207147" y="4712772"/>
          <a:ext cx="5944036" cy="1036320"/>
        </p:xfrm>
        <a:graphic>
          <a:graphicData uri="http://schemas.openxmlformats.org/drawingml/2006/table">
            <a:tbl>
              <a:tblPr firstRow="1" bandRow="1">
                <a:tableStyleId>{073A0DAA-6AF3-43AB-8588-CEC1D06C72B9}</a:tableStyleId>
              </a:tblPr>
              <a:tblGrid>
                <a:gridCol w="1603358">
                  <a:extLst>
                    <a:ext uri="{9D8B030D-6E8A-4147-A177-3AD203B41FA5}">
                      <a16:colId xmlns:a16="http://schemas.microsoft.com/office/drawing/2014/main" val="227919820"/>
                    </a:ext>
                  </a:extLst>
                </a:gridCol>
                <a:gridCol w="4340678">
                  <a:extLst>
                    <a:ext uri="{9D8B030D-6E8A-4147-A177-3AD203B41FA5}">
                      <a16:colId xmlns:a16="http://schemas.microsoft.com/office/drawing/2014/main" val="318222492"/>
                    </a:ext>
                  </a:extLst>
                </a:gridCol>
              </a:tblGrid>
              <a:tr h="201415">
                <a:tc>
                  <a:txBody>
                    <a:bodyPr/>
                    <a:lstStyle/>
                    <a:p>
                      <a:r>
                        <a:rPr lang="pt-PT" sz="1100">
                          <a:latin typeface="Santander Text" panose="020B0504020201020104" pitchFamily="34" charset="0"/>
                        </a:rPr>
                        <a:t>Campo</a:t>
                      </a:r>
                    </a:p>
                  </a:txBody>
                  <a:tcPr/>
                </a:tc>
                <a:tc>
                  <a:txBody>
                    <a:bodyPr/>
                    <a:lstStyle/>
                    <a:p>
                      <a:r>
                        <a:rPr lang="pt-PT" sz="1100" dirty="0">
                          <a:latin typeface="Santander Text" panose="020B0504020201020104" pitchFamily="34" charset="0"/>
                        </a:rPr>
                        <a:t>Código | Descrição</a:t>
                      </a:r>
                    </a:p>
                  </a:txBody>
                  <a:tcPr/>
                </a:tc>
                <a:extLst>
                  <a:ext uri="{0D108BD9-81ED-4DB2-BD59-A6C34878D82A}">
                    <a16:rowId xmlns:a16="http://schemas.microsoft.com/office/drawing/2014/main" val="3134656011"/>
                  </a:ext>
                </a:extLst>
              </a:tr>
              <a:tr h="201415">
                <a:tc>
                  <a:txBody>
                    <a:bodyPr/>
                    <a:lstStyle/>
                    <a:p>
                      <a:r>
                        <a:rPr lang="pt-PT" sz="1100" b="0" i="1" err="1">
                          <a:latin typeface="Santander Text" panose="020B0504020201020104" pitchFamily="34" charset="0"/>
                        </a:rPr>
                        <a:t>Functional</a:t>
                      </a:r>
                      <a:r>
                        <a:rPr lang="pt-PT" sz="1100" b="0" i="1">
                          <a:latin typeface="Santander Text" panose="020B0504020201020104" pitchFamily="34" charset="0"/>
                        </a:rPr>
                        <a:t> Application *</a:t>
                      </a:r>
                    </a:p>
                  </a:txBody>
                  <a:tcPr/>
                </a:tc>
                <a:tc>
                  <a:txBody>
                    <a:bodyPr/>
                    <a:lstStyle/>
                    <a:p>
                      <a:r>
                        <a:rPr lang="pt-PT" sz="1100" dirty="0">
                          <a:latin typeface="Santander Text" panose="020B0504020201020104" pitchFamily="34" charset="0"/>
                        </a:rPr>
                        <a:t>#Código da Aplicação Funcional# (ex.: APMF0001013971)</a:t>
                      </a:r>
                    </a:p>
                  </a:txBody>
                  <a:tcPr/>
                </a:tc>
                <a:extLst>
                  <a:ext uri="{0D108BD9-81ED-4DB2-BD59-A6C34878D82A}">
                    <a16:rowId xmlns:a16="http://schemas.microsoft.com/office/drawing/2014/main" val="4009698515"/>
                  </a:ext>
                </a:extLst>
              </a:tr>
              <a:tr h="20141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PT" sz="1100" b="0" i="1" kern="1200">
                          <a:solidFill>
                            <a:schemeClr val="dk1"/>
                          </a:solidFill>
                          <a:latin typeface="Santander Text" panose="020B0504020201020104" pitchFamily="34" charset="0"/>
                          <a:ea typeface="+mn-ea"/>
                          <a:cs typeface="+mn-cs"/>
                        </a:rPr>
                        <a:t>Technical Application *</a:t>
                      </a:r>
                    </a:p>
                  </a:txBody>
                  <a:tcPr/>
                </a:tc>
                <a:tc>
                  <a:txBody>
                    <a:bodyPr/>
                    <a:lstStyle/>
                    <a:p>
                      <a:r>
                        <a:rPr lang="pt-PT" sz="1100" dirty="0">
                          <a:latin typeface="Santander Text" panose="020B0504020201020104" pitchFamily="34" charset="0"/>
                        </a:rPr>
                        <a:t>#Código da Aplicação Funcional# (ex.: APMT0100048481)</a:t>
                      </a:r>
                    </a:p>
                  </a:txBody>
                  <a:tcPr/>
                </a:tc>
                <a:extLst>
                  <a:ext uri="{0D108BD9-81ED-4DB2-BD59-A6C34878D82A}">
                    <a16:rowId xmlns:a16="http://schemas.microsoft.com/office/drawing/2014/main" val="1178685003"/>
                  </a:ext>
                </a:extLst>
              </a:tr>
              <a:tr h="20141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PT" sz="1100" b="0" i="1">
                          <a:latin typeface="Santander Text" panose="020B0504020201020104" pitchFamily="34" charset="0"/>
                        </a:rPr>
                        <a:t>Acronym *</a:t>
                      </a:r>
                      <a:endParaRPr lang="pt-PT" sz="1100" b="0" i="1" kern="1200">
                        <a:solidFill>
                          <a:schemeClr val="dk1"/>
                        </a:solidFill>
                        <a:latin typeface="Santander Text" panose="020B0504020201020104" pitchFamily="34" charset="0"/>
                        <a:ea typeface="+mn-ea"/>
                        <a:cs typeface="+mn-cs"/>
                      </a:endParaRPr>
                    </a:p>
                  </a:txBody>
                  <a:tcPr/>
                </a:tc>
                <a:tc>
                  <a:txBody>
                    <a:bodyPr/>
                    <a:lstStyle/>
                    <a:p>
                      <a:r>
                        <a:rPr lang="pt-PT" sz="1100" kern="1200" dirty="0">
                          <a:solidFill>
                            <a:schemeClr val="dk1"/>
                          </a:solidFill>
                          <a:latin typeface="Santander Text" panose="020B0504020201020104" pitchFamily="34" charset="0"/>
                          <a:ea typeface="+mn-ea"/>
                          <a:cs typeface="+mn-cs"/>
                        </a:rPr>
                        <a:t>#Código do Acrónimo da aplicação Técnica# (ex.: CCCENT)</a:t>
                      </a:r>
                    </a:p>
                  </a:txBody>
                  <a:tcPr/>
                </a:tc>
                <a:extLst>
                  <a:ext uri="{0D108BD9-81ED-4DB2-BD59-A6C34878D82A}">
                    <a16:rowId xmlns:a16="http://schemas.microsoft.com/office/drawing/2014/main" val="1738059858"/>
                  </a:ext>
                </a:extLst>
              </a:tr>
            </a:tbl>
          </a:graphicData>
        </a:graphic>
      </p:graphicFrame>
      <p:sp>
        <p:nvSpPr>
          <p:cNvPr id="14" name="TextBox 13">
            <a:extLst>
              <a:ext uri="{FF2B5EF4-FFF2-40B4-BE49-F238E27FC236}">
                <a16:creationId xmlns:a16="http://schemas.microsoft.com/office/drawing/2014/main" id="{E864049C-9A14-4084-90B4-A5FD13118130}"/>
              </a:ext>
            </a:extLst>
          </p:cNvPr>
          <p:cNvSpPr txBox="1"/>
          <p:nvPr/>
        </p:nvSpPr>
        <p:spPr>
          <a:xfrm>
            <a:off x="168676" y="872281"/>
            <a:ext cx="3193631" cy="369332"/>
          </a:xfrm>
          <a:prstGeom prst="rect">
            <a:avLst/>
          </a:prstGeom>
          <a:noFill/>
        </p:spPr>
        <p:txBody>
          <a:bodyPr wrap="none" rtlCol="0">
            <a:spAutoFit/>
          </a:bodyPr>
          <a:lstStyle/>
          <a:p>
            <a:r>
              <a:rPr lang="pt-PT" dirty="0">
                <a:latin typeface="Santander Text" panose="020B0504020201020104" pitchFamily="34" charset="0"/>
              </a:rPr>
              <a:t>Referência do Iniciativa/Projeto</a:t>
            </a:r>
          </a:p>
        </p:txBody>
      </p:sp>
      <p:sp>
        <p:nvSpPr>
          <p:cNvPr id="15" name="Rectangle: Rounded Corners 14">
            <a:extLst>
              <a:ext uri="{FF2B5EF4-FFF2-40B4-BE49-F238E27FC236}">
                <a16:creationId xmlns:a16="http://schemas.microsoft.com/office/drawing/2014/main" id="{5EB100EA-6846-4DBD-B8F7-A7FB8CA5080D}"/>
              </a:ext>
            </a:extLst>
          </p:cNvPr>
          <p:cNvSpPr/>
          <p:nvPr/>
        </p:nvSpPr>
        <p:spPr>
          <a:xfrm>
            <a:off x="207148" y="1197223"/>
            <a:ext cx="5944038" cy="1046311"/>
          </a:xfrm>
          <a:prstGeom prst="roundRect">
            <a:avLst>
              <a:gd name="adj" fmla="val 6445"/>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10000"/>
              </a:lnSpc>
              <a:buClr>
                <a:schemeClr val="accent1"/>
              </a:buClr>
            </a:pPr>
            <a:r>
              <a:rPr lang="pt-PT" sz="1100" b="1" dirty="0">
                <a:solidFill>
                  <a:schemeClr val="tx1"/>
                </a:solidFill>
                <a:latin typeface="Santander Text" panose="020B0504020201020104" pitchFamily="34" charset="0"/>
              </a:rPr>
              <a:t>Código Iniciativa/Projeto</a:t>
            </a:r>
            <a:r>
              <a:rPr lang="pt-PT" sz="1100" dirty="0">
                <a:solidFill>
                  <a:schemeClr val="tx1"/>
                </a:solidFill>
                <a:latin typeface="Santander Text" panose="020B0504020201020104" pitchFamily="34" charset="0"/>
              </a:rPr>
              <a:t>: #Código Iniciativa/Projeto#</a:t>
            </a:r>
          </a:p>
          <a:p>
            <a:pPr>
              <a:lnSpc>
                <a:spcPct val="110000"/>
              </a:lnSpc>
              <a:buClr>
                <a:schemeClr val="accent1"/>
              </a:buClr>
            </a:pPr>
            <a:r>
              <a:rPr lang="pt-PT" sz="1100" b="1" dirty="0">
                <a:solidFill>
                  <a:schemeClr val="tx1"/>
                </a:solidFill>
                <a:latin typeface="Santander Text" panose="020B0504020201020104" pitchFamily="34" charset="0"/>
              </a:rPr>
              <a:t>Designação</a:t>
            </a:r>
            <a:r>
              <a:rPr lang="pt-PT" sz="1100" dirty="0">
                <a:solidFill>
                  <a:schemeClr val="tx1"/>
                </a:solidFill>
                <a:latin typeface="Santander Text" panose="020B0504020201020104" pitchFamily="34" charset="0"/>
              </a:rPr>
              <a:t>: Report </a:t>
            </a:r>
            <a:r>
              <a:rPr lang="pt-PT" sz="1100" dirty="0" err="1">
                <a:solidFill>
                  <a:schemeClr val="tx1"/>
                </a:solidFill>
                <a:latin typeface="Santander Text" panose="020B0504020201020104" pitchFamily="34" charset="0"/>
              </a:rPr>
              <a:t>Minimum</a:t>
            </a:r>
            <a:r>
              <a:rPr lang="pt-PT" sz="1100" dirty="0">
                <a:solidFill>
                  <a:schemeClr val="tx1"/>
                </a:solidFill>
                <a:latin typeface="Santander Text" panose="020B0504020201020104" pitchFamily="34" charset="0"/>
              </a:rPr>
              <a:t> </a:t>
            </a:r>
            <a:r>
              <a:rPr lang="pt-PT" sz="1100" dirty="0" err="1">
                <a:solidFill>
                  <a:schemeClr val="tx1"/>
                </a:solidFill>
                <a:latin typeface="Santander Text" panose="020B0504020201020104" pitchFamily="34" charset="0"/>
              </a:rPr>
              <a:t>Bail</a:t>
            </a:r>
            <a:r>
              <a:rPr lang="pt-PT" sz="1100" dirty="0">
                <a:solidFill>
                  <a:schemeClr val="tx1"/>
                </a:solidFill>
                <a:latin typeface="Santander Text" panose="020B0504020201020104" pitchFamily="34" charset="0"/>
              </a:rPr>
              <a:t>-in Data </a:t>
            </a:r>
            <a:r>
              <a:rPr lang="pt-PT" sz="1100" dirty="0" err="1">
                <a:solidFill>
                  <a:schemeClr val="tx1"/>
                </a:solidFill>
                <a:latin typeface="Santander Text" panose="020B0504020201020104" pitchFamily="34" charset="0"/>
              </a:rPr>
              <a:t>Template</a:t>
            </a:r>
            <a:r>
              <a:rPr lang="pt-PT" sz="1100" dirty="0">
                <a:solidFill>
                  <a:schemeClr val="tx1"/>
                </a:solidFill>
                <a:latin typeface="Santander Text" panose="020B0504020201020104" pitchFamily="34" charset="0"/>
              </a:rPr>
              <a:t> (MBDT) - Fase2</a:t>
            </a:r>
          </a:p>
          <a:p>
            <a:pPr>
              <a:lnSpc>
                <a:spcPct val="110000"/>
              </a:lnSpc>
              <a:buClr>
                <a:schemeClr val="accent1"/>
              </a:buClr>
            </a:pPr>
            <a:endParaRPr lang="pt-PT" sz="1100" dirty="0">
              <a:solidFill>
                <a:schemeClr val="tx1"/>
              </a:solidFill>
              <a:latin typeface="Santander Text" panose="020B0504020201020104" pitchFamily="34" charset="0"/>
            </a:endParaRPr>
          </a:p>
        </p:txBody>
      </p:sp>
      <p:sp>
        <p:nvSpPr>
          <p:cNvPr id="47" name="TextBox 46">
            <a:extLst>
              <a:ext uri="{FF2B5EF4-FFF2-40B4-BE49-F238E27FC236}">
                <a16:creationId xmlns:a16="http://schemas.microsoft.com/office/drawing/2014/main" id="{E5E55AAE-1D55-4827-9CC8-FBC2B2FA9B2F}"/>
              </a:ext>
            </a:extLst>
          </p:cNvPr>
          <p:cNvSpPr txBox="1"/>
          <p:nvPr/>
        </p:nvSpPr>
        <p:spPr>
          <a:xfrm>
            <a:off x="168676" y="2385459"/>
            <a:ext cx="1478290" cy="369332"/>
          </a:xfrm>
          <a:prstGeom prst="rect">
            <a:avLst/>
          </a:prstGeom>
          <a:noFill/>
        </p:spPr>
        <p:txBody>
          <a:bodyPr wrap="none" rtlCol="0">
            <a:spAutoFit/>
          </a:bodyPr>
          <a:lstStyle/>
          <a:p>
            <a:r>
              <a:rPr lang="pt-PT">
                <a:latin typeface="Santander Text" panose="020B0504020201020104" pitchFamily="34" charset="0"/>
              </a:rPr>
              <a:t>Simplificação</a:t>
            </a:r>
          </a:p>
        </p:txBody>
      </p:sp>
      <p:sp>
        <p:nvSpPr>
          <p:cNvPr id="48" name="Rectangle: Rounded Corners 47">
            <a:extLst>
              <a:ext uri="{FF2B5EF4-FFF2-40B4-BE49-F238E27FC236}">
                <a16:creationId xmlns:a16="http://schemas.microsoft.com/office/drawing/2014/main" id="{6EB12809-9F89-4EC6-B545-850A94B00714}"/>
              </a:ext>
            </a:extLst>
          </p:cNvPr>
          <p:cNvSpPr/>
          <p:nvPr/>
        </p:nvSpPr>
        <p:spPr>
          <a:xfrm>
            <a:off x="207149" y="2718956"/>
            <a:ext cx="5944038" cy="1107267"/>
          </a:xfrm>
          <a:prstGeom prst="roundRect">
            <a:avLst>
              <a:gd name="adj" fmla="val 6445"/>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10000"/>
              </a:lnSpc>
              <a:buClr>
                <a:schemeClr val="accent1"/>
              </a:buClr>
            </a:pPr>
            <a:r>
              <a:rPr lang="pt-PT" sz="1100" dirty="0">
                <a:solidFill>
                  <a:schemeClr val="tx1"/>
                </a:solidFill>
                <a:latin typeface="Santander Text" panose="020B0504020201020104" pitchFamily="34" charset="0"/>
              </a:rPr>
              <a:t>N/A</a:t>
            </a:r>
          </a:p>
        </p:txBody>
      </p:sp>
      <p:sp>
        <p:nvSpPr>
          <p:cNvPr id="46" name="Rectangle: Top Corners Rounded 45">
            <a:extLst>
              <a:ext uri="{FF2B5EF4-FFF2-40B4-BE49-F238E27FC236}">
                <a16:creationId xmlns:a16="http://schemas.microsoft.com/office/drawing/2014/main" id="{D37E5996-C0BA-4846-AC3D-11A34AAC068E}"/>
              </a:ext>
            </a:extLst>
          </p:cNvPr>
          <p:cNvSpPr/>
          <p:nvPr/>
        </p:nvSpPr>
        <p:spPr>
          <a:xfrm>
            <a:off x="207147" y="4239837"/>
            <a:ext cx="5944037" cy="452010"/>
          </a:xfrm>
          <a:prstGeom prst="round2SameRect">
            <a:avLst/>
          </a:prstGeom>
          <a:solidFill>
            <a:schemeClr val="tx1">
              <a:lumMod val="65000"/>
              <a:lumOff val="35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sz="1600">
              <a:latin typeface="Santander Text" panose="020B0504020201020104" pitchFamily="34" charset="0"/>
            </a:endParaRPr>
          </a:p>
        </p:txBody>
      </p:sp>
      <p:grpSp>
        <p:nvGrpSpPr>
          <p:cNvPr id="4" name="Group 3">
            <a:extLst>
              <a:ext uri="{FF2B5EF4-FFF2-40B4-BE49-F238E27FC236}">
                <a16:creationId xmlns:a16="http://schemas.microsoft.com/office/drawing/2014/main" id="{74A74FC3-E172-4B87-97EF-D9CF1B5EA63C}"/>
              </a:ext>
            </a:extLst>
          </p:cNvPr>
          <p:cNvGrpSpPr/>
          <p:nvPr/>
        </p:nvGrpSpPr>
        <p:grpSpPr>
          <a:xfrm>
            <a:off x="1148705" y="4165430"/>
            <a:ext cx="4060920" cy="600824"/>
            <a:chOff x="6698634" y="762627"/>
            <a:chExt cx="4060920" cy="600824"/>
          </a:xfrm>
        </p:grpSpPr>
        <p:pic>
          <p:nvPicPr>
            <p:cNvPr id="1026" name="Picture 2">
              <a:extLst>
                <a:ext uri="{FF2B5EF4-FFF2-40B4-BE49-F238E27FC236}">
                  <a16:creationId xmlns:a16="http://schemas.microsoft.com/office/drawing/2014/main" id="{7E22D1B9-C868-4960-860A-CCB5CA8A96A0}"/>
                </a:ext>
              </a:extLst>
            </p:cNvPr>
            <p:cNvPicPr>
              <a:picLocks noChangeAspect="1" noChangeArrowheads="1"/>
            </p:cNvPicPr>
            <p:nvPr/>
          </p:nvPicPr>
          <p:blipFill>
            <a:blip r:embed="rId3">
              <a:biLevel thresh="25000"/>
              <a:extLst>
                <a:ext uri="{28A0092B-C50C-407E-A947-70E740481C1C}">
                  <a14:useLocalDpi xmlns:a14="http://schemas.microsoft.com/office/drawing/2010/main" val="0"/>
                </a:ext>
              </a:extLst>
            </a:blip>
            <a:srcRect/>
            <a:stretch>
              <a:fillRect/>
            </a:stretch>
          </p:blipFill>
          <p:spPr bwMode="auto">
            <a:xfrm>
              <a:off x="6698634" y="762627"/>
              <a:ext cx="1695596" cy="600824"/>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4EFCC116-831F-4B1B-BF26-F9A4ED0F4D04}"/>
                </a:ext>
              </a:extLst>
            </p:cNvPr>
            <p:cNvSpPr txBox="1"/>
            <p:nvPr/>
          </p:nvSpPr>
          <p:spPr>
            <a:xfrm>
              <a:off x="8403518" y="932234"/>
              <a:ext cx="2356036" cy="261610"/>
            </a:xfrm>
            <a:prstGeom prst="rect">
              <a:avLst/>
            </a:prstGeom>
            <a:noFill/>
          </p:spPr>
          <p:txBody>
            <a:bodyPr wrap="square" rtlCol="0">
              <a:spAutoFit/>
            </a:bodyPr>
            <a:lstStyle/>
            <a:p>
              <a:r>
                <a:rPr lang="pt-PT" sz="1100" b="1" dirty="0" err="1">
                  <a:solidFill>
                    <a:schemeClr val="bg1"/>
                  </a:solidFill>
                  <a:latin typeface="Santander Text" panose="020B0504020201020104" pitchFamily="34" charset="0"/>
                </a:rPr>
                <a:t>Application</a:t>
              </a:r>
              <a:r>
                <a:rPr lang="pt-PT" sz="1100" b="1" dirty="0">
                  <a:solidFill>
                    <a:schemeClr val="bg1"/>
                  </a:solidFill>
                  <a:latin typeface="Santander Text" panose="020B0504020201020104" pitchFamily="34" charset="0"/>
                </a:rPr>
                <a:t> Portfolio Management</a:t>
              </a:r>
            </a:p>
          </p:txBody>
        </p:sp>
      </p:grpSp>
      <p:sp>
        <p:nvSpPr>
          <p:cNvPr id="9" name="Rectangle 8">
            <a:extLst>
              <a:ext uri="{FF2B5EF4-FFF2-40B4-BE49-F238E27FC236}">
                <a16:creationId xmlns:a16="http://schemas.microsoft.com/office/drawing/2014/main" id="{DEF357D3-A953-371C-A102-9BD96B913173}"/>
              </a:ext>
            </a:extLst>
          </p:cNvPr>
          <p:cNvSpPr/>
          <p:nvPr/>
        </p:nvSpPr>
        <p:spPr>
          <a:xfrm>
            <a:off x="207148" y="5826283"/>
            <a:ext cx="2553149" cy="18543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PT" sz="900" dirty="0">
                <a:solidFill>
                  <a:schemeClr val="tx1"/>
                </a:solidFill>
              </a:rPr>
              <a:t>*</a:t>
            </a:r>
            <a:r>
              <a:rPr lang="pt-PT" sz="900" i="1" dirty="0">
                <a:solidFill>
                  <a:schemeClr val="tx1"/>
                </a:solidFill>
              </a:rPr>
              <a:t>Caso já exista catalogação</a:t>
            </a:r>
            <a:endParaRPr lang="pt-PT" sz="900" dirty="0">
              <a:solidFill>
                <a:schemeClr val="tx1"/>
              </a:solidFill>
            </a:endParaRPr>
          </a:p>
        </p:txBody>
      </p:sp>
      <p:sp>
        <p:nvSpPr>
          <p:cNvPr id="11" name="Rectangle 10">
            <a:extLst>
              <a:ext uri="{FF2B5EF4-FFF2-40B4-BE49-F238E27FC236}">
                <a16:creationId xmlns:a16="http://schemas.microsoft.com/office/drawing/2014/main" id="{8D7CD2C4-7DA2-5B56-B2F4-983E685D7229}"/>
              </a:ext>
            </a:extLst>
          </p:cNvPr>
          <p:cNvSpPr/>
          <p:nvPr/>
        </p:nvSpPr>
        <p:spPr>
          <a:xfrm>
            <a:off x="99515" y="3819900"/>
            <a:ext cx="2553149" cy="18543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PT" sz="900">
                <a:solidFill>
                  <a:schemeClr val="tx1"/>
                </a:solidFill>
              </a:rPr>
              <a:t>*</a:t>
            </a:r>
            <a:r>
              <a:rPr lang="pt-PT" sz="900" i="1">
                <a:solidFill>
                  <a:schemeClr val="tx1"/>
                </a:solidFill>
              </a:rPr>
              <a:t>Caso aplique</a:t>
            </a:r>
            <a:endParaRPr lang="pt-PT" sz="900">
              <a:solidFill>
                <a:schemeClr val="tx1"/>
              </a:solidFill>
            </a:endParaRPr>
          </a:p>
        </p:txBody>
      </p:sp>
      <p:graphicFrame>
        <p:nvGraphicFramePr>
          <p:cNvPr id="2" name="Group 52">
            <a:extLst>
              <a:ext uri="{FF2B5EF4-FFF2-40B4-BE49-F238E27FC236}">
                <a16:creationId xmlns:a16="http://schemas.microsoft.com/office/drawing/2014/main" id="{A621B269-E742-02B4-5CFA-481859760F17}"/>
              </a:ext>
            </a:extLst>
          </p:cNvPr>
          <p:cNvGraphicFramePr>
            <a:graphicFrameLocks/>
          </p:cNvGraphicFramePr>
          <p:nvPr>
            <p:extLst>
              <p:ext uri="{D42A27DB-BD31-4B8C-83A1-F6EECF244321}">
                <p14:modId xmlns:p14="http://schemas.microsoft.com/office/powerpoint/2010/main" val="664848675"/>
              </p:ext>
            </p:extLst>
          </p:nvPr>
        </p:nvGraphicFramePr>
        <p:xfrm>
          <a:off x="6457413" y="1214862"/>
          <a:ext cx="5493287" cy="2983140"/>
        </p:xfrm>
        <a:graphic>
          <a:graphicData uri="http://schemas.openxmlformats.org/drawingml/2006/table">
            <a:tbl>
              <a:tblPr/>
              <a:tblGrid>
                <a:gridCol w="2559587">
                  <a:extLst>
                    <a:ext uri="{9D8B030D-6E8A-4147-A177-3AD203B41FA5}">
                      <a16:colId xmlns:a16="http://schemas.microsoft.com/office/drawing/2014/main" val="20000"/>
                    </a:ext>
                  </a:extLst>
                </a:gridCol>
                <a:gridCol w="2933700">
                  <a:extLst>
                    <a:ext uri="{9D8B030D-6E8A-4147-A177-3AD203B41FA5}">
                      <a16:colId xmlns:a16="http://schemas.microsoft.com/office/drawing/2014/main" val="20003"/>
                    </a:ext>
                  </a:extLst>
                </a:gridCol>
              </a:tblGrid>
              <a:tr h="0">
                <a:tc>
                  <a:txBody>
                    <a:bodyPr/>
                    <a:lstStyle/>
                    <a:p>
                      <a:pPr marL="0" marR="0" lvl="0" indent="0" algn="l" defTabSz="914400" rtl="0" eaLnBrk="1" fontAlgn="base" latinLnBrk="0" hangingPunct="1">
                        <a:lnSpc>
                          <a:spcPct val="100000"/>
                        </a:lnSpc>
                        <a:spcBef>
                          <a:spcPct val="20000"/>
                        </a:spcBef>
                        <a:spcAft>
                          <a:spcPct val="0"/>
                        </a:spcAft>
                        <a:buClr>
                          <a:schemeClr val="bg1"/>
                        </a:buClr>
                        <a:buSzPct val="25000"/>
                        <a:buFont typeface="Times" pitchFamily="18" charset="0"/>
                        <a:buNone/>
                        <a:tabLst/>
                      </a:pPr>
                      <a:r>
                        <a:rPr kumimoji="0" lang="en-US" sz="1300" b="1" i="0" u="none" strike="noStrike" kern="1200" cap="none" normalizeH="0" baseline="0" noProof="0" dirty="0">
                          <a:ln>
                            <a:noFill/>
                          </a:ln>
                          <a:solidFill>
                            <a:schemeClr val="bg1"/>
                          </a:solidFill>
                          <a:effectLst/>
                          <a:latin typeface="Santander Text" panose="020B0504020201020104" pitchFamily="34" charset="0"/>
                          <a:ea typeface="+mn-ea"/>
                          <a:cs typeface="+mn-cs"/>
                        </a:rPr>
                        <a:t>Nome | </a:t>
                      </a:r>
                      <a:r>
                        <a:rPr kumimoji="0" lang="en-US" sz="1300" b="1" i="0" u="none" strike="noStrike" kern="1200" cap="none" normalizeH="0" baseline="0" noProof="0" dirty="0" err="1">
                          <a:ln>
                            <a:noFill/>
                          </a:ln>
                          <a:solidFill>
                            <a:schemeClr val="bg1"/>
                          </a:solidFill>
                          <a:effectLst/>
                          <a:latin typeface="Santander Text" panose="020B0504020201020104" pitchFamily="34" charset="0"/>
                          <a:ea typeface="+mn-ea"/>
                          <a:cs typeface="+mn-cs"/>
                        </a:rPr>
                        <a:t>eMail</a:t>
                      </a:r>
                      <a:endParaRPr kumimoji="0" lang="en-US" sz="1300" b="1" i="0" u="none" strike="noStrike" kern="1200" cap="none" normalizeH="0" baseline="0" noProof="0" dirty="0">
                        <a:ln>
                          <a:noFill/>
                        </a:ln>
                        <a:solidFill>
                          <a:schemeClr val="bg1"/>
                        </a:solidFill>
                        <a:effectLst/>
                        <a:latin typeface="Santander Text" panose="020B0504020201020104" pitchFamily="34" charset="0"/>
                        <a:ea typeface="+mn-ea"/>
                        <a:cs typeface="+mn-cs"/>
                      </a:endParaRPr>
                    </a:p>
                  </a:txBody>
                  <a:tcPr marL="76188" marR="76188" marT="78016" marB="78016" anchor="ct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chemeClr val="tx1">
                        <a:lumMod val="75000"/>
                        <a:lumOff val="25000"/>
                      </a:schemeClr>
                    </a:solidFill>
                  </a:tcPr>
                </a:tc>
                <a:tc>
                  <a:txBody>
                    <a:bodyPr/>
                    <a:lstStyle/>
                    <a:p>
                      <a:pPr marL="0" algn="l" defTabSz="914400" rtl="0" eaLnBrk="1" latinLnBrk="0" hangingPunct="1"/>
                      <a:r>
                        <a:rPr kumimoji="0" lang="en-US" sz="1300" b="1" i="0" u="none" strike="noStrike" kern="1200" cap="none" normalizeH="0" baseline="0" noProof="0" dirty="0" err="1">
                          <a:ln>
                            <a:noFill/>
                          </a:ln>
                          <a:solidFill>
                            <a:schemeClr val="bg1"/>
                          </a:solidFill>
                          <a:effectLst/>
                          <a:latin typeface="Santander Text" panose="020B0504020201020104" pitchFamily="34" charset="0"/>
                          <a:ea typeface="+mn-ea"/>
                          <a:cs typeface="+mn-cs"/>
                        </a:rPr>
                        <a:t>Departmento</a:t>
                      </a:r>
                      <a:r>
                        <a:rPr kumimoji="0" lang="en-US" sz="1300" b="1" i="0" u="none" strike="noStrike" kern="1200" cap="none" normalizeH="0" baseline="0" noProof="0" dirty="0">
                          <a:ln>
                            <a:noFill/>
                          </a:ln>
                          <a:solidFill>
                            <a:schemeClr val="bg1"/>
                          </a:solidFill>
                          <a:effectLst/>
                          <a:latin typeface="Santander Text" panose="020B0504020201020104" pitchFamily="34" charset="0"/>
                          <a:ea typeface="+mn-ea"/>
                          <a:cs typeface="+mn-cs"/>
                        </a:rPr>
                        <a:t> | Role</a:t>
                      </a:r>
                    </a:p>
                  </a:txBody>
                  <a:tcPr marL="76188" marR="76188" marT="78016" marB="78016" anchor="ctr" horzOverflow="overflow">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chemeClr val="tx1">
                        <a:lumMod val="75000"/>
                        <a:lumOff val="25000"/>
                      </a:schemeClr>
                    </a:solidFill>
                  </a:tcPr>
                </a:tc>
                <a:extLst>
                  <a:ext uri="{0D108BD9-81ED-4DB2-BD59-A6C34878D82A}">
                    <a16:rowId xmlns:a16="http://schemas.microsoft.com/office/drawing/2014/main" val="10000"/>
                  </a:ext>
                </a:extLst>
              </a:tr>
              <a:tr h="354158">
                <a:tc>
                  <a:txBody>
                    <a:bodyPr/>
                    <a:lstStyle/>
                    <a:p>
                      <a:pPr marL="0" marR="0" lvl="0" indent="0" algn="l" defTabSz="914400" rtl="0" eaLnBrk="1" fontAlgn="base" latinLnBrk="0" hangingPunct="1">
                        <a:lnSpc>
                          <a:spcPct val="100000"/>
                        </a:lnSpc>
                        <a:spcBef>
                          <a:spcPct val="20000"/>
                        </a:spcBef>
                        <a:spcAft>
                          <a:spcPct val="0"/>
                        </a:spcAft>
                        <a:buClr>
                          <a:schemeClr val="bg1"/>
                        </a:buClr>
                        <a:buSzPct val="25000"/>
                        <a:buFont typeface="Times" pitchFamily="18" charset="0"/>
                        <a:buNone/>
                        <a:tabLst/>
                      </a:pPr>
                      <a:r>
                        <a:rPr lang="pt-PT" sz="1100" b="0" kern="1200" dirty="0">
                          <a:solidFill>
                            <a:schemeClr val="dk1"/>
                          </a:solidFill>
                          <a:highlight>
                            <a:srgbClr val="FFFF00"/>
                          </a:highlight>
                          <a:latin typeface="Santander Text" panose="020B0504020201020104" pitchFamily="34" charset="0"/>
                        </a:rPr>
                        <a:t>S302112</a:t>
                      </a:r>
                      <a:r>
                        <a:rPr kumimoji="0" lang="es-ES_tradnl" sz="1100" b="0" i="0" u="none" strike="noStrike" cap="none" normalizeH="0" baseline="0" dirty="0">
                          <a:ln>
                            <a:noFill/>
                          </a:ln>
                          <a:solidFill>
                            <a:schemeClr val="tx1"/>
                          </a:solidFill>
                          <a:effectLst/>
                          <a:highlight>
                            <a:srgbClr val="FFFF00"/>
                          </a:highlight>
                          <a:latin typeface="Santander Text" panose="020B0504020201020104" pitchFamily="34" charset="0"/>
                        </a:rPr>
                        <a:t> | Carlos Fonseca</a:t>
                      </a:r>
                    </a:p>
                    <a:p>
                      <a:pPr marL="0" marR="0" lvl="0" indent="0" algn="l" defTabSz="914400" rtl="0" eaLnBrk="1" fontAlgn="base" latinLnBrk="0" hangingPunct="1">
                        <a:lnSpc>
                          <a:spcPct val="100000"/>
                        </a:lnSpc>
                        <a:spcBef>
                          <a:spcPct val="20000"/>
                        </a:spcBef>
                        <a:spcAft>
                          <a:spcPct val="0"/>
                        </a:spcAft>
                        <a:buClr>
                          <a:schemeClr val="bg1"/>
                        </a:buClr>
                        <a:buSzPct val="25000"/>
                        <a:buFont typeface="Times" pitchFamily="18" charset="0"/>
                        <a:buNone/>
                        <a:tabLst/>
                      </a:pPr>
                      <a:r>
                        <a:rPr kumimoji="0" lang="es-ES_tradnl" sz="1100" b="0" i="0" u="none" strike="noStrike" cap="none" normalizeH="0" baseline="0" dirty="0">
                          <a:ln>
                            <a:noFill/>
                          </a:ln>
                          <a:solidFill>
                            <a:schemeClr val="tx1">
                              <a:lumMod val="50000"/>
                              <a:lumOff val="50000"/>
                            </a:schemeClr>
                          </a:solidFill>
                          <a:effectLst/>
                          <a:highlight>
                            <a:srgbClr val="FFFF00"/>
                          </a:highlight>
                          <a:latin typeface="Santander Text" panose="020B0504020201020104" pitchFamily="34" charset="0"/>
                        </a:rPr>
                        <a:t>carlos.fonseca@santander.pt</a:t>
                      </a:r>
                    </a:p>
                  </a:txBody>
                  <a:tcPr marL="76188" marR="76188" marT="78043" marB="78043" horzOverflow="overflow">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85000"/>
                        </a:lnSpc>
                        <a:spcBef>
                          <a:spcPct val="20000"/>
                        </a:spcBef>
                        <a:spcAft>
                          <a:spcPct val="0"/>
                        </a:spcAft>
                        <a:buClr>
                          <a:prstClr val="white"/>
                        </a:buClr>
                        <a:buSzPct val="25000"/>
                        <a:buFont typeface="Times" pitchFamily="18" charset="0"/>
                        <a:buNone/>
                        <a:tabLst/>
                        <a:defRPr/>
                      </a:pPr>
                      <a:r>
                        <a:rPr kumimoji="0" lang="en-US" sz="1100" b="0" i="0" u="none" strike="noStrike" kern="1200" cap="none" spc="0" normalizeH="0" baseline="0" noProof="0" dirty="0">
                          <a:ln>
                            <a:noFill/>
                          </a:ln>
                          <a:solidFill>
                            <a:schemeClr val="tx1"/>
                          </a:solidFill>
                          <a:effectLst/>
                          <a:highlight>
                            <a:srgbClr val="FFFF00"/>
                          </a:highlight>
                          <a:uLnTx/>
                          <a:uFillTx/>
                          <a:latin typeface="Santander Text" panose="020B0504020201020104" pitchFamily="34" charset="0"/>
                          <a:ea typeface="+mn-ea"/>
                          <a:cs typeface="+mn-cs"/>
                        </a:rPr>
                        <a:t>Reporting Hub</a:t>
                      </a:r>
                    </a:p>
                    <a:p>
                      <a:pPr marL="0" marR="0" lvl="0" indent="0" algn="l" defTabSz="914400" rtl="0" eaLnBrk="1" fontAlgn="base" latinLnBrk="0" hangingPunct="1">
                        <a:lnSpc>
                          <a:spcPct val="85000"/>
                        </a:lnSpc>
                        <a:spcBef>
                          <a:spcPct val="20000"/>
                        </a:spcBef>
                        <a:spcAft>
                          <a:spcPct val="0"/>
                        </a:spcAft>
                        <a:buClr>
                          <a:schemeClr val="bg1"/>
                        </a:buClr>
                        <a:buSzPct val="25000"/>
                        <a:buFont typeface="Times" pitchFamily="18" charset="0"/>
                        <a:buNone/>
                        <a:tabLst/>
                      </a:pPr>
                      <a:r>
                        <a:rPr kumimoji="0" lang="en-US" sz="1100" b="0" i="0" u="none" strike="noStrike" kern="1200" cap="none" spc="0" normalizeH="0" baseline="0" noProof="0" dirty="0" err="1">
                          <a:ln>
                            <a:noFill/>
                          </a:ln>
                          <a:solidFill>
                            <a:schemeClr val="tx1">
                              <a:lumMod val="50000"/>
                              <a:lumOff val="50000"/>
                            </a:schemeClr>
                          </a:solidFill>
                          <a:effectLst/>
                          <a:highlight>
                            <a:srgbClr val="FFFF00"/>
                          </a:highlight>
                          <a:uLnTx/>
                          <a:uFillTx/>
                          <a:latin typeface="Santander Text" panose="020B0504020201020104" pitchFamily="34" charset="0"/>
                          <a:ea typeface="+mn-ea"/>
                          <a:cs typeface="+mn-cs"/>
                        </a:rPr>
                        <a:t>Solicitante</a:t>
                      </a:r>
                      <a:endParaRPr kumimoji="0" lang="en-US" sz="1100" b="0" i="0" u="none" strike="noStrike" cap="none" normalizeH="0" baseline="0" noProof="0" dirty="0">
                        <a:ln>
                          <a:noFill/>
                        </a:ln>
                        <a:solidFill>
                          <a:schemeClr val="tx1">
                            <a:lumMod val="50000"/>
                            <a:lumOff val="50000"/>
                          </a:schemeClr>
                        </a:solidFill>
                        <a:effectLst/>
                        <a:highlight>
                          <a:srgbClr val="FFFF00"/>
                        </a:highlight>
                        <a:latin typeface="Santander Text" panose="020B0504020201020104" pitchFamily="34" charset="0"/>
                      </a:endParaRPr>
                    </a:p>
                  </a:txBody>
                  <a:tcPr marL="76188" marR="76188" marT="78043" marB="78043" horzOverflow="overflow">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975545907"/>
                  </a:ext>
                </a:extLst>
              </a:tr>
              <a:tr h="354158">
                <a:tc>
                  <a:txBody>
                    <a:bodyPr/>
                    <a:lstStyle/>
                    <a:p>
                      <a:pPr marL="0" marR="0" lvl="0" indent="0" algn="l" defTabSz="914400" rtl="0" eaLnBrk="1" fontAlgn="base" latinLnBrk="0" hangingPunct="1">
                        <a:lnSpc>
                          <a:spcPct val="100000"/>
                        </a:lnSpc>
                        <a:spcBef>
                          <a:spcPct val="20000"/>
                        </a:spcBef>
                        <a:spcAft>
                          <a:spcPct val="0"/>
                        </a:spcAft>
                        <a:buClr>
                          <a:schemeClr val="bg1"/>
                        </a:buClr>
                        <a:buSzPct val="25000"/>
                        <a:buFont typeface="Times" pitchFamily="18" charset="0"/>
                        <a:buNone/>
                        <a:tabLst/>
                      </a:pPr>
                      <a:r>
                        <a:rPr lang="pt-PT" sz="1100" kern="1200" dirty="0">
                          <a:solidFill>
                            <a:schemeClr val="dk1"/>
                          </a:solidFill>
                          <a:highlight>
                            <a:srgbClr val="FFFF00"/>
                          </a:highlight>
                          <a:latin typeface="Santander Text" panose="020B0504020201020104" pitchFamily="34" charset="0"/>
                          <a:ea typeface="+mn-ea"/>
                          <a:cs typeface="+mn-cs"/>
                        </a:rPr>
                        <a:t>S800686</a:t>
                      </a:r>
                      <a:r>
                        <a:rPr kumimoji="0" lang="es-ES_tradnl" sz="1100" b="0" i="0" u="none" strike="noStrike" cap="none" normalizeH="0" baseline="0" dirty="0">
                          <a:ln>
                            <a:noFill/>
                          </a:ln>
                          <a:solidFill>
                            <a:schemeClr val="tx1"/>
                          </a:solidFill>
                          <a:effectLst/>
                          <a:highlight>
                            <a:srgbClr val="FFFF00"/>
                          </a:highlight>
                          <a:latin typeface="Santander Text" panose="020B0504020201020104" pitchFamily="34" charset="0"/>
                        </a:rPr>
                        <a:t> | </a:t>
                      </a:r>
                      <a:r>
                        <a:rPr lang="pt-PT" sz="1100" kern="1200" dirty="0">
                          <a:solidFill>
                            <a:schemeClr val="dk1"/>
                          </a:solidFill>
                          <a:highlight>
                            <a:srgbClr val="FFFF00"/>
                          </a:highlight>
                          <a:latin typeface="Santander Text" panose="020B0504020201020104" pitchFamily="34" charset="0"/>
                          <a:ea typeface="+mn-ea"/>
                          <a:cs typeface="+mn-cs"/>
                        </a:rPr>
                        <a:t>Luís Capitão</a:t>
                      </a:r>
                      <a:r>
                        <a:rPr lang="pt-PT" sz="1100" kern="1200" baseline="0" dirty="0">
                          <a:solidFill>
                            <a:schemeClr val="dk1"/>
                          </a:solidFill>
                          <a:highlight>
                            <a:srgbClr val="FFFF00"/>
                          </a:highlight>
                          <a:latin typeface="Santander Text" panose="020B0504020201020104" pitchFamily="34" charset="0"/>
                          <a:ea typeface="+mn-ea"/>
                          <a:cs typeface="+mn-cs"/>
                        </a:rPr>
                        <a:t> </a:t>
                      </a:r>
                      <a:r>
                        <a:rPr lang="pt-PT" sz="1100" kern="1200" dirty="0">
                          <a:solidFill>
                            <a:schemeClr val="dk1"/>
                          </a:solidFill>
                          <a:highlight>
                            <a:srgbClr val="FFFF00"/>
                          </a:highlight>
                          <a:latin typeface="Santander Text" panose="020B0504020201020104" pitchFamily="34" charset="0"/>
                          <a:ea typeface="+mn-ea"/>
                          <a:cs typeface="+mn-cs"/>
                        </a:rPr>
                        <a:t>Mor</a:t>
                      </a:r>
                      <a:endParaRPr kumimoji="0" lang="es-ES_tradnl" sz="1100" b="0" i="0" u="none" strike="noStrike" cap="none" normalizeH="0" baseline="0" dirty="0">
                        <a:ln>
                          <a:noFill/>
                        </a:ln>
                        <a:solidFill>
                          <a:schemeClr val="tx1"/>
                        </a:solidFill>
                        <a:effectLst/>
                        <a:highlight>
                          <a:srgbClr val="FFFF00"/>
                        </a:highlight>
                        <a:latin typeface="Santander Text" panose="020B0504020201020104" pitchFamily="34" charset="0"/>
                      </a:endParaRPr>
                    </a:p>
                    <a:p>
                      <a:pPr marL="0" marR="0" lvl="0" indent="0" algn="l" defTabSz="914400" rtl="0" eaLnBrk="1" fontAlgn="base" latinLnBrk="0" hangingPunct="1">
                        <a:lnSpc>
                          <a:spcPct val="100000"/>
                        </a:lnSpc>
                        <a:spcBef>
                          <a:spcPct val="20000"/>
                        </a:spcBef>
                        <a:spcAft>
                          <a:spcPct val="0"/>
                        </a:spcAft>
                        <a:buClr>
                          <a:schemeClr val="bg1"/>
                        </a:buClr>
                        <a:buSzPct val="25000"/>
                        <a:buFont typeface="Times" pitchFamily="18" charset="0"/>
                        <a:buNone/>
                        <a:tabLst/>
                      </a:pPr>
                      <a:r>
                        <a:rPr kumimoji="0" lang="es-ES_tradnl" sz="1100" b="0" i="0" u="none" strike="noStrike" cap="none" normalizeH="0" baseline="0" dirty="0">
                          <a:ln>
                            <a:noFill/>
                          </a:ln>
                          <a:solidFill>
                            <a:schemeClr val="tx1">
                              <a:lumMod val="50000"/>
                              <a:lumOff val="50000"/>
                            </a:schemeClr>
                          </a:solidFill>
                          <a:effectLst/>
                          <a:highlight>
                            <a:srgbClr val="FFFF00"/>
                          </a:highlight>
                          <a:latin typeface="Santander Text" panose="020B0504020201020104" pitchFamily="34" charset="0"/>
                        </a:rPr>
                        <a:t>luisafonso.silva@santander.pt</a:t>
                      </a:r>
                    </a:p>
                  </a:txBody>
                  <a:tcPr marL="76188" marR="76188" marT="78016" marB="78016" horzOverflow="overflow">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85000"/>
                        </a:lnSpc>
                        <a:spcBef>
                          <a:spcPct val="20000"/>
                        </a:spcBef>
                        <a:spcAft>
                          <a:spcPct val="0"/>
                        </a:spcAft>
                        <a:buClr>
                          <a:prstClr val="white"/>
                        </a:buClr>
                        <a:buSzPct val="25000"/>
                        <a:buFont typeface="Times" pitchFamily="18" charset="0"/>
                        <a:buNone/>
                        <a:tabLst/>
                        <a:defRPr/>
                      </a:pPr>
                      <a:r>
                        <a:rPr kumimoji="0" lang="en-US" sz="1100" b="0" i="0" u="none" strike="noStrike" kern="1200" cap="none" spc="0" normalizeH="0" baseline="0" noProof="0" dirty="0">
                          <a:ln>
                            <a:noFill/>
                          </a:ln>
                          <a:solidFill>
                            <a:schemeClr val="tx1"/>
                          </a:solidFill>
                          <a:effectLst/>
                          <a:highlight>
                            <a:srgbClr val="FFFF00"/>
                          </a:highlight>
                          <a:uLnTx/>
                          <a:uFillTx/>
                          <a:latin typeface="Santander Text" panose="020B0504020201020104" pitchFamily="34" charset="0"/>
                          <a:ea typeface="+mn-ea"/>
                          <a:cs typeface="+mn-cs"/>
                        </a:rPr>
                        <a:t>Data</a:t>
                      </a:r>
                    </a:p>
                    <a:p>
                      <a:pPr marL="0" marR="0" lvl="0" indent="0" algn="l" defTabSz="914400" rtl="0" eaLnBrk="1" fontAlgn="base" latinLnBrk="0" hangingPunct="1">
                        <a:lnSpc>
                          <a:spcPct val="85000"/>
                        </a:lnSpc>
                        <a:spcBef>
                          <a:spcPct val="20000"/>
                        </a:spcBef>
                        <a:spcAft>
                          <a:spcPct val="0"/>
                        </a:spcAft>
                        <a:buClr>
                          <a:prstClr val="white"/>
                        </a:buClr>
                        <a:buSzPct val="25000"/>
                        <a:buFont typeface="Times" pitchFamily="18" charset="0"/>
                        <a:buNone/>
                        <a:tabLst/>
                        <a:defRPr/>
                      </a:pPr>
                      <a:r>
                        <a:rPr kumimoji="0" lang="en-US" sz="1100" b="0" i="0" u="none" strike="noStrike" kern="1200" cap="none" spc="0" normalizeH="0" baseline="0" noProof="0" dirty="0">
                          <a:ln>
                            <a:noFill/>
                          </a:ln>
                          <a:solidFill>
                            <a:schemeClr val="tx1">
                              <a:lumMod val="50000"/>
                              <a:lumOff val="50000"/>
                            </a:schemeClr>
                          </a:solidFill>
                          <a:effectLst/>
                          <a:highlight>
                            <a:srgbClr val="FFFF00"/>
                          </a:highlight>
                          <a:uLnTx/>
                          <a:uFillTx/>
                          <a:latin typeface="Santander Text" panose="020B0504020201020104" pitchFamily="34" charset="0"/>
                          <a:ea typeface="+mn-ea"/>
                          <a:cs typeface="+mn-cs"/>
                        </a:rPr>
                        <a:t>CDO</a:t>
                      </a:r>
                      <a:endParaRPr kumimoji="0" lang="en-US" sz="1100" b="0" i="0" u="none" strike="noStrike" cap="none" normalizeH="0" baseline="0" noProof="0" dirty="0">
                        <a:ln>
                          <a:noFill/>
                        </a:ln>
                        <a:solidFill>
                          <a:schemeClr val="tx1">
                            <a:lumMod val="50000"/>
                            <a:lumOff val="50000"/>
                          </a:schemeClr>
                        </a:solidFill>
                        <a:effectLst/>
                        <a:highlight>
                          <a:srgbClr val="FFFF00"/>
                        </a:highlight>
                        <a:latin typeface="Santander Text" panose="020B0504020201020104" pitchFamily="34" charset="0"/>
                      </a:endParaRPr>
                    </a:p>
                  </a:txBody>
                  <a:tcPr marL="76188" marR="76188" marT="78016" marB="78016" horzOverflow="overflow">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132128018"/>
                  </a:ext>
                </a:extLst>
              </a:tr>
              <a:tr h="495500">
                <a:tc>
                  <a:txBody>
                    <a:bodyPr/>
                    <a:lstStyle/>
                    <a:p>
                      <a:pPr marL="0" marR="0" lvl="0" indent="0" algn="l" defTabSz="914400" rtl="0" eaLnBrk="1" fontAlgn="base" latinLnBrk="0" hangingPunct="1">
                        <a:lnSpc>
                          <a:spcPct val="100000"/>
                        </a:lnSpc>
                        <a:spcBef>
                          <a:spcPct val="20000"/>
                        </a:spcBef>
                        <a:spcAft>
                          <a:spcPct val="0"/>
                        </a:spcAft>
                        <a:buClr>
                          <a:schemeClr val="bg1"/>
                        </a:buClr>
                        <a:buSzPct val="25000"/>
                        <a:buFont typeface="Times" pitchFamily="18" charset="0"/>
                        <a:buNone/>
                        <a:tabLst/>
                      </a:pPr>
                      <a:r>
                        <a:rPr lang="pt-PT" sz="1100" b="0" kern="1200" dirty="0">
                          <a:solidFill>
                            <a:schemeClr val="dk1"/>
                          </a:solidFill>
                          <a:highlight>
                            <a:srgbClr val="FFFF00"/>
                          </a:highlight>
                          <a:latin typeface="Santander Text" panose="020B0504020201020104" pitchFamily="34" charset="0"/>
                        </a:rPr>
                        <a:t>S302112</a:t>
                      </a:r>
                      <a:r>
                        <a:rPr kumimoji="0" lang="es-ES_tradnl" sz="1100" b="0" i="0" u="none" strike="noStrike" cap="none" normalizeH="0" baseline="0" dirty="0">
                          <a:ln>
                            <a:noFill/>
                          </a:ln>
                          <a:solidFill>
                            <a:schemeClr val="tx1"/>
                          </a:solidFill>
                          <a:effectLst/>
                          <a:highlight>
                            <a:srgbClr val="FFFF00"/>
                          </a:highlight>
                          <a:latin typeface="Santander Text" panose="020B0504020201020104" pitchFamily="34" charset="0"/>
                        </a:rPr>
                        <a:t> | Carlos Fonseca</a:t>
                      </a:r>
                    </a:p>
                    <a:p>
                      <a:pPr marL="0" marR="0" lvl="0" indent="0" algn="l" defTabSz="914400" rtl="0" eaLnBrk="1" fontAlgn="base" latinLnBrk="0" hangingPunct="1">
                        <a:lnSpc>
                          <a:spcPct val="100000"/>
                        </a:lnSpc>
                        <a:spcBef>
                          <a:spcPct val="20000"/>
                        </a:spcBef>
                        <a:spcAft>
                          <a:spcPct val="0"/>
                        </a:spcAft>
                        <a:buClr>
                          <a:schemeClr val="bg1"/>
                        </a:buClr>
                        <a:buSzPct val="25000"/>
                        <a:buFont typeface="Times" pitchFamily="18" charset="0"/>
                        <a:buNone/>
                        <a:tabLst/>
                      </a:pPr>
                      <a:r>
                        <a:rPr kumimoji="0" lang="es-ES_tradnl" sz="1100" b="0" i="0" u="none" strike="noStrike" cap="none" normalizeH="0" baseline="0" dirty="0">
                          <a:ln>
                            <a:noFill/>
                          </a:ln>
                          <a:solidFill>
                            <a:schemeClr val="tx1">
                              <a:lumMod val="50000"/>
                              <a:lumOff val="50000"/>
                            </a:schemeClr>
                          </a:solidFill>
                          <a:effectLst/>
                          <a:highlight>
                            <a:srgbClr val="FFFF00"/>
                          </a:highlight>
                          <a:latin typeface="Santander Text" panose="020B0504020201020104" pitchFamily="34" charset="0"/>
                        </a:rPr>
                        <a:t>carlos.fonseca@santander.pt</a:t>
                      </a:r>
                    </a:p>
                  </a:txBody>
                  <a:tcPr marL="76188" marR="76188" marT="78043" marB="78043" horzOverflow="overflow">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85000"/>
                        </a:lnSpc>
                        <a:spcBef>
                          <a:spcPct val="20000"/>
                        </a:spcBef>
                        <a:spcAft>
                          <a:spcPct val="0"/>
                        </a:spcAft>
                        <a:buClr>
                          <a:prstClr val="white"/>
                        </a:buClr>
                        <a:buSzPct val="25000"/>
                        <a:buFont typeface="Times" pitchFamily="18" charset="0"/>
                        <a:buNone/>
                        <a:tabLst/>
                        <a:defRPr/>
                      </a:pPr>
                      <a:r>
                        <a:rPr kumimoji="0" lang="en-US" sz="1100" b="0" i="0" u="none" strike="noStrike" kern="1200" cap="none" spc="0" normalizeH="0" baseline="0" noProof="0" dirty="0">
                          <a:ln>
                            <a:noFill/>
                          </a:ln>
                          <a:solidFill>
                            <a:schemeClr val="tx1"/>
                          </a:solidFill>
                          <a:effectLst/>
                          <a:highlight>
                            <a:srgbClr val="FFFF00"/>
                          </a:highlight>
                          <a:uLnTx/>
                          <a:uFillTx/>
                          <a:latin typeface="Santander Text" panose="020B0504020201020104" pitchFamily="34" charset="0"/>
                          <a:ea typeface="+mn-ea"/>
                          <a:cs typeface="+mn-cs"/>
                        </a:rPr>
                        <a:t>Reporting Hub</a:t>
                      </a:r>
                    </a:p>
                    <a:p>
                      <a:pPr marL="0" marR="0" lvl="0" indent="0" algn="l" defTabSz="914400" rtl="0" eaLnBrk="1" fontAlgn="base" latinLnBrk="0" hangingPunct="1">
                        <a:lnSpc>
                          <a:spcPct val="85000"/>
                        </a:lnSpc>
                        <a:spcBef>
                          <a:spcPct val="20000"/>
                        </a:spcBef>
                        <a:spcAft>
                          <a:spcPct val="0"/>
                        </a:spcAft>
                        <a:buClr>
                          <a:prstClr val="white"/>
                        </a:buClr>
                        <a:buSzPct val="25000"/>
                        <a:buFont typeface="Times" pitchFamily="18" charset="0"/>
                        <a:buNone/>
                        <a:tabLst/>
                        <a:defRPr/>
                      </a:pPr>
                      <a:r>
                        <a:rPr kumimoji="0" lang="en-US" sz="1100" b="0" i="0" u="none" strike="noStrike" kern="1200" cap="none" spc="0" normalizeH="0" baseline="0" noProof="0" dirty="0">
                          <a:ln>
                            <a:noFill/>
                          </a:ln>
                          <a:solidFill>
                            <a:schemeClr val="tx1">
                              <a:lumMod val="50000"/>
                              <a:lumOff val="50000"/>
                            </a:schemeClr>
                          </a:solidFill>
                          <a:effectLst/>
                          <a:highlight>
                            <a:srgbClr val="FFFF00"/>
                          </a:highlight>
                          <a:uLnTx/>
                          <a:uFillTx/>
                          <a:latin typeface="Santander Text" panose="020B0504020201020104" pitchFamily="34" charset="0"/>
                          <a:ea typeface="+mn-ea"/>
                          <a:cs typeface="+mn-cs"/>
                        </a:rPr>
                        <a:t>Gestor de </a:t>
                      </a:r>
                      <a:r>
                        <a:rPr kumimoji="0" lang="en-US" sz="1100" b="0" i="0" u="none" strike="noStrike" kern="1200" cap="none" spc="0" normalizeH="0" baseline="0" noProof="0" dirty="0" err="1">
                          <a:ln>
                            <a:noFill/>
                          </a:ln>
                          <a:solidFill>
                            <a:schemeClr val="tx1">
                              <a:lumMod val="50000"/>
                              <a:lumOff val="50000"/>
                            </a:schemeClr>
                          </a:solidFill>
                          <a:effectLst/>
                          <a:highlight>
                            <a:srgbClr val="FFFF00"/>
                          </a:highlight>
                          <a:uLnTx/>
                          <a:uFillTx/>
                          <a:latin typeface="Santander Text" panose="020B0504020201020104" pitchFamily="34" charset="0"/>
                          <a:ea typeface="+mn-ea"/>
                          <a:cs typeface="+mn-cs"/>
                        </a:rPr>
                        <a:t>Projecto</a:t>
                      </a:r>
                      <a:endParaRPr kumimoji="0" lang="en-US" sz="1100" b="0" i="0" u="none" strike="noStrike" cap="none" normalizeH="0" baseline="0" noProof="0" dirty="0">
                        <a:ln>
                          <a:noFill/>
                        </a:ln>
                        <a:solidFill>
                          <a:schemeClr val="tx1">
                            <a:lumMod val="50000"/>
                            <a:lumOff val="50000"/>
                          </a:schemeClr>
                        </a:solidFill>
                        <a:effectLst/>
                        <a:highlight>
                          <a:srgbClr val="FFFF00"/>
                        </a:highlight>
                        <a:latin typeface="Santander Text" panose="020B0504020201020104" pitchFamily="34" charset="0"/>
                      </a:endParaRPr>
                    </a:p>
                  </a:txBody>
                  <a:tcPr marL="76188" marR="76188" marT="78043" marB="78043" horzOverflow="overflow">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09041277"/>
                  </a:ext>
                </a:extLst>
              </a:tr>
              <a:tr h="354158">
                <a:tc>
                  <a:txBody>
                    <a:bodyPr/>
                    <a:lstStyle/>
                    <a:p>
                      <a:pPr marL="0" marR="0" lvl="0" indent="0" algn="l" defTabSz="914400" rtl="0" fontAlgn="auto" hangingPunct="1">
                        <a:lnSpc>
                          <a:spcPct val="100000"/>
                        </a:lnSpc>
                        <a:spcBef>
                          <a:spcPts val="300"/>
                        </a:spcBef>
                        <a:spcAft>
                          <a:spcPts val="0"/>
                        </a:spcAft>
                        <a:buNone/>
                        <a:tabLst/>
                      </a:pPr>
                      <a:r>
                        <a:rPr lang="pt-PT" sz="1100" b="0" kern="1200" dirty="0">
                          <a:solidFill>
                            <a:srgbClr val="000000"/>
                          </a:solidFill>
                          <a:highlight>
                            <a:srgbClr val="FFFF00"/>
                          </a:highlight>
                          <a:latin typeface="Santander Text" pitchFamily="34"/>
                        </a:rPr>
                        <a:t>S610357 | Pedro Mendes</a:t>
                      </a:r>
                      <a:endParaRPr lang="es-ES" sz="1100" b="0" i="0" u="none" strike="noStrike" cap="none" baseline="0" dirty="0">
                        <a:solidFill>
                          <a:srgbClr val="000000"/>
                        </a:solidFill>
                        <a:highlight>
                          <a:srgbClr val="FFFF00"/>
                        </a:highlight>
                        <a:latin typeface="Santander Text" pitchFamily="34"/>
                      </a:endParaRPr>
                    </a:p>
                    <a:p>
                      <a:pPr marL="0" marR="0" lvl="0" indent="0" algn="l" defTabSz="914400" rtl="0" fontAlgn="auto" hangingPunct="1">
                        <a:lnSpc>
                          <a:spcPct val="100000"/>
                        </a:lnSpc>
                        <a:spcBef>
                          <a:spcPts val="300"/>
                        </a:spcBef>
                        <a:spcAft>
                          <a:spcPts val="0"/>
                        </a:spcAft>
                        <a:buNone/>
                        <a:tabLst/>
                      </a:pPr>
                      <a:r>
                        <a:rPr lang="es-ES" sz="1100" b="0" i="0" u="none" strike="noStrike" cap="none" baseline="0" dirty="0">
                          <a:solidFill>
                            <a:srgbClr val="7F7F7F"/>
                          </a:solidFill>
                          <a:highlight>
                            <a:srgbClr val="FFFF00"/>
                          </a:highlight>
                          <a:latin typeface="Santander Text" pitchFamily="34"/>
                          <a:hlinkClick r:id="rId4">
                            <a:extLst>
                              <a:ext uri="{A12FA001-AC4F-418D-AE19-62706E023703}">
                                <ahyp:hlinkClr xmlns:ahyp="http://schemas.microsoft.com/office/drawing/2018/hyperlinkcolor" val="tx"/>
                              </a:ext>
                            </a:extLst>
                          </a:hlinkClick>
                        </a:rPr>
                        <a:t>pedronuno.mendes@santander.pt</a:t>
                      </a:r>
                      <a:endParaRPr lang="es-ES" sz="1100" b="0" i="0" u="none" strike="noStrike" cap="none" baseline="0" dirty="0">
                        <a:solidFill>
                          <a:srgbClr val="7F7F7F"/>
                        </a:solidFill>
                        <a:highlight>
                          <a:srgbClr val="FFFF00"/>
                        </a:highlight>
                        <a:latin typeface="Santander Text" pitchFamily="34"/>
                      </a:endParaRPr>
                    </a:p>
                  </a:txBody>
                  <a:tcPr marL="76188" marR="76188" marT="78043" marB="78043" horzOverflow="overflow">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85000"/>
                        </a:lnSpc>
                        <a:spcBef>
                          <a:spcPct val="20000"/>
                        </a:spcBef>
                        <a:spcAft>
                          <a:spcPct val="0"/>
                        </a:spcAft>
                        <a:buClr>
                          <a:prstClr val="white"/>
                        </a:buClr>
                        <a:buSzPct val="25000"/>
                        <a:buFont typeface="Times" pitchFamily="18" charset="0"/>
                        <a:buNone/>
                        <a:tabLst/>
                        <a:defRPr/>
                      </a:pPr>
                      <a:r>
                        <a:rPr lang="pt-PT" sz="1100" b="0" i="0" u="none" strike="noStrike" kern="1200" cap="none" spc="0" baseline="0" dirty="0">
                          <a:solidFill>
                            <a:srgbClr val="000000"/>
                          </a:solidFill>
                          <a:highlight>
                            <a:srgbClr val="FFFF00"/>
                          </a:highlight>
                          <a:uFillTx/>
                          <a:latin typeface="Santander Text" pitchFamily="34"/>
                        </a:rPr>
                        <a:t>Gestão Financeira e de Capital</a:t>
                      </a:r>
                      <a:endParaRPr kumimoji="0" lang="en-US" sz="1100" b="0" i="0" u="none" strike="noStrike" kern="1200" cap="none" spc="0" normalizeH="0" baseline="0" noProof="0" dirty="0">
                        <a:ln>
                          <a:noFill/>
                        </a:ln>
                        <a:solidFill>
                          <a:schemeClr val="tx1"/>
                        </a:solidFill>
                        <a:effectLst/>
                        <a:highlight>
                          <a:srgbClr val="FFFF00"/>
                        </a:highlight>
                        <a:uLnTx/>
                        <a:uFillTx/>
                        <a:latin typeface="Santander Text" panose="020B0504020201020104" pitchFamily="34" charset="0"/>
                        <a:ea typeface="+mn-ea"/>
                        <a:cs typeface="+mn-cs"/>
                      </a:endParaRPr>
                    </a:p>
                    <a:p>
                      <a:pPr marL="0" marR="0" lvl="0" indent="0" algn="l" defTabSz="914400" rtl="0" eaLnBrk="1" fontAlgn="base" latinLnBrk="0" hangingPunct="1">
                        <a:lnSpc>
                          <a:spcPct val="85000"/>
                        </a:lnSpc>
                        <a:spcBef>
                          <a:spcPct val="20000"/>
                        </a:spcBef>
                        <a:spcAft>
                          <a:spcPct val="0"/>
                        </a:spcAft>
                        <a:buClr>
                          <a:prstClr val="white"/>
                        </a:buClr>
                        <a:buSzPct val="25000"/>
                        <a:buFont typeface="Times" pitchFamily="18" charset="0"/>
                        <a:buNone/>
                        <a:tabLst/>
                        <a:defRPr/>
                      </a:pPr>
                      <a:r>
                        <a:rPr kumimoji="0" lang="en-US" sz="1100" b="0" i="0" u="none" strike="noStrike" kern="1200" cap="none" spc="0" normalizeH="0" baseline="0" noProof="0" dirty="0">
                          <a:ln>
                            <a:noFill/>
                          </a:ln>
                          <a:solidFill>
                            <a:schemeClr val="tx1">
                              <a:lumMod val="50000"/>
                              <a:lumOff val="50000"/>
                            </a:schemeClr>
                          </a:solidFill>
                          <a:effectLst/>
                          <a:highlight>
                            <a:srgbClr val="FFFF00"/>
                          </a:highlight>
                          <a:uLnTx/>
                          <a:uFillTx/>
                          <a:latin typeface="Santander Text" panose="020B0504020201020104" pitchFamily="34" charset="0"/>
                          <a:ea typeface="+mn-ea"/>
                          <a:cs typeface="+mn-cs"/>
                        </a:rPr>
                        <a:t>Product Owner</a:t>
                      </a:r>
                      <a:endParaRPr kumimoji="0" lang="en-US" sz="1100" b="0" i="0" u="none" strike="noStrike" cap="none" normalizeH="0" baseline="0" noProof="0" dirty="0">
                        <a:ln>
                          <a:noFill/>
                        </a:ln>
                        <a:solidFill>
                          <a:schemeClr val="tx1">
                            <a:lumMod val="50000"/>
                            <a:lumOff val="50000"/>
                          </a:schemeClr>
                        </a:solidFill>
                        <a:effectLst/>
                        <a:highlight>
                          <a:srgbClr val="FFFF00"/>
                        </a:highlight>
                        <a:latin typeface="Santander Text" panose="020B0504020201020104" pitchFamily="34" charset="0"/>
                      </a:endParaRPr>
                    </a:p>
                  </a:txBody>
                  <a:tcPr marL="76188" marR="76188" marT="78043" marB="78043" horzOverflow="overflow">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075811498"/>
                  </a:ext>
                </a:extLst>
              </a:tr>
              <a:tr h="354158">
                <a:tc>
                  <a:txBody>
                    <a:bodyPr/>
                    <a:lstStyle/>
                    <a:p>
                      <a:pPr marL="0" marR="0" lvl="0" indent="0" algn="l" defTabSz="914400" rtl="0" eaLnBrk="1" fontAlgn="base" latinLnBrk="0" hangingPunct="1">
                        <a:lnSpc>
                          <a:spcPct val="100000"/>
                        </a:lnSpc>
                        <a:spcBef>
                          <a:spcPct val="20000"/>
                        </a:spcBef>
                        <a:spcAft>
                          <a:spcPct val="0"/>
                        </a:spcAft>
                        <a:buClr>
                          <a:schemeClr val="bg1"/>
                        </a:buClr>
                        <a:buSzPct val="25000"/>
                        <a:buFont typeface="Times" pitchFamily="18" charset="0"/>
                        <a:buNone/>
                        <a:tabLst/>
                      </a:pPr>
                      <a:r>
                        <a:rPr kumimoji="0" lang="es-ES_tradnl" sz="1100" b="0" i="0" u="none" strike="noStrike" cap="none" normalizeH="0" baseline="0" dirty="0">
                          <a:ln>
                            <a:noFill/>
                          </a:ln>
                          <a:solidFill>
                            <a:schemeClr val="tx1"/>
                          </a:solidFill>
                          <a:effectLst/>
                          <a:highlight>
                            <a:srgbClr val="FFFF00"/>
                          </a:highlight>
                          <a:latin typeface="Santander Text" panose="020B0504020201020104" pitchFamily="34" charset="0"/>
                        </a:rPr>
                        <a:t>SXXXXXX | John </a:t>
                      </a:r>
                      <a:r>
                        <a:rPr kumimoji="0" lang="es-ES_tradnl" sz="1100" b="0" i="0" u="none" strike="noStrike" cap="none" normalizeH="0" baseline="0" dirty="0" err="1">
                          <a:ln>
                            <a:noFill/>
                          </a:ln>
                          <a:solidFill>
                            <a:schemeClr val="tx1"/>
                          </a:solidFill>
                          <a:effectLst/>
                          <a:highlight>
                            <a:srgbClr val="FFFF00"/>
                          </a:highlight>
                          <a:latin typeface="Santander Text" panose="020B0504020201020104" pitchFamily="34" charset="0"/>
                        </a:rPr>
                        <a:t>Doe</a:t>
                      </a:r>
                      <a:endParaRPr kumimoji="0" lang="es-ES_tradnl" sz="1100" b="0" i="0" u="none" strike="noStrike" cap="none" normalizeH="0" baseline="0" dirty="0">
                        <a:ln>
                          <a:noFill/>
                        </a:ln>
                        <a:solidFill>
                          <a:schemeClr val="tx1"/>
                        </a:solidFill>
                        <a:effectLst/>
                        <a:highlight>
                          <a:srgbClr val="FFFF00"/>
                        </a:highlight>
                        <a:latin typeface="Santander Text" panose="020B0504020201020104" pitchFamily="34" charset="0"/>
                      </a:endParaRPr>
                    </a:p>
                    <a:p>
                      <a:pPr marL="0" marR="0" lvl="0" indent="0" algn="l" defTabSz="914400" rtl="0" eaLnBrk="1" fontAlgn="base" latinLnBrk="0" hangingPunct="1">
                        <a:lnSpc>
                          <a:spcPct val="100000"/>
                        </a:lnSpc>
                        <a:spcBef>
                          <a:spcPct val="20000"/>
                        </a:spcBef>
                        <a:spcAft>
                          <a:spcPct val="0"/>
                        </a:spcAft>
                        <a:buClr>
                          <a:schemeClr val="bg1"/>
                        </a:buClr>
                        <a:buSzPct val="25000"/>
                        <a:buFont typeface="Times" pitchFamily="18" charset="0"/>
                        <a:buNone/>
                        <a:tabLst/>
                      </a:pPr>
                      <a:r>
                        <a:rPr kumimoji="0" lang="es-ES_tradnl" sz="1100" b="0" i="0" u="none" strike="noStrike" cap="none" normalizeH="0" baseline="0" dirty="0">
                          <a:ln>
                            <a:noFill/>
                          </a:ln>
                          <a:solidFill>
                            <a:schemeClr val="tx1">
                              <a:lumMod val="50000"/>
                              <a:lumOff val="50000"/>
                            </a:schemeClr>
                          </a:solidFill>
                          <a:effectLst/>
                          <a:highlight>
                            <a:srgbClr val="FFFF00"/>
                          </a:highlight>
                          <a:latin typeface="Santander Text" panose="020B0504020201020104" pitchFamily="34" charset="0"/>
                          <a:hlinkClick r:id="rId5"/>
                        </a:rPr>
                        <a:t>john.doe@email.com</a:t>
                      </a:r>
                      <a:endParaRPr kumimoji="0" lang="es-ES_tradnl" sz="1100" b="0" i="0" u="none" strike="noStrike" cap="none" normalizeH="0" baseline="0" dirty="0">
                        <a:ln>
                          <a:noFill/>
                        </a:ln>
                        <a:solidFill>
                          <a:schemeClr val="tx1">
                            <a:lumMod val="50000"/>
                            <a:lumOff val="50000"/>
                          </a:schemeClr>
                        </a:solidFill>
                        <a:effectLst/>
                        <a:highlight>
                          <a:srgbClr val="FFFF00"/>
                        </a:highlight>
                        <a:latin typeface="Santander Text" panose="020B0504020201020104" pitchFamily="34" charset="0"/>
                      </a:endParaRPr>
                    </a:p>
                  </a:txBody>
                  <a:tcPr marL="76188" marR="76188" marT="78043" marB="78043" horzOverflow="overflow">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85000"/>
                        </a:lnSpc>
                        <a:spcBef>
                          <a:spcPct val="20000"/>
                        </a:spcBef>
                        <a:spcAft>
                          <a:spcPct val="0"/>
                        </a:spcAft>
                        <a:buClr>
                          <a:prstClr val="white"/>
                        </a:buClr>
                        <a:buSzPct val="25000"/>
                        <a:buFont typeface="Times" pitchFamily="18" charset="0"/>
                        <a:buNone/>
                        <a:tabLst/>
                        <a:defRPr/>
                      </a:pPr>
                      <a:r>
                        <a:rPr kumimoji="0" lang="en-US" sz="1100" b="0" i="0" u="none" strike="noStrike" cap="none" normalizeH="0" baseline="0" noProof="0" dirty="0">
                          <a:ln>
                            <a:noFill/>
                          </a:ln>
                          <a:solidFill>
                            <a:schemeClr val="tx1"/>
                          </a:solidFill>
                          <a:effectLst/>
                          <a:highlight>
                            <a:srgbClr val="FFFF00"/>
                          </a:highlight>
                          <a:latin typeface="Santander Text" panose="020B0504020201020104" pitchFamily="34" charset="0"/>
                        </a:rPr>
                        <a:t>Enterprise Architecture</a:t>
                      </a:r>
                    </a:p>
                    <a:p>
                      <a:pPr marL="0" marR="0" lvl="0" indent="0" algn="l" defTabSz="914400" rtl="0" eaLnBrk="1" fontAlgn="base" latinLnBrk="0" hangingPunct="1">
                        <a:lnSpc>
                          <a:spcPct val="85000"/>
                        </a:lnSpc>
                        <a:spcBef>
                          <a:spcPct val="20000"/>
                        </a:spcBef>
                        <a:spcAft>
                          <a:spcPct val="0"/>
                        </a:spcAft>
                        <a:buClr>
                          <a:prstClr val="white"/>
                        </a:buClr>
                        <a:buSzPct val="25000"/>
                        <a:buFont typeface="Times" pitchFamily="18" charset="0"/>
                        <a:buNone/>
                        <a:tabLst/>
                        <a:defRPr/>
                      </a:pPr>
                      <a:r>
                        <a:rPr kumimoji="0" lang="en-US" sz="1100" b="0" i="0" u="none" strike="noStrike" cap="none" normalizeH="0" baseline="0" noProof="0" dirty="0">
                          <a:ln>
                            <a:noFill/>
                          </a:ln>
                          <a:solidFill>
                            <a:schemeClr val="tx1">
                              <a:lumMod val="50000"/>
                              <a:lumOff val="50000"/>
                            </a:schemeClr>
                          </a:solidFill>
                          <a:effectLst/>
                          <a:highlight>
                            <a:srgbClr val="FFFF00"/>
                          </a:highlight>
                          <a:latin typeface="Santander Text" panose="020B0504020201020104" pitchFamily="34" charset="0"/>
                        </a:rPr>
                        <a:t>Solution Architect</a:t>
                      </a:r>
                    </a:p>
                  </a:txBody>
                  <a:tcPr marL="76188" marR="76188" marT="78043" marB="78043" horzOverflow="overflow">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197139356"/>
                  </a:ext>
                </a:extLst>
              </a:tr>
            </a:tbl>
          </a:graphicData>
        </a:graphic>
      </p:graphicFrame>
      <p:sp>
        <p:nvSpPr>
          <p:cNvPr id="12" name="TextBox 11">
            <a:extLst>
              <a:ext uri="{FF2B5EF4-FFF2-40B4-BE49-F238E27FC236}">
                <a16:creationId xmlns:a16="http://schemas.microsoft.com/office/drawing/2014/main" id="{59942009-F9AF-7FC3-1F46-764529BF8B4A}"/>
              </a:ext>
            </a:extLst>
          </p:cNvPr>
          <p:cNvSpPr txBox="1"/>
          <p:nvPr/>
        </p:nvSpPr>
        <p:spPr>
          <a:xfrm>
            <a:off x="6457412" y="872281"/>
            <a:ext cx="1664238" cy="369332"/>
          </a:xfrm>
          <a:prstGeom prst="rect">
            <a:avLst/>
          </a:prstGeom>
          <a:noFill/>
        </p:spPr>
        <p:txBody>
          <a:bodyPr wrap="none" rtlCol="0">
            <a:spAutoFit/>
          </a:bodyPr>
          <a:lstStyle/>
          <a:p>
            <a:r>
              <a:rPr lang="pt-PT" dirty="0">
                <a:latin typeface="Santander Text" panose="020B0504020201020104" pitchFamily="34" charset="0"/>
              </a:rPr>
              <a:t>Quem é quem?</a:t>
            </a:r>
          </a:p>
        </p:txBody>
      </p:sp>
    </p:spTree>
    <p:extLst>
      <p:ext uri="{BB962C8B-B14F-4D97-AF65-F5344CB8AC3E}">
        <p14:creationId xmlns:p14="http://schemas.microsoft.com/office/powerpoint/2010/main" val="37860818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2D2C8747-16CC-46F7-8AC4-664E9B00C7D4}"/>
              </a:ext>
            </a:extLst>
          </p:cNvPr>
          <p:cNvSpPr>
            <a:spLocks noGrp="1"/>
          </p:cNvSpPr>
          <p:nvPr>
            <p:ph type="sldNum" sz="quarter" idx="12"/>
          </p:nvPr>
        </p:nvSpPr>
        <p:spPr/>
        <p:txBody>
          <a:bodyPr/>
          <a:lstStyle/>
          <a:p>
            <a:fld id="{BC0D97B6-E32F-4D7D-B839-7C3B51F2640F}" type="slidenum">
              <a:rPr lang="pt-PT" smtClean="0"/>
              <a:pPr/>
              <a:t>4</a:t>
            </a:fld>
            <a:endParaRPr lang="pt-PT" dirty="0"/>
          </a:p>
        </p:txBody>
      </p:sp>
      <p:graphicFrame>
        <p:nvGraphicFramePr>
          <p:cNvPr id="22" name="Group 88"/>
          <p:cNvGraphicFramePr>
            <a:graphicFrameLocks noGrp="1"/>
          </p:cNvGraphicFramePr>
          <p:nvPr>
            <p:extLst>
              <p:ext uri="{D42A27DB-BD31-4B8C-83A1-F6EECF244321}">
                <p14:modId xmlns:p14="http://schemas.microsoft.com/office/powerpoint/2010/main" val="1738206037"/>
              </p:ext>
            </p:extLst>
          </p:nvPr>
        </p:nvGraphicFramePr>
        <p:xfrm>
          <a:off x="734150" y="858728"/>
          <a:ext cx="10739894" cy="3096839"/>
        </p:xfrm>
        <a:graphic>
          <a:graphicData uri="http://schemas.openxmlformats.org/drawingml/2006/table">
            <a:tbl>
              <a:tblPr/>
              <a:tblGrid>
                <a:gridCol w="803248">
                  <a:extLst>
                    <a:ext uri="{9D8B030D-6E8A-4147-A177-3AD203B41FA5}">
                      <a16:colId xmlns:a16="http://schemas.microsoft.com/office/drawing/2014/main" val="20000"/>
                    </a:ext>
                  </a:extLst>
                </a:gridCol>
                <a:gridCol w="1212099">
                  <a:extLst>
                    <a:ext uri="{9D8B030D-6E8A-4147-A177-3AD203B41FA5}">
                      <a16:colId xmlns:a16="http://schemas.microsoft.com/office/drawing/2014/main" val="20001"/>
                    </a:ext>
                  </a:extLst>
                </a:gridCol>
                <a:gridCol w="6358992">
                  <a:extLst>
                    <a:ext uri="{9D8B030D-6E8A-4147-A177-3AD203B41FA5}">
                      <a16:colId xmlns:a16="http://schemas.microsoft.com/office/drawing/2014/main" val="20002"/>
                    </a:ext>
                  </a:extLst>
                </a:gridCol>
                <a:gridCol w="2365555">
                  <a:extLst>
                    <a:ext uri="{9D8B030D-6E8A-4147-A177-3AD203B41FA5}">
                      <a16:colId xmlns:a16="http://schemas.microsoft.com/office/drawing/2014/main" val="20003"/>
                    </a:ext>
                  </a:extLst>
                </a:gridCol>
              </a:tblGrid>
              <a:tr h="0">
                <a:tc>
                  <a:txBody>
                    <a:bodyPr/>
                    <a:lstStyle>
                      <a:lvl1pPr eaLnBrk="0" hangingPunct="0">
                        <a:spcBef>
                          <a:spcPct val="20000"/>
                        </a:spcBef>
                        <a:buClr>
                          <a:srgbClr val="FF0000"/>
                        </a:buClr>
                        <a:buFont typeface="Wingdings" pitchFamily="2" charset="2"/>
                        <a:tabLst>
                          <a:tab pos="450850" algn="l"/>
                          <a:tab pos="900113" algn="l"/>
                          <a:tab pos="1349375" algn="l"/>
                          <a:tab pos="2251075" algn="l"/>
                        </a:tabLst>
                        <a:defRPr sz="2000" b="1">
                          <a:solidFill>
                            <a:srgbClr val="FF0000"/>
                          </a:solidFill>
                          <a:latin typeface="Arial" charset="0"/>
                        </a:defRPr>
                      </a:lvl1pPr>
                      <a:lvl2pPr marL="742950" indent="-285750" eaLnBrk="0" hangingPunct="0">
                        <a:spcBef>
                          <a:spcPct val="20000"/>
                        </a:spcBef>
                        <a:buClr>
                          <a:schemeClr val="bg2"/>
                        </a:buClr>
                        <a:buFont typeface="Wingdings" pitchFamily="2" charset="2"/>
                        <a:tabLst>
                          <a:tab pos="450850" algn="l"/>
                          <a:tab pos="900113" algn="l"/>
                          <a:tab pos="1349375" algn="l"/>
                          <a:tab pos="2251075" algn="l"/>
                        </a:tabLst>
                        <a:defRPr sz="2200">
                          <a:solidFill>
                            <a:srgbClr val="808080"/>
                          </a:solidFill>
                          <a:latin typeface="Arial" charset="0"/>
                        </a:defRPr>
                      </a:lvl2pPr>
                      <a:lvl3pPr marL="1143000" indent="-228600" eaLnBrk="0" hangingPunct="0">
                        <a:spcBef>
                          <a:spcPct val="20000"/>
                        </a:spcBef>
                        <a:buClr>
                          <a:schemeClr val="tx1"/>
                        </a:buClr>
                        <a:buFont typeface="Arial" charset="0"/>
                        <a:tabLst>
                          <a:tab pos="450850" algn="l"/>
                          <a:tab pos="900113" algn="l"/>
                          <a:tab pos="1349375" algn="l"/>
                          <a:tab pos="2251075" algn="l"/>
                        </a:tabLst>
                        <a:defRPr>
                          <a:solidFill>
                            <a:schemeClr val="bg2"/>
                          </a:solidFill>
                          <a:latin typeface="Arial" charset="0"/>
                        </a:defRPr>
                      </a:lvl3pPr>
                      <a:lvl4pPr marL="1600200" indent="-228600" eaLnBrk="0" hangingPunct="0">
                        <a:spcBef>
                          <a:spcPct val="20000"/>
                        </a:spcBef>
                        <a:buClr>
                          <a:schemeClr val="tx1"/>
                        </a:buClr>
                        <a:buFont typeface="Arial" charset="0"/>
                        <a:tabLst>
                          <a:tab pos="450850" algn="l"/>
                          <a:tab pos="900113" algn="l"/>
                          <a:tab pos="1349375" algn="l"/>
                          <a:tab pos="2251075" algn="l"/>
                        </a:tabLst>
                        <a:defRPr>
                          <a:solidFill>
                            <a:schemeClr val="bg2"/>
                          </a:solidFill>
                          <a:latin typeface="Arial" charset="0"/>
                        </a:defRPr>
                      </a:lvl4pPr>
                      <a:lvl5pPr marL="2057400" indent="-228600" eaLnBrk="0" hangingPunct="0">
                        <a:spcBef>
                          <a:spcPct val="20000"/>
                        </a:spcBef>
                        <a:buClr>
                          <a:schemeClr val="tx1"/>
                        </a:buClr>
                        <a:buFont typeface="Arial" charset="0"/>
                        <a:tabLst>
                          <a:tab pos="450850" algn="l"/>
                          <a:tab pos="900113" algn="l"/>
                          <a:tab pos="1349375" algn="l"/>
                          <a:tab pos="2251075" algn="l"/>
                        </a:tabLst>
                        <a:defRPr>
                          <a:solidFill>
                            <a:schemeClr val="bg2"/>
                          </a:solidFill>
                          <a:latin typeface="Arial" charset="0"/>
                        </a:defRPr>
                      </a:lvl5pPr>
                      <a:lvl6pPr marL="2514600" indent="-228600" eaLnBrk="0" fontAlgn="base" hangingPunct="0">
                        <a:spcBef>
                          <a:spcPct val="20000"/>
                        </a:spcBef>
                        <a:spcAft>
                          <a:spcPct val="0"/>
                        </a:spcAft>
                        <a:buClr>
                          <a:schemeClr val="tx1"/>
                        </a:buClr>
                        <a:buFont typeface="Arial" charset="0"/>
                        <a:tabLst>
                          <a:tab pos="450850" algn="l"/>
                          <a:tab pos="900113" algn="l"/>
                          <a:tab pos="1349375" algn="l"/>
                          <a:tab pos="2251075" algn="l"/>
                        </a:tabLst>
                        <a:defRPr>
                          <a:solidFill>
                            <a:schemeClr val="bg2"/>
                          </a:solidFill>
                          <a:latin typeface="Arial" charset="0"/>
                        </a:defRPr>
                      </a:lvl6pPr>
                      <a:lvl7pPr marL="2971800" indent="-228600" eaLnBrk="0" fontAlgn="base" hangingPunct="0">
                        <a:spcBef>
                          <a:spcPct val="20000"/>
                        </a:spcBef>
                        <a:spcAft>
                          <a:spcPct val="0"/>
                        </a:spcAft>
                        <a:buClr>
                          <a:schemeClr val="tx1"/>
                        </a:buClr>
                        <a:buFont typeface="Arial" charset="0"/>
                        <a:tabLst>
                          <a:tab pos="450850" algn="l"/>
                          <a:tab pos="900113" algn="l"/>
                          <a:tab pos="1349375" algn="l"/>
                          <a:tab pos="2251075" algn="l"/>
                        </a:tabLst>
                        <a:defRPr>
                          <a:solidFill>
                            <a:schemeClr val="bg2"/>
                          </a:solidFill>
                          <a:latin typeface="Arial" charset="0"/>
                        </a:defRPr>
                      </a:lvl7pPr>
                      <a:lvl8pPr marL="3429000" indent="-228600" eaLnBrk="0" fontAlgn="base" hangingPunct="0">
                        <a:spcBef>
                          <a:spcPct val="20000"/>
                        </a:spcBef>
                        <a:spcAft>
                          <a:spcPct val="0"/>
                        </a:spcAft>
                        <a:buClr>
                          <a:schemeClr val="tx1"/>
                        </a:buClr>
                        <a:buFont typeface="Arial" charset="0"/>
                        <a:tabLst>
                          <a:tab pos="450850" algn="l"/>
                          <a:tab pos="900113" algn="l"/>
                          <a:tab pos="1349375" algn="l"/>
                          <a:tab pos="2251075" algn="l"/>
                        </a:tabLst>
                        <a:defRPr>
                          <a:solidFill>
                            <a:schemeClr val="bg2"/>
                          </a:solidFill>
                          <a:latin typeface="Arial" charset="0"/>
                        </a:defRPr>
                      </a:lvl8pPr>
                      <a:lvl9pPr marL="3886200" indent="-228600" eaLnBrk="0" fontAlgn="base" hangingPunct="0">
                        <a:spcBef>
                          <a:spcPct val="20000"/>
                        </a:spcBef>
                        <a:spcAft>
                          <a:spcPct val="0"/>
                        </a:spcAft>
                        <a:buClr>
                          <a:schemeClr val="tx1"/>
                        </a:buClr>
                        <a:buFont typeface="Arial" charset="0"/>
                        <a:tabLst>
                          <a:tab pos="450850" algn="l"/>
                          <a:tab pos="900113" algn="l"/>
                          <a:tab pos="1349375" algn="l"/>
                          <a:tab pos="2251075" algn="l"/>
                        </a:tabLst>
                        <a:defRPr>
                          <a:solidFill>
                            <a:schemeClr val="bg2"/>
                          </a:solidFill>
                          <a:latin typeface="Arial" charset="0"/>
                        </a:defRPr>
                      </a:lvl9pPr>
                    </a:lstStyle>
                    <a:p>
                      <a:pPr marL="0" marR="0" lvl="0" indent="0" algn="ctr" defTabSz="914400" rtl="0" eaLnBrk="1" fontAlgn="base" latinLnBrk="0" hangingPunct="1">
                        <a:lnSpc>
                          <a:spcPct val="100000"/>
                        </a:lnSpc>
                        <a:spcBef>
                          <a:spcPts val="0"/>
                        </a:spcBef>
                        <a:spcAft>
                          <a:spcPct val="0"/>
                        </a:spcAft>
                        <a:buClrTx/>
                        <a:buSzTx/>
                        <a:buFontTx/>
                        <a:buNone/>
                        <a:tabLst>
                          <a:tab pos="450850" algn="l"/>
                          <a:tab pos="900113" algn="l"/>
                          <a:tab pos="1349375" algn="l"/>
                          <a:tab pos="2251075" algn="l"/>
                        </a:tabLst>
                      </a:pPr>
                      <a:r>
                        <a:rPr kumimoji="0" lang="en-US" altLang="en-GB" sz="1200" b="1" i="0" u="none" strike="noStrike" cap="none" normalizeH="0" baseline="0" noProof="0" dirty="0">
                          <a:ln>
                            <a:noFill/>
                          </a:ln>
                          <a:solidFill>
                            <a:schemeClr val="bg1"/>
                          </a:solidFill>
                          <a:effectLst/>
                          <a:latin typeface="Santander Text" panose="020B0504020201020104" pitchFamily="34" charset="0"/>
                        </a:rPr>
                        <a:t>Version </a:t>
                      </a:r>
                    </a:p>
                  </a:txBody>
                  <a:tcPr marL="76199" marR="76199" marT="77949" marB="7794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3C3C3B"/>
                    </a:solidFill>
                  </a:tcPr>
                </a:tc>
                <a:tc>
                  <a:txBody>
                    <a:bodyPr/>
                    <a:lstStyle>
                      <a:lvl1pPr eaLnBrk="0" hangingPunct="0">
                        <a:spcBef>
                          <a:spcPct val="20000"/>
                        </a:spcBef>
                        <a:buClr>
                          <a:srgbClr val="FF0000"/>
                        </a:buClr>
                        <a:buFont typeface="Wingdings" pitchFamily="2" charset="2"/>
                        <a:tabLst>
                          <a:tab pos="450850" algn="l"/>
                          <a:tab pos="900113" algn="l"/>
                          <a:tab pos="1349375" algn="l"/>
                          <a:tab pos="2251075" algn="l"/>
                        </a:tabLst>
                        <a:defRPr sz="2000" b="1">
                          <a:solidFill>
                            <a:srgbClr val="FF0000"/>
                          </a:solidFill>
                          <a:latin typeface="Arial" charset="0"/>
                        </a:defRPr>
                      </a:lvl1pPr>
                      <a:lvl2pPr marL="742950" indent="-285750" eaLnBrk="0" hangingPunct="0">
                        <a:spcBef>
                          <a:spcPct val="20000"/>
                        </a:spcBef>
                        <a:buClr>
                          <a:schemeClr val="bg2"/>
                        </a:buClr>
                        <a:buFont typeface="Wingdings" pitchFamily="2" charset="2"/>
                        <a:tabLst>
                          <a:tab pos="450850" algn="l"/>
                          <a:tab pos="900113" algn="l"/>
                          <a:tab pos="1349375" algn="l"/>
                          <a:tab pos="2251075" algn="l"/>
                        </a:tabLst>
                        <a:defRPr sz="2200">
                          <a:solidFill>
                            <a:srgbClr val="808080"/>
                          </a:solidFill>
                          <a:latin typeface="Arial" charset="0"/>
                        </a:defRPr>
                      </a:lvl2pPr>
                      <a:lvl3pPr marL="1143000" indent="-228600" eaLnBrk="0" hangingPunct="0">
                        <a:spcBef>
                          <a:spcPct val="20000"/>
                        </a:spcBef>
                        <a:buClr>
                          <a:schemeClr val="tx1"/>
                        </a:buClr>
                        <a:buFont typeface="Arial" charset="0"/>
                        <a:tabLst>
                          <a:tab pos="450850" algn="l"/>
                          <a:tab pos="900113" algn="l"/>
                          <a:tab pos="1349375" algn="l"/>
                          <a:tab pos="2251075" algn="l"/>
                        </a:tabLst>
                        <a:defRPr>
                          <a:solidFill>
                            <a:schemeClr val="bg2"/>
                          </a:solidFill>
                          <a:latin typeface="Arial" charset="0"/>
                        </a:defRPr>
                      </a:lvl3pPr>
                      <a:lvl4pPr marL="1600200" indent="-228600" eaLnBrk="0" hangingPunct="0">
                        <a:spcBef>
                          <a:spcPct val="20000"/>
                        </a:spcBef>
                        <a:buClr>
                          <a:schemeClr val="tx1"/>
                        </a:buClr>
                        <a:buFont typeface="Arial" charset="0"/>
                        <a:tabLst>
                          <a:tab pos="450850" algn="l"/>
                          <a:tab pos="900113" algn="l"/>
                          <a:tab pos="1349375" algn="l"/>
                          <a:tab pos="2251075" algn="l"/>
                        </a:tabLst>
                        <a:defRPr>
                          <a:solidFill>
                            <a:schemeClr val="bg2"/>
                          </a:solidFill>
                          <a:latin typeface="Arial" charset="0"/>
                        </a:defRPr>
                      </a:lvl4pPr>
                      <a:lvl5pPr marL="2057400" indent="-228600" eaLnBrk="0" hangingPunct="0">
                        <a:spcBef>
                          <a:spcPct val="20000"/>
                        </a:spcBef>
                        <a:buClr>
                          <a:schemeClr val="tx1"/>
                        </a:buClr>
                        <a:buFont typeface="Arial" charset="0"/>
                        <a:tabLst>
                          <a:tab pos="450850" algn="l"/>
                          <a:tab pos="900113" algn="l"/>
                          <a:tab pos="1349375" algn="l"/>
                          <a:tab pos="2251075" algn="l"/>
                        </a:tabLst>
                        <a:defRPr>
                          <a:solidFill>
                            <a:schemeClr val="bg2"/>
                          </a:solidFill>
                          <a:latin typeface="Arial" charset="0"/>
                        </a:defRPr>
                      </a:lvl5pPr>
                      <a:lvl6pPr marL="2514600" indent="-228600" eaLnBrk="0" fontAlgn="base" hangingPunct="0">
                        <a:spcBef>
                          <a:spcPct val="20000"/>
                        </a:spcBef>
                        <a:spcAft>
                          <a:spcPct val="0"/>
                        </a:spcAft>
                        <a:buClr>
                          <a:schemeClr val="tx1"/>
                        </a:buClr>
                        <a:buFont typeface="Arial" charset="0"/>
                        <a:tabLst>
                          <a:tab pos="450850" algn="l"/>
                          <a:tab pos="900113" algn="l"/>
                          <a:tab pos="1349375" algn="l"/>
                          <a:tab pos="2251075" algn="l"/>
                        </a:tabLst>
                        <a:defRPr>
                          <a:solidFill>
                            <a:schemeClr val="bg2"/>
                          </a:solidFill>
                          <a:latin typeface="Arial" charset="0"/>
                        </a:defRPr>
                      </a:lvl6pPr>
                      <a:lvl7pPr marL="2971800" indent="-228600" eaLnBrk="0" fontAlgn="base" hangingPunct="0">
                        <a:spcBef>
                          <a:spcPct val="20000"/>
                        </a:spcBef>
                        <a:spcAft>
                          <a:spcPct val="0"/>
                        </a:spcAft>
                        <a:buClr>
                          <a:schemeClr val="tx1"/>
                        </a:buClr>
                        <a:buFont typeface="Arial" charset="0"/>
                        <a:tabLst>
                          <a:tab pos="450850" algn="l"/>
                          <a:tab pos="900113" algn="l"/>
                          <a:tab pos="1349375" algn="l"/>
                          <a:tab pos="2251075" algn="l"/>
                        </a:tabLst>
                        <a:defRPr>
                          <a:solidFill>
                            <a:schemeClr val="bg2"/>
                          </a:solidFill>
                          <a:latin typeface="Arial" charset="0"/>
                        </a:defRPr>
                      </a:lvl7pPr>
                      <a:lvl8pPr marL="3429000" indent="-228600" eaLnBrk="0" fontAlgn="base" hangingPunct="0">
                        <a:spcBef>
                          <a:spcPct val="20000"/>
                        </a:spcBef>
                        <a:spcAft>
                          <a:spcPct val="0"/>
                        </a:spcAft>
                        <a:buClr>
                          <a:schemeClr val="tx1"/>
                        </a:buClr>
                        <a:buFont typeface="Arial" charset="0"/>
                        <a:tabLst>
                          <a:tab pos="450850" algn="l"/>
                          <a:tab pos="900113" algn="l"/>
                          <a:tab pos="1349375" algn="l"/>
                          <a:tab pos="2251075" algn="l"/>
                        </a:tabLst>
                        <a:defRPr>
                          <a:solidFill>
                            <a:schemeClr val="bg2"/>
                          </a:solidFill>
                          <a:latin typeface="Arial" charset="0"/>
                        </a:defRPr>
                      </a:lvl8pPr>
                      <a:lvl9pPr marL="3886200" indent="-228600" eaLnBrk="0" fontAlgn="base" hangingPunct="0">
                        <a:spcBef>
                          <a:spcPct val="20000"/>
                        </a:spcBef>
                        <a:spcAft>
                          <a:spcPct val="0"/>
                        </a:spcAft>
                        <a:buClr>
                          <a:schemeClr val="tx1"/>
                        </a:buClr>
                        <a:buFont typeface="Arial" charset="0"/>
                        <a:tabLst>
                          <a:tab pos="450850" algn="l"/>
                          <a:tab pos="900113" algn="l"/>
                          <a:tab pos="1349375" algn="l"/>
                          <a:tab pos="2251075" algn="l"/>
                        </a:tabLst>
                        <a:defRPr>
                          <a:solidFill>
                            <a:schemeClr val="bg2"/>
                          </a:solidFill>
                          <a:latin typeface="Arial" charset="0"/>
                        </a:defRPr>
                      </a:lvl9pPr>
                    </a:lstStyle>
                    <a:p>
                      <a:pPr marL="0" marR="0" lvl="0" indent="0" algn="ctr" defTabSz="914400" rtl="0" eaLnBrk="1" fontAlgn="base" latinLnBrk="0" hangingPunct="1">
                        <a:lnSpc>
                          <a:spcPct val="100000"/>
                        </a:lnSpc>
                        <a:spcBef>
                          <a:spcPts val="0"/>
                        </a:spcBef>
                        <a:spcAft>
                          <a:spcPct val="0"/>
                        </a:spcAft>
                        <a:buClrTx/>
                        <a:buSzTx/>
                        <a:buFontTx/>
                        <a:buNone/>
                        <a:tabLst>
                          <a:tab pos="450850" algn="l"/>
                          <a:tab pos="900113" algn="l"/>
                          <a:tab pos="1349375" algn="l"/>
                          <a:tab pos="2251075" algn="l"/>
                        </a:tabLst>
                      </a:pPr>
                      <a:r>
                        <a:rPr kumimoji="0" lang="en-US" altLang="en-GB" sz="1200" b="1" i="0" u="none" strike="noStrike" cap="none" normalizeH="0" baseline="0" noProof="0" dirty="0">
                          <a:ln>
                            <a:noFill/>
                          </a:ln>
                          <a:solidFill>
                            <a:schemeClr val="bg1"/>
                          </a:solidFill>
                          <a:effectLst/>
                          <a:latin typeface="Santander Text" panose="020B0504020201020104" pitchFamily="34" charset="0"/>
                        </a:rPr>
                        <a:t>Date</a:t>
                      </a:r>
                    </a:p>
                  </a:txBody>
                  <a:tcPr marL="76199" marR="76199" marT="77949" marB="7794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3C3C3B"/>
                    </a:solidFill>
                  </a:tcPr>
                </a:tc>
                <a:tc>
                  <a:txBody>
                    <a:bodyPr/>
                    <a:lstStyle>
                      <a:lvl1pPr eaLnBrk="0" hangingPunct="0">
                        <a:spcBef>
                          <a:spcPct val="20000"/>
                        </a:spcBef>
                        <a:buClr>
                          <a:srgbClr val="FF0000"/>
                        </a:buClr>
                        <a:buFont typeface="Wingdings" pitchFamily="2" charset="2"/>
                        <a:tabLst>
                          <a:tab pos="450850" algn="l"/>
                          <a:tab pos="900113" algn="l"/>
                          <a:tab pos="1349375" algn="l"/>
                          <a:tab pos="2251075" algn="l"/>
                        </a:tabLst>
                        <a:defRPr sz="2000" b="1">
                          <a:solidFill>
                            <a:srgbClr val="FF0000"/>
                          </a:solidFill>
                          <a:latin typeface="Arial" charset="0"/>
                        </a:defRPr>
                      </a:lvl1pPr>
                      <a:lvl2pPr marL="742950" indent="-285750" eaLnBrk="0" hangingPunct="0">
                        <a:spcBef>
                          <a:spcPct val="20000"/>
                        </a:spcBef>
                        <a:buClr>
                          <a:schemeClr val="bg2"/>
                        </a:buClr>
                        <a:buFont typeface="Wingdings" pitchFamily="2" charset="2"/>
                        <a:tabLst>
                          <a:tab pos="450850" algn="l"/>
                          <a:tab pos="900113" algn="l"/>
                          <a:tab pos="1349375" algn="l"/>
                          <a:tab pos="2251075" algn="l"/>
                        </a:tabLst>
                        <a:defRPr sz="2200">
                          <a:solidFill>
                            <a:srgbClr val="808080"/>
                          </a:solidFill>
                          <a:latin typeface="Arial" charset="0"/>
                        </a:defRPr>
                      </a:lvl2pPr>
                      <a:lvl3pPr marL="1143000" indent="-228600" eaLnBrk="0" hangingPunct="0">
                        <a:spcBef>
                          <a:spcPct val="20000"/>
                        </a:spcBef>
                        <a:buClr>
                          <a:schemeClr val="tx1"/>
                        </a:buClr>
                        <a:buFont typeface="Arial" charset="0"/>
                        <a:tabLst>
                          <a:tab pos="450850" algn="l"/>
                          <a:tab pos="900113" algn="l"/>
                          <a:tab pos="1349375" algn="l"/>
                          <a:tab pos="2251075" algn="l"/>
                        </a:tabLst>
                        <a:defRPr>
                          <a:solidFill>
                            <a:schemeClr val="bg2"/>
                          </a:solidFill>
                          <a:latin typeface="Arial" charset="0"/>
                        </a:defRPr>
                      </a:lvl3pPr>
                      <a:lvl4pPr marL="1600200" indent="-228600" eaLnBrk="0" hangingPunct="0">
                        <a:spcBef>
                          <a:spcPct val="20000"/>
                        </a:spcBef>
                        <a:buClr>
                          <a:schemeClr val="tx1"/>
                        </a:buClr>
                        <a:buFont typeface="Arial" charset="0"/>
                        <a:tabLst>
                          <a:tab pos="450850" algn="l"/>
                          <a:tab pos="900113" algn="l"/>
                          <a:tab pos="1349375" algn="l"/>
                          <a:tab pos="2251075" algn="l"/>
                        </a:tabLst>
                        <a:defRPr>
                          <a:solidFill>
                            <a:schemeClr val="bg2"/>
                          </a:solidFill>
                          <a:latin typeface="Arial" charset="0"/>
                        </a:defRPr>
                      </a:lvl4pPr>
                      <a:lvl5pPr marL="2057400" indent="-228600" eaLnBrk="0" hangingPunct="0">
                        <a:spcBef>
                          <a:spcPct val="20000"/>
                        </a:spcBef>
                        <a:buClr>
                          <a:schemeClr val="tx1"/>
                        </a:buClr>
                        <a:buFont typeface="Arial" charset="0"/>
                        <a:tabLst>
                          <a:tab pos="450850" algn="l"/>
                          <a:tab pos="900113" algn="l"/>
                          <a:tab pos="1349375" algn="l"/>
                          <a:tab pos="2251075" algn="l"/>
                        </a:tabLst>
                        <a:defRPr>
                          <a:solidFill>
                            <a:schemeClr val="bg2"/>
                          </a:solidFill>
                          <a:latin typeface="Arial" charset="0"/>
                        </a:defRPr>
                      </a:lvl5pPr>
                      <a:lvl6pPr marL="2514600" indent="-228600" eaLnBrk="0" fontAlgn="base" hangingPunct="0">
                        <a:spcBef>
                          <a:spcPct val="20000"/>
                        </a:spcBef>
                        <a:spcAft>
                          <a:spcPct val="0"/>
                        </a:spcAft>
                        <a:buClr>
                          <a:schemeClr val="tx1"/>
                        </a:buClr>
                        <a:buFont typeface="Arial" charset="0"/>
                        <a:tabLst>
                          <a:tab pos="450850" algn="l"/>
                          <a:tab pos="900113" algn="l"/>
                          <a:tab pos="1349375" algn="l"/>
                          <a:tab pos="2251075" algn="l"/>
                        </a:tabLst>
                        <a:defRPr>
                          <a:solidFill>
                            <a:schemeClr val="bg2"/>
                          </a:solidFill>
                          <a:latin typeface="Arial" charset="0"/>
                        </a:defRPr>
                      </a:lvl6pPr>
                      <a:lvl7pPr marL="2971800" indent="-228600" eaLnBrk="0" fontAlgn="base" hangingPunct="0">
                        <a:spcBef>
                          <a:spcPct val="20000"/>
                        </a:spcBef>
                        <a:spcAft>
                          <a:spcPct val="0"/>
                        </a:spcAft>
                        <a:buClr>
                          <a:schemeClr val="tx1"/>
                        </a:buClr>
                        <a:buFont typeface="Arial" charset="0"/>
                        <a:tabLst>
                          <a:tab pos="450850" algn="l"/>
                          <a:tab pos="900113" algn="l"/>
                          <a:tab pos="1349375" algn="l"/>
                          <a:tab pos="2251075" algn="l"/>
                        </a:tabLst>
                        <a:defRPr>
                          <a:solidFill>
                            <a:schemeClr val="bg2"/>
                          </a:solidFill>
                          <a:latin typeface="Arial" charset="0"/>
                        </a:defRPr>
                      </a:lvl7pPr>
                      <a:lvl8pPr marL="3429000" indent="-228600" eaLnBrk="0" fontAlgn="base" hangingPunct="0">
                        <a:spcBef>
                          <a:spcPct val="20000"/>
                        </a:spcBef>
                        <a:spcAft>
                          <a:spcPct val="0"/>
                        </a:spcAft>
                        <a:buClr>
                          <a:schemeClr val="tx1"/>
                        </a:buClr>
                        <a:buFont typeface="Arial" charset="0"/>
                        <a:tabLst>
                          <a:tab pos="450850" algn="l"/>
                          <a:tab pos="900113" algn="l"/>
                          <a:tab pos="1349375" algn="l"/>
                          <a:tab pos="2251075" algn="l"/>
                        </a:tabLst>
                        <a:defRPr>
                          <a:solidFill>
                            <a:schemeClr val="bg2"/>
                          </a:solidFill>
                          <a:latin typeface="Arial" charset="0"/>
                        </a:defRPr>
                      </a:lvl8pPr>
                      <a:lvl9pPr marL="3886200" indent="-228600" eaLnBrk="0" fontAlgn="base" hangingPunct="0">
                        <a:spcBef>
                          <a:spcPct val="20000"/>
                        </a:spcBef>
                        <a:spcAft>
                          <a:spcPct val="0"/>
                        </a:spcAft>
                        <a:buClr>
                          <a:schemeClr val="tx1"/>
                        </a:buClr>
                        <a:buFont typeface="Arial" charset="0"/>
                        <a:tabLst>
                          <a:tab pos="450850" algn="l"/>
                          <a:tab pos="900113" algn="l"/>
                          <a:tab pos="1349375" algn="l"/>
                          <a:tab pos="2251075" algn="l"/>
                        </a:tabLst>
                        <a:defRPr>
                          <a:solidFill>
                            <a:schemeClr val="bg2"/>
                          </a:solidFill>
                          <a:latin typeface="Arial" charset="0"/>
                        </a:defRPr>
                      </a:lvl9pPr>
                    </a:lstStyle>
                    <a:p>
                      <a:pPr marL="0" marR="0" lvl="0" indent="0" algn="ctr" defTabSz="914400" rtl="0" eaLnBrk="1" fontAlgn="base" latinLnBrk="0" hangingPunct="1">
                        <a:lnSpc>
                          <a:spcPct val="100000"/>
                        </a:lnSpc>
                        <a:spcBef>
                          <a:spcPts val="0"/>
                        </a:spcBef>
                        <a:spcAft>
                          <a:spcPct val="0"/>
                        </a:spcAft>
                        <a:buClrTx/>
                        <a:buSzTx/>
                        <a:buFontTx/>
                        <a:buNone/>
                        <a:tabLst>
                          <a:tab pos="450850" algn="l"/>
                          <a:tab pos="900113" algn="l"/>
                          <a:tab pos="1349375" algn="l"/>
                          <a:tab pos="2251075" algn="l"/>
                        </a:tabLst>
                      </a:pPr>
                      <a:r>
                        <a:rPr kumimoji="0" lang="en-US" altLang="en-GB" sz="1200" b="1" i="0" u="none" strike="noStrike" cap="none" normalizeH="0" baseline="0" noProof="0" dirty="0">
                          <a:ln>
                            <a:noFill/>
                          </a:ln>
                          <a:solidFill>
                            <a:schemeClr val="bg1"/>
                          </a:solidFill>
                          <a:effectLst/>
                          <a:latin typeface="Santander Text" panose="020B0504020201020104" pitchFamily="34" charset="0"/>
                        </a:rPr>
                        <a:t>Change description</a:t>
                      </a:r>
                    </a:p>
                  </a:txBody>
                  <a:tcPr marL="76199" marR="76199" marT="77949" marB="7794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3C3C3B"/>
                    </a:solidFill>
                  </a:tcPr>
                </a:tc>
                <a:tc>
                  <a:txBody>
                    <a:bodyPr/>
                    <a:lstStyle>
                      <a:lvl1pPr eaLnBrk="0" hangingPunct="0">
                        <a:spcBef>
                          <a:spcPct val="20000"/>
                        </a:spcBef>
                        <a:buClr>
                          <a:srgbClr val="FF0000"/>
                        </a:buClr>
                        <a:buFont typeface="Wingdings" pitchFamily="2" charset="2"/>
                        <a:tabLst>
                          <a:tab pos="450850" algn="l"/>
                          <a:tab pos="900113" algn="l"/>
                          <a:tab pos="1349375" algn="l"/>
                          <a:tab pos="2251075" algn="l"/>
                        </a:tabLst>
                        <a:defRPr sz="2000" b="1">
                          <a:solidFill>
                            <a:srgbClr val="FF0000"/>
                          </a:solidFill>
                          <a:latin typeface="Arial" charset="0"/>
                        </a:defRPr>
                      </a:lvl1pPr>
                      <a:lvl2pPr marL="742950" indent="-285750" eaLnBrk="0" hangingPunct="0">
                        <a:spcBef>
                          <a:spcPct val="20000"/>
                        </a:spcBef>
                        <a:buClr>
                          <a:schemeClr val="bg2"/>
                        </a:buClr>
                        <a:buFont typeface="Wingdings" pitchFamily="2" charset="2"/>
                        <a:tabLst>
                          <a:tab pos="450850" algn="l"/>
                          <a:tab pos="900113" algn="l"/>
                          <a:tab pos="1349375" algn="l"/>
                          <a:tab pos="2251075" algn="l"/>
                        </a:tabLst>
                        <a:defRPr sz="2200">
                          <a:solidFill>
                            <a:srgbClr val="808080"/>
                          </a:solidFill>
                          <a:latin typeface="Arial" charset="0"/>
                        </a:defRPr>
                      </a:lvl2pPr>
                      <a:lvl3pPr marL="1143000" indent="-228600" eaLnBrk="0" hangingPunct="0">
                        <a:spcBef>
                          <a:spcPct val="20000"/>
                        </a:spcBef>
                        <a:buClr>
                          <a:schemeClr val="tx1"/>
                        </a:buClr>
                        <a:buFont typeface="Arial" charset="0"/>
                        <a:tabLst>
                          <a:tab pos="450850" algn="l"/>
                          <a:tab pos="900113" algn="l"/>
                          <a:tab pos="1349375" algn="l"/>
                          <a:tab pos="2251075" algn="l"/>
                        </a:tabLst>
                        <a:defRPr>
                          <a:solidFill>
                            <a:schemeClr val="bg2"/>
                          </a:solidFill>
                          <a:latin typeface="Arial" charset="0"/>
                        </a:defRPr>
                      </a:lvl3pPr>
                      <a:lvl4pPr marL="1600200" indent="-228600" eaLnBrk="0" hangingPunct="0">
                        <a:spcBef>
                          <a:spcPct val="20000"/>
                        </a:spcBef>
                        <a:buClr>
                          <a:schemeClr val="tx1"/>
                        </a:buClr>
                        <a:buFont typeface="Arial" charset="0"/>
                        <a:tabLst>
                          <a:tab pos="450850" algn="l"/>
                          <a:tab pos="900113" algn="l"/>
                          <a:tab pos="1349375" algn="l"/>
                          <a:tab pos="2251075" algn="l"/>
                        </a:tabLst>
                        <a:defRPr>
                          <a:solidFill>
                            <a:schemeClr val="bg2"/>
                          </a:solidFill>
                          <a:latin typeface="Arial" charset="0"/>
                        </a:defRPr>
                      </a:lvl4pPr>
                      <a:lvl5pPr marL="2057400" indent="-228600" eaLnBrk="0" hangingPunct="0">
                        <a:spcBef>
                          <a:spcPct val="20000"/>
                        </a:spcBef>
                        <a:buClr>
                          <a:schemeClr val="tx1"/>
                        </a:buClr>
                        <a:buFont typeface="Arial" charset="0"/>
                        <a:tabLst>
                          <a:tab pos="450850" algn="l"/>
                          <a:tab pos="900113" algn="l"/>
                          <a:tab pos="1349375" algn="l"/>
                          <a:tab pos="2251075" algn="l"/>
                        </a:tabLst>
                        <a:defRPr>
                          <a:solidFill>
                            <a:schemeClr val="bg2"/>
                          </a:solidFill>
                          <a:latin typeface="Arial" charset="0"/>
                        </a:defRPr>
                      </a:lvl5pPr>
                      <a:lvl6pPr marL="2514600" indent="-228600" eaLnBrk="0" fontAlgn="base" hangingPunct="0">
                        <a:spcBef>
                          <a:spcPct val="20000"/>
                        </a:spcBef>
                        <a:spcAft>
                          <a:spcPct val="0"/>
                        </a:spcAft>
                        <a:buClr>
                          <a:schemeClr val="tx1"/>
                        </a:buClr>
                        <a:buFont typeface="Arial" charset="0"/>
                        <a:tabLst>
                          <a:tab pos="450850" algn="l"/>
                          <a:tab pos="900113" algn="l"/>
                          <a:tab pos="1349375" algn="l"/>
                          <a:tab pos="2251075" algn="l"/>
                        </a:tabLst>
                        <a:defRPr>
                          <a:solidFill>
                            <a:schemeClr val="bg2"/>
                          </a:solidFill>
                          <a:latin typeface="Arial" charset="0"/>
                        </a:defRPr>
                      </a:lvl6pPr>
                      <a:lvl7pPr marL="2971800" indent="-228600" eaLnBrk="0" fontAlgn="base" hangingPunct="0">
                        <a:spcBef>
                          <a:spcPct val="20000"/>
                        </a:spcBef>
                        <a:spcAft>
                          <a:spcPct val="0"/>
                        </a:spcAft>
                        <a:buClr>
                          <a:schemeClr val="tx1"/>
                        </a:buClr>
                        <a:buFont typeface="Arial" charset="0"/>
                        <a:tabLst>
                          <a:tab pos="450850" algn="l"/>
                          <a:tab pos="900113" algn="l"/>
                          <a:tab pos="1349375" algn="l"/>
                          <a:tab pos="2251075" algn="l"/>
                        </a:tabLst>
                        <a:defRPr>
                          <a:solidFill>
                            <a:schemeClr val="bg2"/>
                          </a:solidFill>
                          <a:latin typeface="Arial" charset="0"/>
                        </a:defRPr>
                      </a:lvl7pPr>
                      <a:lvl8pPr marL="3429000" indent="-228600" eaLnBrk="0" fontAlgn="base" hangingPunct="0">
                        <a:spcBef>
                          <a:spcPct val="20000"/>
                        </a:spcBef>
                        <a:spcAft>
                          <a:spcPct val="0"/>
                        </a:spcAft>
                        <a:buClr>
                          <a:schemeClr val="tx1"/>
                        </a:buClr>
                        <a:buFont typeface="Arial" charset="0"/>
                        <a:tabLst>
                          <a:tab pos="450850" algn="l"/>
                          <a:tab pos="900113" algn="l"/>
                          <a:tab pos="1349375" algn="l"/>
                          <a:tab pos="2251075" algn="l"/>
                        </a:tabLst>
                        <a:defRPr>
                          <a:solidFill>
                            <a:schemeClr val="bg2"/>
                          </a:solidFill>
                          <a:latin typeface="Arial" charset="0"/>
                        </a:defRPr>
                      </a:lvl8pPr>
                      <a:lvl9pPr marL="3886200" indent="-228600" eaLnBrk="0" fontAlgn="base" hangingPunct="0">
                        <a:spcBef>
                          <a:spcPct val="20000"/>
                        </a:spcBef>
                        <a:spcAft>
                          <a:spcPct val="0"/>
                        </a:spcAft>
                        <a:buClr>
                          <a:schemeClr val="tx1"/>
                        </a:buClr>
                        <a:buFont typeface="Arial" charset="0"/>
                        <a:tabLst>
                          <a:tab pos="450850" algn="l"/>
                          <a:tab pos="900113" algn="l"/>
                          <a:tab pos="1349375" algn="l"/>
                          <a:tab pos="2251075" algn="l"/>
                        </a:tabLst>
                        <a:defRPr>
                          <a:solidFill>
                            <a:schemeClr val="bg2"/>
                          </a:solidFill>
                          <a:latin typeface="Arial" charset="0"/>
                        </a:defRPr>
                      </a:lvl9pPr>
                    </a:lstStyle>
                    <a:p>
                      <a:pPr marL="0" marR="0" lvl="0" indent="0" algn="ctr" defTabSz="914400" rtl="0" eaLnBrk="1" fontAlgn="base" latinLnBrk="0" hangingPunct="1">
                        <a:lnSpc>
                          <a:spcPct val="100000"/>
                        </a:lnSpc>
                        <a:spcBef>
                          <a:spcPts val="0"/>
                        </a:spcBef>
                        <a:spcAft>
                          <a:spcPct val="0"/>
                        </a:spcAft>
                        <a:buClrTx/>
                        <a:buSzTx/>
                        <a:buFontTx/>
                        <a:buNone/>
                        <a:tabLst>
                          <a:tab pos="450850" algn="l"/>
                          <a:tab pos="900113" algn="l"/>
                          <a:tab pos="1349375" algn="l"/>
                          <a:tab pos="2251075" algn="l"/>
                        </a:tabLst>
                      </a:pPr>
                      <a:r>
                        <a:rPr kumimoji="0" lang="en-US" altLang="en-GB" sz="1200" b="1" i="0" u="none" strike="noStrike" cap="none" normalizeH="0" baseline="0" noProof="0" dirty="0">
                          <a:ln>
                            <a:noFill/>
                          </a:ln>
                          <a:solidFill>
                            <a:schemeClr val="bg1"/>
                          </a:solidFill>
                          <a:effectLst/>
                          <a:latin typeface="Santander Text" panose="020B0504020201020104" pitchFamily="34" charset="0"/>
                        </a:rPr>
                        <a:t>Departamento | Autor</a:t>
                      </a:r>
                    </a:p>
                  </a:txBody>
                  <a:tcPr marL="76199" marR="76199" marT="77949" marB="7794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3C3C3B"/>
                    </a:solidFill>
                  </a:tcPr>
                </a:tc>
                <a:extLst>
                  <a:ext uri="{0D108BD9-81ED-4DB2-BD59-A6C34878D82A}">
                    <a16:rowId xmlns:a16="http://schemas.microsoft.com/office/drawing/2014/main" val="10000"/>
                  </a:ext>
                </a:extLst>
              </a:tr>
              <a:tr h="0">
                <a:tc>
                  <a:txBody>
                    <a:bodyPr/>
                    <a:lstStyle/>
                    <a:p>
                      <a:pPr marL="0" marR="0" lvl="0" indent="0" algn="ctr" defTabSz="914400" rtl="0" eaLnBrk="1" fontAlgn="base" latinLnBrk="0" hangingPunct="1">
                        <a:lnSpc>
                          <a:spcPct val="85000"/>
                        </a:lnSpc>
                        <a:spcBef>
                          <a:spcPct val="20000"/>
                        </a:spcBef>
                        <a:spcAft>
                          <a:spcPct val="0"/>
                        </a:spcAft>
                        <a:buClr>
                          <a:schemeClr val="bg1"/>
                        </a:buClr>
                        <a:buSzPct val="25000"/>
                        <a:buFont typeface="Times" pitchFamily="18" charset="0"/>
                        <a:buNone/>
                        <a:tabLst/>
                      </a:pPr>
                      <a:r>
                        <a:rPr kumimoji="0" lang="es-ES_tradnl" sz="1200" b="0" i="0" u="none" strike="noStrike" cap="none" normalizeH="0" baseline="0" dirty="0">
                          <a:ln>
                            <a:noFill/>
                          </a:ln>
                          <a:solidFill>
                            <a:schemeClr val="tx1"/>
                          </a:solidFill>
                          <a:effectLst/>
                          <a:latin typeface="Santander Text" panose="020B0504020201020104" pitchFamily="34" charset="0"/>
                        </a:rPr>
                        <a:t>1.0</a:t>
                      </a:r>
                    </a:p>
                  </a:txBody>
                  <a:tcPr marL="96006" marR="96006" marT="71997" marB="7199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5000"/>
                        </a:lnSpc>
                        <a:spcBef>
                          <a:spcPct val="20000"/>
                        </a:spcBef>
                        <a:spcAft>
                          <a:spcPct val="0"/>
                        </a:spcAft>
                        <a:buClr>
                          <a:schemeClr val="bg1"/>
                        </a:buClr>
                        <a:buSzPct val="25000"/>
                        <a:buFont typeface="Times" pitchFamily="18" charset="0"/>
                        <a:buNone/>
                        <a:tabLst/>
                      </a:pPr>
                      <a:r>
                        <a:rPr kumimoji="0" lang="en-US" sz="1200" b="0" i="0" u="none" strike="noStrike" cap="none" normalizeH="0" baseline="0" noProof="0" dirty="0">
                          <a:ln>
                            <a:noFill/>
                          </a:ln>
                          <a:solidFill>
                            <a:schemeClr val="tx1"/>
                          </a:solidFill>
                          <a:effectLst/>
                          <a:latin typeface="Santander Text" panose="020B0504020201020104" pitchFamily="34" charset="0"/>
                        </a:rPr>
                        <a:t>10-03-2026</a:t>
                      </a:r>
                    </a:p>
                  </a:txBody>
                  <a:tcPr marL="96006" marR="96006" marT="71997" marB="7199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ts val="1500"/>
                        </a:lnSpc>
                        <a:spcBef>
                          <a:spcPct val="0"/>
                        </a:spcBef>
                        <a:spcAft>
                          <a:spcPct val="0"/>
                        </a:spcAft>
                        <a:buClrTx/>
                        <a:buSzTx/>
                        <a:buFont typeface="Arial" panose="020B0604020202020204" pitchFamily="34" charset="0"/>
                        <a:buNone/>
                        <a:tabLst/>
                      </a:pPr>
                      <a:r>
                        <a:rPr kumimoji="0" lang="en-US" sz="1200" b="0" i="0" u="none" strike="noStrike" kern="1200" cap="none" normalizeH="0" baseline="0" noProof="0" dirty="0" err="1">
                          <a:ln>
                            <a:noFill/>
                          </a:ln>
                          <a:solidFill>
                            <a:schemeClr val="tx1"/>
                          </a:solidFill>
                          <a:effectLst/>
                          <a:latin typeface="Santander Text" panose="020B0504020201020104" pitchFamily="34" charset="0"/>
                          <a:ea typeface="+mn-ea"/>
                          <a:cs typeface="+mn-cs"/>
                        </a:rPr>
                        <a:t>Primeira</a:t>
                      </a:r>
                      <a:r>
                        <a:rPr kumimoji="0" lang="en-US" sz="1200" b="0" i="0" u="none" strike="noStrike" kern="1200" cap="none" normalizeH="0" baseline="0" noProof="0" dirty="0">
                          <a:ln>
                            <a:noFill/>
                          </a:ln>
                          <a:solidFill>
                            <a:schemeClr val="tx1"/>
                          </a:solidFill>
                          <a:effectLst/>
                          <a:latin typeface="Santander Text" panose="020B0504020201020104" pitchFamily="34" charset="0"/>
                          <a:ea typeface="+mn-ea"/>
                          <a:cs typeface="+mn-cs"/>
                        </a:rPr>
                        <a:t> </a:t>
                      </a:r>
                      <a:r>
                        <a:rPr kumimoji="0" lang="en-US" sz="1200" b="0" i="0" u="none" strike="noStrike" kern="1200" cap="none" normalizeH="0" baseline="0" noProof="0" dirty="0" err="1">
                          <a:ln>
                            <a:noFill/>
                          </a:ln>
                          <a:solidFill>
                            <a:schemeClr val="tx1"/>
                          </a:solidFill>
                          <a:effectLst/>
                          <a:latin typeface="Santander Text" panose="020B0504020201020104" pitchFamily="34" charset="0"/>
                          <a:ea typeface="+mn-ea"/>
                          <a:cs typeface="+mn-cs"/>
                        </a:rPr>
                        <a:t>versão</a:t>
                      </a:r>
                      <a:r>
                        <a:rPr kumimoji="0" lang="en-US" sz="1200" b="0" i="0" u="none" strike="noStrike" kern="1200" cap="none" normalizeH="0" baseline="0" noProof="0" dirty="0">
                          <a:ln>
                            <a:noFill/>
                          </a:ln>
                          <a:solidFill>
                            <a:schemeClr val="tx1"/>
                          </a:solidFill>
                          <a:effectLst/>
                          <a:latin typeface="Santander Text" panose="020B0504020201020104" pitchFamily="34" charset="0"/>
                          <a:ea typeface="+mn-ea"/>
                          <a:cs typeface="+mn-cs"/>
                        </a:rPr>
                        <a:t> da </a:t>
                      </a:r>
                      <a:r>
                        <a:rPr kumimoji="0" lang="en-US" sz="1200" b="0" i="0" u="none" strike="noStrike" kern="1200" cap="none" normalizeH="0" baseline="0" noProof="0" dirty="0" err="1">
                          <a:ln>
                            <a:noFill/>
                          </a:ln>
                          <a:solidFill>
                            <a:schemeClr val="tx1"/>
                          </a:solidFill>
                          <a:effectLst/>
                          <a:latin typeface="Santander Text" panose="020B0504020201020104" pitchFamily="34" charset="0"/>
                          <a:ea typeface="+mn-ea"/>
                          <a:cs typeface="+mn-cs"/>
                        </a:rPr>
                        <a:t>solução</a:t>
                      </a:r>
                      <a:endParaRPr kumimoji="0" lang="en-US" sz="12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96006" marR="96006" marT="71997" marB="7199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5000"/>
                        </a:lnSpc>
                        <a:spcBef>
                          <a:spcPct val="20000"/>
                        </a:spcBef>
                        <a:spcAft>
                          <a:spcPct val="0"/>
                        </a:spcAft>
                        <a:buClr>
                          <a:schemeClr val="bg1"/>
                        </a:buClr>
                        <a:buSzPct val="25000"/>
                        <a:buFont typeface="Times" pitchFamily="18" charset="0"/>
                        <a:buNone/>
                        <a:tabLst/>
                      </a:pPr>
                      <a:r>
                        <a:rPr kumimoji="0" lang="en-US" sz="1200" b="0" i="0" u="none" strike="noStrike" kern="1200" cap="none" spc="0" normalizeH="0" baseline="0" noProof="0" dirty="0">
                          <a:ln>
                            <a:noFill/>
                          </a:ln>
                          <a:solidFill>
                            <a:schemeClr val="tx1"/>
                          </a:solidFill>
                          <a:effectLst/>
                          <a:uLnTx/>
                          <a:uFillTx/>
                          <a:latin typeface="Santander Text" panose="020B0504020201020104" pitchFamily="34" charset="0"/>
                          <a:ea typeface="+mn-ea"/>
                          <a:cs typeface="+mn-cs"/>
                        </a:rPr>
                        <a:t>Reporting Hub</a:t>
                      </a:r>
                    </a:p>
                    <a:p>
                      <a:pPr marL="0" marR="0" lvl="0" indent="0" algn="ctr" defTabSz="914400" rtl="0" eaLnBrk="1" fontAlgn="base" latinLnBrk="0" hangingPunct="1">
                        <a:lnSpc>
                          <a:spcPct val="85000"/>
                        </a:lnSpc>
                        <a:spcBef>
                          <a:spcPct val="20000"/>
                        </a:spcBef>
                        <a:spcAft>
                          <a:spcPct val="0"/>
                        </a:spcAft>
                        <a:buClr>
                          <a:schemeClr val="bg1"/>
                        </a:buClr>
                        <a:buSzPct val="25000"/>
                        <a:buFont typeface="Times" pitchFamily="18" charset="0"/>
                        <a:buNone/>
                        <a:tabLst/>
                      </a:pPr>
                      <a:r>
                        <a:rPr kumimoji="0" lang="en-US" sz="1100" b="0" i="0" u="none" strike="noStrike" kern="1200" cap="none" spc="0" normalizeH="0" baseline="0" noProof="0" dirty="0">
                          <a:ln>
                            <a:noFill/>
                          </a:ln>
                          <a:solidFill>
                            <a:srgbClr val="E7E6E6">
                              <a:lumMod val="50000"/>
                            </a:srgbClr>
                          </a:solidFill>
                          <a:effectLst/>
                          <a:uLnTx/>
                          <a:uFillTx/>
                          <a:latin typeface="Santander Text" panose="020B0504020201020104" pitchFamily="34" charset="0"/>
                          <a:ea typeface="+mn-ea"/>
                          <a:cs typeface="+mn-cs"/>
                        </a:rPr>
                        <a:t>Luís Pragosa</a:t>
                      </a:r>
                      <a:endParaRPr kumimoji="0" lang="en-US" sz="1100" b="0" i="0" u="none" strike="noStrike" cap="none" normalizeH="0" baseline="0" noProof="0" dirty="0">
                        <a:ln>
                          <a:noFill/>
                        </a:ln>
                        <a:solidFill>
                          <a:schemeClr val="bg2">
                            <a:lumMod val="50000"/>
                          </a:schemeClr>
                        </a:solidFill>
                        <a:effectLst/>
                        <a:latin typeface="Santander Text" panose="020B0504020201020104" pitchFamily="34" charset="0"/>
                      </a:endParaRPr>
                    </a:p>
                  </a:txBody>
                  <a:tcPr marL="96006" marR="96006" marT="71997" marB="7199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0">
                <a:tc>
                  <a:txBody>
                    <a:bodyPr/>
                    <a:lstStyle/>
                    <a:p>
                      <a:pPr marL="0" marR="0" lvl="0" indent="0" algn="ctr" defTabSz="914400" rtl="0" eaLnBrk="1" fontAlgn="base" latinLnBrk="0" hangingPunct="1">
                        <a:lnSpc>
                          <a:spcPct val="85000"/>
                        </a:lnSpc>
                        <a:spcBef>
                          <a:spcPct val="20000"/>
                        </a:spcBef>
                        <a:spcAft>
                          <a:spcPct val="0"/>
                        </a:spcAft>
                        <a:buClr>
                          <a:schemeClr val="bg1"/>
                        </a:buClr>
                        <a:buSzPct val="25000"/>
                        <a:buFont typeface="Times" pitchFamily="18" charset="0"/>
                        <a:buNone/>
                        <a:tabLst/>
                      </a:pPr>
                      <a:endParaRPr kumimoji="0" lang="es-ES_tradnl" sz="1200" b="0" i="0" u="none" strike="noStrike" cap="none" normalizeH="0" baseline="0" dirty="0">
                        <a:ln>
                          <a:noFill/>
                        </a:ln>
                        <a:solidFill>
                          <a:schemeClr val="tx1"/>
                        </a:solidFill>
                        <a:effectLst/>
                        <a:latin typeface="Santander Text" panose="020B0504020201020104" pitchFamily="34" charset="0"/>
                      </a:endParaRPr>
                    </a:p>
                  </a:txBody>
                  <a:tcPr marL="96006" marR="96006" marT="71997" marB="7199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5000"/>
                        </a:lnSpc>
                        <a:spcBef>
                          <a:spcPct val="20000"/>
                        </a:spcBef>
                        <a:spcAft>
                          <a:spcPct val="0"/>
                        </a:spcAft>
                        <a:buClr>
                          <a:schemeClr val="bg1"/>
                        </a:buClr>
                        <a:buSzPct val="25000"/>
                        <a:buFont typeface="Times" pitchFamily="18" charset="0"/>
                        <a:buNone/>
                        <a:tabLst/>
                      </a:pPr>
                      <a:endParaRPr kumimoji="0" lang="en-US" sz="1200" b="0" i="0" u="none" strike="noStrike" cap="none" normalizeH="0" baseline="0" noProof="0" dirty="0">
                        <a:ln>
                          <a:noFill/>
                        </a:ln>
                        <a:solidFill>
                          <a:schemeClr val="tx1"/>
                        </a:solidFill>
                        <a:effectLst/>
                        <a:latin typeface="Santander Text" panose="020B0504020201020104" pitchFamily="34" charset="0"/>
                      </a:endParaRPr>
                    </a:p>
                  </a:txBody>
                  <a:tcPr marL="96006" marR="96006" marT="71997" marB="7199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ts val="1500"/>
                        </a:lnSpc>
                        <a:spcBef>
                          <a:spcPct val="0"/>
                        </a:spcBef>
                        <a:spcAft>
                          <a:spcPct val="0"/>
                        </a:spcAft>
                        <a:buClrTx/>
                        <a:buSzTx/>
                        <a:buFont typeface="Arial" panose="020B0604020202020204" pitchFamily="34" charset="0"/>
                        <a:buNone/>
                        <a:tabLst/>
                      </a:pPr>
                      <a:endParaRPr kumimoji="0" lang="en-US" sz="12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96006" marR="96006" marT="71997" marB="7199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5000"/>
                        </a:lnSpc>
                        <a:spcBef>
                          <a:spcPct val="20000"/>
                        </a:spcBef>
                        <a:spcAft>
                          <a:spcPct val="0"/>
                        </a:spcAft>
                        <a:buClr>
                          <a:schemeClr val="bg1"/>
                        </a:buClr>
                        <a:buSzPct val="25000"/>
                        <a:buFont typeface="Times" pitchFamily="18" charset="0"/>
                        <a:buNone/>
                        <a:tabLst/>
                      </a:pPr>
                      <a:endParaRPr kumimoji="0" lang="en-US" sz="1100" b="0" i="0" u="none" strike="noStrike" cap="none" normalizeH="0" baseline="0" noProof="0" dirty="0">
                        <a:ln>
                          <a:noFill/>
                        </a:ln>
                        <a:solidFill>
                          <a:schemeClr val="bg2">
                            <a:lumMod val="50000"/>
                          </a:schemeClr>
                        </a:solidFill>
                        <a:effectLst/>
                        <a:latin typeface="Santander Text" panose="020B0504020201020104" pitchFamily="34" charset="0"/>
                      </a:endParaRPr>
                    </a:p>
                  </a:txBody>
                  <a:tcPr marL="96006" marR="96006" marT="71997" marB="7199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491457501"/>
                  </a:ext>
                </a:extLst>
              </a:tr>
              <a:tr h="0">
                <a:tc>
                  <a:txBody>
                    <a:bodyPr/>
                    <a:lstStyle/>
                    <a:p>
                      <a:pPr marL="0" marR="0" lvl="0" indent="0" algn="ctr" defTabSz="914400" rtl="0" eaLnBrk="1" fontAlgn="base" latinLnBrk="0" hangingPunct="1">
                        <a:lnSpc>
                          <a:spcPct val="85000"/>
                        </a:lnSpc>
                        <a:spcBef>
                          <a:spcPct val="20000"/>
                        </a:spcBef>
                        <a:spcAft>
                          <a:spcPct val="0"/>
                        </a:spcAft>
                        <a:buClr>
                          <a:schemeClr val="bg1"/>
                        </a:buClr>
                        <a:buSzPct val="25000"/>
                        <a:buFont typeface="Times" pitchFamily="18" charset="0"/>
                        <a:buNone/>
                        <a:tabLst/>
                      </a:pPr>
                      <a:endParaRPr kumimoji="0" lang="es-ES_tradnl" sz="1200" b="0" i="0" u="none" strike="noStrike" cap="none" normalizeH="0" baseline="0" dirty="0">
                        <a:ln>
                          <a:noFill/>
                        </a:ln>
                        <a:solidFill>
                          <a:schemeClr val="tx1"/>
                        </a:solidFill>
                        <a:effectLst/>
                        <a:latin typeface="Santander Text" panose="020B0504020201020104" pitchFamily="34" charset="0"/>
                      </a:endParaRPr>
                    </a:p>
                  </a:txBody>
                  <a:tcPr marL="96006" marR="96006" marT="71997" marB="7199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5000"/>
                        </a:lnSpc>
                        <a:spcBef>
                          <a:spcPct val="20000"/>
                        </a:spcBef>
                        <a:spcAft>
                          <a:spcPct val="0"/>
                        </a:spcAft>
                        <a:buClr>
                          <a:schemeClr val="bg1"/>
                        </a:buClr>
                        <a:buSzPct val="25000"/>
                        <a:buFont typeface="Times" pitchFamily="18" charset="0"/>
                        <a:buNone/>
                        <a:tabLst/>
                      </a:pPr>
                      <a:endParaRPr kumimoji="0" lang="en-US" sz="1200" b="0" i="0" u="none" strike="noStrike" cap="none" normalizeH="0" baseline="0" noProof="0" dirty="0">
                        <a:ln>
                          <a:noFill/>
                        </a:ln>
                        <a:solidFill>
                          <a:schemeClr val="tx1"/>
                        </a:solidFill>
                        <a:effectLst/>
                        <a:latin typeface="Santander Text" panose="020B0504020201020104" pitchFamily="34" charset="0"/>
                      </a:endParaRPr>
                    </a:p>
                  </a:txBody>
                  <a:tcPr marL="96006" marR="96006" marT="71997" marB="7199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ts val="1500"/>
                        </a:lnSpc>
                        <a:spcBef>
                          <a:spcPct val="0"/>
                        </a:spcBef>
                        <a:spcAft>
                          <a:spcPct val="0"/>
                        </a:spcAft>
                        <a:buClrTx/>
                        <a:buSzTx/>
                        <a:buFont typeface="Arial" panose="020B0604020202020204" pitchFamily="34" charset="0"/>
                        <a:buNone/>
                        <a:tabLst/>
                      </a:pPr>
                      <a:endParaRPr kumimoji="0" lang="en-US" sz="12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96006" marR="96006" marT="71997" marB="7199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5000"/>
                        </a:lnSpc>
                        <a:spcBef>
                          <a:spcPct val="20000"/>
                        </a:spcBef>
                        <a:spcAft>
                          <a:spcPct val="0"/>
                        </a:spcAft>
                        <a:buClr>
                          <a:schemeClr val="bg1"/>
                        </a:buClr>
                        <a:buSzPct val="25000"/>
                        <a:buFont typeface="Times" pitchFamily="18" charset="0"/>
                        <a:buNone/>
                        <a:tabLst/>
                      </a:pPr>
                      <a:endParaRPr kumimoji="0" lang="en-US" sz="1100" b="0" i="0" u="none" strike="noStrike" cap="none" normalizeH="0" baseline="0" noProof="0" dirty="0">
                        <a:ln>
                          <a:noFill/>
                        </a:ln>
                        <a:solidFill>
                          <a:schemeClr val="bg2">
                            <a:lumMod val="50000"/>
                          </a:schemeClr>
                        </a:solidFill>
                        <a:effectLst/>
                        <a:latin typeface="Santander Text" panose="020B0504020201020104" pitchFamily="34" charset="0"/>
                      </a:endParaRPr>
                    </a:p>
                  </a:txBody>
                  <a:tcPr marL="96006" marR="96006" marT="71997" marB="7199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418696011"/>
                  </a:ext>
                </a:extLst>
              </a:tr>
              <a:tr h="0">
                <a:tc>
                  <a:txBody>
                    <a:bodyPr/>
                    <a:lstStyle/>
                    <a:p>
                      <a:pPr marL="0" marR="0" lvl="0" indent="0" algn="ctr" defTabSz="914400" rtl="0" eaLnBrk="1" fontAlgn="base" latinLnBrk="0" hangingPunct="1">
                        <a:lnSpc>
                          <a:spcPct val="85000"/>
                        </a:lnSpc>
                        <a:spcBef>
                          <a:spcPct val="20000"/>
                        </a:spcBef>
                        <a:spcAft>
                          <a:spcPct val="0"/>
                        </a:spcAft>
                        <a:buClr>
                          <a:schemeClr val="bg1"/>
                        </a:buClr>
                        <a:buSzPct val="25000"/>
                        <a:buFont typeface="Times" pitchFamily="18" charset="0"/>
                        <a:buNone/>
                        <a:tabLst/>
                      </a:pPr>
                      <a:endParaRPr kumimoji="0" lang="es-ES_tradnl" sz="1200" b="0" i="0" u="none" strike="noStrike" cap="none" normalizeH="0" baseline="0" dirty="0">
                        <a:ln>
                          <a:noFill/>
                        </a:ln>
                        <a:solidFill>
                          <a:schemeClr val="tx1"/>
                        </a:solidFill>
                        <a:effectLst/>
                        <a:latin typeface="Santander Text" panose="020B0504020201020104" pitchFamily="34" charset="0"/>
                      </a:endParaRPr>
                    </a:p>
                  </a:txBody>
                  <a:tcPr marL="96006" marR="96006" marT="71997" marB="7199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5000"/>
                        </a:lnSpc>
                        <a:spcBef>
                          <a:spcPct val="20000"/>
                        </a:spcBef>
                        <a:spcAft>
                          <a:spcPct val="0"/>
                        </a:spcAft>
                        <a:buClr>
                          <a:schemeClr val="bg1"/>
                        </a:buClr>
                        <a:buSzPct val="25000"/>
                        <a:buFont typeface="Times" pitchFamily="18" charset="0"/>
                        <a:buNone/>
                        <a:tabLst/>
                      </a:pPr>
                      <a:endParaRPr kumimoji="0" lang="en-US" sz="1200" b="0" i="0" u="none" strike="noStrike" cap="none" normalizeH="0" baseline="0" noProof="0" dirty="0">
                        <a:ln>
                          <a:noFill/>
                        </a:ln>
                        <a:solidFill>
                          <a:schemeClr val="tx1"/>
                        </a:solidFill>
                        <a:effectLst/>
                        <a:latin typeface="Santander Text" panose="020B0504020201020104" pitchFamily="34" charset="0"/>
                      </a:endParaRPr>
                    </a:p>
                  </a:txBody>
                  <a:tcPr marL="96006" marR="96006" marT="71997" marB="7199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ts val="1500"/>
                        </a:lnSpc>
                        <a:spcBef>
                          <a:spcPct val="0"/>
                        </a:spcBef>
                        <a:spcAft>
                          <a:spcPct val="0"/>
                        </a:spcAft>
                        <a:buClrTx/>
                        <a:buSzTx/>
                        <a:buFont typeface="Arial" panose="020B0604020202020204" pitchFamily="34" charset="0"/>
                        <a:buNone/>
                        <a:tabLst/>
                      </a:pPr>
                      <a:endParaRPr kumimoji="0" lang="en-US" sz="12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96006" marR="96006" marT="71997" marB="7199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5000"/>
                        </a:lnSpc>
                        <a:spcBef>
                          <a:spcPct val="20000"/>
                        </a:spcBef>
                        <a:spcAft>
                          <a:spcPct val="0"/>
                        </a:spcAft>
                        <a:buClr>
                          <a:schemeClr val="bg1"/>
                        </a:buClr>
                        <a:buSzPct val="25000"/>
                        <a:buFont typeface="Times" pitchFamily="18" charset="0"/>
                        <a:buNone/>
                        <a:tabLst/>
                      </a:pPr>
                      <a:endParaRPr kumimoji="0" lang="en-US" sz="1100" b="0" i="0" u="none" strike="noStrike" cap="none" normalizeH="0" baseline="0" noProof="0" dirty="0">
                        <a:ln>
                          <a:noFill/>
                        </a:ln>
                        <a:solidFill>
                          <a:schemeClr val="bg2">
                            <a:lumMod val="50000"/>
                          </a:schemeClr>
                        </a:solidFill>
                        <a:effectLst/>
                        <a:latin typeface="Santander Text" panose="020B0504020201020104" pitchFamily="34" charset="0"/>
                      </a:endParaRPr>
                    </a:p>
                  </a:txBody>
                  <a:tcPr marL="96006" marR="96006" marT="71997" marB="7199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590298970"/>
                  </a:ext>
                </a:extLst>
              </a:tr>
              <a:tr h="0">
                <a:tc>
                  <a:txBody>
                    <a:bodyPr/>
                    <a:lstStyle/>
                    <a:p>
                      <a:pPr marL="0" marR="0" lvl="0" indent="0" algn="ctr" defTabSz="914400" rtl="0" eaLnBrk="1" fontAlgn="base" latinLnBrk="0" hangingPunct="1">
                        <a:lnSpc>
                          <a:spcPct val="85000"/>
                        </a:lnSpc>
                        <a:spcBef>
                          <a:spcPct val="20000"/>
                        </a:spcBef>
                        <a:spcAft>
                          <a:spcPct val="0"/>
                        </a:spcAft>
                        <a:buClr>
                          <a:schemeClr val="bg1"/>
                        </a:buClr>
                        <a:buSzPct val="25000"/>
                        <a:buFont typeface="Times" pitchFamily="18" charset="0"/>
                        <a:buNone/>
                        <a:tabLst/>
                      </a:pPr>
                      <a:endParaRPr kumimoji="0" lang="es-ES_tradnl" sz="1200" b="0" i="0" u="none" strike="noStrike" cap="none" normalizeH="0" baseline="0" dirty="0">
                        <a:ln>
                          <a:noFill/>
                        </a:ln>
                        <a:solidFill>
                          <a:schemeClr val="tx1"/>
                        </a:solidFill>
                        <a:effectLst/>
                        <a:latin typeface="Santander Text" panose="020B0504020201020104" pitchFamily="34" charset="0"/>
                      </a:endParaRPr>
                    </a:p>
                  </a:txBody>
                  <a:tcPr marL="96006" marR="96006" marT="71997" marB="7199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5000"/>
                        </a:lnSpc>
                        <a:spcBef>
                          <a:spcPct val="20000"/>
                        </a:spcBef>
                        <a:spcAft>
                          <a:spcPct val="0"/>
                        </a:spcAft>
                        <a:buClr>
                          <a:schemeClr val="bg1"/>
                        </a:buClr>
                        <a:buSzPct val="25000"/>
                        <a:buFont typeface="Times" pitchFamily="18" charset="0"/>
                        <a:buNone/>
                        <a:tabLst/>
                      </a:pPr>
                      <a:endParaRPr kumimoji="0" lang="en-US" sz="1200" b="0" i="0" u="none" strike="noStrike" cap="none" normalizeH="0" baseline="0" noProof="0" dirty="0">
                        <a:ln>
                          <a:noFill/>
                        </a:ln>
                        <a:solidFill>
                          <a:schemeClr val="tx1"/>
                        </a:solidFill>
                        <a:effectLst/>
                        <a:latin typeface="Santander Text" panose="020B0504020201020104" pitchFamily="34" charset="0"/>
                      </a:endParaRPr>
                    </a:p>
                  </a:txBody>
                  <a:tcPr marL="96006" marR="96006" marT="71997" marB="7199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ts val="1500"/>
                        </a:lnSpc>
                        <a:spcBef>
                          <a:spcPct val="0"/>
                        </a:spcBef>
                        <a:spcAft>
                          <a:spcPct val="0"/>
                        </a:spcAft>
                        <a:buClrTx/>
                        <a:buSzTx/>
                        <a:buFont typeface="Arial" panose="020B0604020202020204" pitchFamily="34" charset="0"/>
                        <a:buNone/>
                        <a:tabLst/>
                      </a:pPr>
                      <a:endParaRPr kumimoji="0" lang="en-US" sz="12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96006" marR="96006" marT="71997" marB="7199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5000"/>
                        </a:lnSpc>
                        <a:spcBef>
                          <a:spcPct val="20000"/>
                        </a:spcBef>
                        <a:spcAft>
                          <a:spcPct val="0"/>
                        </a:spcAft>
                        <a:buClr>
                          <a:schemeClr val="bg1"/>
                        </a:buClr>
                        <a:buSzPct val="25000"/>
                        <a:buFont typeface="Times" pitchFamily="18" charset="0"/>
                        <a:buNone/>
                        <a:tabLst/>
                      </a:pPr>
                      <a:endParaRPr kumimoji="0" lang="en-US" sz="1100" b="0" i="0" u="none" strike="noStrike" cap="none" normalizeH="0" baseline="0" noProof="0" dirty="0">
                        <a:ln>
                          <a:noFill/>
                        </a:ln>
                        <a:solidFill>
                          <a:schemeClr val="bg2">
                            <a:lumMod val="50000"/>
                          </a:schemeClr>
                        </a:solidFill>
                        <a:effectLst/>
                        <a:latin typeface="Santander Text" panose="020B0504020201020104" pitchFamily="34" charset="0"/>
                      </a:endParaRPr>
                    </a:p>
                  </a:txBody>
                  <a:tcPr marL="96006" marR="96006" marT="71997" marB="7199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5229803"/>
                  </a:ext>
                </a:extLst>
              </a:tr>
              <a:tr h="0">
                <a:tc>
                  <a:txBody>
                    <a:bodyPr/>
                    <a:lstStyle/>
                    <a:p>
                      <a:pPr marL="0" marR="0" lvl="0" indent="0" algn="ctr" defTabSz="914400" rtl="0" eaLnBrk="1" fontAlgn="base" latinLnBrk="0" hangingPunct="1">
                        <a:lnSpc>
                          <a:spcPct val="85000"/>
                        </a:lnSpc>
                        <a:spcBef>
                          <a:spcPct val="20000"/>
                        </a:spcBef>
                        <a:spcAft>
                          <a:spcPct val="0"/>
                        </a:spcAft>
                        <a:buClr>
                          <a:schemeClr val="bg1"/>
                        </a:buClr>
                        <a:buSzPct val="25000"/>
                        <a:buFont typeface="Times" pitchFamily="18" charset="0"/>
                        <a:buNone/>
                        <a:tabLst/>
                      </a:pPr>
                      <a:endParaRPr kumimoji="0" lang="es-ES_tradnl" sz="1200" b="0" i="0" u="none" strike="noStrike" cap="none" normalizeH="0" baseline="0" dirty="0">
                        <a:ln>
                          <a:noFill/>
                        </a:ln>
                        <a:solidFill>
                          <a:schemeClr val="tx1"/>
                        </a:solidFill>
                        <a:effectLst/>
                        <a:latin typeface="Santander Text" panose="020B0504020201020104" pitchFamily="34" charset="0"/>
                      </a:endParaRPr>
                    </a:p>
                  </a:txBody>
                  <a:tcPr marL="96006" marR="96006" marT="71997" marB="7199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5000"/>
                        </a:lnSpc>
                        <a:spcBef>
                          <a:spcPct val="20000"/>
                        </a:spcBef>
                        <a:spcAft>
                          <a:spcPct val="0"/>
                        </a:spcAft>
                        <a:buClr>
                          <a:schemeClr val="bg1"/>
                        </a:buClr>
                        <a:buSzPct val="25000"/>
                        <a:buFont typeface="Times" pitchFamily="18" charset="0"/>
                        <a:buNone/>
                        <a:tabLst/>
                      </a:pPr>
                      <a:endParaRPr kumimoji="0" lang="en-US" sz="1200" b="0" i="0" u="none" strike="noStrike" cap="none" normalizeH="0" baseline="0" noProof="0" dirty="0">
                        <a:ln>
                          <a:noFill/>
                        </a:ln>
                        <a:solidFill>
                          <a:schemeClr val="tx1"/>
                        </a:solidFill>
                        <a:effectLst/>
                        <a:latin typeface="Santander Text" panose="020B0504020201020104" pitchFamily="34" charset="0"/>
                      </a:endParaRPr>
                    </a:p>
                  </a:txBody>
                  <a:tcPr marL="96006" marR="96006" marT="71997" marB="7199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ts val="1500"/>
                        </a:lnSpc>
                        <a:spcBef>
                          <a:spcPct val="0"/>
                        </a:spcBef>
                        <a:spcAft>
                          <a:spcPct val="0"/>
                        </a:spcAft>
                        <a:buClrTx/>
                        <a:buSzTx/>
                        <a:buFont typeface="Arial" panose="020B0604020202020204" pitchFamily="34" charset="0"/>
                        <a:buNone/>
                        <a:tabLst/>
                      </a:pPr>
                      <a:endParaRPr kumimoji="0" lang="en-US" sz="12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96006" marR="96006" marT="71997" marB="7199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5000"/>
                        </a:lnSpc>
                        <a:spcBef>
                          <a:spcPct val="20000"/>
                        </a:spcBef>
                        <a:spcAft>
                          <a:spcPct val="0"/>
                        </a:spcAft>
                        <a:buClr>
                          <a:schemeClr val="bg1"/>
                        </a:buClr>
                        <a:buSzPct val="25000"/>
                        <a:buFont typeface="Times" pitchFamily="18" charset="0"/>
                        <a:buNone/>
                        <a:tabLst/>
                      </a:pPr>
                      <a:endParaRPr kumimoji="0" lang="en-US" sz="1100" b="0" i="0" u="none" strike="noStrike" cap="none" normalizeH="0" baseline="0" noProof="0" dirty="0">
                        <a:ln>
                          <a:noFill/>
                        </a:ln>
                        <a:solidFill>
                          <a:schemeClr val="bg2">
                            <a:lumMod val="50000"/>
                          </a:schemeClr>
                        </a:solidFill>
                        <a:effectLst/>
                        <a:latin typeface="Santander Text" panose="020B0504020201020104" pitchFamily="34" charset="0"/>
                      </a:endParaRPr>
                    </a:p>
                  </a:txBody>
                  <a:tcPr marL="96006" marR="96006" marT="71997" marB="7199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943260180"/>
                  </a:ext>
                </a:extLst>
              </a:tr>
              <a:tr h="0">
                <a:tc>
                  <a:txBody>
                    <a:bodyPr/>
                    <a:lstStyle/>
                    <a:p>
                      <a:pPr marL="0" marR="0" lvl="0" indent="0" algn="ctr" defTabSz="914400" rtl="0" eaLnBrk="1" fontAlgn="base" latinLnBrk="0" hangingPunct="1">
                        <a:lnSpc>
                          <a:spcPct val="85000"/>
                        </a:lnSpc>
                        <a:spcBef>
                          <a:spcPct val="20000"/>
                        </a:spcBef>
                        <a:spcAft>
                          <a:spcPct val="0"/>
                        </a:spcAft>
                        <a:buClr>
                          <a:schemeClr val="bg1"/>
                        </a:buClr>
                        <a:buSzPct val="25000"/>
                        <a:buFont typeface="Times" pitchFamily="18" charset="0"/>
                        <a:buNone/>
                        <a:tabLst/>
                      </a:pPr>
                      <a:endParaRPr kumimoji="0" lang="es-ES_tradnl" sz="1200" b="0" i="0" u="none" strike="noStrike" cap="none" normalizeH="0" baseline="0" dirty="0">
                        <a:ln>
                          <a:noFill/>
                        </a:ln>
                        <a:solidFill>
                          <a:schemeClr val="tx1"/>
                        </a:solidFill>
                        <a:effectLst/>
                        <a:latin typeface="Santander Text" panose="020B0504020201020104" pitchFamily="34" charset="0"/>
                      </a:endParaRPr>
                    </a:p>
                  </a:txBody>
                  <a:tcPr marL="96006" marR="96006" marT="71997" marB="7199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5000"/>
                        </a:lnSpc>
                        <a:spcBef>
                          <a:spcPct val="20000"/>
                        </a:spcBef>
                        <a:spcAft>
                          <a:spcPct val="0"/>
                        </a:spcAft>
                        <a:buClr>
                          <a:schemeClr val="bg1"/>
                        </a:buClr>
                        <a:buSzPct val="25000"/>
                        <a:buFont typeface="Times" pitchFamily="18" charset="0"/>
                        <a:buNone/>
                        <a:tabLst/>
                      </a:pPr>
                      <a:endParaRPr kumimoji="0" lang="en-US" sz="1200" b="0" i="0" u="none" strike="noStrike" cap="none" normalizeH="0" baseline="0" noProof="0" dirty="0">
                        <a:ln>
                          <a:noFill/>
                        </a:ln>
                        <a:solidFill>
                          <a:schemeClr val="tx1"/>
                        </a:solidFill>
                        <a:effectLst/>
                        <a:latin typeface="Santander Text" panose="020B0504020201020104" pitchFamily="34" charset="0"/>
                      </a:endParaRPr>
                    </a:p>
                  </a:txBody>
                  <a:tcPr marL="96006" marR="96006" marT="71997" marB="7199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ts val="1500"/>
                        </a:lnSpc>
                        <a:spcBef>
                          <a:spcPct val="0"/>
                        </a:spcBef>
                        <a:spcAft>
                          <a:spcPct val="0"/>
                        </a:spcAft>
                        <a:buClrTx/>
                        <a:buSzTx/>
                        <a:buFont typeface="Arial" panose="020B0604020202020204" pitchFamily="34" charset="0"/>
                        <a:buNone/>
                        <a:tabLst/>
                      </a:pPr>
                      <a:endParaRPr kumimoji="0" lang="en-US" sz="12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96006" marR="96006" marT="71997" marB="7199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5000"/>
                        </a:lnSpc>
                        <a:spcBef>
                          <a:spcPct val="20000"/>
                        </a:spcBef>
                        <a:spcAft>
                          <a:spcPct val="0"/>
                        </a:spcAft>
                        <a:buClr>
                          <a:schemeClr val="bg1"/>
                        </a:buClr>
                        <a:buSzPct val="25000"/>
                        <a:buFont typeface="Times" pitchFamily="18" charset="0"/>
                        <a:buNone/>
                        <a:tabLst/>
                      </a:pPr>
                      <a:endParaRPr kumimoji="0" lang="en-US" sz="1100" b="0" i="0" u="none" strike="noStrike" cap="none" normalizeH="0" baseline="0" noProof="0" dirty="0">
                        <a:ln>
                          <a:noFill/>
                        </a:ln>
                        <a:solidFill>
                          <a:schemeClr val="bg2">
                            <a:lumMod val="50000"/>
                          </a:schemeClr>
                        </a:solidFill>
                        <a:effectLst/>
                        <a:latin typeface="Santander Text" panose="020B0504020201020104" pitchFamily="34" charset="0"/>
                      </a:endParaRPr>
                    </a:p>
                  </a:txBody>
                  <a:tcPr marL="96006" marR="96006" marT="71997" marB="7199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692544044"/>
                  </a:ext>
                </a:extLst>
              </a:tr>
              <a:tr h="0">
                <a:tc>
                  <a:txBody>
                    <a:bodyPr/>
                    <a:lstStyle/>
                    <a:p>
                      <a:pPr marL="0" marR="0" lvl="0" indent="0" algn="ctr" defTabSz="914400" rtl="0" eaLnBrk="1" fontAlgn="base" latinLnBrk="0" hangingPunct="1">
                        <a:lnSpc>
                          <a:spcPct val="85000"/>
                        </a:lnSpc>
                        <a:spcBef>
                          <a:spcPct val="20000"/>
                        </a:spcBef>
                        <a:spcAft>
                          <a:spcPct val="0"/>
                        </a:spcAft>
                        <a:buClr>
                          <a:schemeClr val="bg1"/>
                        </a:buClr>
                        <a:buSzPct val="25000"/>
                        <a:buFont typeface="Times" pitchFamily="18" charset="0"/>
                        <a:buNone/>
                        <a:tabLst/>
                      </a:pPr>
                      <a:endParaRPr kumimoji="0" lang="es-ES_tradnl" sz="1200" b="0" i="0" u="none" strike="noStrike" cap="none" normalizeH="0" baseline="0" dirty="0">
                        <a:ln>
                          <a:noFill/>
                        </a:ln>
                        <a:solidFill>
                          <a:schemeClr val="tx1"/>
                        </a:solidFill>
                        <a:effectLst/>
                        <a:latin typeface="Santander Text" panose="020B0504020201020104" pitchFamily="34" charset="0"/>
                      </a:endParaRPr>
                    </a:p>
                  </a:txBody>
                  <a:tcPr marL="96006" marR="96006" marT="71997" marB="7199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5000"/>
                        </a:lnSpc>
                        <a:spcBef>
                          <a:spcPct val="20000"/>
                        </a:spcBef>
                        <a:spcAft>
                          <a:spcPct val="0"/>
                        </a:spcAft>
                        <a:buClr>
                          <a:schemeClr val="bg1"/>
                        </a:buClr>
                        <a:buSzPct val="25000"/>
                        <a:buFont typeface="Times" pitchFamily="18" charset="0"/>
                        <a:buNone/>
                        <a:tabLst/>
                      </a:pPr>
                      <a:endParaRPr kumimoji="0" lang="en-US" sz="1200" b="0" i="0" u="none" strike="noStrike" cap="none" normalizeH="0" baseline="0" noProof="0" dirty="0">
                        <a:ln>
                          <a:noFill/>
                        </a:ln>
                        <a:solidFill>
                          <a:schemeClr val="tx1"/>
                        </a:solidFill>
                        <a:effectLst/>
                        <a:latin typeface="Santander Text" panose="020B0504020201020104" pitchFamily="34" charset="0"/>
                      </a:endParaRPr>
                    </a:p>
                  </a:txBody>
                  <a:tcPr marL="96006" marR="96006" marT="71997" marB="7199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ts val="1500"/>
                        </a:lnSpc>
                        <a:spcBef>
                          <a:spcPct val="0"/>
                        </a:spcBef>
                        <a:spcAft>
                          <a:spcPct val="0"/>
                        </a:spcAft>
                        <a:buClrTx/>
                        <a:buSzTx/>
                        <a:buFont typeface="Arial" panose="020B0604020202020204" pitchFamily="34" charset="0"/>
                        <a:buNone/>
                        <a:tabLst/>
                      </a:pPr>
                      <a:endParaRPr kumimoji="0" lang="en-US" sz="12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96006" marR="96006" marT="71997" marB="7199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5000"/>
                        </a:lnSpc>
                        <a:spcBef>
                          <a:spcPct val="20000"/>
                        </a:spcBef>
                        <a:spcAft>
                          <a:spcPct val="0"/>
                        </a:spcAft>
                        <a:buClr>
                          <a:schemeClr val="bg1"/>
                        </a:buClr>
                        <a:buSzPct val="25000"/>
                        <a:buFont typeface="Times" pitchFamily="18" charset="0"/>
                        <a:buNone/>
                        <a:tabLst/>
                      </a:pPr>
                      <a:endParaRPr kumimoji="0" lang="en-US" sz="1100" b="0" i="0" u="none" strike="noStrike" cap="none" normalizeH="0" baseline="0" noProof="0" dirty="0">
                        <a:ln>
                          <a:noFill/>
                        </a:ln>
                        <a:solidFill>
                          <a:schemeClr val="bg2">
                            <a:lumMod val="50000"/>
                          </a:schemeClr>
                        </a:solidFill>
                        <a:effectLst/>
                        <a:latin typeface="Santander Text" panose="020B0504020201020104" pitchFamily="34" charset="0"/>
                      </a:endParaRPr>
                    </a:p>
                  </a:txBody>
                  <a:tcPr marL="96006" marR="96006" marT="71997" marB="7199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687555188"/>
                  </a:ext>
                </a:extLst>
              </a:tr>
            </a:tbl>
          </a:graphicData>
        </a:graphic>
      </p:graphicFrame>
      <p:sp>
        <p:nvSpPr>
          <p:cNvPr id="5" name="Rectangle 36"/>
          <p:cNvSpPr>
            <a:spLocks noChangeArrowheads="1"/>
          </p:cNvSpPr>
          <p:nvPr/>
        </p:nvSpPr>
        <p:spPr bwMode="auto">
          <a:xfrm>
            <a:off x="9603682" y="5168344"/>
            <a:ext cx="1870363" cy="104125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500" u="sng">
                <a:solidFill>
                  <a:schemeClr val="tx1"/>
                </a:solidFill>
                <a:latin typeface="Arial" charset="0"/>
                <a:cs typeface="Arial" charset="0"/>
              </a:defRPr>
            </a:lvl1pPr>
            <a:lvl2pPr marL="742950" indent="-285750" eaLnBrk="0" hangingPunct="0">
              <a:defRPr sz="500" u="sng">
                <a:solidFill>
                  <a:schemeClr val="tx1"/>
                </a:solidFill>
                <a:latin typeface="Arial" charset="0"/>
                <a:cs typeface="Arial" charset="0"/>
              </a:defRPr>
            </a:lvl2pPr>
            <a:lvl3pPr marL="1143000" indent="-228600" eaLnBrk="0" hangingPunct="0">
              <a:defRPr sz="500" u="sng">
                <a:solidFill>
                  <a:schemeClr val="tx1"/>
                </a:solidFill>
                <a:latin typeface="Arial" charset="0"/>
                <a:cs typeface="Arial" charset="0"/>
              </a:defRPr>
            </a:lvl3pPr>
            <a:lvl4pPr marL="1600200" indent="-228600" eaLnBrk="0" hangingPunct="0">
              <a:defRPr sz="500" u="sng">
                <a:solidFill>
                  <a:schemeClr val="tx1"/>
                </a:solidFill>
                <a:latin typeface="Arial" charset="0"/>
                <a:cs typeface="Arial" charset="0"/>
              </a:defRPr>
            </a:lvl4pPr>
            <a:lvl5pPr marL="2057400" indent="-228600" eaLnBrk="0" hangingPunct="0">
              <a:defRPr sz="500" u="sng">
                <a:solidFill>
                  <a:schemeClr val="tx1"/>
                </a:solidFill>
                <a:latin typeface="Arial" charset="0"/>
                <a:cs typeface="Arial" charset="0"/>
              </a:defRPr>
            </a:lvl5pPr>
            <a:lvl6pPr marL="2514600" indent="-228600" eaLnBrk="0" fontAlgn="base" hangingPunct="0">
              <a:spcBef>
                <a:spcPct val="0"/>
              </a:spcBef>
              <a:spcAft>
                <a:spcPct val="0"/>
              </a:spcAft>
              <a:defRPr sz="500" u="sng">
                <a:solidFill>
                  <a:schemeClr val="tx1"/>
                </a:solidFill>
                <a:latin typeface="Arial" charset="0"/>
                <a:cs typeface="Arial" charset="0"/>
              </a:defRPr>
            </a:lvl6pPr>
            <a:lvl7pPr marL="2971800" indent="-228600" eaLnBrk="0" fontAlgn="base" hangingPunct="0">
              <a:spcBef>
                <a:spcPct val="0"/>
              </a:spcBef>
              <a:spcAft>
                <a:spcPct val="0"/>
              </a:spcAft>
              <a:defRPr sz="500" u="sng">
                <a:solidFill>
                  <a:schemeClr val="tx1"/>
                </a:solidFill>
                <a:latin typeface="Arial" charset="0"/>
                <a:cs typeface="Arial" charset="0"/>
              </a:defRPr>
            </a:lvl7pPr>
            <a:lvl8pPr marL="3429000" indent="-228600" eaLnBrk="0" fontAlgn="base" hangingPunct="0">
              <a:spcBef>
                <a:spcPct val="0"/>
              </a:spcBef>
              <a:spcAft>
                <a:spcPct val="0"/>
              </a:spcAft>
              <a:defRPr sz="500" u="sng">
                <a:solidFill>
                  <a:schemeClr val="tx1"/>
                </a:solidFill>
                <a:latin typeface="Arial" charset="0"/>
                <a:cs typeface="Arial" charset="0"/>
              </a:defRPr>
            </a:lvl8pPr>
            <a:lvl9pPr marL="3886200" indent="-228600" eaLnBrk="0" fontAlgn="base" hangingPunct="0">
              <a:spcBef>
                <a:spcPct val="0"/>
              </a:spcBef>
              <a:spcAft>
                <a:spcPct val="0"/>
              </a:spcAft>
              <a:defRPr sz="500" u="sng">
                <a:solidFill>
                  <a:schemeClr val="tx1"/>
                </a:solidFill>
                <a:latin typeface="Arial" charset="0"/>
                <a:cs typeface="Arial" charset="0"/>
              </a:defRPr>
            </a:lvl9pPr>
          </a:lstStyle>
          <a:p>
            <a:pPr algn="l" eaLnBrk="1" hangingPunct="1"/>
            <a:endParaRPr lang="pt-PT" altLang="pt-PT" sz="1400" b="0" u="none" dirty="0">
              <a:latin typeface="+mn-lt"/>
            </a:endParaRPr>
          </a:p>
        </p:txBody>
      </p:sp>
      <p:grpSp>
        <p:nvGrpSpPr>
          <p:cNvPr id="6" name="Group 2"/>
          <p:cNvGrpSpPr>
            <a:grpSpLocks/>
          </p:cNvGrpSpPr>
          <p:nvPr/>
        </p:nvGrpSpPr>
        <p:grpSpPr bwMode="auto">
          <a:xfrm>
            <a:off x="9893454" y="5321957"/>
            <a:ext cx="1580592" cy="638523"/>
            <a:chOff x="7240430" y="340916"/>
            <a:chExt cx="1581254" cy="638893"/>
          </a:xfrm>
        </p:grpSpPr>
        <p:sp>
          <p:nvSpPr>
            <p:cNvPr id="7" name="TextBox 1"/>
            <p:cNvSpPr txBox="1">
              <a:spLocks noChangeArrowheads="1"/>
            </p:cNvSpPr>
            <p:nvPr/>
          </p:nvSpPr>
          <p:spPr bwMode="auto">
            <a:xfrm>
              <a:off x="7530307" y="379297"/>
              <a:ext cx="1291377" cy="600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500" u="sng">
                  <a:solidFill>
                    <a:schemeClr val="tx1"/>
                  </a:solidFill>
                  <a:latin typeface="Arial" charset="0"/>
                  <a:cs typeface="Arial" charset="0"/>
                </a:defRPr>
              </a:lvl1pPr>
              <a:lvl2pPr marL="742950" indent="-285750" eaLnBrk="0" hangingPunct="0">
                <a:defRPr sz="500" u="sng">
                  <a:solidFill>
                    <a:schemeClr val="tx1"/>
                  </a:solidFill>
                  <a:latin typeface="Arial" charset="0"/>
                  <a:cs typeface="Arial" charset="0"/>
                </a:defRPr>
              </a:lvl2pPr>
              <a:lvl3pPr marL="1143000" indent="-228600" eaLnBrk="0" hangingPunct="0">
                <a:defRPr sz="500" u="sng">
                  <a:solidFill>
                    <a:schemeClr val="tx1"/>
                  </a:solidFill>
                  <a:latin typeface="Arial" charset="0"/>
                  <a:cs typeface="Arial" charset="0"/>
                </a:defRPr>
              </a:lvl3pPr>
              <a:lvl4pPr marL="1600200" indent="-228600" eaLnBrk="0" hangingPunct="0">
                <a:defRPr sz="500" u="sng">
                  <a:solidFill>
                    <a:schemeClr val="tx1"/>
                  </a:solidFill>
                  <a:latin typeface="Arial" charset="0"/>
                  <a:cs typeface="Arial" charset="0"/>
                </a:defRPr>
              </a:lvl4pPr>
              <a:lvl5pPr marL="2057400" indent="-228600" eaLnBrk="0" hangingPunct="0">
                <a:defRPr sz="500" u="sng">
                  <a:solidFill>
                    <a:schemeClr val="tx1"/>
                  </a:solidFill>
                  <a:latin typeface="Arial" charset="0"/>
                  <a:cs typeface="Arial" charset="0"/>
                </a:defRPr>
              </a:lvl5pPr>
              <a:lvl6pPr marL="2514600" indent="-228600" eaLnBrk="0" fontAlgn="base" hangingPunct="0">
                <a:spcBef>
                  <a:spcPct val="0"/>
                </a:spcBef>
                <a:spcAft>
                  <a:spcPct val="0"/>
                </a:spcAft>
                <a:defRPr sz="500" u="sng">
                  <a:solidFill>
                    <a:schemeClr val="tx1"/>
                  </a:solidFill>
                  <a:latin typeface="Arial" charset="0"/>
                  <a:cs typeface="Arial" charset="0"/>
                </a:defRPr>
              </a:lvl6pPr>
              <a:lvl7pPr marL="2971800" indent="-228600" eaLnBrk="0" fontAlgn="base" hangingPunct="0">
                <a:spcBef>
                  <a:spcPct val="0"/>
                </a:spcBef>
                <a:spcAft>
                  <a:spcPct val="0"/>
                </a:spcAft>
                <a:defRPr sz="500" u="sng">
                  <a:solidFill>
                    <a:schemeClr val="tx1"/>
                  </a:solidFill>
                  <a:latin typeface="Arial" charset="0"/>
                  <a:cs typeface="Arial" charset="0"/>
                </a:defRPr>
              </a:lvl7pPr>
              <a:lvl8pPr marL="3429000" indent="-228600" eaLnBrk="0" fontAlgn="base" hangingPunct="0">
                <a:spcBef>
                  <a:spcPct val="0"/>
                </a:spcBef>
                <a:spcAft>
                  <a:spcPct val="0"/>
                </a:spcAft>
                <a:defRPr sz="500" u="sng">
                  <a:solidFill>
                    <a:schemeClr val="tx1"/>
                  </a:solidFill>
                  <a:latin typeface="Arial" charset="0"/>
                  <a:cs typeface="Arial" charset="0"/>
                </a:defRPr>
              </a:lvl8pPr>
              <a:lvl9pPr marL="3886200" indent="-228600" eaLnBrk="0" fontAlgn="base" hangingPunct="0">
                <a:spcBef>
                  <a:spcPct val="0"/>
                </a:spcBef>
                <a:spcAft>
                  <a:spcPct val="0"/>
                </a:spcAft>
                <a:defRPr sz="500" u="sng">
                  <a:solidFill>
                    <a:schemeClr val="tx1"/>
                  </a:solidFill>
                  <a:latin typeface="Arial" charset="0"/>
                  <a:cs typeface="Arial" charset="0"/>
                </a:defRPr>
              </a:lvl9pPr>
            </a:lstStyle>
            <a:p>
              <a:pPr eaLnBrk="1" hangingPunct="1"/>
              <a:r>
                <a:rPr lang="pt-PT" altLang="pt-PT" sz="1100" u="none" dirty="0">
                  <a:latin typeface="+mn-lt"/>
                </a:rPr>
                <a:t>Slide novo</a:t>
              </a:r>
            </a:p>
            <a:p>
              <a:pPr eaLnBrk="1" hangingPunct="1"/>
              <a:endParaRPr lang="pt-PT" altLang="pt-PT" sz="1100" u="none" dirty="0">
                <a:latin typeface="+mn-lt"/>
              </a:endParaRPr>
            </a:p>
            <a:p>
              <a:pPr eaLnBrk="1" hangingPunct="1"/>
              <a:r>
                <a:rPr lang="pt-PT" altLang="pt-PT" sz="1100" u="none" dirty="0">
                  <a:latin typeface="+mn-lt"/>
                </a:rPr>
                <a:t>Slide modificado</a:t>
              </a:r>
            </a:p>
          </p:txBody>
        </p:sp>
        <p:sp>
          <p:nvSpPr>
            <p:cNvPr id="8" name="AutoShape 38"/>
            <p:cNvSpPr>
              <a:spLocks noChangeArrowheads="1"/>
            </p:cNvSpPr>
            <p:nvPr/>
          </p:nvSpPr>
          <p:spPr bwMode="auto">
            <a:xfrm>
              <a:off x="7240430" y="679754"/>
              <a:ext cx="349250" cy="290512"/>
            </a:xfrm>
            <a:prstGeom prst="star8">
              <a:avLst>
                <a:gd name="adj" fmla="val 38250"/>
              </a:avLst>
            </a:prstGeom>
            <a:solidFill>
              <a:srgbClr val="00B050"/>
            </a:solidFill>
            <a:ln w="9525">
              <a:solidFill>
                <a:schemeClr val="tx1"/>
              </a:solidFill>
              <a:miter lim="800000"/>
              <a:headEnd/>
              <a:tailEnd/>
            </a:ln>
          </p:spPr>
          <p:txBody>
            <a:bodyPr wrap="none" anchor="ctr"/>
            <a:lstStyle>
              <a:lvl1pPr eaLnBrk="0" hangingPunct="0">
                <a:defRPr sz="500" u="sng">
                  <a:solidFill>
                    <a:schemeClr val="tx1"/>
                  </a:solidFill>
                  <a:latin typeface="Arial" charset="0"/>
                  <a:cs typeface="Arial" charset="0"/>
                </a:defRPr>
              </a:lvl1pPr>
              <a:lvl2pPr marL="742950" indent="-285750" eaLnBrk="0" hangingPunct="0">
                <a:defRPr sz="500" u="sng">
                  <a:solidFill>
                    <a:schemeClr val="tx1"/>
                  </a:solidFill>
                  <a:latin typeface="Arial" charset="0"/>
                  <a:cs typeface="Arial" charset="0"/>
                </a:defRPr>
              </a:lvl2pPr>
              <a:lvl3pPr marL="1143000" indent="-228600" eaLnBrk="0" hangingPunct="0">
                <a:defRPr sz="500" u="sng">
                  <a:solidFill>
                    <a:schemeClr val="tx1"/>
                  </a:solidFill>
                  <a:latin typeface="Arial" charset="0"/>
                  <a:cs typeface="Arial" charset="0"/>
                </a:defRPr>
              </a:lvl3pPr>
              <a:lvl4pPr marL="1600200" indent="-228600" eaLnBrk="0" hangingPunct="0">
                <a:defRPr sz="500" u="sng">
                  <a:solidFill>
                    <a:schemeClr val="tx1"/>
                  </a:solidFill>
                  <a:latin typeface="Arial" charset="0"/>
                  <a:cs typeface="Arial" charset="0"/>
                </a:defRPr>
              </a:lvl4pPr>
              <a:lvl5pPr marL="2057400" indent="-228600" eaLnBrk="0" hangingPunct="0">
                <a:defRPr sz="500" u="sng">
                  <a:solidFill>
                    <a:schemeClr val="tx1"/>
                  </a:solidFill>
                  <a:latin typeface="Arial" charset="0"/>
                  <a:cs typeface="Arial" charset="0"/>
                </a:defRPr>
              </a:lvl5pPr>
              <a:lvl6pPr marL="2514600" indent="-228600" eaLnBrk="0" fontAlgn="base" hangingPunct="0">
                <a:spcBef>
                  <a:spcPct val="0"/>
                </a:spcBef>
                <a:spcAft>
                  <a:spcPct val="0"/>
                </a:spcAft>
                <a:defRPr sz="500" u="sng">
                  <a:solidFill>
                    <a:schemeClr val="tx1"/>
                  </a:solidFill>
                  <a:latin typeface="Arial" charset="0"/>
                  <a:cs typeface="Arial" charset="0"/>
                </a:defRPr>
              </a:lvl6pPr>
              <a:lvl7pPr marL="2971800" indent="-228600" eaLnBrk="0" fontAlgn="base" hangingPunct="0">
                <a:spcBef>
                  <a:spcPct val="0"/>
                </a:spcBef>
                <a:spcAft>
                  <a:spcPct val="0"/>
                </a:spcAft>
                <a:defRPr sz="500" u="sng">
                  <a:solidFill>
                    <a:schemeClr val="tx1"/>
                  </a:solidFill>
                  <a:latin typeface="Arial" charset="0"/>
                  <a:cs typeface="Arial" charset="0"/>
                </a:defRPr>
              </a:lvl7pPr>
              <a:lvl8pPr marL="3429000" indent="-228600" eaLnBrk="0" fontAlgn="base" hangingPunct="0">
                <a:spcBef>
                  <a:spcPct val="0"/>
                </a:spcBef>
                <a:spcAft>
                  <a:spcPct val="0"/>
                </a:spcAft>
                <a:defRPr sz="500" u="sng">
                  <a:solidFill>
                    <a:schemeClr val="tx1"/>
                  </a:solidFill>
                  <a:latin typeface="Arial" charset="0"/>
                  <a:cs typeface="Arial" charset="0"/>
                </a:defRPr>
              </a:lvl8pPr>
              <a:lvl9pPr marL="3886200" indent="-228600" eaLnBrk="0" fontAlgn="base" hangingPunct="0">
                <a:spcBef>
                  <a:spcPct val="0"/>
                </a:spcBef>
                <a:spcAft>
                  <a:spcPct val="0"/>
                </a:spcAft>
                <a:defRPr sz="500" u="sng">
                  <a:solidFill>
                    <a:schemeClr val="tx1"/>
                  </a:solidFill>
                  <a:latin typeface="Arial" charset="0"/>
                  <a:cs typeface="Arial" charset="0"/>
                </a:defRPr>
              </a:lvl9pPr>
            </a:lstStyle>
            <a:p>
              <a:pPr algn="ctr" eaLnBrk="1" hangingPunct="1"/>
              <a:r>
                <a:rPr lang="pt-PT" altLang="pt-PT" sz="900" b="1" u="none" dirty="0">
                  <a:latin typeface="+mn-lt"/>
                </a:rPr>
                <a:t>M</a:t>
              </a:r>
            </a:p>
          </p:txBody>
        </p:sp>
        <p:sp>
          <p:nvSpPr>
            <p:cNvPr id="9" name="AutoShape 35"/>
            <p:cNvSpPr>
              <a:spLocks noChangeArrowheads="1"/>
            </p:cNvSpPr>
            <p:nvPr/>
          </p:nvSpPr>
          <p:spPr bwMode="auto">
            <a:xfrm>
              <a:off x="7240430" y="340916"/>
              <a:ext cx="349250" cy="290512"/>
            </a:xfrm>
            <a:prstGeom prst="star8">
              <a:avLst>
                <a:gd name="adj" fmla="val 38250"/>
              </a:avLst>
            </a:prstGeom>
            <a:solidFill>
              <a:srgbClr val="FFFF66"/>
            </a:solidFill>
            <a:ln w="9525">
              <a:solidFill>
                <a:schemeClr val="tx1"/>
              </a:solidFill>
              <a:miter lim="800000"/>
              <a:headEnd/>
              <a:tailEnd/>
            </a:ln>
          </p:spPr>
          <p:txBody>
            <a:bodyPr wrap="none" anchor="ctr"/>
            <a:lstStyle>
              <a:lvl1pPr eaLnBrk="0" hangingPunct="0">
                <a:defRPr sz="500" u="sng">
                  <a:solidFill>
                    <a:schemeClr val="tx1"/>
                  </a:solidFill>
                  <a:latin typeface="Arial" charset="0"/>
                  <a:cs typeface="Arial" charset="0"/>
                </a:defRPr>
              </a:lvl1pPr>
              <a:lvl2pPr marL="742950" indent="-285750" eaLnBrk="0" hangingPunct="0">
                <a:defRPr sz="500" u="sng">
                  <a:solidFill>
                    <a:schemeClr val="tx1"/>
                  </a:solidFill>
                  <a:latin typeface="Arial" charset="0"/>
                  <a:cs typeface="Arial" charset="0"/>
                </a:defRPr>
              </a:lvl2pPr>
              <a:lvl3pPr marL="1143000" indent="-228600" eaLnBrk="0" hangingPunct="0">
                <a:defRPr sz="500" u="sng">
                  <a:solidFill>
                    <a:schemeClr val="tx1"/>
                  </a:solidFill>
                  <a:latin typeface="Arial" charset="0"/>
                  <a:cs typeface="Arial" charset="0"/>
                </a:defRPr>
              </a:lvl3pPr>
              <a:lvl4pPr marL="1600200" indent="-228600" eaLnBrk="0" hangingPunct="0">
                <a:defRPr sz="500" u="sng">
                  <a:solidFill>
                    <a:schemeClr val="tx1"/>
                  </a:solidFill>
                  <a:latin typeface="Arial" charset="0"/>
                  <a:cs typeface="Arial" charset="0"/>
                </a:defRPr>
              </a:lvl4pPr>
              <a:lvl5pPr marL="2057400" indent="-228600" eaLnBrk="0" hangingPunct="0">
                <a:defRPr sz="500" u="sng">
                  <a:solidFill>
                    <a:schemeClr val="tx1"/>
                  </a:solidFill>
                  <a:latin typeface="Arial" charset="0"/>
                  <a:cs typeface="Arial" charset="0"/>
                </a:defRPr>
              </a:lvl5pPr>
              <a:lvl6pPr marL="2514600" indent="-228600" eaLnBrk="0" fontAlgn="base" hangingPunct="0">
                <a:spcBef>
                  <a:spcPct val="0"/>
                </a:spcBef>
                <a:spcAft>
                  <a:spcPct val="0"/>
                </a:spcAft>
                <a:defRPr sz="500" u="sng">
                  <a:solidFill>
                    <a:schemeClr val="tx1"/>
                  </a:solidFill>
                  <a:latin typeface="Arial" charset="0"/>
                  <a:cs typeface="Arial" charset="0"/>
                </a:defRPr>
              </a:lvl6pPr>
              <a:lvl7pPr marL="2971800" indent="-228600" eaLnBrk="0" fontAlgn="base" hangingPunct="0">
                <a:spcBef>
                  <a:spcPct val="0"/>
                </a:spcBef>
                <a:spcAft>
                  <a:spcPct val="0"/>
                </a:spcAft>
                <a:defRPr sz="500" u="sng">
                  <a:solidFill>
                    <a:schemeClr val="tx1"/>
                  </a:solidFill>
                  <a:latin typeface="Arial" charset="0"/>
                  <a:cs typeface="Arial" charset="0"/>
                </a:defRPr>
              </a:lvl7pPr>
              <a:lvl8pPr marL="3429000" indent="-228600" eaLnBrk="0" fontAlgn="base" hangingPunct="0">
                <a:spcBef>
                  <a:spcPct val="0"/>
                </a:spcBef>
                <a:spcAft>
                  <a:spcPct val="0"/>
                </a:spcAft>
                <a:defRPr sz="500" u="sng">
                  <a:solidFill>
                    <a:schemeClr val="tx1"/>
                  </a:solidFill>
                  <a:latin typeface="Arial" charset="0"/>
                  <a:cs typeface="Arial" charset="0"/>
                </a:defRPr>
              </a:lvl8pPr>
              <a:lvl9pPr marL="3886200" indent="-228600" eaLnBrk="0" fontAlgn="base" hangingPunct="0">
                <a:spcBef>
                  <a:spcPct val="0"/>
                </a:spcBef>
                <a:spcAft>
                  <a:spcPct val="0"/>
                </a:spcAft>
                <a:defRPr sz="500" u="sng">
                  <a:solidFill>
                    <a:schemeClr val="tx1"/>
                  </a:solidFill>
                  <a:latin typeface="Arial" charset="0"/>
                  <a:cs typeface="Arial" charset="0"/>
                </a:defRPr>
              </a:lvl9pPr>
            </a:lstStyle>
            <a:p>
              <a:pPr algn="ctr" eaLnBrk="1" hangingPunct="1"/>
              <a:r>
                <a:rPr lang="pt-PT" altLang="pt-PT" sz="900" b="1" u="none" dirty="0">
                  <a:latin typeface="+mn-lt"/>
                </a:rPr>
                <a:t>N</a:t>
              </a:r>
            </a:p>
          </p:txBody>
        </p:sp>
      </p:grpSp>
      <p:sp>
        <p:nvSpPr>
          <p:cNvPr id="10" name="CuadroTexto 51"/>
          <p:cNvSpPr txBox="1"/>
          <p:nvPr/>
        </p:nvSpPr>
        <p:spPr>
          <a:xfrm>
            <a:off x="621102" y="192926"/>
            <a:ext cx="3199146" cy="461665"/>
          </a:xfrm>
          <a:prstGeom prst="rect">
            <a:avLst/>
          </a:prstGeom>
          <a:noFill/>
        </p:spPr>
        <p:txBody>
          <a:bodyPr wrap="none" rtlCol="0">
            <a:spAutoFit/>
          </a:bodyPr>
          <a:lstStyle>
            <a:defPPr>
              <a:defRPr lang="es-ES"/>
            </a:defPPr>
            <a:lvl1pPr>
              <a:defRPr b="1">
                <a:solidFill>
                  <a:schemeClr val="tx2"/>
                </a:solidFill>
              </a:defRPr>
            </a:lvl1pPr>
          </a:lstStyle>
          <a:p>
            <a:r>
              <a:rPr lang="pt-PT" sz="2400" b="0" dirty="0">
                <a:ln w="6350" cap="flat">
                  <a:noFill/>
                  <a:miter lim="800000"/>
                </a:ln>
                <a:solidFill>
                  <a:srgbClr val="FF0000"/>
                </a:solidFill>
              </a:rPr>
              <a:t>Controlo de Alterações</a:t>
            </a:r>
          </a:p>
        </p:txBody>
      </p:sp>
    </p:spTree>
    <p:extLst>
      <p:ext uri="{BB962C8B-B14F-4D97-AF65-F5344CB8AC3E}">
        <p14:creationId xmlns:p14="http://schemas.microsoft.com/office/powerpoint/2010/main" val="10419854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ángulo 44">
            <a:extLst>
              <a:ext uri="{FF2B5EF4-FFF2-40B4-BE49-F238E27FC236}">
                <a16:creationId xmlns:a16="http://schemas.microsoft.com/office/drawing/2014/main" id="{EB1DC2A3-4ED4-717A-7B11-394C67285BF7}"/>
              </a:ext>
            </a:extLst>
          </p:cNvPr>
          <p:cNvSpPr/>
          <p:nvPr/>
        </p:nvSpPr>
        <p:spPr>
          <a:xfrm>
            <a:off x="1932699" y="581025"/>
            <a:ext cx="202649" cy="5733485"/>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grpSp>
        <p:nvGrpSpPr>
          <p:cNvPr id="14" name="Group 13">
            <a:extLst>
              <a:ext uri="{FF2B5EF4-FFF2-40B4-BE49-F238E27FC236}">
                <a16:creationId xmlns:a16="http://schemas.microsoft.com/office/drawing/2014/main" id="{B99AB0D9-8EE6-D62E-1A58-2E02C470E7A1}"/>
              </a:ext>
            </a:extLst>
          </p:cNvPr>
          <p:cNvGrpSpPr/>
          <p:nvPr/>
        </p:nvGrpSpPr>
        <p:grpSpPr>
          <a:xfrm>
            <a:off x="1854679" y="2774275"/>
            <a:ext cx="2820101" cy="369332"/>
            <a:chOff x="1854679" y="3238744"/>
            <a:chExt cx="2820101" cy="369332"/>
          </a:xfrm>
        </p:grpSpPr>
        <p:sp>
          <p:nvSpPr>
            <p:cNvPr id="15" name="CuadroTexto 49">
              <a:extLst>
                <a:ext uri="{FF2B5EF4-FFF2-40B4-BE49-F238E27FC236}">
                  <a16:creationId xmlns:a16="http://schemas.microsoft.com/office/drawing/2014/main" id="{11FEEA0C-F861-EB20-8A68-DDAFC6501362}"/>
                </a:ext>
              </a:extLst>
            </p:cNvPr>
            <p:cNvSpPr txBox="1"/>
            <p:nvPr/>
          </p:nvSpPr>
          <p:spPr>
            <a:xfrm>
              <a:off x="2268993" y="3238744"/>
              <a:ext cx="2405787" cy="369332"/>
            </a:xfrm>
            <a:prstGeom prst="rect">
              <a:avLst/>
            </a:prstGeom>
            <a:noFill/>
          </p:spPr>
          <p:txBody>
            <a:bodyPr wrap="none" rtlCol="0">
              <a:spAutoFit/>
            </a:bodyPr>
            <a:lstStyle/>
            <a:p>
              <a:r>
                <a:rPr lang="en-US" dirty="0" err="1">
                  <a:solidFill>
                    <a:schemeClr val="tx2"/>
                  </a:solidFill>
                  <a:latin typeface="Santander Text" panose="020B0504020201020104" pitchFamily="34" charset="0"/>
                </a:rPr>
                <a:t>Desenho</a:t>
              </a:r>
              <a:r>
                <a:rPr lang="en-US" dirty="0">
                  <a:solidFill>
                    <a:schemeClr val="tx2"/>
                  </a:solidFill>
                  <a:latin typeface="Santander Text" panose="020B0504020201020104" pitchFamily="34" charset="0"/>
                </a:rPr>
                <a:t> Técnico (HLD)</a:t>
              </a:r>
            </a:p>
          </p:txBody>
        </p:sp>
        <p:grpSp>
          <p:nvGrpSpPr>
            <p:cNvPr id="16" name="Punto 1">
              <a:extLst>
                <a:ext uri="{FF2B5EF4-FFF2-40B4-BE49-F238E27FC236}">
                  <a16:creationId xmlns:a16="http://schemas.microsoft.com/office/drawing/2014/main" id="{E677911E-1F18-4AED-5BC0-17E52BA14E81}"/>
                </a:ext>
              </a:extLst>
            </p:cNvPr>
            <p:cNvGrpSpPr/>
            <p:nvPr/>
          </p:nvGrpSpPr>
          <p:grpSpPr>
            <a:xfrm>
              <a:off x="1854679" y="3244066"/>
              <a:ext cx="358688" cy="358688"/>
              <a:chOff x="3928533" y="1504713"/>
              <a:chExt cx="358688" cy="358688"/>
            </a:xfrm>
            <a:solidFill>
              <a:srgbClr val="3C3C3B"/>
            </a:solidFill>
          </p:grpSpPr>
          <p:sp>
            <p:nvSpPr>
              <p:cNvPr id="17" name="Elipse 99">
                <a:extLst>
                  <a:ext uri="{FF2B5EF4-FFF2-40B4-BE49-F238E27FC236}">
                    <a16:creationId xmlns:a16="http://schemas.microsoft.com/office/drawing/2014/main" id="{277F752F-8055-49FE-3895-157B7170478E}"/>
                  </a:ext>
                </a:extLst>
              </p:cNvPr>
              <p:cNvSpPr/>
              <p:nvPr/>
            </p:nvSpPr>
            <p:spPr>
              <a:xfrm>
                <a:off x="3928533" y="1504713"/>
                <a:ext cx="358688" cy="35868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sp>
            <p:nvSpPr>
              <p:cNvPr id="18" name="Elipse 100">
                <a:extLst>
                  <a:ext uri="{FF2B5EF4-FFF2-40B4-BE49-F238E27FC236}">
                    <a16:creationId xmlns:a16="http://schemas.microsoft.com/office/drawing/2014/main" id="{C4C03AF6-80C7-BEBA-6691-2C6BFC7F47DC}"/>
                  </a:ext>
                </a:extLst>
              </p:cNvPr>
              <p:cNvSpPr/>
              <p:nvPr/>
            </p:nvSpPr>
            <p:spPr>
              <a:xfrm>
                <a:off x="4027046" y="1603226"/>
                <a:ext cx="161662" cy="16166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grpSp>
      </p:grpSp>
      <p:grpSp>
        <p:nvGrpSpPr>
          <p:cNvPr id="26" name="Group 25">
            <a:extLst>
              <a:ext uri="{FF2B5EF4-FFF2-40B4-BE49-F238E27FC236}">
                <a16:creationId xmlns:a16="http://schemas.microsoft.com/office/drawing/2014/main" id="{7BCF264B-5A6C-9845-677E-AF1A2FD40016}"/>
              </a:ext>
            </a:extLst>
          </p:cNvPr>
          <p:cNvGrpSpPr/>
          <p:nvPr/>
        </p:nvGrpSpPr>
        <p:grpSpPr>
          <a:xfrm>
            <a:off x="1854679" y="3234878"/>
            <a:ext cx="1441839" cy="369332"/>
            <a:chOff x="1854679" y="3814462"/>
            <a:chExt cx="1441839" cy="369332"/>
          </a:xfrm>
        </p:grpSpPr>
        <p:sp>
          <p:nvSpPr>
            <p:cNvPr id="27" name="CuadroTexto 55">
              <a:extLst>
                <a:ext uri="{FF2B5EF4-FFF2-40B4-BE49-F238E27FC236}">
                  <a16:creationId xmlns:a16="http://schemas.microsoft.com/office/drawing/2014/main" id="{CD36BA08-A2B8-4261-865A-0D7FD38C28E5}"/>
                </a:ext>
              </a:extLst>
            </p:cNvPr>
            <p:cNvSpPr txBox="1"/>
            <p:nvPr/>
          </p:nvSpPr>
          <p:spPr>
            <a:xfrm>
              <a:off x="2268993" y="3814462"/>
              <a:ext cx="1027525" cy="369332"/>
            </a:xfrm>
            <a:prstGeom prst="rect">
              <a:avLst/>
            </a:prstGeom>
            <a:noFill/>
          </p:spPr>
          <p:txBody>
            <a:bodyPr wrap="none" rtlCol="0">
              <a:spAutoFit/>
            </a:bodyPr>
            <a:lstStyle/>
            <a:p>
              <a:r>
                <a:rPr lang="en-US" dirty="0">
                  <a:solidFill>
                    <a:schemeClr val="tx2"/>
                  </a:solidFill>
                  <a:latin typeface="Santander Text" panose="020B0504020201020104" pitchFamily="34" charset="0"/>
                </a:rPr>
                <a:t>Volumes</a:t>
              </a:r>
            </a:p>
          </p:txBody>
        </p:sp>
        <p:grpSp>
          <p:nvGrpSpPr>
            <p:cNvPr id="28" name="Punto 1">
              <a:extLst>
                <a:ext uri="{FF2B5EF4-FFF2-40B4-BE49-F238E27FC236}">
                  <a16:creationId xmlns:a16="http://schemas.microsoft.com/office/drawing/2014/main" id="{D26DEEA0-8A9F-C5AC-1537-6953B27C6AA1}"/>
                </a:ext>
              </a:extLst>
            </p:cNvPr>
            <p:cNvGrpSpPr/>
            <p:nvPr/>
          </p:nvGrpSpPr>
          <p:grpSpPr>
            <a:xfrm>
              <a:off x="1854679" y="3819784"/>
              <a:ext cx="358688" cy="358688"/>
              <a:chOff x="3928533" y="1504713"/>
              <a:chExt cx="358688" cy="358688"/>
            </a:xfrm>
            <a:solidFill>
              <a:srgbClr val="3C3C3B"/>
            </a:solidFill>
          </p:grpSpPr>
          <p:sp>
            <p:nvSpPr>
              <p:cNvPr id="29" name="Elipse 102">
                <a:extLst>
                  <a:ext uri="{FF2B5EF4-FFF2-40B4-BE49-F238E27FC236}">
                    <a16:creationId xmlns:a16="http://schemas.microsoft.com/office/drawing/2014/main" id="{062C9D7E-5F6C-A335-FA35-0168B95DA13E}"/>
                  </a:ext>
                </a:extLst>
              </p:cNvPr>
              <p:cNvSpPr/>
              <p:nvPr/>
            </p:nvSpPr>
            <p:spPr>
              <a:xfrm>
                <a:off x="3928533" y="1504713"/>
                <a:ext cx="358688" cy="35868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sp>
            <p:nvSpPr>
              <p:cNvPr id="30" name="Elipse 103">
                <a:extLst>
                  <a:ext uri="{FF2B5EF4-FFF2-40B4-BE49-F238E27FC236}">
                    <a16:creationId xmlns:a16="http://schemas.microsoft.com/office/drawing/2014/main" id="{7DD3B3C3-09E4-2402-C6D7-C7C24312B1AE}"/>
                  </a:ext>
                </a:extLst>
              </p:cNvPr>
              <p:cNvSpPr/>
              <p:nvPr/>
            </p:nvSpPr>
            <p:spPr>
              <a:xfrm>
                <a:off x="4027046" y="1603226"/>
                <a:ext cx="161662" cy="16166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grpSp>
      </p:grpSp>
      <p:grpSp>
        <p:nvGrpSpPr>
          <p:cNvPr id="31" name="Group 30">
            <a:extLst>
              <a:ext uri="{FF2B5EF4-FFF2-40B4-BE49-F238E27FC236}">
                <a16:creationId xmlns:a16="http://schemas.microsoft.com/office/drawing/2014/main" id="{C87E5C34-5276-C28E-0FBB-64A2DC769530}"/>
              </a:ext>
            </a:extLst>
          </p:cNvPr>
          <p:cNvGrpSpPr/>
          <p:nvPr/>
        </p:nvGrpSpPr>
        <p:grpSpPr>
          <a:xfrm>
            <a:off x="1854679" y="4156084"/>
            <a:ext cx="3725670" cy="369332"/>
            <a:chOff x="1854679" y="4351720"/>
            <a:chExt cx="3725670" cy="369332"/>
          </a:xfrm>
        </p:grpSpPr>
        <p:sp>
          <p:nvSpPr>
            <p:cNvPr id="32" name="CuadroTexto 51">
              <a:extLst>
                <a:ext uri="{FF2B5EF4-FFF2-40B4-BE49-F238E27FC236}">
                  <a16:creationId xmlns:a16="http://schemas.microsoft.com/office/drawing/2014/main" id="{D2C854B5-784A-E9F3-5C20-52BFAC90FA82}"/>
                </a:ext>
              </a:extLst>
            </p:cNvPr>
            <p:cNvSpPr txBox="1"/>
            <p:nvPr/>
          </p:nvSpPr>
          <p:spPr>
            <a:xfrm>
              <a:off x="2268993" y="4351720"/>
              <a:ext cx="3311356" cy="369332"/>
            </a:xfrm>
            <a:prstGeom prst="rect">
              <a:avLst/>
            </a:prstGeom>
            <a:noFill/>
          </p:spPr>
          <p:txBody>
            <a:bodyPr wrap="none" rtlCol="0">
              <a:spAutoFit/>
            </a:bodyPr>
            <a:lstStyle/>
            <a:p>
              <a:r>
                <a:rPr lang="en-US" dirty="0" err="1">
                  <a:solidFill>
                    <a:schemeClr val="tx2"/>
                  </a:solidFill>
                  <a:latin typeface="Santander Text" panose="020B0504020201020104" pitchFamily="34" charset="0"/>
                </a:rPr>
                <a:t>Desenho</a:t>
              </a:r>
              <a:r>
                <a:rPr lang="en-US" dirty="0">
                  <a:solidFill>
                    <a:schemeClr val="tx2"/>
                  </a:solidFill>
                  <a:latin typeface="Santander Text" panose="020B0504020201020104" pitchFamily="34" charset="0"/>
                </a:rPr>
                <a:t> de </a:t>
              </a:r>
              <a:r>
                <a:rPr lang="en-US" dirty="0" err="1">
                  <a:solidFill>
                    <a:schemeClr val="tx2"/>
                  </a:solidFill>
                  <a:latin typeface="Santander Text" panose="020B0504020201020104" pitchFamily="34" charset="0"/>
                </a:rPr>
                <a:t>Infraestrutura</a:t>
              </a:r>
              <a:r>
                <a:rPr lang="en-US" dirty="0">
                  <a:solidFill>
                    <a:schemeClr val="tx2"/>
                  </a:solidFill>
                  <a:latin typeface="Santander Text" panose="020B0504020201020104" pitchFamily="34" charset="0"/>
                </a:rPr>
                <a:t> + LLD</a:t>
              </a:r>
            </a:p>
          </p:txBody>
        </p:sp>
        <p:grpSp>
          <p:nvGrpSpPr>
            <p:cNvPr id="33" name="Punto 1">
              <a:extLst>
                <a:ext uri="{FF2B5EF4-FFF2-40B4-BE49-F238E27FC236}">
                  <a16:creationId xmlns:a16="http://schemas.microsoft.com/office/drawing/2014/main" id="{AA2D3EC9-F267-AEB6-34A8-1364D4071FF3}"/>
                </a:ext>
              </a:extLst>
            </p:cNvPr>
            <p:cNvGrpSpPr/>
            <p:nvPr/>
          </p:nvGrpSpPr>
          <p:grpSpPr>
            <a:xfrm>
              <a:off x="1854679" y="4357042"/>
              <a:ext cx="358688" cy="358688"/>
              <a:chOff x="3928533" y="1504713"/>
              <a:chExt cx="358688" cy="358688"/>
            </a:xfrm>
            <a:solidFill>
              <a:srgbClr val="3C3C3B"/>
            </a:solidFill>
          </p:grpSpPr>
          <p:sp>
            <p:nvSpPr>
              <p:cNvPr id="34" name="Elipse 105">
                <a:extLst>
                  <a:ext uri="{FF2B5EF4-FFF2-40B4-BE49-F238E27FC236}">
                    <a16:creationId xmlns:a16="http://schemas.microsoft.com/office/drawing/2014/main" id="{301DCFF4-237C-A33B-FB2C-DFCDE12CA2D7}"/>
                  </a:ext>
                </a:extLst>
              </p:cNvPr>
              <p:cNvSpPr/>
              <p:nvPr/>
            </p:nvSpPr>
            <p:spPr>
              <a:xfrm>
                <a:off x="3928533" y="1504713"/>
                <a:ext cx="358688" cy="35868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sp>
            <p:nvSpPr>
              <p:cNvPr id="35" name="Elipse 106">
                <a:extLst>
                  <a:ext uri="{FF2B5EF4-FFF2-40B4-BE49-F238E27FC236}">
                    <a16:creationId xmlns:a16="http://schemas.microsoft.com/office/drawing/2014/main" id="{234BDE93-3FF1-F51C-A9CE-435434674352}"/>
                  </a:ext>
                </a:extLst>
              </p:cNvPr>
              <p:cNvSpPr/>
              <p:nvPr/>
            </p:nvSpPr>
            <p:spPr>
              <a:xfrm>
                <a:off x="4027046" y="1603226"/>
                <a:ext cx="161662" cy="16166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grpSp>
      </p:grpSp>
      <p:grpSp>
        <p:nvGrpSpPr>
          <p:cNvPr id="36" name="Group 35">
            <a:extLst>
              <a:ext uri="{FF2B5EF4-FFF2-40B4-BE49-F238E27FC236}">
                <a16:creationId xmlns:a16="http://schemas.microsoft.com/office/drawing/2014/main" id="{D90E33D3-1DCF-D83D-75D0-A081F159023A}"/>
              </a:ext>
            </a:extLst>
          </p:cNvPr>
          <p:cNvGrpSpPr/>
          <p:nvPr/>
        </p:nvGrpSpPr>
        <p:grpSpPr>
          <a:xfrm>
            <a:off x="1854679" y="5077290"/>
            <a:ext cx="2754314" cy="369332"/>
            <a:chOff x="1854679" y="4934771"/>
            <a:chExt cx="2754314" cy="369332"/>
          </a:xfrm>
        </p:grpSpPr>
        <p:sp>
          <p:nvSpPr>
            <p:cNvPr id="37" name="CuadroTexto 56">
              <a:extLst>
                <a:ext uri="{FF2B5EF4-FFF2-40B4-BE49-F238E27FC236}">
                  <a16:creationId xmlns:a16="http://schemas.microsoft.com/office/drawing/2014/main" id="{58DC0296-F177-AE09-4B16-DE4D7149C76E}"/>
                </a:ext>
              </a:extLst>
            </p:cNvPr>
            <p:cNvSpPr txBox="1"/>
            <p:nvPr/>
          </p:nvSpPr>
          <p:spPr>
            <a:xfrm>
              <a:off x="2268993" y="4934771"/>
              <a:ext cx="2340000" cy="369332"/>
            </a:xfrm>
            <a:prstGeom prst="rect">
              <a:avLst/>
            </a:prstGeom>
            <a:noFill/>
          </p:spPr>
          <p:txBody>
            <a:bodyPr wrap="none" rtlCol="0">
              <a:spAutoFit/>
            </a:bodyPr>
            <a:lstStyle>
              <a:defPPr>
                <a:defRPr lang="es-ES"/>
              </a:defPPr>
              <a:lvl1pPr>
                <a:defRPr>
                  <a:solidFill>
                    <a:schemeClr val="tx1">
                      <a:lumMod val="65000"/>
                      <a:lumOff val="35000"/>
                    </a:schemeClr>
                  </a:solidFill>
                </a:defRPr>
              </a:lvl1pPr>
            </a:lstStyle>
            <a:p>
              <a:r>
                <a:rPr lang="en-US" dirty="0" err="1">
                  <a:solidFill>
                    <a:schemeClr val="tx2"/>
                  </a:solidFill>
                  <a:latin typeface="Santander Text" panose="020B0504020201020104" pitchFamily="34" charset="0"/>
                </a:rPr>
                <a:t>Riscos</a:t>
              </a:r>
              <a:r>
                <a:rPr lang="en-US" dirty="0">
                  <a:solidFill>
                    <a:schemeClr val="tx2"/>
                  </a:solidFill>
                  <a:latin typeface="Santander Text" panose="020B0504020201020104" pitchFamily="34" charset="0"/>
                </a:rPr>
                <a:t> e </a:t>
              </a:r>
              <a:r>
                <a:rPr lang="en-US" dirty="0" err="1">
                  <a:solidFill>
                    <a:schemeClr val="tx2"/>
                  </a:solidFill>
                  <a:latin typeface="Santander Text" panose="020B0504020201020104" pitchFamily="34" charset="0"/>
                </a:rPr>
                <a:t>dependências</a:t>
              </a:r>
              <a:endParaRPr lang="en-US" dirty="0">
                <a:solidFill>
                  <a:schemeClr val="tx2"/>
                </a:solidFill>
                <a:latin typeface="Santander Text" panose="020B0504020201020104" pitchFamily="34" charset="0"/>
              </a:endParaRPr>
            </a:p>
          </p:txBody>
        </p:sp>
        <p:grpSp>
          <p:nvGrpSpPr>
            <p:cNvPr id="38" name="Punto 1">
              <a:extLst>
                <a:ext uri="{FF2B5EF4-FFF2-40B4-BE49-F238E27FC236}">
                  <a16:creationId xmlns:a16="http://schemas.microsoft.com/office/drawing/2014/main" id="{3072D974-63DC-AFF3-E54F-A4277FD40AD9}"/>
                </a:ext>
              </a:extLst>
            </p:cNvPr>
            <p:cNvGrpSpPr/>
            <p:nvPr/>
          </p:nvGrpSpPr>
          <p:grpSpPr>
            <a:xfrm>
              <a:off x="1854679" y="4940093"/>
              <a:ext cx="358688" cy="358688"/>
              <a:chOff x="3928533" y="1504713"/>
              <a:chExt cx="358688" cy="358688"/>
            </a:xfrm>
            <a:solidFill>
              <a:srgbClr val="3C3C3B"/>
            </a:solidFill>
          </p:grpSpPr>
          <p:sp>
            <p:nvSpPr>
              <p:cNvPr id="39" name="Elipse 111">
                <a:extLst>
                  <a:ext uri="{FF2B5EF4-FFF2-40B4-BE49-F238E27FC236}">
                    <a16:creationId xmlns:a16="http://schemas.microsoft.com/office/drawing/2014/main" id="{14490729-02F6-2DA2-6BDA-2014EC35F489}"/>
                  </a:ext>
                </a:extLst>
              </p:cNvPr>
              <p:cNvSpPr/>
              <p:nvPr/>
            </p:nvSpPr>
            <p:spPr>
              <a:xfrm>
                <a:off x="3928533" y="1504713"/>
                <a:ext cx="358688" cy="35868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sp>
            <p:nvSpPr>
              <p:cNvPr id="40" name="Elipse 112">
                <a:extLst>
                  <a:ext uri="{FF2B5EF4-FFF2-40B4-BE49-F238E27FC236}">
                    <a16:creationId xmlns:a16="http://schemas.microsoft.com/office/drawing/2014/main" id="{0B5BA47A-25D0-A1AF-D675-72597EC6FA56}"/>
                  </a:ext>
                </a:extLst>
              </p:cNvPr>
              <p:cNvSpPr/>
              <p:nvPr/>
            </p:nvSpPr>
            <p:spPr>
              <a:xfrm>
                <a:off x="4027046" y="1603226"/>
                <a:ext cx="161662" cy="16166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grpSp>
      </p:grpSp>
      <p:grpSp>
        <p:nvGrpSpPr>
          <p:cNvPr id="41" name="Group 40">
            <a:extLst>
              <a:ext uri="{FF2B5EF4-FFF2-40B4-BE49-F238E27FC236}">
                <a16:creationId xmlns:a16="http://schemas.microsoft.com/office/drawing/2014/main" id="{ED4EED8F-A44D-22D5-7DEC-C05F723ABFD8}"/>
              </a:ext>
            </a:extLst>
          </p:cNvPr>
          <p:cNvGrpSpPr/>
          <p:nvPr/>
        </p:nvGrpSpPr>
        <p:grpSpPr>
          <a:xfrm>
            <a:off x="1854679" y="5537893"/>
            <a:ext cx="4932026" cy="369332"/>
            <a:chOff x="1854679" y="5503730"/>
            <a:chExt cx="4932026" cy="369332"/>
          </a:xfrm>
        </p:grpSpPr>
        <p:sp>
          <p:nvSpPr>
            <p:cNvPr id="42" name="CuadroTexto 45">
              <a:extLst>
                <a:ext uri="{FF2B5EF4-FFF2-40B4-BE49-F238E27FC236}">
                  <a16:creationId xmlns:a16="http://schemas.microsoft.com/office/drawing/2014/main" id="{234907B6-91BC-931F-EB5B-35AC284F2589}"/>
                </a:ext>
              </a:extLst>
            </p:cNvPr>
            <p:cNvSpPr txBox="1"/>
            <p:nvPr/>
          </p:nvSpPr>
          <p:spPr>
            <a:xfrm>
              <a:off x="2268993" y="5503730"/>
              <a:ext cx="4517712" cy="369332"/>
            </a:xfrm>
            <a:prstGeom prst="rect">
              <a:avLst/>
            </a:prstGeom>
            <a:noFill/>
          </p:spPr>
          <p:txBody>
            <a:bodyPr wrap="none" rtlCol="0">
              <a:spAutoFit/>
            </a:bodyPr>
            <a:lstStyle/>
            <a:p>
              <a:r>
                <a:rPr lang="en-US" dirty="0" err="1">
                  <a:solidFill>
                    <a:schemeClr val="tx2"/>
                  </a:solidFill>
                  <a:latin typeface="Santander Text" panose="020B0504020201020104" pitchFamily="34" charset="0"/>
                </a:rPr>
                <a:t>Documentação</a:t>
              </a:r>
              <a:r>
                <a:rPr lang="en-US" dirty="0">
                  <a:solidFill>
                    <a:schemeClr val="tx2"/>
                  </a:solidFill>
                  <a:latin typeface="Santander Text" panose="020B0504020201020104" pitchFamily="34" charset="0"/>
                </a:rPr>
                <a:t> de </a:t>
              </a:r>
              <a:r>
                <a:rPr lang="en-US" dirty="0" err="1">
                  <a:solidFill>
                    <a:schemeClr val="tx2"/>
                  </a:solidFill>
                  <a:latin typeface="Santander Text" panose="020B0504020201020104" pitchFamily="34" charset="0"/>
                </a:rPr>
                <a:t>Referência</a:t>
              </a:r>
              <a:r>
                <a:rPr lang="en-US" dirty="0">
                  <a:solidFill>
                    <a:schemeClr val="tx2"/>
                  </a:solidFill>
                  <a:latin typeface="Santander Text" panose="020B0504020201020104" pitchFamily="34" charset="0"/>
                </a:rPr>
                <a:t> e Boas </a:t>
              </a:r>
              <a:r>
                <a:rPr lang="en-US" dirty="0" err="1">
                  <a:solidFill>
                    <a:schemeClr val="tx2"/>
                  </a:solidFill>
                  <a:latin typeface="Santander Text" panose="020B0504020201020104" pitchFamily="34" charset="0"/>
                </a:rPr>
                <a:t>Práticas</a:t>
              </a:r>
              <a:endParaRPr lang="en-US" dirty="0">
                <a:solidFill>
                  <a:schemeClr val="tx2"/>
                </a:solidFill>
                <a:latin typeface="Santander Text" panose="020B0504020201020104" pitchFamily="34" charset="0"/>
              </a:endParaRPr>
            </a:p>
          </p:txBody>
        </p:sp>
        <p:grpSp>
          <p:nvGrpSpPr>
            <p:cNvPr id="43" name="Punto 1">
              <a:extLst>
                <a:ext uri="{FF2B5EF4-FFF2-40B4-BE49-F238E27FC236}">
                  <a16:creationId xmlns:a16="http://schemas.microsoft.com/office/drawing/2014/main" id="{6B1723FD-B1A5-4362-9905-64A87FB775E8}"/>
                </a:ext>
              </a:extLst>
            </p:cNvPr>
            <p:cNvGrpSpPr/>
            <p:nvPr/>
          </p:nvGrpSpPr>
          <p:grpSpPr>
            <a:xfrm>
              <a:off x="1854679" y="5509052"/>
              <a:ext cx="358688" cy="358688"/>
              <a:chOff x="3928533" y="1504713"/>
              <a:chExt cx="358688" cy="358688"/>
            </a:xfrm>
            <a:solidFill>
              <a:srgbClr val="3C3C3B"/>
            </a:solidFill>
          </p:grpSpPr>
          <p:sp>
            <p:nvSpPr>
              <p:cNvPr id="44" name="Elipse 52">
                <a:extLst>
                  <a:ext uri="{FF2B5EF4-FFF2-40B4-BE49-F238E27FC236}">
                    <a16:creationId xmlns:a16="http://schemas.microsoft.com/office/drawing/2014/main" id="{4698B566-B96F-3996-AC9A-E59477E19905}"/>
                  </a:ext>
                </a:extLst>
              </p:cNvPr>
              <p:cNvSpPr/>
              <p:nvPr/>
            </p:nvSpPr>
            <p:spPr>
              <a:xfrm>
                <a:off x="3928533" y="1504713"/>
                <a:ext cx="358688" cy="35868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sp>
            <p:nvSpPr>
              <p:cNvPr id="61" name="Elipse 53">
                <a:extLst>
                  <a:ext uri="{FF2B5EF4-FFF2-40B4-BE49-F238E27FC236}">
                    <a16:creationId xmlns:a16="http://schemas.microsoft.com/office/drawing/2014/main" id="{D767E1BD-874A-1125-5AB7-F451D337D839}"/>
                  </a:ext>
                </a:extLst>
              </p:cNvPr>
              <p:cNvSpPr/>
              <p:nvPr/>
            </p:nvSpPr>
            <p:spPr>
              <a:xfrm>
                <a:off x="4027046" y="1603226"/>
                <a:ext cx="161662" cy="16166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grpSp>
      </p:grpSp>
      <p:grpSp>
        <p:nvGrpSpPr>
          <p:cNvPr id="62" name="Group 61">
            <a:extLst>
              <a:ext uri="{FF2B5EF4-FFF2-40B4-BE49-F238E27FC236}">
                <a16:creationId xmlns:a16="http://schemas.microsoft.com/office/drawing/2014/main" id="{CE4B89A8-1DD1-E9EA-BB93-8133DA68F86A}"/>
              </a:ext>
            </a:extLst>
          </p:cNvPr>
          <p:cNvGrpSpPr/>
          <p:nvPr/>
        </p:nvGrpSpPr>
        <p:grpSpPr>
          <a:xfrm>
            <a:off x="1854679" y="5998502"/>
            <a:ext cx="1300647" cy="369332"/>
            <a:chOff x="1854679" y="6037414"/>
            <a:chExt cx="1300647" cy="369332"/>
          </a:xfrm>
        </p:grpSpPr>
        <p:sp>
          <p:nvSpPr>
            <p:cNvPr id="63" name="CuadroTexto 59">
              <a:extLst>
                <a:ext uri="{FF2B5EF4-FFF2-40B4-BE49-F238E27FC236}">
                  <a16:creationId xmlns:a16="http://schemas.microsoft.com/office/drawing/2014/main" id="{C37E1159-0CD9-3997-0CD7-2A731452C92F}"/>
                </a:ext>
              </a:extLst>
            </p:cNvPr>
            <p:cNvSpPr txBox="1"/>
            <p:nvPr/>
          </p:nvSpPr>
          <p:spPr>
            <a:xfrm>
              <a:off x="2268993" y="6037414"/>
              <a:ext cx="886333" cy="369332"/>
            </a:xfrm>
            <a:prstGeom prst="rect">
              <a:avLst/>
            </a:prstGeom>
            <a:noFill/>
          </p:spPr>
          <p:txBody>
            <a:bodyPr wrap="none" rtlCol="0">
              <a:spAutoFit/>
            </a:bodyPr>
            <a:lstStyle/>
            <a:p>
              <a:r>
                <a:rPr lang="en-US" dirty="0" err="1">
                  <a:solidFill>
                    <a:schemeClr val="tx2"/>
                  </a:solidFill>
                  <a:latin typeface="Santander Text" panose="020B0504020201020104" pitchFamily="34" charset="0"/>
                </a:rPr>
                <a:t>Anexos</a:t>
              </a:r>
              <a:endParaRPr lang="en-US" dirty="0">
                <a:solidFill>
                  <a:schemeClr val="tx2"/>
                </a:solidFill>
                <a:latin typeface="Santander Text" panose="020B0504020201020104" pitchFamily="34" charset="0"/>
              </a:endParaRPr>
            </a:p>
          </p:txBody>
        </p:sp>
        <p:grpSp>
          <p:nvGrpSpPr>
            <p:cNvPr id="64" name="Punto 1">
              <a:extLst>
                <a:ext uri="{FF2B5EF4-FFF2-40B4-BE49-F238E27FC236}">
                  <a16:creationId xmlns:a16="http://schemas.microsoft.com/office/drawing/2014/main" id="{1A90B136-DEF4-C614-24A0-76A370DCEA03}"/>
                </a:ext>
              </a:extLst>
            </p:cNvPr>
            <p:cNvGrpSpPr/>
            <p:nvPr/>
          </p:nvGrpSpPr>
          <p:grpSpPr>
            <a:xfrm>
              <a:off x="1854679" y="6042736"/>
              <a:ext cx="358688" cy="358688"/>
              <a:chOff x="3928533" y="1504713"/>
              <a:chExt cx="358688" cy="358688"/>
            </a:xfrm>
            <a:solidFill>
              <a:srgbClr val="3C3C3B"/>
            </a:solidFill>
          </p:grpSpPr>
          <p:sp>
            <p:nvSpPr>
              <p:cNvPr id="65" name="Elipse 52">
                <a:extLst>
                  <a:ext uri="{FF2B5EF4-FFF2-40B4-BE49-F238E27FC236}">
                    <a16:creationId xmlns:a16="http://schemas.microsoft.com/office/drawing/2014/main" id="{FCDDCE64-0662-9724-C681-0924BC3905B2}"/>
                  </a:ext>
                </a:extLst>
              </p:cNvPr>
              <p:cNvSpPr/>
              <p:nvPr/>
            </p:nvSpPr>
            <p:spPr>
              <a:xfrm>
                <a:off x="3928533" y="1504713"/>
                <a:ext cx="358688" cy="35868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sp>
            <p:nvSpPr>
              <p:cNvPr id="66" name="Elipse 53">
                <a:extLst>
                  <a:ext uri="{FF2B5EF4-FFF2-40B4-BE49-F238E27FC236}">
                    <a16:creationId xmlns:a16="http://schemas.microsoft.com/office/drawing/2014/main" id="{C8D0D631-FBBA-3962-2328-F1063D7C9892}"/>
                  </a:ext>
                </a:extLst>
              </p:cNvPr>
              <p:cNvSpPr/>
              <p:nvPr/>
            </p:nvSpPr>
            <p:spPr>
              <a:xfrm>
                <a:off x="4027046" y="1603226"/>
                <a:ext cx="161662" cy="16166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grpSp>
      </p:grpSp>
      <p:grpSp>
        <p:nvGrpSpPr>
          <p:cNvPr id="67" name="Group 66">
            <a:extLst>
              <a:ext uri="{FF2B5EF4-FFF2-40B4-BE49-F238E27FC236}">
                <a16:creationId xmlns:a16="http://schemas.microsoft.com/office/drawing/2014/main" id="{3C728DAF-61EA-D2BF-E644-10547AB9F08A}"/>
              </a:ext>
            </a:extLst>
          </p:cNvPr>
          <p:cNvGrpSpPr/>
          <p:nvPr/>
        </p:nvGrpSpPr>
        <p:grpSpPr>
          <a:xfrm>
            <a:off x="1854679" y="931863"/>
            <a:ext cx="1991797" cy="369332"/>
            <a:chOff x="1854679" y="1044073"/>
            <a:chExt cx="1991797" cy="369332"/>
          </a:xfrm>
        </p:grpSpPr>
        <p:grpSp>
          <p:nvGrpSpPr>
            <p:cNvPr id="68" name="Punto 1">
              <a:extLst>
                <a:ext uri="{FF2B5EF4-FFF2-40B4-BE49-F238E27FC236}">
                  <a16:creationId xmlns:a16="http://schemas.microsoft.com/office/drawing/2014/main" id="{579DDF65-DE1C-B3E5-3B29-80F03AAC68F1}"/>
                </a:ext>
              </a:extLst>
            </p:cNvPr>
            <p:cNvGrpSpPr/>
            <p:nvPr/>
          </p:nvGrpSpPr>
          <p:grpSpPr>
            <a:xfrm>
              <a:off x="1854679" y="1049395"/>
              <a:ext cx="358688" cy="358688"/>
              <a:chOff x="3928533" y="1504713"/>
              <a:chExt cx="358688" cy="358688"/>
            </a:xfrm>
            <a:solidFill>
              <a:srgbClr val="3C3C3B"/>
            </a:solidFill>
          </p:grpSpPr>
          <p:sp>
            <p:nvSpPr>
              <p:cNvPr id="70" name="Elipse 96">
                <a:extLst>
                  <a:ext uri="{FF2B5EF4-FFF2-40B4-BE49-F238E27FC236}">
                    <a16:creationId xmlns:a16="http://schemas.microsoft.com/office/drawing/2014/main" id="{72AB3146-773D-6843-3C8A-3B4AA441816F}"/>
                  </a:ext>
                </a:extLst>
              </p:cNvPr>
              <p:cNvSpPr/>
              <p:nvPr/>
            </p:nvSpPr>
            <p:spPr>
              <a:xfrm>
                <a:off x="3928533" y="1504713"/>
                <a:ext cx="358688" cy="35868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sp>
            <p:nvSpPr>
              <p:cNvPr id="71" name="Elipse 97">
                <a:extLst>
                  <a:ext uri="{FF2B5EF4-FFF2-40B4-BE49-F238E27FC236}">
                    <a16:creationId xmlns:a16="http://schemas.microsoft.com/office/drawing/2014/main" id="{81D351E3-05CE-1FA4-5645-373F65218D09}"/>
                  </a:ext>
                </a:extLst>
              </p:cNvPr>
              <p:cNvSpPr/>
              <p:nvPr/>
            </p:nvSpPr>
            <p:spPr>
              <a:xfrm>
                <a:off x="4027046" y="1603226"/>
                <a:ext cx="161662" cy="16166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grpSp>
        <p:sp>
          <p:nvSpPr>
            <p:cNvPr id="69" name="CuadroTexto 47">
              <a:extLst>
                <a:ext uri="{FF2B5EF4-FFF2-40B4-BE49-F238E27FC236}">
                  <a16:creationId xmlns:a16="http://schemas.microsoft.com/office/drawing/2014/main" id="{0976514D-E205-9CF0-B2C3-FFEB640D105E}"/>
                </a:ext>
              </a:extLst>
            </p:cNvPr>
            <p:cNvSpPr txBox="1"/>
            <p:nvPr/>
          </p:nvSpPr>
          <p:spPr>
            <a:xfrm>
              <a:off x="2268993" y="1044073"/>
              <a:ext cx="1577483" cy="369332"/>
            </a:xfrm>
            <a:prstGeom prst="rect">
              <a:avLst/>
            </a:prstGeom>
            <a:noFill/>
          </p:spPr>
          <p:txBody>
            <a:bodyPr wrap="none" rtlCol="0">
              <a:spAutoFit/>
            </a:bodyPr>
            <a:lstStyle>
              <a:defPPr>
                <a:defRPr lang="es-ES"/>
              </a:defPPr>
              <a:lvl1pPr>
                <a:defRPr>
                  <a:solidFill>
                    <a:schemeClr val="tx1">
                      <a:lumMod val="65000"/>
                      <a:lumOff val="35000"/>
                    </a:schemeClr>
                  </a:solidFill>
                </a:defRPr>
              </a:lvl1pPr>
            </a:lstStyle>
            <a:p>
              <a:r>
                <a:rPr lang="en-US" dirty="0" err="1">
                  <a:solidFill>
                    <a:schemeClr val="tx2"/>
                  </a:solidFill>
                  <a:latin typeface="Santander Text" panose="020B0504020201020104" pitchFamily="34" charset="0"/>
                </a:rPr>
                <a:t>Situação</a:t>
              </a:r>
              <a:r>
                <a:rPr lang="en-US" dirty="0">
                  <a:solidFill>
                    <a:schemeClr val="tx2"/>
                  </a:solidFill>
                  <a:latin typeface="Santander Text" panose="020B0504020201020104" pitchFamily="34" charset="0"/>
                </a:rPr>
                <a:t> </a:t>
              </a:r>
              <a:r>
                <a:rPr lang="en-US" dirty="0" err="1">
                  <a:solidFill>
                    <a:schemeClr val="tx2"/>
                  </a:solidFill>
                  <a:latin typeface="Santander Text" panose="020B0504020201020104" pitchFamily="34" charset="0"/>
                </a:rPr>
                <a:t>Atual</a:t>
              </a:r>
              <a:endParaRPr lang="en-US" dirty="0">
                <a:solidFill>
                  <a:schemeClr val="tx2"/>
                </a:solidFill>
                <a:latin typeface="Santander Text" panose="020B0504020201020104" pitchFamily="34" charset="0"/>
              </a:endParaRPr>
            </a:p>
          </p:txBody>
        </p:sp>
      </p:grpSp>
      <p:grpSp>
        <p:nvGrpSpPr>
          <p:cNvPr id="72" name="Group 71">
            <a:extLst>
              <a:ext uri="{FF2B5EF4-FFF2-40B4-BE49-F238E27FC236}">
                <a16:creationId xmlns:a16="http://schemas.microsoft.com/office/drawing/2014/main" id="{75029E92-28FF-A274-957E-402BA38AAE0B}"/>
              </a:ext>
            </a:extLst>
          </p:cNvPr>
          <p:cNvGrpSpPr/>
          <p:nvPr/>
        </p:nvGrpSpPr>
        <p:grpSpPr>
          <a:xfrm>
            <a:off x="1854679" y="1853069"/>
            <a:ext cx="5412990" cy="369332"/>
            <a:chOff x="1854679" y="2101506"/>
            <a:chExt cx="5412990" cy="369332"/>
          </a:xfrm>
        </p:grpSpPr>
        <p:sp>
          <p:nvSpPr>
            <p:cNvPr id="73" name="CuadroTexto 57">
              <a:extLst>
                <a:ext uri="{FF2B5EF4-FFF2-40B4-BE49-F238E27FC236}">
                  <a16:creationId xmlns:a16="http://schemas.microsoft.com/office/drawing/2014/main" id="{1CAC7FBA-293E-CE90-8BFB-61902402CBCC}"/>
                </a:ext>
              </a:extLst>
            </p:cNvPr>
            <p:cNvSpPr txBox="1"/>
            <p:nvPr/>
          </p:nvSpPr>
          <p:spPr>
            <a:xfrm>
              <a:off x="2268993" y="2101506"/>
              <a:ext cx="4998676" cy="369332"/>
            </a:xfrm>
            <a:prstGeom prst="rect">
              <a:avLst/>
            </a:prstGeom>
            <a:noFill/>
          </p:spPr>
          <p:txBody>
            <a:bodyPr wrap="none" rtlCol="0">
              <a:spAutoFit/>
            </a:bodyPr>
            <a:lstStyle/>
            <a:p>
              <a:r>
                <a:rPr lang="pt-PT" dirty="0">
                  <a:solidFill>
                    <a:schemeClr val="tx2"/>
                  </a:solidFill>
                  <a:latin typeface="Santander Text" panose="020B0504020201020104" pitchFamily="34" charset="0"/>
                </a:rPr>
                <a:t>Identificação e Descrição de Requisitos Funcionais</a:t>
              </a:r>
            </a:p>
          </p:txBody>
        </p:sp>
        <p:grpSp>
          <p:nvGrpSpPr>
            <p:cNvPr id="74" name="Punto 1">
              <a:extLst>
                <a:ext uri="{FF2B5EF4-FFF2-40B4-BE49-F238E27FC236}">
                  <a16:creationId xmlns:a16="http://schemas.microsoft.com/office/drawing/2014/main" id="{84924862-F277-BA9B-9E16-288EC90333E2}"/>
                </a:ext>
              </a:extLst>
            </p:cNvPr>
            <p:cNvGrpSpPr/>
            <p:nvPr/>
          </p:nvGrpSpPr>
          <p:grpSpPr>
            <a:xfrm>
              <a:off x="1854679" y="2106828"/>
              <a:ext cx="358688" cy="358688"/>
              <a:chOff x="3928533" y="1504713"/>
              <a:chExt cx="358688" cy="358688"/>
            </a:xfrm>
            <a:solidFill>
              <a:srgbClr val="3C3C3B"/>
            </a:solidFill>
          </p:grpSpPr>
          <p:sp>
            <p:nvSpPr>
              <p:cNvPr id="75" name="Elipse 96">
                <a:extLst>
                  <a:ext uri="{FF2B5EF4-FFF2-40B4-BE49-F238E27FC236}">
                    <a16:creationId xmlns:a16="http://schemas.microsoft.com/office/drawing/2014/main" id="{F76C776A-CD5E-A74E-6891-2033173B88B6}"/>
                  </a:ext>
                </a:extLst>
              </p:cNvPr>
              <p:cNvSpPr/>
              <p:nvPr/>
            </p:nvSpPr>
            <p:spPr>
              <a:xfrm>
                <a:off x="3928533" y="1504713"/>
                <a:ext cx="358688" cy="35868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sp>
            <p:nvSpPr>
              <p:cNvPr id="76" name="Elipse 97">
                <a:extLst>
                  <a:ext uri="{FF2B5EF4-FFF2-40B4-BE49-F238E27FC236}">
                    <a16:creationId xmlns:a16="http://schemas.microsoft.com/office/drawing/2014/main" id="{67E4F64A-0839-9467-F47D-50D6EB6CCC79}"/>
                  </a:ext>
                </a:extLst>
              </p:cNvPr>
              <p:cNvSpPr/>
              <p:nvPr/>
            </p:nvSpPr>
            <p:spPr>
              <a:xfrm>
                <a:off x="4027046" y="1603226"/>
                <a:ext cx="161662" cy="16166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grpSp>
      </p:grpSp>
      <p:grpSp>
        <p:nvGrpSpPr>
          <p:cNvPr id="77" name="Group 76">
            <a:extLst>
              <a:ext uri="{FF2B5EF4-FFF2-40B4-BE49-F238E27FC236}">
                <a16:creationId xmlns:a16="http://schemas.microsoft.com/office/drawing/2014/main" id="{9A6EAF8C-BDF2-F06B-1F51-52F6FB96B6CB}"/>
              </a:ext>
            </a:extLst>
          </p:cNvPr>
          <p:cNvGrpSpPr/>
          <p:nvPr/>
        </p:nvGrpSpPr>
        <p:grpSpPr>
          <a:xfrm>
            <a:off x="1854679" y="1392466"/>
            <a:ext cx="5086619" cy="369332"/>
            <a:chOff x="1854679" y="1559699"/>
            <a:chExt cx="5086619" cy="369332"/>
          </a:xfrm>
        </p:grpSpPr>
        <p:grpSp>
          <p:nvGrpSpPr>
            <p:cNvPr id="78" name="Punto 1">
              <a:extLst>
                <a:ext uri="{FF2B5EF4-FFF2-40B4-BE49-F238E27FC236}">
                  <a16:creationId xmlns:a16="http://schemas.microsoft.com/office/drawing/2014/main" id="{8ADC7FFF-539E-C8B7-5529-6EF61DD8955A}"/>
                </a:ext>
              </a:extLst>
            </p:cNvPr>
            <p:cNvGrpSpPr/>
            <p:nvPr/>
          </p:nvGrpSpPr>
          <p:grpSpPr>
            <a:xfrm>
              <a:off x="1854679" y="1565021"/>
              <a:ext cx="358688" cy="358688"/>
              <a:chOff x="3928533" y="1504713"/>
              <a:chExt cx="358688" cy="358688"/>
            </a:xfrm>
            <a:solidFill>
              <a:srgbClr val="3C3C3B"/>
            </a:solidFill>
          </p:grpSpPr>
          <p:sp>
            <p:nvSpPr>
              <p:cNvPr id="80" name="Elipse 96">
                <a:extLst>
                  <a:ext uri="{FF2B5EF4-FFF2-40B4-BE49-F238E27FC236}">
                    <a16:creationId xmlns:a16="http://schemas.microsoft.com/office/drawing/2014/main" id="{6EE104BF-E18D-6676-F3A2-AD2533C68FE7}"/>
                  </a:ext>
                </a:extLst>
              </p:cNvPr>
              <p:cNvSpPr/>
              <p:nvPr/>
            </p:nvSpPr>
            <p:spPr>
              <a:xfrm>
                <a:off x="3928533" y="1504713"/>
                <a:ext cx="358688" cy="35868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sp>
            <p:nvSpPr>
              <p:cNvPr id="81" name="Elipse 97">
                <a:extLst>
                  <a:ext uri="{FF2B5EF4-FFF2-40B4-BE49-F238E27FC236}">
                    <a16:creationId xmlns:a16="http://schemas.microsoft.com/office/drawing/2014/main" id="{F400BCDD-2922-8218-56E5-8E11E04F5E5A}"/>
                  </a:ext>
                </a:extLst>
              </p:cNvPr>
              <p:cNvSpPr/>
              <p:nvPr/>
            </p:nvSpPr>
            <p:spPr>
              <a:xfrm>
                <a:off x="4027046" y="1603226"/>
                <a:ext cx="161662" cy="16166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grpSp>
        <p:sp>
          <p:nvSpPr>
            <p:cNvPr id="79" name="CuadroTexto 47">
              <a:extLst>
                <a:ext uri="{FF2B5EF4-FFF2-40B4-BE49-F238E27FC236}">
                  <a16:creationId xmlns:a16="http://schemas.microsoft.com/office/drawing/2014/main" id="{1B8CFC7A-B28F-64FD-0B02-E8A61DBA692B}"/>
                </a:ext>
              </a:extLst>
            </p:cNvPr>
            <p:cNvSpPr txBox="1"/>
            <p:nvPr/>
          </p:nvSpPr>
          <p:spPr>
            <a:xfrm>
              <a:off x="2268993" y="1559699"/>
              <a:ext cx="4672305" cy="369332"/>
            </a:xfrm>
            <a:prstGeom prst="rect">
              <a:avLst/>
            </a:prstGeom>
            <a:noFill/>
          </p:spPr>
          <p:txBody>
            <a:bodyPr wrap="none" rtlCol="0">
              <a:spAutoFit/>
            </a:bodyPr>
            <a:lstStyle>
              <a:defPPr>
                <a:defRPr lang="es-ES"/>
              </a:defPPr>
              <a:lvl1pPr>
                <a:defRPr>
                  <a:solidFill>
                    <a:schemeClr val="tx1">
                      <a:lumMod val="65000"/>
                      <a:lumOff val="35000"/>
                    </a:schemeClr>
                  </a:solidFill>
                </a:defRPr>
              </a:lvl1pPr>
            </a:lstStyle>
            <a:p>
              <a:r>
                <a:rPr lang="en-US" dirty="0" err="1">
                  <a:solidFill>
                    <a:schemeClr val="tx2"/>
                  </a:solidFill>
                  <a:latin typeface="Santander Text" panose="020B0504020201020104" pitchFamily="34" charset="0"/>
                </a:rPr>
                <a:t>Princípios</a:t>
              </a:r>
              <a:r>
                <a:rPr lang="en-US" dirty="0">
                  <a:solidFill>
                    <a:schemeClr val="tx2"/>
                  </a:solidFill>
                  <a:latin typeface="Santander Text" panose="020B0504020201020104" pitchFamily="34" charset="0"/>
                </a:rPr>
                <a:t> </a:t>
              </a:r>
              <a:r>
                <a:rPr lang="en-US" dirty="0" err="1">
                  <a:solidFill>
                    <a:schemeClr val="tx2"/>
                  </a:solidFill>
                  <a:latin typeface="Santander Text" panose="020B0504020201020104" pitchFamily="34" charset="0"/>
                </a:rPr>
                <a:t>Funcionais</a:t>
              </a:r>
              <a:r>
                <a:rPr lang="en-US" dirty="0">
                  <a:solidFill>
                    <a:schemeClr val="tx2"/>
                  </a:solidFill>
                  <a:latin typeface="Santander Text" panose="020B0504020201020104" pitchFamily="34" charset="0"/>
                </a:rPr>
                <a:t> e </a:t>
              </a:r>
              <a:r>
                <a:rPr lang="en-US" dirty="0" err="1">
                  <a:solidFill>
                    <a:schemeClr val="tx2"/>
                  </a:solidFill>
                  <a:latin typeface="Santander Text" panose="020B0504020201020104" pitchFamily="34" charset="0"/>
                </a:rPr>
                <a:t>Indicadores</a:t>
              </a:r>
              <a:r>
                <a:rPr lang="en-US" dirty="0">
                  <a:solidFill>
                    <a:schemeClr val="tx2"/>
                  </a:solidFill>
                  <a:latin typeface="Santander Text" panose="020B0504020201020104" pitchFamily="34" charset="0"/>
                </a:rPr>
                <a:t> de </a:t>
              </a:r>
              <a:r>
                <a:rPr lang="en-US" dirty="0" err="1">
                  <a:solidFill>
                    <a:schemeClr val="tx2"/>
                  </a:solidFill>
                  <a:latin typeface="Santander Text" panose="020B0504020201020104" pitchFamily="34" charset="0"/>
                </a:rPr>
                <a:t>Negócio</a:t>
              </a:r>
              <a:endParaRPr lang="en-US" dirty="0">
                <a:solidFill>
                  <a:schemeClr val="tx2"/>
                </a:solidFill>
                <a:latin typeface="Santander Text" panose="020B0504020201020104" pitchFamily="34" charset="0"/>
              </a:endParaRPr>
            </a:p>
          </p:txBody>
        </p:sp>
      </p:grpSp>
      <p:grpSp>
        <p:nvGrpSpPr>
          <p:cNvPr id="82" name="Group 81">
            <a:extLst>
              <a:ext uri="{FF2B5EF4-FFF2-40B4-BE49-F238E27FC236}">
                <a16:creationId xmlns:a16="http://schemas.microsoft.com/office/drawing/2014/main" id="{A2046470-D0C7-C14D-494E-EA5FF5493CAE}"/>
              </a:ext>
            </a:extLst>
          </p:cNvPr>
          <p:cNvGrpSpPr/>
          <p:nvPr/>
        </p:nvGrpSpPr>
        <p:grpSpPr>
          <a:xfrm>
            <a:off x="1854679" y="2313672"/>
            <a:ext cx="2554387" cy="369332"/>
            <a:chOff x="1854679" y="2707045"/>
            <a:chExt cx="2554387" cy="369332"/>
          </a:xfrm>
        </p:grpSpPr>
        <p:sp>
          <p:nvSpPr>
            <p:cNvPr id="83" name="CuadroTexto 57">
              <a:extLst>
                <a:ext uri="{FF2B5EF4-FFF2-40B4-BE49-F238E27FC236}">
                  <a16:creationId xmlns:a16="http://schemas.microsoft.com/office/drawing/2014/main" id="{5E97E3BD-7085-BD70-F582-E9BC45B7CDDB}"/>
                </a:ext>
              </a:extLst>
            </p:cNvPr>
            <p:cNvSpPr txBox="1"/>
            <p:nvPr/>
          </p:nvSpPr>
          <p:spPr>
            <a:xfrm>
              <a:off x="2268993" y="2707045"/>
              <a:ext cx="2140073" cy="369332"/>
            </a:xfrm>
            <a:prstGeom prst="rect">
              <a:avLst/>
            </a:prstGeom>
            <a:noFill/>
          </p:spPr>
          <p:txBody>
            <a:bodyPr wrap="none" rtlCol="0">
              <a:spAutoFit/>
            </a:bodyPr>
            <a:lstStyle/>
            <a:p>
              <a:r>
                <a:rPr lang="en-US" dirty="0" err="1">
                  <a:solidFill>
                    <a:schemeClr val="tx2"/>
                  </a:solidFill>
                  <a:latin typeface="Santander Text" panose="020B0504020201020104" pitchFamily="34" charset="0"/>
                </a:rPr>
                <a:t>Desenho</a:t>
              </a:r>
              <a:r>
                <a:rPr lang="en-US" dirty="0">
                  <a:solidFill>
                    <a:schemeClr val="tx2"/>
                  </a:solidFill>
                  <a:latin typeface="Santander Text" panose="020B0504020201020104" pitchFamily="34" charset="0"/>
                </a:rPr>
                <a:t> de </a:t>
              </a:r>
              <a:r>
                <a:rPr lang="en-US" dirty="0" err="1">
                  <a:solidFill>
                    <a:schemeClr val="tx2"/>
                  </a:solidFill>
                  <a:latin typeface="Santander Text" panose="020B0504020201020104" pitchFamily="34" charset="0"/>
                </a:rPr>
                <a:t>Solução</a:t>
              </a:r>
              <a:endParaRPr lang="en-US" dirty="0">
                <a:solidFill>
                  <a:schemeClr val="tx2"/>
                </a:solidFill>
                <a:latin typeface="Santander Text" panose="020B0504020201020104" pitchFamily="34" charset="0"/>
              </a:endParaRPr>
            </a:p>
          </p:txBody>
        </p:sp>
        <p:grpSp>
          <p:nvGrpSpPr>
            <p:cNvPr id="84" name="Punto 1">
              <a:extLst>
                <a:ext uri="{FF2B5EF4-FFF2-40B4-BE49-F238E27FC236}">
                  <a16:creationId xmlns:a16="http://schemas.microsoft.com/office/drawing/2014/main" id="{B87DD06B-FEA9-D056-C067-C6480569F058}"/>
                </a:ext>
              </a:extLst>
            </p:cNvPr>
            <p:cNvGrpSpPr/>
            <p:nvPr/>
          </p:nvGrpSpPr>
          <p:grpSpPr>
            <a:xfrm>
              <a:off x="1854679" y="2712367"/>
              <a:ext cx="358688" cy="358688"/>
              <a:chOff x="3928533" y="1504713"/>
              <a:chExt cx="358688" cy="358688"/>
            </a:xfrm>
            <a:solidFill>
              <a:srgbClr val="3C3C3B"/>
            </a:solidFill>
          </p:grpSpPr>
          <p:sp>
            <p:nvSpPr>
              <p:cNvPr id="85" name="Elipse 96">
                <a:extLst>
                  <a:ext uri="{FF2B5EF4-FFF2-40B4-BE49-F238E27FC236}">
                    <a16:creationId xmlns:a16="http://schemas.microsoft.com/office/drawing/2014/main" id="{F588D90B-F9F3-322B-FB31-B1ABE5542D42}"/>
                  </a:ext>
                </a:extLst>
              </p:cNvPr>
              <p:cNvSpPr/>
              <p:nvPr/>
            </p:nvSpPr>
            <p:spPr>
              <a:xfrm>
                <a:off x="3928533" y="1504713"/>
                <a:ext cx="358688" cy="35868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sp>
            <p:nvSpPr>
              <p:cNvPr id="86" name="Elipse 97">
                <a:extLst>
                  <a:ext uri="{FF2B5EF4-FFF2-40B4-BE49-F238E27FC236}">
                    <a16:creationId xmlns:a16="http://schemas.microsoft.com/office/drawing/2014/main" id="{D36362AB-54BE-695A-AA17-2B14213CDD18}"/>
                  </a:ext>
                </a:extLst>
              </p:cNvPr>
              <p:cNvSpPr/>
              <p:nvPr/>
            </p:nvSpPr>
            <p:spPr>
              <a:xfrm>
                <a:off x="4027046" y="1603226"/>
                <a:ext cx="161662" cy="16166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grpSp>
      </p:grpSp>
      <p:grpSp>
        <p:nvGrpSpPr>
          <p:cNvPr id="87" name="Group 86">
            <a:extLst>
              <a:ext uri="{FF2B5EF4-FFF2-40B4-BE49-F238E27FC236}">
                <a16:creationId xmlns:a16="http://schemas.microsoft.com/office/drawing/2014/main" id="{75A773AB-4686-C440-8CF8-DC0226AE6C07}"/>
              </a:ext>
            </a:extLst>
          </p:cNvPr>
          <p:cNvGrpSpPr/>
          <p:nvPr/>
        </p:nvGrpSpPr>
        <p:grpSpPr>
          <a:xfrm>
            <a:off x="1843483" y="471260"/>
            <a:ext cx="4248608" cy="369332"/>
            <a:chOff x="1843483" y="471260"/>
            <a:chExt cx="4248608" cy="369332"/>
          </a:xfrm>
        </p:grpSpPr>
        <p:grpSp>
          <p:nvGrpSpPr>
            <p:cNvPr id="88" name="Group 87">
              <a:extLst>
                <a:ext uri="{FF2B5EF4-FFF2-40B4-BE49-F238E27FC236}">
                  <a16:creationId xmlns:a16="http://schemas.microsoft.com/office/drawing/2014/main" id="{4779A79F-CCE0-CFBC-804C-C782297C33ED}"/>
                </a:ext>
              </a:extLst>
            </p:cNvPr>
            <p:cNvGrpSpPr/>
            <p:nvPr/>
          </p:nvGrpSpPr>
          <p:grpSpPr>
            <a:xfrm>
              <a:off x="1843483" y="471260"/>
              <a:ext cx="4248608" cy="369332"/>
              <a:chOff x="1843483" y="471260"/>
              <a:chExt cx="4248608" cy="369332"/>
            </a:xfrm>
          </p:grpSpPr>
          <p:sp>
            <p:nvSpPr>
              <p:cNvPr id="90" name="CuadroTexto 47">
                <a:extLst>
                  <a:ext uri="{FF2B5EF4-FFF2-40B4-BE49-F238E27FC236}">
                    <a16:creationId xmlns:a16="http://schemas.microsoft.com/office/drawing/2014/main" id="{D336A951-EFC1-2F35-2C0E-D9FB57179D79}"/>
                  </a:ext>
                </a:extLst>
              </p:cNvPr>
              <p:cNvSpPr txBox="1"/>
              <p:nvPr/>
            </p:nvSpPr>
            <p:spPr>
              <a:xfrm>
                <a:off x="2268993" y="471260"/>
                <a:ext cx="3823098" cy="369332"/>
              </a:xfrm>
              <a:prstGeom prst="rect">
                <a:avLst/>
              </a:prstGeom>
              <a:noFill/>
            </p:spPr>
            <p:txBody>
              <a:bodyPr wrap="none" rtlCol="0">
                <a:spAutoFit/>
              </a:bodyPr>
              <a:lstStyle>
                <a:defPPr>
                  <a:defRPr lang="es-ES"/>
                </a:defPPr>
                <a:lvl1pPr>
                  <a:defRPr>
                    <a:solidFill>
                      <a:schemeClr val="tx1">
                        <a:lumMod val="65000"/>
                        <a:lumOff val="35000"/>
                      </a:schemeClr>
                    </a:solidFill>
                  </a:defRPr>
                </a:lvl1pPr>
              </a:lstStyle>
              <a:p>
                <a:r>
                  <a:rPr lang="en-US" dirty="0" err="1">
                    <a:solidFill>
                      <a:schemeClr val="tx2"/>
                    </a:solidFill>
                    <a:latin typeface="Santander Text" panose="020B0504020201020104" pitchFamily="34" charset="0"/>
                  </a:rPr>
                  <a:t>Enquadramento</a:t>
                </a:r>
                <a:r>
                  <a:rPr lang="en-US" dirty="0">
                    <a:solidFill>
                      <a:schemeClr val="tx2"/>
                    </a:solidFill>
                    <a:latin typeface="Santander Text" panose="020B0504020201020104" pitchFamily="34" charset="0"/>
                  </a:rPr>
                  <a:t>, </a:t>
                </a:r>
                <a:r>
                  <a:rPr lang="en-US" dirty="0" err="1">
                    <a:solidFill>
                      <a:schemeClr val="tx2"/>
                    </a:solidFill>
                    <a:latin typeface="Santander Text" panose="020B0504020201020104" pitchFamily="34" charset="0"/>
                  </a:rPr>
                  <a:t>Objectivos</a:t>
                </a:r>
                <a:r>
                  <a:rPr lang="en-US" dirty="0">
                    <a:solidFill>
                      <a:schemeClr val="tx2"/>
                    </a:solidFill>
                    <a:latin typeface="Santander Text" panose="020B0504020201020104" pitchFamily="34" charset="0"/>
                  </a:rPr>
                  <a:t> e </a:t>
                </a:r>
                <a:r>
                  <a:rPr lang="en-US" dirty="0" err="1">
                    <a:solidFill>
                      <a:schemeClr val="tx2"/>
                    </a:solidFill>
                    <a:latin typeface="Santander Text" panose="020B0504020201020104" pitchFamily="34" charset="0"/>
                  </a:rPr>
                  <a:t>Alcance</a:t>
                </a:r>
                <a:endParaRPr lang="en-US" dirty="0">
                  <a:solidFill>
                    <a:schemeClr val="tx2"/>
                  </a:solidFill>
                  <a:latin typeface="Santander Text" panose="020B0504020201020104" pitchFamily="34" charset="0"/>
                </a:endParaRPr>
              </a:p>
            </p:txBody>
          </p:sp>
          <p:sp>
            <p:nvSpPr>
              <p:cNvPr id="91" name="Elipse 93">
                <a:extLst>
                  <a:ext uri="{FF2B5EF4-FFF2-40B4-BE49-F238E27FC236}">
                    <a16:creationId xmlns:a16="http://schemas.microsoft.com/office/drawing/2014/main" id="{9B7498C6-07FD-615C-D7E5-FABD337DE25E}"/>
                  </a:ext>
                </a:extLst>
              </p:cNvPr>
              <p:cNvSpPr/>
              <p:nvPr/>
            </p:nvSpPr>
            <p:spPr>
              <a:xfrm>
                <a:off x="1843483" y="471260"/>
                <a:ext cx="358688" cy="358688"/>
              </a:xfrm>
              <a:prstGeom prst="ellipse">
                <a:avLst/>
              </a:prstGeom>
              <a:solidFill>
                <a:srgbClr val="3C3C3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grpSp>
        <p:sp>
          <p:nvSpPr>
            <p:cNvPr id="89" name="Elipse 97">
              <a:extLst>
                <a:ext uri="{FF2B5EF4-FFF2-40B4-BE49-F238E27FC236}">
                  <a16:creationId xmlns:a16="http://schemas.microsoft.com/office/drawing/2014/main" id="{5C543370-9B0D-CD41-3E42-1F78466377FC}"/>
                </a:ext>
              </a:extLst>
            </p:cNvPr>
            <p:cNvSpPr/>
            <p:nvPr/>
          </p:nvSpPr>
          <p:spPr>
            <a:xfrm>
              <a:off x="1941996" y="569773"/>
              <a:ext cx="161662" cy="16166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Santander Text" panose="020B0504020201020104" pitchFamily="34" charset="0"/>
              </a:endParaRPr>
            </a:p>
          </p:txBody>
        </p:sp>
      </p:grpSp>
      <p:grpSp>
        <p:nvGrpSpPr>
          <p:cNvPr id="92" name="Group 91">
            <a:extLst>
              <a:ext uri="{FF2B5EF4-FFF2-40B4-BE49-F238E27FC236}">
                <a16:creationId xmlns:a16="http://schemas.microsoft.com/office/drawing/2014/main" id="{A0CBD101-7CCB-AD8E-BC13-23F72598421C}"/>
              </a:ext>
            </a:extLst>
          </p:cNvPr>
          <p:cNvGrpSpPr/>
          <p:nvPr/>
        </p:nvGrpSpPr>
        <p:grpSpPr>
          <a:xfrm>
            <a:off x="1854679" y="3695481"/>
            <a:ext cx="2807213" cy="369332"/>
            <a:chOff x="1854679" y="3814462"/>
            <a:chExt cx="2807213" cy="369332"/>
          </a:xfrm>
        </p:grpSpPr>
        <p:sp>
          <p:nvSpPr>
            <p:cNvPr id="93" name="CuadroTexto 55">
              <a:extLst>
                <a:ext uri="{FF2B5EF4-FFF2-40B4-BE49-F238E27FC236}">
                  <a16:creationId xmlns:a16="http://schemas.microsoft.com/office/drawing/2014/main" id="{DC98E168-6073-05E1-023A-D1F76698B7C3}"/>
                </a:ext>
              </a:extLst>
            </p:cNvPr>
            <p:cNvSpPr txBox="1"/>
            <p:nvPr/>
          </p:nvSpPr>
          <p:spPr>
            <a:xfrm>
              <a:off x="2268993" y="3814462"/>
              <a:ext cx="2392899" cy="369332"/>
            </a:xfrm>
            <a:prstGeom prst="rect">
              <a:avLst/>
            </a:prstGeom>
            <a:noFill/>
          </p:spPr>
          <p:txBody>
            <a:bodyPr wrap="none" rtlCol="0">
              <a:spAutoFit/>
            </a:bodyPr>
            <a:lstStyle/>
            <a:p>
              <a:r>
                <a:rPr lang="pt-PT" dirty="0">
                  <a:solidFill>
                    <a:schemeClr val="tx2"/>
                  </a:solidFill>
                  <a:latin typeface="Santander Text" panose="020B0504020201020104" pitchFamily="34" charset="0"/>
                </a:rPr>
                <a:t>Desenho de Segurança</a:t>
              </a:r>
            </a:p>
          </p:txBody>
        </p:sp>
        <p:grpSp>
          <p:nvGrpSpPr>
            <p:cNvPr id="94" name="Punto 1">
              <a:extLst>
                <a:ext uri="{FF2B5EF4-FFF2-40B4-BE49-F238E27FC236}">
                  <a16:creationId xmlns:a16="http://schemas.microsoft.com/office/drawing/2014/main" id="{6973C29C-C1CF-60AD-74BC-E2265CD8CA69}"/>
                </a:ext>
              </a:extLst>
            </p:cNvPr>
            <p:cNvGrpSpPr/>
            <p:nvPr/>
          </p:nvGrpSpPr>
          <p:grpSpPr>
            <a:xfrm>
              <a:off x="1854679" y="3819784"/>
              <a:ext cx="358688" cy="358688"/>
              <a:chOff x="3928533" y="1504713"/>
              <a:chExt cx="358688" cy="358688"/>
            </a:xfrm>
            <a:solidFill>
              <a:srgbClr val="3C3C3B"/>
            </a:solidFill>
          </p:grpSpPr>
          <p:sp>
            <p:nvSpPr>
              <p:cNvPr id="95" name="Elipse 102">
                <a:extLst>
                  <a:ext uri="{FF2B5EF4-FFF2-40B4-BE49-F238E27FC236}">
                    <a16:creationId xmlns:a16="http://schemas.microsoft.com/office/drawing/2014/main" id="{29D95589-83C1-21C0-8C3E-2F8B71FDA38D}"/>
                  </a:ext>
                </a:extLst>
              </p:cNvPr>
              <p:cNvSpPr/>
              <p:nvPr/>
            </p:nvSpPr>
            <p:spPr>
              <a:xfrm>
                <a:off x="3928533" y="1504713"/>
                <a:ext cx="358688" cy="35868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sp>
            <p:nvSpPr>
              <p:cNvPr id="108" name="Elipse 103">
                <a:extLst>
                  <a:ext uri="{FF2B5EF4-FFF2-40B4-BE49-F238E27FC236}">
                    <a16:creationId xmlns:a16="http://schemas.microsoft.com/office/drawing/2014/main" id="{7396B282-A01C-510C-4AB9-45523C02A8D9}"/>
                  </a:ext>
                </a:extLst>
              </p:cNvPr>
              <p:cNvSpPr/>
              <p:nvPr/>
            </p:nvSpPr>
            <p:spPr>
              <a:xfrm>
                <a:off x="4027046" y="1603226"/>
                <a:ext cx="161662" cy="16166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grpSp>
      </p:grpSp>
      <p:grpSp>
        <p:nvGrpSpPr>
          <p:cNvPr id="109" name="Group 108">
            <a:extLst>
              <a:ext uri="{FF2B5EF4-FFF2-40B4-BE49-F238E27FC236}">
                <a16:creationId xmlns:a16="http://schemas.microsoft.com/office/drawing/2014/main" id="{9861A033-9723-5D57-A158-45CA22BC7BDB}"/>
              </a:ext>
            </a:extLst>
          </p:cNvPr>
          <p:cNvGrpSpPr/>
          <p:nvPr/>
        </p:nvGrpSpPr>
        <p:grpSpPr>
          <a:xfrm>
            <a:off x="1854679" y="4616687"/>
            <a:ext cx="4314421" cy="369332"/>
            <a:chOff x="1854679" y="4351720"/>
            <a:chExt cx="4314421" cy="369332"/>
          </a:xfrm>
        </p:grpSpPr>
        <p:sp>
          <p:nvSpPr>
            <p:cNvPr id="110" name="CuadroTexto 51">
              <a:extLst>
                <a:ext uri="{FF2B5EF4-FFF2-40B4-BE49-F238E27FC236}">
                  <a16:creationId xmlns:a16="http://schemas.microsoft.com/office/drawing/2014/main" id="{CB28F4B0-164B-80E8-ACC6-587B39CE9299}"/>
                </a:ext>
              </a:extLst>
            </p:cNvPr>
            <p:cNvSpPr txBox="1"/>
            <p:nvPr/>
          </p:nvSpPr>
          <p:spPr>
            <a:xfrm>
              <a:off x="2268993" y="4351720"/>
              <a:ext cx="3900107" cy="369332"/>
            </a:xfrm>
            <a:prstGeom prst="rect">
              <a:avLst/>
            </a:prstGeom>
            <a:noFill/>
          </p:spPr>
          <p:txBody>
            <a:bodyPr wrap="none" rtlCol="0">
              <a:spAutoFit/>
            </a:bodyPr>
            <a:lstStyle/>
            <a:p>
              <a:r>
                <a:rPr lang="en-US" dirty="0" err="1">
                  <a:solidFill>
                    <a:schemeClr val="tx2"/>
                  </a:solidFill>
                  <a:latin typeface="Santander Text" panose="020B0504020201020104" pitchFamily="34" charset="0"/>
                </a:rPr>
                <a:t>Observabilidade</a:t>
              </a:r>
              <a:r>
                <a:rPr lang="en-US" dirty="0">
                  <a:solidFill>
                    <a:schemeClr val="tx2"/>
                  </a:solidFill>
                  <a:latin typeface="Santander Text" panose="020B0504020201020104" pitchFamily="34" charset="0"/>
                </a:rPr>
                <a:t> e </a:t>
              </a:r>
              <a:r>
                <a:rPr lang="en-US" dirty="0" err="1">
                  <a:solidFill>
                    <a:schemeClr val="tx2"/>
                  </a:solidFill>
                  <a:latin typeface="Santander Text" panose="020B0504020201020104" pitchFamily="34" charset="0"/>
                </a:rPr>
                <a:t>Automação</a:t>
              </a:r>
              <a:r>
                <a:rPr lang="en-US" dirty="0">
                  <a:solidFill>
                    <a:schemeClr val="tx2"/>
                  </a:solidFill>
                  <a:latin typeface="Santander Text" panose="020B0504020201020104" pitchFamily="34" charset="0"/>
                </a:rPr>
                <a:t> de SW </a:t>
              </a:r>
            </a:p>
          </p:txBody>
        </p:sp>
        <p:grpSp>
          <p:nvGrpSpPr>
            <p:cNvPr id="114" name="Punto 1">
              <a:extLst>
                <a:ext uri="{FF2B5EF4-FFF2-40B4-BE49-F238E27FC236}">
                  <a16:creationId xmlns:a16="http://schemas.microsoft.com/office/drawing/2014/main" id="{F7066669-1216-60E9-0146-4D9A10DA8AF9}"/>
                </a:ext>
              </a:extLst>
            </p:cNvPr>
            <p:cNvGrpSpPr/>
            <p:nvPr/>
          </p:nvGrpSpPr>
          <p:grpSpPr>
            <a:xfrm>
              <a:off x="1854679" y="4357042"/>
              <a:ext cx="358688" cy="358688"/>
              <a:chOff x="3928533" y="1504713"/>
              <a:chExt cx="358688" cy="358688"/>
            </a:xfrm>
            <a:solidFill>
              <a:srgbClr val="3C3C3B"/>
            </a:solidFill>
          </p:grpSpPr>
          <p:sp>
            <p:nvSpPr>
              <p:cNvPr id="115" name="Elipse 105">
                <a:extLst>
                  <a:ext uri="{FF2B5EF4-FFF2-40B4-BE49-F238E27FC236}">
                    <a16:creationId xmlns:a16="http://schemas.microsoft.com/office/drawing/2014/main" id="{B72CDDE4-45EC-1480-78F3-C5E00CB823DA}"/>
                  </a:ext>
                </a:extLst>
              </p:cNvPr>
              <p:cNvSpPr/>
              <p:nvPr/>
            </p:nvSpPr>
            <p:spPr>
              <a:xfrm>
                <a:off x="3928533" y="1504713"/>
                <a:ext cx="358688" cy="35868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sp>
            <p:nvSpPr>
              <p:cNvPr id="116" name="Elipse 106">
                <a:extLst>
                  <a:ext uri="{FF2B5EF4-FFF2-40B4-BE49-F238E27FC236}">
                    <a16:creationId xmlns:a16="http://schemas.microsoft.com/office/drawing/2014/main" id="{4D6B4244-E415-C14A-552E-D4E6C2B6ED81}"/>
                  </a:ext>
                </a:extLst>
              </p:cNvPr>
              <p:cNvSpPr/>
              <p:nvPr/>
            </p:nvSpPr>
            <p:spPr>
              <a:xfrm>
                <a:off x="4027046" y="1603226"/>
                <a:ext cx="161662" cy="16166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grpSp>
      </p:grpSp>
    </p:spTree>
    <p:extLst>
      <p:ext uri="{BB962C8B-B14F-4D97-AF65-F5344CB8AC3E}">
        <p14:creationId xmlns:p14="http://schemas.microsoft.com/office/powerpoint/2010/main" val="2236154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BC0D97B6-E32F-4D7D-B839-7C3B51F2640F}" type="slidenum">
              <a:rPr lang="pt-PT" smtClean="0"/>
              <a:pPr/>
              <a:t>6</a:t>
            </a:fld>
            <a:endParaRPr lang="pt-PT" dirty="0"/>
          </a:p>
        </p:txBody>
      </p:sp>
      <p:sp>
        <p:nvSpPr>
          <p:cNvPr id="4" name="Rectangle 5">
            <a:extLst>
              <a:ext uri="{FF2B5EF4-FFF2-40B4-BE49-F238E27FC236}">
                <a16:creationId xmlns:a16="http://schemas.microsoft.com/office/drawing/2014/main" id="{67BD9623-6C5E-3445-F720-C4EE4E5562B3}"/>
              </a:ext>
            </a:extLst>
          </p:cNvPr>
          <p:cNvSpPr>
            <a:spLocks noGrp="1" noChangeArrowheads="1"/>
          </p:cNvSpPr>
          <p:nvPr>
            <p:ph type="body" sz="quarter" idx="15"/>
          </p:nvPr>
        </p:nvSpPr>
        <p:spPr bwMode="auto">
          <a:xfrm>
            <a:off x="711200" y="1348510"/>
            <a:ext cx="10758488" cy="4828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numCol="1"/>
          <a:lstStyle>
            <a:lvl1pPr marL="342900" indent="-342900" defTabSz="698500">
              <a:spcBef>
                <a:spcPct val="20000"/>
              </a:spcBef>
              <a:buClr>
                <a:srgbClr val="FF0000"/>
              </a:buClr>
              <a:buFont typeface="Wingdings" panose="05000000000000000000" pitchFamily="2" charset="2"/>
              <a:buChar char="w"/>
              <a:defRPr sz="2400" b="1">
                <a:solidFill>
                  <a:srgbClr val="FF0000"/>
                </a:solidFill>
                <a:latin typeface="Arial" panose="020B0604020202020204" pitchFamily="34" charset="0"/>
              </a:defRPr>
            </a:lvl1pPr>
            <a:lvl2pPr marL="179388" defTabSz="698500">
              <a:spcBef>
                <a:spcPct val="20000"/>
              </a:spcBef>
              <a:buClr>
                <a:schemeClr val="bg2"/>
              </a:buClr>
              <a:buFont typeface="Wingdings" panose="05000000000000000000" pitchFamily="2" charset="2"/>
              <a:buChar char="§"/>
              <a:defRPr sz="2600">
                <a:solidFill>
                  <a:srgbClr val="808080"/>
                </a:solidFill>
                <a:latin typeface="Arial" panose="020B0604020202020204" pitchFamily="34" charset="0"/>
              </a:defRPr>
            </a:lvl2pPr>
            <a:lvl3pPr marL="979488" indent="-342900" defTabSz="698500">
              <a:spcBef>
                <a:spcPct val="20000"/>
              </a:spcBef>
              <a:buClr>
                <a:schemeClr val="tx1"/>
              </a:buClr>
              <a:buFont typeface="Arial" panose="020B0604020202020204" pitchFamily="34" charset="0"/>
              <a:buChar char="–"/>
              <a:defRPr sz="2000">
                <a:solidFill>
                  <a:schemeClr val="bg2"/>
                </a:solidFill>
                <a:latin typeface="Arial" panose="020B0604020202020204" pitchFamily="34" charset="0"/>
              </a:defRPr>
            </a:lvl3pPr>
            <a:lvl4pPr marL="1600200" indent="-228600" defTabSz="698500">
              <a:spcBef>
                <a:spcPct val="20000"/>
              </a:spcBef>
              <a:buClr>
                <a:schemeClr val="tx1"/>
              </a:buClr>
              <a:buFont typeface="Arial" panose="020B0604020202020204" pitchFamily="34" charset="0"/>
              <a:buChar char="–"/>
              <a:defRPr sz="2000">
                <a:solidFill>
                  <a:schemeClr val="bg2"/>
                </a:solidFill>
                <a:latin typeface="Arial" panose="020B0604020202020204" pitchFamily="34" charset="0"/>
              </a:defRPr>
            </a:lvl4pPr>
            <a:lvl5pPr marL="2057400" indent="-228600" defTabSz="698500">
              <a:spcBef>
                <a:spcPct val="20000"/>
              </a:spcBef>
              <a:buClr>
                <a:schemeClr val="tx1"/>
              </a:buClr>
              <a:buFont typeface="Arial" panose="020B0604020202020204" pitchFamily="34" charset="0"/>
              <a:buChar char="–"/>
              <a:defRPr sz="2000">
                <a:solidFill>
                  <a:schemeClr val="bg2"/>
                </a:solidFill>
                <a:latin typeface="Arial" panose="020B0604020202020204" pitchFamily="34" charset="0"/>
              </a:defRPr>
            </a:lvl5pPr>
            <a:lvl6pPr marL="2514600" indent="-228600" defTabSz="6985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6pPr>
            <a:lvl7pPr marL="2971800" indent="-228600" defTabSz="6985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7pPr>
            <a:lvl8pPr marL="3429000" indent="-228600" defTabSz="6985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8pPr>
            <a:lvl9pPr marL="3886200" indent="-228600" defTabSz="6985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9pPr>
          </a:lstStyle>
          <a:p>
            <a:pPr marL="179070" lvl="1" algn="just">
              <a:lnSpc>
                <a:spcPct val="150000"/>
              </a:lnSpc>
              <a:spcBef>
                <a:spcPts val="400"/>
              </a:spcBef>
              <a:buClr>
                <a:srgbClr val="FF0000"/>
              </a:buClr>
              <a:buNone/>
            </a:pPr>
            <a:r>
              <a:rPr lang="pt-PT" sz="1600" i="1" dirty="0">
                <a:solidFill>
                  <a:schemeClr val="tx1"/>
                </a:solidFill>
              </a:rPr>
              <a:t>O Report </a:t>
            </a:r>
            <a:r>
              <a:rPr lang="pt-PT" sz="1600" i="1" dirty="0" err="1">
                <a:solidFill>
                  <a:schemeClr val="tx1"/>
                </a:solidFill>
              </a:rPr>
              <a:t>Minimum</a:t>
            </a:r>
            <a:r>
              <a:rPr lang="pt-PT" sz="1600" i="1" dirty="0">
                <a:solidFill>
                  <a:schemeClr val="tx1"/>
                </a:solidFill>
              </a:rPr>
              <a:t> </a:t>
            </a:r>
            <a:r>
              <a:rPr lang="pt-PT" sz="1600" i="1" dirty="0" err="1">
                <a:solidFill>
                  <a:schemeClr val="tx1"/>
                </a:solidFill>
              </a:rPr>
              <a:t>Bail</a:t>
            </a:r>
            <a:r>
              <a:rPr lang="pt-PT" sz="1600" i="1" dirty="0">
                <a:solidFill>
                  <a:schemeClr val="tx1"/>
                </a:solidFill>
              </a:rPr>
              <a:t>-in Data </a:t>
            </a:r>
            <a:r>
              <a:rPr lang="pt-PT" sz="1600" i="1" dirty="0" err="1">
                <a:solidFill>
                  <a:schemeClr val="tx1"/>
                </a:solidFill>
              </a:rPr>
              <a:t>Template</a:t>
            </a:r>
            <a:r>
              <a:rPr lang="pt-PT" sz="1600" i="1" dirty="0">
                <a:solidFill>
                  <a:schemeClr val="tx1"/>
                </a:solidFill>
              </a:rPr>
              <a:t> consiste na geração dos seguintes Ficheiros: B01.00 (</a:t>
            </a:r>
            <a:r>
              <a:rPr lang="pt-PT" sz="1600" i="1" dirty="0" err="1">
                <a:solidFill>
                  <a:schemeClr val="tx1"/>
                </a:solidFill>
              </a:rPr>
              <a:t>Aggregate</a:t>
            </a:r>
            <a:r>
              <a:rPr lang="pt-PT" sz="1600" i="1" dirty="0">
                <a:solidFill>
                  <a:schemeClr val="tx1"/>
                </a:solidFill>
              </a:rPr>
              <a:t> </a:t>
            </a:r>
            <a:r>
              <a:rPr lang="pt-PT" sz="1600" i="1" dirty="0" err="1">
                <a:solidFill>
                  <a:schemeClr val="tx1"/>
                </a:solidFill>
              </a:rPr>
              <a:t>view</a:t>
            </a:r>
            <a:r>
              <a:rPr lang="pt-PT" sz="1600" i="1" dirty="0">
                <a:solidFill>
                  <a:schemeClr val="tx1"/>
                </a:solidFill>
              </a:rPr>
              <a:t>), B02.00 (</a:t>
            </a:r>
            <a:r>
              <a:rPr lang="pt-PT" sz="1600" i="1" dirty="0" err="1">
                <a:solidFill>
                  <a:schemeClr val="tx1"/>
                </a:solidFill>
              </a:rPr>
              <a:t>Main</a:t>
            </a:r>
            <a:r>
              <a:rPr lang="pt-PT" sz="1600" i="1" dirty="0">
                <a:solidFill>
                  <a:schemeClr val="tx1"/>
                </a:solidFill>
              </a:rPr>
              <a:t> </a:t>
            </a:r>
            <a:r>
              <a:rPr lang="pt-PT" sz="1600" i="1" dirty="0" err="1">
                <a:solidFill>
                  <a:schemeClr val="tx1"/>
                </a:solidFill>
              </a:rPr>
              <a:t>Liabilities</a:t>
            </a:r>
            <a:r>
              <a:rPr lang="pt-PT" sz="1600" i="1" dirty="0">
                <a:solidFill>
                  <a:schemeClr val="tx1"/>
                </a:solidFill>
              </a:rPr>
              <a:t>), B05.00 (</a:t>
            </a:r>
            <a:r>
              <a:rPr lang="en-US" sz="1600" i="1" dirty="0">
                <a:solidFill>
                  <a:schemeClr val="tx1"/>
                </a:solidFill>
              </a:rPr>
              <a:t>Guarantees provided to the Non-Resolution Entity)</a:t>
            </a:r>
            <a:r>
              <a:rPr lang="pt-PT" sz="1600" i="1" dirty="0">
                <a:solidFill>
                  <a:schemeClr val="tx1"/>
                </a:solidFill>
              </a:rPr>
              <a:t> e B90.00 (</a:t>
            </a:r>
            <a:r>
              <a:rPr lang="pt-PT" sz="1600" i="1" dirty="0" err="1">
                <a:solidFill>
                  <a:schemeClr val="tx1"/>
                </a:solidFill>
              </a:rPr>
              <a:t>Counterparties</a:t>
            </a:r>
            <a:r>
              <a:rPr lang="pt-PT" sz="1600" i="1" dirty="0">
                <a:solidFill>
                  <a:schemeClr val="tx1"/>
                </a:solidFill>
              </a:rPr>
              <a:t>).</a:t>
            </a:r>
          </a:p>
          <a:p>
            <a:pPr marL="179070" lvl="1" algn="just">
              <a:lnSpc>
                <a:spcPct val="150000"/>
              </a:lnSpc>
              <a:spcBef>
                <a:spcPts val="400"/>
              </a:spcBef>
              <a:buClr>
                <a:srgbClr val="FF0000"/>
              </a:buClr>
              <a:buNone/>
            </a:pPr>
            <a:endParaRPr lang="pt-PT" sz="1600" i="1" dirty="0">
              <a:solidFill>
                <a:schemeClr val="tx1"/>
              </a:solidFill>
            </a:endParaRPr>
          </a:p>
          <a:p>
            <a:pPr marL="179070" lvl="1" algn="just">
              <a:lnSpc>
                <a:spcPct val="150000"/>
              </a:lnSpc>
              <a:spcBef>
                <a:spcPts val="400"/>
              </a:spcBef>
              <a:buClr>
                <a:srgbClr val="FF0000"/>
              </a:buClr>
              <a:buNone/>
            </a:pPr>
            <a:r>
              <a:rPr lang="pt-PT" sz="1600" i="1" dirty="0">
                <a:solidFill>
                  <a:schemeClr val="tx1"/>
                </a:solidFill>
              </a:rPr>
              <a:t>Na Fase 1 do Projeto foram implementados os Ficheiros B02.00, B05.00 e B90.00. </a:t>
            </a:r>
          </a:p>
          <a:p>
            <a:pPr marL="179070" lvl="1" algn="just">
              <a:lnSpc>
                <a:spcPct val="150000"/>
              </a:lnSpc>
              <a:spcBef>
                <a:spcPts val="400"/>
              </a:spcBef>
              <a:buClr>
                <a:srgbClr val="FF0000"/>
              </a:buClr>
              <a:buNone/>
            </a:pPr>
            <a:r>
              <a:rPr lang="pt-PT" sz="1600" i="1" dirty="0">
                <a:solidFill>
                  <a:schemeClr val="tx1"/>
                </a:solidFill>
              </a:rPr>
              <a:t>Na Fase 2 do Projeto pretende-se implementar: </a:t>
            </a:r>
          </a:p>
          <a:p>
            <a:pPr marL="464820" lvl="1" indent="-285750" algn="just">
              <a:lnSpc>
                <a:spcPct val="150000"/>
              </a:lnSpc>
              <a:spcBef>
                <a:spcPts val="400"/>
              </a:spcBef>
              <a:buClr>
                <a:srgbClr val="FF0000"/>
              </a:buClr>
            </a:pPr>
            <a:r>
              <a:rPr lang="pt-PT" sz="1600" i="1" dirty="0">
                <a:solidFill>
                  <a:schemeClr val="tx1"/>
                </a:solidFill>
              </a:rPr>
              <a:t>Ficheiro B01.00 </a:t>
            </a:r>
          </a:p>
          <a:p>
            <a:pPr marL="179070" lvl="1" algn="just">
              <a:lnSpc>
                <a:spcPct val="150000"/>
              </a:lnSpc>
              <a:spcBef>
                <a:spcPts val="400"/>
              </a:spcBef>
              <a:buClr>
                <a:srgbClr val="FF0000"/>
              </a:buClr>
              <a:buNone/>
            </a:pPr>
            <a:r>
              <a:rPr lang="pt-PT" sz="1600" i="1" dirty="0">
                <a:solidFill>
                  <a:schemeClr val="tx1"/>
                </a:solidFill>
              </a:rPr>
              <a:t>bem como um conjunto de desenvolvimentos identificados durante a Fase 1 do Projeto:</a:t>
            </a:r>
          </a:p>
          <a:p>
            <a:pPr marL="464820" lvl="1" indent="-285750" algn="just">
              <a:lnSpc>
                <a:spcPct val="150000"/>
              </a:lnSpc>
              <a:spcBef>
                <a:spcPts val="400"/>
              </a:spcBef>
              <a:buClr>
                <a:srgbClr val="FF0000"/>
              </a:buClr>
            </a:pPr>
            <a:r>
              <a:rPr lang="pt-PT" sz="1600" i="1" dirty="0">
                <a:solidFill>
                  <a:schemeClr val="tx1"/>
                </a:solidFill>
              </a:rPr>
              <a:t>Adição dos Garantes na lt003_entity  </a:t>
            </a:r>
          </a:p>
          <a:p>
            <a:pPr marL="464820" lvl="1" indent="-285750" algn="just">
              <a:lnSpc>
                <a:spcPct val="150000"/>
              </a:lnSpc>
              <a:spcBef>
                <a:spcPts val="400"/>
              </a:spcBef>
              <a:buClr>
                <a:srgbClr val="FF0000"/>
              </a:buClr>
            </a:pPr>
            <a:r>
              <a:rPr lang="pt-PT" sz="1600" i="1" dirty="0">
                <a:solidFill>
                  <a:schemeClr val="tx1"/>
                </a:solidFill>
              </a:rPr>
              <a:t>Possibilitar a alteração dos dados das 4 Tabelas de Output do Report </a:t>
            </a:r>
            <a:r>
              <a:rPr lang="en-US" sz="1600" i="1" dirty="0">
                <a:solidFill>
                  <a:schemeClr val="tx1"/>
                </a:solidFill>
              </a:rPr>
              <a:t>(out_b0100_aggregate_view, out_b0200_main_liabilities, out_b0500_guarantees, out_b9000_counterparties) </a:t>
            </a:r>
          </a:p>
          <a:p>
            <a:pPr marL="464820" lvl="1" indent="-285750" algn="just">
              <a:lnSpc>
                <a:spcPct val="150000"/>
              </a:lnSpc>
              <a:spcBef>
                <a:spcPts val="400"/>
              </a:spcBef>
              <a:buClr>
                <a:srgbClr val="FF0000"/>
              </a:buClr>
            </a:pPr>
            <a:r>
              <a:rPr lang="en-US" sz="1600" i="1" dirty="0" err="1">
                <a:solidFill>
                  <a:schemeClr val="tx1"/>
                </a:solidFill>
              </a:rPr>
              <a:t>Correção</a:t>
            </a:r>
            <a:r>
              <a:rPr lang="en-US" sz="1600" i="1" dirty="0">
                <a:solidFill>
                  <a:schemeClr val="tx1"/>
                </a:solidFill>
              </a:rPr>
              <a:t> de </a:t>
            </a:r>
            <a:r>
              <a:rPr lang="en-US" sz="1600" i="1" dirty="0" err="1">
                <a:solidFill>
                  <a:schemeClr val="tx1"/>
                </a:solidFill>
              </a:rPr>
              <a:t>registos</a:t>
            </a:r>
            <a:r>
              <a:rPr lang="en-US" sz="1600" i="1" dirty="0">
                <a:solidFill>
                  <a:schemeClr val="tx1"/>
                </a:solidFill>
              </a:rPr>
              <a:t> </a:t>
            </a:r>
            <a:r>
              <a:rPr lang="en-US" sz="1600" i="1" dirty="0" err="1">
                <a:solidFill>
                  <a:schemeClr val="tx1"/>
                </a:solidFill>
              </a:rPr>
              <a:t>duplicados</a:t>
            </a:r>
            <a:endParaRPr lang="pt-PT" sz="1600" i="1" dirty="0">
              <a:solidFill>
                <a:schemeClr val="tx1"/>
              </a:solidFill>
            </a:endParaRPr>
          </a:p>
        </p:txBody>
      </p:sp>
      <p:sp>
        <p:nvSpPr>
          <p:cNvPr id="2" name="Marcador de texto 5">
            <a:extLst>
              <a:ext uri="{FF2B5EF4-FFF2-40B4-BE49-F238E27FC236}">
                <a16:creationId xmlns:a16="http://schemas.microsoft.com/office/drawing/2014/main" id="{439C70A8-27DA-4521-ADF8-0CD918A10CD3}"/>
              </a:ext>
            </a:extLst>
          </p:cNvPr>
          <p:cNvSpPr txBox="1">
            <a:spLocks/>
          </p:cNvSpPr>
          <p:nvPr/>
        </p:nvSpPr>
        <p:spPr>
          <a:xfrm>
            <a:off x="106420" y="114373"/>
            <a:ext cx="8280198" cy="538770"/>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Tx/>
              <a:buNone/>
              <a:defRPr sz="1300" kern="1200">
                <a:solidFill>
                  <a:schemeClr val="accent1"/>
                </a:solidFill>
                <a:latin typeface="+mn-lt"/>
                <a:ea typeface="+mn-ea"/>
                <a:cs typeface="+mn-cs"/>
              </a:defRPr>
            </a:lvl1pPr>
            <a:lvl2pPr marL="457200" indent="0" algn="l" defTabSz="914400" rtl="0" eaLnBrk="1" latinLnBrk="0" hangingPunct="1">
              <a:lnSpc>
                <a:spcPct val="90000"/>
              </a:lnSpc>
              <a:spcBef>
                <a:spcPts val="500"/>
              </a:spcBef>
              <a:buFontTx/>
              <a:buNone/>
              <a:defRPr sz="11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Tx/>
              <a:buNone/>
              <a:defRPr sz="105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Tx/>
              <a:buNone/>
              <a:defRPr sz="10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Tx/>
              <a:buNone/>
              <a:defRPr sz="1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pt-PT" sz="2400" dirty="0">
                <a:latin typeface="Santander Text"/>
              </a:rPr>
              <a:t>Enquadramento, Objectivos e Alcance</a:t>
            </a:r>
            <a:endParaRPr lang="pt-PT" sz="2400" dirty="0"/>
          </a:p>
        </p:txBody>
      </p:sp>
    </p:spTree>
    <p:extLst>
      <p:ext uri="{BB962C8B-B14F-4D97-AF65-F5344CB8AC3E}">
        <p14:creationId xmlns:p14="http://schemas.microsoft.com/office/powerpoint/2010/main" val="9239649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ángulo 44">
            <a:extLst>
              <a:ext uri="{FF2B5EF4-FFF2-40B4-BE49-F238E27FC236}">
                <a16:creationId xmlns:a16="http://schemas.microsoft.com/office/drawing/2014/main" id="{F3A73E3A-5482-5F38-4614-515A349624CC}"/>
              </a:ext>
            </a:extLst>
          </p:cNvPr>
          <p:cNvSpPr/>
          <p:nvPr/>
        </p:nvSpPr>
        <p:spPr>
          <a:xfrm>
            <a:off x="1932699" y="581025"/>
            <a:ext cx="202649" cy="5733485"/>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grpSp>
        <p:nvGrpSpPr>
          <p:cNvPr id="14" name="Group 13">
            <a:extLst>
              <a:ext uri="{FF2B5EF4-FFF2-40B4-BE49-F238E27FC236}">
                <a16:creationId xmlns:a16="http://schemas.microsoft.com/office/drawing/2014/main" id="{85BDBE7C-E4CF-AD79-15F1-2D3EAB73D110}"/>
              </a:ext>
            </a:extLst>
          </p:cNvPr>
          <p:cNvGrpSpPr/>
          <p:nvPr/>
        </p:nvGrpSpPr>
        <p:grpSpPr>
          <a:xfrm>
            <a:off x="1854679" y="2774275"/>
            <a:ext cx="2820101" cy="369332"/>
            <a:chOff x="1854679" y="3238744"/>
            <a:chExt cx="2820101" cy="369332"/>
          </a:xfrm>
        </p:grpSpPr>
        <p:sp>
          <p:nvSpPr>
            <p:cNvPr id="15" name="CuadroTexto 49">
              <a:extLst>
                <a:ext uri="{FF2B5EF4-FFF2-40B4-BE49-F238E27FC236}">
                  <a16:creationId xmlns:a16="http://schemas.microsoft.com/office/drawing/2014/main" id="{97923730-904D-53E0-0A01-3AE256C914D6}"/>
                </a:ext>
              </a:extLst>
            </p:cNvPr>
            <p:cNvSpPr txBox="1"/>
            <p:nvPr/>
          </p:nvSpPr>
          <p:spPr>
            <a:xfrm>
              <a:off x="2268993" y="3238744"/>
              <a:ext cx="2405787" cy="369332"/>
            </a:xfrm>
            <a:prstGeom prst="rect">
              <a:avLst/>
            </a:prstGeom>
            <a:noFill/>
          </p:spPr>
          <p:txBody>
            <a:bodyPr wrap="none" rtlCol="0">
              <a:spAutoFit/>
            </a:bodyPr>
            <a:lstStyle/>
            <a:p>
              <a:r>
                <a:rPr lang="en-US" dirty="0" err="1">
                  <a:solidFill>
                    <a:schemeClr val="tx2"/>
                  </a:solidFill>
                  <a:latin typeface="Santander Text" panose="020B0504020201020104" pitchFamily="34" charset="0"/>
                </a:rPr>
                <a:t>Desenho</a:t>
              </a:r>
              <a:r>
                <a:rPr lang="en-US" dirty="0">
                  <a:solidFill>
                    <a:schemeClr val="tx2"/>
                  </a:solidFill>
                  <a:latin typeface="Santander Text" panose="020B0504020201020104" pitchFamily="34" charset="0"/>
                </a:rPr>
                <a:t> Técnico (HLD)</a:t>
              </a:r>
            </a:p>
          </p:txBody>
        </p:sp>
        <p:grpSp>
          <p:nvGrpSpPr>
            <p:cNvPr id="16" name="Punto 1">
              <a:extLst>
                <a:ext uri="{FF2B5EF4-FFF2-40B4-BE49-F238E27FC236}">
                  <a16:creationId xmlns:a16="http://schemas.microsoft.com/office/drawing/2014/main" id="{4F6C0B76-9B26-D676-78E8-305F3D759120}"/>
                </a:ext>
              </a:extLst>
            </p:cNvPr>
            <p:cNvGrpSpPr/>
            <p:nvPr/>
          </p:nvGrpSpPr>
          <p:grpSpPr>
            <a:xfrm>
              <a:off x="1854679" y="3244066"/>
              <a:ext cx="358688" cy="358688"/>
              <a:chOff x="3928533" y="1504713"/>
              <a:chExt cx="358688" cy="358688"/>
            </a:xfrm>
            <a:solidFill>
              <a:srgbClr val="3C3C3B"/>
            </a:solidFill>
          </p:grpSpPr>
          <p:sp>
            <p:nvSpPr>
              <p:cNvPr id="17" name="Elipse 99">
                <a:extLst>
                  <a:ext uri="{FF2B5EF4-FFF2-40B4-BE49-F238E27FC236}">
                    <a16:creationId xmlns:a16="http://schemas.microsoft.com/office/drawing/2014/main" id="{3B668A7E-E653-E1E9-60F9-352F3D5B88BF}"/>
                  </a:ext>
                </a:extLst>
              </p:cNvPr>
              <p:cNvSpPr/>
              <p:nvPr/>
            </p:nvSpPr>
            <p:spPr>
              <a:xfrm>
                <a:off x="3928533" y="1504713"/>
                <a:ext cx="358688" cy="35868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sp>
            <p:nvSpPr>
              <p:cNvPr id="18" name="Elipse 100">
                <a:extLst>
                  <a:ext uri="{FF2B5EF4-FFF2-40B4-BE49-F238E27FC236}">
                    <a16:creationId xmlns:a16="http://schemas.microsoft.com/office/drawing/2014/main" id="{EB3C2290-A658-1940-A23C-A81E1F2FC49B}"/>
                  </a:ext>
                </a:extLst>
              </p:cNvPr>
              <p:cNvSpPr/>
              <p:nvPr/>
            </p:nvSpPr>
            <p:spPr>
              <a:xfrm>
                <a:off x="4027046" y="1603226"/>
                <a:ext cx="161662" cy="16166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grpSp>
      </p:grpSp>
      <p:grpSp>
        <p:nvGrpSpPr>
          <p:cNvPr id="26" name="Group 25">
            <a:extLst>
              <a:ext uri="{FF2B5EF4-FFF2-40B4-BE49-F238E27FC236}">
                <a16:creationId xmlns:a16="http://schemas.microsoft.com/office/drawing/2014/main" id="{D3B70F57-C9ED-D459-B445-3CB7FE8F43DD}"/>
              </a:ext>
            </a:extLst>
          </p:cNvPr>
          <p:cNvGrpSpPr/>
          <p:nvPr/>
        </p:nvGrpSpPr>
        <p:grpSpPr>
          <a:xfrm>
            <a:off x="1854679" y="3234878"/>
            <a:ext cx="1441839" cy="369332"/>
            <a:chOff x="1854679" y="3814462"/>
            <a:chExt cx="1441839" cy="369332"/>
          </a:xfrm>
        </p:grpSpPr>
        <p:sp>
          <p:nvSpPr>
            <p:cNvPr id="27" name="CuadroTexto 55">
              <a:extLst>
                <a:ext uri="{FF2B5EF4-FFF2-40B4-BE49-F238E27FC236}">
                  <a16:creationId xmlns:a16="http://schemas.microsoft.com/office/drawing/2014/main" id="{2AFD24B6-1636-F02E-F6E7-01ACF60AF1D2}"/>
                </a:ext>
              </a:extLst>
            </p:cNvPr>
            <p:cNvSpPr txBox="1"/>
            <p:nvPr/>
          </p:nvSpPr>
          <p:spPr>
            <a:xfrm>
              <a:off x="2268993" y="3814462"/>
              <a:ext cx="1027525" cy="369332"/>
            </a:xfrm>
            <a:prstGeom prst="rect">
              <a:avLst/>
            </a:prstGeom>
            <a:noFill/>
          </p:spPr>
          <p:txBody>
            <a:bodyPr wrap="none" rtlCol="0">
              <a:spAutoFit/>
            </a:bodyPr>
            <a:lstStyle/>
            <a:p>
              <a:r>
                <a:rPr lang="en-US" dirty="0">
                  <a:solidFill>
                    <a:schemeClr val="tx2"/>
                  </a:solidFill>
                  <a:latin typeface="Santander Text" panose="020B0504020201020104" pitchFamily="34" charset="0"/>
                </a:rPr>
                <a:t>Volumes</a:t>
              </a:r>
            </a:p>
          </p:txBody>
        </p:sp>
        <p:grpSp>
          <p:nvGrpSpPr>
            <p:cNvPr id="28" name="Punto 1">
              <a:extLst>
                <a:ext uri="{FF2B5EF4-FFF2-40B4-BE49-F238E27FC236}">
                  <a16:creationId xmlns:a16="http://schemas.microsoft.com/office/drawing/2014/main" id="{299BA22F-13F1-62B8-DBA1-D015CC9F1F05}"/>
                </a:ext>
              </a:extLst>
            </p:cNvPr>
            <p:cNvGrpSpPr/>
            <p:nvPr/>
          </p:nvGrpSpPr>
          <p:grpSpPr>
            <a:xfrm>
              <a:off x="1854679" y="3819784"/>
              <a:ext cx="358688" cy="358688"/>
              <a:chOff x="3928533" y="1504713"/>
              <a:chExt cx="358688" cy="358688"/>
            </a:xfrm>
            <a:solidFill>
              <a:srgbClr val="3C3C3B"/>
            </a:solidFill>
          </p:grpSpPr>
          <p:sp>
            <p:nvSpPr>
              <p:cNvPr id="29" name="Elipse 102">
                <a:extLst>
                  <a:ext uri="{FF2B5EF4-FFF2-40B4-BE49-F238E27FC236}">
                    <a16:creationId xmlns:a16="http://schemas.microsoft.com/office/drawing/2014/main" id="{DAE8A95B-BC9A-2AF6-CC7B-913AF3CDFD48}"/>
                  </a:ext>
                </a:extLst>
              </p:cNvPr>
              <p:cNvSpPr/>
              <p:nvPr/>
            </p:nvSpPr>
            <p:spPr>
              <a:xfrm>
                <a:off x="3928533" y="1504713"/>
                <a:ext cx="358688" cy="35868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sp>
            <p:nvSpPr>
              <p:cNvPr id="30" name="Elipse 103">
                <a:extLst>
                  <a:ext uri="{FF2B5EF4-FFF2-40B4-BE49-F238E27FC236}">
                    <a16:creationId xmlns:a16="http://schemas.microsoft.com/office/drawing/2014/main" id="{BEC0868C-D106-195E-115C-8F276BA8196F}"/>
                  </a:ext>
                </a:extLst>
              </p:cNvPr>
              <p:cNvSpPr/>
              <p:nvPr/>
            </p:nvSpPr>
            <p:spPr>
              <a:xfrm>
                <a:off x="4027046" y="1603226"/>
                <a:ext cx="161662" cy="16166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grpSp>
      </p:grpSp>
      <p:grpSp>
        <p:nvGrpSpPr>
          <p:cNvPr id="31" name="Group 30">
            <a:extLst>
              <a:ext uri="{FF2B5EF4-FFF2-40B4-BE49-F238E27FC236}">
                <a16:creationId xmlns:a16="http://schemas.microsoft.com/office/drawing/2014/main" id="{14370291-23E7-02BC-27E8-6D7110A78A8A}"/>
              </a:ext>
            </a:extLst>
          </p:cNvPr>
          <p:cNvGrpSpPr/>
          <p:nvPr/>
        </p:nvGrpSpPr>
        <p:grpSpPr>
          <a:xfrm>
            <a:off x="1854679" y="4156084"/>
            <a:ext cx="3725670" cy="369332"/>
            <a:chOff x="1854679" y="4351720"/>
            <a:chExt cx="3725670" cy="369332"/>
          </a:xfrm>
        </p:grpSpPr>
        <p:sp>
          <p:nvSpPr>
            <p:cNvPr id="32" name="CuadroTexto 51">
              <a:extLst>
                <a:ext uri="{FF2B5EF4-FFF2-40B4-BE49-F238E27FC236}">
                  <a16:creationId xmlns:a16="http://schemas.microsoft.com/office/drawing/2014/main" id="{FD578366-E7C4-09B6-1592-069A0F6782C2}"/>
                </a:ext>
              </a:extLst>
            </p:cNvPr>
            <p:cNvSpPr txBox="1"/>
            <p:nvPr/>
          </p:nvSpPr>
          <p:spPr>
            <a:xfrm>
              <a:off x="2268993" y="4351720"/>
              <a:ext cx="3311356" cy="369332"/>
            </a:xfrm>
            <a:prstGeom prst="rect">
              <a:avLst/>
            </a:prstGeom>
            <a:noFill/>
          </p:spPr>
          <p:txBody>
            <a:bodyPr wrap="none" rtlCol="0">
              <a:spAutoFit/>
            </a:bodyPr>
            <a:lstStyle/>
            <a:p>
              <a:r>
                <a:rPr lang="en-US" dirty="0" err="1">
                  <a:solidFill>
                    <a:schemeClr val="tx2"/>
                  </a:solidFill>
                  <a:latin typeface="Santander Text" panose="020B0504020201020104" pitchFamily="34" charset="0"/>
                </a:rPr>
                <a:t>Desenho</a:t>
              </a:r>
              <a:r>
                <a:rPr lang="en-US" dirty="0">
                  <a:solidFill>
                    <a:schemeClr val="tx2"/>
                  </a:solidFill>
                  <a:latin typeface="Santander Text" panose="020B0504020201020104" pitchFamily="34" charset="0"/>
                </a:rPr>
                <a:t> de </a:t>
              </a:r>
              <a:r>
                <a:rPr lang="en-US" dirty="0" err="1">
                  <a:solidFill>
                    <a:schemeClr val="tx2"/>
                  </a:solidFill>
                  <a:latin typeface="Santander Text" panose="020B0504020201020104" pitchFamily="34" charset="0"/>
                </a:rPr>
                <a:t>Infraestrutura</a:t>
              </a:r>
              <a:r>
                <a:rPr lang="en-US" dirty="0">
                  <a:solidFill>
                    <a:schemeClr val="tx2"/>
                  </a:solidFill>
                  <a:latin typeface="Santander Text" panose="020B0504020201020104" pitchFamily="34" charset="0"/>
                </a:rPr>
                <a:t> + LLD</a:t>
              </a:r>
            </a:p>
          </p:txBody>
        </p:sp>
        <p:grpSp>
          <p:nvGrpSpPr>
            <p:cNvPr id="33" name="Punto 1">
              <a:extLst>
                <a:ext uri="{FF2B5EF4-FFF2-40B4-BE49-F238E27FC236}">
                  <a16:creationId xmlns:a16="http://schemas.microsoft.com/office/drawing/2014/main" id="{96C92265-3ABB-D32C-5F7B-59D44769245E}"/>
                </a:ext>
              </a:extLst>
            </p:cNvPr>
            <p:cNvGrpSpPr/>
            <p:nvPr/>
          </p:nvGrpSpPr>
          <p:grpSpPr>
            <a:xfrm>
              <a:off x="1854679" y="4357042"/>
              <a:ext cx="358688" cy="358688"/>
              <a:chOff x="3928533" y="1504713"/>
              <a:chExt cx="358688" cy="358688"/>
            </a:xfrm>
            <a:solidFill>
              <a:srgbClr val="3C3C3B"/>
            </a:solidFill>
          </p:grpSpPr>
          <p:sp>
            <p:nvSpPr>
              <p:cNvPr id="34" name="Elipse 105">
                <a:extLst>
                  <a:ext uri="{FF2B5EF4-FFF2-40B4-BE49-F238E27FC236}">
                    <a16:creationId xmlns:a16="http://schemas.microsoft.com/office/drawing/2014/main" id="{D9613F37-25D5-6FE9-B5AE-36A3C3756A17}"/>
                  </a:ext>
                </a:extLst>
              </p:cNvPr>
              <p:cNvSpPr/>
              <p:nvPr/>
            </p:nvSpPr>
            <p:spPr>
              <a:xfrm>
                <a:off x="3928533" y="1504713"/>
                <a:ext cx="358688" cy="35868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sp>
            <p:nvSpPr>
              <p:cNvPr id="35" name="Elipse 106">
                <a:extLst>
                  <a:ext uri="{FF2B5EF4-FFF2-40B4-BE49-F238E27FC236}">
                    <a16:creationId xmlns:a16="http://schemas.microsoft.com/office/drawing/2014/main" id="{386D6B0D-71D9-C065-B3B8-E5453809C3A3}"/>
                  </a:ext>
                </a:extLst>
              </p:cNvPr>
              <p:cNvSpPr/>
              <p:nvPr/>
            </p:nvSpPr>
            <p:spPr>
              <a:xfrm>
                <a:off x="4027046" y="1603226"/>
                <a:ext cx="161662" cy="16166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grpSp>
      </p:grpSp>
      <p:grpSp>
        <p:nvGrpSpPr>
          <p:cNvPr id="36" name="Group 35">
            <a:extLst>
              <a:ext uri="{FF2B5EF4-FFF2-40B4-BE49-F238E27FC236}">
                <a16:creationId xmlns:a16="http://schemas.microsoft.com/office/drawing/2014/main" id="{A99ECC77-38A5-6B4F-2D39-C317D005A086}"/>
              </a:ext>
            </a:extLst>
          </p:cNvPr>
          <p:cNvGrpSpPr/>
          <p:nvPr/>
        </p:nvGrpSpPr>
        <p:grpSpPr>
          <a:xfrm>
            <a:off x="1854679" y="5077290"/>
            <a:ext cx="2754314" cy="369332"/>
            <a:chOff x="1854679" y="4934771"/>
            <a:chExt cx="2754314" cy="369332"/>
          </a:xfrm>
        </p:grpSpPr>
        <p:sp>
          <p:nvSpPr>
            <p:cNvPr id="37" name="CuadroTexto 56">
              <a:extLst>
                <a:ext uri="{FF2B5EF4-FFF2-40B4-BE49-F238E27FC236}">
                  <a16:creationId xmlns:a16="http://schemas.microsoft.com/office/drawing/2014/main" id="{F6981BBA-95F5-364D-0C27-76D688B85960}"/>
                </a:ext>
              </a:extLst>
            </p:cNvPr>
            <p:cNvSpPr txBox="1"/>
            <p:nvPr/>
          </p:nvSpPr>
          <p:spPr>
            <a:xfrm>
              <a:off x="2268993" y="4934771"/>
              <a:ext cx="2340000" cy="369332"/>
            </a:xfrm>
            <a:prstGeom prst="rect">
              <a:avLst/>
            </a:prstGeom>
            <a:noFill/>
          </p:spPr>
          <p:txBody>
            <a:bodyPr wrap="none" rtlCol="0">
              <a:spAutoFit/>
            </a:bodyPr>
            <a:lstStyle>
              <a:defPPr>
                <a:defRPr lang="es-ES"/>
              </a:defPPr>
              <a:lvl1pPr>
                <a:defRPr>
                  <a:solidFill>
                    <a:schemeClr val="tx1">
                      <a:lumMod val="65000"/>
                      <a:lumOff val="35000"/>
                    </a:schemeClr>
                  </a:solidFill>
                </a:defRPr>
              </a:lvl1pPr>
            </a:lstStyle>
            <a:p>
              <a:r>
                <a:rPr lang="en-US" dirty="0" err="1">
                  <a:solidFill>
                    <a:schemeClr val="tx2"/>
                  </a:solidFill>
                  <a:latin typeface="Santander Text" panose="020B0504020201020104" pitchFamily="34" charset="0"/>
                </a:rPr>
                <a:t>Riscos</a:t>
              </a:r>
              <a:r>
                <a:rPr lang="en-US" dirty="0">
                  <a:solidFill>
                    <a:schemeClr val="tx2"/>
                  </a:solidFill>
                  <a:latin typeface="Santander Text" panose="020B0504020201020104" pitchFamily="34" charset="0"/>
                </a:rPr>
                <a:t> e </a:t>
              </a:r>
              <a:r>
                <a:rPr lang="en-US" dirty="0" err="1">
                  <a:solidFill>
                    <a:schemeClr val="tx2"/>
                  </a:solidFill>
                  <a:latin typeface="Santander Text" panose="020B0504020201020104" pitchFamily="34" charset="0"/>
                </a:rPr>
                <a:t>dependências</a:t>
              </a:r>
              <a:endParaRPr lang="en-US" dirty="0">
                <a:solidFill>
                  <a:schemeClr val="tx2"/>
                </a:solidFill>
                <a:latin typeface="Santander Text" panose="020B0504020201020104" pitchFamily="34" charset="0"/>
              </a:endParaRPr>
            </a:p>
          </p:txBody>
        </p:sp>
        <p:grpSp>
          <p:nvGrpSpPr>
            <p:cNvPr id="38" name="Punto 1">
              <a:extLst>
                <a:ext uri="{FF2B5EF4-FFF2-40B4-BE49-F238E27FC236}">
                  <a16:creationId xmlns:a16="http://schemas.microsoft.com/office/drawing/2014/main" id="{12B62CB6-0BFA-02BF-FCBE-B67C7135261F}"/>
                </a:ext>
              </a:extLst>
            </p:cNvPr>
            <p:cNvGrpSpPr/>
            <p:nvPr/>
          </p:nvGrpSpPr>
          <p:grpSpPr>
            <a:xfrm>
              <a:off x="1854679" y="4940093"/>
              <a:ext cx="358688" cy="358688"/>
              <a:chOff x="3928533" y="1504713"/>
              <a:chExt cx="358688" cy="358688"/>
            </a:xfrm>
            <a:solidFill>
              <a:srgbClr val="3C3C3B"/>
            </a:solidFill>
          </p:grpSpPr>
          <p:sp>
            <p:nvSpPr>
              <p:cNvPr id="39" name="Elipse 111">
                <a:extLst>
                  <a:ext uri="{FF2B5EF4-FFF2-40B4-BE49-F238E27FC236}">
                    <a16:creationId xmlns:a16="http://schemas.microsoft.com/office/drawing/2014/main" id="{7D085E1E-FED6-3675-8BC3-4F3251041B5D}"/>
                  </a:ext>
                </a:extLst>
              </p:cNvPr>
              <p:cNvSpPr/>
              <p:nvPr/>
            </p:nvSpPr>
            <p:spPr>
              <a:xfrm>
                <a:off x="3928533" y="1504713"/>
                <a:ext cx="358688" cy="35868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sp>
            <p:nvSpPr>
              <p:cNvPr id="40" name="Elipse 112">
                <a:extLst>
                  <a:ext uri="{FF2B5EF4-FFF2-40B4-BE49-F238E27FC236}">
                    <a16:creationId xmlns:a16="http://schemas.microsoft.com/office/drawing/2014/main" id="{6C524F50-3349-CB25-C8B5-C486C7A54F47}"/>
                  </a:ext>
                </a:extLst>
              </p:cNvPr>
              <p:cNvSpPr/>
              <p:nvPr/>
            </p:nvSpPr>
            <p:spPr>
              <a:xfrm>
                <a:off x="4027046" y="1603226"/>
                <a:ext cx="161662" cy="16166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grpSp>
      </p:grpSp>
      <p:grpSp>
        <p:nvGrpSpPr>
          <p:cNvPr id="41" name="Group 40">
            <a:extLst>
              <a:ext uri="{FF2B5EF4-FFF2-40B4-BE49-F238E27FC236}">
                <a16:creationId xmlns:a16="http://schemas.microsoft.com/office/drawing/2014/main" id="{746CD78E-9D05-7571-BBFF-41E599B87E3F}"/>
              </a:ext>
            </a:extLst>
          </p:cNvPr>
          <p:cNvGrpSpPr/>
          <p:nvPr/>
        </p:nvGrpSpPr>
        <p:grpSpPr>
          <a:xfrm>
            <a:off x="1854679" y="5537893"/>
            <a:ext cx="4932026" cy="369332"/>
            <a:chOff x="1854679" y="5503730"/>
            <a:chExt cx="4932026" cy="369332"/>
          </a:xfrm>
        </p:grpSpPr>
        <p:sp>
          <p:nvSpPr>
            <p:cNvPr id="42" name="CuadroTexto 45">
              <a:extLst>
                <a:ext uri="{FF2B5EF4-FFF2-40B4-BE49-F238E27FC236}">
                  <a16:creationId xmlns:a16="http://schemas.microsoft.com/office/drawing/2014/main" id="{881DBE8C-6918-2FD9-92F0-72C2AFF6436E}"/>
                </a:ext>
              </a:extLst>
            </p:cNvPr>
            <p:cNvSpPr txBox="1"/>
            <p:nvPr/>
          </p:nvSpPr>
          <p:spPr>
            <a:xfrm>
              <a:off x="2268993" y="5503730"/>
              <a:ext cx="4517712" cy="369332"/>
            </a:xfrm>
            <a:prstGeom prst="rect">
              <a:avLst/>
            </a:prstGeom>
            <a:noFill/>
          </p:spPr>
          <p:txBody>
            <a:bodyPr wrap="none" rtlCol="0">
              <a:spAutoFit/>
            </a:bodyPr>
            <a:lstStyle/>
            <a:p>
              <a:r>
                <a:rPr lang="en-US" dirty="0" err="1">
                  <a:solidFill>
                    <a:schemeClr val="tx2"/>
                  </a:solidFill>
                  <a:latin typeface="Santander Text" panose="020B0504020201020104" pitchFamily="34" charset="0"/>
                </a:rPr>
                <a:t>Documentação</a:t>
              </a:r>
              <a:r>
                <a:rPr lang="en-US" dirty="0">
                  <a:solidFill>
                    <a:schemeClr val="tx2"/>
                  </a:solidFill>
                  <a:latin typeface="Santander Text" panose="020B0504020201020104" pitchFamily="34" charset="0"/>
                </a:rPr>
                <a:t> de </a:t>
              </a:r>
              <a:r>
                <a:rPr lang="en-US" dirty="0" err="1">
                  <a:solidFill>
                    <a:schemeClr val="tx2"/>
                  </a:solidFill>
                  <a:latin typeface="Santander Text" panose="020B0504020201020104" pitchFamily="34" charset="0"/>
                </a:rPr>
                <a:t>Referência</a:t>
              </a:r>
              <a:r>
                <a:rPr lang="en-US" dirty="0">
                  <a:solidFill>
                    <a:schemeClr val="tx2"/>
                  </a:solidFill>
                  <a:latin typeface="Santander Text" panose="020B0504020201020104" pitchFamily="34" charset="0"/>
                </a:rPr>
                <a:t> e Boas </a:t>
              </a:r>
              <a:r>
                <a:rPr lang="en-US" dirty="0" err="1">
                  <a:solidFill>
                    <a:schemeClr val="tx2"/>
                  </a:solidFill>
                  <a:latin typeface="Santander Text" panose="020B0504020201020104" pitchFamily="34" charset="0"/>
                </a:rPr>
                <a:t>Práticas</a:t>
              </a:r>
              <a:endParaRPr lang="en-US" dirty="0">
                <a:solidFill>
                  <a:schemeClr val="tx2"/>
                </a:solidFill>
                <a:latin typeface="Santander Text" panose="020B0504020201020104" pitchFamily="34" charset="0"/>
              </a:endParaRPr>
            </a:p>
          </p:txBody>
        </p:sp>
        <p:grpSp>
          <p:nvGrpSpPr>
            <p:cNvPr id="43" name="Punto 1">
              <a:extLst>
                <a:ext uri="{FF2B5EF4-FFF2-40B4-BE49-F238E27FC236}">
                  <a16:creationId xmlns:a16="http://schemas.microsoft.com/office/drawing/2014/main" id="{756707CA-3450-2E5B-67BE-A61784D96CFD}"/>
                </a:ext>
              </a:extLst>
            </p:cNvPr>
            <p:cNvGrpSpPr/>
            <p:nvPr/>
          </p:nvGrpSpPr>
          <p:grpSpPr>
            <a:xfrm>
              <a:off x="1854679" y="5509052"/>
              <a:ext cx="358688" cy="358688"/>
              <a:chOff x="3928533" y="1504713"/>
              <a:chExt cx="358688" cy="358688"/>
            </a:xfrm>
            <a:solidFill>
              <a:srgbClr val="3C3C3B"/>
            </a:solidFill>
          </p:grpSpPr>
          <p:sp>
            <p:nvSpPr>
              <p:cNvPr id="44" name="Elipse 52">
                <a:extLst>
                  <a:ext uri="{FF2B5EF4-FFF2-40B4-BE49-F238E27FC236}">
                    <a16:creationId xmlns:a16="http://schemas.microsoft.com/office/drawing/2014/main" id="{724F3349-6083-A0A2-6F7C-41F73B3A65E4}"/>
                  </a:ext>
                </a:extLst>
              </p:cNvPr>
              <p:cNvSpPr/>
              <p:nvPr/>
            </p:nvSpPr>
            <p:spPr>
              <a:xfrm>
                <a:off x="3928533" y="1504713"/>
                <a:ext cx="358688" cy="35868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sp>
            <p:nvSpPr>
              <p:cNvPr id="61" name="Elipse 53">
                <a:extLst>
                  <a:ext uri="{FF2B5EF4-FFF2-40B4-BE49-F238E27FC236}">
                    <a16:creationId xmlns:a16="http://schemas.microsoft.com/office/drawing/2014/main" id="{3D2257D8-2BD6-5612-9FA7-E1A0CBA1B345}"/>
                  </a:ext>
                </a:extLst>
              </p:cNvPr>
              <p:cNvSpPr/>
              <p:nvPr/>
            </p:nvSpPr>
            <p:spPr>
              <a:xfrm>
                <a:off x="4027046" y="1603226"/>
                <a:ext cx="161662" cy="16166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grpSp>
      </p:grpSp>
      <p:grpSp>
        <p:nvGrpSpPr>
          <p:cNvPr id="62" name="Group 61">
            <a:extLst>
              <a:ext uri="{FF2B5EF4-FFF2-40B4-BE49-F238E27FC236}">
                <a16:creationId xmlns:a16="http://schemas.microsoft.com/office/drawing/2014/main" id="{308A84FF-5BCC-3AAB-61D0-775DA57379C5}"/>
              </a:ext>
            </a:extLst>
          </p:cNvPr>
          <p:cNvGrpSpPr/>
          <p:nvPr/>
        </p:nvGrpSpPr>
        <p:grpSpPr>
          <a:xfrm>
            <a:off x="1854679" y="5998502"/>
            <a:ext cx="1300647" cy="369332"/>
            <a:chOff x="1854679" y="6037414"/>
            <a:chExt cx="1300647" cy="369332"/>
          </a:xfrm>
        </p:grpSpPr>
        <p:sp>
          <p:nvSpPr>
            <p:cNvPr id="63" name="CuadroTexto 59">
              <a:extLst>
                <a:ext uri="{FF2B5EF4-FFF2-40B4-BE49-F238E27FC236}">
                  <a16:creationId xmlns:a16="http://schemas.microsoft.com/office/drawing/2014/main" id="{2B793293-9085-17C7-85EE-F066AD0B92FE}"/>
                </a:ext>
              </a:extLst>
            </p:cNvPr>
            <p:cNvSpPr txBox="1"/>
            <p:nvPr/>
          </p:nvSpPr>
          <p:spPr>
            <a:xfrm>
              <a:off x="2268993" y="6037414"/>
              <a:ext cx="886333" cy="369332"/>
            </a:xfrm>
            <a:prstGeom prst="rect">
              <a:avLst/>
            </a:prstGeom>
            <a:noFill/>
          </p:spPr>
          <p:txBody>
            <a:bodyPr wrap="none" rtlCol="0">
              <a:spAutoFit/>
            </a:bodyPr>
            <a:lstStyle/>
            <a:p>
              <a:r>
                <a:rPr lang="en-US" dirty="0" err="1">
                  <a:solidFill>
                    <a:schemeClr val="tx2"/>
                  </a:solidFill>
                  <a:latin typeface="Santander Text" panose="020B0504020201020104" pitchFamily="34" charset="0"/>
                </a:rPr>
                <a:t>Anexos</a:t>
              </a:r>
              <a:endParaRPr lang="en-US" dirty="0">
                <a:solidFill>
                  <a:schemeClr val="tx2"/>
                </a:solidFill>
                <a:latin typeface="Santander Text" panose="020B0504020201020104" pitchFamily="34" charset="0"/>
              </a:endParaRPr>
            </a:p>
          </p:txBody>
        </p:sp>
        <p:grpSp>
          <p:nvGrpSpPr>
            <p:cNvPr id="64" name="Punto 1">
              <a:extLst>
                <a:ext uri="{FF2B5EF4-FFF2-40B4-BE49-F238E27FC236}">
                  <a16:creationId xmlns:a16="http://schemas.microsoft.com/office/drawing/2014/main" id="{7B05390E-824A-A011-76D4-F37B74861388}"/>
                </a:ext>
              </a:extLst>
            </p:cNvPr>
            <p:cNvGrpSpPr/>
            <p:nvPr/>
          </p:nvGrpSpPr>
          <p:grpSpPr>
            <a:xfrm>
              <a:off x="1854679" y="6042736"/>
              <a:ext cx="358688" cy="358688"/>
              <a:chOff x="3928533" y="1504713"/>
              <a:chExt cx="358688" cy="358688"/>
            </a:xfrm>
            <a:solidFill>
              <a:srgbClr val="3C3C3B"/>
            </a:solidFill>
          </p:grpSpPr>
          <p:sp>
            <p:nvSpPr>
              <p:cNvPr id="65" name="Elipse 52">
                <a:extLst>
                  <a:ext uri="{FF2B5EF4-FFF2-40B4-BE49-F238E27FC236}">
                    <a16:creationId xmlns:a16="http://schemas.microsoft.com/office/drawing/2014/main" id="{D92FCE09-54BF-BD1C-A6D9-A31BF21A874B}"/>
                  </a:ext>
                </a:extLst>
              </p:cNvPr>
              <p:cNvSpPr/>
              <p:nvPr/>
            </p:nvSpPr>
            <p:spPr>
              <a:xfrm>
                <a:off x="3928533" y="1504713"/>
                <a:ext cx="358688" cy="35868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sp>
            <p:nvSpPr>
              <p:cNvPr id="66" name="Elipse 53">
                <a:extLst>
                  <a:ext uri="{FF2B5EF4-FFF2-40B4-BE49-F238E27FC236}">
                    <a16:creationId xmlns:a16="http://schemas.microsoft.com/office/drawing/2014/main" id="{9CE1C672-FAF4-D655-AA3E-238AC870E8FA}"/>
                  </a:ext>
                </a:extLst>
              </p:cNvPr>
              <p:cNvSpPr/>
              <p:nvPr/>
            </p:nvSpPr>
            <p:spPr>
              <a:xfrm>
                <a:off x="4027046" y="1603226"/>
                <a:ext cx="161662" cy="16166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grpSp>
      </p:grpSp>
      <p:grpSp>
        <p:nvGrpSpPr>
          <p:cNvPr id="67" name="Group 66">
            <a:extLst>
              <a:ext uri="{FF2B5EF4-FFF2-40B4-BE49-F238E27FC236}">
                <a16:creationId xmlns:a16="http://schemas.microsoft.com/office/drawing/2014/main" id="{B970FB20-E790-3E07-C7AA-6B0008711445}"/>
              </a:ext>
            </a:extLst>
          </p:cNvPr>
          <p:cNvGrpSpPr/>
          <p:nvPr/>
        </p:nvGrpSpPr>
        <p:grpSpPr>
          <a:xfrm>
            <a:off x="1854679" y="931863"/>
            <a:ext cx="1991797" cy="369332"/>
            <a:chOff x="1854679" y="1044073"/>
            <a:chExt cx="1991797" cy="369332"/>
          </a:xfrm>
        </p:grpSpPr>
        <p:grpSp>
          <p:nvGrpSpPr>
            <p:cNvPr id="68" name="Punto 1">
              <a:extLst>
                <a:ext uri="{FF2B5EF4-FFF2-40B4-BE49-F238E27FC236}">
                  <a16:creationId xmlns:a16="http://schemas.microsoft.com/office/drawing/2014/main" id="{7357750F-F6A1-7319-0502-B2324C43FF41}"/>
                </a:ext>
              </a:extLst>
            </p:cNvPr>
            <p:cNvGrpSpPr/>
            <p:nvPr/>
          </p:nvGrpSpPr>
          <p:grpSpPr>
            <a:xfrm>
              <a:off x="1854679" y="1049395"/>
              <a:ext cx="358688" cy="358688"/>
              <a:chOff x="3928533" y="1504713"/>
              <a:chExt cx="358688" cy="358688"/>
            </a:xfrm>
            <a:solidFill>
              <a:srgbClr val="3C3C3B"/>
            </a:solidFill>
          </p:grpSpPr>
          <p:sp>
            <p:nvSpPr>
              <p:cNvPr id="70" name="Elipse 96">
                <a:extLst>
                  <a:ext uri="{FF2B5EF4-FFF2-40B4-BE49-F238E27FC236}">
                    <a16:creationId xmlns:a16="http://schemas.microsoft.com/office/drawing/2014/main" id="{9073D751-3907-6613-1C4C-AF535E56906A}"/>
                  </a:ext>
                </a:extLst>
              </p:cNvPr>
              <p:cNvSpPr/>
              <p:nvPr/>
            </p:nvSpPr>
            <p:spPr>
              <a:xfrm>
                <a:off x="3928533" y="1504713"/>
                <a:ext cx="358688" cy="35868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sp>
            <p:nvSpPr>
              <p:cNvPr id="71" name="Elipse 97">
                <a:extLst>
                  <a:ext uri="{FF2B5EF4-FFF2-40B4-BE49-F238E27FC236}">
                    <a16:creationId xmlns:a16="http://schemas.microsoft.com/office/drawing/2014/main" id="{468932C9-63EC-6639-F5B4-0F671BC69ACA}"/>
                  </a:ext>
                </a:extLst>
              </p:cNvPr>
              <p:cNvSpPr/>
              <p:nvPr/>
            </p:nvSpPr>
            <p:spPr>
              <a:xfrm>
                <a:off x="4027046" y="1603226"/>
                <a:ext cx="161662" cy="16166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grpSp>
        <p:sp>
          <p:nvSpPr>
            <p:cNvPr id="69" name="CuadroTexto 47">
              <a:extLst>
                <a:ext uri="{FF2B5EF4-FFF2-40B4-BE49-F238E27FC236}">
                  <a16:creationId xmlns:a16="http://schemas.microsoft.com/office/drawing/2014/main" id="{404E9C68-102C-5CAE-7BEA-3771D8303C55}"/>
                </a:ext>
              </a:extLst>
            </p:cNvPr>
            <p:cNvSpPr txBox="1"/>
            <p:nvPr/>
          </p:nvSpPr>
          <p:spPr>
            <a:xfrm>
              <a:off x="2268993" y="1044073"/>
              <a:ext cx="1577483" cy="369332"/>
            </a:xfrm>
            <a:prstGeom prst="rect">
              <a:avLst/>
            </a:prstGeom>
            <a:noFill/>
          </p:spPr>
          <p:txBody>
            <a:bodyPr wrap="none" rtlCol="0">
              <a:spAutoFit/>
            </a:bodyPr>
            <a:lstStyle>
              <a:defPPr>
                <a:defRPr lang="es-ES"/>
              </a:defPPr>
              <a:lvl1pPr>
                <a:defRPr>
                  <a:solidFill>
                    <a:schemeClr val="tx1">
                      <a:lumMod val="65000"/>
                      <a:lumOff val="35000"/>
                    </a:schemeClr>
                  </a:solidFill>
                </a:defRPr>
              </a:lvl1pPr>
            </a:lstStyle>
            <a:p>
              <a:r>
                <a:rPr lang="en-US" dirty="0" err="1">
                  <a:solidFill>
                    <a:schemeClr val="tx2"/>
                  </a:solidFill>
                  <a:latin typeface="Santander Text" panose="020B0504020201020104" pitchFamily="34" charset="0"/>
                </a:rPr>
                <a:t>Situação</a:t>
              </a:r>
              <a:r>
                <a:rPr lang="en-US" dirty="0">
                  <a:solidFill>
                    <a:schemeClr val="tx2"/>
                  </a:solidFill>
                  <a:latin typeface="Santander Text" panose="020B0504020201020104" pitchFamily="34" charset="0"/>
                </a:rPr>
                <a:t> </a:t>
              </a:r>
              <a:r>
                <a:rPr lang="en-US" dirty="0" err="1">
                  <a:solidFill>
                    <a:schemeClr val="tx2"/>
                  </a:solidFill>
                  <a:latin typeface="Santander Text" panose="020B0504020201020104" pitchFamily="34" charset="0"/>
                </a:rPr>
                <a:t>Atual</a:t>
              </a:r>
              <a:endParaRPr lang="en-US" dirty="0">
                <a:solidFill>
                  <a:schemeClr val="tx2"/>
                </a:solidFill>
                <a:latin typeface="Santander Text" panose="020B0504020201020104" pitchFamily="34" charset="0"/>
              </a:endParaRPr>
            </a:p>
          </p:txBody>
        </p:sp>
      </p:grpSp>
      <p:grpSp>
        <p:nvGrpSpPr>
          <p:cNvPr id="72" name="Group 71">
            <a:extLst>
              <a:ext uri="{FF2B5EF4-FFF2-40B4-BE49-F238E27FC236}">
                <a16:creationId xmlns:a16="http://schemas.microsoft.com/office/drawing/2014/main" id="{A686A59A-263E-BB13-85A8-655B36BF1360}"/>
              </a:ext>
            </a:extLst>
          </p:cNvPr>
          <p:cNvGrpSpPr/>
          <p:nvPr/>
        </p:nvGrpSpPr>
        <p:grpSpPr>
          <a:xfrm>
            <a:off x="1854679" y="1853069"/>
            <a:ext cx="5412990" cy="369332"/>
            <a:chOff x="1854679" y="2101506"/>
            <a:chExt cx="5412990" cy="369332"/>
          </a:xfrm>
        </p:grpSpPr>
        <p:sp>
          <p:nvSpPr>
            <p:cNvPr id="73" name="CuadroTexto 57">
              <a:extLst>
                <a:ext uri="{FF2B5EF4-FFF2-40B4-BE49-F238E27FC236}">
                  <a16:creationId xmlns:a16="http://schemas.microsoft.com/office/drawing/2014/main" id="{7306C563-77EE-7362-3AC0-CACAD98F8F1E}"/>
                </a:ext>
              </a:extLst>
            </p:cNvPr>
            <p:cNvSpPr txBox="1"/>
            <p:nvPr/>
          </p:nvSpPr>
          <p:spPr>
            <a:xfrm>
              <a:off x="2268993" y="2101506"/>
              <a:ext cx="4998676" cy="369332"/>
            </a:xfrm>
            <a:prstGeom prst="rect">
              <a:avLst/>
            </a:prstGeom>
            <a:noFill/>
          </p:spPr>
          <p:txBody>
            <a:bodyPr wrap="none" rtlCol="0">
              <a:spAutoFit/>
            </a:bodyPr>
            <a:lstStyle/>
            <a:p>
              <a:r>
                <a:rPr lang="pt-PT" dirty="0">
                  <a:solidFill>
                    <a:schemeClr val="tx2"/>
                  </a:solidFill>
                  <a:latin typeface="Santander Text" panose="020B0504020201020104" pitchFamily="34" charset="0"/>
                </a:rPr>
                <a:t>Identificação e Descrição de Requisitos Funcionais</a:t>
              </a:r>
            </a:p>
          </p:txBody>
        </p:sp>
        <p:grpSp>
          <p:nvGrpSpPr>
            <p:cNvPr id="74" name="Punto 1">
              <a:extLst>
                <a:ext uri="{FF2B5EF4-FFF2-40B4-BE49-F238E27FC236}">
                  <a16:creationId xmlns:a16="http://schemas.microsoft.com/office/drawing/2014/main" id="{90131C82-6D5E-D61D-6556-CBB35986C2C4}"/>
                </a:ext>
              </a:extLst>
            </p:cNvPr>
            <p:cNvGrpSpPr/>
            <p:nvPr/>
          </p:nvGrpSpPr>
          <p:grpSpPr>
            <a:xfrm>
              <a:off x="1854679" y="2106828"/>
              <a:ext cx="358688" cy="358688"/>
              <a:chOff x="3928533" y="1504713"/>
              <a:chExt cx="358688" cy="358688"/>
            </a:xfrm>
            <a:solidFill>
              <a:srgbClr val="3C3C3B"/>
            </a:solidFill>
          </p:grpSpPr>
          <p:sp>
            <p:nvSpPr>
              <p:cNvPr id="75" name="Elipse 96">
                <a:extLst>
                  <a:ext uri="{FF2B5EF4-FFF2-40B4-BE49-F238E27FC236}">
                    <a16:creationId xmlns:a16="http://schemas.microsoft.com/office/drawing/2014/main" id="{B6AF57B2-397F-CB62-4CDC-DFC9819F0E48}"/>
                  </a:ext>
                </a:extLst>
              </p:cNvPr>
              <p:cNvSpPr/>
              <p:nvPr/>
            </p:nvSpPr>
            <p:spPr>
              <a:xfrm>
                <a:off x="3928533" y="1504713"/>
                <a:ext cx="358688" cy="35868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sp>
            <p:nvSpPr>
              <p:cNvPr id="76" name="Elipse 97">
                <a:extLst>
                  <a:ext uri="{FF2B5EF4-FFF2-40B4-BE49-F238E27FC236}">
                    <a16:creationId xmlns:a16="http://schemas.microsoft.com/office/drawing/2014/main" id="{2BFF4E1C-1EC5-3F23-17C3-B3101DCAC269}"/>
                  </a:ext>
                </a:extLst>
              </p:cNvPr>
              <p:cNvSpPr/>
              <p:nvPr/>
            </p:nvSpPr>
            <p:spPr>
              <a:xfrm>
                <a:off x="4027046" y="1603226"/>
                <a:ext cx="161662" cy="16166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grpSp>
      </p:grpSp>
      <p:grpSp>
        <p:nvGrpSpPr>
          <p:cNvPr id="77" name="Group 76">
            <a:extLst>
              <a:ext uri="{FF2B5EF4-FFF2-40B4-BE49-F238E27FC236}">
                <a16:creationId xmlns:a16="http://schemas.microsoft.com/office/drawing/2014/main" id="{C51EEB01-2A11-7024-2F58-B2BD246FBD35}"/>
              </a:ext>
            </a:extLst>
          </p:cNvPr>
          <p:cNvGrpSpPr/>
          <p:nvPr/>
        </p:nvGrpSpPr>
        <p:grpSpPr>
          <a:xfrm>
            <a:off x="1854679" y="1392466"/>
            <a:ext cx="5086619" cy="369332"/>
            <a:chOff x="1854679" y="1559699"/>
            <a:chExt cx="5086619" cy="369332"/>
          </a:xfrm>
        </p:grpSpPr>
        <p:grpSp>
          <p:nvGrpSpPr>
            <p:cNvPr id="78" name="Punto 1">
              <a:extLst>
                <a:ext uri="{FF2B5EF4-FFF2-40B4-BE49-F238E27FC236}">
                  <a16:creationId xmlns:a16="http://schemas.microsoft.com/office/drawing/2014/main" id="{260EF873-EA59-2495-CB33-428155108B65}"/>
                </a:ext>
              </a:extLst>
            </p:cNvPr>
            <p:cNvGrpSpPr/>
            <p:nvPr/>
          </p:nvGrpSpPr>
          <p:grpSpPr>
            <a:xfrm>
              <a:off x="1854679" y="1565021"/>
              <a:ext cx="358688" cy="358688"/>
              <a:chOff x="3928533" y="1504713"/>
              <a:chExt cx="358688" cy="358688"/>
            </a:xfrm>
            <a:solidFill>
              <a:srgbClr val="3C3C3B"/>
            </a:solidFill>
          </p:grpSpPr>
          <p:sp>
            <p:nvSpPr>
              <p:cNvPr id="80" name="Elipse 96">
                <a:extLst>
                  <a:ext uri="{FF2B5EF4-FFF2-40B4-BE49-F238E27FC236}">
                    <a16:creationId xmlns:a16="http://schemas.microsoft.com/office/drawing/2014/main" id="{80EE2217-4064-CA2C-7DDF-9C9C16AA172D}"/>
                  </a:ext>
                </a:extLst>
              </p:cNvPr>
              <p:cNvSpPr/>
              <p:nvPr/>
            </p:nvSpPr>
            <p:spPr>
              <a:xfrm>
                <a:off x="3928533" y="1504713"/>
                <a:ext cx="358688" cy="35868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sp>
            <p:nvSpPr>
              <p:cNvPr id="81" name="Elipse 97">
                <a:extLst>
                  <a:ext uri="{FF2B5EF4-FFF2-40B4-BE49-F238E27FC236}">
                    <a16:creationId xmlns:a16="http://schemas.microsoft.com/office/drawing/2014/main" id="{1BB49155-8D5A-E737-E9C6-EA0321D24D00}"/>
                  </a:ext>
                </a:extLst>
              </p:cNvPr>
              <p:cNvSpPr/>
              <p:nvPr/>
            </p:nvSpPr>
            <p:spPr>
              <a:xfrm>
                <a:off x="4027046" y="1603226"/>
                <a:ext cx="161662" cy="16166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grpSp>
        <p:sp>
          <p:nvSpPr>
            <p:cNvPr id="79" name="CuadroTexto 47">
              <a:extLst>
                <a:ext uri="{FF2B5EF4-FFF2-40B4-BE49-F238E27FC236}">
                  <a16:creationId xmlns:a16="http://schemas.microsoft.com/office/drawing/2014/main" id="{EBA041FA-23E9-2E09-F20B-8D70F518FBA1}"/>
                </a:ext>
              </a:extLst>
            </p:cNvPr>
            <p:cNvSpPr txBox="1"/>
            <p:nvPr/>
          </p:nvSpPr>
          <p:spPr>
            <a:xfrm>
              <a:off x="2268993" y="1559699"/>
              <a:ext cx="4672305" cy="369332"/>
            </a:xfrm>
            <a:prstGeom prst="rect">
              <a:avLst/>
            </a:prstGeom>
            <a:noFill/>
          </p:spPr>
          <p:txBody>
            <a:bodyPr wrap="none" rtlCol="0">
              <a:spAutoFit/>
            </a:bodyPr>
            <a:lstStyle>
              <a:defPPr>
                <a:defRPr lang="es-ES"/>
              </a:defPPr>
              <a:lvl1pPr>
                <a:defRPr>
                  <a:solidFill>
                    <a:schemeClr val="tx1">
                      <a:lumMod val="65000"/>
                      <a:lumOff val="35000"/>
                    </a:schemeClr>
                  </a:solidFill>
                </a:defRPr>
              </a:lvl1pPr>
            </a:lstStyle>
            <a:p>
              <a:r>
                <a:rPr lang="en-US" dirty="0" err="1">
                  <a:solidFill>
                    <a:schemeClr val="tx2"/>
                  </a:solidFill>
                  <a:latin typeface="Santander Text" panose="020B0504020201020104" pitchFamily="34" charset="0"/>
                </a:rPr>
                <a:t>Princípios</a:t>
              </a:r>
              <a:r>
                <a:rPr lang="en-US" dirty="0">
                  <a:solidFill>
                    <a:schemeClr val="tx2"/>
                  </a:solidFill>
                  <a:latin typeface="Santander Text" panose="020B0504020201020104" pitchFamily="34" charset="0"/>
                </a:rPr>
                <a:t> </a:t>
              </a:r>
              <a:r>
                <a:rPr lang="en-US" dirty="0" err="1">
                  <a:solidFill>
                    <a:schemeClr val="tx2"/>
                  </a:solidFill>
                  <a:latin typeface="Santander Text" panose="020B0504020201020104" pitchFamily="34" charset="0"/>
                </a:rPr>
                <a:t>Funcionais</a:t>
              </a:r>
              <a:r>
                <a:rPr lang="en-US" dirty="0">
                  <a:solidFill>
                    <a:schemeClr val="tx2"/>
                  </a:solidFill>
                  <a:latin typeface="Santander Text" panose="020B0504020201020104" pitchFamily="34" charset="0"/>
                </a:rPr>
                <a:t> e </a:t>
              </a:r>
              <a:r>
                <a:rPr lang="en-US" dirty="0" err="1">
                  <a:solidFill>
                    <a:schemeClr val="tx2"/>
                  </a:solidFill>
                  <a:latin typeface="Santander Text" panose="020B0504020201020104" pitchFamily="34" charset="0"/>
                </a:rPr>
                <a:t>Indicadores</a:t>
              </a:r>
              <a:r>
                <a:rPr lang="en-US" dirty="0">
                  <a:solidFill>
                    <a:schemeClr val="tx2"/>
                  </a:solidFill>
                  <a:latin typeface="Santander Text" panose="020B0504020201020104" pitchFamily="34" charset="0"/>
                </a:rPr>
                <a:t> de </a:t>
              </a:r>
              <a:r>
                <a:rPr lang="en-US" dirty="0" err="1">
                  <a:solidFill>
                    <a:schemeClr val="tx2"/>
                  </a:solidFill>
                  <a:latin typeface="Santander Text" panose="020B0504020201020104" pitchFamily="34" charset="0"/>
                </a:rPr>
                <a:t>Negócio</a:t>
              </a:r>
              <a:endParaRPr lang="en-US" dirty="0">
                <a:solidFill>
                  <a:schemeClr val="tx2"/>
                </a:solidFill>
                <a:latin typeface="Santander Text" panose="020B0504020201020104" pitchFamily="34" charset="0"/>
              </a:endParaRPr>
            </a:p>
          </p:txBody>
        </p:sp>
      </p:grpSp>
      <p:grpSp>
        <p:nvGrpSpPr>
          <p:cNvPr id="82" name="Group 81">
            <a:extLst>
              <a:ext uri="{FF2B5EF4-FFF2-40B4-BE49-F238E27FC236}">
                <a16:creationId xmlns:a16="http://schemas.microsoft.com/office/drawing/2014/main" id="{2BD243F8-650C-456F-0DA6-D59D5BF1423B}"/>
              </a:ext>
            </a:extLst>
          </p:cNvPr>
          <p:cNvGrpSpPr/>
          <p:nvPr/>
        </p:nvGrpSpPr>
        <p:grpSpPr>
          <a:xfrm>
            <a:off x="1854679" y="2313672"/>
            <a:ext cx="2554387" cy="369332"/>
            <a:chOff x="1854679" y="2707045"/>
            <a:chExt cx="2554387" cy="369332"/>
          </a:xfrm>
        </p:grpSpPr>
        <p:sp>
          <p:nvSpPr>
            <p:cNvPr id="83" name="CuadroTexto 57">
              <a:extLst>
                <a:ext uri="{FF2B5EF4-FFF2-40B4-BE49-F238E27FC236}">
                  <a16:creationId xmlns:a16="http://schemas.microsoft.com/office/drawing/2014/main" id="{75910BB1-A200-19BF-CBA6-01EAE71F0B73}"/>
                </a:ext>
              </a:extLst>
            </p:cNvPr>
            <p:cNvSpPr txBox="1"/>
            <p:nvPr/>
          </p:nvSpPr>
          <p:spPr>
            <a:xfrm>
              <a:off x="2268993" y="2707045"/>
              <a:ext cx="2140073" cy="369332"/>
            </a:xfrm>
            <a:prstGeom prst="rect">
              <a:avLst/>
            </a:prstGeom>
            <a:noFill/>
          </p:spPr>
          <p:txBody>
            <a:bodyPr wrap="none" rtlCol="0">
              <a:spAutoFit/>
            </a:bodyPr>
            <a:lstStyle/>
            <a:p>
              <a:r>
                <a:rPr lang="en-US" dirty="0" err="1">
                  <a:solidFill>
                    <a:schemeClr val="tx2"/>
                  </a:solidFill>
                  <a:latin typeface="Santander Text" panose="020B0504020201020104" pitchFamily="34" charset="0"/>
                </a:rPr>
                <a:t>Desenho</a:t>
              </a:r>
              <a:r>
                <a:rPr lang="en-US" dirty="0">
                  <a:solidFill>
                    <a:schemeClr val="tx2"/>
                  </a:solidFill>
                  <a:latin typeface="Santander Text" panose="020B0504020201020104" pitchFamily="34" charset="0"/>
                </a:rPr>
                <a:t> de </a:t>
              </a:r>
              <a:r>
                <a:rPr lang="en-US" dirty="0" err="1">
                  <a:solidFill>
                    <a:schemeClr val="tx2"/>
                  </a:solidFill>
                  <a:latin typeface="Santander Text" panose="020B0504020201020104" pitchFamily="34" charset="0"/>
                </a:rPr>
                <a:t>Solução</a:t>
              </a:r>
              <a:endParaRPr lang="en-US" dirty="0">
                <a:solidFill>
                  <a:schemeClr val="tx2"/>
                </a:solidFill>
                <a:latin typeface="Santander Text" panose="020B0504020201020104" pitchFamily="34" charset="0"/>
              </a:endParaRPr>
            </a:p>
          </p:txBody>
        </p:sp>
        <p:grpSp>
          <p:nvGrpSpPr>
            <p:cNvPr id="84" name="Punto 1">
              <a:extLst>
                <a:ext uri="{FF2B5EF4-FFF2-40B4-BE49-F238E27FC236}">
                  <a16:creationId xmlns:a16="http://schemas.microsoft.com/office/drawing/2014/main" id="{BA3AD6B8-FCB7-E048-E234-395BE2F65210}"/>
                </a:ext>
              </a:extLst>
            </p:cNvPr>
            <p:cNvGrpSpPr/>
            <p:nvPr/>
          </p:nvGrpSpPr>
          <p:grpSpPr>
            <a:xfrm>
              <a:off x="1854679" y="2712367"/>
              <a:ext cx="358688" cy="358688"/>
              <a:chOff x="3928533" y="1504713"/>
              <a:chExt cx="358688" cy="358688"/>
            </a:xfrm>
            <a:solidFill>
              <a:srgbClr val="3C3C3B"/>
            </a:solidFill>
          </p:grpSpPr>
          <p:sp>
            <p:nvSpPr>
              <p:cNvPr id="85" name="Elipse 96">
                <a:extLst>
                  <a:ext uri="{FF2B5EF4-FFF2-40B4-BE49-F238E27FC236}">
                    <a16:creationId xmlns:a16="http://schemas.microsoft.com/office/drawing/2014/main" id="{23FBC67C-7937-446A-0217-E6B211B703D6}"/>
                  </a:ext>
                </a:extLst>
              </p:cNvPr>
              <p:cNvSpPr/>
              <p:nvPr/>
            </p:nvSpPr>
            <p:spPr>
              <a:xfrm>
                <a:off x="3928533" y="1504713"/>
                <a:ext cx="358688" cy="35868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sp>
            <p:nvSpPr>
              <p:cNvPr id="86" name="Elipse 97">
                <a:extLst>
                  <a:ext uri="{FF2B5EF4-FFF2-40B4-BE49-F238E27FC236}">
                    <a16:creationId xmlns:a16="http://schemas.microsoft.com/office/drawing/2014/main" id="{34ED07C3-FA75-426F-716B-A68673789956}"/>
                  </a:ext>
                </a:extLst>
              </p:cNvPr>
              <p:cNvSpPr/>
              <p:nvPr/>
            </p:nvSpPr>
            <p:spPr>
              <a:xfrm>
                <a:off x="4027046" y="1603226"/>
                <a:ext cx="161662" cy="16166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grpSp>
      </p:grpSp>
      <p:grpSp>
        <p:nvGrpSpPr>
          <p:cNvPr id="87" name="Group 86">
            <a:extLst>
              <a:ext uri="{FF2B5EF4-FFF2-40B4-BE49-F238E27FC236}">
                <a16:creationId xmlns:a16="http://schemas.microsoft.com/office/drawing/2014/main" id="{3D751AA9-C462-CC7E-62ED-65D07BE3E009}"/>
              </a:ext>
            </a:extLst>
          </p:cNvPr>
          <p:cNvGrpSpPr/>
          <p:nvPr/>
        </p:nvGrpSpPr>
        <p:grpSpPr>
          <a:xfrm>
            <a:off x="1843483" y="471260"/>
            <a:ext cx="4248608" cy="369332"/>
            <a:chOff x="1843483" y="471260"/>
            <a:chExt cx="4248608" cy="369332"/>
          </a:xfrm>
        </p:grpSpPr>
        <p:grpSp>
          <p:nvGrpSpPr>
            <p:cNvPr id="88" name="Group 87">
              <a:extLst>
                <a:ext uri="{FF2B5EF4-FFF2-40B4-BE49-F238E27FC236}">
                  <a16:creationId xmlns:a16="http://schemas.microsoft.com/office/drawing/2014/main" id="{A3A3AF2E-5E14-F7FD-F2BC-7135B5CA6F4A}"/>
                </a:ext>
              </a:extLst>
            </p:cNvPr>
            <p:cNvGrpSpPr/>
            <p:nvPr/>
          </p:nvGrpSpPr>
          <p:grpSpPr>
            <a:xfrm>
              <a:off x="1843483" y="471260"/>
              <a:ext cx="4248608" cy="369332"/>
              <a:chOff x="1843483" y="471260"/>
              <a:chExt cx="4248608" cy="369332"/>
            </a:xfrm>
          </p:grpSpPr>
          <p:sp>
            <p:nvSpPr>
              <p:cNvPr id="90" name="CuadroTexto 47">
                <a:extLst>
                  <a:ext uri="{FF2B5EF4-FFF2-40B4-BE49-F238E27FC236}">
                    <a16:creationId xmlns:a16="http://schemas.microsoft.com/office/drawing/2014/main" id="{A2DE0324-F893-5CC1-5ADA-72A622058BE8}"/>
                  </a:ext>
                </a:extLst>
              </p:cNvPr>
              <p:cNvSpPr txBox="1"/>
              <p:nvPr/>
            </p:nvSpPr>
            <p:spPr>
              <a:xfrm>
                <a:off x="2268993" y="471260"/>
                <a:ext cx="3823098" cy="369332"/>
              </a:xfrm>
              <a:prstGeom prst="rect">
                <a:avLst/>
              </a:prstGeom>
              <a:noFill/>
            </p:spPr>
            <p:txBody>
              <a:bodyPr wrap="none" rtlCol="0">
                <a:spAutoFit/>
              </a:bodyPr>
              <a:lstStyle>
                <a:defPPr>
                  <a:defRPr lang="es-ES"/>
                </a:defPPr>
                <a:lvl1pPr>
                  <a:defRPr>
                    <a:solidFill>
                      <a:schemeClr val="tx1">
                        <a:lumMod val="65000"/>
                        <a:lumOff val="35000"/>
                      </a:schemeClr>
                    </a:solidFill>
                  </a:defRPr>
                </a:lvl1pPr>
              </a:lstStyle>
              <a:p>
                <a:r>
                  <a:rPr lang="en-US" dirty="0" err="1">
                    <a:solidFill>
                      <a:schemeClr val="tx2"/>
                    </a:solidFill>
                    <a:latin typeface="Santander Text" panose="020B0504020201020104" pitchFamily="34" charset="0"/>
                  </a:rPr>
                  <a:t>Enquadramento</a:t>
                </a:r>
                <a:r>
                  <a:rPr lang="en-US" dirty="0">
                    <a:solidFill>
                      <a:schemeClr val="tx2"/>
                    </a:solidFill>
                    <a:latin typeface="Santander Text" panose="020B0504020201020104" pitchFamily="34" charset="0"/>
                  </a:rPr>
                  <a:t>, </a:t>
                </a:r>
                <a:r>
                  <a:rPr lang="en-US" dirty="0" err="1">
                    <a:solidFill>
                      <a:schemeClr val="tx2"/>
                    </a:solidFill>
                    <a:latin typeface="Santander Text" panose="020B0504020201020104" pitchFamily="34" charset="0"/>
                  </a:rPr>
                  <a:t>Objectivos</a:t>
                </a:r>
                <a:r>
                  <a:rPr lang="en-US" dirty="0">
                    <a:solidFill>
                      <a:schemeClr val="tx2"/>
                    </a:solidFill>
                    <a:latin typeface="Santander Text" panose="020B0504020201020104" pitchFamily="34" charset="0"/>
                  </a:rPr>
                  <a:t> e </a:t>
                </a:r>
                <a:r>
                  <a:rPr lang="en-US" dirty="0" err="1">
                    <a:solidFill>
                      <a:schemeClr val="tx2"/>
                    </a:solidFill>
                    <a:latin typeface="Santander Text" panose="020B0504020201020104" pitchFamily="34" charset="0"/>
                  </a:rPr>
                  <a:t>Alcance</a:t>
                </a:r>
                <a:endParaRPr lang="en-US" dirty="0">
                  <a:solidFill>
                    <a:schemeClr val="tx2"/>
                  </a:solidFill>
                  <a:latin typeface="Santander Text" panose="020B0504020201020104" pitchFamily="34" charset="0"/>
                </a:endParaRPr>
              </a:p>
            </p:txBody>
          </p:sp>
          <p:sp>
            <p:nvSpPr>
              <p:cNvPr id="91" name="Elipse 93">
                <a:extLst>
                  <a:ext uri="{FF2B5EF4-FFF2-40B4-BE49-F238E27FC236}">
                    <a16:creationId xmlns:a16="http://schemas.microsoft.com/office/drawing/2014/main" id="{A9133A60-E0AB-2069-A13A-52658FDB4FE8}"/>
                  </a:ext>
                </a:extLst>
              </p:cNvPr>
              <p:cNvSpPr/>
              <p:nvPr/>
            </p:nvSpPr>
            <p:spPr>
              <a:xfrm>
                <a:off x="1843483" y="471260"/>
                <a:ext cx="358688" cy="358688"/>
              </a:xfrm>
              <a:prstGeom prst="ellipse">
                <a:avLst/>
              </a:prstGeom>
              <a:solidFill>
                <a:srgbClr val="3C3C3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grpSp>
        <p:sp>
          <p:nvSpPr>
            <p:cNvPr id="89" name="Elipse 97">
              <a:extLst>
                <a:ext uri="{FF2B5EF4-FFF2-40B4-BE49-F238E27FC236}">
                  <a16:creationId xmlns:a16="http://schemas.microsoft.com/office/drawing/2014/main" id="{D49CB113-3FEF-588A-EE67-8A46BFA4189A}"/>
                </a:ext>
              </a:extLst>
            </p:cNvPr>
            <p:cNvSpPr/>
            <p:nvPr/>
          </p:nvSpPr>
          <p:spPr>
            <a:xfrm>
              <a:off x="1941996" y="569773"/>
              <a:ext cx="161662" cy="16166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Santander Text" panose="020B0504020201020104" pitchFamily="34" charset="0"/>
              </a:endParaRPr>
            </a:p>
          </p:txBody>
        </p:sp>
      </p:grpSp>
      <p:grpSp>
        <p:nvGrpSpPr>
          <p:cNvPr id="92" name="Group 91">
            <a:extLst>
              <a:ext uri="{FF2B5EF4-FFF2-40B4-BE49-F238E27FC236}">
                <a16:creationId xmlns:a16="http://schemas.microsoft.com/office/drawing/2014/main" id="{B6C4C5E3-B0F8-B2D2-67DE-3292F365D484}"/>
              </a:ext>
            </a:extLst>
          </p:cNvPr>
          <p:cNvGrpSpPr/>
          <p:nvPr/>
        </p:nvGrpSpPr>
        <p:grpSpPr>
          <a:xfrm>
            <a:off x="1854679" y="3695481"/>
            <a:ext cx="2807213" cy="369332"/>
            <a:chOff x="1854679" y="3814462"/>
            <a:chExt cx="2807213" cy="369332"/>
          </a:xfrm>
        </p:grpSpPr>
        <p:sp>
          <p:nvSpPr>
            <p:cNvPr id="93" name="CuadroTexto 55">
              <a:extLst>
                <a:ext uri="{FF2B5EF4-FFF2-40B4-BE49-F238E27FC236}">
                  <a16:creationId xmlns:a16="http://schemas.microsoft.com/office/drawing/2014/main" id="{FF814CF5-4BD4-B801-55A3-F3333C2824F3}"/>
                </a:ext>
              </a:extLst>
            </p:cNvPr>
            <p:cNvSpPr txBox="1"/>
            <p:nvPr/>
          </p:nvSpPr>
          <p:spPr>
            <a:xfrm>
              <a:off x="2268993" y="3814462"/>
              <a:ext cx="2392899" cy="369332"/>
            </a:xfrm>
            <a:prstGeom prst="rect">
              <a:avLst/>
            </a:prstGeom>
            <a:noFill/>
          </p:spPr>
          <p:txBody>
            <a:bodyPr wrap="none" rtlCol="0">
              <a:spAutoFit/>
            </a:bodyPr>
            <a:lstStyle/>
            <a:p>
              <a:r>
                <a:rPr lang="pt-PT" dirty="0">
                  <a:solidFill>
                    <a:schemeClr val="tx2"/>
                  </a:solidFill>
                  <a:latin typeface="Santander Text" panose="020B0504020201020104" pitchFamily="34" charset="0"/>
                </a:rPr>
                <a:t>Desenho de Segurança</a:t>
              </a:r>
            </a:p>
          </p:txBody>
        </p:sp>
        <p:grpSp>
          <p:nvGrpSpPr>
            <p:cNvPr id="94" name="Punto 1">
              <a:extLst>
                <a:ext uri="{FF2B5EF4-FFF2-40B4-BE49-F238E27FC236}">
                  <a16:creationId xmlns:a16="http://schemas.microsoft.com/office/drawing/2014/main" id="{CB4B2B4E-2E45-6BAB-A899-2CEEA03F7CBF}"/>
                </a:ext>
              </a:extLst>
            </p:cNvPr>
            <p:cNvGrpSpPr/>
            <p:nvPr/>
          </p:nvGrpSpPr>
          <p:grpSpPr>
            <a:xfrm>
              <a:off x="1854679" y="3819784"/>
              <a:ext cx="358688" cy="358688"/>
              <a:chOff x="3928533" y="1504713"/>
              <a:chExt cx="358688" cy="358688"/>
            </a:xfrm>
            <a:solidFill>
              <a:srgbClr val="3C3C3B"/>
            </a:solidFill>
          </p:grpSpPr>
          <p:sp>
            <p:nvSpPr>
              <p:cNvPr id="95" name="Elipse 102">
                <a:extLst>
                  <a:ext uri="{FF2B5EF4-FFF2-40B4-BE49-F238E27FC236}">
                    <a16:creationId xmlns:a16="http://schemas.microsoft.com/office/drawing/2014/main" id="{1D74C52B-D3AB-FDE0-0C01-476BF70E9B7A}"/>
                  </a:ext>
                </a:extLst>
              </p:cNvPr>
              <p:cNvSpPr/>
              <p:nvPr/>
            </p:nvSpPr>
            <p:spPr>
              <a:xfrm>
                <a:off x="3928533" y="1504713"/>
                <a:ext cx="358688" cy="35868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sp>
            <p:nvSpPr>
              <p:cNvPr id="108" name="Elipse 103">
                <a:extLst>
                  <a:ext uri="{FF2B5EF4-FFF2-40B4-BE49-F238E27FC236}">
                    <a16:creationId xmlns:a16="http://schemas.microsoft.com/office/drawing/2014/main" id="{C609BF66-342A-4281-63A6-18AB4836A9B8}"/>
                  </a:ext>
                </a:extLst>
              </p:cNvPr>
              <p:cNvSpPr/>
              <p:nvPr/>
            </p:nvSpPr>
            <p:spPr>
              <a:xfrm>
                <a:off x="4027046" y="1603226"/>
                <a:ext cx="161662" cy="16166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grpSp>
      </p:grpSp>
      <p:grpSp>
        <p:nvGrpSpPr>
          <p:cNvPr id="109" name="Group 108">
            <a:extLst>
              <a:ext uri="{FF2B5EF4-FFF2-40B4-BE49-F238E27FC236}">
                <a16:creationId xmlns:a16="http://schemas.microsoft.com/office/drawing/2014/main" id="{D2C36617-D92C-EBF6-C7C1-82355CEE06EF}"/>
              </a:ext>
            </a:extLst>
          </p:cNvPr>
          <p:cNvGrpSpPr/>
          <p:nvPr/>
        </p:nvGrpSpPr>
        <p:grpSpPr>
          <a:xfrm>
            <a:off x="1854679" y="4616687"/>
            <a:ext cx="4314421" cy="369332"/>
            <a:chOff x="1854679" y="4351720"/>
            <a:chExt cx="4314421" cy="369332"/>
          </a:xfrm>
        </p:grpSpPr>
        <p:sp>
          <p:nvSpPr>
            <p:cNvPr id="110" name="CuadroTexto 51">
              <a:extLst>
                <a:ext uri="{FF2B5EF4-FFF2-40B4-BE49-F238E27FC236}">
                  <a16:creationId xmlns:a16="http://schemas.microsoft.com/office/drawing/2014/main" id="{FC5D87A0-79B8-261B-3317-0FA75A697494}"/>
                </a:ext>
              </a:extLst>
            </p:cNvPr>
            <p:cNvSpPr txBox="1"/>
            <p:nvPr/>
          </p:nvSpPr>
          <p:spPr>
            <a:xfrm>
              <a:off x="2268993" y="4351720"/>
              <a:ext cx="3900107" cy="369332"/>
            </a:xfrm>
            <a:prstGeom prst="rect">
              <a:avLst/>
            </a:prstGeom>
            <a:noFill/>
          </p:spPr>
          <p:txBody>
            <a:bodyPr wrap="none" rtlCol="0">
              <a:spAutoFit/>
            </a:bodyPr>
            <a:lstStyle/>
            <a:p>
              <a:r>
                <a:rPr lang="en-US" dirty="0" err="1">
                  <a:solidFill>
                    <a:schemeClr val="tx2"/>
                  </a:solidFill>
                  <a:latin typeface="Santander Text" panose="020B0504020201020104" pitchFamily="34" charset="0"/>
                </a:rPr>
                <a:t>Observabilidade</a:t>
              </a:r>
              <a:r>
                <a:rPr lang="en-US" dirty="0">
                  <a:solidFill>
                    <a:schemeClr val="tx2"/>
                  </a:solidFill>
                  <a:latin typeface="Santander Text" panose="020B0504020201020104" pitchFamily="34" charset="0"/>
                </a:rPr>
                <a:t> e </a:t>
              </a:r>
              <a:r>
                <a:rPr lang="en-US" dirty="0" err="1">
                  <a:solidFill>
                    <a:schemeClr val="tx2"/>
                  </a:solidFill>
                  <a:latin typeface="Santander Text" panose="020B0504020201020104" pitchFamily="34" charset="0"/>
                </a:rPr>
                <a:t>Automação</a:t>
              </a:r>
              <a:r>
                <a:rPr lang="en-US" dirty="0">
                  <a:solidFill>
                    <a:schemeClr val="tx2"/>
                  </a:solidFill>
                  <a:latin typeface="Santander Text" panose="020B0504020201020104" pitchFamily="34" charset="0"/>
                </a:rPr>
                <a:t> de SW </a:t>
              </a:r>
            </a:p>
          </p:txBody>
        </p:sp>
        <p:grpSp>
          <p:nvGrpSpPr>
            <p:cNvPr id="114" name="Punto 1">
              <a:extLst>
                <a:ext uri="{FF2B5EF4-FFF2-40B4-BE49-F238E27FC236}">
                  <a16:creationId xmlns:a16="http://schemas.microsoft.com/office/drawing/2014/main" id="{68BD4ED4-6865-4569-A0B0-B58AFD6B5C34}"/>
                </a:ext>
              </a:extLst>
            </p:cNvPr>
            <p:cNvGrpSpPr/>
            <p:nvPr/>
          </p:nvGrpSpPr>
          <p:grpSpPr>
            <a:xfrm>
              <a:off x="1854679" y="4357042"/>
              <a:ext cx="358688" cy="358688"/>
              <a:chOff x="3928533" y="1504713"/>
              <a:chExt cx="358688" cy="358688"/>
            </a:xfrm>
            <a:solidFill>
              <a:srgbClr val="3C3C3B"/>
            </a:solidFill>
          </p:grpSpPr>
          <p:sp>
            <p:nvSpPr>
              <p:cNvPr id="115" name="Elipse 105">
                <a:extLst>
                  <a:ext uri="{FF2B5EF4-FFF2-40B4-BE49-F238E27FC236}">
                    <a16:creationId xmlns:a16="http://schemas.microsoft.com/office/drawing/2014/main" id="{77E6E4D9-3D1C-0475-C05E-AD85E70A037E}"/>
                  </a:ext>
                </a:extLst>
              </p:cNvPr>
              <p:cNvSpPr/>
              <p:nvPr/>
            </p:nvSpPr>
            <p:spPr>
              <a:xfrm>
                <a:off x="3928533" y="1504713"/>
                <a:ext cx="358688" cy="35868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sp>
            <p:nvSpPr>
              <p:cNvPr id="116" name="Elipse 106">
                <a:extLst>
                  <a:ext uri="{FF2B5EF4-FFF2-40B4-BE49-F238E27FC236}">
                    <a16:creationId xmlns:a16="http://schemas.microsoft.com/office/drawing/2014/main" id="{73C9B7AC-51B1-87FA-F995-C4782FCEC898}"/>
                  </a:ext>
                </a:extLst>
              </p:cNvPr>
              <p:cNvSpPr/>
              <p:nvPr/>
            </p:nvSpPr>
            <p:spPr>
              <a:xfrm>
                <a:off x="4027046" y="1603226"/>
                <a:ext cx="161662" cy="16166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grpSp>
      </p:grpSp>
    </p:spTree>
    <p:extLst>
      <p:ext uri="{BB962C8B-B14F-4D97-AF65-F5344CB8AC3E}">
        <p14:creationId xmlns:p14="http://schemas.microsoft.com/office/powerpoint/2010/main" val="2450121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BC0D97B6-E32F-4D7D-B839-7C3B51F2640F}" type="slidenum">
              <a:rPr lang="pt-PT" smtClean="0"/>
              <a:pPr/>
              <a:t>8</a:t>
            </a:fld>
            <a:endParaRPr lang="pt-PT"/>
          </a:p>
        </p:txBody>
      </p:sp>
      <p:sp>
        <p:nvSpPr>
          <p:cNvPr id="2" name="Rectangle 5">
            <a:extLst>
              <a:ext uri="{FF2B5EF4-FFF2-40B4-BE49-F238E27FC236}">
                <a16:creationId xmlns:a16="http://schemas.microsoft.com/office/drawing/2014/main" id="{64EFFFEE-0C49-2C74-0AC5-90AB6EE7E501}"/>
              </a:ext>
            </a:extLst>
          </p:cNvPr>
          <p:cNvSpPr>
            <a:spLocks noGrp="1" noChangeArrowheads="1"/>
          </p:cNvSpPr>
          <p:nvPr>
            <p:ph type="body" sz="quarter" idx="15"/>
          </p:nvPr>
        </p:nvSpPr>
        <p:spPr bwMode="auto">
          <a:xfrm>
            <a:off x="711200" y="653144"/>
            <a:ext cx="10758488" cy="55238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numCol="1"/>
          <a:lstStyle>
            <a:lvl1pPr marL="342900" indent="-342900" defTabSz="698500">
              <a:spcBef>
                <a:spcPct val="20000"/>
              </a:spcBef>
              <a:buClr>
                <a:srgbClr val="FF0000"/>
              </a:buClr>
              <a:buFont typeface="Wingdings" panose="05000000000000000000" pitchFamily="2" charset="2"/>
              <a:buChar char="w"/>
              <a:defRPr sz="2400" b="1">
                <a:solidFill>
                  <a:srgbClr val="FF0000"/>
                </a:solidFill>
                <a:latin typeface="Arial" panose="020B0604020202020204" pitchFamily="34" charset="0"/>
              </a:defRPr>
            </a:lvl1pPr>
            <a:lvl2pPr marL="179388" defTabSz="698500">
              <a:spcBef>
                <a:spcPct val="20000"/>
              </a:spcBef>
              <a:buClr>
                <a:schemeClr val="bg2"/>
              </a:buClr>
              <a:buFont typeface="Wingdings" panose="05000000000000000000" pitchFamily="2" charset="2"/>
              <a:buChar char="§"/>
              <a:defRPr sz="2600">
                <a:solidFill>
                  <a:srgbClr val="808080"/>
                </a:solidFill>
                <a:latin typeface="Arial" panose="020B0604020202020204" pitchFamily="34" charset="0"/>
              </a:defRPr>
            </a:lvl2pPr>
            <a:lvl3pPr marL="979488" indent="-342900" defTabSz="698500">
              <a:spcBef>
                <a:spcPct val="20000"/>
              </a:spcBef>
              <a:buClr>
                <a:schemeClr val="tx1"/>
              </a:buClr>
              <a:buFont typeface="Arial" panose="020B0604020202020204" pitchFamily="34" charset="0"/>
              <a:buChar char="–"/>
              <a:defRPr sz="2000">
                <a:solidFill>
                  <a:schemeClr val="bg2"/>
                </a:solidFill>
                <a:latin typeface="Arial" panose="020B0604020202020204" pitchFamily="34" charset="0"/>
              </a:defRPr>
            </a:lvl3pPr>
            <a:lvl4pPr marL="1600200" indent="-228600" defTabSz="698500">
              <a:spcBef>
                <a:spcPct val="20000"/>
              </a:spcBef>
              <a:buClr>
                <a:schemeClr val="tx1"/>
              </a:buClr>
              <a:buFont typeface="Arial" panose="020B0604020202020204" pitchFamily="34" charset="0"/>
              <a:buChar char="–"/>
              <a:defRPr sz="2000">
                <a:solidFill>
                  <a:schemeClr val="bg2"/>
                </a:solidFill>
                <a:latin typeface="Arial" panose="020B0604020202020204" pitchFamily="34" charset="0"/>
              </a:defRPr>
            </a:lvl4pPr>
            <a:lvl5pPr marL="2057400" indent="-228600" defTabSz="698500">
              <a:spcBef>
                <a:spcPct val="20000"/>
              </a:spcBef>
              <a:buClr>
                <a:schemeClr val="tx1"/>
              </a:buClr>
              <a:buFont typeface="Arial" panose="020B0604020202020204" pitchFamily="34" charset="0"/>
              <a:buChar char="–"/>
              <a:defRPr sz="2000">
                <a:solidFill>
                  <a:schemeClr val="bg2"/>
                </a:solidFill>
                <a:latin typeface="Arial" panose="020B0604020202020204" pitchFamily="34" charset="0"/>
              </a:defRPr>
            </a:lvl5pPr>
            <a:lvl6pPr marL="2514600" indent="-228600" defTabSz="6985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6pPr>
            <a:lvl7pPr marL="2971800" indent="-228600" defTabSz="6985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7pPr>
            <a:lvl8pPr marL="3429000" indent="-228600" defTabSz="6985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8pPr>
            <a:lvl9pPr marL="3886200" indent="-228600" defTabSz="6985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9pPr>
          </a:lstStyle>
          <a:p>
            <a:pPr marL="179070" lvl="1" algn="just">
              <a:lnSpc>
                <a:spcPct val="150000"/>
              </a:lnSpc>
              <a:spcBef>
                <a:spcPts val="400"/>
              </a:spcBef>
              <a:buClr>
                <a:srgbClr val="FF0000"/>
              </a:buClr>
              <a:buNone/>
            </a:pPr>
            <a:r>
              <a:rPr lang="pt-PT" sz="1600" dirty="0">
                <a:solidFill>
                  <a:schemeClr val="tx1"/>
                </a:solidFill>
                <a:latin typeface="Santander Text" panose="020B0504020201020104" pitchFamily="34" charset="0"/>
              </a:rPr>
              <a:t>A geração dos Ficheiros B02.00, B05.00 e B90.00 (Fase 1 do Projeto) é efetuada a partir do </a:t>
            </a:r>
            <a:r>
              <a:rPr lang="pt-PT" sz="1600" dirty="0" err="1">
                <a:solidFill>
                  <a:schemeClr val="tx1"/>
                </a:solidFill>
                <a:latin typeface="Santander Text" panose="020B0504020201020104" pitchFamily="34" charset="0"/>
              </a:rPr>
              <a:t>Front-end</a:t>
            </a:r>
            <a:r>
              <a:rPr lang="pt-PT" sz="1600" dirty="0">
                <a:solidFill>
                  <a:schemeClr val="tx1"/>
                </a:solidFill>
                <a:latin typeface="Santander Text" panose="020B0504020201020104" pitchFamily="34" charset="0"/>
              </a:rPr>
              <a:t> em 2 Momentos:</a:t>
            </a:r>
          </a:p>
          <a:p>
            <a:pPr marL="179070" lvl="1" algn="just">
              <a:lnSpc>
                <a:spcPct val="150000"/>
              </a:lnSpc>
              <a:spcBef>
                <a:spcPts val="400"/>
              </a:spcBef>
              <a:buClr>
                <a:srgbClr val="FF0000"/>
              </a:buClr>
              <a:buNone/>
            </a:pPr>
            <a:endParaRPr lang="pt-PT" sz="1600" dirty="0">
              <a:solidFill>
                <a:schemeClr val="tx1"/>
              </a:solidFill>
              <a:latin typeface="Santander Text" panose="020B0504020201020104" pitchFamily="34" charset="0"/>
            </a:endParaRPr>
          </a:p>
          <a:p>
            <a:pPr marL="179070" lvl="1" algn="just">
              <a:lnSpc>
                <a:spcPct val="150000"/>
              </a:lnSpc>
              <a:spcBef>
                <a:spcPts val="400"/>
              </a:spcBef>
              <a:buClr>
                <a:srgbClr val="FF0000"/>
              </a:buClr>
              <a:buNone/>
            </a:pPr>
            <a:endParaRPr lang="pt-PT" sz="1600" dirty="0">
              <a:solidFill>
                <a:schemeClr val="tx1"/>
              </a:solidFill>
              <a:latin typeface="Santander Text" panose="020B0504020201020104" pitchFamily="34" charset="0"/>
            </a:endParaRPr>
          </a:p>
          <a:p>
            <a:pPr marL="179070" lvl="1" algn="just">
              <a:lnSpc>
                <a:spcPct val="150000"/>
              </a:lnSpc>
              <a:spcBef>
                <a:spcPts val="400"/>
              </a:spcBef>
              <a:buClr>
                <a:srgbClr val="FF0000"/>
              </a:buClr>
              <a:buNone/>
            </a:pPr>
            <a:endParaRPr lang="pt-PT" sz="1600" dirty="0">
              <a:solidFill>
                <a:schemeClr val="tx1"/>
              </a:solidFill>
              <a:latin typeface="Santander Text" panose="020B0504020201020104" pitchFamily="34" charset="0"/>
            </a:endParaRPr>
          </a:p>
          <a:p>
            <a:pPr marL="179070" lvl="1" algn="just">
              <a:lnSpc>
                <a:spcPct val="150000"/>
              </a:lnSpc>
              <a:spcBef>
                <a:spcPts val="400"/>
              </a:spcBef>
              <a:buClr>
                <a:srgbClr val="FF0000"/>
              </a:buClr>
              <a:buNone/>
            </a:pPr>
            <a:endParaRPr lang="pt-PT" sz="1600" u="sng" dirty="0">
              <a:solidFill>
                <a:schemeClr val="tx1"/>
              </a:solidFill>
              <a:latin typeface="Santander Text" panose="020B0504020201020104" pitchFamily="34" charset="0"/>
            </a:endParaRPr>
          </a:p>
          <a:p>
            <a:pPr marL="179070" lvl="1" algn="just">
              <a:lnSpc>
                <a:spcPct val="150000"/>
              </a:lnSpc>
              <a:spcBef>
                <a:spcPts val="400"/>
              </a:spcBef>
              <a:buClr>
                <a:srgbClr val="FF0000"/>
              </a:buClr>
              <a:buNone/>
            </a:pPr>
            <a:r>
              <a:rPr lang="pt-PT" sz="1600" u="sng" dirty="0">
                <a:solidFill>
                  <a:schemeClr val="tx1"/>
                </a:solidFill>
                <a:latin typeface="Santander Text" panose="020B0504020201020104" pitchFamily="34" charset="0"/>
              </a:rPr>
              <a:t>Momento 1</a:t>
            </a:r>
            <a:r>
              <a:rPr lang="pt-PT" sz="1600" dirty="0">
                <a:solidFill>
                  <a:schemeClr val="tx1"/>
                </a:solidFill>
                <a:latin typeface="Santander Text" panose="020B0504020201020104" pitchFamily="34" charset="0"/>
              </a:rPr>
              <a:t>: </a:t>
            </a:r>
          </a:p>
          <a:p>
            <a:pPr marL="179070" lvl="1" algn="just">
              <a:lnSpc>
                <a:spcPct val="150000"/>
              </a:lnSpc>
              <a:spcBef>
                <a:spcPts val="400"/>
              </a:spcBef>
              <a:buClr>
                <a:srgbClr val="FF0000"/>
              </a:buClr>
              <a:buNone/>
            </a:pPr>
            <a:r>
              <a:rPr lang="pt-PT" sz="1600" dirty="0">
                <a:solidFill>
                  <a:schemeClr val="tx1"/>
                </a:solidFill>
                <a:latin typeface="Santander Text" panose="020B0504020201020104" pitchFamily="34" charset="0"/>
              </a:rPr>
              <a:t>Execução do Tape </a:t>
            </a:r>
            <a:r>
              <a:rPr lang="pt-PT" sz="1600" dirty="0" err="1">
                <a:solidFill>
                  <a:schemeClr val="tx1"/>
                </a:solidFill>
                <a:latin typeface="Santander Text" panose="020B0504020201020104" pitchFamily="34" charset="0"/>
              </a:rPr>
              <a:t>Reporting</a:t>
            </a:r>
            <a:r>
              <a:rPr lang="pt-PT" sz="1600" dirty="0">
                <a:solidFill>
                  <a:schemeClr val="tx1"/>
                </a:solidFill>
                <a:latin typeface="Santander Text" panose="020B0504020201020104" pitchFamily="34" charset="0"/>
              </a:rPr>
              <a:t> </a:t>
            </a:r>
            <a:r>
              <a:rPr lang="pt-PT" sz="1600" dirty="0" err="1">
                <a:solidFill>
                  <a:schemeClr val="tx1"/>
                </a:solidFill>
                <a:latin typeface="Santander Text" panose="020B0504020201020104" pitchFamily="34" charset="0"/>
              </a:rPr>
              <a:t>Engine</a:t>
            </a:r>
            <a:r>
              <a:rPr lang="pt-PT" sz="1600" dirty="0">
                <a:solidFill>
                  <a:schemeClr val="tx1"/>
                </a:solidFill>
                <a:latin typeface="Santander Text" panose="020B0504020201020104" pitchFamily="34" charset="0"/>
              </a:rPr>
              <a:t> (Motor </a:t>
            </a:r>
            <a:r>
              <a:rPr lang="pt-PT" sz="1600" dirty="0" err="1">
                <a:solidFill>
                  <a:schemeClr val="tx1"/>
                </a:solidFill>
                <a:latin typeface="Santander Text" panose="020B0504020201020104" pitchFamily="34" charset="0"/>
              </a:rPr>
              <a:t>Loan</a:t>
            </a:r>
            <a:r>
              <a:rPr lang="pt-PT" sz="1600" dirty="0">
                <a:solidFill>
                  <a:schemeClr val="tx1"/>
                </a:solidFill>
                <a:latin typeface="Santander Text" panose="020B0504020201020104" pitchFamily="34" charset="0"/>
              </a:rPr>
              <a:t> Tape) para o âmbito 'SRB_MBDT' (acedendo a “Tape </a:t>
            </a:r>
            <a:r>
              <a:rPr lang="pt-PT" sz="1600" dirty="0" err="1">
                <a:solidFill>
                  <a:schemeClr val="tx1"/>
                </a:solidFill>
                <a:latin typeface="Santander Text" panose="020B0504020201020104" pitchFamily="34" charset="0"/>
              </a:rPr>
              <a:t>Reporting</a:t>
            </a:r>
            <a:r>
              <a:rPr lang="pt-PT" sz="1600" dirty="0">
                <a:solidFill>
                  <a:schemeClr val="tx1"/>
                </a:solidFill>
                <a:latin typeface="Santander Text" panose="020B0504020201020104" pitchFamily="34" charset="0"/>
              </a:rPr>
              <a:t> </a:t>
            </a:r>
            <a:r>
              <a:rPr lang="pt-PT" sz="1600" dirty="0" err="1">
                <a:solidFill>
                  <a:schemeClr val="tx1"/>
                </a:solidFill>
                <a:latin typeface="Santander Text" panose="020B0504020201020104" pitchFamily="34" charset="0"/>
              </a:rPr>
              <a:t>Engine</a:t>
            </a:r>
            <a:r>
              <a:rPr lang="pt-PT" sz="1600" dirty="0">
                <a:solidFill>
                  <a:schemeClr val="tx1"/>
                </a:solidFill>
                <a:latin typeface="Santander Text" panose="020B0504020201020104" pitchFamily="34" charset="0"/>
              </a:rPr>
              <a:t> - SRB MBDT”). Esta execução irá preencher as tabelas de output do Tape </a:t>
            </a:r>
            <a:r>
              <a:rPr lang="pt-PT" sz="1600" dirty="0" err="1">
                <a:solidFill>
                  <a:schemeClr val="tx1"/>
                </a:solidFill>
                <a:latin typeface="Santander Text" panose="020B0504020201020104" pitchFamily="34" charset="0"/>
              </a:rPr>
              <a:t>Reporting</a:t>
            </a:r>
            <a:r>
              <a:rPr lang="pt-PT" sz="1600" dirty="0">
                <a:solidFill>
                  <a:schemeClr val="tx1"/>
                </a:solidFill>
                <a:latin typeface="Santander Text" panose="020B0504020201020104" pitchFamily="34" charset="0"/>
              </a:rPr>
              <a:t> </a:t>
            </a:r>
            <a:r>
              <a:rPr lang="pt-PT" sz="1600" dirty="0" err="1">
                <a:solidFill>
                  <a:schemeClr val="tx1"/>
                </a:solidFill>
                <a:latin typeface="Santander Text" panose="020B0504020201020104" pitchFamily="34" charset="0"/>
              </a:rPr>
              <a:t>Engine</a:t>
            </a:r>
            <a:r>
              <a:rPr lang="pt-PT" sz="1600" dirty="0">
                <a:solidFill>
                  <a:schemeClr val="tx1"/>
                </a:solidFill>
                <a:latin typeface="Santander Text" panose="020B0504020201020104" pitchFamily="34" charset="0"/>
              </a:rPr>
              <a:t> (lt001_univ_oper, lt002_instrument, lt003_entity, lt004_protection, lt005_instr_ent e lt006_instr_prot) que servirão de input ao Report.</a:t>
            </a:r>
          </a:p>
          <a:p>
            <a:pPr marL="179070" lvl="1" algn="just">
              <a:lnSpc>
                <a:spcPct val="150000"/>
              </a:lnSpc>
              <a:spcBef>
                <a:spcPts val="400"/>
              </a:spcBef>
              <a:buClr>
                <a:srgbClr val="FF0000"/>
              </a:buClr>
              <a:buNone/>
            </a:pPr>
            <a:r>
              <a:rPr lang="pt-PT" sz="1600" u="sng" dirty="0">
                <a:solidFill>
                  <a:schemeClr val="tx1"/>
                </a:solidFill>
                <a:latin typeface="Santander Text" panose="020B0504020201020104" pitchFamily="34" charset="0"/>
              </a:rPr>
              <a:t>Momento 2</a:t>
            </a:r>
            <a:r>
              <a:rPr lang="pt-PT" sz="1600" dirty="0">
                <a:solidFill>
                  <a:schemeClr val="tx1"/>
                </a:solidFill>
                <a:latin typeface="Santander Text" panose="020B0504020201020104" pitchFamily="34" charset="0"/>
              </a:rPr>
              <a:t>: </a:t>
            </a:r>
          </a:p>
          <a:p>
            <a:pPr marL="179070" lvl="1" algn="just">
              <a:lnSpc>
                <a:spcPct val="150000"/>
              </a:lnSpc>
              <a:spcBef>
                <a:spcPts val="400"/>
              </a:spcBef>
              <a:buClr>
                <a:srgbClr val="FF0000"/>
              </a:buClr>
              <a:buNone/>
            </a:pPr>
            <a:r>
              <a:rPr lang="pt-PT" sz="1600" dirty="0">
                <a:solidFill>
                  <a:schemeClr val="tx1"/>
                </a:solidFill>
                <a:latin typeface="Santander Text" panose="020B0504020201020104" pitchFamily="34" charset="0"/>
              </a:rPr>
              <a:t>Após a Execução do Momento 1, deverá proceder-se à Execução do Processo que irá preencher as 3 tabelas de output do Report (</a:t>
            </a:r>
            <a:r>
              <a:rPr lang="en-US" sz="1600" dirty="0">
                <a:solidFill>
                  <a:schemeClr val="tx1"/>
                </a:solidFill>
                <a:latin typeface="Santander Text" panose="020B0504020201020104" pitchFamily="34" charset="0"/>
              </a:rPr>
              <a:t>out_b0200_main_liabilities, out_b0500_guarantees, out_b9000_counterparties</a:t>
            </a:r>
            <a:r>
              <a:rPr lang="pt-PT" sz="1600" dirty="0">
                <a:solidFill>
                  <a:schemeClr val="tx1"/>
                </a:solidFill>
                <a:latin typeface="Santander Text" panose="020B0504020201020104" pitchFamily="34" charset="0"/>
              </a:rPr>
              <a:t>) e a respetiva exportação para CSV (acedendo a “</a:t>
            </a:r>
            <a:r>
              <a:rPr lang="pt-PT" sz="1600" dirty="0" err="1">
                <a:solidFill>
                  <a:schemeClr val="tx1"/>
                </a:solidFill>
                <a:latin typeface="Santander Text" panose="020B0504020201020104" pitchFamily="34" charset="0"/>
              </a:rPr>
              <a:t>Aggregated</a:t>
            </a:r>
            <a:r>
              <a:rPr lang="pt-PT" sz="1600" dirty="0">
                <a:solidFill>
                  <a:schemeClr val="tx1"/>
                </a:solidFill>
                <a:latin typeface="Santander Text" panose="020B0504020201020104" pitchFamily="34" charset="0"/>
              </a:rPr>
              <a:t> - SRB MBDT”). </a:t>
            </a:r>
          </a:p>
          <a:p>
            <a:pPr marL="179070" lvl="1" algn="just">
              <a:lnSpc>
                <a:spcPct val="150000"/>
              </a:lnSpc>
              <a:spcBef>
                <a:spcPts val="400"/>
              </a:spcBef>
              <a:buClr>
                <a:srgbClr val="FF0000"/>
              </a:buClr>
              <a:buNone/>
            </a:pPr>
            <a:endParaRPr lang="pt-PT" sz="1600" dirty="0">
              <a:solidFill>
                <a:schemeClr val="tx1"/>
              </a:solidFill>
              <a:latin typeface="Santander Text" panose="020B0504020201020104" pitchFamily="34" charset="0"/>
            </a:endParaRPr>
          </a:p>
          <a:p>
            <a:pPr marL="179070" lvl="1" algn="just">
              <a:lnSpc>
                <a:spcPct val="150000"/>
              </a:lnSpc>
              <a:spcBef>
                <a:spcPts val="400"/>
              </a:spcBef>
              <a:buClr>
                <a:srgbClr val="FF0000"/>
              </a:buClr>
              <a:buNone/>
            </a:pPr>
            <a:endParaRPr lang="pt-PT" sz="1600" i="1" dirty="0">
              <a:solidFill>
                <a:schemeClr val="tx1"/>
              </a:solidFill>
            </a:endParaRPr>
          </a:p>
          <a:p>
            <a:pPr marL="179070" lvl="1" algn="just">
              <a:lnSpc>
                <a:spcPct val="150000"/>
              </a:lnSpc>
              <a:spcBef>
                <a:spcPts val="400"/>
              </a:spcBef>
              <a:buClr>
                <a:srgbClr val="FF0000"/>
              </a:buClr>
              <a:buNone/>
            </a:pPr>
            <a:endParaRPr lang="pt-PT" sz="1600" dirty="0">
              <a:solidFill>
                <a:schemeClr val="tx1"/>
              </a:solidFill>
              <a:latin typeface="Santander Text" panose="020B0504020201020104" pitchFamily="34" charset="0"/>
            </a:endParaRPr>
          </a:p>
        </p:txBody>
      </p:sp>
      <p:sp>
        <p:nvSpPr>
          <p:cNvPr id="3" name="Marcador de texto 5">
            <a:extLst>
              <a:ext uri="{FF2B5EF4-FFF2-40B4-BE49-F238E27FC236}">
                <a16:creationId xmlns:a16="http://schemas.microsoft.com/office/drawing/2014/main" id="{BE08AB1E-0F8E-E76D-6C08-8FB0D81D51DA}"/>
              </a:ext>
            </a:extLst>
          </p:cNvPr>
          <p:cNvSpPr txBox="1">
            <a:spLocks/>
          </p:cNvSpPr>
          <p:nvPr/>
        </p:nvSpPr>
        <p:spPr>
          <a:xfrm>
            <a:off x="106420" y="114373"/>
            <a:ext cx="8280198" cy="538770"/>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Tx/>
              <a:buNone/>
              <a:defRPr sz="1300" kern="1200">
                <a:solidFill>
                  <a:schemeClr val="accent1"/>
                </a:solidFill>
                <a:latin typeface="+mn-lt"/>
                <a:ea typeface="+mn-ea"/>
                <a:cs typeface="+mn-cs"/>
              </a:defRPr>
            </a:lvl1pPr>
            <a:lvl2pPr marL="457200" indent="0" algn="l" defTabSz="914400" rtl="0" eaLnBrk="1" latinLnBrk="0" hangingPunct="1">
              <a:lnSpc>
                <a:spcPct val="90000"/>
              </a:lnSpc>
              <a:spcBef>
                <a:spcPts val="500"/>
              </a:spcBef>
              <a:buFontTx/>
              <a:buNone/>
              <a:defRPr sz="11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Tx/>
              <a:buNone/>
              <a:defRPr sz="105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Tx/>
              <a:buNone/>
              <a:defRPr sz="10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Tx/>
              <a:buNone/>
              <a:defRPr sz="1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pt-PT" sz="2400" dirty="0"/>
              <a:t>Situação Actual</a:t>
            </a:r>
          </a:p>
        </p:txBody>
      </p:sp>
      <p:pic>
        <p:nvPicPr>
          <p:cNvPr id="1028" name="Picture 4">
            <a:extLst>
              <a:ext uri="{FF2B5EF4-FFF2-40B4-BE49-F238E27FC236}">
                <a16:creationId xmlns:a16="http://schemas.microsoft.com/office/drawing/2014/main" id="{4BB02D4F-CDC0-50AD-FFBB-3586373DB24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3432" y="1052736"/>
            <a:ext cx="5616624" cy="15481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818348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ángulo 44">
            <a:extLst>
              <a:ext uri="{FF2B5EF4-FFF2-40B4-BE49-F238E27FC236}">
                <a16:creationId xmlns:a16="http://schemas.microsoft.com/office/drawing/2014/main" id="{65D63A41-8D0F-E489-0B06-A66AFD13508D}"/>
              </a:ext>
            </a:extLst>
          </p:cNvPr>
          <p:cNvSpPr/>
          <p:nvPr/>
        </p:nvSpPr>
        <p:spPr>
          <a:xfrm>
            <a:off x="1932699" y="581025"/>
            <a:ext cx="202649" cy="5733485"/>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grpSp>
        <p:nvGrpSpPr>
          <p:cNvPr id="14" name="Group 13">
            <a:extLst>
              <a:ext uri="{FF2B5EF4-FFF2-40B4-BE49-F238E27FC236}">
                <a16:creationId xmlns:a16="http://schemas.microsoft.com/office/drawing/2014/main" id="{6E83A5FF-49A5-C632-80F1-93EDB916D234}"/>
              </a:ext>
            </a:extLst>
          </p:cNvPr>
          <p:cNvGrpSpPr/>
          <p:nvPr/>
        </p:nvGrpSpPr>
        <p:grpSpPr>
          <a:xfrm>
            <a:off x="1854679" y="2774275"/>
            <a:ext cx="2820101" cy="369332"/>
            <a:chOff x="1854679" y="3238744"/>
            <a:chExt cx="2820101" cy="369332"/>
          </a:xfrm>
        </p:grpSpPr>
        <p:sp>
          <p:nvSpPr>
            <p:cNvPr id="15" name="CuadroTexto 49">
              <a:extLst>
                <a:ext uri="{FF2B5EF4-FFF2-40B4-BE49-F238E27FC236}">
                  <a16:creationId xmlns:a16="http://schemas.microsoft.com/office/drawing/2014/main" id="{D49C08EF-092E-B94B-8003-E7A75609EEF4}"/>
                </a:ext>
              </a:extLst>
            </p:cNvPr>
            <p:cNvSpPr txBox="1"/>
            <p:nvPr/>
          </p:nvSpPr>
          <p:spPr>
            <a:xfrm>
              <a:off x="2268993" y="3238744"/>
              <a:ext cx="2405787" cy="369332"/>
            </a:xfrm>
            <a:prstGeom prst="rect">
              <a:avLst/>
            </a:prstGeom>
            <a:noFill/>
          </p:spPr>
          <p:txBody>
            <a:bodyPr wrap="none" rtlCol="0">
              <a:spAutoFit/>
            </a:bodyPr>
            <a:lstStyle/>
            <a:p>
              <a:r>
                <a:rPr lang="en-US" dirty="0" err="1">
                  <a:solidFill>
                    <a:schemeClr val="tx2"/>
                  </a:solidFill>
                  <a:latin typeface="Santander Text" panose="020B0504020201020104" pitchFamily="34" charset="0"/>
                </a:rPr>
                <a:t>Desenho</a:t>
              </a:r>
              <a:r>
                <a:rPr lang="en-US" dirty="0">
                  <a:solidFill>
                    <a:schemeClr val="tx2"/>
                  </a:solidFill>
                  <a:latin typeface="Santander Text" panose="020B0504020201020104" pitchFamily="34" charset="0"/>
                </a:rPr>
                <a:t> Técnico (HLD)</a:t>
              </a:r>
            </a:p>
          </p:txBody>
        </p:sp>
        <p:grpSp>
          <p:nvGrpSpPr>
            <p:cNvPr id="16" name="Punto 1">
              <a:extLst>
                <a:ext uri="{FF2B5EF4-FFF2-40B4-BE49-F238E27FC236}">
                  <a16:creationId xmlns:a16="http://schemas.microsoft.com/office/drawing/2014/main" id="{D879EEB9-D14B-5D5C-0232-05554D08957B}"/>
                </a:ext>
              </a:extLst>
            </p:cNvPr>
            <p:cNvGrpSpPr/>
            <p:nvPr/>
          </p:nvGrpSpPr>
          <p:grpSpPr>
            <a:xfrm>
              <a:off x="1854679" y="3244066"/>
              <a:ext cx="358688" cy="358688"/>
              <a:chOff x="3928533" y="1504713"/>
              <a:chExt cx="358688" cy="358688"/>
            </a:xfrm>
            <a:solidFill>
              <a:srgbClr val="3C3C3B"/>
            </a:solidFill>
          </p:grpSpPr>
          <p:sp>
            <p:nvSpPr>
              <p:cNvPr id="17" name="Elipse 99">
                <a:extLst>
                  <a:ext uri="{FF2B5EF4-FFF2-40B4-BE49-F238E27FC236}">
                    <a16:creationId xmlns:a16="http://schemas.microsoft.com/office/drawing/2014/main" id="{862110A0-5E62-C2F5-C889-8E5200FEDF4E}"/>
                  </a:ext>
                </a:extLst>
              </p:cNvPr>
              <p:cNvSpPr/>
              <p:nvPr/>
            </p:nvSpPr>
            <p:spPr>
              <a:xfrm>
                <a:off x="3928533" y="1504713"/>
                <a:ext cx="358688" cy="35868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sp>
            <p:nvSpPr>
              <p:cNvPr id="18" name="Elipse 100">
                <a:extLst>
                  <a:ext uri="{FF2B5EF4-FFF2-40B4-BE49-F238E27FC236}">
                    <a16:creationId xmlns:a16="http://schemas.microsoft.com/office/drawing/2014/main" id="{22D175E5-A11E-F962-66D6-8B0B7BA62FB1}"/>
                  </a:ext>
                </a:extLst>
              </p:cNvPr>
              <p:cNvSpPr/>
              <p:nvPr/>
            </p:nvSpPr>
            <p:spPr>
              <a:xfrm>
                <a:off x="4027046" y="1603226"/>
                <a:ext cx="161662" cy="16166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grpSp>
      </p:grpSp>
      <p:grpSp>
        <p:nvGrpSpPr>
          <p:cNvPr id="26" name="Group 25">
            <a:extLst>
              <a:ext uri="{FF2B5EF4-FFF2-40B4-BE49-F238E27FC236}">
                <a16:creationId xmlns:a16="http://schemas.microsoft.com/office/drawing/2014/main" id="{A0659FC1-0DF9-8B9A-3434-FEF1101F43DF}"/>
              </a:ext>
            </a:extLst>
          </p:cNvPr>
          <p:cNvGrpSpPr/>
          <p:nvPr/>
        </p:nvGrpSpPr>
        <p:grpSpPr>
          <a:xfrm>
            <a:off x="1854679" y="3234878"/>
            <a:ext cx="1441839" cy="369332"/>
            <a:chOff x="1854679" y="3814462"/>
            <a:chExt cx="1441839" cy="369332"/>
          </a:xfrm>
        </p:grpSpPr>
        <p:sp>
          <p:nvSpPr>
            <p:cNvPr id="27" name="CuadroTexto 55">
              <a:extLst>
                <a:ext uri="{FF2B5EF4-FFF2-40B4-BE49-F238E27FC236}">
                  <a16:creationId xmlns:a16="http://schemas.microsoft.com/office/drawing/2014/main" id="{F319BBBD-DB5C-6B0C-4B8E-0A37F95DCFDE}"/>
                </a:ext>
              </a:extLst>
            </p:cNvPr>
            <p:cNvSpPr txBox="1"/>
            <p:nvPr/>
          </p:nvSpPr>
          <p:spPr>
            <a:xfrm>
              <a:off x="2268993" y="3814462"/>
              <a:ext cx="1027525" cy="369332"/>
            </a:xfrm>
            <a:prstGeom prst="rect">
              <a:avLst/>
            </a:prstGeom>
            <a:noFill/>
          </p:spPr>
          <p:txBody>
            <a:bodyPr wrap="none" rtlCol="0">
              <a:spAutoFit/>
            </a:bodyPr>
            <a:lstStyle/>
            <a:p>
              <a:r>
                <a:rPr lang="en-US" dirty="0">
                  <a:solidFill>
                    <a:schemeClr val="tx2"/>
                  </a:solidFill>
                  <a:latin typeface="Santander Text" panose="020B0504020201020104" pitchFamily="34" charset="0"/>
                </a:rPr>
                <a:t>Volumes</a:t>
              </a:r>
            </a:p>
          </p:txBody>
        </p:sp>
        <p:grpSp>
          <p:nvGrpSpPr>
            <p:cNvPr id="28" name="Punto 1">
              <a:extLst>
                <a:ext uri="{FF2B5EF4-FFF2-40B4-BE49-F238E27FC236}">
                  <a16:creationId xmlns:a16="http://schemas.microsoft.com/office/drawing/2014/main" id="{9955BE00-272F-AA2B-8955-7A78701DD86B}"/>
                </a:ext>
              </a:extLst>
            </p:cNvPr>
            <p:cNvGrpSpPr/>
            <p:nvPr/>
          </p:nvGrpSpPr>
          <p:grpSpPr>
            <a:xfrm>
              <a:off x="1854679" y="3819784"/>
              <a:ext cx="358688" cy="358688"/>
              <a:chOff x="3928533" y="1504713"/>
              <a:chExt cx="358688" cy="358688"/>
            </a:xfrm>
            <a:solidFill>
              <a:srgbClr val="3C3C3B"/>
            </a:solidFill>
          </p:grpSpPr>
          <p:sp>
            <p:nvSpPr>
              <p:cNvPr id="29" name="Elipse 102">
                <a:extLst>
                  <a:ext uri="{FF2B5EF4-FFF2-40B4-BE49-F238E27FC236}">
                    <a16:creationId xmlns:a16="http://schemas.microsoft.com/office/drawing/2014/main" id="{4FF5AF98-03AE-DDAC-0EDC-8310180A25FA}"/>
                  </a:ext>
                </a:extLst>
              </p:cNvPr>
              <p:cNvSpPr/>
              <p:nvPr/>
            </p:nvSpPr>
            <p:spPr>
              <a:xfrm>
                <a:off x="3928533" y="1504713"/>
                <a:ext cx="358688" cy="35868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sp>
            <p:nvSpPr>
              <p:cNvPr id="30" name="Elipse 103">
                <a:extLst>
                  <a:ext uri="{FF2B5EF4-FFF2-40B4-BE49-F238E27FC236}">
                    <a16:creationId xmlns:a16="http://schemas.microsoft.com/office/drawing/2014/main" id="{DA38B09D-F1CB-84AE-63B6-DF45DD970CB4}"/>
                  </a:ext>
                </a:extLst>
              </p:cNvPr>
              <p:cNvSpPr/>
              <p:nvPr/>
            </p:nvSpPr>
            <p:spPr>
              <a:xfrm>
                <a:off x="4027046" y="1603226"/>
                <a:ext cx="161662" cy="16166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grpSp>
      </p:grpSp>
      <p:grpSp>
        <p:nvGrpSpPr>
          <p:cNvPr id="31" name="Group 30">
            <a:extLst>
              <a:ext uri="{FF2B5EF4-FFF2-40B4-BE49-F238E27FC236}">
                <a16:creationId xmlns:a16="http://schemas.microsoft.com/office/drawing/2014/main" id="{968C2217-596E-D8B2-BFDE-E2CF17C83F68}"/>
              </a:ext>
            </a:extLst>
          </p:cNvPr>
          <p:cNvGrpSpPr/>
          <p:nvPr/>
        </p:nvGrpSpPr>
        <p:grpSpPr>
          <a:xfrm>
            <a:off x="1854679" y="4156084"/>
            <a:ext cx="3725670" cy="369332"/>
            <a:chOff x="1854679" y="4351720"/>
            <a:chExt cx="3725670" cy="369332"/>
          </a:xfrm>
        </p:grpSpPr>
        <p:sp>
          <p:nvSpPr>
            <p:cNvPr id="32" name="CuadroTexto 51">
              <a:extLst>
                <a:ext uri="{FF2B5EF4-FFF2-40B4-BE49-F238E27FC236}">
                  <a16:creationId xmlns:a16="http://schemas.microsoft.com/office/drawing/2014/main" id="{6148D075-ED2A-3400-3CA1-2F4D459912F7}"/>
                </a:ext>
              </a:extLst>
            </p:cNvPr>
            <p:cNvSpPr txBox="1"/>
            <p:nvPr/>
          </p:nvSpPr>
          <p:spPr>
            <a:xfrm>
              <a:off x="2268993" y="4351720"/>
              <a:ext cx="3311356" cy="369332"/>
            </a:xfrm>
            <a:prstGeom prst="rect">
              <a:avLst/>
            </a:prstGeom>
            <a:noFill/>
          </p:spPr>
          <p:txBody>
            <a:bodyPr wrap="none" rtlCol="0">
              <a:spAutoFit/>
            </a:bodyPr>
            <a:lstStyle/>
            <a:p>
              <a:r>
                <a:rPr lang="en-US" dirty="0" err="1">
                  <a:solidFill>
                    <a:schemeClr val="tx2"/>
                  </a:solidFill>
                  <a:latin typeface="Santander Text" panose="020B0504020201020104" pitchFamily="34" charset="0"/>
                </a:rPr>
                <a:t>Desenho</a:t>
              </a:r>
              <a:r>
                <a:rPr lang="en-US" dirty="0">
                  <a:solidFill>
                    <a:schemeClr val="tx2"/>
                  </a:solidFill>
                  <a:latin typeface="Santander Text" panose="020B0504020201020104" pitchFamily="34" charset="0"/>
                </a:rPr>
                <a:t> de </a:t>
              </a:r>
              <a:r>
                <a:rPr lang="en-US" dirty="0" err="1">
                  <a:solidFill>
                    <a:schemeClr val="tx2"/>
                  </a:solidFill>
                  <a:latin typeface="Santander Text" panose="020B0504020201020104" pitchFamily="34" charset="0"/>
                </a:rPr>
                <a:t>Infraestrutura</a:t>
              </a:r>
              <a:r>
                <a:rPr lang="en-US" dirty="0">
                  <a:solidFill>
                    <a:schemeClr val="tx2"/>
                  </a:solidFill>
                  <a:latin typeface="Santander Text" panose="020B0504020201020104" pitchFamily="34" charset="0"/>
                </a:rPr>
                <a:t> + LLD</a:t>
              </a:r>
            </a:p>
          </p:txBody>
        </p:sp>
        <p:grpSp>
          <p:nvGrpSpPr>
            <p:cNvPr id="33" name="Punto 1">
              <a:extLst>
                <a:ext uri="{FF2B5EF4-FFF2-40B4-BE49-F238E27FC236}">
                  <a16:creationId xmlns:a16="http://schemas.microsoft.com/office/drawing/2014/main" id="{CA818918-242D-5767-818A-2DDCF8FB9442}"/>
                </a:ext>
              </a:extLst>
            </p:cNvPr>
            <p:cNvGrpSpPr/>
            <p:nvPr/>
          </p:nvGrpSpPr>
          <p:grpSpPr>
            <a:xfrm>
              <a:off x="1854679" y="4357042"/>
              <a:ext cx="358688" cy="358688"/>
              <a:chOff x="3928533" y="1504713"/>
              <a:chExt cx="358688" cy="358688"/>
            </a:xfrm>
            <a:solidFill>
              <a:srgbClr val="3C3C3B"/>
            </a:solidFill>
          </p:grpSpPr>
          <p:sp>
            <p:nvSpPr>
              <p:cNvPr id="34" name="Elipse 105">
                <a:extLst>
                  <a:ext uri="{FF2B5EF4-FFF2-40B4-BE49-F238E27FC236}">
                    <a16:creationId xmlns:a16="http://schemas.microsoft.com/office/drawing/2014/main" id="{D1BDD26E-CD9A-0F73-F65F-34C2DD2997B6}"/>
                  </a:ext>
                </a:extLst>
              </p:cNvPr>
              <p:cNvSpPr/>
              <p:nvPr/>
            </p:nvSpPr>
            <p:spPr>
              <a:xfrm>
                <a:off x="3928533" y="1504713"/>
                <a:ext cx="358688" cy="35868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sp>
            <p:nvSpPr>
              <p:cNvPr id="35" name="Elipse 106">
                <a:extLst>
                  <a:ext uri="{FF2B5EF4-FFF2-40B4-BE49-F238E27FC236}">
                    <a16:creationId xmlns:a16="http://schemas.microsoft.com/office/drawing/2014/main" id="{5AD2C9DF-EC1C-26C9-544F-3E625D2A383B}"/>
                  </a:ext>
                </a:extLst>
              </p:cNvPr>
              <p:cNvSpPr/>
              <p:nvPr/>
            </p:nvSpPr>
            <p:spPr>
              <a:xfrm>
                <a:off x="4027046" y="1603226"/>
                <a:ext cx="161662" cy="16166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grpSp>
      </p:grpSp>
      <p:grpSp>
        <p:nvGrpSpPr>
          <p:cNvPr id="36" name="Group 35">
            <a:extLst>
              <a:ext uri="{FF2B5EF4-FFF2-40B4-BE49-F238E27FC236}">
                <a16:creationId xmlns:a16="http://schemas.microsoft.com/office/drawing/2014/main" id="{578474D9-5C2D-6C7D-3075-A101D347070C}"/>
              </a:ext>
            </a:extLst>
          </p:cNvPr>
          <p:cNvGrpSpPr/>
          <p:nvPr/>
        </p:nvGrpSpPr>
        <p:grpSpPr>
          <a:xfrm>
            <a:off x="1854679" y="5077290"/>
            <a:ext cx="2754314" cy="369332"/>
            <a:chOff x="1854679" y="4934771"/>
            <a:chExt cx="2754314" cy="369332"/>
          </a:xfrm>
        </p:grpSpPr>
        <p:sp>
          <p:nvSpPr>
            <p:cNvPr id="37" name="CuadroTexto 56">
              <a:extLst>
                <a:ext uri="{FF2B5EF4-FFF2-40B4-BE49-F238E27FC236}">
                  <a16:creationId xmlns:a16="http://schemas.microsoft.com/office/drawing/2014/main" id="{0936F612-97D4-1B2A-6A5A-2A8D3B523EDF}"/>
                </a:ext>
              </a:extLst>
            </p:cNvPr>
            <p:cNvSpPr txBox="1"/>
            <p:nvPr/>
          </p:nvSpPr>
          <p:spPr>
            <a:xfrm>
              <a:off x="2268993" y="4934771"/>
              <a:ext cx="2340000" cy="369332"/>
            </a:xfrm>
            <a:prstGeom prst="rect">
              <a:avLst/>
            </a:prstGeom>
            <a:noFill/>
          </p:spPr>
          <p:txBody>
            <a:bodyPr wrap="none" rtlCol="0">
              <a:spAutoFit/>
            </a:bodyPr>
            <a:lstStyle>
              <a:defPPr>
                <a:defRPr lang="es-ES"/>
              </a:defPPr>
              <a:lvl1pPr>
                <a:defRPr>
                  <a:solidFill>
                    <a:schemeClr val="tx1">
                      <a:lumMod val="65000"/>
                      <a:lumOff val="35000"/>
                    </a:schemeClr>
                  </a:solidFill>
                </a:defRPr>
              </a:lvl1pPr>
            </a:lstStyle>
            <a:p>
              <a:r>
                <a:rPr lang="en-US" dirty="0" err="1">
                  <a:solidFill>
                    <a:schemeClr val="tx2"/>
                  </a:solidFill>
                  <a:latin typeface="Santander Text" panose="020B0504020201020104" pitchFamily="34" charset="0"/>
                </a:rPr>
                <a:t>Riscos</a:t>
              </a:r>
              <a:r>
                <a:rPr lang="en-US" dirty="0">
                  <a:solidFill>
                    <a:schemeClr val="tx2"/>
                  </a:solidFill>
                  <a:latin typeface="Santander Text" panose="020B0504020201020104" pitchFamily="34" charset="0"/>
                </a:rPr>
                <a:t> e </a:t>
              </a:r>
              <a:r>
                <a:rPr lang="en-US" dirty="0" err="1">
                  <a:solidFill>
                    <a:schemeClr val="tx2"/>
                  </a:solidFill>
                  <a:latin typeface="Santander Text" panose="020B0504020201020104" pitchFamily="34" charset="0"/>
                </a:rPr>
                <a:t>dependências</a:t>
              </a:r>
              <a:endParaRPr lang="en-US" dirty="0">
                <a:solidFill>
                  <a:schemeClr val="tx2"/>
                </a:solidFill>
                <a:latin typeface="Santander Text" panose="020B0504020201020104" pitchFamily="34" charset="0"/>
              </a:endParaRPr>
            </a:p>
          </p:txBody>
        </p:sp>
        <p:grpSp>
          <p:nvGrpSpPr>
            <p:cNvPr id="38" name="Punto 1">
              <a:extLst>
                <a:ext uri="{FF2B5EF4-FFF2-40B4-BE49-F238E27FC236}">
                  <a16:creationId xmlns:a16="http://schemas.microsoft.com/office/drawing/2014/main" id="{C0F23AB7-F445-B36F-3A1E-7254491E7883}"/>
                </a:ext>
              </a:extLst>
            </p:cNvPr>
            <p:cNvGrpSpPr/>
            <p:nvPr/>
          </p:nvGrpSpPr>
          <p:grpSpPr>
            <a:xfrm>
              <a:off x="1854679" y="4940093"/>
              <a:ext cx="358688" cy="358688"/>
              <a:chOff x="3928533" y="1504713"/>
              <a:chExt cx="358688" cy="358688"/>
            </a:xfrm>
            <a:solidFill>
              <a:srgbClr val="3C3C3B"/>
            </a:solidFill>
          </p:grpSpPr>
          <p:sp>
            <p:nvSpPr>
              <p:cNvPr id="39" name="Elipse 111">
                <a:extLst>
                  <a:ext uri="{FF2B5EF4-FFF2-40B4-BE49-F238E27FC236}">
                    <a16:creationId xmlns:a16="http://schemas.microsoft.com/office/drawing/2014/main" id="{88E6E716-9058-1ABB-1C2C-F33861B928B4}"/>
                  </a:ext>
                </a:extLst>
              </p:cNvPr>
              <p:cNvSpPr/>
              <p:nvPr/>
            </p:nvSpPr>
            <p:spPr>
              <a:xfrm>
                <a:off x="3928533" y="1504713"/>
                <a:ext cx="358688" cy="35868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sp>
            <p:nvSpPr>
              <p:cNvPr id="40" name="Elipse 112">
                <a:extLst>
                  <a:ext uri="{FF2B5EF4-FFF2-40B4-BE49-F238E27FC236}">
                    <a16:creationId xmlns:a16="http://schemas.microsoft.com/office/drawing/2014/main" id="{EE980605-1252-AC32-BD1D-2291F76CFE9A}"/>
                  </a:ext>
                </a:extLst>
              </p:cNvPr>
              <p:cNvSpPr/>
              <p:nvPr/>
            </p:nvSpPr>
            <p:spPr>
              <a:xfrm>
                <a:off x="4027046" y="1603226"/>
                <a:ext cx="161662" cy="16166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grpSp>
      </p:grpSp>
      <p:grpSp>
        <p:nvGrpSpPr>
          <p:cNvPr id="41" name="Group 40">
            <a:extLst>
              <a:ext uri="{FF2B5EF4-FFF2-40B4-BE49-F238E27FC236}">
                <a16:creationId xmlns:a16="http://schemas.microsoft.com/office/drawing/2014/main" id="{FA6D3C23-B9D9-1EBA-BBBB-BCC7DD21A16C}"/>
              </a:ext>
            </a:extLst>
          </p:cNvPr>
          <p:cNvGrpSpPr/>
          <p:nvPr/>
        </p:nvGrpSpPr>
        <p:grpSpPr>
          <a:xfrm>
            <a:off x="1854679" y="5537893"/>
            <a:ext cx="4932026" cy="369332"/>
            <a:chOff x="1854679" y="5503730"/>
            <a:chExt cx="4932026" cy="369332"/>
          </a:xfrm>
        </p:grpSpPr>
        <p:sp>
          <p:nvSpPr>
            <p:cNvPr id="42" name="CuadroTexto 45">
              <a:extLst>
                <a:ext uri="{FF2B5EF4-FFF2-40B4-BE49-F238E27FC236}">
                  <a16:creationId xmlns:a16="http://schemas.microsoft.com/office/drawing/2014/main" id="{3126E8E1-6CFD-AC65-4753-DF8098EACCD7}"/>
                </a:ext>
              </a:extLst>
            </p:cNvPr>
            <p:cNvSpPr txBox="1"/>
            <p:nvPr/>
          </p:nvSpPr>
          <p:spPr>
            <a:xfrm>
              <a:off x="2268993" y="5503730"/>
              <a:ext cx="4517712" cy="369332"/>
            </a:xfrm>
            <a:prstGeom prst="rect">
              <a:avLst/>
            </a:prstGeom>
            <a:noFill/>
          </p:spPr>
          <p:txBody>
            <a:bodyPr wrap="none" rtlCol="0">
              <a:spAutoFit/>
            </a:bodyPr>
            <a:lstStyle/>
            <a:p>
              <a:r>
                <a:rPr lang="en-US" dirty="0" err="1">
                  <a:solidFill>
                    <a:schemeClr val="tx2"/>
                  </a:solidFill>
                  <a:latin typeface="Santander Text" panose="020B0504020201020104" pitchFamily="34" charset="0"/>
                </a:rPr>
                <a:t>Documentação</a:t>
              </a:r>
              <a:r>
                <a:rPr lang="en-US" dirty="0">
                  <a:solidFill>
                    <a:schemeClr val="tx2"/>
                  </a:solidFill>
                  <a:latin typeface="Santander Text" panose="020B0504020201020104" pitchFamily="34" charset="0"/>
                </a:rPr>
                <a:t> de </a:t>
              </a:r>
              <a:r>
                <a:rPr lang="en-US" dirty="0" err="1">
                  <a:solidFill>
                    <a:schemeClr val="tx2"/>
                  </a:solidFill>
                  <a:latin typeface="Santander Text" panose="020B0504020201020104" pitchFamily="34" charset="0"/>
                </a:rPr>
                <a:t>Referência</a:t>
              </a:r>
              <a:r>
                <a:rPr lang="en-US" dirty="0">
                  <a:solidFill>
                    <a:schemeClr val="tx2"/>
                  </a:solidFill>
                  <a:latin typeface="Santander Text" panose="020B0504020201020104" pitchFamily="34" charset="0"/>
                </a:rPr>
                <a:t> e Boas </a:t>
              </a:r>
              <a:r>
                <a:rPr lang="en-US" dirty="0" err="1">
                  <a:solidFill>
                    <a:schemeClr val="tx2"/>
                  </a:solidFill>
                  <a:latin typeface="Santander Text" panose="020B0504020201020104" pitchFamily="34" charset="0"/>
                </a:rPr>
                <a:t>Práticas</a:t>
              </a:r>
              <a:endParaRPr lang="en-US" dirty="0">
                <a:solidFill>
                  <a:schemeClr val="tx2"/>
                </a:solidFill>
                <a:latin typeface="Santander Text" panose="020B0504020201020104" pitchFamily="34" charset="0"/>
              </a:endParaRPr>
            </a:p>
          </p:txBody>
        </p:sp>
        <p:grpSp>
          <p:nvGrpSpPr>
            <p:cNvPr id="43" name="Punto 1">
              <a:extLst>
                <a:ext uri="{FF2B5EF4-FFF2-40B4-BE49-F238E27FC236}">
                  <a16:creationId xmlns:a16="http://schemas.microsoft.com/office/drawing/2014/main" id="{10F9F4AA-E872-BC55-EE48-18DC53AA1A45}"/>
                </a:ext>
              </a:extLst>
            </p:cNvPr>
            <p:cNvGrpSpPr/>
            <p:nvPr/>
          </p:nvGrpSpPr>
          <p:grpSpPr>
            <a:xfrm>
              <a:off x="1854679" y="5509052"/>
              <a:ext cx="358688" cy="358688"/>
              <a:chOff x="3928533" y="1504713"/>
              <a:chExt cx="358688" cy="358688"/>
            </a:xfrm>
            <a:solidFill>
              <a:srgbClr val="3C3C3B"/>
            </a:solidFill>
          </p:grpSpPr>
          <p:sp>
            <p:nvSpPr>
              <p:cNvPr id="44" name="Elipse 52">
                <a:extLst>
                  <a:ext uri="{FF2B5EF4-FFF2-40B4-BE49-F238E27FC236}">
                    <a16:creationId xmlns:a16="http://schemas.microsoft.com/office/drawing/2014/main" id="{13C25267-5260-F63E-0FB9-1088070720D9}"/>
                  </a:ext>
                </a:extLst>
              </p:cNvPr>
              <p:cNvSpPr/>
              <p:nvPr/>
            </p:nvSpPr>
            <p:spPr>
              <a:xfrm>
                <a:off x="3928533" y="1504713"/>
                <a:ext cx="358688" cy="35868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sp>
            <p:nvSpPr>
              <p:cNvPr id="61" name="Elipse 53">
                <a:extLst>
                  <a:ext uri="{FF2B5EF4-FFF2-40B4-BE49-F238E27FC236}">
                    <a16:creationId xmlns:a16="http://schemas.microsoft.com/office/drawing/2014/main" id="{9838C0B3-7192-9CBD-9507-C68A94490265}"/>
                  </a:ext>
                </a:extLst>
              </p:cNvPr>
              <p:cNvSpPr/>
              <p:nvPr/>
            </p:nvSpPr>
            <p:spPr>
              <a:xfrm>
                <a:off x="4027046" y="1603226"/>
                <a:ext cx="161662" cy="16166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grpSp>
      </p:grpSp>
      <p:grpSp>
        <p:nvGrpSpPr>
          <p:cNvPr id="62" name="Group 61">
            <a:extLst>
              <a:ext uri="{FF2B5EF4-FFF2-40B4-BE49-F238E27FC236}">
                <a16:creationId xmlns:a16="http://schemas.microsoft.com/office/drawing/2014/main" id="{8656C229-7D04-62F2-EEA4-E2A4C4496F64}"/>
              </a:ext>
            </a:extLst>
          </p:cNvPr>
          <p:cNvGrpSpPr/>
          <p:nvPr/>
        </p:nvGrpSpPr>
        <p:grpSpPr>
          <a:xfrm>
            <a:off x="1854679" y="5998502"/>
            <a:ext cx="1300647" cy="369332"/>
            <a:chOff x="1854679" y="6037414"/>
            <a:chExt cx="1300647" cy="369332"/>
          </a:xfrm>
        </p:grpSpPr>
        <p:sp>
          <p:nvSpPr>
            <p:cNvPr id="63" name="CuadroTexto 59">
              <a:extLst>
                <a:ext uri="{FF2B5EF4-FFF2-40B4-BE49-F238E27FC236}">
                  <a16:creationId xmlns:a16="http://schemas.microsoft.com/office/drawing/2014/main" id="{1F4A31F0-5603-77EC-51E7-1934FF29DD41}"/>
                </a:ext>
              </a:extLst>
            </p:cNvPr>
            <p:cNvSpPr txBox="1"/>
            <p:nvPr/>
          </p:nvSpPr>
          <p:spPr>
            <a:xfrm>
              <a:off x="2268993" y="6037414"/>
              <a:ext cx="886333" cy="369332"/>
            </a:xfrm>
            <a:prstGeom prst="rect">
              <a:avLst/>
            </a:prstGeom>
            <a:noFill/>
          </p:spPr>
          <p:txBody>
            <a:bodyPr wrap="none" rtlCol="0">
              <a:spAutoFit/>
            </a:bodyPr>
            <a:lstStyle/>
            <a:p>
              <a:r>
                <a:rPr lang="en-US" dirty="0" err="1">
                  <a:solidFill>
                    <a:schemeClr val="tx2"/>
                  </a:solidFill>
                  <a:latin typeface="Santander Text" panose="020B0504020201020104" pitchFamily="34" charset="0"/>
                </a:rPr>
                <a:t>Anexos</a:t>
              </a:r>
              <a:endParaRPr lang="en-US" dirty="0">
                <a:solidFill>
                  <a:schemeClr val="tx2"/>
                </a:solidFill>
                <a:latin typeface="Santander Text" panose="020B0504020201020104" pitchFamily="34" charset="0"/>
              </a:endParaRPr>
            </a:p>
          </p:txBody>
        </p:sp>
        <p:grpSp>
          <p:nvGrpSpPr>
            <p:cNvPr id="64" name="Punto 1">
              <a:extLst>
                <a:ext uri="{FF2B5EF4-FFF2-40B4-BE49-F238E27FC236}">
                  <a16:creationId xmlns:a16="http://schemas.microsoft.com/office/drawing/2014/main" id="{339DFBF1-190B-C650-3965-1301B70268B8}"/>
                </a:ext>
              </a:extLst>
            </p:cNvPr>
            <p:cNvGrpSpPr/>
            <p:nvPr/>
          </p:nvGrpSpPr>
          <p:grpSpPr>
            <a:xfrm>
              <a:off x="1854679" y="6042736"/>
              <a:ext cx="358688" cy="358688"/>
              <a:chOff x="3928533" y="1504713"/>
              <a:chExt cx="358688" cy="358688"/>
            </a:xfrm>
            <a:solidFill>
              <a:srgbClr val="3C3C3B"/>
            </a:solidFill>
          </p:grpSpPr>
          <p:sp>
            <p:nvSpPr>
              <p:cNvPr id="65" name="Elipse 52">
                <a:extLst>
                  <a:ext uri="{FF2B5EF4-FFF2-40B4-BE49-F238E27FC236}">
                    <a16:creationId xmlns:a16="http://schemas.microsoft.com/office/drawing/2014/main" id="{72F88CD5-956E-1A2F-22FD-8186F348AA94}"/>
                  </a:ext>
                </a:extLst>
              </p:cNvPr>
              <p:cNvSpPr/>
              <p:nvPr/>
            </p:nvSpPr>
            <p:spPr>
              <a:xfrm>
                <a:off x="3928533" y="1504713"/>
                <a:ext cx="358688" cy="35868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sp>
            <p:nvSpPr>
              <p:cNvPr id="66" name="Elipse 53">
                <a:extLst>
                  <a:ext uri="{FF2B5EF4-FFF2-40B4-BE49-F238E27FC236}">
                    <a16:creationId xmlns:a16="http://schemas.microsoft.com/office/drawing/2014/main" id="{B7F17ED8-CC4E-4D2B-8C5E-D0EEE6EE203F}"/>
                  </a:ext>
                </a:extLst>
              </p:cNvPr>
              <p:cNvSpPr/>
              <p:nvPr/>
            </p:nvSpPr>
            <p:spPr>
              <a:xfrm>
                <a:off x="4027046" y="1603226"/>
                <a:ext cx="161662" cy="16166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grpSp>
      </p:grpSp>
      <p:grpSp>
        <p:nvGrpSpPr>
          <p:cNvPr id="67" name="Group 66">
            <a:extLst>
              <a:ext uri="{FF2B5EF4-FFF2-40B4-BE49-F238E27FC236}">
                <a16:creationId xmlns:a16="http://schemas.microsoft.com/office/drawing/2014/main" id="{E6F8175E-D2A8-D462-C13F-08165BAAC157}"/>
              </a:ext>
            </a:extLst>
          </p:cNvPr>
          <p:cNvGrpSpPr/>
          <p:nvPr/>
        </p:nvGrpSpPr>
        <p:grpSpPr>
          <a:xfrm>
            <a:off x="1854679" y="931863"/>
            <a:ext cx="1991797" cy="369332"/>
            <a:chOff x="1854679" y="1044073"/>
            <a:chExt cx="1991797" cy="369332"/>
          </a:xfrm>
        </p:grpSpPr>
        <p:grpSp>
          <p:nvGrpSpPr>
            <p:cNvPr id="68" name="Punto 1">
              <a:extLst>
                <a:ext uri="{FF2B5EF4-FFF2-40B4-BE49-F238E27FC236}">
                  <a16:creationId xmlns:a16="http://schemas.microsoft.com/office/drawing/2014/main" id="{ED8F2826-CAC3-6883-0387-B6EE9E71CF79}"/>
                </a:ext>
              </a:extLst>
            </p:cNvPr>
            <p:cNvGrpSpPr/>
            <p:nvPr/>
          </p:nvGrpSpPr>
          <p:grpSpPr>
            <a:xfrm>
              <a:off x="1854679" y="1049395"/>
              <a:ext cx="358688" cy="358688"/>
              <a:chOff x="3928533" y="1504713"/>
              <a:chExt cx="358688" cy="358688"/>
            </a:xfrm>
            <a:solidFill>
              <a:srgbClr val="3C3C3B"/>
            </a:solidFill>
          </p:grpSpPr>
          <p:sp>
            <p:nvSpPr>
              <p:cNvPr id="70" name="Elipse 96">
                <a:extLst>
                  <a:ext uri="{FF2B5EF4-FFF2-40B4-BE49-F238E27FC236}">
                    <a16:creationId xmlns:a16="http://schemas.microsoft.com/office/drawing/2014/main" id="{74600C8C-A739-D65A-A285-AAAA467EE70F}"/>
                  </a:ext>
                </a:extLst>
              </p:cNvPr>
              <p:cNvSpPr/>
              <p:nvPr/>
            </p:nvSpPr>
            <p:spPr>
              <a:xfrm>
                <a:off x="3928533" y="1504713"/>
                <a:ext cx="358688" cy="35868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sp>
            <p:nvSpPr>
              <p:cNvPr id="71" name="Elipse 97">
                <a:extLst>
                  <a:ext uri="{FF2B5EF4-FFF2-40B4-BE49-F238E27FC236}">
                    <a16:creationId xmlns:a16="http://schemas.microsoft.com/office/drawing/2014/main" id="{F160F755-36EE-4EA8-4595-15640CFC2FF3}"/>
                  </a:ext>
                </a:extLst>
              </p:cNvPr>
              <p:cNvSpPr/>
              <p:nvPr/>
            </p:nvSpPr>
            <p:spPr>
              <a:xfrm>
                <a:off x="4027046" y="1603226"/>
                <a:ext cx="161662" cy="16166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grpSp>
        <p:sp>
          <p:nvSpPr>
            <p:cNvPr id="69" name="CuadroTexto 47">
              <a:extLst>
                <a:ext uri="{FF2B5EF4-FFF2-40B4-BE49-F238E27FC236}">
                  <a16:creationId xmlns:a16="http://schemas.microsoft.com/office/drawing/2014/main" id="{DEF2DAE5-6100-FD30-9A0A-A606C29698AC}"/>
                </a:ext>
              </a:extLst>
            </p:cNvPr>
            <p:cNvSpPr txBox="1"/>
            <p:nvPr/>
          </p:nvSpPr>
          <p:spPr>
            <a:xfrm>
              <a:off x="2268993" y="1044073"/>
              <a:ext cx="1577483" cy="369332"/>
            </a:xfrm>
            <a:prstGeom prst="rect">
              <a:avLst/>
            </a:prstGeom>
            <a:noFill/>
          </p:spPr>
          <p:txBody>
            <a:bodyPr wrap="none" rtlCol="0">
              <a:spAutoFit/>
            </a:bodyPr>
            <a:lstStyle>
              <a:defPPr>
                <a:defRPr lang="es-ES"/>
              </a:defPPr>
              <a:lvl1pPr>
                <a:defRPr>
                  <a:solidFill>
                    <a:schemeClr val="tx1">
                      <a:lumMod val="65000"/>
                      <a:lumOff val="35000"/>
                    </a:schemeClr>
                  </a:solidFill>
                </a:defRPr>
              </a:lvl1pPr>
            </a:lstStyle>
            <a:p>
              <a:r>
                <a:rPr lang="en-US" dirty="0" err="1">
                  <a:solidFill>
                    <a:schemeClr val="tx2"/>
                  </a:solidFill>
                  <a:latin typeface="Santander Text" panose="020B0504020201020104" pitchFamily="34" charset="0"/>
                </a:rPr>
                <a:t>Situação</a:t>
              </a:r>
              <a:r>
                <a:rPr lang="en-US" dirty="0">
                  <a:solidFill>
                    <a:schemeClr val="tx2"/>
                  </a:solidFill>
                  <a:latin typeface="Santander Text" panose="020B0504020201020104" pitchFamily="34" charset="0"/>
                </a:rPr>
                <a:t> </a:t>
              </a:r>
              <a:r>
                <a:rPr lang="en-US" dirty="0" err="1">
                  <a:solidFill>
                    <a:schemeClr val="tx2"/>
                  </a:solidFill>
                  <a:latin typeface="Santander Text" panose="020B0504020201020104" pitchFamily="34" charset="0"/>
                </a:rPr>
                <a:t>Atual</a:t>
              </a:r>
              <a:endParaRPr lang="en-US" dirty="0">
                <a:solidFill>
                  <a:schemeClr val="tx2"/>
                </a:solidFill>
                <a:latin typeface="Santander Text" panose="020B0504020201020104" pitchFamily="34" charset="0"/>
              </a:endParaRPr>
            </a:p>
          </p:txBody>
        </p:sp>
      </p:grpSp>
      <p:grpSp>
        <p:nvGrpSpPr>
          <p:cNvPr id="72" name="Group 71">
            <a:extLst>
              <a:ext uri="{FF2B5EF4-FFF2-40B4-BE49-F238E27FC236}">
                <a16:creationId xmlns:a16="http://schemas.microsoft.com/office/drawing/2014/main" id="{0FF50132-6FAA-A59C-D7E3-13F93A7A52B1}"/>
              </a:ext>
            </a:extLst>
          </p:cNvPr>
          <p:cNvGrpSpPr/>
          <p:nvPr/>
        </p:nvGrpSpPr>
        <p:grpSpPr>
          <a:xfrm>
            <a:off x="1854679" y="1853069"/>
            <a:ext cx="5412990" cy="369332"/>
            <a:chOff x="1854679" y="2101506"/>
            <a:chExt cx="5412990" cy="369332"/>
          </a:xfrm>
        </p:grpSpPr>
        <p:sp>
          <p:nvSpPr>
            <p:cNvPr id="73" name="CuadroTexto 57">
              <a:extLst>
                <a:ext uri="{FF2B5EF4-FFF2-40B4-BE49-F238E27FC236}">
                  <a16:creationId xmlns:a16="http://schemas.microsoft.com/office/drawing/2014/main" id="{43E2B65F-00A5-68B8-850C-A36C4D3E7ABE}"/>
                </a:ext>
              </a:extLst>
            </p:cNvPr>
            <p:cNvSpPr txBox="1"/>
            <p:nvPr/>
          </p:nvSpPr>
          <p:spPr>
            <a:xfrm>
              <a:off x="2268993" y="2101506"/>
              <a:ext cx="4998676" cy="369332"/>
            </a:xfrm>
            <a:prstGeom prst="rect">
              <a:avLst/>
            </a:prstGeom>
            <a:noFill/>
          </p:spPr>
          <p:txBody>
            <a:bodyPr wrap="none" rtlCol="0">
              <a:spAutoFit/>
            </a:bodyPr>
            <a:lstStyle/>
            <a:p>
              <a:r>
                <a:rPr lang="pt-PT" dirty="0">
                  <a:solidFill>
                    <a:schemeClr val="tx2"/>
                  </a:solidFill>
                  <a:latin typeface="Santander Text" panose="020B0504020201020104" pitchFamily="34" charset="0"/>
                </a:rPr>
                <a:t>Identificação e Descrição de Requisitos Funcionais</a:t>
              </a:r>
            </a:p>
          </p:txBody>
        </p:sp>
        <p:grpSp>
          <p:nvGrpSpPr>
            <p:cNvPr id="74" name="Punto 1">
              <a:extLst>
                <a:ext uri="{FF2B5EF4-FFF2-40B4-BE49-F238E27FC236}">
                  <a16:creationId xmlns:a16="http://schemas.microsoft.com/office/drawing/2014/main" id="{211EE83F-891A-6ED6-154B-FD7E3EE04F88}"/>
                </a:ext>
              </a:extLst>
            </p:cNvPr>
            <p:cNvGrpSpPr/>
            <p:nvPr/>
          </p:nvGrpSpPr>
          <p:grpSpPr>
            <a:xfrm>
              <a:off x="1854679" y="2106828"/>
              <a:ext cx="358688" cy="358688"/>
              <a:chOff x="3928533" y="1504713"/>
              <a:chExt cx="358688" cy="358688"/>
            </a:xfrm>
            <a:solidFill>
              <a:srgbClr val="3C3C3B"/>
            </a:solidFill>
          </p:grpSpPr>
          <p:sp>
            <p:nvSpPr>
              <p:cNvPr id="75" name="Elipse 96">
                <a:extLst>
                  <a:ext uri="{FF2B5EF4-FFF2-40B4-BE49-F238E27FC236}">
                    <a16:creationId xmlns:a16="http://schemas.microsoft.com/office/drawing/2014/main" id="{BBB1E0C7-51D6-F561-F153-4160830511B9}"/>
                  </a:ext>
                </a:extLst>
              </p:cNvPr>
              <p:cNvSpPr/>
              <p:nvPr/>
            </p:nvSpPr>
            <p:spPr>
              <a:xfrm>
                <a:off x="3928533" y="1504713"/>
                <a:ext cx="358688" cy="35868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sp>
            <p:nvSpPr>
              <p:cNvPr id="76" name="Elipse 97">
                <a:extLst>
                  <a:ext uri="{FF2B5EF4-FFF2-40B4-BE49-F238E27FC236}">
                    <a16:creationId xmlns:a16="http://schemas.microsoft.com/office/drawing/2014/main" id="{DE233D82-5DC2-01C6-E652-9F434C6D49C6}"/>
                  </a:ext>
                </a:extLst>
              </p:cNvPr>
              <p:cNvSpPr/>
              <p:nvPr/>
            </p:nvSpPr>
            <p:spPr>
              <a:xfrm>
                <a:off x="4027046" y="1603226"/>
                <a:ext cx="161662" cy="16166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grpSp>
      </p:grpSp>
      <p:grpSp>
        <p:nvGrpSpPr>
          <p:cNvPr id="77" name="Group 76">
            <a:extLst>
              <a:ext uri="{FF2B5EF4-FFF2-40B4-BE49-F238E27FC236}">
                <a16:creationId xmlns:a16="http://schemas.microsoft.com/office/drawing/2014/main" id="{4D71E5C8-FD86-00B7-4F28-5C1AC31DAFF5}"/>
              </a:ext>
            </a:extLst>
          </p:cNvPr>
          <p:cNvGrpSpPr/>
          <p:nvPr/>
        </p:nvGrpSpPr>
        <p:grpSpPr>
          <a:xfrm>
            <a:off x="1854679" y="1392466"/>
            <a:ext cx="5086619" cy="369332"/>
            <a:chOff x="1854679" y="1559699"/>
            <a:chExt cx="5086619" cy="369332"/>
          </a:xfrm>
        </p:grpSpPr>
        <p:grpSp>
          <p:nvGrpSpPr>
            <p:cNvPr id="78" name="Punto 1">
              <a:extLst>
                <a:ext uri="{FF2B5EF4-FFF2-40B4-BE49-F238E27FC236}">
                  <a16:creationId xmlns:a16="http://schemas.microsoft.com/office/drawing/2014/main" id="{8503B868-62B9-0A34-383C-9B325AB0C2FC}"/>
                </a:ext>
              </a:extLst>
            </p:cNvPr>
            <p:cNvGrpSpPr/>
            <p:nvPr/>
          </p:nvGrpSpPr>
          <p:grpSpPr>
            <a:xfrm>
              <a:off x="1854679" y="1565021"/>
              <a:ext cx="358688" cy="358688"/>
              <a:chOff x="3928533" y="1504713"/>
              <a:chExt cx="358688" cy="358688"/>
            </a:xfrm>
            <a:solidFill>
              <a:srgbClr val="3C3C3B"/>
            </a:solidFill>
          </p:grpSpPr>
          <p:sp>
            <p:nvSpPr>
              <p:cNvPr id="80" name="Elipse 96">
                <a:extLst>
                  <a:ext uri="{FF2B5EF4-FFF2-40B4-BE49-F238E27FC236}">
                    <a16:creationId xmlns:a16="http://schemas.microsoft.com/office/drawing/2014/main" id="{B6A68CD6-6028-ACC4-BA3E-167822D4FC80}"/>
                  </a:ext>
                </a:extLst>
              </p:cNvPr>
              <p:cNvSpPr/>
              <p:nvPr/>
            </p:nvSpPr>
            <p:spPr>
              <a:xfrm>
                <a:off x="3928533" y="1504713"/>
                <a:ext cx="358688" cy="35868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sp>
            <p:nvSpPr>
              <p:cNvPr id="81" name="Elipse 97">
                <a:extLst>
                  <a:ext uri="{FF2B5EF4-FFF2-40B4-BE49-F238E27FC236}">
                    <a16:creationId xmlns:a16="http://schemas.microsoft.com/office/drawing/2014/main" id="{25965B1E-5B8E-D5F1-F73C-BAEF11603A37}"/>
                  </a:ext>
                </a:extLst>
              </p:cNvPr>
              <p:cNvSpPr/>
              <p:nvPr/>
            </p:nvSpPr>
            <p:spPr>
              <a:xfrm>
                <a:off x="4027046" y="1603226"/>
                <a:ext cx="161662" cy="16166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grpSp>
        <p:sp>
          <p:nvSpPr>
            <p:cNvPr id="79" name="CuadroTexto 47">
              <a:extLst>
                <a:ext uri="{FF2B5EF4-FFF2-40B4-BE49-F238E27FC236}">
                  <a16:creationId xmlns:a16="http://schemas.microsoft.com/office/drawing/2014/main" id="{91D84603-8457-5B40-3333-129D069F4008}"/>
                </a:ext>
              </a:extLst>
            </p:cNvPr>
            <p:cNvSpPr txBox="1"/>
            <p:nvPr/>
          </p:nvSpPr>
          <p:spPr>
            <a:xfrm>
              <a:off x="2268993" y="1559699"/>
              <a:ext cx="4672305" cy="369332"/>
            </a:xfrm>
            <a:prstGeom prst="rect">
              <a:avLst/>
            </a:prstGeom>
            <a:noFill/>
          </p:spPr>
          <p:txBody>
            <a:bodyPr wrap="none" rtlCol="0">
              <a:spAutoFit/>
            </a:bodyPr>
            <a:lstStyle>
              <a:defPPr>
                <a:defRPr lang="es-ES"/>
              </a:defPPr>
              <a:lvl1pPr>
                <a:defRPr>
                  <a:solidFill>
                    <a:schemeClr val="tx1">
                      <a:lumMod val="65000"/>
                      <a:lumOff val="35000"/>
                    </a:schemeClr>
                  </a:solidFill>
                </a:defRPr>
              </a:lvl1pPr>
            </a:lstStyle>
            <a:p>
              <a:r>
                <a:rPr lang="en-US" dirty="0" err="1">
                  <a:solidFill>
                    <a:schemeClr val="tx2"/>
                  </a:solidFill>
                  <a:latin typeface="Santander Text" panose="020B0504020201020104" pitchFamily="34" charset="0"/>
                </a:rPr>
                <a:t>Princípios</a:t>
              </a:r>
              <a:r>
                <a:rPr lang="en-US" dirty="0">
                  <a:solidFill>
                    <a:schemeClr val="tx2"/>
                  </a:solidFill>
                  <a:latin typeface="Santander Text" panose="020B0504020201020104" pitchFamily="34" charset="0"/>
                </a:rPr>
                <a:t> </a:t>
              </a:r>
              <a:r>
                <a:rPr lang="en-US" dirty="0" err="1">
                  <a:solidFill>
                    <a:schemeClr val="tx2"/>
                  </a:solidFill>
                  <a:latin typeface="Santander Text" panose="020B0504020201020104" pitchFamily="34" charset="0"/>
                </a:rPr>
                <a:t>Funcionais</a:t>
              </a:r>
              <a:r>
                <a:rPr lang="en-US" dirty="0">
                  <a:solidFill>
                    <a:schemeClr val="tx2"/>
                  </a:solidFill>
                  <a:latin typeface="Santander Text" panose="020B0504020201020104" pitchFamily="34" charset="0"/>
                </a:rPr>
                <a:t> e </a:t>
              </a:r>
              <a:r>
                <a:rPr lang="en-US" dirty="0" err="1">
                  <a:solidFill>
                    <a:schemeClr val="tx2"/>
                  </a:solidFill>
                  <a:latin typeface="Santander Text" panose="020B0504020201020104" pitchFamily="34" charset="0"/>
                </a:rPr>
                <a:t>Indicadores</a:t>
              </a:r>
              <a:r>
                <a:rPr lang="en-US" dirty="0">
                  <a:solidFill>
                    <a:schemeClr val="tx2"/>
                  </a:solidFill>
                  <a:latin typeface="Santander Text" panose="020B0504020201020104" pitchFamily="34" charset="0"/>
                </a:rPr>
                <a:t> de </a:t>
              </a:r>
              <a:r>
                <a:rPr lang="en-US" dirty="0" err="1">
                  <a:solidFill>
                    <a:schemeClr val="tx2"/>
                  </a:solidFill>
                  <a:latin typeface="Santander Text" panose="020B0504020201020104" pitchFamily="34" charset="0"/>
                </a:rPr>
                <a:t>Negócio</a:t>
              </a:r>
              <a:endParaRPr lang="en-US" dirty="0">
                <a:solidFill>
                  <a:schemeClr val="tx2"/>
                </a:solidFill>
                <a:latin typeface="Santander Text" panose="020B0504020201020104" pitchFamily="34" charset="0"/>
              </a:endParaRPr>
            </a:p>
          </p:txBody>
        </p:sp>
      </p:grpSp>
      <p:grpSp>
        <p:nvGrpSpPr>
          <p:cNvPr id="82" name="Group 81">
            <a:extLst>
              <a:ext uri="{FF2B5EF4-FFF2-40B4-BE49-F238E27FC236}">
                <a16:creationId xmlns:a16="http://schemas.microsoft.com/office/drawing/2014/main" id="{D81B4B63-3BC3-39D8-3784-D4F9BFE0A6A9}"/>
              </a:ext>
            </a:extLst>
          </p:cNvPr>
          <p:cNvGrpSpPr/>
          <p:nvPr/>
        </p:nvGrpSpPr>
        <p:grpSpPr>
          <a:xfrm>
            <a:off x="1854679" y="2313672"/>
            <a:ext cx="2554387" cy="369332"/>
            <a:chOff x="1854679" y="2707045"/>
            <a:chExt cx="2554387" cy="369332"/>
          </a:xfrm>
        </p:grpSpPr>
        <p:sp>
          <p:nvSpPr>
            <p:cNvPr id="83" name="CuadroTexto 57">
              <a:extLst>
                <a:ext uri="{FF2B5EF4-FFF2-40B4-BE49-F238E27FC236}">
                  <a16:creationId xmlns:a16="http://schemas.microsoft.com/office/drawing/2014/main" id="{9B2B7DA7-ADF5-86F0-5D87-21C8CA73A15E}"/>
                </a:ext>
              </a:extLst>
            </p:cNvPr>
            <p:cNvSpPr txBox="1"/>
            <p:nvPr/>
          </p:nvSpPr>
          <p:spPr>
            <a:xfrm>
              <a:off x="2268993" y="2707045"/>
              <a:ext cx="2140073" cy="369332"/>
            </a:xfrm>
            <a:prstGeom prst="rect">
              <a:avLst/>
            </a:prstGeom>
            <a:noFill/>
          </p:spPr>
          <p:txBody>
            <a:bodyPr wrap="none" rtlCol="0">
              <a:spAutoFit/>
            </a:bodyPr>
            <a:lstStyle/>
            <a:p>
              <a:r>
                <a:rPr lang="en-US" dirty="0" err="1">
                  <a:solidFill>
                    <a:schemeClr val="tx2"/>
                  </a:solidFill>
                  <a:latin typeface="Santander Text" panose="020B0504020201020104" pitchFamily="34" charset="0"/>
                </a:rPr>
                <a:t>Desenho</a:t>
              </a:r>
              <a:r>
                <a:rPr lang="en-US" dirty="0">
                  <a:solidFill>
                    <a:schemeClr val="tx2"/>
                  </a:solidFill>
                  <a:latin typeface="Santander Text" panose="020B0504020201020104" pitchFamily="34" charset="0"/>
                </a:rPr>
                <a:t> de </a:t>
              </a:r>
              <a:r>
                <a:rPr lang="en-US" dirty="0" err="1">
                  <a:solidFill>
                    <a:schemeClr val="tx2"/>
                  </a:solidFill>
                  <a:latin typeface="Santander Text" panose="020B0504020201020104" pitchFamily="34" charset="0"/>
                </a:rPr>
                <a:t>Solução</a:t>
              </a:r>
              <a:endParaRPr lang="en-US" dirty="0">
                <a:solidFill>
                  <a:schemeClr val="tx2"/>
                </a:solidFill>
                <a:latin typeface="Santander Text" panose="020B0504020201020104" pitchFamily="34" charset="0"/>
              </a:endParaRPr>
            </a:p>
          </p:txBody>
        </p:sp>
        <p:grpSp>
          <p:nvGrpSpPr>
            <p:cNvPr id="84" name="Punto 1">
              <a:extLst>
                <a:ext uri="{FF2B5EF4-FFF2-40B4-BE49-F238E27FC236}">
                  <a16:creationId xmlns:a16="http://schemas.microsoft.com/office/drawing/2014/main" id="{5BDAF78B-64BD-5524-BFC3-8AB79E45B291}"/>
                </a:ext>
              </a:extLst>
            </p:cNvPr>
            <p:cNvGrpSpPr/>
            <p:nvPr/>
          </p:nvGrpSpPr>
          <p:grpSpPr>
            <a:xfrm>
              <a:off x="1854679" y="2712367"/>
              <a:ext cx="358688" cy="358688"/>
              <a:chOff x="3928533" y="1504713"/>
              <a:chExt cx="358688" cy="358688"/>
            </a:xfrm>
            <a:solidFill>
              <a:srgbClr val="3C3C3B"/>
            </a:solidFill>
          </p:grpSpPr>
          <p:sp>
            <p:nvSpPr>
              <p:cNvPr id="85" name="Elipse 96">
                <a:extLst>
                  <a:ext uri="{FF2B5EF4-FFF2-40B4-BE49-F238E27FC236}">
                    <a16:creationId xmlns:a16="http://schemas.microsoft.com/office/drawing/2014/main" id="{1830335B-8326-CCB2-5E4A-73BDD931F279}"/>
                  </a:ext>
                </a:extLst>
              </p:cNvPr>
              <p:cNvSpPr/>
              <p:nvPr/>
            </p:nvSpPr>
            <p:spPr>
              <a:xfrm>
                <a:off x="3928533" y="1504713"/>
                <a:ext cx="358688" cy="35868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sp>
            <p:nvSpPr>
              <p:cNvPr id="86" name="Elipse 97">
                <a:extLst>
                  <a:ext uri="{FF2B5EF4-FFF2-40B4-BE49-F238E27FC236}">
                    <a16:creationId xmlns:a16="http://schemas.microsoft.com/office/drawing/2014/main" id="{54860A14-CF98-F660-9A11-A7C45157D84C}"/>
                  </a:ext>
                </a:extLst>
              </p:cNvPr>
              <p:cNvSpPr/>
              <p:nvPr/>
            </p:nvSpPr>
            <p:spPr>
              <a:xfrm>
                <a:off x="4027046" y="1603226"/>
                <a:ext cx="161662" cy="16166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grpSp>
      </p:grpSp>
      <p:grpSp>
        <p:nvGrpSpPr>
          <p:cNvPr id="87" name="Group 86">
            <a:extLst>
              <a:ext uri="{FF2B5EF4-FFF2-40B4-BE49-F238E27FC236}">
                <a16:creationId xmlns:a16="http://schemas.microsoft.com/office/drawing/2014/main" id="{2D662686-2CAA-A449-E8F9-0F5093CDC50C}"/>
              </a:ext>
            </a:extLst>
          </p:cNvPr>
          <p:cNvGrpSpPr/>
          <p:nvPr/>
        </p:nvGrpSpPr>
        <p:grpSpPr>
          <a:xfrm>
            <a:off x="1843483" y="471260"/>
            <a:ext cx="4248608" cy="369332"/>
            <a:chOff x="1843483" y="471260"/>
            <a:chExt cx="4248608" cy="369332"/>
          </a:xfrm>
        </p:grpSpPr>
        <p:grpSp>
          <p:nvGrpSpPr>
            <p:cNvPr id="88" name="Group 87">
              <a:extLst>
                <a:ext uri="{FF2B5EF4-FFF2-40B4-BE49-F238E27FC236}">
                  <a16:creationId xmlns:a16="http://schemas.microsoft.com/office/drawing/2014/main" id="{A5651BBB-A4DD-86C9-1E8F-FC229344F48F}"/>
                </a:ext>
              </a:extLst>
            </p:cNvPr>
            <p:cNvGrpSpPr/>
            <p:nvPr/>
          </p:nvGrpSpPr>
          <p:grpSpPr>
            <a:xfrm>
              <a:off x="1843483" y="471260"/>
              <a:ext cx="4248608" cy="369332"/>
              <a:chOff x="1843483" y="471260"/>
              <a:chExt cx="4248608" cy="369332"/>
            </a:xfrm>
          </p:grpSpPr>
          <p:sp>
            <p:nvSpPr>
              <p:cNvPr id="90" name="CuadroTexto 47">
                <a:extLst>
                  <a:ext uri="{FF2B5EF4-FFF2-40B4-BE49-F238E27FC236}">
                    <a16:creationId xmlns:a16="http://schemas.microsoft.com/office/drawing/2014/main" id="{DD59122D-50DB-1EA7-50A3-98890E34E3F5}"/>
                  </a:ext>
                </a:extLst>
              </p:cNvPr>
              <p:cNvSpPr txBox="1"/>
              <p:nvPr/>
            </p:nvSpPr>
            <p:spPr>
              <a:xfrm>
                <a:off x="2268993" y="471260"/>
                <a:ext cx="3823098" cy="369332"/>
              </a:xfrm>
              <a:prstGeom prst="rect">
                <a:avLst/>
              </a:prstGeom>
              <a:noFill/>
            </p:spPr>
            <p:txBody>
              <a:bodyPr wrap="none" rtlCol="0">
                <a:spAutoFit/>
              </a:bodyPr>
              <a:lstStyle>
                <a:defPPr>
                  <a:defRPr lang="es-ES"/>
                </a:defPPr>
                <a:lvl1pPr>
                  <a:defRPr>
                    <a:solidFill>
                      <a:schemeClr val="tx1">
                        <a:lumMod val="65000"/>
                        <a:lumOff val="35000"/>
                      </a:schemeClr>
                    </a:solidFill>
                  </a:defRPr>
                </a:lvl1pPr>
              </a:lstStyle>
              <a:p>
                <a:r>
                  <a:rPr lang="en-US" dirty="0" err="1">
                    <a:solidFill>
                      <a:schemeClr val="tx2"/>
                    </a:solidFill>
                    <a:latin typeface="Santander Text" panose="020B0504020201020104" pitchFamily="34" charset="0"/>
                  </a:rPr>
                  <a:t>Enquadramento</a:t>
                </a:r>
                <a:r>
                  <a:rPr lang="en-US" dirty="0">
                    <a:solidFill>
                      <a:schemeClr val="tx2"/>
                    </a:solidFill>
                    <a:latin typeface="Santander Text" panose="020B0504020201020104" pitchFamily="34" charset="0"/>
                  </a:rPr>
                  <a:t>, </a:t>
                </a:r>
                <a:r>
                  <a:rPr lang="en-US" dirty="0" err="1">
                    <a:solidFill>
                      <a:schemeClr val="tx2"/>
                    </a:solidFill>
                    <a:latin typeface="Santander Text" panose="020B0504020201020104" pitchFamily="34" charset="0"/>
                  </a:rPr>
                  <a:t>Objectivos</a:t>
                </a:r>
                <a:r>
                  <a:rPr lang="en-US" dirty="0">
                    <a:solidFill>
                      <a:schemeClr val="tx2"/>
                    </a:solidFill>
                    <a:latin typeface="Santander Text" panose="020B0504020201020104" pitchFamily="34" charset="0"/>
                  </a:rPr>
                  <a:t> e </a:t>
                </a:r>
                <a:r>
                  <a:rPr lang="en-US" dirty="0" err="1">
                    <a:solidFill>
                      <a:schemeClr val="tx2"/>
                    </a:solidFill>
                    <a:latin typeface="Santander Text" panose="020B0504020201020104" pitchFamily="34" charset="0"/>
                  </a:rPr>
                  <a:t>Alcance</a:t>
                </a:r>
                <a:endParaRPr lang="en-US" dirty="0">
                  <a:solidFill>
                    <a:schemeClr val="tx2"/>
                  </a:solidFill>
                  <a:latin typeface="Santander Text" panose="020B0504020201020104" pitchFamily="34" charset="0"/>
                </a:endParaRPr>
              </a:p>
            </p:txBody>
          </p:sp>
          <p:sp>
            <p:nvSpPr>
              <p:cNvPr id="91" name="Elipse 93">
                <a:extLst>
                  <a:ext uri="{FF2B5EF4-FFF2-40B4-BE49-F238E27FC236}">
                    <a16:creationId xmlns:a16="http://schemas.microsoft.com/office/drawing/2014/main" id="{DB15BBB7-19B7-71CF-FD60-7277FE3A49D3}"/>
                  </a:ext>
                </a:extLst>
              </p:cNvPr>
              <p:cNvSpPr/>
              <p:nvPr/>
            </p:nvSpPr>
            <p:spPr>
              <a:xfrm>
                <a:off x="1843483" y="471260"/>
                <a:ext cx="358688" cy="358688"/>
              </a:xfrm>
              <a:prstGeom prst="ellipse">
                <a:avLst/>
              </a:prstGeom>
              <a:solidFill>
                <a:srgbClr val="3C3C3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grpSp>
        <p:sp>
          <p:nvSpPr>
            <p:cNvPr id="89" name="Elipse 97">
              <a:extLst>
                <a:ext uri="{FF2B5EF4-FFF2-40B4-BE49-F238E27FC236}">
                  <a16:creationId xmlns:a16="http://schemas.microsoft.com/office/drawing/2014/main" id="{1B517D2B-37EB-B6B0-747F-83A79093BBFD}"/>
                </a:ext>
              </a:extLst>
            </p:cNvPr>
            <p:cNvSpPr/>
            <p:nvPr/>
          </p:nvSpPr>
          <p:spPr>
            <a:xfrm>
              <a:off x="1941996" y="569773"/>
              <a:ext cx="161662" cy="16166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Santander Text" panose="020B0504020201020104" pitchFamily="34" charset="0"/>
              </a:endParaRPr>
            </a:p>
          </p:txBody>
        </p:sp>
      </p:grpSp>
      <p:grpSp>
        <p:nvGrpSpPr>
          <p:cNvPr id="92" name="Group 91">
            <a:extLst>
              <a:ext uri="{FF2B5EF4-FFF2-40B4-BE49-F238E27FC236}">
                <a16:creationId xmlns:a16="http://schemas.microsoft.com/office/drawing/2014/main" id="{7849A185-E2C2-EBE0-1B5E-78A01A1B8900}"/>
              </a:ext>
            </a:extLst>
          </p:cNvPr>
          <p:cNvGrpSpPr/>
          <p:nvPr/>
        </p:nvGrpSpPr>
        <p:grpSpPr>
          <a:xfrm>
            <a:off x="1854679" y="3695481"/>
            <a:ext cx="2807213" cy="369332"/>
            <a:chOff x="1854679" y="3814462"/>
            <a:chExt cx="2807213" cy="369332"/>
          </a:xfrm>
        </p:grpSpPr>
        <p:sp>
          <p:nvSpPr>
            <p:cNvPr id="93" name="CuadroTexto 55">
              <a:extLst>
                <a:ext uri="{FF2B5EF4-FFF2-40B4-BE49-F238E27FC236}">
                  <a16:creationId xmlns:a16="http://schemas.microsoft.com/office/drawing/2014/main" id="{28CA317E-7759-459A-F345-52713C42A616}"/>
                </a:ext>
              </a:extLst>
            </p:cNvPr>
            <p:cNvSpPr txBox="1"/>
            <p:nvPr/>
          </p:nvSpPr>
          <p:spPr>
            <a:xfrm>
              <a:off x="2268993" y="3814462"/>
              <a:ext cx="2392899" cy="369332"/>
            </a:xfrm>
            <a:prstGeom prst="rect">
              <a:avLst/>
            </a:prstGeom>
            <a:noFill/>
          </p:spPr>
          <p:txBody>
            <a:bodyPr wrap="none" rtlCol="0">
              <a:spAutoFit/>
            </a:bodyPr>
            <a:lstStyle/>
            <a:p>
              <a:r>
                <a:rPr lang="pt-PT" dirty="0">
                  <a:solidFill>
                    <a:schemeClr val="tx2"/>
                  </a:solidFill>
                  <a:latin typeface="Santander Text" panose="020B0504020201020104" pitchFamily="34" charset="0"/>
                </a:rPr>
                <a:t>Desenho de Segurança</a:t>
              </a:r>
            </a:p>
          </p:txBody>
        </p:sp>
        <p:grpSp>
          <p:nvGrpSpPr>
            <p:cNvPr id="94" name="Punto 1">
              <a:extLst>
                <a:ext uri="{FF2B5EF4-FFF2-40B4-BE49-F238E27FC236}">
                  <a16:creationId xmlns:a16="http://schemas.microsoft.com/office/drawing/2014/main" id="{5E79535D-1E86-E10F-77CC-812CD7CC2248}"/>
                </a:ext>
              </a:extLst>
            </p:cNvPr>
            <p:cNvGrpSpPr/>
            <p:nvPr/>
          </p:nvGrpSpPr>
          <p:grpSpPr>
            <a:xfrm>
              <a:off x="1854679" y="3819784"/>
              <a:ext cx="358688" cy="358688"/>
              <a:chOff x="3928533" y="1504713"/>
              <a:chExt cx="358688" cy="358688"/>
            </a:xfrm>
            <a:solidFill>
              <a:srgbClr val="3C3C3B"/>
            </a:solidFill>
          </p:grpSpPr>
          <p:sp>
            <p:nvSpPr>
              <p:cNvPr id="95" name="Elipse 102">
                <a:extLst>
                  <a:ext uri="{FF2B5EF4-FFF2-40B4-BE49-F238E27FC236}">
                    <a16:creationId xmlns:a16="http://schemas.microsoft.com/office/drawing/2014/main" id="{CF3E039F-9C73-0681-F903-77BBDB047C11}"/>
                  </a:ext>
                </a:extLst>
              </p:cNvPr>
              <p:cNvSpPr/>
              <p:nvPr/>
            </p:nvSpPr>
            <p:spPr>
              <a:xfrm>
                <a:off x="3928533" y="1504713"/>
                <a:ext cx="358688" cy="35868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sp>
            <p:nvSpPr>
              <p:cNvPr id="108" name="Elipse 103">
                <a:extLst>
                  <a:ext uri="{FF2B5EF4-FFF2-40B4-BE49-F238E27FC236}">
                    <a16:creationId xmlns:a16="http://schemas.microsoft.com/office/drawing/2014/main" id="{C8E866E9-E1C1-7C12-ED0F-F631AF082B47}"/>
                  </a:ext>
                </a:extLst>
              </p:cNvPr>
              <p:cNvSpPr/>
              <p:nvPr/>
            </p:nvSpPr>
            <p:spPr>
              <a:xfrm>
                <a:off x="4027046" y="1603226"/>
                <a:ext cx="161662" cy="16166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grpSp>
      </p:grpSp>
      <p:grpSp>
        <p:nvGrpSpPr>
          <p:cNvPr id="109" name="Group 108">
            <a:extLst>
              <a:ext uri="{FF2B5EF4-FFF2-40B4-BE49-F238E27FC236}">
                <a16:creationId xmlns:a16="http://schemas.microsoft.com/office/drawing/2014/main" id="{69CAEB5A-ECF2-A955-2B35-0D47E215C5D8}"/>
              </a:ext>
            </a:extLst>
          </p:cNvPr>
          <p:cNvGrpSpPr/>
          <p:nvPr/>
        </p:nvGrpSpPr>
        <p:grpSpPr>
          <a:xfrm>
            <a:off x="1854679" y="4616687"/>
            <a:ext cx="4314421" cy="369332"/>
            <a:chOff x="1854679" y="4351720"/>
            <a:chExt cx="4314421" cy="369332"/>
          </a:xfrm>
        </p:grpSpPr>
        <p:sp>
          <p:nvSpPr>
            <p:cNvPr id="110" name="CuadroTexto 51">
              <a:extLst>
                <a:ext uri="{FF2B5EF4-FFF2-40B4-BE49-F238E27FC236}">
                  <a16:creationId xmlns:a16="http://schemas.microsoft.com/office/drawing/2014/main" id="{E14D0EDC-0676-CF21-3362-DA72097C1378}"/>
                </a:ext>
              </a:extLst>
            </p:cNvPr>
            <p:cNvSpPr txBox="1"/>
            <p:nvPr/>
          </p:nvSpPr>
          <p:spPr>
            <a:xfrm>
              <a:off x="2268993" y="4351720"/>
              <a:ext cx="3900107" cy="369332"/>
            </a:xfrm>
            <a:prstGeom prst="rect">
              <a:avLst/>
            </a:prstGeom>
            <a:noFill/>
          </p:spPr>
          <p:txBody>
            <a:bodyPr wrap="none" rtlCol="0">
              <a:spAutoFit/>
            </a:bodyPr>
            <a:lstStyle/>
            <a:p>
              <a:r>
                <a:rPr lang="en-US" dirty="0" err="1">
                  <a:solidFill>
                    <a:schemeClr val="tx2"/>
                  </a:solidFill>
                  <a:latin typeface="Santander Text" panose="020B0504020201020104" pitchFamily="34" charset="0"/>
                </a:rPr>
                <a:t>Observabilidade</a:t>
              </a:r>
              <a:r>
                <a:rPr lang="en-US" dirty="0">
                  <a:solidFill>
                    <a:schemeClr val="tx2"/>
                  </a:solidFill>
                  <a:latin typeface="Santander Text" panose="020B0504020201020104" pitchFamily="34" charset="0"/>
                </a:rPr>
                <a:t> e </a:t>
              </a:r>
              <a:r>
                <a:rPr lang="en-US" dirty="0" err="1">
                  <a:solidFill>
                    <a:schemeClr val="tx2"/>
                  </a:solidFill>
                  <a:latin typeface="Santander Text" panose="020B0504020201020104" pitchFamily="34" charset="0"/>
                </a:rPr>
                <a:t>Automação</a:t>
              </a:r>
              <a:r>
                <a:rPr lang="en-US" dirty="0">
                  <a:solidFill>
                    <a:schemeClr val="tx2"/>
                  </a:solidFill>
                  <a:latin typeface="Santander Text" panose="020B0504020201020104" pitchFamily="34" charset="0"/>
                </a:rPr>
                <a:t> de SW </a:t>
              </a:r>
            </a:p>
          </p:txBody>
        </p:sp>
        <p:grpSp>
          <p:nvGrpSpPr>
            <p:cNvPr id="114" name="Punto 1">
              <a:extLst>
                <a:ext uri="{FF2B5EF4-FFF2-40B4-BE49-F238E27FC236}">
                  <a16:creationId xmlns:a16="http://schemas.microsoft.com/office/drawing/2014/main" id="{4C875713-136C-BEAB-3424-C70969311287}"/>
                </a:ext>
              </a:extLst>
            </p:cNvPr>
            <p:cNvGrpSpPr/>
            <p:nvPr/>
          </p:nvGrpSpPr>
          <p:grpSpPr>
            <a:xfrm>
              <a:off x="1854679" y="4357042"/>
              <a:ext cx="358688" cy="358688"/>
              <a:chOff x="3928533" y="1504713"/>
              <a:chExt cx="358688" cy="358688"/>
            </a:xfrm>
            <a:solidFill>
              <a:srgbClr val="3C3C3B"/>
            </a:solidFill>
          </p:grpSpPr>
          <p:sp>
            <p:nvSpPr>
              <p:cNvPr id="115" name="Elipse 105">
                <a:extLst>
                  <a:ext uri="{FF2B5EF4-FFF2-40B4-BE49-F238E27FC236}">
                    <a16:creationId xmlns:a16="http://schemas.microsoft.com/office/drawing/2014/main" id="{177B9C57-E9C8-6A3B-1979-08E4AF52A480}"/>
                  </a:ext>
                </a:extLst>
              </p:cNvPr>
              <p:cNvSpPr/>
              <p:nvPr/>
            </p:nvSpPr>
            <p:spPr>
              <a:xfrm>
                <a:off x="3928533" y="1504713"/>
                <a:ext cx="358688" cy="35868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sp>
            <p:nvSpPr>
              <p:cNvPr id="116" name="Elipse 106">
                <a:extLst>
                  <a:ext uri="{FF2B5EF4-FFF2-40B4-BE49-F238E27FC236}">
                    <a16:creationId xmlns:a16="http://schemas.microsoft.com/office/drawing/2014/main" id="{45DD4981-FC2B-326C-D0CB-A7C49C428FD5}"/>
                  </a:ext>
                </a:extLst>
              </p:cNvPr>
              <p:cNvSpPr/>
              <p:nvPr/>
            </p:nvSpPr>
            <p:spPr>
              <a:xfrm>
                <a:off x="4027046" y="1603226"/>
                <a:ext cx="161662" cy="16166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grpSp>
      </p:grpSp>
    </p:spTree>
    <p:extLst>
      <p:ext uri="{BB962C8B-B14F-4D97-AF65-F5344CB8AC3E}">
        <p14:creationId xmlns:p14="http://schemas.microsoft.com/office/powerpoint/2010/main" val="17272074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BC0D97B6-E32F-4D7D-B839-7C3B51F2640F}" type="slidenum">
              <a:rPr lang="pt-PT" smtClean="0"/>
              <a:pPr/>
              <a:t>10</a:t>
            </a:fld>
            <a:endParaRPr lang="pt-PT" dirty="0"/>
          </a:p>
        </p:txBody>
      </p:sp>
      <p:sp>
        <p:nvSpPr>
          <p:cNvPr id="4" name="TextBox 3">
            <a:extLst>
              <a:ext uri="{FF2B5EF4-FFF2-40B4-BE49-F238E27FC236}">
                <a16:creationId xmlns:a16="http://schemas.microsoft.com/office/drawing/2014/main" id="{60A3399C-43C9-9C68-4D42-F8D1658EF2E8}"/>
              </a:ext>
            </a:extLst>
          </p:cNvPr>
          <p:cNvSpPr txBox="1"/>
          <p:nvPr/>
        </p:nvSpPr>
        <p:spPr>
          <a:xfrm>
            <a:off x="621102" y="607887"/>
            <a:ext cx="2258952" cy="369332"/>
          </a:xfrm>
          <a:prstGeom prst="rect">
            <a:avLst/>
          </a:prstGeom>
          <a:noFill/>
        </p:spPr>
        <p:txBody>
          <a:bodyPr wrap="none" rtlCol="0">
            <a:spAutoFit/>
          </a:bodyPr>
          <a:lstStyle/>
          <a:p>
            <a:r>
              <a:rPr lang="pt-PT" dirty="0">
                <a:solidFill>
                  <a:schemeClr val="accent5"/>
                </a:solidFill>
                <a:latin typeface="Santander Text" panose="020B0504020201020104" pitchFamily="34" charset="0"/>
              </a:rPr>
              <a:t>Princípios de Negócio</a:t>
            </a:r>
          </a:p>
        </p:txBody>
      </p:sp>
      <p:sp>
        <p:nvSpPr>
          <p:cNvPr id="5" name="TextBox 4">
            <a:extLst>
              <a:ext uri="{FF2B5EF4-FFF2-40B4-BE49-F238E27FC236}">
                <a16:creationId xmlns:a16="http://schemas.microsoft.com/office/drawing/2014/main" id="{9EDD6B14-8E3F-D7DB-1D85-C88E342167EC}"/>
              </a:ext>
            </a:extLst>
          </p:cNvPr>
          <p:cNvSpPr txBox="1"/>
          <p:nvPr/>
        </p:nvSpPr>
        <p:spPr>
          <a:xfrm>
            <a:off x="6556945" y="607887"/>
            <a:ext cx="2259658" cy="369332"/>
          </a:xfrm>
          <a:prstGeom prst="rect">
            <a:avLst/>
          </a:prstGeom>
          <a:noFill/>
        </p:spPr>
        <p:txBody>
          <a:bodyPr wrap="none" rtlCol="0">
            <a:spAutoFit/>
          </a:bodyPr>
          <a:lstStyle/>
          <a:p>
            <a:r>
              <a:rPr lang="pt-PT" dirty="0">
                <a:solidFill>
                  <a:schemeClr val="accent3"/>
                </a:solidFill>
                <a:latin typeface="Santander Text" panose="020B0504020201020104" pitchFamily="34" charset="0"/>
              </a:rPr>
              <a:t>Padrões Tecnológicos</a:t>
            </a:r>
          </a:p>
        </p:txBody>
      </p:sp>
      <p:sp>
        <p:nvSpPr>
          <p:cNvPr id="8" name="CuadroTexto 2">
            <a:extLst>
              <a:ext uri="{FF2B5EF4-FFF2-40B4-BE49-F238E27FC236}">
                <a16:creationId xmlns:a16="http://schemas.microsoft.com/office/drawing/2014/main" id="{99EBCCE3-0141-C1B8-8157-9C7AFCB2A411}"/>
              </a:ext>
            </a:extLst>
          </p:cNvPr>
          <p:cNvSpPr txBox="1"/>
          <p:nvPr/>
        </p:nvSpPr>
        <p:spPr>
          <a:xfrm>
            <a:off x="621102" y="977220"/>
            <a:ext cx="5474898" cy="2310926"/>
          </a:xfrm>
          <a:prstGeom prst="roundRect">
            <a:avLst>
              <a:gd name="adj" fmla="val 2252"/>
            </a:avLst>
          </a:prstGeom>
          <a:solidFill>
            <a:srgbClr val="9BC3D3">
              <a:lumMod val="20000"/>
              <a:lumOff val="80000"/>
            </a:srgbClr>
          </a:solidFill>
        </p:spPr>
        <p:txBody>
          <a:bodyPr wrap="square" lIns="180000" tIns="180000" rIns="180000" bIns="180000" rtlCol="0" anchor="t">
            <a:noAutofit/>
          </a:bodyPr>
          <a:lstStyle/>
          <a:p>
            <a:pPr marL="266703" lvl="1" indent="-177795">
              <a:lnSpc>
                <a:spcPct val="120000"/>
              </a:lnSpc>
              <a:buSzPct val="100000"/>
              <a:buFont typeface="Santander Headline"/>
              <a:buAutoNum type="arabicPeriod"/>
              <a:defRPr sz="1800" b="0" i="0" u="none" strike="noStrike" kern="0" cap="none" spc="0" baseline="0">
                <a:solidFill>
                  <a:srgbClr val="000000"/>
                </a:solidFill>
                <a:uFillTx/>
              </a:defRPr>
            </a:pPr>
            <a:r>
              <a:rPr lang="pt-PT" sz="1200" dirty="0">
                <a:solidFill>
                  <a:srgbClr val="000000"/>
                </a:solidFill>
                <a:latin typeface="Santander Text" pitchFamily="34"/>
              </a:rPr>
              <a:t>Adequar a informação reportada à legislação atualmente em vigor</a:t>
            </a:r>
          </a:p>
          <a:p>
            <a:pPr marL="266703" lvl="1" indent="-177795">
              <a:lnSpc>
                <a:spcPct val="120000"/>
              </a:lnSpc>
              <a:buSzPct val="100000"/>
              <a:buFont typeface="Santander Headline"/>
              <a:buAutoNum type="arabicPeriod"/>
              <a:defRPr sz="1800" b="0" i="0" u="none" strike="noStrike" kern="0" cap="none" spc="0" baseline="0">
                <a:solidFill>
                  <a:srgbClr val="000000"/>
                </a:solidFill>
                <a:uFillTx/>
              </a:defRPr>
            </a:pPr>
            <a:r>
              <a:rPr lang="pt-PT" sz="1200" kern="0" dirty="0">
                <a:solidFill>
                  <a:srgbClr val="000000"/>
                </a:solidFill>
                <a:latin typeface="Santander Text" pitchFamily="34"/>
              </a:rPr>
              <a:t>Respeitar os prazos dos Reguladores</a:t>
            </a:r>
          </a:p>
          <a:p>
            <a:pPr marL="266703" lvl="1" indent="-177795">
              <a:lnSpc>
                <a:spcPct val="120000"/>
              </a:lnSpc>
              <a:buSzPct val="100000"/>
              <a:buFont typeface="Santander Headline"/>
              <a:buAutoNum type="arabicPeriod"/>
              <a:defRPr sz="1800" b="0" i="0" u="none" strike="noStrike" kern="0" cap="none" spc="0" baseline="0">
                <a:solidFill>
                  <a:srgbClr val="000000"/>
                </a:solidFill>
                <a:uFillTx/>
              </a:defRPr>
            </a:pPr>
            <a:r>
              <a:rPr lang="pt-PT" sz="1200" dirty="0">
                <a:solidFill>
                  <a:srgbClr val="000000"/>
                </a:solidFill>
                <a:latin typeface="Santander Text" pitchFamily="34"/>
              </a:rPr>
              <a:t>Retirar carga à equipa da área da Gestão Financeira e de Capital</a:t>
            </a:r>
          </a:p>
          <a:p>
            <a:pPr marL="266703" lvl="1" indent="-177795">
              <a:lnSpc>
                <a:spcPct val="120000"/>
              </a:lnSpc>
              <a:buSzPct val="100000"/>
              <a:buFont typeface="Santander Headline"/>
              <a:buAutoNum type="arabicPeriod"/>
              <a:defRPr sz="1800" b="0" i="0" u="none" strike="noStrike" kern="0" cap="none" spc="0" baseline="0">
                <a:solidFill>
                  <a:srgbClr val="000000"/>
                </a:solidFill>
                <a:uFillTx/>
              </a:defRPr>
            </a:pPr>
            <a:r>
              <a:rPr lang="pt-PT" sz="1200" dirty="0">
                <a:solidFill>
                  <a:srgbClr val="000000"/>
                </a:solidFill>
                <a:latin typeface="Santander Text" pitchFamily="34"/>
              </a:rPr>
              <a:t>Otimizar a produção do Report</a:t>
            </a:r>
          </a:p>
          <a:p>
            <a:pPr marL="266703" lvl="1" indent="-177795">
              <a:lnSpc>
                <a:spcPct val="120000"/>
              </a:lnSpc>
              <a:buSzPct val="100000"/>
              <a:buFont typeface="Santander Headline"/>
              <a:buAutoNum type="arabicPeriod"/>
              <a:defRPr sz="1800" b="0" i="0" u="none" strike="noStrike" kern="0" cap="none" spc="0" baseline="0">
                <a:solidFill>
                  <a:srgbClr val="000000"/>
                </a:solidFill>
                <a:uFillTx/>
              </a:defRPr>
            </a:pPr>
            <a:r>
              <a:rPr lang="pt-PT" sz="1200" kern="0" dirty="0">
                <a:solidFill>
                  <a:srgbClr val="000000"/>
                </a:solidFill>
                <a:latin typeface="Santander Text" pitchFamily="34"/>
              </a:rPr>
              <a:t>Possibilidade de reaproveitar a informação calculada para outros fins</a:t>
            </a:r>
          </a:p>
          <a:p>
            <a:pPr marL="266703" lvl="1" indent="-177795">
              <a:lnSpc>
                <a:spcPct val="120000"/>
              </a:lnSpc>
              <a:buSzPct val="100000"/>
              <a:buFont typeface="Santander Headline"/>
              <a:buAutoNum type="arabicPeriod"/>
              <a:defRPr sz="1800" b="0" i="0" u="none" strike="noStrike" kern="0" cap="none" spc="0" baseline="0">
                <a:solidFill>
                  <a:srgbClr val="000000"/>
                </a:solidFill>
                <a:uFillTx/>
              </a:defRPr>
            </a:pPr>
            <a:r>
              <a:rPr lang="pt-PT" sz="1200" kern="0" dirty="0">
                <a:solidFill>
                  <a:srgbClr val="000000"/>
                </a:solidFill>
                <a:latin typeface="Santander Text" pitchFamily="34"/>
              </a:rPr>
              <a:t>Seleção da informação a partir das origens</a:t>
            </a:r>
            <a:endParaRPr lang="pt-PT" sz="1200" dirty="0">
              <a:solidFill>
                <a:srgbClr val="000000"/>
              </a:solidFill>
              <a:latin typeface="Santander Text" pitchFamily="34"/>
            </a:endParaRPr>
          </a:p>
        </p:txBody>
      </p:sp>
      <p:sp>
        <p:nvSpPr>
          <p:cNvPr id="9" name="CuadroTexto 2">
            <a:extLst>
              <a:ext uri="{FF2B5EF4-FFF2-40B4-BE49-F238E27FC236}">
                <a16:creationId xmlns:a16="http://schemas.microsoft.com/office/drawing/2014/main" id="{45D55B6F-EDFE-0BA7-3BB3-70E3CB370CFB}"/>
              </a:ext>
            </a:extLst>
          </p:cNvPr>
          <p:cNvSpPr txBox="1"/>
          <p:nvPr/>
        </p:nvSpPr>
        <p:spPr>
          <a:xfrm>
            <a:off x="6556945" y="977219"/>
            <a:ext cx="5109054" cy="5232382"/>
          </a:xfrm>
          <a:prstGeom prst="roundRect">
            <a:avLst>
              <a:gd name="adj" fmla="val 2056"/>
            </a:avLst>
          </a:prstGeom>
          <a:solidFill>
            <a:schemeClr val="bg1">
              <a:lumMod val="95000"/>
            </a:schemeClr>
          </a:solidFill>
        </p:spPr>
        <p:txBody>
          <a:bodyPr wrap="square" lIns="180000" tIns="180000" rIns="180000" bIns="180000" rtlCol="0" anchor="t">
            <a:noAutofit/>
          </a:bodyPr>
          <a:lstStyle/>
          <a:p>
            <a:pPr marL="179386" lvl="0" indent="-179386">
              <a:spcAft>
                <a:spcPts val="600"/>
              </a:spcAft>
              <a:buSzPct val="100000"/>
              <a:buFont typeface="Santander Headline"/>
              <a:buAutoNum type="arabicPeriod"/>
              <a:defRPr sz="1800" b="0" i="0" u="none" strike="noStrike" kern="0" cap="none" spc="0" baseline="0">
                <a:solidFill>
                  <a:srgbClr val="000000"/>
                </a:solidFill>
                <a:uFillTx/>
              </a:defRPr>
            </a:pPr>
            <a:r>
              <a:rPr lang="pt-PT" sz="1100" b="1" dirty="0">
                <a:solidFill>
                  <a:srgbClr val="212121"/>
                </a:solidFill>
              </a:rPr>
              <a:t>Minimizar a lógica de negócio nos canais, </a:t>
            </a:r>
            <a:r>
              <a:rPr lang="pt-PT" sz="1100" dirty="0">
                <a:solidFill>
                  <a:srgbClr val="212121"/>
                </a:solidFill>
              </a:rPr>
              <a:t>fornecendo o mesmo comportamento em diferentes canais, promovendo uma única experiencia para o cliente.</a:t>
            </a:r>
          </a:p>
          <a:p>
            <a:pPr marL="179386" lvl="0" indent="-179386">
              <a:spcAft>
                <a:spcPts val="600"/>
              </a:spcAft>
              <a:buSzPct val="100000"/>
              <a:buFont typeface="Santander Headline"/>
              <a:buAutoNum type="arabicPeriod"/>
              <a:defRPr sz="1800" b="0" i="0" u="none" strike="noStrike" kern="0" cap="none" spc="0" baseline="0">
                <a:solidFill>
                  <a:srgbClr val="000000"/>
                </a:solidFill>
                <a:uFillTx/>
              </a:defRPr>
            </a:pPr>
            <a:r>
              <a:rPr lang="pt-PT" sz="1100" b="1" dirty="0">
                <a:solidFill>
                  <a:srgbClr val="212121"/>
                </a:solidFill>
              </a:rPr>
              <a:t>Componentes </a:t>
            </a:r>
            <a:r>
              <a:rPr lang="pt-PT" sz="1100" b="1" dirty="0" err="1">
                <a:solidFill>
                  <a:srgbClr val="212121"/>
                </a:solidFill>
              </a:rPr>
              <a:t>Front-end</a:t>
            </a:r>
            <a:r>
              <a:rPr lang="pt-PT" sz="1100" b="1" dirty="0">
                <a:solidFill>
                  <a:srgbClr val="212121"/>
                </a:solidFill>
              </a:rPr>
              <a:t> </a:t>
            </a:r>
            <a:r>
              <a:rPr lang="pt-PT" sz="1100" dirty="0">
                <a:solidFill>
                  <a:srgbClr val="212121"/>
                </a:solidFill>
              </a:rPr>
              <a:t>devem </a:t>
            </a:r>
            <a:r>
              <a:rPr lang="pt-PT" sz="1100" dirty="0" err="1">
                <a:solidFill>
                  <a:srgbClr val="212121"/>
                </a:solidFill>
              </a:rPr>
              <a:t>utilizer</a:t>
            </a:r>
            <a:r>
              <a:rPr lang="pt-PT" sz="1100" dirty="0">
                <a:solidFill>
                  <a:srgbClr val="212121"/>
                </a:solidFill>
              </a:rPr>
              <a:t> </a:t>
            </a:r>
            <a:r>
              <a:rPr lang="pt-PT" sz="1100" b="1" dirty="0" err="1">
                <a:solidFill>
                  <a:srgbClr val="212121"/>
                </a:solidFill>
              </a:rPr>
              <a:t>frameworks</a:t>
            </a:r>
            <a:r>
              <a:rPr lang="pt-PT" sz="1100" b="1" dirty="0">
                <a:solidFill>
                  <a:srgbClr val="212121"/>
                </a:solidFill>
              </a:rPr>
              <a:t> comuns de desenvolvimento</a:t>
            </a:r>
            <a:r>
              <a:rPr lang="pt-PT" sz="1100" dirty="0">
                <a:solidFill>
                  <a:srgbClr val="212121"/>
                </a:solidFill>
              </a:rPr>
              <a:t> (</a:t>
            </a:r>
            <a:r>
              <a:rPr lang="pt-PT" sz="1100" dirty="0" err="1">
                <a:solidFill>
                  <a:srgbClr val="212121"/>
                </a:solidFill>
              </a:rPr>
              <a:t>Gluon</a:t>
            </a:r>
            <a:r>
              <a:rPr lang="pt-PT" sz="1100" dirty="0">
                <a:solidFill>
                  <a:srgbClr val="212121"/>
                </a:solidFill>
              </a:rPr>
              <a:t> </a:t>
            </a:r>
            <a:r>
              <a:rPr lang="pt-PT" sz="1100" dirty="0" err="1">
                <a:solidFill>
                  <a:srgbClr val="212121"/>
                </a:solidFill>
              </a:rPr>
              <a:t>Front</a:t>
            </a:r>
            <a:r>
              <a:rPr lang="pt-PT" sz="1100" dirty="0">
                <a:solidFill>
                  <a:srgbClr val="212121"/>
                </a:solidFill>
              </a:rPr>
              <a:t> / </a:t>
            </a:r>
            <a:r>
              <a:rPr lang="pt-PT" sz="1100" dirty="0" err="1">
                <a:solidFill>
                  <a:srgbClr val="212121"/>
                </a:solidFill>
              </a:rPr>
              <a:t>backend</a:t>
            </a:r>
            <a:r>
              <a:rPr lang="pt-PT" sz="1100" dirty="0">
                <a:solidFill>
                  <a:srgbClr val="212121"/>
                </a:solidFill>
              </a:rPr>
              <a:t>) partilhadas por todos os canais (mobile, web, balcão, </a:t>
            </a:r>
            <a:r>
              <a:rPr lang="pt-PT" sz="1100" dirty="0" err="1">
                <a:solidFill>
                  <a:srgbClr val="212121"/>
                </a:solidFill>
              </a:rPr>
              <a:t>contact</a:t>
            </a:r>
            <a:r>
              <a:rPr lang="pt-PT" sz="1100" dirty="0">
                <a:solidFill>
                  <a:srgbClr val="212121"/>
                </a:solidFill>
              </a:rPr>
              <a:t> </a:t>
            </a:r>
            <a:r>
              <a:rPr lang="pt-PT" sz="1100" dirty="0" err="1">
                <a:solidFill>
                  <a:srgbClr val="212121"/>
                </a:solidFill>
              </a:rPr>
              <a:t>center</a:t>
            </a:r>
            <a:r>
              <a:rPr lang="pt-PT" sz="1100" dirty="0">
                <a:solidFill>
                  <a:srgbClr val="212121"/>
                </a:solidFill>
              </a:rPr>
              <a:t>) reduzindo a especificação de desenvolvimentos.</a:t>
            </a:r>
          </a:p>
          <a:p>
            <a:pPr marL="179386" lvl="0" indent="-179386">
              <a:spcAft>
                <a:spcPts val="600"/>
              </a:spcAft>
              <a:buSzPct val="100000"/>
              <a:buFont typeface="Santander Headline"/>
              <a:buAutoNum type="arabicPeriod"/>
              <a:defRPr sz="1800" b="0" i="0" u="none" strike="noStrike" kern="0" cap="none" spc="0" baseline="0">
                <a:solidFill>
                  <a:srgbClr val="000000"/>
                </a:solidFill>
                <a:uFillTx/>
              </a:defRPr>
            </a:pPr>
            <a:r>
              <a:rPr lang="pt-PT" sz="1100" b="1" dirty="0">
                <a:solidFill>
                  <a:srgbClr val="212121"/>
                </a:solidFill>
              </a:rPr>
              <a:t>Componentes</a:t>
            </a:r>
            <a:r>
              <a:rPr lang="pt-PT" sz="1100" dirty="0">
                <a:solidFill>
                  <a:srgbClr val="212121"/>
                </a:solidFill>
              </a:rPr>
              <a:t> desenvolvidos para serem </a:t>
            </a:r>
            <a:r>
              <a:rPr lang="pt-PT" sz="1100" b="1" dirty="0">
                <a:solidFill>
                  <a:srgbClr val="212121"/>
                </a:solidFill>
              </a:rPr>
              <a:t>reutilizados</a:t>
            </a:r>
            <a:r>
              <a:rPr lang="pt-PT" sz="1100" dirty="0">
                <a:solidFill>
                  <a:srgbClr val="212121"/>
                </a:solidFill>
              </a:rPr>
              <a:t> em diferentes aplicações / países accelerando o desenvolvimento e reduzindo os riscos associados ao desenvolvimento.</a:t>
            </a:r>
          </a:p>
          <a:p>
            <a:pPr marL="179386" lvl="0" indent="-179386">
              <a:spcAft>
                <a:spcPts val="600"/>
              </a:spcAft>
              <a:buSzPct val="100000"/>
              <a:buFont typeface="Santander Headline"/>
              <a:buAutoNum type="arabicPeriod"/>
              <a:defRPr sz="1800" b="0" i="0" u="none" strike="noStrike" kern="0" cap="none" spc="0" baseline="0">
                <a:solidFill>
                  <a:srgbClr val="000000"/>
                </a:solidFill>
                <a:uFillTx/>
              </a:defRPr>
            </a:pPr>
            <a:r>
              <a:rPr lang="pt-PT" sz="1100" b="1" dirty="0">
                <a:solidFill>
                  <a:srgbClr val="212121"/>
                </a:solidFill>
              </a:rPr>
              <a:t>100% das integrações </a:t>
            </a:r>
            <a:r>
              <a:rPr lang="pt-PT" sz="1100" dirty="0">
                <a:solidFill>
                  <a:srgbClr val="212121"/>
                </a:solidFill>
              </a:rPr>
              <a:t>com o </a:t>
            </a:r>
            <a:r>
              <a:rPr lang="pt-PT" sz="1100" dirty="0" err="1">
                <a:solidFill>
                  <a:srgbClr val="212121"/>
                </a:solidFill>
              </a:rPr>
              <a:t>backend</a:t>
            </a:r>
            <a:r>
              <a:rPr lang="pt-PT" sz="1100" dirty="0">
                <a:solidFill>
                  <a:srgbClr val="212121"/>
                </a:solidFill>
              </a:rPr>
              <a:t>  devem ser realizadas através de </a:t>
            </a:r>
            <a:r>
              <a:rPr lang="pt-PT" sz="1100" b="1" dirty="0" err="1">
                <a:solidFill>
                  <a:srgbClr val="212121"/>
                </a:solidFill>
              </a:rPr>
              <a:t>API’s</a:t>
            </a:r>
            <a:r>
              <a:rPr lang="pt-PT" sz="1100" b="1" dirty="0">
                <a:solidFill>
                  <a:srgbClr val="212121"/>
                </a:solidFill>
              </a:rPr>
              <a:t> (Local / Global </a:t>
            </a:r>
            <a:r>
              <a:rPr lang="pt-PT" sz="1100" dirty="0">
                <a:solidFill>
                  <a:srgbClr val="212121"/>
                </a:solidFill>
              </a:rPr>
              <a:t>proporcionadas através da plataforma </a:t>
            </a:r>
            <a:r>
              <a:rPr lang="pt-PT" sz="1100" dirty="0" err="1">
                <a:solidFill>
                  <a:srgbClr val="212121"/>
                </a:solidFill>
              </a:rPr>
              <a:t>Gluon</a:t>
            </a:r>
            <a:r>
              <a:rPr lang="pt-PT" sz="1100" dirty="0">
                <a:solidFill>
                  <a:srgbClr val="212121"/>
                </a:solidFill>
              </a:rPr>
              <a:t>) e uma camada de segurança </a:t>
            </a:r>
            <a:r>
              <a:rPr lang="pt-PT" sz="1100" dirty="0" err="1">
                <a:solidFill>
                  <a:srgbClr val="212121"/>
                </a:solidFill>
              </a:rPr>
              <a:t>omnichannel</a:t>
            </a:r>
            <a:r>
              <a:rPr lang="pt-PT" sz="1100" b="1" dirty="0">
                <a:solidFill>
                  <a:srgbClr val="212121"/>
                </a:solidFill>
              </a:rPr>
              <a:t>.</a:t>
            </a:r>
          </a:p>
          <a:p>
            <a:pPr marL="179386" lvl="0" indent="-179386">
              <a:spcAft>
                <a:spcPts val="600"/>
              </a:spcAft>
              <a:buSzPct val="100000"/>
              <a:buFont typeface="Santander Headline"/>
              <a:buAutoNum type="arabicPeriod"/>
              <a:defRPr sz="1800" b="0" i="0" u="none" strike="noStrike" kern="0" cap="none" spc="0" baseline="0">
                <a:solidFill>
                  <a:srgbClr val="000000"/>
                </a:solidFill>
                <a:uFillTx/>
              </a:defRPr>
            </a:pPr>
            <a:r>
              <a:rPr lang="pt-PT" sz="1100" b="1" dirty="0">
                <a:solidFill>
                  <a:srgbClr val="212121"/>
                </a:solidFill>
              </a:rPr>
              <a:t>Padrão de desenvolvimento </a:t>
            </a:r>
            <a:r>
              <a:rPr lang="pt-PT" sz="1100" b="1" dirty="0" err="1">
                <a:solidFill>
                  <a:srgbClr val="212121"/>
                </a:solidFill>
              </a:rPr>
              <a:t>Event</a:t>
            </a:r>
            <a:r>
              <a:rPr lang="pt-PT" sz="1100" b="1" dirty="0">
                <a:solidFill>
                  <a:srgbClr val="212121"/>
                </a:solidFill>
              </a:rPr>
              <a:t> </a:t>
            </a:r>
            <a:r>
              <a:rPr lang="pt-PT" sz="1100" b="1" dirty="0" err="1">
                <a:solidFill>
                  <a:srgbClr val="212121"/>
                </a:solidFill>
              </a:rPr>
              <a:t>driven</a:t>
            </a:r>
            <a:r>
              <a:rPr lang="pt-PT" sz="1100" b="1" dirty="0">
                <a:solidFill>
                  <a:srgbClr val="212121"/>
                </a:solidFill>
              </a:rPr>
              <a:t> </a:t>
            </a:r>
            <a:r>
              <a:rPr lang="pt-PT" sz="1100" dirty="0">
                <a:solidFill>
                  <a:srgbClr val="212121"/>
                </a:solidFill>
              </a:rPr>
              <a:t>para reagir em real time às interações dos clientes, fornecendo-os opções que acomodem suas necessidades.</a:t>
            </a:r>
          </a:p>
          <a:p>
            <a:pPr marL="179386" lvl="0" indent="-179386">
              <a:spcAft>
                <a:spcPts val="600"/>
              </a:spcAft>
              <a:buSzPct val="100000"/>
              <a:buFont typeface="Santander Headline"/>
              <a:buAutoNum type="arabicPeriod"/>
              <a:defRPr sz="1800" b="0" i="0" u="none" strike="noStrike" kern="0" cap="none" spc="0" baseline="0">
                <a:solidFill>
                  <a:srgbClr val="000000"/>
                </a:solidFill>
                <a:uFillTx/>
              </a:defRPr>
            </a:pPr>
            <a:r>
              <a:rPr lang="pt-PT" sz="1100" b="1" dirty="0">
                <a:solidFill>
                  <a:srgbClr val="212121"/>
                </a:solidFill>
              </a:rPr>
              <a:t>Reduzir o risco de </a:t>
            </a:r>
            <a:r>
              <a:rPr lang="pt-PT" sz="1100" b="1" dirty="0" err="1">
                <a:solidFill>
                  <a:srgbClr val="212121"/>
                </a:solidFill>
              </a:rPr>
              <a:t>vendor</a:t>
            </a:r>
            <a:r>
              <a:rPr lang="pt-PT" sz="1100" b="1" dirty="0">
                <a:solidFill>
                  <a:srgbClr val="212121"/>
                </a:solidFill>
              </a:rPr>
              <a:t> </a:t>
            </a:r>
            <a:r>
              <a:rPr lang="pt-PT" sz="1100" b="1" dirty="0" err="1">
                <a:solidFill>
                  <a:srgbClr val="212121"/>
                </a:solidFill>
              </a:rPr>
              <a:t>lock</a:t>
            </a:r>
            <a:r>
              <a:rPr lang="pt-PT" sz="1100" b="1" dirty="0">
                <a:solidFill>
                  <a:srgbClr val="212121"/>
                </a:solidFill>
              </a:rPr>
              <a:t>-in </a:t>
            </a:r>
            <a:r>
              <a:rPr lang="pt-PT" sz="1100" dirty="0">
                <a:solidFill>
                  <a:srgbClr val="212121"/>
                </a:solidFill>
              </a:rPr>
              <a:t>unificando serviços parceiros e reduzindo o esforço de integração.</a:t>
            </a:r>
          </a:p>
          <a:p>
            <a:pPr marL="179386" lvl="0" indent="-179386">
              <a:spcAft>
                <a:spcPts val="600"/>
              </a:spcAft>
              <a:buSzPct val="100000"/>
              <a:buFont typeface="Santander Headline"/>
              <a:buAutoNum type="arabicPeriod"/>
              <a:defRPr sz="1800" b="0" i="0" u="none" strike="noStrike" kern="0" cap="none" spc="0" baseline="0">
                <a:solidFill>
                  <a:srgbClr val="000000"/>
                </a:solidFill>
                <a:uFillTx/>
              </a:defRPr>
            </a:pPr>
            <a:r>
              <a:rPr lang="pt-PT" sz="1100" b="1" dirty="0">
                <a:solidFill>
                  <a:srgbClr val="212121"/>
                </a:solidFill>
              </a:rPr>
              <a:t>Aplicações acessíveis </a:t>
            </a:r>
            <a:r>
              <a:rPr lang="pt-PT" sz="1100" dirty="0">
                <a:solidFill>
                  <a:srgbClr val="212121"/>
                </a:solidFill>
              </a:rPr>
              <a:t>com padrões de inclusão para proporcionar o mesmo nível de experiência e serviços para todos os cliente.</a:t>
            </a:r>
          </a:p>
          <a:p>
            <a:pPr marL="179386" lvl="0" indent="-179386">
              <a:spcAft>
                <a:spcPts val="600"/>
              </a:spcAft>
              <a:buSzPct val="100000"/>
              <a:buFont typeface="Santander Headline"/>
              <a:buAutoNum type="arabicPeriod"/>
              <a:defRPr sz="1800" b="0" i="0" u="none" strike="noStrike" kern="0" cap="none" spc="0" baseline="0">
                <a:solidFill>
                  <a:srgbClr val="000000"/>
                </a:solidFill>
                <a:uFillTx/>
              </a:defRPr>
            </a:pPr>
            <a:r>
              <a:rPr lang="pt-PT" sz="1100" b="1" dirty="0">
                <a:solidFill>
                  <a:srgbClr val="000000"/>
                </a:solidFill>
              </a:rPr>
              <a:t>Automatizar</a:t>
            </a:r>
            <a:r>
              <a:rPr lang="pt-PT" sz="1100" dirty="0">
                <a:solidFill>
                  <a:srgbClr val="212121"/>
                </a:solidFill>
              </a:rPr>
              <a:t> o ciclo de vida de desenvolvimentos para garantir o “time to </a:t>
            </a:r>
            <a:r>
              <a:rPr lang="pt-PT" sz="1100" dirty="0" err="1">
                <a:solidFill>
                  <a:srgbClr val="212121"/>
                </a:solidFill>
              </a:rPr>
              <a:t>market</a:t>
            </a:r>
            <a:r>
              <a:rPr lang="pt-PT" sz="1100" dirty="0">
                <a:solidFill>
                  <a:srgbClr val="212121"/>
                </a:solidFill>
              </a:rPr>
              <a:t>” reforçando a qualidade do software entregue.</a:t>
            </a:r>
          </a:p>
        </p:txBody>
      </p:sp>
      <p:sp>
        <p:nvSpPr>
          <p:cNvPr id="13" name="Marcador de texto 5">
            <a:extLst>
              <a:ext uri="{FF2B5EF4-FFF2-40B4-BE49-F238E27FC236}">
                <a16:creationId xmlns:a16="http://schemas.microsoft.com/office/drawing/2014/main" id="{05E4063C-59B3-07E3-96A3-DEEE15D51FCE}"/>
              </a:ext>
            </a:extLst>
          </p:cNvPr>
          <p:cNvSpPr txBox="1">
            <a:spLocks/>
          </p:cNvSpPr>
          <p:nvPr/>
        </p:nvSpPr>
        <p:spPr>
          <a:xfrm>
            <a:off x="106420" y="114373"/>
            <a:ext cx="8280198" cy="538770"/>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Tx/>
              <a:buNone/>
              <a:defRPr sz="1300" kern="1200">
                <a:solidFill>
                  <a:schemeClr val="accent1"/>
                </a:solidFill>
                <a:latin typeface="+mn-lt"/>
                <a:ea typeface="+mn-ea"/>
                <a:cs typeface="+mn-cs"/>
              </a:defRPr>
            </a:lvl1pPr>
            <a:lvl2pPr marL="457200" indent="0" algn="l" defTabSz="914400" rtl="0" eaLnBrk="1" latinLnBrk="0" hangingPunct="1">
              <a:lnSpc>
                <a:spcPct val="90000"/>
              </a:lnSpc>
              <a:spcBef>
                <a:spcPts val="500"/>
              </a:spcBef>
              <a:buFontTx/>
              <a:buNone/>
              <a:defRPr sz="11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Tx/>
              <a:buNone/>
              <a:defRPr sz="105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Tx/>
              <a:buNone/>
              <a:defRPr sz="10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Tx/>
              <a:buNone/>
              <a:defRPr sz="1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pt-PT" sz="2400" dirty="0"/>
              <a:t>Princípios Funcionais e Indicadores de Negócio</a:t>
            </a:r>
          </a:p>
        </p:txBody>
      </p:sp>
      <p:sp>
        <p:nvSpPr>
          <p:cNvPr id="2" name="TextBox 1">
            <a:extLst>
              <a:ext uri="{FF2B5EF4-FFF2-40B4-BE49-F238E27FC236}">
                <a16:creationId xmlns:a16="http://schemas.microsoft.com/office/drawing/2014/main" id="{71723C87-105E-719C-B701-ED97A7F9E0FF}"/>
              </a:ext>
            </a:extLst>
          </p:cNvPr>
          <p:cNvSpPr txBox="1"/>
          <p:nvPr/>
        </p:nvSpPr>
        <p:spPr>
          <a:xfrm>
            <a:off x="621102" y="3383744"/>
            <a:ext cx="5335115" cy="369332"/>
          </a:xfrm>
          <a:prstGeom prst="rect">
            <a:avLst/>
          </a:prstGeom>
          <a:noFill/>
        </p:spPr>
        <p:txBody>
          <a:bodyPr wrap="none" rtlCol="0">
            <a:spAutoFit/>
          </a:bodyPr>
          <a:lstStyle/>
          <a:p>
            <a:r>
              <a:rPr lang="pt-PT" dirty="0">
                <a:solidFill>
                  <a:schemeClr val="accent4"/>
                </a:solidFill>
                <a:latin typeface="Santander Text" panose="020B0504020201020104" pitchFamily="34" charset="0"/>
              </a:rPr>
              <a:t>Indicadores de Negócio e Factores Críticos de Sucesso</a:t>
            </a:r>
          </a:p>
        </p:txBody>
      </p:sp>
      <p:sp>
        <p:nvSpPr>
          <p:cNvPr id="3" name="CuadroTexto 2">
            <a:extLst>
              <a:ext uri="{FF2B5EF4-FFF2-40B4-BE49-F238E27FC236}">
                <a16:creationId xmlns:a16="http://schemas.microsoft.com/office/drawing/2014/main" id="{6EFEC707-568F-FA6C-44BE-2B9A79AC1CEF}"/>
              </a:ext>
            </a:extLst>
          </p:cNvPr>
          <p:cNvSpPr txBox="1"/>
          <p:nvPr/>
        </p:nvSpPr>
        <p:spPr>
          <a:xfrm>
            <a:off x="621102" y="3753076"/>
            <a:ext cx="5474898" cy="2451781"/>
          </a:xfrm>
          <a:prstGeom prst="roundRect">
            <a:avLst>
              <a:gd name="adj" fmla="val 2252"/>
            </a:avLst>
          </a:prstGeom>
          <a:solidFill>
            <a:schemeClr val="accent4">
              <a:lumMod val="20000"/>
              <a:lumOff val="80000"/>
            </a:schemeClr>
          </a:solidFill>
        </p:spPr>
        <p:txBody>
          <a:bodyPr wrap="square" lIns="180000" tIns="180000" rIns="180000" bIns="180000" rtlCol="0" anchor="t">
            <a:noAutofit/>
          </a:bodyPr>
          <a:lstStyle/>
          <a:p>
            <a:pPr marL="266703" lvl="1" indent="-177795">
              <a:lnSpc>
                <a:spcPct val="120000"/>
              </a:lnSpc>
              <a:buSzPct val="100000"/>
              <a:buFont typeface="Santander Headline"/>
              <a:buAutoNum type="arabicPeriod"/>
              <a:defRPr sz="1800" b="0" i="0" u="none" strike="noStrike" kern="0" cap="none" spc="0" baseline="0">
                <a:solidFill>
                  <a:srgbClr val="000000"/>
                </a:solidFill>
                <a:uFillTx/>
              </a:defRPr>
            </a:pPr>
            <a:r>
              <a:rPr lang="pt-PT" sz="1200" dirty="0">
                <a:solidFill>
                  <a:srgbClr val="000000"/>
                </a:solidFill>
                <a:latin typeface="Santander Text" pitchFamily="34"/>
              </a:rPr>
              <a:t>Respeitar as ordens dos Reguladores</a:t>
            </a:r>
          </a:p>
          <a:p>
            <a:pPr marL="266703" lvl="1" indent="-177795">
              <a:lnSpc>
                <a:spcPct val="120000"/>
              </a:lnSpc>
              <a:buSzPct val="100000"/>
              <a:buFont typeface="Santander Headline"/>
              <a:buAutoNum type="arabicPeriod"/>
              <a:defRPr sz="1800" b="0" i="0" u="none" strike="noStrike" kern="0" cap="none" spc="0" baseline="0">
                <a:solidFill>
                  <a:srgbClr val="000000"/>
                </a:solidFill>
                <a:uFillTx/>
              </a:defRPr>
            </a:pPr>
            <a:r>
              <a:rPr lang="pt-PT" sz="1200" dirty="0">
                <a:solidFill>
                  <a:srgbClr val="000000"/>
                </a:solidFill>
                <a:latin typeface="Santander Text" pitchFamily="34"/>
              </a:rPr>
              <a:t>Reduzir risco operacional</a:t>
            </a:r>
          </a:p>
          <a:p>
            <a:pPr marL="266703" lvl="1" indent="-177795">
              <a:lnSpc>
                <a:spcPct val="120000"/>
              </a:lnSpc>
              <a:buSzPct val="100000"/>
              <a:buFont typeface="Santander Headline"/>
              <a:buAutoNum type="arabicPeriod"/>
              <a:defRPr sz="1800" b="0" i="0" u="none" strike="noStrike" kern="0" cap="none" spc="0" baseline="0">
                <a:solidFill>
                  <a:srgbClr val="000000"/>
                </a:solidFill>
                <a:uFillTx/>
              </a:defRPr>
            </a:pPr>
            <a:r>
              <a:rPr lang="pt-PT" sz="1200" kern="0" dirty="0">
                <a:solidFill>
                  <a:srgbClr val="000000"/>
                </a:solidFill>
                <a:latin typeface="Santander Text" pitchFamily="34"/>
              </a:rPr>
              <a:t>Apostar na melhoria da qualidade reportada</a:t>
            </a:r>
            <a:endParaRPr lang="pt-PT" sz="1200" dirty="0">
              <a:latin typeface="Santander Text" panose="020B0504020201020104" pitchFamily="34" charset="0"/>
            </a:endParaRPr>
          </a:p>
        </p:txBody>
      </p:sp>
    </p:spTree>
    <p:extLst>
      <p:ext uri="{BB962C8B-B14F-4D97-AF65-F5344CB8AC3E}">
        <p14:creationId xmlns:p14="http://schemas.microsoft.com/office/powerpoint/2010/main" val="31342331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ángulo 44">
            <a:extLst>
              <a:ext uri="{FF2B5EF4-FFF2-40B4-BE49-F238E27FC236}">
                <a16:creationId xmlns:a16="http://schemas.microsoft.com/office/drawing/2014/main" id="{DE81891B-9E2C-AE69-D3D0-CF5D69A6BC22}"/>
              </a:ext>
            </a:extLst>
          </p:cNvPr>
          <p:cNvSpPr/>
          <p:nvPr/>
        </p:nvSpPr>
        <p:spPr>
          <a:xfrm>
            <a:off x="1932699" y="581025"/>
            <a:ext cx="202649" cy="5733485"/>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grpSp>
        <p:nvGrpSpPr>
          <p:cNvPr id="14" name="Group 13">
            <a:extLst>
              <a:ext uri="{FF2B5EF4-FFF2-40B4-BE49-F238E27FC236}">
                <a16:creationId xmlns:a16="http://schemas.microsoft.com/office/drawing/2014/main" id="{64F8C5AF-9361-A112-A898-8B2F5510DAD2}"/>
              </a:ext>
            </a:extLst>
          </p:cNvPr>
          <p:cNvGrpSpPr/>
          <p:nvPr/>
        </p:nvGrpSpPr>
        <p:grpSpPr>
          <a:xfrm>
            <a:off x="1854679" y="2774275"/>
            <a:ext cx="2820101" cy="369332"/>
            <a:chOff x="1854679" y="3238744"/>
            <a:chExt cx="2820101" cy="369332"/>
          </a:xfrm>
        </p:grpSpPr>
        <p:sp>
          <p:nvSpPr>
            <p:cNvPr id="15" name="CuadroTexto 49">
              <a:extLst>
                <a:ext uri="{FF2B5EF4-FFF2-40B4-BE49-F238E27FC236}">
                  <a16:creationId xmlns:a16="http://schemas.microsoft.com/office/drawing/2014/main" id="{F55D84AC-83F3-F2F0-A850-26B447C10868}"/>
                </a:ext>
              </a:extLst>
            </p:cNvPr>
            <p:cNvSpPr txBox="1"/>
            <p:nvPr/>
          </p:nvSpPr>
          <p:spPr>
            <a:xfrm>
              <a:off x="2268993" y="3238744"/>
              <a:ext cx="2405787" cy="369332"/>
            </a:xfrm>
            <a:prstGeom prst="rect">
              <a:avLst/>
            </a:prstGeom>
            <a:noFill/>
          </p:spPr>
          <p:txBody>
            <a:bodyPr wrap="none" rtlCol="0">
              <a:spAutoFit/>
            </a:bodyPr>
            <a:lstStyle/>
            <a:p>
              <a:r>
                <a:rPr lang="en-US" dirty="0" err="1">
                  <a:solidFill>
                    <a:schemeClr val="tx2"/>
                  </a:solidFill>
                  <a:latin typeface="Santander Text" panose="020B0504020201020104" pitchFamily="34" charset="0"/>
                </a:rPr>
                <a:t>Desenho</a:t>
              </a:r>
              <a:r>
                <a:rPr lang="en-US" dirty="0">
                  <a:solidFill>
                    <a:schemeClr val="tx2"/>
                  </a:solidFill>
                  <a:latin typeface="Santander Text" panose="020B0504020201020104" pitchFamily="34" charset="0"/>
                </a:rPr>
                <a:t> Técnico (HLD)</a:t>
              </a:r>
            </a:p>
          </p:txBody>
        </p:sp>
        <p:grpSp>
          <p:nvGrpSpPr>
            <p:cNvPr id="16" name="Punto 1">
              <a:extLst>
                <a:ext uri="{FF2B5EF4-FFF2-40B4-BE49-F238E27FC236}">
                  <a16:creationId xmlns:a16="http://schemas.microsoft.com/office/drawing/2014/main" id="{1C3C036B-7737-F9F0-6AE1-F5D0BD58C871}"/>
                </a:ext>
              </a:extLst>
            </p:cNvPr>
            <p:cNvGrpSpPr/>
            <p:nvPr/>
          </p:nvGrpSpPr>
          <p:grpSpPr>
            <a:xfrm>
              <a:off x="1854679" y="3244066"/>
              <a:ext cx="358688" cy="358688"/>
              <a:chOff x="3928533" y="1504713"/>
              <a:chExt cx="358688" cy="358688"/>
            </a:xfrm>
            <a:solidFill>
              <a:srgbClr val="3C3C3B"/>
            </a:solidFill>
          </p:grpSpPr>
          <p:sp>
            <p:nvSpPr>
              <p:cNvPr id="17" name="Elipse 99">
                <a:extLst>
                  <a:ext uri="{FF2B5EF4-FFF2-40B4-BE49-F238E27FC236}">
                    <a16:creationId xmlns:a16="http://schemas.microsoft.com/office/drawing/2014/main" id="{4A80016A-8D88-5433-B640-002B03FB5EBA}"/>
                  </a:ext>
                </a:extLst>
              </p:cNvPr>
              <p:cNvSpPr/>
              <p:nvPr/>
            </p:nvSpPr>
            <p:spPr>
              <a:xfrm>
                <a:off x="3928533" y="1504713"/>
                <a:ext cx="358688" cy="35868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sp>
            <p:nvSpPr>
              <p:cNvPr id="18" name="Elipse 100">
                <a:extLst>
                  <a:ext uri="{FF2B5EF4-FFF2-40B4-BE49-F238E27FC236}">
                    <a16:creationId xmlns:a16="http://schemas.microsoft.com/office/drawing/2014/main" id="{D4CEE142-C744-FE08-E7EF-2A65224E7E9B}"/>
                  </a:ext>
                </a:extLst>
              </p:cNvPr>
              <p:cNvSpPr/>
              <p:nvPr/>
            </p:nvSpPr>
            <p:spPr>
              <a:xfrm>
                <a:off x="4027046" y="1603226"/>
                <a:ext cx="161662" cy="16166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grpSp>
      </p:grpSp>
      <p:grpSp>
        <p:nvGrpSpPr>
          <p:cNvPr id="26" name="Group 25">
            <a:extLst>
              <a:ext uri="{FF2B5EF4-FFF2-40B4-BE49-F238E27FC236}">
                <a16:creationId xmlns:a16="http://schemas.microsoft.com/office/drawing/2014/main" id="{C331438A-3DF4-D0F8-C3E7-710B320D3518}"/>
              </a:ext>
            </a:extLst>
          </p:cNvPr>
          <p:cNvGrpSpPr/>
          <p:nvPr/>
        </p:nvGrpSpPr>
        <p:grpSpPr>
          <a:xfrm>
            <a:off x="1854679" y="3234878"/>
            <a:ext cx="1441839" cy="369332"/>
            <a:chOff x="1854679" y="3814462"/>
            <a:chExt cx="1441839" cy="369332"/>
          </a:xfrm>
        </p:grpSpPr>
        <p:sp>
          <p:nvSpPr>
            <p:cNvPr id="27" name="CuadroTexto 55">
              <a:extLst>
                <a:ext uri="{FF2B5EF4-FFF2-40B4-BE49-F238E27FC236}">
                  <a16:creationId xmlns:a16="http://schemas.microsoft.com/office/drawing/2014/main" id="{4860F9CE-50E2-9F54-CA9D-F78C49E893BF}"/>
                </a:ext>
              </a:extLst>
            </p:cNvPr>
            <p:cNvSpPr txBox="1"/>
            <p:nvPr/>
          </p:nvSpPr>
          <p:spPr>
            <a:xfrm>
              <a:off x="2268993" y="3814462"/>
              <a:ext cx="1027525" cy="369332"/>
            </a:xfrm>
            <a:prstGeom prst="rect">
              <a:avLst/>
            </a:prstGeom>
            <a:noFill/>
          </p:spPr>
          <p:txBody>
            <a:bodyPr wrap="none" rtlCol="0">
              <a:spAutoFit/>
            </a:bodyPr>
            <a:lstStyle/>
            <a:p>
              <a:r>
                <a:rPr lang="en-US" dirty="0">
                  <a:solidFill>
                    <a:schemeClr val="tx2"/>
                  </a:solidFill>
                  <a:latin typeface="Santander Text" panose="020B0504020201020104" pitchFamily="34" charset="0"/>
                </a:rPr>
                <a:t>Volumes</a:t>
              </a:r>
            </a:p>
          </p:txBody>
        </p:sp>
        <p:grpSp>
          <p:nvGrpSpPr>
            <p:cNvPr id="28" name="Punto 1">
              <a:extLst>
                <a:ext uri="{FF2B5EF4-FFF2-40B4-BE49-F238E27FC236}">
                  <a16:creationId xmlns:a16="http://schemas.microsoft.com/office/drawing/2014/main" id="{B7369D37-63FF-600D-7E1A-A85B8BD4AA79}"/>
                </a:ext>
              </a:extLst>
            </p:cNvPr>
            <p:cNvGrpSpPr/>
            <p:nvPr/>
          </p:nvGrpSpPr>
          <p:grpSpPr>
            <a:xfrm>
              <a:off x="1854679" y="3819784"/>
              <a:ext cx="358688" cy="358688"/>
              <a:chOff x="3928533" y="1504713"/>
              <a:chExt cx="358688" cy="358688"/>
            </a:xfrm>
            <a:solidFill>
              <a:srgbClr val="3C3C3B"/>
            </a:solidFill>
          </p:grpSpPr>
          <p:sp>
            <p:nvSpPr>
              <p:cNvPr id="29" name="Elipse 102">
                <a:extLst>
                  <a:ext uri="{FF2B5EF4-FFF2-40B4-BE49-F238E27FC236}">
                    <a16:creationId xmlns:a16="http://schemas.microsoft.com/office/drawing/2014/main" id="{5E3150A9-F9DA-8C1F-8E3E-DA59E16C9643}"/>
                  </a:ext>
                </a:extLst>
              </p:cNvPr>
              <p:cNvSpPr/>
              <p:nvPr/>
            </p:nvSpPr>
            <p:spPr>
              <a:xfrm>
                <a:off x="3928533" y="1504713"/>
                <a:ext cx="358688" cy="35868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sp>
            <p:nvSpPr>
              <p:cNvPr id="30" name="Elipse 103">
                <a:extLst>
                  <a:ext uri="{FF2B5EF4-FFF2-40B4-BE49-F238E27FC236}">
                    <a16:creationId xmlns:a16="http://schemas.microsoft.com/office/drawing/2014/main" id="{FFB9DC40-D960-2C2A-1331-B8B4076B1EF2}"/>
                  </a:ext>
                </a:extLst>
              </p:cNvPr>
              <p:cNvSpPr/>
              <p:nvPr/>
            </p:nvSpPr>
            <p:spPr>
              <a:xfrm>
                <a:off x="4027046" y="1603226"/>
                <a:ext cx="161662" cy="16166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grpSp>
      </p:grpSp>
      <p:grpSp>
        <p:nvGrpSpPr>
          <p:cNvPr id="31" name="Group 30">
            <a:extLst>
              <a:ext uri="{FF2B5EF4-FFF2-40B4-BE49-F238E27FC236}">
                <a16:creationId xmlns:a16="http://schemas.microsoft.com/office/drawing/2014/main" id="{65CEEE5E-B27F-564D-8850-40624D2EB22A}"/>
              </a:ext>
            </a:extLst>
          </p:cNvPr>
          <p:cNvGrpSpPr/>
          <p:nvPr/>
        </p:nvGrpSpPr>
        <p:grpSpPr>
          <a:xfrm>
            <a:off x="1854679" y="4156084"/>
            <a:ext cx="3725670" cy="369332"/>
            <a:chOff x="1854679" y="4351720"/>
            <a:chExt cx="3725670" cy="369332"/>
          </a:xfrm>
        </p:grpSpPr>
        <p:sp>
          <p:nvSpPr>
            <p:cNvPr id="32" name="CuadroTexto 51">
              <a:extLst>
                <a:ext uri="{FF2B5EF4-FFF2-40B4-BE49-F238E27FC236}">
                  <a16:creationId xmlns:a16="http://schemas.microsoft.com/office/drawing/2014/main" id="{F83C0096-C2F4-5B98-6526-A25BE3AC1E0B}"/>
                </a:ext>
              </a:extLst>
            </p:cNvPr>
            <p:cNvSpPr txBox="1"/>
            <p:nvPr/>
          </p:nvSpPr>
          <p:spPr>
            <a:xfrm>
              <a:off x="2268993" y="4351720"/>
              <a:ext cx="3311356" cy="369332"/>
            </a:xfrm>
            <a:prstGeom prst="rect">
              <a:avLst/>
            </a:prstGeom>
            <a:noFill/>
          </p:spPr>
          <p:txBody>
            <a:bodyPr wrap="none" rtlCol="0">
              <a:spAutoFit/>
            </a:bodyPr>
            <a:lstStyle/>
            <a:p>
              <a:r>
                <a:rPr lang="en-US" dirty="0" err="1">
                  <a:solidFill>
                    <a:schemeClr val="tx2"/>
                  </a:solidFill>
                  <a:latin typeface="Santander Text" panose="020B0504020201020104" pitchFamily="34" charset="0"/>
                </a:rPr>
                <a:t>Desenho</a:t>
              </a:r>
              <a:r>
                <a:rPr lang="en-US" dirty="0">
                  <a:solidFill>
                    <a:schemeClr val="tx2"/>
                  </a:solidFill>
                  <a:latin typeface="Santander Text" panose="020B0504020201020104" pitchFamily="34" charset="0"/>
                </a:rPr>
                <a:t> de </a:t>
              </a:r>
              <a:r>
                <a:rPr lang="en-US" dirty="0" err="1">
                  <a:solidFill>
                    <a:schemeClr val="tx2"/>
                  </a:solidFill>
                  <a:latin typeface="Santander Text" panose="020B0504020201020104" pitchFamily="34" charset="0"/>
                </a:rPr>
                <a:t>Infraestrutura</a:t>
              </a:r>
              <a:r>
                <a:rPr lang="en-US" dirty="0">
                  <a:solidFill>
                    <a:schemeClr val="tx2"/>
                  </a:solidFill>
                  <a:latin typeface="Santander Text" panose="020B0504020201020104" pitchFamily="34" charset="0"/>
                </a:rPr>
                <a:t> + LLD</a:t>
              </a:r>
            </a:p>
          </p:txBody>
        </p:sp>
        <p:grpSp>
          <p:nvGrpSpPr>
            <p:cNvPr id="33" name="Punto 1">
              <a:extLst>
                <a:ext uri="{FF2B5EF4-FFF2-40B4-BE49-F238E27FC236}">
                  <a16:creationId xmlns:a16="http://schemas.microsoft.com/office/drawing/2014/main" id="{92F81E9C-5AB2-D55C-BD68-9AFCA7585FB2}"/>
                </a:ext>
              </a:extLst>
            </p:cNvPr>
            <p:cNvGrpSpPr/>
            <p:nvPr/>
          </p:nvGrpSpPr>
          <p:grpSpPr>
            <a:xfrm>
              <a:off x="1854679" y="4357042"/>
              <a:ext cx="358688" cy="358688"/>
              <a:chOff x="3928533" y="1504713"/>
              <a:chExt cx="358688" cy="358688"/>
            </a:xfrm>
            <a:solidFill>
              <a:srgbClr val="3C3C3B"/>
            </a:solidFill>
          </p:grpSpPr>
          <p:sp>
            <p:nvSpPr>
              <p:cNvPr id="34" name="Elipse 105">
                <a:extLst>
                  <a:ext uri="{FF2B5EF4-FFF2-40B4-BE49-F238E27FC236}">
                    <a16:creationId xmlns:a16="http://schemas.microsoft.com/office/drawing/2014/main" id="{67D79867-F227-49C8-1A99-92BAE61A07ED}"/>
                  </a:ext>
                </a:extLst>
              </p:cNvPr>
              <p:cNvSpPr/>
              <p:nvPr/>
            </p:nvSpPr>
            <p:spPr>
              <a:xfrm>
                <a:off x="3928533" y="1504713"/>
                <a:ext cx="358688" cy="35868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sp>
            <p:nvSpPr>
              <p:cNvPr id="35" name="Elipse 106">
                <a:extLst>
                  <a:ext uri="{FF2B5EF4-FFF2-40B4-BE49-F238E27FC236}">
                    <a16:creationId xmlns:a16="http://schemas.microsoft.com/office/drawing/2014/main" id="{BAC9A786-A442-015C-CA4C-089901237A60}"/>
                  </a:ext>
                </a:extLst>
              </p:cNvPr>
              <p:cNvSpPr/>
              <p:nvPr/>
            </p:nvSpPr>
            <p:spPr>
              <a:xfrm>
                <a:off x="4027046" y="1603226"/>
                <a:ext cx="161662" cy="16166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grpSp>
      </p:grpSp>
      <p:grpSp>
        <p:nvGrpSpPr>
          <p:cNvPr id="36" name="Group 35">
            <a:extLst>
              <a:ext uri="{FF2B5EF4-FFF2-40B4-BE49-F238E27FC236}">
                <a16:creationId xmlns:a16="http://schemas.microsoft.com/office/drawing/2014/main" id="{5F19F7AA-0FA6-4406-0D77-E19B7051B4D1}"/>
              </a:ext>
            </a:extLst>
          </p:cNvPr>
          <p:cNvGrpSpPr/>
          <p:nvPr/>
        </p:nvGrpSpPr>
        <p:grpSpPr>
          <a:xfrm>
            <a:off x="1854679" y="5077290"/>
            <a:ext cx="2754314" cy="369332"/>
            <a:chOff x="1854679" y="4934771"/>
            <a:chExt cx="2754314" cy="369332"/>
          </a:xfrm>
        </p:grpSpPr>
        <p:sp>
          <p:nvSpPr>
            <p:cNvPr id="37" name="CuadroTexto 56">
              <a:extLst>
                <a:ext uri="{FF2B5EF4-FFF2-40B4-BE49-F238E27FC236}">
                  <a16:creationId xmlns:a16="http://schemas.microsoft.com/office/drawing/2014/main" id="{B96B0E86-FE5C-2A1C-FF1D-7EC40199F6CA}"/>
                </a:ext>
              </a:extLst>
            </p:cNvPr>
            <p:cNvSpPr txBox="1"/>
            <p:nvPr/>
          </p:nvSpPr>
          <p:spPr>
            <a:xfrm>
              <a:off x="2268993" y="4934771"/>
              <a:ext cx="2340000" cy="369332"/>
            </a:xfrm>
            <a:prstGeom prst="rect">
              <a:avLst/>
            </a:prstGeom>
            <a:noFill/>
          </p:spPr>
          <p:txBody>
            <a:bodyPr wrap="none" rtlCol="0">
              <a:spAutoFit/>
            </a:bodyPr>
            <a:lstStyle>
              <a:defPPr>
                <a:defRPr lang="es-ES"/>
              </a:defPPr>
              <a:lvl1pPr>
                <a:defRPr>
                  <a:solidFill>
                    <a:schemeClr val="tx1">
                      <a:lumMod val="65000"/>
                      <a:lumOff val="35000"/>
                    </a:schemeClr>
                  </a:solidFill>
                </a:defRPr>
              </a:lvl1pPr>
            </a:lstStyle>
            <a:p>
              <a:r>
                <a:rPr lang="en-US" dirty="0" err="1">
                  <a:solidFill>
                    <a:schemeClr val="tx2"/>
                  </a:solidFill>
                  <a:latin typeface="Santander Text" panose="020B0504020201020104" pitchFamily="34" charset="0"/>
                </a:rPr>
                <a:t>Riscos</a:t>
              </a:r>
              <a:r>
                <a:rPr lang="en-US" dirty="0">
                  <a:solidFill>
                    <a:schemeClr val="tx2"/>
                  </a:solidFill>
                  <a:latin typeface="Santander Text" panose="020B0504020201020104" pitchFamily="34" charset="0"/>
                </a:rPr>
                <a:t> e </a:t>
              </a:r>
              <a:r>
                <a:rPr lang="en-US" dirty="0" err="1">
                  <a:solidFill>
                    <a:schemeClr val="tx2"/>
                  </a:solidFill>
                  <a:latin typeface="Santander Text" panose="020B0504020201020104" pitchFamily="34" charset="0"/>
                </a:rPr>
                <a:t>dependências</a:t>
              </a:r>
              <a:endParaRPr lang="en-US" dirty="0">
                <a:solidFill>
                  <a:schemeClr val="tx2"/>
                </a:solidFill>
                <a:latin typeface="Santander Text" panose="020B0504020201020104" pitchFamily="34" charset="0"/>
              </a:endParaRPr>
            </a:p>
          </p:txBody>
        </p:sp>
        <p:grpSp>
          <p:nvGrpSpPr>
            <p:cNvPr id="38" name="Punto 1">
              <a:extLst>
                <a:ext uri="{FF2B5EF4-FFF2-40B4-BE49-F238E27FC236}">
                  <a16:creationId xmlns:a16="http://schemas.microsoft.com/office/drawing/2014/main" id="{0C427EF8-6769-91CD-7BE5-F7C56D00A16A}"/>
                </a:ext>
              </a:extLst>
            </p:cNvPr>
            <p:cNvGrpSpPr/>
            <p:nvPr/>
          </p:nvGrpSpPr>
          <p:grpSpPr>
            <a:xfrm>
              <a:off x="1854679" y="4940093"/>
              <a:ext cx="358688" cy="358688"/>
              <a:chOff x="3928533" y="1504713"/>
              <a:chExt cx="358688" cy="358688"/>
            </a:xfrm>
            <a:solidFill>
              <a:srgbClr val="3C3C3B"/>
            </a:solidFill>
          </p:grpSpPr>
          <p:sp>
            <p:nvSpPr>
              <p:cNvPr id="39" name="Elipse 111">
                <a:extLst>
                  <a:ext uri="{FF2B5EF4-FFF2-40B4-BE49-F238E27FC236}">
                    <a16:creationId xmlns:a16="http://schemas.microsoft.com/office/drawing/2014/main" id="{91A08751-7C23-9C0F-B20C-95DA6D5E51A9}"/>
                  </a:ext>
                </a:extLst>
              </p:cNvPr>
              <p:cNvSpPr/>
              <p:nvPr/>
            </p:nvSpPr>
            <p:spPr>
              <a:xfrm>
                <a:off x="3928533" y="1504713"/>
                <a:ext cx="358688" cy="35868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sp>
            <p:nvSpPr>
              <p:cNvPr id="40" name="Elipse 112">
                <a:extLst>
                  <a:ext uri="{FF2B5EF4-FFF2-40B4-BE49-F238E27FC236}">
                    <a16:creationId xmlns:a16="http://schemas.microsoft.com/office/drawing/2014/main" id="{3C0C499F-516E-D5D7-D9AF-E6366839F5DD}"/>
                  </a:ext>
                </a:extLst>
              </p:cNvPr>
              <p:cNvSpPr/>
              <p:nvPr/>
            </p:nvSpPr>
            <p:spPr>
              <a:xfrm>
                <a:off x="4027046" y="1603226"/>
                <a:ext cx="161662" cy="16166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grpSp>
      </p:grpSp>
      <p:grpSp>
        <p:nvGrpSpPr>
          <p:cNvPr id="41" name="Group 40">
            <a:extLst>
              <a:ext uri="{FF2B5EF4-FFF2-40B4-BE49-F238E27FC236}">
                <a16:creationId xmlns:a16="http://schemas.microsoft.com/office/drawing/2014/main" id="{44631995-2C0B-8919-3EAB-FEAF5A8105AC}"/>
              </a:ext>
            </a:extLst>
          </p:cNvPr>
          <p:cNvGrpSpPr/>
          <p:nvPr/>
        </p:nvGrpSpPr>
        <p:grpSpPr>
          <a:xfrm>
            <a:off x="1854679" y="5537893"/>
            <a:ext cx="4932026" cy="369332"/>
            <a:chOff x="1854679" y="5503730"/>
            <a:chExt cx="4932026" cy="369332"/>
          </a:xfrm>
        </p:grpSpPr>
        <p:sp>
          <p:nvSpPr>
            <p:cNvPr id="42" name="CuadroTexto 45">
              <a:extLst>
                <a:ext uri="{FF2B5EF4-FFF2-40B4-BE49-F238E27FC236}">
                  <a16:creationId xmlns:a16="http://schemas.microsoft.com/office/drawing/2014/main" id="{B6E82F54-BE8F-23F9-47B8-D781DAABE5A1}"/>
                </a:ext>
              </a:extLst>
            </p:cNvPr>
            <p:cNvSpPr txBox="1"/>
            <p:nvPr/>
          </p:nvSpPr>
          <p:spPr>
            <a:xfrm>
              <a:off x="2268993" y="5503730"/>
              <a:ext cx="4517712" cy="369332"/>
            </a:xfrm>
            <a:prstGeom prst="rect">
              <a:avLst/>
            </a:prstGeom>
            <a:noFill/>
          </p:spPr>
          <p:txBody>
            <a:bodyPr wrap="none" rtlCol="0">
              <a:spAutoFit/>
            </a:bodyPr>
            <a:lstStyle/>
            <a:p>
              <a:r>
                <a:rPr lang="en-US" dirty="0" err="1">
                  <a:solidFill>
                    <a:schemeClr val="tx2"/>
                  </a:solidFill>
                  <a:latin typeface="Santander Text" panose="020B0504020201020104" pitchFamily="34" charset="0"/>
                </a:rPr>
                <a:t>Documentação</a:t>
              </a:r>
              <a:r>
                <a:rPr lang="en-US" dirty="0">
                  <a:solidFill>
                    <a:schemeClr val="tx2"/>
                  </a:solidFill>
                  <a:latin typeface="Santander Text" panose="020B0504020201020104" pitchFamily="34" charset="0"/>
                </a:rPr>
                <a:t> de </a:t>
              </a:r>
              <a:r>
                <a:rPr lang="en-US" dirty="0" err="1">
                  <a:solidFill>
                    <a:schemeClr val="tx2"/>
                  </a:solidFill>
                  <a:latin typeface="Santander Text" panose="020B0504020201020104" pitchFamily="34" charset="0"/>
                </a:rPr>
                <a:t>Referência</a:t>
              </a:r>
              <a:r>
                <a:rPr lang="en-US" dirty="0">
                  <a:solidFill>
                    <a:schemeClr val="tx2"/>
                  </a:solidFill>
                  <a:latin typeface="Santander Text" panose="020B0504020201020104" pitchFamily="34" charset="0"/>
                </a:rPr>
                <a:t> e Boas </a:t>
              </a:r>
              <a:r>
                <a:rPr lang="en-US" dirty="0" err="1">
                  <a:solidFill>
                    <a:schemeClr val="tx2"/>
                  </a:solidFill>
                  <a:latin typeface="Santander Text" panose="020B0504020201020104" pitchFamily="34" charset="0"/>
                </a:rPr>
                <a:t>Práticas</a:t>
              </a:r>
              <a:endParaRPr lang="en-US" dirty="0">
                <a:solidFill>
                  <a:schemeClr val="tx2"/>
                </a:solidFill>
                <a:latin typeface="Santander Text" panose="020B0504020201020104" pitchFamily="34" charset="0"/>
              </a:endParaRPr>
            </a:p>
          </p:txBody>
        </p:sp>
        <p:grpSp>
          <p:nvGrpSpPr>
            <p:cNvPr id="43" name="Punto 1">
              <a:extLst>
                <a:ext uri="{FF2B5EF4-FFF2-40B4-BE49-F238E27FC236}">
                  <a16:creationId xmlns:a16="http://schemas.microsoft.com/office/drawing/2014/main" id="{013A770E-5469-A5B6-11CF-DEE64AD2C317}"/>
                </a:ext>
              </a:extLst>
            </p:cNvPr>
            <p:cNvGrpSpPr/>
            <p:nvPr/>
          </p:nvGrpSpPr>
          <p:grpSpPr>
            <a:xfrm>
              <a:off x="1854679" y="5509052"/>
              <a:ext cx="358688" cy="358688"/>
              <a:chOff x="3928533" y="1504713"/>
              <a:chExt cx="358688" cy="358688"/>
            </a:xfrm>
            <a:solidFill>
              <a:srgbClr val="3C3C3B"/>
            </a:solidFill>
          </p:grpSpPr>
          <p:sp>
            <p:nvSpPr>
              <p:cNvPr id="44" name="Elipse 52">
                <a:extLst>
                  <a:ext uri="{FF2B5EF4-FFF2-40B4-BE49-F238E27FC236}">
                    <a16:creationId xmlns:a16="http://schemas.microsoft.com/office/drawing/2014/main" id="{5B209E86-C198-D0FD-F846-B474059A0E0A}"/>
                  </a:ext>
                </a:extLst>
              </p:cNvPr>
              <p:cNvSpPr/>
              <p:nvPr/>
            </p:nvSpPr>
            <p:spPr>
              <a:xfrm>
                <a:off x="3928533" y="1504713"/>
                <a:ext cx="358688" cy="35868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sp>
            <p:nvSpPr>
              <p:cNvPr id="61" name="Elipse 53">
                <a:extLst>
                  <a:ext uri="{FF2B5EF4-FFF2-40B4-BE49-F238E27FC236}">
                    <a16:creationId xmlns:a16="http://schemas.microsoft.com/office/drawing/2014/main" id="{5630031F-4805-8519-7957-898DF0A85789}"/>
                  </a:ext>
                </a:extLst>
              </p:cNvPr>
              <p:cNvSpPr/>
              <p:nvPr/>
            </p:nvSpPr>
            <p:spPr>
              <a:xfrm>
                <a:off x="4027046" y="1603226"/>
                <a:ext cx="161662" cy="16166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grpSp>
      </p:grpSp>
      <p:grpSp>
        <p:nvGrpSpPr>
          <p:cNvPr id="62" name="Group 61">
            <a:extLst>
              <a:ext uri="{FF2B5EF4-FFF2-40B4-BE49-F238E27FC236}">
                <a16:creationId xmlns:a16="http://schemas.microsoft.com/office/drawing/2014/main" id="{6DBD4D4F-95BE-660A-92A6-D02B8EE14189}"/>
              </a:ext>
            </a:extLst>
          </p:cNvPr>
          <p:cNvGrpSpPr/>
          <p:nvPr/>
        </p:nvGrpSpPr>
        <p:grpSpPr>
          <a:xfrm>
            <a:off x="1854679" y="5998502"/>
            <a:ext cx="1300647" cy="369332"/>
            <a:chOff x="1854679" y="6037414"/>
            <a:chExt cx="1300647" cy="369332"/>
          </a:xfrm>
        </p:grpSpPr>
        <p:sp>
          <p:nvSpPr>
            <p:cNvPr id="63" name="CuadroTexto 59">
              <a:extLst>
                <a:ext uri="{FF2B5EF4-FFF2-40B4-BE49-F238E27FC236}">
                  <a16:creationId xmlns:a16="http://schemas.microsoft.com/office/drawing/2014/main" id="{A0EBBE77-B481-E7C2-7CD0-A57F9E416A2A}"/>
                </a:ext>
              </a:extLst>
            </p:cNvPr>
            <p:cNvSpPr txBox="1"/>
            <p:nvPr/>
          </p:nvSpPr>
          <p:spPr>
            <a:xfrm>
              <a:off x="2268993" y="6037414"/>
              <a:ext cx="886333" cy="369332"/>
            </a:xfrm>
            <a:prstGeom prst="rect">
              <a:avLst/>
            </a:prstGeom>
            <a:noFill/>
          </p:spPr>
          <p:txBody>
            <a:bodyPr wrap="none" rtlCol="0">
              <a:spAutoFit/>
            </a:bodyPr>
            <a:lstStyle/>
            <a:p>
              <a:r>
                <a:rPr lang="en-US" dirty="0" err="1">
                  <a:solidFill>
                    <a:schemeClr val="tx2"/>
                  </a:solidFill>
                  <a:latin typeface="Santander Text" panose="020B0504020201020104" pitchFamily="34" charset="0"/>
                </a:rPr>
                <a:t>Anexos</a:t>
              </a:r>
              <a:endParaRPr lang="en-US" dirty="0">
                <a:solidFill>
                  <a:schemeClr val="tx2"/>
                </a:solidFill>
                <a:latin typeface="Santander Text" panose="020B0504020201020104" pitchFamily="34" charset="0"/>
              </a:endParaRPr>
            </a:p>
          </p:txBody>
        </p:sp>
        <p:grpSp>
          <p:nvGrpSpPr>
            <p:cNvPr id="64" name="Punto 1">
              <a:extLst>
                <a:ext uri="{FF2B5EF4-FFF2-40B4-BE49-F238E27FC236}">
                  <a16:creationId xmlns:a16="http://schemas.microsoft.com/office/drawing/2014/main" id="{1EECF0E9-0E7A-CD20-6DF5-88DDFB753B47}"/>
                </a:ext>
              </a:extLst>
            </p:cNvPr>
            <p:cNvGrpSpPr/>
            <p:nvPr/>
          </p:nvGrpSpPr>
          <p:grpSpPr>
            <a:xfrm>
              <a:off x="1854679" y="6042736"/>
              <a:ext cx="358688" cy="358688"/>
              <a:chOff x="3928533" y="1504713"/>
              <a:chExt cx="358688" cy="358688"/>
            </a:xfrm>
            <a:solidFill>
              <a:srgbClr val="3C3C3B"/>
            </a:solidFill>
          </p:grpSpPr>
          <p:sp>
            <p:nvSpPr>
              <p:cNvPr id="65" name="Elipse 52">
                <a:extLst>
                  <a:ext uri="{FF2B5EF4-FFF2-40B4-BE49-F238E27FC236}">
                    <a16:creationId xmlns:a16="http://schemas.microsoft.com/office/drawing/2014/main" id="{A7146D9C-73BA-4100-4078-167534B2B98D}"/>
                  </a:ext>
                </a:extLst>
              </p:cNvPr>
              <p:cNvSpPr/>
              <p:nvPr/>
            </p:nvSpPr>
            <p:spPr>
              <a:xfrm>
                <a:off x="3928533" y="1504713"/>
                <a:ext cx="358688" cy="35868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sp>
            <p:nvSpPr>
              <p:cNvPr id="66" name="Elipse 53">
                <a:extLst>
                  <a:ext uri="{FF2B5EF4-FFF2-40B4-BE49-F238E27FC236}">
                    <a16:creationId xmlns:a16="http://schemas.microsoft.com/office/drawing/2014/main" id="{24F7567A-93DF-AE87-6E37-B96DEEC590CB}"/>
                  </a:ext>
                </a:extLst>
              </p:cNvPr>
              <p:cNvSpPr/>
              <p:nvPr/>
            </p:nvSpPr>
            <p:spPr>
              <a:xfrm>
                <a:off x="4027046" y="1603226"/>
                <a:ext cx="161662" cy="16166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grpSp>
      </p:grpSp>
      <p:grpSp>
        <p:nvGrpSpPr>
          <p:cNvPr id="67" name="Group 66">
            <a:extLst>
              <a:ext uri="{FF2B5EF4-FFF2-40B4-BE49-F238E27FC236}">
                <a16:creationId xmlns:a16="http://schemas.microsoft.com/office/drawing/2014/main" id="{BD59A3C0-5C87-540D-843F-B475E31A48C2}"/>
              </a:ext>
            </a:extLst>
          </p:cNvPr>
          <p:cNvGrpSpPr/>
          <p:nvPr/>
        </p:nvGrpSpPr>
        <p:grpSpPr>
          <a:xfrm>
            <a:off x="1854679" y="931863"/>
            <a:ext cx="1991797" cy="369332"/>
            <a:chOff x="1854679" y="1044073"/>
            <a:chExt cx="1991797" cy="369332"/>
          </a:xfrm>
        </p:grpSpPr>
        <p:grpSp>
          <p:nvGrpSpPr>
            <p:cNvPr id="68" name="Punto 1">
              <a:extLst>
                <a:ext uri="{FF2B5EF4-FFF2-40B4-BE49-F238E27FC236}">
                  <a16:creationId xmlns:a16="http://schemas.microsoft.com/office/drawing/2014/main" id="{F46D9FA0-D669-74A0-017F-3D3760A9B5F0}"/>
                </a:ext>
              </a:extLst>
            </p:cNvPr>
            <p:cNvGrpSpPr/>
            <p:nvPr/>
          </p:nvGrpSpPr>
          <p:grpSpPr>
            <a:xfrm>
              <a:off x="1854679" y="1049395"/>
              <a:ext cx="358688" cy="358688"/>
              <a:chOff x="3928533" y="1504713"/>
              <a:chExt cx="358688" cy="358688"/>
            </a:xfrm>
            <a:solidFill>
              <a:srgbClr val="3C3C3B"/>
            </a:solidFill>
          </p:grpSpPr>
          <p:sp>
            <p:nvSpPr>
              <p:cNvPr id="70" name="Elipse 96">
                <a:extLst>
                  <a:ext uri="{FF2B5EF4-FFF2-40B4-BE49-F238E27FC236}">
                    <a16:creationId xmlns:a16="http://schemas.microsoft.com/office/drawing/2014/main" id="{4CDAA4F0-B33E-D082-82C6-F7802168A738}"/>
                  </a:ext>
                </a:extLst>
              </p:cNvPr>
              <p:cNvSpPr/>
              <p:nvPr/>
            </p:nvSpPr>
            <p:spPr>
              <a:xfrm>
                <a:off x="3928533" y="1504713"/>
                <a:ext cx="358688" cy="35868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sp>
            <p:nvSpPr>
              <p:cNvPr id="71" name="Elipse 97">
                <a:extLst>
                  <a:ext uri="{FF2B5EF4-FFF2-40B4-BE49-F238E27FC236}">
                    <a16:creationId xmlns:a16="http://schemas.microsoft.com/office/drawing/2014/main" id="{FC1CAB0A-360D-C825-129B-A7FA47D0A715}"/>
                  </a:ext>
                </a:extLst>
              </p:cNvPr>
              <p:cNvSpPr/>
              <p:nvPr/>
            </p:nvSpPr>
            <p:spPr>
              <a:xfrm>
                <a:off x="4027046" y="1603226"/>
                <a:ext cx="161662" cy="16166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grpSp>
        <p:sp>
          <p:nvSpPr>
            <p:cNvPr id="69" name="CuadroTexto 47">
              <a:extLst>
                <a:ext uri="{FF2B5EF4-FFF2-40B4-BE49-F238E27FC236}">
                  <a16:creationId xmlns:a16="http://schemas.microsoft.com/office/drawing/2014/main" id="{829B0BD0-6934-D8B5-A345-F872C3249518}"/>
                </a:ext>
              </a:extLst>
            </p:cNvPr>
            <p:cNvSpPr txBox="1"/>
            <p:nvPr/>
          </p:nvSpPr>
          <p:spPr>
            <a:xfrm>
              <a:off x="2268993" y="1044073"/>
              <a:ext cx="1577483" cy="369332"/>
            </a:xfrm>
            <a:prstGeom prst="rect">
              <a:avLst/>
            </a:prstGeom>
            <a:noFill/>
          </p:spPr>
          <p:txBody>
            <a:bodyPr wrap="none" rtlCol="0">
              <a:spAutoFit/>
            </a:bodyPr>
            <a:lstStyle>
              <a:defPPr>
                <a:defRPr lang="es-ES"/>
              </a:defPPr>
              <a:lvl1pPr>
                <a:defRPr>
                  <a:solidFill>
                    <a:schemeClr val="tx1">
                      <a:lumMod val="65000"/>
                      <a:lumOff val="35000"/>
                    </a:schemeClr>
                  </a:solidFill>
                </a:defRPr>
              </a:lvl1pPr>
            </a:lstStyle>
            <a:p>
              <a:r>
                <a:rPr lang="en-US" dirty="0" err="1">
                  <a:solidFill>
                    <a:schemeClr val="tx2"/>
                  </a:solidFill>
                  <a:latin typeface="Santander Text" panose="020B0504020201020104" pitchFamily="34" charset="0"/>
                </a:rPr>
                <a:t>Situação</a:t>
              </a:r>
              <a:r>
                <a:rPr lang="en-US" dirty="0">
                  <a:solidFill>
                    <a:schemeClr val="tx2"/>
                  </a:solidFill>
                  <a:latin typeface="Santander Text" panose="020B0504020201020104" pitchFamily="34" charset="0"/>
                </a:rPr>
                <a:t> </a:t>
              </a:r>
              <a:r>
                <a:rPr lang="en-US" dirty="0" err="1">
                  <a:solidFill>
                    <a:schemeClr val="tx2"/>
                  </a:solidFill>
                  <a:latin typeface="Santander Text" panose="020B0504020201020104" pitchFamily="34" charset="0"/>
                </a:rPr>
                <a:t>Atual</a:t>
              </a:r>
              <a:endParaRPr lang="en-US" dirty="0">
                <a:solidFill>
                  <a:schemeClr val="tx2"/>
                </a:solidFill>
                <a:latin typeface="Santander Text" panose="020B0504020201020104" pitchFamily="34" charset="0"/>
              </a:endParaRPr>
            </a:p>
          </p:txBody>
        </p:sp>
      </p:grpSp>
      <p:grpSp>
        <p:nvGrpSpPr>
          <p:cNvPr id="72" name="Group 71">
            <a:extLst>
              <a:ext uri="{FF2B5EF4-FFF2-40B4-BE49-F238E27FC236}">
                <a16:creationId xmlns:a16="http://schemas.microsoft.com/office/drawing/2014/main" id="{AF67F4D3-756C-FA47-34F1-69C73BB41A3E}"/>
              </a:ext>
            </a:extLst>
          </p:cNvPr>
          <p:cNvGrpSpPr/>
          <p:nvPr/>
        </p:nvGrpSpPr>
        <p:grpSpPr>
          <a:xfrm>
            <a:off x="1854679" y="1853069"/>
            <a:ext cx="5412990" cy="369332"/>
            <a:chOff x="1854679" y="2101506"/>
            <a:chExt cx="5412990" cy="369332"/>
          </a:xfrm>
        </p:grpSpPr>
        <p:sp>
          <p:nvSpPr>
            <p:cNvPr id="73" name="CuadroTexto 57">
              <a:extLst>
                <a:ext uri="{FF2B5EF4-FFF2-40B4-BE49-F238E27FC236}">
                  <a16:creationId xmlns:a16="http://schemas.microsoft.com/office/drawing/2014/main" id="{6B31DFAC-465C-D047-E061-52CE85FEF0DD}"/>
                </a:ext>
              </a:extLst>
            </p:cNvPr>
            <p:cNvSpPr txBox="1"/>
            <p:nvPr/>
          </p:nvSpPr>
          <p:spPr>
            <a:xfrm>
              <a:off x="2268993" y="2101506"/>
              <a:ext cx="4998676" cy="369332"/>
            </a:xfrm>
            <a:prstGeom prst="rect">
              <a:avLst/>
            </a:prstGeom>
            <a:noFill/>
          </p:spPr>
          <p:txBody>
            <a:bodyPr wrap="none" rtlCol="0">
              <a:spAutoFit/>
            </a:bodyPr>
            <a:lstStyle/>
            <a:p>
              <a:r>
                <a:rPr lang="pt-PT" dirty="0">
                  <a:solidFill>
                    <a:schemeClr val="tx2"/>
                  </a:solidFill>
                  <a:latin typeface="Santander Text" panose="020B0504020201020104" pitchFamily="34" charset="0"/>
                </a:rPr>
                <a:t>Identificação e Descrição de Requisitos Funcionais</a:t>
              </a:r>
            </a:p>
          </p:txBody>
        </p:sp>
        <p:grpSp>
          <p:nvGrpSpPr>
            <p:cNvPr id="74" name="Punto 1">
              <a:extLst>
                <a:ext uri="{FF2B5EF4-FFF2-40B4-BE49-F238E27FC236}">
                  <a16:creationId xmlns:a16="http://schemas.microsoft.com/office/drawing/2014/main" id="{5D0459A4-4DAE-F480-6F28-D3C7615FC66E}"/>
                </a:ext>
              </a:extLst>
            </p:cNvPr>
            <p:cNvGrpSpPr/>
            <p:nvPr/>
          </p:nvGrpSpPr>
          <p:grpSpPr>
            <a:xfrm>
              <a:off x="1854679" y="2106828"/>
              <a:ext cx="358688" cy="358688"/>
              <a:chOff x="3928533" y="1504713"/>
              <a:chExt cx="358688" cy="358688"/>
            </a:xfrm>
            <a:solidFill>
              <a:srgbClr val="3C3C3B"/>
            </a:solidFill>
          </p:grpSpPr>
          <p:sp>
            <p:nvSpPr>
              <p:cNvPr id="75" name="Elipse 96">
                <a:extLst>
                  <a:ext uri="{FF2B5EF4-FFF2-40B4-BE49-F238E27FC236}">
                    <a16:creationId xmlns:a16="http://schemas.microsoft.com/office/drawing/2014/main" id="{F7DBEF2E-05F1-37C7-84B6-F2E69044C590}"/>
                  </a:ext>
                </a:extLst>
              </p:cNvPr>
              <p:cNvSpPr/>
              <p:nvPr/>
            </p:nvSpPr>
            <p:spPr>
              <a:xfrm>
                <a:off x="3928533" y="1504713"/>
                <a:ext cx="358688" cy="35868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sp>
            <p:nvSpPr>
              <p:cNvPr id="76" name="Elipse 97">
                <a:extLst>
                  <a:ext uri="{FF2B5EF4-FFF2-40B4-BE49-F238E27FC236}">
                    <a16:creationId xmlns:a16="http://schemas.microsoft.com/office/drawing/2014/main" id="{8C9BBEA9-E0D5-E883-8178-61920D38B085}"/>
                  </a:ext>
                </a:extLst>
              </p:cNvPr>
              <p:cNvSpPr/>
              <p:nvPr/>
            </p:nvSpPr>
            <p:spPr>
              <a:xfrm>
                <a:off x="4027046" y="1603226"/>
                <a:ext cx="161662" cy="16166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grpSp>
      </p:grpSp>
      <p:grpSp>
        <p:nvGrpSpPr>
          <p:cNvPr id="77" name="Group 76">
            <a:extLst>
              <a:ext uri="{FF2B5EF4-FFF2-40B4-BE49-F238E27FC236}">
                <a16:creationId xmlns:a16="http://schemas.microsoft.com/office/drawing/2014/main" id="{7A6EFCB8-DAB0-1198-78FE-00D762B07E19}"/>
              </a:ext>
            </a:extLst>
          </p:cNvPr>
          <p:cNvGrpSpPr/>
          <p:nvPr/>
        </p:nvGrpSpPr>
        <p:grpSpPr>
          <a:xfrm>
            <a:off x="1854679" y="1392466"/>
            <a:ext cx="5086619" cy="369332"/>
            <a:chOff x="1854679" y="1559699"/>
            <a:chExt cx="5086619" cy="369332"/>
          </a:xfrm>
        </p:grpSpPr>
        <p:grpSp>
          <p:nvGrpSpPr>
            <p:cNvPr id="78" name="Punto 1">
              <a:extLst>
                <a:ext uri="{FF2B5EF4-FFF2-40B4-BE49-F238E27FC236}">
                  <a16:creationId xmlns:a16="http://schemas.microsoft.com/office/drawing/2014/main" id="{FDF8234E-B173-17E6-3605-970B1DC5E2BE}"/>
                </a:ext>
              </a:extLst>
            </p:cNvPr>
            <p:cNvGrpSpPr/>
            <p:nvPr/>
          </p:nvGrpSpPr>
          <p:grpSpPr>
            <a:xfrm>
              <a:off x="1854679" y="1565021"/>
              <a:ext cx="358688" cy="358688"/>
              <a:chOff x="3928533" y="1504713"/>
              <a:chExt cx="358688" cy="358688"/>
            </a:xfrm>
            <a:solidFill>
              <a:srgbClr val="3C3C3B"/>
            </a:solidFill>
          </p:grpSpPr>
          <p:sp>
            <p:nvSpPr>
              <p:cNvPr id="80" name="Elipse 96">
                <a:extLst>
                  <a:ext uri="{FF2B5EF4-FFF2-40B4-BE49-F238E27FC236}">
                    <a16:creationId xmlns:a16="http://schemas.microsoft.com/office/drawing/2014/main" id="{57D45482-62E4-ED99-94DD-F08F9D85E8FA}"/>
                  </a:ext>
                </a:extLst>
              </p:cNvPr>
              <p:cNvSpPr/>
              <p:nvPr/>
            </p:nvSpPr>
            <p:spPr>
              <a:xfrm>
                <a:off x="3928533" y="1504713"/>
                <a:ext cx="358688" cy="35868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sp>
            <p:nvSpPr>
              <p:cNvPr id="81" name="Elipse 97">
                <a:extLst>
                  <a:ext uri="{FF2B5EF4-FFF2-40B4-BE49-F238E27FC236}">
                    <a16:creationId xmlns:a16="http://schemas.microsoft.com/office/drawing/2014/main" id="{BFC033D3-9E5E-AF37-3C3D-0B68513E981A}"/>
                  </a:ext>
                </a:extLst>
              </p:cNvPr>
              <p:cNvSpPr/>
              <p:nvPr/>
            </p:nvSpPr>
            <p:spPr>
              <a:xfrm>
                <a:off x="4027046" y="1603226"/>
                <a:ext cx="161662" cy="16166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grpSp>
        <p:sp>
          <p:nvSpPr>
            <p:cNvPr id="79" name="CuadroTexto 47">
              <a:extLst>
                <a:ext uri="{FF2B5EF4-FFF2-40B4-BE49-F238E27FC236}">
                  <a16:creationId xmlns:a16="http://schemas.microsoft.com/office/drawing/2014/main" id="{21C79B3B-8A5D-E54E-8418-338039225783}"/>
                </a:ext>
              </a:extLst>
            </p:cNvPr>
            <p:cNvSpPr txBox="1"/>
            <p:nvPr/>
          </p:nvSpPr>
          <p:spPr>
            <a:xfrm>
              <a:off x="2268993" y="1559699"/>
              <a:ext cx="4672305" cy="369332"/>
            </a:xfrm>
            <a:prstGeom prst="rect">
              <a:avLst/>
            </a:prstGeom>
            <a:noFill/>
          </p:spPr>
          <p:txBody>
            <a:bodyPr wrap="none" rtlCol="0">
              <a:spAutoFit/>
            </a:bodyPr>
            <a:lstStyle>
              <a:defPPr>
                <a:defRPr lang="es-ES"/>
              </a:defPPr>
              <a:lvl1pPr>
                <a:defRPr>
                  <a:solidFill>
                    <a:schemeClr val="tx1">
                      <a:lumMod val="65000"/>
                      <a:lumOff val="35000"/>
                    </a:schemeClr>
                  </a:solidFill>
                </a:defRPr>
              </a:lvl1pPr>
            </a:lstStyle>
            <a:p>
              <a:r>
                <a:rPr lang="en-US" dirty="0" err="1">
                  <a:solidFill>
                    <a:schemeClr val="tx2"/>
                  </a:solidFill>
                  <a:latin typeface="Santander Text" panose="020B0504020201020104" pitchFamily="34" charset="0"/>
                </a:rPr>
                <a:t>Princípios</a:t>
              </a:r>
              <a:r>
                <a:rPr lang="en-US" dirty="0">
                  <a:solidFill>
                    <a:schemeClr val="tx2"/>
                  </a:solidFill>
                  <a:latin typeface="Santander Text" panose="020B0504020201020104" pitchFamily="34" charset="0"/>
                </a:rPr>
                <a:t> </a:t>
              </a:r>
              <a:r>
                <a:rPr lang="en-US" dirty="0" err="1">
                  <a:solidFill>
                    <a:schemeClr val="tx2"/>
                  </a:solidFill>
                  <a:latin typeface="Santander Text" panose="020B0504020201020104" pitchFamily="34" charset="0"/>
                </a:rPr>
                <a:t>Funcionais</a:t>
              </a:r>
              <a:r>
                <a:rPr lang="en-US" dirty="0">
                  <a:solidFill>
                    <a:schemeClr val="tx2"/>
                  </a:solidFill>
                  <a:latin typeface="Santander Text" panose="020B0504020201020104" pitchFamily="34" charset="0"/>
                </a:rPr>
                <a:t> e </a:t>
              </a:r>
              <a:r>
                <a:rPr lang="en-US" dirty="0" err="1">
                  <a:solidFill>
                    <a:schemeClr val="tx2"/>
                  </a:solidFill>
                  <a:latin typeface="Santander Text" panose="020B0504020201020104" pitchFamily="34" charset="0"/>
                </a:rPr>
                <a:t>Indicadores</a:t>
              </a:r>
              <a:r>
                <a:rPr lang="en-US" dirty="0">
                  <a:solidFill>
                    <a:schemeClr val="tx2"/>
                  </a:solidFill>
                  <a:latin typeface="Santander Text" panose="020B0504020201020104" pitchFamily="34" charset="0"/>
                </a:rPr>
                <a:t> de </a:t>
              </a:r>
              <a:r>
                <a:rPr lang="en-US" dirty="0" err="1">
                  <a:solidFill>
                    <a:schemeClr val="tx2"/>
                  </a:solidFill>
                  <a:latin typeface="Santander Text" panose="020B0504020201020104" pitchFamily="34" charset="0"/>
                </a:rPr>
                <a:t>Negócio</a:t>
              </a:r>
              <a:endParaRPr lang="en-US" dirty="0">
                <a:solidFill>
                  <a:schemeClr val="tx2"/>
                </a:solidFill>
                <a:latin typeface="Santander Text" panose="020B0504020201020104" pitchFamily="34" charset="0"/>
              </a:endParaRPr>
            </a:p>
          </p:txBody>
        </p:sp>
      </p:grpSp>
      <p:grpSp>
        <p:nvGrpSpPr>
          <p:cNvPr id="82" name="Group 81">
            <a:extLst>
              <a:ext uri="{FF2B5EF4-FFF2-40B4-BE49-F238E27FC236}">
                <a16:creationId xmlns:a16="http://schemas.microsoft.com/office/drawing/2014/main" id="{4D99C105-E15B-C15B-FA75-A8BA813FF896}"/>
              </a:ext>
            </a:extLst>
          </p:cNvPr>
          <p:cNvGrpSpPr/>
          <p:nvPr/>
        </p:nvGrpSpPr>
        <p:grpSpPr>
          <a:xfrm>
            <a:off x="1854679" y="2313672"/>
            <a:ext cx="2554387" cy="369332"/>
            <a:chOff x="1854679" y="2707045"/>
            <a:chExt cx="2554387" cy="369332"/>
          </a:xfrm>
        </p:grpSpPr>
        <p:sp>
          <p:nvSpPr>
            <p:cNvPr id="83" name="CuadroTexto 57">
              <a:extLst>
                <a:ext uri="{FF2B5EF4-FFF2-40B4-BE49-F238E27FC236}">
                  <a16:creationId xmlns:a16="http://schemas.microsoft.com/office/drawing/2014/main" id="{B8A143BA-DF97-758A-D8FE-311264EE6EA0}"/>
                </a:ext>
              </a:extLst>
            </p:cNvPr>
            <p:cNvSpPr txBox="1"/>
            <p:nvPr/>
          </p:nvSpPr>
          <p:spPr>
            <a:xfrm>
              <a:off x="2268993" y="2707045"/>
              <a:ext cx="2140073" cy="369332"/>
            </a:xfrm>
            <a:prstGeom prst="rect">
              <a:avLst/>
            </a:prstGeom>
            <a:noFill/>
          </p:spPr>
          <p:txBody>
            <a:bodyPr wrap="none" rtlCol="0">
              <a:spAutoFit/>
            </a:bodyPr>
            <a:lstStyle/>
            <a:p>
              <a:r>
                <a:rPr lang="en-US" dirty="0" err="1">
                  <a:solidFill>
                    <a:schemeClr val="tx2"/>
                  </a:solidFill>
                  <a:latin typeface="Santander Text" panose="020B0504020201020104" pitchFamily="34" charset="0"/>
                </a:rPr>
                <a:t>Desenho</a:t>
              </a:r>
              <a:r>
                <a:rPr lang="en-US" dirty="0">
                  <a:solidFill>
                    <a:schemeClr val="tx2"/>
                  </a:solidFill>
                  <a:latin typeface="Santander Text" panose="020B0504020201020104" pitchFamily="34" charset="0"/>
                </a:rPr>
                <a:t> de </a:t>
              </a:r>
              <a:r>
                <a:rPr lang="en-US" dirty="0" err="1">
                  <a:solidFill>
                    <a:schemeClr val="tx2"/>
                  </a:solidFill>
                  <a:latin typeface="Santander Text" panose="020B0504020201020104" pitchFamily="34" charset="0"/>
                </a:rPr>
                <a:t>Solução</a:t>
              </a:r>
              <a:endParaRPr lang="en-US" dirty="0">
                <a:solidFill>
                  <a:schemeClr val="tx2"/>
                </a:solidFill>
                <a:latin typeface="Santander Text" panose="020B0504020201020104" pitchFamily="34" charset="0"/>
              </a:endParaRPr>
            </a:p>
          </p:txBody>
        </p:sp>
        <p:grpSp>
          <p:nvGrpSpPr>
            <p:cNvPr id="84" name="Punto 1">
              <a:extLst>
                <a:ext uri="{FF2B5EF4-FFF2-40B4-BE49-F238E27FC236}">
                  <a16:creationId xmlns:a16="http://schemas.microsoft.com/office/drawing/2014/main" id="{E8EE6359-B20A-3838-6666-7FB34FD5FF52}"/>
                </a:ext>
              </a:extLst>
            </p:cNvPr>
            <p:cNvGrpSpPr/>
            <p:nvPr/>
          </p:nvGrpSpPr>
          <p:grpSpPr>
            <a:xfrm>
              <a:off x="1854679" y="2712367"/>
              <a:ext cx="358688" cy="358688"/>
              <a:chOff x="3928533" y="1504713"/>
              <a:chExt cx="358688" cy="358688"/>
            </a:xfrm>
            <a:solidFill>
              <a:srgbClr val="3C3C3B"/>
            </a:solidFill>
          </p:grpSpPr>
          <p:sp>
            <p:nvSpPr>
              <p:cNvPr id="85" name="Elipse 96">
                <a:extLst>
                  <a:ext uri="{FF2B5EF4-FFF2-40B4-BE49-F238E27FC236}">
                    <a16:creationId xmlns:a16="http://schemas.microsoft.com/office/drawing/2014/main" id="{BA8E9C7E-11AA-8741-CB15-A817CA281070}"/>
                  </a:ext>
                </a:extLst>
              </p:cNvPr>
              <p:cNvSpPr/>
              <p:nvPr/>
            </p:nvSpPr>
            <p:spPr>
              <a:xfrm>
                <a:off x="3928533" y="1504713"/>
                <a:ext cx="358688" cy="35868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sp>
            <p:nvSpPr>
              <p:cNvPr id="86" name="Elipse 97">
                <a:extLst>
                  <a:ext uri="{FF2B5EF4-FFF2-40B4-BE49-F238E27FC236}">
                    <a16:creationId xmlns:a16="http://schemas.microsoft.com/office/drawing/2014/main" id="{5D0AB0B4-47A4-733D-BEDC-DED64668CE42}"/>
                  </a:ext>
                </a:extLst>
              </p:cNvPr>
              <p:cNvSpPr/>
              <p:nvPr/>
            </p:nvSpPr>
            <p:spPr>
              <a:xfrm>
                <a:off x="4027046" y="1603226"/>
                <a:ext cx="161662" cy="16166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grpSp>
      </p:grpSp>
      <p:grpSp>
        <p:nvGrpSpPr>
          <p:cNvPr id="87" name="Group 86">
            <a:extLst>
              <a:ext uri="{FF2B5EF4-FFF2-40B4-BE49-F238E27FC236}">
                <a16:creationId xmlns:a16="http://schemas.microsoft.com/office/drawing/2014/main" id="{7E59B80E-2448-0D9F-3FE7-394299FA1A4E}"/>
              </a:ext>
            </a:extLst>
          </p:cNvPr>
          <p:cNvGrpSpPr/>
          <p:nvPr/>
        </p:nvGrpSpPr>
        <p:grpSpPr>
          <a:xfrm>
            <a:off x="1843483" y="471260"/>
            <a:ext cx="4248608" cy="369332"/>
            <a:chOff x="1843483" y="471260"/>
            <a:chExt cx="4248608" cy="369332"/>
          </a:xfrm>
        </p:grpSpPr>
        <p:grpSp>
          <p:nvGrpSpPr>
            <p:cNvPr id="88" name="Group 87">
              <a:extLst>
                <a:ext uri="{FF2B5EF4-FFF2-40B4-BE49-F238E27FC236}">
                  <a16:creationId xmlns:a16="http://schemas.microsoft.com/office/drawing/2014/main" id="{9F3ABACC-2727-0A0E-8111-6F7B8DC5A9E0}"/>
                </a:ext>
              </a:extLst>
            </p:cNvPr>
            <p:cNvGrpSpPr/>
            <p:nvPr/>
          </p:nvGrpSpPr>
          <p:grpSpPr>
            <a:xfrm>
              <a:off x="1843483" y="471260"/>
              <a:ext cx="4248608" cy="369332"/>
              <a:chOff x="1843483" y="471260"/>
              <a:chExt cx="4248608" cy="369332"/>
            </a:xfrm>
          </p:grpSpPr>
          <p:sp>
            <p:nvSpPr>
              <p:cNvPr id="90" name="CuadroTexto 47">
                <a:extLst>
                  <a:ext uri="{FF2B5EF4-FFF2-40B4-BE49-F238E27FC236}">
                    <a16:creationId xmlns:a16="http://schemas.microsoft.com/office/drawing/2014/main" id="{6FA8F9DA-8B5A-6CC0-03C8-16C33B934643}"/>
                  </a:ext>
                </a:extLst>
              </p:cNvPr>
              <p:cNvSpPr txBox="1"/>
              <p:nvPr/>
            </p:nvSpPr>
            <p:spPr>
              <a:xfrm>
                <a:off x="2268993" y="471260"/>
                <a:ext cx="3823098" cy="369332"/>
              </a:xfrm>
              <a:prstGeom prst="rect">
                <a:avLst/>
              </a:prstGeom>
              <a:noFill/>
            </p:spPr>
            <p:txBody>
              <a:bodyPr wrap="none" rtlCol="0">
                <a:spAutoFit/>
              </a:bodyPr>
              <a:lstStyle>
                <a:defPPr>
                  <a:defRPr lang="es-ES"/>
                </a:defPPr>
                <a:lvl1pPr>
                  <a:defRPr>
                    <a:solidFill>
                      <a:schemeClr val="tx1">
                        <a:lumMod val="65000"/>
                        <a:lumOff val="35000"/>
                      </a:schemeClr>
                    </a:solidFill>
                  </a:defRPr>
                </a:lvl1pPr>
              </a:lstStyle>
              <a:p>
                <a:r>
                  <a:rPr lang="en-US" dirty="0" err="1">
                    <a:solidFill>
                      <a:schemeClr val="tx2"/>
                    </a:solidFill>
                    <a:latin typeface="Santander Text" panose="020B0504020201020104" pitchFamily="34" charset="0"/>
                  </a:rPr>
                  <a:t>Enquadramento</a:t>
                </a:r>
                <a:r>
                  <a:rPr lang="en-US" dirty="0">
                    <a:solidFill>
                      <a:schemeClr val="tx2"/>
                    </a:solidFill>
                    <a:latin typeface="Santander Text" panose="020B0504020201020104" pitchFamily="34" charset="0"/>
                  </a:rPr>
                  <a:t>, </a:t>
                </a:r>
                <a:r>
                  <a:rPr lang="en-US" dirty="0" err="1">
                    <a:solidFill>
                      <a:schemeClr val="tx2"/>
                    </a:solidFill>
                    <a:latin typeface="Santander Text" panose="020B0504020201020104" pitchFamily="34" charset="0"/>
                  </a:rPr>
                  <a:t>Objectivos</a:t>
                </a:r>
                <a:r>
                  <a:rPr lang="en-US" dirty="0">
                    <a:solidFill>
                      <a:schemeClr val="tx2"/>
                    </a:solidFill>
                    <a:latin typeface="Santander Text" panose="020B0504020201020104" pitchFamily="34" charset="0"/>
                  </a:rPr>
                  <a:t> e </a:t>
                </a:r>
                <a:r>
                  <a:rPr lang="en-US" dirty="0" err="1">
                    <a:solidFill>
                      <a:schemeClr val="tx2"/>
                    </a:solidFill>
                    <a:latin typeface="Santander Text" panose="020B0504020201020104" pitchFamily="34" charset="0"/>
                  </a:rPr>
                  <a:t>Alcance</a:t>
                </a:r>
                <a:endParaRPr lang="en-US" dirty="0">
                  <a:solidFill>
                    <a:schemeClr val="tx2"/>
                  </a:solidFill>
                  <a:latin typeface="Santander Text" panose="020B0504020201020104" pitchFamily="34" charset="0"/>
                </a:endParaRPr>
              </a:p>
            </p:txBody>
          </p:sp>
          <p:sp>
            <p:nvSpPr>
              <p:cNvPr id="91" name="Elipse 93">
                <a:extLst>
                  <a:ext uri="{FF2B5EF4-FFF2-40B4-BE49-F238E27FC236}">
                    <a16:creationId xmlns:a16="http://schemas.microsoft.com/office/drawing/2014/main" id="{B11C36F6-B584-168F-8E96-4A91A5970B82}"/>
                  </a:ext>
                </a:extLst>
              </p:cNvPr>
              <p:cNvSpPr/>
              <p:nvPr/>
            </p:nvSpPr>
            <p:spPr>
              <a:xfrm>
                <a:off x="1843483" y="471260"/>
                <a:ext cx="358688" cy="358688"/>
              </a:xfrm>
              <a:prstGeom prst="ellipse">
                <a:avLst/>
              </a:prstGeom>
              <a:solidFill>
                <a:srgbClr val="3C3C3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grpSp>
        <p:sp>
          <p:nvSpPr>
            <p:cNvPr id="89" name="Elipse 97">
              <a:extLst>
                <a:ext uri="{FF2B5EF4-FFF2-40B4-BE49-F238E27FC236}">
                  <a16:creationId xmlns:a16="http://schemas.microsoft.com/office/drawing/2014/main" id="{7EA5C025-C3D9-9D9A-2D10-A9E309EEF2FA}"/>
                </a:ext>
              </a:extLst>
            </p:cNvPr>
            <p:cNvSpPr/>
            <p:nvPr/>
          </p:nvSpPr>
          <p:spPr>
            <a:xfrm>
              <a:off x="1941996" y="569773"/>
              <a:ext cx="161662" cy="16166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Santander Text" panose="020B0504020201020104" pitchFamily="34" charset="0"/>
              </a:endParaRPr>
            </a:p>
          </p:txBody>
        </p:sp>
      </p:grpSp>
      <p:grpSp>
        <p:nvGrpSpPr>
          <p:cNvPr id="92" name="Group 91">
            <a:extLst>
              <a:ext uri="{FF2B5EF4-FFF2-40B4-BE49-F238E27FC236}">
                <a16:creationId xmlns:a16="http://schemas.microsoft.com/office/drawing/2014/main" id="{40B3E677-2466-D1CD-4F23-63620FDDB16D}"/>
              </a:ext>
            </a:extLst>
          </p:cNvPr>
          <p:cNvGrpSpPr/>
          <p:nvPr/>
        </p:nvGrpSpPr>
        <p:grpSpPr>
          <a:xfrm>
            <a:off x="1854679" y="3695481"/>
            <a:ext cx="2807213" cy="369332"/>
            <a:chOff x="1854679" y="3814462"/>
            <a:chExt cx="2807213" cy="369332"/>
          </a:xfrm>
        </p:grpSpPr>
        <p:sp>
          <p:nvSpPr>
            <p:cNvPr id="93" name="CuadroTexto 55">
              <a:extLst>
                <a:ext uri="{FF2B5EF4-FFF2-40B4-BE49-F238E27FC236}">
                  <a16:creationId xmlns:a16="http://schemas.microsoft.com/office/drawing/2014/main" id="{A34CE0B5-6611-AAB5-9BED-9FC601E0F0AA}"/>
                </a:ext>
              </a:extLst>
            </p:cNvPr>
            <p:cNvSpPr txBox="1"/>
            <p:nvPr/>
          </p:nvSpPr>
          <p:spPr>
            <a:xfrm>
              <a:off x="2268993" y="3814462"/>
              <a:ext cx="2392899" cy="369332"/>
            </a:xfrm>
            <a:prstGeom prst="rect">
              <a:avLst/>
            </a:prstGeom>
            <a:noFill/>
          </p:spPr>
          <p:txBody>
            <a:bodyPr wrap="none" rtlCol="0">
              <a:spAutoFit/>
            </a:bodyPr>
            <a:lstStyle/>
            <a:p>
              <a:r>
                <a:rPr lang="pt-PT" dirty="0">
                  <a:solidFill>
                    <a:schemeClr val="tx2"/>
                  </a:solidFill>
                  <a:latin typeface="Santander Text" panose="020B0504020201020104" pitchFamily="34" charset="0"/>
                </a:rPr>
                <a:t>Desenho de Segurança</a:t>
              </a:r>
            </a:p>
          </p:txBody>
        </p:sp>
        <p:grpSp>
          <p:nvGrpSpPr>
            <p:cNvPr id="94" name="Punto 1">
              <a:extLst>
                <a:ext uri="{FF2B5EF4-FFF2-40B4-BE49-F238E27FC236}">
                  <a16:creationId xmlns:a16="http://schemas.microsoft.com/office/drawing/2014/main" id="{39E935CA-A9B9-E72F-0467-6EA690864B75}"/>
                </a:ext>
              </a:extLst>
            </p:cNvPr>
            <p:cNvGrpSpPr/>
            <p:nvPr/>
          </p:nvGrpSpPr>
          <p:grpSpPr>
            <a:xfrm>
              <a:off x="1854679" y="3819784"/>
              <a:ext cx="358688" cy="358688"/>
              <a:chOff x="3928533" y="1504713"/>
              <a:chExt cx="358688" cy="358688"/>
            </a:xfrm>
            <a:solidFill>
              <a:srgbClr val="3C3C3B"/>
            </a:solidFill>
          </p:grpSpPr>
          <p:sp>
            <p:nvSpPr>
              <p:cNvPr id="95" name="Elipse 102">
                <a:extLst>
                  <a:ext uri="{FF2B5EF4-FFF2-40B4-BE49-F238E27FC236}">
                    <a16:creationId xmlns:a16="http://schemas.microsoft.com/office/drawing/2014/main" id="{27169F96-EF6F-1EC9-D75C-E72D5B4F4297}"/>
                  </a:ext>
                </a:extLst>
              </p:cNvPr>
              <p:cNvSpPr/>
              <p:nvPr/>
            </p:nvSpPr>
            <p:spPr>
              <a:xfrm>
                <a:off x="3928533" y="1504713"/>
                <a:ext cx="358688" cy="35868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sp>
            <p:nvSpPr>
              <p:cNvPr id="108" name="Elipse 103">
                <a:extLst>
                  <a:ext uri="{FF2B5EF4-FFF2-40B4-BE49-F238E27FC236}">
                    <a16:creationId xmlns:a16="http://schemas.microsoft.com/office/drawing/2014/main" id="{7195DC48-336D-70CB-D82A-D804D483ADDE}"/>
                  </a:ext>
                </a:extLst>
              </p:cNvPr>
              <p:cNvSpPr/>
              <p:nvPr/>
            </p:nvSpPr>
            <p:spPr>
              <a:xfrm>
                <a:off x="4027046" y="1603226"/>
                <a:ext cx="161662" cy="16166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grpSp>
      </p:grpSp>
      <p:grpSp>
        <p:nvGrpSpPr>
          <p:cNvPr id="109" name="Group 108">
            <a:extLst>
              <a:ext uri="{FF2B5EF4-FFF2-40B4-BE49-F238E27FC236}">
                <a16:creationId xmlns:a16="http://schemas.microsoft.com/office/drawing/2014/main" id="{62240DB6-59B5-FF15-AC85-C279A1878E86}"/>
              </a:ext>
            </a:extLst>
          </p:cNvPr>
          <p:cNvGrpSpPr/>
          <p:nvPr/>
        </p:nvGrpSpPr>
        <p:grpSpPr>
          <a:xfrm>
            <a:off x="1854679" y="4616687"/>
            <a:ext cx="4314421" cy="369332"/>
            <a:chOff x="1854679" y="4351720"/>
            <a:chExt cx="4314421" cy="369332"/>
          </a:xfrm>
        </p:grpSpPr>
        <p:sp>
          <p:nvSpPr>
            <p:cNvPr id="110" name="CuadroTexto 51">
              <a:extLst>
                <a:ext uri="{FF2B5EF4-FFF2-40B4-BE49-F238E27FC236}">
                  <a16:creationId xmlns:a16="http://schemas.microsoft.com/office/drawing/2014/main" id="{6C331E2F-E4BD-893A-0645-683F16D05B47}"/>
                </a:ext>
              </a:extLst>
            </p:cNvPr>
            <p:cNvSpPr txBox="1"/>
            <p:nvPr/>
          </p:nvSpPr>
          <p:spPr>
            <a:xfrm>
              <a:off x="2268993" y="4351720"/>
              <a:ext cx="3900107" cy="369332"/>
            </a:xfrm>
            <a:prstGeom prst="rect">
              <a:avLst/>
            </a:prstGeom>
            <a:noFill/>
          </p:spPr>
          <p:txBody>
            <a:bodyPr wrap="none" rtlCol="0">
              <a:spAutoFit/>
            </a:bodyPr>
            <a:lstStyle/>
            <a:p>
              <a:r>
                <a:rPr lang="en-US" dirty="0" err="1">
                  <a:solidFill>
                    <a:schemeClr val="tx2"/>
                  </a:solidFill>
                  <a:latin typeface="Santander Text" panose="020B0504020201020104" pitchFamily="34" charset="0"/>
                </a:rPr>
                <a:t>Observabilidade</a:t>
              </a:r>
              <a:r>
                <a:rPr lang="en-US" dirty="0">
                  <a:solidFill>
                    <a:schemeClr val="tx2"/>
                  </a:solidFill>
                  <a:latin typeface="Santander Text" panose="020B0504020201020104" pitchFamily="34" charset="0"/>
                </a:rPr>
                <a:t> e </a:t>
              </a:r>
              <a:r>
                <a:rPr lang="en-US" dirty="0" err="1">
                  <a:solidFill>
                    <a:schemeClr val="tx2"/>
                  </a:solidFill>
                  <a:latin typeface="Santander Text" panose="020B0504020201020104" pitchFamily="34" charset="0"/>
                </a:rPr>
                <a:t>Automação</a:t>
              </a:r>
              <a:r>
                <a:rPr lang="en-US" dirty="0">
                  <a:solidFill>
                    <a:schemeClr val="tx2"/>
                  </a:solidFill>
                  <a:latin typeface="Santander Text" panose="020B0504020201020104" pitchFamily="34" charset="0"/>
                </a:rPr>
                <a:t> de SW </a:t>
              </a:r>
            </a:p>
          </p:txBody>
        </p:sp>
        <p:grpSp>
          <p:nvGrpSpPr>
            <p:cNvPr id="114" name="Punto 1">
              <a:extLst>
                <a:ext uri="{FF2B5EF4-FFF2-40B4-BE49-F238E27FC236}">
                  <a16:creationId xmlns:a16="http://schemas.microsoft.com/office/drawing/2014/main" id="{1FF0574C-EC7B-EC53-C8FF-F13FA5AC9EA6}"/>
                </a:ext>
              </a:extLst>
            </p:cNvPr>
            <p:cNvGrpSpPr/>
            <p:nvPr/>
          </p:nvGrpSpPr>
          <p:grpSpPr>
            <a:xfrm>
              <a:off x="1854679" y="4357042"/>
              <a:ext cx="358688" cy="358688"/>
              <a:chOff x="3928533" y="1504713"/>
              <a:chExt cx="358688" cy="358688"/>
            </a:xfrm>
            <a:solidFill>
              <a:srgbClr val="3C3C3B"/>
            </a:solidFill>
          </p:grpSpPr>
          <p:sp>
            <p:nvSpPr>
              <p:cNvPr id="115" name="Elipse 105">
                <a:extLst>
                  <a:ext uri="{FF2B5EF4-FFF2-40B4-BE49-F238E27FC236}">
                    <a16:creationId xmlns:a16="http://schemas.microsoft.com/office/drawing/2014/main" id="{7AC5F453-A935-6E47-99E4-9AAB6345874E}"/>
                  </a:ext>
                </a:extLst>
              </p:cNvPr>
              <p:cNvSpPr/>
              <p:nvPr/>
            </p:nvSpPr>
            <p:spPr>
              <a:xfrm>
                <a:off x="3928533" y="1504713"/>
                <a:ext cx="358688" cy="35868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sp>
            <p:nvSpPr>
              <p:cNvPr id="116" name="Elipse 106">
                <a:extLst>
                  <a:ext uri="{FF2B5EF4-FFF2-40B4-BE49-F238E27FC236}">
                    <a16:creationId xmlns:a16="http://schemas.microsoft.com/office/drawing/2014/main" id="{BCE9957F-9EE2-2F92-ED45-E4A480383955}"/>
                  </a:ext>
                </a:extLst>
              </p:cNvPr>
              <p:cNvSpPr/>
              <p:nvPr/>
            </p:nvSpPr>
            <p:spPr>
              <a:xfrm>
                <a:off x="4027046" y="1603226"/>
                <a:ext cx="161662" cy="16166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grpSp>
      </p:grpSp>
    </p:spTree>
    <p:extLst>
      <p:ext uri="{BB962C8B-B14F-4D97-AF65-F5344CB8AC3E}">
        <p14:creationId xmlns:p14="http://schemas.microsoft.com/office/powerpoint/2010/main" val="38085399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BC0D97B6-E32F-4D7D-B839-7C3B51F2640F}" type="slidenum">
              <a:rPr lang="pt-PT" smtClean="0"/>
              <a:pPr/>
              <a:t>12</a:t>
            </a:fld>
            <a:endParaRPr lang="pt-PT"/>
          </a:p>
        </p:txBody>
      </p:sp>
      <p:sp>
        <p:nvSpPr>
          <p:cNvPr id="5" name="Rectangle 5">
            <a:extLst>
              <a:ext uri="{FF2B5EF4-FFF2-40B4-BE49-F238E27FC236}">
                <a16:creationId xmlns:a16="http://schemas.microsoft.com/office/drawing/2014/main" id="{74AA28B4-990E-4C75-BFFF-B62AB2A0AF3E}"/>
              </a:ext>
            </a:extLst>
          </p:cNvPr>
          <p:cNvSpPr>
            <a:spLocks noGrp="1" noChangeArrowheads="1"/>
          </p:cNvSpPr>
          <p:nvPr>
            <p:ph type="body" sz="quarter" idx="15"/>
          </p:nvPr>
        </p:nvSpPr>
        <p:spPr bwMode="auto">
          <a:xfrm>
            <a:off x="711200" y="1117600"/>
            <a:ext cx="10758488" cy="5059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numCol="1"/>
          <a:lstStyle>
            <a:lvl1pPr marL="342900" indent="-342900" defTabSz="698500">
              <a:spcBef>
                <a:spcPct val="20000"/>
              </a:spcBef>
              <a:buClr>
                <a:srgbClr val="FF0000"/>
              </a:buClr>
              <a:buFont typeface="Wingdings" panose="05000000000000000000" pitchFamily="2" charset="2"/>
              <a:buChar char="w"/>
              <a:defRPr sz="2400" b="1">
                <a:solidFill>
                  <a:srgbClr val="FF0000"/>
                </a:solidFill>
                <a:latin typeface="Arial" panose="020B0604020202020204" pitchFamily="34" charset="0"/>
              </a:defRPr>
            </a:lvl1pPr>
            <a:lvl2pPr marL="179388" defTabSz="698500">
              <a:spcBef>
                <a:spcPct val="20000"/>
              </a:spcBef>
              <a:buClr>
                <a:schemeClr val="bg2"/>
              </a:buClr>
              <a:buFont typeface="Wingdings" panose="05000000000000000000" pitchFamily="2" charset="2"/>
              <a:buChar char="§"/>
              <a:defRPr sz="2600">
                <a:solidFill>
                  <a:srgbClr val="808080"/>
                </a:solidFill>
                <a:latin typeface="Arial" panose="020B0604020202020204" pitchFamily="34" charset="0"/>
              </a:defRPr>
            </a:lvl2pPr>
            <a:lvl3pPr marL="979488" indent="-342900" defTabSz="698500">
              <a:spcBef>
                <a:spcPct val="20000"/>
              </a:spcBef>
              <a:buClr>
                <a:schemeClr val="tx1"/>
              </a:buClr>
              <a:buFont typeface="Arial" panose="020B0604020202020204" pitchFamily="34" charset="0"/>
              <a:buChar char="–"/>
              <a:defRPr sz="2000">
                <a:solidFill>
                  <a:schemeClr val="bg2"/>
                </a:solidFill>
                <a:latin typeface="Arial" panose="020B0604020202020204" pitchFamily="34" charset="0"/>
              </a:defRPr>
            </a:lvl3pPr>
            <a:lvl4pPr marL="1600200" indent="-228600" defTabSz="698500">
              <a:spcBef>
                <a:spcPct val="20000"/>
              </a:spcBef>
              <a:buClr>
                <a:schemeClr val="tx1"/>
              </a:buClr>
              <a:buFont typeface="Arial" panose="020B0604020202020204" pitchFamily="34" charset="0"/>
              <a:buChar char="–"/>
              <a:defRPr sz="2000">
                <a:solidFill>
                  <a:schemeClr val="bg2"/>
                </a:solidFill>
                <a:latin typeface="Arial" panose="020B0604020202020204" pitchFamily="34" charset="0"/>
              </a:defRPr>
            </a:lvl4pPr>
            <a:lvl5pPr marL="2057400" indent="-228600" defTabSz="698500">
              <a:spcBef>
                <a:spcPct val="20000"/>
              </a:spcBef>
              <a:buClr>
                <a:schemeClr val="tx1"/>
              </a:buClr>
              <a:buFont typeface="Arial" panose="020B0604020202020204" pitchFamily="34" charset="0"/>
              <a:buChar char="–"/>
              <a:defRPr sz="2000">
                <a:solidFill>
                  <a:schemeClr val="bg2"/>
                </a:solidFill>
                <a:latin typeface="Arial" panose="020B0604020202020204" pitchFamily="34" charset="0"/>
              </a:defRPr>
            </a:lvl5pPr>
            <a:lvl6pPr marL="2514600" indent="-228600" defTabSz="6985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6pPr>
            <a:lvl7pPr marL="2971800" indent="-228600" defTabSz="6985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7pPr>
            <a:lvl8pPr marL="3429000" indent="-228600" defTabSz="6985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8pPr>
            <a:lvl9pPr marL="3886200" indent="-228600" defTabSz="6985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9pPr>
          </a:lstStyle>
          <a:p>
            <a:pPr marL="179070" lvl="1" algn="just">
              <a:lnSpc>
                <a:spcPct val="150000"/>
              </a:lnSpc>
              <a:spcBef>
                <a:spcPts val="400"/>
              </a:spcBef>
              <a:buClr>
                <a:srgbClr val="FF0000"/>
              </a:buClr>
              <a:buNone/>
            </a:pPr>
            <a:r>
              <a:rPr lang="pt-PT" sz="1200" dirty="0">
                <a:solidFill>
                  <a:schemeClr val="tx1"/>
                </a:solidFill>
                <a:latin typeface="Santander Text" panose="020B0504020201020104" pitchFamily="34" charset="0"/>
              </a:rPr>
              <a:t>Efetuar os seguintes Desenvolvimento em Datalake: </a:t>
            </a:r>
          </a:p>
          <a:p>
            <a:pPr marL="407670" lvl="1" indent="-228600" algn="just">
              <a:lnSpc>
                <a:spcPct val="150000"/>
              </a:lnSpc>
              <a:spcBef>
                <a:spcPts val="400"/>
              </a:spcBef>
              <a:buClr>
                <a:srgbClr val="FF0000"/>
              </a:buClr>
              <a:buAutoNum type="arabicPeriod"/>
            </a:pPr>
            <a:r>
              <a:rPr lang="pt-PT" sz="1200" dirty="0">
                <a:solidFill>
                  <a:schemeClr val="tx1"/>
                </a:solidFill>
                <a:latin typeface="Santander Text" panose="020B0504020201020104" pitchFamily="34" charset="0"/>
              </a:rPr>
              <a:t>Ficheiro B01.00.</a:t>
            </a:r>
          </a:p>
          <a:p>
            <a:pPr marL="407670" lvl="1" indent="-228600" algn="just">
              <a:lnSpc>
                <a:spcPct val="150000"/>
              </a:lnSpc>
              <a:spcBef>
                <a:spcPts val="400"/>
              </a:spcBef>
              <a:buClr>
                <a:srgbClr val="FF0000"/>
              </a:buClr>
              <a:buAutoNum type="arabicPeriod"/>
            </a:pPr>
            <a:r>
              <a:rPr lang="pt-PT" sz="1200" dirty="0">
                <a:solidFill>
                  <a:schemeClr val="tx1"/>
                </a:solidFill>
                <a:latin typeface="Santander Text" panose="020B0504020201020104" pitchFamily="34" charset="0"/>
              </a:rPr>
              <a:t>Adição dos Garantes na lt003_entity  </a:t>
            </a:r>
          </a:p>
          <a:p>
            <a:pPr marL="407670" lvl="1" indent="-228600" algn="just">
              <a:lnSpc>
                <a:spcPct val="150000"/>
              </a:lnSpc>
              <a:spcBef>
                <a:spcPts val="400"/>
              </a:spcBef>
              <a:buClr>
                <a:srgbClr val="FF0000"/>
              </a:buClr>
              <a:buAutoNum type="arabicPeriod"/>
            </a:pPr>
            <a:r>
              <a:rPr lang="pt-PT" sz="1200" dirty="0">
                <a:solidFill>
                  <a:schemeClr val="tx1"/>
                </a:solidFill>
                <a:latin typeface="Santander Text" panose="020B0504020201020104" pitchFamily="34" charset="0"/>
              </a:rPr>
              <a:t>Possibilitar a alteração dos dados das Tabelas de Output do </a:t>
            </a:r>
            <a:r>
              <a:rPr lang="pt-PT" sz="1200" dirty="0" err="1">
                <a:solidFill>
                  <a:schemeClr val="tx1"/>
                </a:solidFill>
                <a:latin typeface="Santander Text" panose="020B0504020201020104" pitchFamily="34" charset="0"/>
              </a:rPr>
              <a:t>report</a:t>
            </a:r>
            <a:r>
              <a:rPr lang="pt-PT" sz="1200" dirty="0">
                <a:solidFill>
                  <a:schemeClr val="tx1"/>
                </a:solidFill>
                <a:latin typeface="Santander Text" panose="020B0504020201020104" pitchFamily="34" charset="0"/>
              </a:rPr>
              <a:t> (out_b0100_aggregate_view, out_b0200_main_liabilities, out_b0500_guarantees, out_b9000_counterparties) </a:t>
            </a:r>
          </a:p>
          <a:p>
            <a:pPr marL="407670" lvl="1" indent="-228600" algn="just">
              <a:lnSpc>
                <a:spcPct val="150000"/>
              </a:lnSpc>
              <a:spcBef>
                <a:spcPts val="400"/>
              </a:spcBef>
              <a:buClr>
                <a:srgbClr val="FF0000"/>
              </a:buClr>
              <a:buAutoNum type="arabicPeriod"/>
            </a:pPr>
            <a:r>
              <a:rPr lang="pt-PT" sz="1200" dirty="0">
                <a:solidFill>
                  <a:schemeClr val="tx1"/>
                </a:solidFill>
                <a:latin typeface="Santander Text" panose="020B0504020201020104" pitchFamily="34" charset="0"/>
              </a:rPr>
              <a:t>Correção dos registos duplicados</a:t>
            </a:r>
          </a:p>
        </p:txBody>
      </p:sp>
      <p:sp>
        <p:nvSpPr>
          <p:cNvPr id="3" name="Marcador de texto 5">
            <a:extLst>
              <a:ext uri="{FF2B5EF4-FFF2-40B4-BE49-F238E27FC236}">
                <a16:creationId xmlns:a16="http://schemas.microsoft.com/office/drawing/2014/main" id="{78AADD59-BB43-2E49-C301-8B7C35D051E9}"/>
              </a:ext>
            </a:extLst>
          </p:cNvPr>
          <p:cNvSpPr txBox="1">
            <a:spLocks/>
          </p:cNvSpPr>
          <p:nvPr/>
        </p:nvSpPr>
        <p:spPr>
          <a:xfrm>
            <a:off x="106420" y="114373"/>
            <a:ext cx="8280198" cy="538770"/>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Tx/>
              <a:buNone/>
              <a:defRPr sz="1300" kern="1200">
                <a:solidFill>
                  <a:schemeClr val="accent1"/>
                </a:solidFill>
                <a:latin typeface="+mn-lt"/>
                <a:ea typeface="+mn-ea"/>
                <a:cs typeface="+mn-cs"/>
              </a:defRPr>
            </a:lvl1pPr>
            <a:lvl2pPr marL="457200" indent="0" algn="l" defTabSz="914400" rtl="0" eaLnBrk="1" latinLnBrk="0" hangingPunct="1">
              <a:lnSpc>
                <a:spcPct val="90000"/>
              </a:lnSpc>
              <a:spcBef>
                <a:spcPts val="500"/>
              </a:spcBef>
              <a:buFontTx/>
              <a:buNone/>
              <a:defRPr sz="11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Tx/>
              <a:buNone/>
              <a:defRPr sz="105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Tx/>
              <a:buNone/>
              <a:defRPr sz="10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Tx/>
              <a:buNone/>
              <a:defRPr sz="1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pt-PT" sz="2400" dirty="0"/>
              <a:t>Identificação e Descrição de Requisitos Funcionais</a:t>
            </a:r>
          </a:p>
        </p:txBody>
      </p:sp>
    </p:spTree>
    <p:extLst>
      <p:ext uri="{BB962C8B-B14F-4D97-AF65-F5344CB8AC3E}">
        <p14:creationId xmlns:p14="http://schemas.microsoft.com/office/powerpoint/2010/main" val="32283535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ángulo 44">
            <a:extLst>
              <a:ext uri="{FF2B5EF4-FFF2-40B4-BE49-F238E27FC236}">
                <a16:creationId xmlns:a16="http://schemas.microsoft.com/office/drawing/2014/main" id="{F812A1A8-3E65-16A4-A1ED-D651DC17FD70}"/>
              </a:ext>
            </a:extLst>
          </p:cNvPr>
          <p:cNvSpPr/>
          <p:nvPr/>
        </p:nvSpPr>
        <p:spPr>
          <a:xfrm>
            <a:off x="1932699" y="581025"/>
            <a:ext cx="202649" cy="5733485"/>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grpSp>
        <p:nvGrpSpPr>
          <p:cNvPr id="14" name="Group 13">
            <a:extLst>
              <a:ext uri="{FF2B5EF4-FFF2-40B4-BE49-F238E27FC236}">
                <a16:creationId xmlns:a16="http://schemas.microsoft.com/office/drawing/2014/main" id="{AE6CA9D9-CBE1-13D2-0D23-29630F70E897}"/>
              </a:ext>
            </a:extLst>
          </p:cNvPr>
          <p:cNvGrpSpPr/>
          <p:nvPr/>
        </p:nvGrpSpPr>
        <p:grpSpPr>
          <a:xfrm>
            <a:off x="1854679" y="2774275"/>
            <a:ext cx="2820101" cy="369332"/>
            <a:chOff x="1854679" y="3238744"/>
            <a:chExt cx="2820101" cy="369332"/>
          </a:xfrm>
        </p:grpSpPr>
        <p:sp>
          <p:nvSpPr>
            <p:cNvPr id="15" name="CuadroTexto 49">
              <a:extLst>
                <a:ext uri="{FF2B5EF4-FFF2-40B4-BE49-F238E27FC236}">
                  <a16:creationId xmlns:a16="http://schemas.microsoft.com/office/drawing/2014/main" id="{736C260A-62C4-4F8A-7C98-80CC8C89AB44}"/>
                </a:ext>
              </a:extLst>
            </p:cNvPr>
            <p:cNvSpPr txBox="1"/>
            <p:nvPr/>
          </p:nvSpPr>
          <p:spPr>
            <a:xfrm>
              <a:off x="2268993" y="3238744"/>
              <a:ext cx="2405787" cy="369332"/>
            </a:xfrm>
            <a:prstGeom prst="rect">
              <a:avLst/>
            </a:prstGeom>
            <a:noFill/>
          </p:spPr>
          <p:txBody>
            <a:bodyPr wrap="none" rtlCol="0">
              <a:spAutoFit/>
            </a:bodyPr>
            <a:lstStyle/>
            <a:p>
              <a:r>
                <a:rPr lang="en-US" dirty="0" err="1">
                  <a:solidFill>
                    <a:schemeClr val="tx2"/>
                  </a:solidFill>
                  <a:latin typeface="Santander Text" panose="020B0504020201020104" pitchFamily="34" charset="0"/>
                </a:rPr>
                <a:t>Desenho</a:t>
              </a:r>
              <a:r>
                <a:rPr lang="en-US" dirty="0">
                  <a:solidFill>
                    <a:schemeClr val="tx2"/>
                  </a:solidFill>
                  <a:latin typeface="Santander Text" panose="020B0504020201020104" pitchFamily="34" charset="0"/>
                </a:rPr>
                <a:t> Técnico (HLD)</a:t>
              </a:r>
            </a:p>
          </p:txBody>
        </p:sp>
        <p:grpSp>
          <p:nvGrpSpPr>
            <p:cNvPr id="16" name="Punto 1">
              <a:extLst>
                <a:ext uri="{FF2B5EF4-FFF2-40B4-BE49-F238E27FC236}">
                  <a16:creationId xmlns:a16="http://schemas.microsoft.com/office/drawing/2014/main" id="{38C27CEA-B846-CCE5-B3AA-F44432D5744F}"/>
                </a:ext>
              </a:extLst>
            </p:cNvPr>
            <p:cNvGrpSpPr/>
            <p:nvPr/>
          </p:nvGrpSpPr>
          <p:grpSpPr>
            <a:xfrm>
              <a:off x="1854679" y="3244066"/>
              <a:ext cx="358688" cy="358688"/>
              <a:chOff x="3928533" y="1504713"/>
              <a:chExt cx="358688" cy="358688"/>
            </a:xfrm>
            <a:solidFill>
              <a:srgbClr val="3C3C3B"/>
            </a:solidFill>
          </p:grpSpPr>
          <p:sp>
            <p:nvSpPr>
              <p:cNvPr id="17" name="Elipse 99">
                <a:extLst>
                  <a:ext uri="{FF2B5EF4-FFF2-40B4-BE49-F238E27FC236}">
                    <a16:creationId xmlns:a16="http://schemas.microsoft.com/office/drawing/2014/main" id="{E26CAF18-9F28-C398-9AC7-1989678DD784}"/>
                  </a:ext>
                </a:extLst>
              </p:cNvPr>
              <p:cNvSpPr/>
              <p:nvPr/>
            </p:nvSpPr>
            <p:spPr>
              <a:xfrm>
                <a:off x="3928533" y="1504713"/>
                <a:ext cx="358688" cy="35868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sp>
            <p:nvSpPr>
              <p:cNvPr id="18" name="Elipse 100">
                <a:extLst>
                  <a:ext uri="{FF2B5EF4-FFF2-40B4-BE49-F238E27FC236}">
                    <a16:creationId xmlns:a16="http://schemas.microsoft.com/office/drawing/2014/main" id="{40D07DC4-C8BB-8893-D812-293F5EAE1782}"/>
                  </a:ext>
                </a:extLst>
              </p:cNvPr>
              <p:cNvSpPr/>
              <p:nvPr/>
            </p:nvSpPr>
            <p:spPr>
              <a:xfrm>
                <a:off x="4027046" y="1603226"/>
                <a:ext cx="161662" cy="16166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grpSp>
      </p:grpSp>
      <p:grpSp>
        <p:nvGrpSpPr>
          <p:cNvPr id="26" name="Group 25">
            <a:extLst>
              <a:ext uri="{FF2B5EF4-FFF2-40B4-BE49-F238E27FC236}">
                <a16:creationId xmlns:a16="http://schemas.microsoft.com/office/drawing/2014/main" id="{564191FC-92FE-3D7B-ACC6-5D23F2AFAF48}"/>
              </a:ext>
            </a:extLst>
          </p:cNvPr>
          <p:cNvGrpSpPr/>
          <p:nvPr/>
        </p:nvGrpSpPr>
        <p:grpSpPr>
          <a:xfrm>
            <a:off x="1854679" y="3234878"/>
            <a:ext cx="1441839" cy="369332"/>
            <a:chOff x="1854679" y="3814462"/>
            <a:chExt cx="1441839" cy="369332"/>
          </a:xfrm>
        </p:grpSpPr>
        <p:sp>
          <p:nvSpPr>
            <p:cNvPr id="27" name="CuadroTexto 55">
              <a:extLst>
                <a:ext uri="{FF2B5EF4-FFF2-40B4-BE49-F238E27FC236}">
                  <a16:creationId xmlns:a16="http://schemas.microsoft.com/office/drawing/2014/main" id="{CCD3C762-6D4F-0A48-D828-B372368FA357}"/>
                </a:ext>
              </a:extLst>
            </p:cNvPr>
            <p:cNvSpPr txBox="1"/>
            <p:nvPr/>
          </p:nvSpPr>
          <p:spPr>
            <a:xfrm>
              <a:off x="2268993" y="3814462"/>
              <a:ext cx="1027525" cy="369332"/>
            </a:xfrm>
            <a:prstGeom prst="rect">
              <a:avLst/>
            </a:prstGeom>
            <a:noFill/>
          </p:spPr>
          <p:txBody>
            <a:bodyPr wrap="none" rtlCol="0">
              <a:spAutoFit/>
            </a:bodyPr>
            <a:lstStyle/>
            <a:p>
              <a:r>
                <a:rPr lang="en-US" dirty="0">
                  <a:solidFill>
                    <a:schemeClr val="tx2"/>
                  </a:solidFill>
                  <a:latin typeface="Santander Text" panose="020B0504020201020104" pitchFamily="34" charset="0"/>
                </a:rPr>
                <a:t>Volumes</a:t>
              </a:r>
            </a:p>
          </p:txBody>
        </p:sp>
        <p:grpSp>
          <p:nvGrpSpPr>
            <p:cNvPr id="28" name="Punto 1">
              <a:extLst>
                <a:ext uri="{FF2B5EF4-FFF2-40B4-BE49-F238E27FC236}">
                  <a16:creationId xmlns:a16="http://schemas.microsoft.com/office/drawing/2014/main" id="{BDE184EC-DA8F-4F74-E43B-362BA3B31978}"/>
                </a:ext>
              </a:extLst>
            </p:cNvPr>
            <p:cNvGrpSpPr/>
            <p:nvPr/>
          </p:nvGrpSpPr>
          <p:grpSpPr>
            <a:xfrm>
              <a:off x="1854679" y="3819784"/>
              <a:ext cx="358688" cy="358688"/>
              <a:chOff x="3928533" y="1504713"/>
              <a:chExt cx="358688" cy="358688"/>
            </a:xfrm>
            <a:solidFill>
              <a:srgbClr val="3C3C3B"/>
            </a:solidFill>
          </p:grpSpPr>
          <p:sp>
            <p:nvSpPr>
              <p:cNvPr id="29" name="Elipse 102">
                <a:extLst>
                  <a:ext uri="{FF2B5EF4-FFF2-40B4-BE49-F238E27FC236}">
                    <a16:creationId xmlns:a16="http://schemas.microsoft.com/office/drawing/2014/main" id="{73C309E3-D8C2-8A91-AFCA-345385134589}"/>
                  </a:ext>
                </a:extLst>
              </p:cNvPr>
              <p:cNvSpPr/>
              <p:nvPr/>
            </p:nvSpPr>
            <p:spPr>
              <a:xfrm>
                <a:off x="3928533" y="1504713"/>
                <a:ext cx="358688" cy="35868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sp>
            <p:nvSpPr>
              <p:cNvPr id="30" name="Elipse 103">
                <a:extLst>
                  <a:ext uri="{FF2B5EF4-FFF2-40B4-BE49-F238E27FC236}">
                    <a16:creationId xmlns:a16="http://schemas.microsoft.com/office/drawing/2014/main" id="{1A0CADAF-0871-3D5C-9783-9A0FC1151C7C}"/>
                  </a:ext>
                </a:extLst>
              </p:cNvPr>
              <p:cNvSpPr/>
              <p:nvPr/>
            </p:nvSpPr>
            <p:spPr>
              <a:xfrm>
                <a:off x="4027046" y="1603226"/>
                <a:ext cx="161662" cy="16166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grpSp>
      </p:grpSp>
      <p:grpSp>
        <p:nvGrpSpPr>
          <p:cNvPr id="31" name="Group 30">
            <a:extLst>
              <a:ext uri="{FF2B5EF4-FFF2-40B4-BE49-F238E27FC236}">
                <a16:creationId xmlns:a16="http://schemas.microsoft.com/office/drawing/2014/main" id="{A9D29EDB-D2A4-5329-32B2-55344DA5BB2C}"/>
              </a:ext>
            </a:extLst>
          </p:cNvPr>
          <p:cNvGrpSpPr/>
          <p:nvPr/>
        </p:nvGrpSpPr>
        <p:grpSpPr>
          <a:xfrm>
            <a:off x="1854679" y="4156084"/>
            <a:ext cx="3725670" cy="369332"/>
            <a:chOff x="1854679" y="4351720"/>
            <a:chExt cx="3725670" cy="369332"/>
          </a:xfrm>
        </p:grpSpPr>
        <p:sp>
          <p:nvSpPr>
            <p:cNvPr id="32" name="CuadroTexto 51">
              <a:extLst>
                <a:ext uri="{FF2B5EF4-FFF2-40B4-BE49-F238E27FC236}">
                  <a16:creationId xmlns:a16="http://schemas.microsoft.com/office/drawing/2014/main" id="{2C4CA9A6-0C9D-DE40-18DF-A32B89126E01}"/>
                </a:ext>
              </a:extLst>
            </p:cNvPr>
            <p:cNvSpPr txBox="1"/>
            <p:nvPr/>
          </p:nvSpPr>
          <p:spPr>
            <a:xfrm>
              <a:off x="2268993" y="4351720"/>
              <a:ext cx="3311356" cy="369332"/>
            </a:xfrm>
            <a:prstGeom prst="rect">
              <a:avLst/>
            </a:prstGeom>
            <a:noFill/>
          </p:spPr>
          <p:txBody>
            <a:bodyPr wrap="none" rtlCol="0">
              <a:spAutoFit/>
            </a:bodyPr>
            <a:lstStyle/>
            <a:p>
              <a:r>
                <a:rPr lang="en-US" dirty="0" err="1">
                  <a:solidFill>
                    <a:schemeClr val="tx2"/>
                  </a:solidFill>
                  <a:latin typeface="Santander Text" panose="020B0504020201020104" pitchFamily="34" charset="0"/>
                </a:rPr>
                <a:t>Desenho</a:t>
              </a:r>
              <a:r>
                <a:rPr lang="en-US" dirty="0">
                  <a:solidFill>
                    <a:schemeClr val="tx2"/>
                  </a:solidFill>
                  <a:latin typeface="Santander Text" panose="020B0504020201020104" pitchFamily="34" charset="0"/>
                </a:rPr>
                <a:t> de </a:t>
              </a:r>
              <a:r>
                <a:rPr lang="en-US" dirty="0" err="1">
                  <a:solidFill>
                    <a:schemeClr val="tx2"/>
                  </a:solidFill>
                  <a:latin typeface="Santander Text" panose="020B0504020201020104" pitchFamily="34" charset="0"/>
                </a:rPr>
                <a:t>Infraestrutura</a:t>
              </a:r>
              <a:r>
                <a:rPr lang="en-US" dirty="0">
                  <a:solidFill>
                    <a:schemeClr val="tx2"/>
                  </a:solidFill>
                  <a:latin typeface="Santander Text" panose="020B0504020201020104" pitchFamily="34" charset="0"/>
                </a:rPr>
                <a:t> + LLD</a:t>
              </a:r>
            </a:p>
          </p:txBody>
        </p:sp>
        <p:grpSp>
          <p:nvGrpSpPr>
            <p:cNvPr id="33" name="Punto 1">
              <a:extLst>
                <a:ext uri="{FF2B5EF4-FFF2-40B4-BE49-F238E27FC236}">
                  <a16:creationId xmlns:a16="http://schemas.microsoft.com/office/drawing/2014/main" id="{1F99E9FE-0ACA-C910-099C-5329957BBFAD}"/>
                </a:ext>
              </a:extLst>
            </p:cNvPr>
            <p:cNvGrpSpPr/>
            <p:nvPr/>
          </p:nvGrpSpPr>
          <p:grpSpPr>
            <a:xfrm>
              <a:off x="1854679" y="4357042"/>
              <a:ext cx="358688" cy="358688"/>
              <a:chOff x="3928533" y="1504713"/>
              <a:chExt cx="358688" cy="358688"/>
            </a:xfrm>
            <a:solidFill>
              <a:srgbClr val="3C3C3B"/>
            </a:solidFill>
          </p:grpSpPr>
          <p:sp>
            <p:nvSpPr>
              <p:cNvPr id="34" name="Elipse 105">
                <a:extLst>
                  <a:ext uri="{FF2B5EF4-FFF2-40B4-BE49-F238E27FC236}">
                    <a16:creationId xmlns:a16="http://schemas.microsoft.com/office/drawing/2014/main" id="{F4CBEB05-76C3-FDB8-71DC-298E924EFBDA}"/>
                  </a:ext>
                </a:extLst>
              </p:cNvPr>
              <p:cNvSpPr/>
              <p:nvPr/>
            </p:nvSpPr>
            <p:spPr>
              <a:xfrm>
                <a:off x="3928533" y="1504713"/>
                <a:ext cx="358688" cy="35868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sp>
            <p:nvSpPr>
              <p:cNvPr id="35" name="Elipse 106">
                <a:extLst>
                  <a:ext uri="{FF2B5EF4-FFF2-40B4-BE49-F238E27FC236}">
                    <a16:creationId xmlns:a16="http://schemas.microsoft.com/office/drawing/2014/main" id="{16743A24-3821-865F-48D6-4E8BBBF25117}"/>
                  </a:ext>
                </a:extLst>
              </p:cNvPr>
              <p:cNvSpPr/>
              <p:nvPr/>
            </p:nvSpPr>
            <p:spPr>
              <a:xfrm>
                <a:off x="4027046" y="1603226"/>
                <a:ext cx="161662" cy="16166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grpSp>
      </p:grpSp>
      <p:grpSp>
        <p:nvGrpSpPr>
          <p:cNvPr id="36" name="Group 35">
            <a:extLst>
              <a:ext uri="{FF2B5EF4-FFF2-40B4-BE49-F238E27FC236}">
                <a16:creationId xmlns:a16="http://schemas.microsoft.com/office/drawing/2014/main" id="{25A12B29-2D5A-C9B9-19F6-86C86E1BC440}"/>
              </a:ext>
            </a:extLst>
          </p:cNvPr>
          <p:cNvGrpSpPr/>
          <p:nvPr/>
        </p:nvGrpSpPr>
        <p:grpSpPr>
          <a:xfrm>
            <a:off x="1854679" y="5077290"/>
            <a:ext cx="2754314" cy="369332"/>
            <a:chOff x="1854679" y="4934771"/>
            <a:chExt cx="2754314" cy="369332"/>
          </a:xfrm>
        </p:grpSpPr>
        <p:sp>
          <p:nvSpPr>
            <p:cNvPr id="37" name="CuadroTexto 56">
              <a:extLst>
                <a:ext uri="{FF2B5EF4-FFF2-40B4-BE49-F238E27FC236}">
                  <a16:creationId xmlns:a16="http://schemas.microsoft.com/office/drawing/2014/main" id="{93FE23E2-080D-2F0B-1F5C-7DBD1E702488}"/>
                </a:ext>
              </a:extLst>
            </p:cNvPr>
            <p:cNvSpPr txBox="1"/>
            <p:nvPr/>
          </p:nvSpPr>
          <p:spPr>
            <a:xfrm>
              <a:off x="2268993" y="4934771"/>
              <a:ext cx="2340000" cy="369332"/>
            </a:xfrm>
            <a:prstGeom prst="rect">
              <a:avLst/>
            </a:prstGeom>
            <a:noFill/>
          </p:spPr>
          <p:txBody>
            <a:bodyPr wrap="none" rtlCol="0">
              <a:spAutoFit/>
            </a:bodyPr>
            <a:lstStyle>
              <a:defPPr>
                <a:defRPr lang="es-ES"/>
              </a:defPPr>
              <a:lvl1pPr>
                <a:defRPr>
                  <a:solidFill>
                    <a:schemeClr val="tx1">
                      <a:lumMod val="65000"/>
                      <a:lumOff val="35000"/>
                    </a:schemeClr>
                  </a:solidFill>
                </a:defRPr>
              </a:lvl1pPr>
            </a:lstStyle>
            <a:p>
              <a:r>
                <a:rPr lang="en-US" dirty="0" err="1">
                  <a:solidFill>
                    <a:schemeClr val="tx2"/>
                  </a:solidFill>
                  <a:latin typeface="Santander Text" panose="020B0504020201020104" pitchFamily="34" charset="0"/>
                </a:rPr>
                <a:t>Riscos</a:t>
              </a:r>
              <a:r>
                <a:rPr lang="en-US" dirty="0">
                  <a:solidFill>
                    <a:schemeClr val="tx2"/>
                  </a:solidFill>
                  <a:latin typeface="Santander Text" panose="020B0504020201020104" pitchFamily="34" charset="0"/>
                </a:rPr>
                <a:t> e </a:t>
              </a:r>
              <a:r>
                <a:rPr lang="en-US" dirty="0" err="1">
                  <a:solidFill>
                    <a:schemeClr val="tx2"/>
                  </a:solidFill>
                  <a:latin typeface="Santander Text" panose="020B0504020201020104" pitchFamily="34" charset="0"/>
                </a:rPr>
                <a:t>dependências</a:t>
              </a:r>
              <a:endParaRPr lang="en-US" dirty="0">
                <a:solidFill>
                  <a:schemeClr val="tx2"/>
                </a:solidFill>
                <a:latin typeface="Santander Text" panose="020B0504020201020104" pitchFamily="34" charset="0"/>
              </a:endParaRPr>
            </a:p>
          </p:txBody>
        </p:sp>
        <p:grpSp>
          <p:nvGrpSpPr>
            <p:cNvPr id="38" name="Punto 1">
              <a:extLst>
                <a:ext uri="{FF2B5EF4-FFF2-40B4-BE49-F238E27FC236}">
                  <a16:creationId xmlns:a16="http://schemas.microsoft.com/office/drawing/2014/main" id="{9F578B5E-4BDA-69A0-6A69-9DE3F6CDB04F}"/>
                </a:ext>
              </a:extLst>
            </p:cNvPr>
            <p:cNvGrpSpPr/>
            <p:nvPr/>
          </p:nvGrpSpPr>
          <p:grpSpPr>
            <a:xfrm>
              <a:off x="1854679" y="4940093"/>
              <a:ext cx="358688" cy="358688"/>
              <a:chOff x="3928533" y="1504713"/>
              <a:chExt cx="358688" cy="358688"/>
            </a:xfrm>
            <a:solidFill>
              <a:srgbClr val="3C3C3B"/>
            </a:solidFill>
          </p:grpSpPr>
          <p:sp>
            <p:nvSpPr>
              <p:cNvPr id="39" name="Elipse 111">
                <a:extLst>
                  <a:ext uri="{FF2B5EF4-FFF2-40B4-BE49-F238E27FC236}">
                    <a16:creationId xmlns:a16="http://schemas.microsoft.com/office/drawing/2014/main" id="{F00BF40C-674C-B818-98FA-7BC001A72DFD}"/>
                  </a:ext>
                </a:extLst>
              </p:cNvPr>
              <p:cNvSpPr/>
              <p:nvPr/>
            </p:nvSpPr>
            <p:spPr>
              <a:xfrm>
                <a:off x="3928533" y="1504713"/>
                <a:ext cx="358688" cy="35868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sp>
            <p:nvSpPr>
              <p:cNvPr id="40" name="Elipse 112">
                <a:extLst>
                  <a:ext uri="{FF2B5EF4-FFF2-40B4-BE49-F238E27FC236}">
                    <a16:creationId xmlns:a16="http://schemas.microsoft.com/office/drawing/2014/main" id="{E8D33731-9C55-2AA6-B00E-57CC18A19F7E}"/>
                  </a:ext>
                </a:extLst>
              </p:cNvPr>
              <p:cNvSpPr/>
              <p:nvPr/>
            </p:nvSpPr>
            <p:spPr>
              <a:xfrm>
                <a:off x="4027046" y="1603226"/>
                <a:ext cx="161662" cy="16166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grpSp>
      </p:grpSp>
      <p:grpSp>
        <p:nvGrpSpPr>
          <p:cNvPr id="41" name="Group 40">
            <a:extLst>
              <a:ext uri="{FF2B5EF4-FFF2-40B4-BE49-F238E27FC236}">
                <a16:creationId xmlns:a16="http://schemas.microsoft.com/office/drawing/2014/main" id="{1E834215-F69E-38ED-DD27-494C9AF1D5C9}"/>
              </a:ext>
            </a:extLst>
          </p:cNvPr>
          <p:cNvGrpSpPr/>
          <p:nvPr/>
        </p:nvGrpSpPr>
        <p:grpSpPr>
          <a:xfrm>
            <a:off x="1854679" y="5537893"/>
            <a:ext cx="4932026" cy="369332"/>
            <a:chOff x="1854679" y="5503730"/>
            <a:chExt cx="4932026" cy="369332"/>
          </a:xfrm>
        </p:grpSpPr>
        <p:sp>
          <p:nvSpPr>
            <p:cNvPr id="42" name="CuadroTexto 45">
              <a:extLst>
                <a:ext uri="{FF2B5EF4-FFF2-40B4-BE49-F238E27FC236}">
                  <a16:creationId xmlns:a16="http://schemas.microsoft.com/office/drawing/2014/main" id="{25666047-2A5A-2024-84FC-B096FE8434A9}"/>
                </a:ext>
              </a:extLst>
            </p:cNvPr>
            <p:cNvSpPr txBox="1"/>
            <p:nvPr/>
          </p:nvSpPr>
          <p:spPr>
            <a:xfrm>
              <a:off x="2268993" y="5503730"/>
              <a:ext cx="4517712" cy="369332"/>
            </a:xfrm>
            <a:prstGeom prst="rect">
              <a:avLst/>
            </a:prstGeom>
            <a:noFill/>
          </p:spPr>
          <p:txBody>
            <a:bodyPr wrap="none" rtlCol="0">
              <a:spAutoFit/>
            </a:bodyPr>
            <a:lstStyle/>
            <a:p>
              <a:r>
                <a:rPr lang="en-US" dirty="0" err="1">
                  <a:solidFill>
                    <a:schemeClr val="tx2"/>
                  </a:solidFill>
                  <a:latin typeface="Santander Text" panose="020B0504020201020104" pitchFamily="34" charset="0"/>
                </a:rPr>
                <a:t>Documentação</a:t>
              </a:r>
              <a:r>
                <a:rPr lang="en-US" dirty="0">
                  <a:solidFill>
                    <a:schemeClr val="tx2"/>
                  </a:solidFill>
                  <a:latin typeface="Santander Text" panose="020B0504020201020104" pitchFamily="34" charset="0"/>
                </a:rPr>
                <a:t> de </a:t>
              </a:r>
              <a:r>
                <a:rPr lang="en-US" dirty="0" err="1">
                  <a:solidFill>
                    <a:schemeClr val="tx2"/>
                  </a:solidFill>
                  <a:latin typeface="Santander Text" panose="020B0504020201020104" pitchFamily="34" charset="0"/>
                </a:rPr>
                <a:t>Referência</a:t>
              </a:r>
              <a:r>
                <a:rPr lang="en-US" dirty="0">
                  <a:solidFill>
                    <a:schemeClr val="tx2"/>
                  </a:solidFill>
                  <a:latin typeface="Santander Text" panose="020B0504020201020104" pitchFamily="34" charset="0"/>
                </a:rPr>
                <a:t> e Boas </a:t>
              </a:r>
              <a:r>
                <a:rPr lang="en-US" dirty="0" err="1">
                  <a:solidFill>
                    <a:schemeClr val="tx2"/>
                  </a:solidFill>
                  <a:latin typeface="Santander Text" panose="020B0504020201020104" pitchFamily="34" charset="0"/>
                </a:rPr>
                <a:t>Práticas</a:t>
              </a:r>
              <a:endParaRPr lang="en-US" dirty="0">
                <a:solidFill>
                  <a:schemeClr val="tx2"/>
                </a:solidFill>
                <a:latin typeface="Santander Text" panose="020B0504020201020104" pitchFamily="34" charset="0"/>
              </a:endParaRPr>
            </a:p>
          </p:txBody>
        </p:sp>
        <p:grpSp>
          <p:nvGrpSpPr>
            <p:cNvPr id="43" name="Punto 1">
              <a:extLst>
                <a:ext uri="{FF2B5EF4-FFF2-40B4-BE49-F238E27FC236}">
                  <a16:creationId xmlns:a16="http://schemas.microsoft.com/office/drawing/2014/main" id="{643EF789-6834-DA6C-7C1A-CB1849CE0630}"/>
                </a:ext>
              </a:extLst>
            </p:cNvPr>
            <p:cNvGrpSpPr/>
            <p:nvPr/>
          </p:nvGrpSpPr>
          <p:grpSpPr>
            <a:xfrm>
              <a:off x="1854679" y="5509052"/>
              <a:ext cx="358688" cy="358688"/>
              <a:chOff x="3928533" y="1504713"/>
              <a:chExt cx="358688" cy="358688"/>
            </a:xfrm>
            <a:solidFill>
              <a:srgbClr val="3C3C3B"/>
            </a:solidFill>
          </p:grpSpPr>
          <p:sp>
            <p:nvSpPr>
              <p:cNvPr id="44" name="Elipse 52">
                <a:extLst>
                  <a:ext uri="{FF2B5EF4-FFF2-40B4-BE49-F238E27FC236}">
                    <a16:creationId xmlns:a16="http://schemas.microsoft.com/office/drawing/2014/main" id="{27FB4D84-A4A4-BB94-F60E-09C702897228}"/>
                  </a:ext>
                </a:extLst>
              </p:cNvPr>
              <p:cNvSpPr/>
              <p:nvPr/>
            </p:nvSpPr>
            <p:spPr>
              <a:xfrm>
                <a:off x="3928533" y="1504713"/>
                <a:ext cx="358688" cy="35868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sp>
            <p:nvSpPr>
              <p:cNvPr id="61" name="Elipse 53">
                <a:extLst>
                  <a:ext uri="{FF2B5EF4-FFF2-40B4-BE49-F238E27FC236}">
                    <a16:creationId xmlns:a16="http://schemas.microsoft.com/office/drawing/2014/main" id="{7DA31857-B892-6902-A36D-AEFFADF11A68}"/>
                  </a:ext>
                </a:extLst>
              </p:cNvPr>
              <p:cNvSpPr/>
              <p:nvPr/>
            </p:nvSpPr>
            <p:spPr>
              <a:xfrm>
                <a:off x="4027046" y="1603226"/>
                <a:ext cx="161662" cy="16166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grpSp>
      </p:grpSp>
      <p:grpSp>
        <p:nvGrpSpPr>
          <p:cNvPr id="62" name="Group 61">
            <a:extLst>
              <a:ext uri="{FF2B5EF4-FFF2-40B4-BE49-F238E27FC236}">
                <a16:creationId xmlns:a16="http://schemas.microsoft.com/office/drawing/2014/main" id="{00E1A3D2-0426-E625-80A9-DF9A5C203006}"/>
              </a:ext>
            </a:extLst>
          </p:cNvPr>
          <p:cNvGrpSpPr/>
          <p:nvPr/>
        </p:nvGrpSpPr>
        <p:grpSpPr>
          <a:xfrm>
            <a:off x="1854679" y="5998502"/>
            <a:ext cx="1300647" cy="369332"/>
            <a:chOff x="1854679" y="6037414"/>
            <a:chExt cx="1300647" cy="369332"/>
          </a:xfrm>
        </p:grpSpPr>
        <p:sp>
          <p:nvSpPr>
            <p:cNvPr id="63" name="CuadroTexto 59">
              <a:extLst>
                <a:ext uri="{FF2B5EF4-FFF2-40B4-BE49-F238E27FC236}">
                  <a16:creationId xmlns:a16="http://schemas.microsoft.com/office/drawing/2014/main" id="{8A18C416-6105-D9D5-89B8-9AB3EBD804E5}"/>
                </a:ext>
              </a:extLst>
            </p:cNvPr>
            <p:cNvSpPr txBox="1"/>
            <p:nvPr/>
          </p:nvSpPr>
          <p:spPr>
            <a:xfrm>
              <a:off x="2268993" y="6037414"/>
              <a:ext cx="886333" cy="369332"/>
            </a:xfrm>
            <a:prstGeom prst="rect">
              <a:avLst/>
            </a:prstGeom>
            <a:noFill/>
          </p:spPr>
          <p:txBody>
            <a:bodyPr wrap="none" rtlCol="0">
              <a:spAutoFit/>
            </a:bodyPr>
            <a:lstStyle/>
            <a:p>
              <a:r>
                <a:rPr lang="en-US" dirty="0" err="1">
                  <a:solidFill>
                    <a:schemeClr val="tx2"/>
                  </a:solidFill>
                  <a:latin typeface="Santander Text" panose="020B0504020201020104" pitchFamily="34" charset="0"/>
                </a:rPr>
                <a:t>Anexos</a:t>
              </a:r>
              <a:endParaRPr lang="en-US" dirty="0">
                <a:solidFill>
                  <a:schemeClr val="tx2"/>
                </a:solidFill>
                <a:latin typeface="Santander Text" panose="020B0504020201020104" pitchFamily="34" charset="0"/>
              </a:endParaRPr>
            </a:p>
          </p:txBody>
        </p:sp>
        <p:grpSp>
          <p:nvGrpSpPr>
            <p:cNvPr id="64" name="Punto 1">
              <a:extLst>
                <a:ext uri="{FF2B5EF4-FFF2-40B4-BE49-F238E27FC236}">
                  <a16:creationId xmlns:a16="http://schemas.microsoft.com/office/drawing/2014/main" id="{AF715E20-3728-FD1F-CBBD-2A6BD953B18A}"/>
                </a:ext>
              </a:extLst>
            </p:cNvPr>
            <p:cNvGrpSpPr/>
            <p:nvPr/>
          </p:nvGrpSpPr>
          <p:grpSpPr>
            <a:xfrm>
              <a:off x="1854679" y="6042736"/>
              <a:ext cx="358688" cy="358688"/>
              <a:chOff x="3928533" y="1504713"/>
              <a:chExt cx="358688" cy="358688"/>
            </a:xfrm>
            <a:solidFill>
              <a:srgbClr val="3C3C3B"/>
            </a:solidFill>
          </p:grpSpPr>
          <p:sp>
            <p:nvSpPr>
              <p:cNvPr id="65" name="Elipse 52">
                <a:extLst>
                  <a:ext uri="{FF2B5EF4-FFF2-40B4-BE49-F238E27FC236}">
                    <a16:creationId xmlns:a16="http://schemas.microsoft.com/office/drawing/2014/main" id="{4177B386-0DE6-39DF-CB19-3ABBE8DA2936}"/>
                  </a:ext>
                </a:extLst>
              </p:cNvPr>
              <p:cNvSpPr/>
              <p:nvPr/>
            </p:nvSpPr>
            <p:spPr>
              <a:xfrm>
                <a:off x="3928533" y="1504713"/>
                <a:ext cx="358688" cy="35868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sp>
            <p:nvSpPr>
              <p:cNvPr id="66" name="Elipse 53">
                <a:extLst>
                  <a:ext uri="{FF2B5EF4-FFF2-40B4-BE49-F238E27FC236}">
                    <a16:creationId xmlns:a16="http://schemas.microsoft.com/office/drawing/2014/main" id="{1B450D27-865D-AD1A-7207-5C9D73DF3D70}"/>
                  </a:ext>
                </a:extLst>
              </p:cNvPr>
              <p:cNvSpPr/>
              <p:nvPr/>
            </p:nvSpPr>
            <p:spPr>
              <a:xfrm>
                <a:off x="4027046" y="1603226"/>
                <a:ext cx="161662" cy="16166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grpSp>
      </p:grpSp>
      <p:grpSp>
        <p:nvGrpSpPr>
          <p:cNvPr id="67" name="Group 66">
            <a:extLst>
              <a:ext uri="{FF2B5EF4-FFF2-40B4-BE49-F238E27FC236}">
                <a16:creationId xmlns:a16="http://schemas.microsoft.com/office/drawing/2014/main" id="{7D9EA5D3-06D4-116D-E020-EAAB8FE7CED2}"/>
              </a:ext>
            </a:extLst>
          </p:cNvPr>
          <p:cNvGrpSpPr/>
          <p:nvPr/>
        </p:nvGrpSpPr>
        <p:grpSpPr>
          <a:xfrm>
            <a:off x="1854679" y="931863"/>
            <a:ext cx="1991797" cy="369332"/>
            <a:chOff x="1854679" y="1044073"/>
            <a:chExt cx="1991797" cy="369332"/>
          </a:xfrm>
        </p:grpSpPr>
        <p:grpSp>
          <p:nvGrpSpPr>
            <p:cNvPr id="68" name="Punto 1">
              <a:extLst>
                <a:ext uri="{FF2B5EF4-FFF2-40B4-BE49-F238E27FC236}">
                  <a16:creationId xmlns:a16="http://schemas.microsoft.com/office/drawing/2014/main" id="{052E1E8B-A8FD-29F1-1A20-54D99735138A}"/>
                </a:ext>
              </a:extLst>
            </p:cNvPr>
            <p:cNvGrpSpPr/>
            <p:nvPr/>
          </p:nvGrpSpPr>
          <p:grpSpPr>
            <a:xfrm>
              <a:off x="1854679" y="1049395"/>
              <a:ext cx="358688" cy="358688"/>
              <a:chOff x="3928533" y="1504713"/>
              <a:chExt cx="358688" cy="358688"/>
            </a:xfrm>
            <a:solidFill>
              <a:srgbClr val="3C3C3B"/>
            </a:solidFill>
          </p:grpSpPr>
          <p:sp>
            <p:nvSpPr>
              <p:cNvPr id="70" name="Elipse 96">
                <a:extLst>
                  <a:ext uri="{FF2B5EF4-FFF2-40B4-BE49-F238E27FC236}">
                    <a16:creationId xmlns:a16="http://schemas.microsoft.com/office/drawing/2014/main" id="{63041B89-133F-8EF3-70B1-F211BDBB7553}"/>
                  </a:ext>
                </a:extLst>
              </p:cNvPr>
              <p:cNvSpPr/>
              <p:nvPr/>
            </p:nvSpPr>
            <p:spPr>
              <a:xfrm>
                <a:off x="3928533" y="1504713"/>
                <a:ext cx="358688" cy="35868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sp>
            <p:nvSpPr>
              <p:cNvPr id="71" name="Elipse 97">
                <a:extLst>
                  <a:ext uri="{FF2B5EF4-FFF2-40B4-BE49-F238E27FC236}">
                    <a16:creationId xmlns:a16="http://schemas.microsoft.com/office/drawing/2014/main" id="{5EE7D306-A3F1-02FC-CF3C-413DDDA290DC}"/>
                  </a:ext>
                </a:extLst>
              </p:cNvPr>
              <p:cNvSpPr/>
              <p:nvPr/>
            </p:nvSpPr>
            <p:spPr>
              <a:xfrm>
                <a:off x="4027046" y="1603226"/>
                <a:ext cx="161662" cy="16166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grpSp>
        <p:sp>
          <p:nvSpPr>
            <p:cNvPr id="69" name="CuadroTexto 47">
              <a:extLst>
                <a:ext uri="{FF2B5EF4-FFF2-40B4-BE49-F238E27FC236}">
                  <a16:creationId xmlns:a16="http://schemas.microsoft.com/office/drawing/2014/main" id="{2E91B836-E114-29F8-BB2B-02CCA932BC60}"/>
                </a:ext>
              </a:extLst>
            </p:cNvPr>
            <p:cNvSpPr txBox="1"/>
            <p:nvPr/>
          </p:nvSpPr>
          <p:spPr>
            <a:xfrm>
              <a:off x="2268993" y="1044073"/>
              <a:ext cx="1577483" cy="369332"/>
            </a:xfrm>
            <a:prstGeom prst="rect">
              <a:avLst/>
            </a:prstGeom>
            <a:noFill/>
          </p:spPr>
          <p:txBody>
            <a:bodyPr wrap="none" rtlCol="0">
              <a:spAutoFit/>
            </a:bodyPr>
            <a:lstStyle>
              <a:defPPr>
                <a:defRPr lang="es-ES"/>
              </a:defPPr>
              <a:lvl1pPr>
                <a:defRPr>
                  <a:solidFill>
                    <a:schemeClr val="tx1">
                      <a:lumMod val="65000"/>
                      <a:lumOff val="35000"/>
                    </a:schemeClr>
                  </a:solidFill>
                </a:defRPr>
              </a:lvl1pPr>
            </a:lstStyle>
            <a:p>
              <a:r>
                <a:rPr lang="en-US" dirty="0" err="1">
                  <a:solidFill>
                    <a:schemeClr val="tx2"/>
                  </a:solidFill>
                  <a:latin typeface="Santander Text" panose="020B0504020201020104" pitchFamily="34" charset="0"/>
                </a:rPr>
                <a:t>Situação</a:t>
              </a:r>
              <a:r>
                <a:rPr lang="en-US" dirty="0">
                  <a:solidFill>
                    <a:schemeClr val="tx2"/>
                  </a:solidFill>
                  <a:latin typeface="Santander Text" panose="020B0504020201020104" pitchFamily="34" charset="0"/>
                </a:rPr>
                <a:t> </a:t>
              </a:r>
              <a:r>
                <a:rPr lang="en-US" dirty="0" err="1">
                  <a:solidFill>
                    <a:schemeClr val="tx2"/>
                  </a:solidFill>
                  <a:latin typeface="Santander Text" panose="020B0504020201020104" pitchFamily="34" charset="0"/>
                </a:rPr>
                <a:t>Atual</a:t>
              </a:r>
              <a:endParaRPr lang="en-US" dirty="0">
                <a:solidFill>
                  <a:schemeClr val="tx2"/>
                </a:solidFill>
                <a:latin typeface="Santander Text" panose="020B0504020201020104" pitchFamily="34" charset="0"/>
              </a:endParaRPr>
            </a:p>
          </p:txBody>
        </p:sp>
      </p:grpSp>
      <p:grpSp>
        <p:nvGrpSpPr>
          <p:cNvPr id="72" name="Group 71">
            <a:extLst>
              <a:ext uri="{FF2B5EF4-FFF2-40B4-BE49-F238E27FC236}">
                <a16:creationId xmlns:a16="http://schemas.microsoft.com/office/drawing/2014/main" id="{17E06938-3B72-F709-05C8-D222B9D93474}"/>
              </a:ext>
            </a:extLst>
          </p:cNvPr>
          <p:cNvGrpSpPr/>
          <p:nvPr/>
        </p:nvGrpSpPr>
        <p:grpSpPr>
          <a:xfrm>
            <a:off x="1854679" y="1853069"/>
            <a:ext cx="5412990" cy="369332"/>
            <a:chOff x="1854679" y="2101506"/>
            <a:chExt cx="5412990" cy="369332"/>
          </a:xfrm>
        </p:grpSpPr>
        <p:sp>
          <p:nvSpPr>
            <p:cNvPr id="73" name="CuadroTexto 57">
              <a:extLst>
                <a:ext uri="{FF2B5EF4-FFF2-40B4-BE49-F238E27FC236}">
                  <a16:creationId xmlns:a16="http://schemas.microsoft.com/office/drawing/2014/main" id="{83FEE9BA-70D4-8F91-E2C3-AD8A52569755}"/>
                </a:ext>
              </a:extLst>
            </p:cNvPr>
            <p:cNvSpPr txBox="1"/>
            <p:nvPr/>
          </p:nvSpPr>
          <p:spPr>
            <a:xfrm>
              <a:off x="2268993" y="2101506"/>
              <a:ext cx="4998676" cy="369332"/>
            </a:xfrm>
            <a:prstGeom prst="rect">
              <a:avLst/>
            </a:prstGeom>
            <a:noFill/>
          </p:spPr>
          <p:txBody>
            <a:bodyPr wrap="none" rtlCol="0">
              <a:spAutoFit/>
            </a:bodyPr>
            <a:lstStyle/>
            <a:p>
              <a:r>
                <a:rPr lang="pt-PT" dirty="0">
                  <a:solidFill>
                    <a:schemeClr val="tx2"/>
                  </a:solidFill>
                  <a:latin typeface="Santander Text" panose="020B0504020201020104" pitchFamily="34" charset="0"/>
                </a:rPr>
                <a:t>Identificação e Descrição de Requisitos Funcionais</a:t>
              </a:r>
            </a:p>
          </p:txBody>
        </p:sp>
        <p:grpSp>
          <p:nvGrpSpPr>
            <p:cNvPr id="74" name="Punto 1">
              <a:extLst>
                <a:ext uri="{FF2B5EF4-FFF2-40B4-BE49-F238E27FC236}">
                  <a16:creationId xmlns:a16="http://schemas.microsoft.com/office/drawing/2014/main" id="{F4541F0D-2004-7268-9FE7-6C54EC400FA0}"/>
                </a:ext>
              </a:extLst>
            </p:cNvPr>
            <p:cNvGrpSpPr/>
            <p:nvPr/>
          </p:nvGrpSpPr>
          <p:grpSpPr>
            <a:xfrm>
              <a:off x="1854679" y="2106828"/>
              <a:ext cx="358688" cy="358688"/>
              <a:chOff x="3928533" y="1504713"/>
              <a:chExt cx="358688" cy="358688"/>
            </a:xfrm>
            <a:solidFill>
              <a:srgbClr val="3C3C3B"/>
            </a:solidFill>
          </p:grpSpPr>
          <p:sp>
            <p:nvSpPr>
              <p:cNvPr id="75" name="Elipse 96">
                <a:extLst>
                  <a:ext uri="{FF2B5EF4-FFF2-40B4-BE49-F238E27FC236}">
                    <a16:creationId xmlns:a16="http://schemas.microsoft.com/office/drawing/2014/main" id="{AE1506CF-C772-CD0D-F3E1-17BDBAE0B1A5}"/>
                  </a:ext>
                </a:extLst>
              </p:cNvPr>
              <p:cNvSpPr/>
              <p:nvPr/>
            </p:nvSpPr>
            <p:spPr>
              <a:xfrm>
                <a:off x="3928533" y="1504713"/>
                <a:ext cx="358688" cy="35868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sp>
            <p:nvSpPr>
              <p:cNvPr id="76" name="Elipse 97">
                <a:extLst>
                  <a:ext uri="{FF2B5EF4-FFF2-40B4-BE49-F238E27FC236}">
                    <a16:creationId xmlns:a16="http://schemas.microsoft.com/office/drawing/2014/main" id="{74984AFE-A43B-D41B-E470-F3F6D083297B}"/>
                  </a:ext>
                </a:extLst>
              </p:cNvPr>
              <p:cNvSpPr/>
              <p:nvPr/>
            </p:nvSpPr>
            <p:spPr>
              <a:xfrm>
                <a:off x="4027046" y="1603226"/>
                <a:ext cx="161662" cy="16166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grpSp>
      </p:grpSp>
      <p:grpSp>
        <p:nvGrpSpPr>
          <p:cNvPr id="77" name="Group 76">
            <a:extLst>
              <a:ext uri="{FF2B5EF4-FFF2-40B4-BE49-F238E27FC236}">
                <a16:creationId xmlns:a16="http://schemas.microsoft.com/office/drawing/2014/main" id="{0C7BBC42-4388-F3D1-EF5A-C9741A23843A}"/>
              </a:ext>
            </a:extLst>
          </p:cNvPr>
          <p:cNvGrpSpPr/>
          <p:nvPr/>
        </p:nvGrpSpPr>
        <p:grpSpPr>
          <a:xfrm>
            <a:off x="1854679" y="1392466"/>
            <a:ext cx="5086619" cy="369332"/>
            <a:chOff x="1854679" y="1559699"/>
            <a:chExt cx="5086619" cy="369332"/>
          </a:xfrm>
        </p:grpSpPr>
        <p:grpSp>
          <p:nvGrpSpPr>
            <p:cNvPr id="78" name="Punto 1">
              <a:extLst>
                <a:ext uri="{FF2B5EF4-FFF2-40B4-BE49-F238E27FC236}">
                  <a16:creationId xmlns:a16="http://schemas.microsoft.com/office/drawing/2014/main" id="{5EE5F170-2900-B343-12D6-28161C3D47F8}"/>
                </a:ext>
              </a:extLst>
            </p:cNvPr>
            <p:cNvGrpSpPr/>
            <p:nvPr/>
          </p:nvGrpSpPr>
          <p:grpSpPr>
            <a:xfrm>
              <a:off x="1854679" y="1565021"/>
              <a:ext cx="358688" cy="358688"/>
              <a:chOff x="3928533" y="1504713"/>
              <a:chExt cx="358688" cy="358688"/>
            </a:xfrm>
            <a:solidFill>
              <a:srgbClr val="3C3C3B"/>
            </a:solidFill>
          </p:grpSpPr>
          <p:sp>
            <p:nvSpPr>
              <p:cNvPr id="80" name="Elipse 96">
                <a:extLst>
                  <a:ext uri="{FF2B5EF4-FFF2-40B4-BE49-F238E27FC236}">
                    <a16:creationId xmlns:a16="http://schemas.microsoft.com/office/drawing/2014/main" id="{64EF2003-B63A-C98E-F4B5-B965C6833910}"/>
                  </a:ext>
                </a:extLst>
              </p:cNvPr>
              <p:cNvSpPr/>
              <p:nvPr/>
            </p:nvSpPr>
            <p:spPr>
              <a:xfrm>
                <a:off x="3928533" y="1504713"/>
                <a:ext cx="358688" cy="35868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sp>
            <p:nvSpPr>
              <p:cNvPr id="81" name="Elipse 97">
                <a:extLst>
                  <a:ext uri="{FF2B5EF4-FFF2-40B4-BE49-F238E27FC236}">
                    <a16:creationId xmlns:a16="http://schemas.microsoft.com/office/drawing/2014/main" id="{7CD1F5C4-5647-6CA9-177C-50217A16F3A1}"/>
                  </a:ext>
                </a:extLst>
              </p:cNvPr>
              <p:cNvSpPr/>
              <p:nvPr/>
            </p:nvSpPr>
            <p:spPr>
              <a:xfrm>
                <a:off x="4027046" y="1603226"/>
                <a:ext cx="161662" cy="16166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grpSp>
        <p:sp>
          <p:nvSpPr>
            <p:cNvPr id="79" name="CuadroTexto 47">
              <a:extLst>
                <a:ext uri="{FF2B5EF4-FFF2-40B4-BE49-F238E27FC236}">
                  <a16:creationId xmlns:a16="http://schemas.microsoft.com/office/drawing/2014/main" id="{83630BC8-9BB3-41AE-6816-9BAB829219BE}"/>
                </a:ext>
              </a:extLst>
            </p:cNvPr>
            <p:cNvSpPr txBox="1"/>
            <p:nvPr/>
          </p:nvSpPr>
          <p:spPr>
            <a:xfrm>
              <a:off x="2268993" y="1559699"/>
              <a:ext cx="4672305" cy="369332"/>
            </a:xfrm>
            <a:prstGeom prst="rect">
              <a:avLst/>
            </a:prstGeom>
            <a:noFill/>
          </p:spPr>
          <p:txBody>
            <a:bodyPr wrap="none" rtlCol="0">
              <a:spAutoFit/>
            </a:bodyPr>
            <a:lstStyle>
              <a:defPPr>
                <a:defRPr lang="es-ES"/>
              </a:defPPr>
              <a:lvl1pPr>
                <a:defRPr>
                  <a:solidFill>
                    <a:schemeClr val="tx1">
                      <a:lumMod val="65000"/>
                      <a:lumOff val="35000"/>
                    </a:schemeClr>
                  </a:solidFill>
                </a:defRPr>
              </a:lvl1pPr>
            </a:lstStyle>
            <a:p>
              <a:r>
                <a:rPr lang="en-US" dirty="0" err="1">
                  <a:solidFill>
                    <a:schemeClr val="tx2"/>
                  </a:solidFill>
                  <a:latin typeface="Santander Text" panose="020B0504020201020104" pitchFamily="34" charset="0"/>
                </a:rPr>
                <a:t>Princípios</a:t>
              </a:r>
              <a:r>
                <a:rPr lang="en-US" dirty="0">
                  <a:solidFill>
                    <a:schemeClr val="tx2"/>
                  </a:solidFill>
                  <a:latin typeface="Santander Text" panose="020B0504020201020104" pitchFamily="34" charset="0"/>
                </a:rPr>
                <a:t> </a:t>
              </a:r>
              <a:r>
                <a:rPr lang="en-US" dirty="0" err="1">
                  <a:solidFill>
                    <a:schemeClr val="tx2"/>
                  </a:solidFill>
                  <a:latin typeface="Santander Text" panose="020B0504020201020104" pitchFamily="34" charset="0"/>
                </a:rPr>
                <a:t>Funcionais</a:t>
              </a:r>
              <a:r>
                <a:rPr lang="en-US" dirty="0">
                  <a:solidFill>
                    <a:schemeClr val="tx2"/>
                  </a:solidFill>
                  <a:latin typeface="Santander Text" panose="020B0504020201020104" pitchFamily="34" charset="0"/>
                </a:rPr>
                <a:t> e </a:t>
              </a:r>
              <a:r>
                <a:rPr lang="en-US" dirty="0" err="1">
                  <a:solidFill>
                    <a:schemeClr val="tx2"/>
                  </a:solidFill>
                  <a:latin typeface="Santander Text" panose="020B0504020201020104" pitchFamily="34" charset="0"/>
                </a:rPr>
                <a:t>Indicadores</a:t>
              </a:r>
              <a:r>
                <a:rPr lang="en-US" dirty="0">
                  <a:solidFill>
                    <a:schemeClr val="tx2"/>
                  </a:solidFill>
                  <a:latin typeface="Santander Text" panose="020B0504020201020104" pitchFamily="34" charset="0"/>
                </a:rPr>
                <a:t> de </a:t>
              </a:r>
              <a:r>
                <a:rPr lang="en-US" dirty="0" err="1">
                  <a:solidFill>
                    <a:schemeClr val="tx2"/>
                  </a:solidFill>
                  <a:latin typeface="Santander Text" panose="020B0504020201020104" pitchFamily="34" charset="0"/>
                </a:rPr>
                <a:t>Negócio</a:t>
              </a:r>
              <a:endParaRPr lang="en-US" dirty="0">
                <a:solidFill>
                  <a:schemeClr val="tx2"/>
                </a:solidFill>
                <a:latin typeface="Santander Text" panose="020B0504020201020104" pitchFamily="34" charset="0"/>
              </a:endParaRPr>
            </a:p>
          </p:txBody>
        </p:sp>
      </p:grpSp>
      <p:grpSp>
        <p:nvGrpSpPr>
          <p:cNvPr id="82" name="Group 81">
            <a:extLst>
              <a:ext uri="{FF2B5EF4-FFF2-40B4-BE49-F238E27FC236}">
                <a16:creationId xmlns:a16="http://schemas.microsoft.com/office/drawing/2014/main" id="{9751DCCE-0390-1097-69D1-DA8554377B6B}"/>
              </a:ext>
            </a:extLst>
          </p:cNvPr>
          <p:cNvGrpSpPr/>
          <p:nvPr/>
        </p:nvGrpSpPr>
        <p:grpSpPr>
          <a:xfrm>
            <a:off x="1854679" y="2313672"/>
            <a:ext cx="2554387" cy="369332"/>
            <a:chOff x="1854679" y="2707045"/>
            <a:chExt cx="2554387" cy="369332"/>
          </a:xfrm>
        </p:grpSpPr>
        <p:sp>
          <p:nvSpPr>
            <p:cNvPr id="83" name="CuadroTexto 57">
              <a:extLst>
                <a:ext uri="{FF2B5EF4-FFF2-40B4-BE49-F238E27FC236}">
                  <a16:creationId xmlns:a16="http://schemas.microsoft.com/office/drawing/2014/main" id="{AAD0879C-E77B-B359-C303-89A145E07038}"/>
                </a:ext>
              </a:extLst>
            </p:cNvPr>
            <p:cNvSpPr txBox="1"/>
            <p:nvPr/>
          </p:nvSpPr>
          <p:spPr>
            <a:xfrm>
              <a:off x="2268993" y="2707045"/>
              <a:ext cx="2140073" cy="369332"/>
            </a:xfrm>
            <a:prstGeom prst="rect">
              <a:avLst/>
            </a:prstGeom>
            <a:noFill/>
          </p:spPr>
          <p:txBody>
            <a:bodyPr wrap="none" rtlCol="0">
              <a:spAutoFit/>
            </a:bodyPr>
            <a:lstStyle/>
            <a:p>
              <a:r>
                <a:rPr lang="en-US" dirty="0" err="1">
                  <a:solidFill>
                    <a:schemeClr val="tx2"/>
                  </a:solidFill>
                  <a:latin typeface="Santander Text" panose="020B0504020201020104" pitchFamily="34" charset="0"/>
                </a:rPr>
                <a:t>Desenho</a:t>
              </a:r>
              <a:r>
                <a:rPr lang="en-US" dirty="0">
                  <a:solidFill>
                    <a:schemeClr val="tx2"/>
                  </a:solidFill>
                  <a:latin typeface="Santander Text" panose="020B0504020201020104" pitchFamily="34" charset="0"/>
                </a:rPr>
                <a:t> de </a:t>
              </a:r>
              <a:r>
                <a:rPr lang="en-US" dirty="0" err="1">
                  <a:solidFill>
                    <a:schemeClr val="tx2"/>
                  </a:solidFill>
                  <a:latin typeface="Santander Text" panose="020B0504020201020104" pitchFamily="34" charset="0"/>
                </a:rPr>
                <a:t>Solução</a:t>
              </a:r>
              <a:endParaRPr lang="en-US" dirty="0">
                <a:solidFill>
                  <a:schemeClr val="tx2"/>
                </a:solidFill>
                <a:latin typeface="Santander Text" panose="020B0504020201020104" pitchFamily="34" charset="0"/>
              </a:endParaRPr>
            </a:p>
          </p:txBody>
        </p:sp>
        <p:grpSp>
          <p:nvGrpSpPr>
            <p:cNvPr id="84" name="Punto 1">
              <a:extLst>
                <a:ext uri="{FF2B5EF4-FFF2-40B4-BE49-F238E27FC236}">
                  <a16:creationId xmlns:a16="http://schemas.microsoft.com/office/drawing/2014/main" id="{ED141ED5-E625-015F-1393-FEEC34C8CEA1}"/>
                </a:ext>
              </a:extLst>
            </p:cNvPr>
            <p:cNvGrpSpPr/>
            <p:nvPr/>
          </p:nvGrpSpPr>
          <p:grpSpPr>
            <a:xfrm>
              <a:off x="1854679" y="2712367"/>
              <a:ext cx="358688" cy="358688"/>
              <a:chOff x="3928533" y="1504713"/>
              <a:chExt cx="358688" cy="358688"/>
            </a:xfrm>
            <a:solidFill>
              <a:srgbClr val="3C3C3B"/>
            </a:solidFill>
          </p:grpSpPr>
          <p:sp>
            <p:nvSpPr>
              <p:cNvPr id="85" name="Elipse 96">
                <a:extLst>
                  <a:ext uri="{FF2B5EF4-FFF2-40B4-BE49-F238E27FC236}">
                    <a16:creationId xmlns:a16="http://schemas.microsoft.com/office/drawing/2014/main" id="{C8424F5A-30DE-CC60-4157-5D1E9297CC8C}"/>
                  </a:ext>
                </a:extLst>
              </p:cNvPr>
              <p:cNvSpPr/>
              <p:nvPr/>
            </p:nvSpPr>
            <p:spPr>
              <a:xfrm>
                <a:off x="3928533" y="1504713"/>
                <a:ext cx="358688" cy="35868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sp>
            <p:nvSpPr>
              <p:cNvPr id="86" name="Elipse 97">
                <a:extLst>
                  <a:ext uri="{FF2B5EF4-FFF2-40B4-BE49-F238E27FC236}">
                    <a16:creationId xmlns:a16="http://schemas.microsoft.com/office/drawing/2014/main" id="{458329CD-392E-D670-3BA0-F48B3E1FAED2}"/>
                  </a:ext>
                </a:extLst>
              </p:cNvPr>
              <p:cNvSpPr/>
              <p:nvPr/>
            </p:nvSpPr>
            <p:spPr>
              <a:xfrm>
                <a:off x="4027046" y="1603226"/>
                <a:ext cx="161662" cy="16166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grpSp>
      </p:grpSp>
      <p:grpSp>
        <p:nvGrpSpPr>
          <p:cNvPr id="87" name="Group 86">
            <a:extLst>
              <a:ext uri="{FF2B5EF4-FFF2-40B4-BE49-F238E27FC236}">
                <a16:creationId xmlns:a16="http://schemas.microsoft.com/office/drawing/2014/main" id="{2A919373-DB1D-5A2A-B5CF-F81D82464493}"/>
              </a:ext>
            </a:extLst>
          </p:cNvPr>
          <p:cNvGrpSpPr/>
          <p:nvPr/>
        </p:nvGrpSpPr>
        <p:grpSpPr>
          <a:xfrm>
            <a:off x="1843483" y="471260"/>
            <a:ext cx="4248608" cy="369332"/>
            <a:chOff x="1843483" y="471260"/>
            <a:chExt cx="4248608" cy="369332"/>
          </a:xfrm>
        </p:grpSpPr>
        <p:grpSp>
          <p:nvGrpSpPr>
            <p:cNvPr id="88" name="Group 87">
              <a:extLst>
                <a:ext uri="{FF2B5EF4-FFF2-40B4-BE49-F238E27FC236}">
                  <a16:creationId xmlns:a16="http://schemas.microsoft.com/office/drawing/2014/main" id="{A079E950-365A-D54B-561E-CDE5D34D3C43}"/>
                </a:ext>
              </a:extLst>
            </p:cNvPr>
            <p:cNvGrpSpPr/>
            <p:nvPr/>
          </p:nvGrpSpPr>
          <p:grpSpPr>
            <a:xfrm>
              <a:off x="1843483" y="471260"/>
              <a:ext cx="4248608" cy="369332"/>
              <a:chOff x="1843483" y="471260"/>
              <a:chExt cx="4248608" cy="369332"/>
            </a:xfrm>
          </p:grpSpPr>
          <p:sp>
            <p:nvSpPr>
              <p:cNvPr id="90" name="CuadroTexto 47">
                <a:extLst>
                  <a:ext uri="{FF2B5EF4-FFF2-40B4-BE49-F238E27FC236}">
                    <a16:creationId xmlns:a16="http://schemas.microsoft.com/office/drawing/2014/main" id="{54B543A7-4622-2CCF-E11F-6EA2AE0A063D}"/>
                  </a:ext>
                </a:extLst>
              </p:cNvPr>
              <p:cNvSpPr txBox="1"/>
              <p:nvPr/>
            </p:nvSpPr>
            <p:spPr>
              <a:xfrm>
                <a:off x="2268993" y="471260"/>
                <a:ext cx="3823098" cy="369332"/>
              </a:xfrm>
              <a:prstGeom prst="rect">
                <a:avLst/>
              </a:prstGeom>
              <a:noFill/>
            </p:spPr>
            <p:txBody>
              <a:bodyPr wrap="none" rtlCol="0">
                <a:spAutoFit/>
              </a:bodyPr>
              <a:lstStyle>
                <a:defPPr>
                  <a:defRPr lang="es-ES"/>
                </a:defPPr>
                <a:lvl1pPr>
                  <a:defRPr>
                    <a:solidFill>
                      <a:schemeClr val="tx1">
                        <a:lumMod val="65000"/>
                        <a:lumOff val="35000"/>
                      </a:schemeClr>
                    </a:solidFill>
                  </a:defRPr>
                </a:lvl1pPr>
              </a:lstStyle>
              <a:p>
                <a:r>
                  <a:rPr lang="en-US" dirty="0" err="1">
                    <a:solidFill>
                      <a:schemeClr val="tx2"/>
                    </a:solidFill>
                    <a:latin typeface="Santander Text" panose="020B0504020201020104" pitchFamily="34" charset="0"/>
                  </a:rPr>
                  <a:t>Enquadramento</a:t>
                </a:r>
                <a:r>
                  <a:rPr lang="en-US" dirty="0">
                    <a:solidFill>
                      <a:schemeClr val="tx2"/>
                    </a:solidFill>
                    <a:latin typeface="Santander Text" panose="020B0504020201020104" pitchFamily="34" charset="0"/>
                  </a:rPr>
                  <a:t>, </a:t>
                </a:r>
                <a:r>
                  <a:rPr lang="en-US" dirty="0" err="1">
                    <a:solidFill>
                      <a:schemeClr val="tx2"/>
                    </a:solidFill>
                    <a:latin typeface="Santander Text" panose="020B0504020201020104" pitchFamily="34" charset="0"/>
                  </a:rPr>
                  <a:t>Objectivos</a:t>
                </a:r>
                <a:r>
                  <a:rPr lang="en-US" dirty="0">
                    <a:solidFill>
                      <a:schemeClr val="tx2"/>
                    </a:solidFill>
                    <a:latin typeface="Santander Text" panose="020B0504020201020104" pitchFamily="34" charset="0"/>
                  </a:rPr>
                  <a:t> e </a:t>
                </a:r>
                <a:r>
                  <a:rPr lang="en-US" dirty="0" err="1">
                    <a:solidFill>
                      <a:schemeClr val="tx2"/>
                    </a:solidFill>
                    <a:latin typeface="Santander Text" panose="020B0504020201020104" pitchFamily="34" charset="0"/>
                  </a:rPr>
                  <a:t>Alcance</a:t>
                </a:r>
                <a:endParaRPr lang="en-US" dirty="0">
                  <a:solidFill>
                    <a:schemeClr val="tx2"/>
                  </a:solidFill>
                  <a:latin typeface="Santander Text" panose="020B0504020201020104" pitchFamily="34" charset="0"/>
                </a:endParaRPr>
              </a:p>
            </p:txBody>
          </p:sp>
          <p:sp>
            <p:nvSpPr>
              <p:cNvPr id="91" name="Elipse 93">
                <a:extLst>
                  <a:ext uri="{FF2B5EF4-FFF2-40B4-BE49-F238E27FC236}">
                    <a16:creationId xmlns:a16="http://schemas.microsoft.com/office/drawing/2014/main" id="{B0044074-E00E-75A5-A5B9-69DB94F5E209}"/>
                  </a:ext>
                </a:extLst>
              </p:cNvPr>
              <p:cNvSpPr/>
              <p:nvPr/>
            </p:nvSpPr>
            <p:spPr>
              <a:xfrm>
                <a:off x="1843483" y="471260"/>
                <a:ext cx="358688" cy="358688"/>
              </a:xfrm>
              <a:prstGeom prst="ellipse">
                <a:avLst/>
              </a:prstGeom>
              <a:solidFill>
                <a:srgbClr val="3C3C3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grpSp>
        <p:sp>
          <p:nvSpPr>
            <p:cNvPr id="89" name="Elipse 97">
              <a:extLst>
                <a:ext uri="{FF2B5EF4-FFF2-40B4-BE49-F238E27FC236}">
                  <a16:creationId xmlns:a16="http://schemas.microsoft.com/office/drawing/2014/main" id="{86038C6E-F2EE-53AC-9967-CDF16B0B0206}"/>
                </a:ext>
              </a:extLst>
            </p:cNvPr>
            <p:cNvSpPr/>
            <p:nvPr/>
          </p:nvSpPr>
          <p:spPr>
            <a:xfrm>
              <a:off x="1941996" y="569773"/>
              <a:ext cx="161662" cy="16166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Santander Text" panose="020B0504020201020104" pitchFamily="34" charset="0"/>
              </a:endParaRPr>
            </a:p>
          </p:txBody>
        </p:sp>
      </p:grpSp>
      <p:grpSp>
        <p:nvGrpSpPr>
          <p:cNvPr id="92" name="Group 91">
            <a:extLst>
              <a:ext uri="{FF2B5EF4-FFF2-40B4-BE49-F238E27FC236}">
                <a16:creationId xmlns:a16="http://schemas.microsoft.com/office/drawing/2014/main" id="{C66D687D-6783-C779-AD24-AD3F9770E71D}"/>
              </a:ext>
            </a:extLst>
          </p:cNvPr>
          <p:cNvGrpSpPr/>
          <p:nvPr/>
        </p:nvGrpSpPr>
        <p:grpSpPr>
          <a:xfrm>
            <a:off x="1854679" y="3695481"/>
            <a:ext cx="2807213" cy="369332"/>
            <a:chOff x="1854679" y="3814462"/>
            <a:chExt cx="2807213" cy="369332"/>
          </a:xfrm>
        </p:grpSpPr>
        <p:sp>
          <p:nvSpPr>
            <p:cNvPr id="93" name="CuadroTexto 55">
              <a:extLst>
                <a:ext uri="{FF2B5EF4-FFF2-40B4-BE49-F238E27FC236}">
                  <a16:creationId xmlns:a16="http://schemas.microsoft.com/office/drawing/2014/main" id="{A60728CB-6CED-4022-A8E0-733D8D6D5199}"/>
                </a:ext>
              </a:extLst>
            </p:cNvPr>
            <p:cNvSpPr txBox="1"/>
            <p:nvPr/>
          </p:nvSpPr>
          <p:spPr>
            <a:xfrm>
              <a:off x="2268993" y="3814462"/>
              <a:ext cx="2392899" cy="369332"/>
            </a:xfrm>
            <a:prstGeom prst="rect">
              <a:avLst/>
            </a:prstGeom>
            <a:noFill/>
          </p:spPr>
          <p:txBody>
            <a:bodyPr wrap="none" rtlCol="0">
              <a:spAutoFit/>
            </a:bodyPr>
            <a:lstStyle/>
            <a:p>
              <a:r>
                <a:rPr lang="pt-PT" dirty="0">
                  <a:solidFill>
                    <a:schemeClr val="tx2"/>
                  </a:solidFill>
                  <a:latin typeface="Santander Text" panose="020B0504020201020104" pitchFamily="34" charset="0"/>
                </a:rPr>
                <a:t>Desenho de Segurança</a:t>
              </a:r>
            </a:p>
          </p:txBody>
        </p:sp>
        <p:grpSp>
          <p:nvGrpSpPr>
            <p:cNvPr id="94" name="Punto 1">
              <a:extLst>
                <a:ext uri="{FF2B5EF4-FFF2-40B4-BE49-F238E27FC236}">
                  <a16:creationId xmlns:a16="http://schemas.microsoft.com/office/drawing/2014/main" id="{B4451ED2-366C-FB93-D5D9-41141213EAFC}"/>
                </a:ext>
              </a:extLst>
            </p:cNvPr>
            <p:cNvGrpSpPr/>
            <p:nvPr/>
          </p:nvGrpSpPr>
          <p:grpSpPr>
            <a:xfrm>
              <a:off x="1854679" y="3819784"/>
              <a:ext cx="358688" cy="358688"/>
              <a:chOff x="3928533" y="1504713"/>
              <a:chExt cx="358688" cy="358688"/>
            </a:xfrm>
            <a:solidFill>
              <a:srgbClr val="3C3C3B"/>
            </a:solidFill>
          </p:grpSpPr>
          <p:sp>
            <p:nvSpPr>
              <p:cNvPr id="95" name="Elipse 102">
                <a:extLst>
                  <a:ext uri="{FF2B5EF4-FFF2-40B4-BE49-F238E27FC236}">
                    <a16:creationId xmlns:a16="http://schemas.microsoft.com/office/drawing/2014/main" id="{EF062215-9213-EFA4-78B7-F45D53EFAD0D}"/>
                  </a:ext>
                </a:extLst>
              </p:cNvPr>
              <p:cNvSpPr/>
              <p:nvPr/>
            </p:nvSpPr>
            <p:spPr>
              <a:xfrm>
                <a:off x="3928533" y="1504713"/>
                <a:ext cx="358688" cy="35868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sp>
            <p:nvSpPr>
              <p:cNvPr id="108" name="Elipse 103">
                <a:extLst>
                  <a:ext uri="{FF2B5EF4-FFF2-40B4-BE49-F238E27FC236}">
                    <a16:creationId xmlns:a16="http://schemas.microsoft.com/office/drawing/2014/main" id="{1CC9A429-F4D7-BBAF-FF2F-87048577A011}"/>
                  </a:ext>
                </a:extLst>
              </p:cNvPr>
              <p:cNvSpPr/>
              <p:nvPr/>
            </p:nvSpPr>
            <p:spPr>
              <a:xfrm>
                <a:off x="4027046" y="1603226"/>
                <a:ext cx="161662" cy="16166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grpSp>
      </p:grpSp>
      <p:grpSp>
        <p:nvGrpSpPr>
          <p:cNvPr id="109" name="Group 108">
            <a:extLst>
              <a:ext uri="{FF2B5EF4-FFF2-40B4-BE49-F238E27FC236}">
                <a16:creationId xmlns:a16="http://schemas.microsoft.com/office/drawing/2014/main" id="{E673A2CA-C34C-1D60-EAB8-3FA6CB54D42D}"/>
              </a:ext>
            </a:extLst>
          </p:cNvPr>
          <p:cNvGrpSpPr/>
          <p:nvPr/>
        </p:nvGrpSpPr>
        <p:grpSpPr>
          <a:xfrm>
            <a:off x="1854679" y="4616687"/>
            <a:ext cx="4314421" cy="369332"/>
            <a:chOff x="1854679" y="4351720"/>
            <a:chExt cx="4314421" cy="369332"/>
          </a:xfrm>
        </p:grpSpPr>
        <p:sp>
          <p:nvSpPr>
            <p:cNvPr id="110" name="CuadroTexto 51">
              <a:extLst>
                <a:ext uri="{FF2B5EF4-FFF2-40B4-BE49-F238E27FC236}">
                  <a16:creationId xmlns:a16="http://schemas.microsoft.com/office/drawing/2014/main" id="{431EFC70-9758-CD96-CF72-55A20AE69DF9}"/>
                </a:ext>
              </a:extLst>
            </p:cNvPr>
            <p:cNvSpPr txBox="1"/>
            <p:nvPr/>
          </p:nvSpPr>
          <p:spPr>
            <a:xfrm>
              <a:off x="2268993" y="4351720"/>
              <a:ext cx="3900107" cy="369332"/>
            </a:xfrm>
            <a:prstGeom prst="rect">
              <a:avLst/>
            </a:prstGeom>
            <a:noFill/>
          </p:spPr>
          <p:txBody>
            <a:bodyPr wrap="none" rtlCol="0">
              <a:spAutoFit/>
            </a:bodyPr>
            <a:lstStyle/>
            <a:p>
              <a:r>
                <a:rPr lang="en-US" dirty="0" err="1">
                  <a:solidFill>
                    <a:schemeClr val="tx2"/>
                  </a:solidFill>
                  <a:latin typeface="Santander Text" panose="020B0504020201020104" pitchFamily="34" charset="0"/>
                </a:rPr>
                <a:t>Observabilidade</a:t>
              </a:r>
              <a:r>
                <a:rPr lang="en-US" dirty="0">
                  <a:solidFill>
                    <a:schemeClr val="tx2"/>
                  </a:solidFill>
                  <a:latin typeface="Santander Text" panose="020B0504020201020104" pitchFamily="34" charset="0"/>
                </a:rPr>
                <a:t> e </a:t>
              </a:r>
              <a:r>
                <a:rPr lang="en-US" dirty="0" err="1">
                  <a:solidFill>
                    <a:schemeClr val="tx2"/>
                  </a:solidFill>
                  <a:latin typeface="Santander Text" panose="020B0504020201020104" pitchFamily="34" charset="0"/>
                </a:rPr>
                <a:t>Automação</a:t>
              </a:r>
              <a:r>
                <a:rPr lang="en-US" dirty="0">
                  <a:solidFill>
                    <a:schemeClr val="tx2"/>
                  </a:solidFill>
                  <a:latin typeface="Santander Text" panose="020B0504020201020104" pitchFamily="34" charset="0"/>
                </a:rPr>
                <a:t> de SW </a:t>
              </a:r>
            </a:p>
          </p:txBody>
        </p:sp>
        <p:grpSp>
          <p:nvGrpSpPr>
            <p:cNvPr id="114" name="Punto 1">
              <a:extLst>
                <a:ext uri="{FF2B5EF4-FFF2-40B4-BE49-F238E27FC236}">
                  <a16:creationId xmlns:a16="http://schemas.microsoft.com/office/drawing/2014/main" id="{C4BB4D4B-BC92-D9E7-6AAB-910D3328CAD3}"/>
                </a:ext>
              </a:extLst>
            </p:cNvPr>
            <p:cNvGrpSpPr/>
            <p:nvPr/>
          </p:nvGrpSpPr>
          <p:grpSpPr>
            <a:xfrm>
              <a:off x="1854679" y="4357042"/>
              <a:ext cx="358688" cy="358688"/>
              <a:chOff x="3928533" y="1504713"/>
              <a:chExt cx="358688" cy="358688"/>
            </a:xfrm>
            <a:solidFill>
              <a:srgbClr val="3C3C3B"/>
            </a:solidFill>
          </p:grpSpPr>
          <p:sp>
            <p:nvSpPr>
              <p:cNvPr id="115" name="Elipse 105">
                <a:extLst>
                  <a:ext uri="{FF2B5EF4-FFF2-40B4-BE49-F238E27FC236}">
                    <a16:creationId xmlns:a16="http://schemas.microsoft.com/office/drawing/2014/main" id="{02432F2D-DA38-1D92-FC77-9FA7B3B5B8E7}"/>
                  </a:ext>
                </a:extLst>
              </p:cNvPr>
              <p:cNvSpPr/>
              <p:nvPr/>
            </p:nvSpPr>
            <p:spPr>
              <a:xfrm>
                <a:off x="3928533" y="1504713"/>
                <a:ext cx="358688" cy="35868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sp>
            <p:nvSpPr>
              <p:cNvPr id="116" name="Elipse 106">
                <a:extLst>
                  <a:ext uri="{FF2B5EF4-FFF2-40B4-BE49-F238E27FC236}">
                    <a16:creationId xmlns:a16="http://schemas.microsoft.com/office/drawing/2014/main" id="{2474AB5F-741F-5E3A-AFF1-FF94A3BA3B8A}"/>
                  </a:ext>
                </a:extLst>
              </p:cNvPr>
              <p:cNvSpPr/>
              <p:nvPr/>
            </p:nvSpPr>
            <p:spPr>
              <a:xfrm>
                <a:off x="4027046" y="1603226"/>
                <a:ext cx="161662" cy="16166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grpSp>
      </p:grpSp>
    </p:spTree>
    <p:extLst>
      <p:ext uri="{BB962C8B-B14F-4D97-AF65-F5344CB8AC3E}">
        <p14:creationId xmlns:p14="http://schemas.microsoft.com/office/powerpoint/2010/main" val="26181261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Marcador de texto 5">
            <a:extLst>
              <a:ext uri="{FF2B5EF4-FFF2-40B4-BE49-F238E27FC236}">
                <a16:creationId xmlns:a16="http://schemas.microsoft.com/office/drawing/2014/main" id="{C5A6910C-A85B-4E78-920A-D86C8E059C1C}"/>
              </a:ext>
            </a:extLst>
          </p:cNvPr>
          <p:cNvSpPr>
            <a:spLocks noGrp="1"/>
          </p:cNvSpPr>
          <p:nvPr>
            <p:ph type="body" sz="quarter" idx="14"/>
          </p:nvPr>
        </p:nvSpPr>
        <p:spPr>
          <a:xfrm>
            <a:off x="106420" y="114373"/>
            <a:ext cx="6185198" cy="538770"/>
          </a:xfrm>
        </p:spPr>
        <p:txBody>
          <a:bodyPr/>
          <a:lstStyle/>
          <a:p>
            <a:r>
              <a:rPr lang="pt-PT" sz="2400" dirty="0" err="1"/>
              <a:t>Checklist</a:t>
            </a:r>
            <a:r>
              <a:rPr lang="pt-PT" sz="2400" dirty="0"/>
              <a:t> da Solução</a:t>
            </a:r>
            <a:br>
              <a:rPr lang="pt-PT" sz="2400" dirty="0"/>
            </a:br>
            <a:r>
              <a:rPr lang="pt-PT" sz="1800" i="1" dirty="0">
                <a:solidFill>
                  <a:schemeClr val="tx1">
                    <a:lumMod val="75000"/>
                    <a:lumOff val="25000"/>
                  </a:schemeClr>
                </a:solidFill>
              </a:rPr>
              <a:t>“</a:t>
            </a:r>
            <a:r>
              <a:rPr lang="pt-PT" sz="1800" i="1" dirty="0" err="1">
                <a:solidFill>
                  <a:schemeClr val="tx1">
                    <a:lumMod val="75000"/>
                    <a:lumOff val="25000"/>
                  </a:schemeClr>
                </a:solidFill>
              </a:rPr>
              <a:t>Kind</a:t>
            </a:r>
            <a:r>
              <a:rPr lang="pt-PT" sz="1800" i="1" dirty="0">
                <a:solidFill>
                  <a:schemeClr val="tx1">
                    <a:lumMod val="75000"/>
                    <a:lumOff val="25000"/>
                  </a:schemeClr>
                </a:solidFill>
              </a:rPr>
              <a:t> </a:t>
            </a:r>
            <a:r>
              <a:rPr lang="pt-PT" sz="1800" i="1" dirty="0" err="1">
                <a:solidFill>
                  <a:schemeClr val="tx1">
                    <a:lumMod val="75000"/>
                    <a:lumOff val="25000"/>
                  </a:schemeClr>
                </a:solidFill>
              </a:rPr>
              <a:t>Reminder</a:t>
            </a:r>
            <a:r>
              <a:rPr lang="pt-PT" sz="1800" i="1" dirty="0">
                <a:solidFill>
                  <a:schemeClr val="tx1">
                    <a:lumMod val="75000"/>
                    <a:lumOff val="25000"/>
                  </a:schemeClr>
                </a:solidFill>
              </a:rPr>
              <a:t>”</a:t>
            </a:r>
            <a:endParaRPr lang="pt-PT" sz="2400" i="1" dirty="0">
              <a:solidFill>
                <a:schemeClr val="tx1">
                  <a:lumMod val="75000"/>
                  <a:lumOff val="25000"/>
                </a:schemeClr>
              </a:solidFill>
            </a:endParaRPr>
          </a:p>
        </p:txBody>
      </p:sp>
      <p:sp>
        <p:nvSpPr>
          <p:cNvPr id="4" name="Slide Number Placeholder 3"/>
          <p:cNvSpPr>
            <a:spLocks noGrp="1"/>
          </p:cNvSpPr>
          <p:nvPr>
            <p:ph type="sldNum" sz="quarter" idx="12"/>
          </p:nvPr>
        </p:nvSpPr>
        <p:spPr/>
        <p:txBody>
          <a:bodyPr/>
          <a:lstStyle/>
          <a:p>
            <a:fld id="{BC0D97B6-E32F-4D7D-B839-7C3B51F2640F}" type="slidenum">
              <a:rPr lang="pt-PT" smtClean="0"/>
              <a:pPr/>
              <a:t>14</a:t>
            </a:fld>
            <a:endParaRPr lang="pt-PT"/>
          </a:p>
        </p:txBody>
      </p:sp>
      <p:graphicFrame>
        <p:nvGraphicFramePr>
          <p:cNvPr id="5" name="Group 3">
            <a:extLst>
              <a:ext uri="{FF2B5EF4-FFF2-40B4-BE49-F238E27FC236}">
                <a16:creationId xmlns:a16="http://schemas.microsoft.com/office/drawing/2014/main" id="{E9CA777D-D26D-97C4-8091-177E4A812D6C}"/>
              </a:ext>
            </a:extLst>
          </p:cNvPr>
          <p:cNvGraphicFramePr>
            <a:graphicFrameLocks noGrp="1"/>
          </p:cNvGraphicFramePr>
          <p:nvPr>
            <p:extLst>
              <p:ext uri="{D42A27DB-BD31-4B8C-83A1-F6EECF244321}">
                <p14:modId xmlns:p14="http://schemas.microsoft.com/office/powerpoint/2010/main" val="3683092363"/>
              </p:ext>
            </p:extLst>
          </p:nvPr>
        </p:nvGraphicFramePr>
        <p:xfrm>
          <a:off x="335360" y="821647"/>
          <a:ext cx="11521280" cy="5346316"/>
        </p:xfrm>
        <a:graphic>
          <a:graphicData uri="http://schemas.openxmlformats.org/drawingml/2006/table">
            <a:tbl>
              <a:tblPr/>
              <a:tblGrid>
                <a:gridCol w="2620276">
                  <a:extLst>
                    <a:ext uri="{9D8B030D-6E8A-4147-A177-3AD203B41FA5}">
                      <a16:colId xmlns:a16="http://schemas.microsoft.com/office/drawing/2014/main" val="20000"/>
                    </a:ext>
                  </a:extLst>
                </a:gridCol>
                <a:gridCol w="8901004">
                  <a:extLst>
                    <a:ext uri="{9D8B030D-6E8A-4147-A177-3AD203B41FA5}">
                      <a16:colId xmlns:a16="http://schemas.microsoft.com/office/drawing/2014/main" val="20002"/>
                    </a:ext>
                  </a:extLst>
                </a:gridCol>
              </a:tblGrid>
              <a:tr h="371548">
                <a:tc>
                  <a:txBody>
                    <a:bodyPr/>
                    <a:lstStyle/>
                    <a:p>
                      <a:pPr marL="0" marR="0" lvl="0" indent="0" algn="ctr" defTabSz="914400" rtl="0" eaLnBrk="1" fontAlgn="base" latinLnBrk="0" hangingPunct="1">
                        <a:lnSpc>
                          <a:spcPct val="100000"/>
                        </a:lnSpc>
                        <a:spcBef>
                          <a:spcPct val="20000"/>
                        </a:spcBef>
                        <a:spcAft>
                          <a:spcPct val="0"/>
                        </a:spcAft>
                        <a:buClrTx/>
                        <a:buSzPct val="25000"/>
                        <a:buFont typeface="Times" pitchFamily="18" charset="0"/>
                        <a:buNone/>
                        <a:tabLst>
                          <a:tab pos="450850" algn="l"/>
                          <a:tab pos="900113" algn="l"/>
                          <a:tab pos="1349375" algn="l"/>
                          <a:tab pos="2251075" algn="l"/>
                        </a:tabLst>
                      </a:pPr>
                      <a:r>
                        <a:rPr kumimoji="0" lang="pt-PT" sz="1600" b="1" i="1" u="none" strike="noStrike" cap="none" normalizeH="0" baseline="0" noProof="0" dirty="0" err="1">
                          <a:ln>
                            <a:noFill/>
                          </a:ln>
                          <a:solidFill>
                            <a:schemeClr val="bg1"/>
                          </a:solidFill>
                          <a:effectLst/>
                          <a:latin typeface="Santander Text" panose="020B0504020201020104" pitchFamily="34" charset="0"/>
                        </a:rPr>
                        <a:t>Quality</a:t>
                      </a:r>
                      <a:r>
                        <a:rPr kumimoji="0" lang="pt-PT" sz="1600" b="1" i="1" u="none" strike="noStrike" cap="none" normalizeH="0" baseline="0" noProof="0" dirty="0">
                          <a:ln>
                            <a:noFill/>
                          </a:ln>
                          <a:solidFill>
                            <a:schemeClr val="bg1"/>
                          </a:solidFill>
                          <a:effectLst/>
                          <a:latin typeface="Santander Text" panose="020B0504020201020104" pitchFamily="34" charset="0"/>
                        </a:rPr>
                        <a:t> Gate</a:t>
                      </a:r>
                    </a:p>
                  </a:txBody>
                  <a:tcPr marL="36000" marR="36000" marT="36000" marB="36000" anchor="ctr" horzOverflow="overflow">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a:noFill/>
                    </a:lnTlToBr>
                    <a:lnBlToTr>
                      <a:noFill/>
                    </a:lnBlToTr>
                    <a:solidFill>
                      <a:schemeClr val="tx1">
                        <a:lumMod val="65000"/>
                        <a:lumOff val="35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Pct val="25000"/>
                        <a:buFont typeface="Times" pitchFamily="18" charset="0"/>
                        <a:buNone/>
                        <a:tabLst>
                          <a:tab pos="450850" algn="l"/>
                          <a:tab pos="900113" algn="l"/>
                          <a:tab pos="1349375" algn="l"/>
                          <a:tab pos="2251075" algn="l"/>
                        </a:tabLst>
                      </a:pPr>
                      <a:r>
                        <a:rPr kumimoji="0" lang="pt-PT" sz="1600" b="1" i="0" u="none" strike="noStrike" cap="none" normalizeH="0" baseline="0" noProof="0" dirty="0">
                          <a:ln>
                            <a:noFill/>
                          </a:ln>
                          <a:solidFill>
                            <a:schemeClr val="bg1"/>
                          </a:solidFill>
                          <a:effectLst/>
                          <a:latin typeface="Santander Text" panose="020B0504020201020104" pitchFamily="34" charset="0"/>
                        </a:rPr>
                        <a:t>Descrição / Finalidade</a:t>
                      </a:r>
                    </a:p>
                  </a:txBody>
                  <a:tcPr marL="36000" marR="36000" marT="36000" marB="36000" anchor="ctr" horzOverflow="overflow">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a:noFill/>
                    </a:lnTlToBr>
                    <a:lnBlToTr>
                      <a:noFill/>
                    </a:lnBlToTr>
                    <a:solidFill>
                      <a:schemeClr val="tx1">
                        <a:lumMod val="65000"/>
                        <a:lumOff val="35000"/>
                      </a:schemeClr>
                    </a:solidFill>
                  </a:tcPr>
                </a:tc>
                <a:extLst>
                  <a:ext uri="{0D108BD9-81ED-4DB2-BD59-A6C34878D82A}">
                    <a16:rowId xmlns:a16="http://schemas.microsoft.com/office/drawing/2014/main" val="10000"/>
                  </a:ext>
                </a:extLst>
              </a:tr>
              <a:tr h="258830">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r>
                        <a:rPr kumimoji="0" lang="pt-PT" sz="1200" b="0" i="0" u="none" strike="noStrike" cap="none" normalizeH="0" baseline="0" noProof="0" dirty="0">
                          <a:ln>
                            <a:noFill/>
                          </a:ln>
                          <a:solidFill>
                            <a:schemeClr val="tx1"/>
                          </a:solidFill>
                          <a:effectLst/>
                          <a:latin typeface="Santander Text" panose="020B0504020201020104" pitchFamily="34" charset="0"/>
                        </a:rPr>
                        <a:t>Requisitos de negócio</a:t>
                      </a:r>
                    </a:p>
                  </a:txBody>
                  <a:tcPr marL="36000" marR="36000" marT="36000" marB="36000" horzOverflow="overflow">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r>
                        <a:rPr kumimoji="0" lang="pt-PT" sz="1100" b="0" i="0" u="none" strike="noStrike" cap="none" normalizeH="0" baseline="0" noProof="0">
                          <a:ln>
                            <a:noFill/>
                          </a:ln>
                          <a:solidFill>
                            <a:schemeClr val="tx1"/>
                          </a:solidFill>
                          <a:effectLst/>
                          <a:latin typeface="Santander Text" panose="020B0504020201020104" pitchFamily="34" charset="0"/>
                        </a:rPr>
                        <a:t>Necessidade de definição detalhada de requisitos e </a:t>
                      </a:r>
                      <a:r>
                        <a:rPr kumimoji="0" lang="pt-PT" sz="1100" b="0" i="0" u="none" strike="noStrike" cap="none" normalizeH="0" baseline="0" noProof="0" err="1">
                          <a:ln>
                            <a:noFill/>
                          </a:ln>
                          <a:solidFill>
                            <a:schemeClr val="tx1"/>
                          </a:solidFill>
                          <a:effectLst/>
                          <a:latin typeface="Santander Text" panose="020B0504020201020104" pitchFamily="34" charset="0"/>
                        </a:rPr>
                        <a:t>user</a:t>
                      </a:r>
                      <a:r>
                        <a:rPr kumimoji="0" lang="pt-PT" sz="1100" b="0" i="0" u="none" strike="noStrike" cap="none" normalizeH="0" baseline="0" noProof="0">
                          <a:ln>
                            <a:noFill/>
                          </a:ln>
                          <a:solidFill>
                            <a:schemeClr val="tx1"/>
                          </a:solidFill>
                          <a:effectLst/>
                          <a:latin typeface="Santander Text" panose="020B0504020201020104" pitchFamily="34" charset="0"/>
                        </a:rPr>
                        <a:t> </a:t>
                      </a:r>
                      <a:r>
                        <a:rPr kumimoji="0" lang="pt-PT" sz="1100" b="0" i="0" u="none" strike="noStrike" cap="none" normalizeH="0" baseline="0" noProof="0" err="1">
                          <a:ln>
                            <a:noFill/>
                          </a:ln>
                          <a:solidFill>
                            <a:schemeClr val="tx1"/>
                          </a:solidFill>
                          <a:effectLst/>
                          <a:latin typeface="Santander Text" panose="020B0504020201020104" pitchFamily="34" charset="0"/>
                        </a:rPr>
                        <a:t>stories</a:t>
                      </a:r>
                      <a:r>
                        <a:rPr kumimoji="0" lang="pt-PT" sz="1100" b="0" i="0" u="none" strike="noStrike" cap="none" normalizeH="0" baseline="0" noProof="0">
                          <a:ln>
                            <a:noFill/>
                          </a:ln>
                          <a:solidFill>
                            <a:schemeClr val="tx1"/>
                          </a:solidFill>
                          <a:effectLst/>
                          <a:latin typeface="Santander Text" panose="020B0504020201020104" pitchFamily="34" charset="0"/>
                        </a:rPr>
                        <a:t> para os vários casos de uso identificados </a:t>
                      </a:r>
                    </a:p>
                  </a:txBody>
                  <a:tcPr marL="36000" marR="36000" marT="36000" marB="36000" horzOverflow="overflow">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50891">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pPr>
                      <a:r>
                        <a:rPr kumimoji="0" lang="pt-PT" sz="1200" b="0" i="0" u="none" strike="noStrike" cap="none" normalizeH="0" baseline="0" noProof="0" dirty="0">
                          <a:ln>
                            <a:noFill/>
                          </a:ln>
                          <a:solidFill>
                            <a:schemeClr val="tx1"/>
                          </a:solidFill>
                          <a:effectLst/>
                          <a:latin typeface="Santander Text" panose="020B0504020201020104" pitchFamily="34" charset="0"/>
                        </a:rPr>
                        <a:t>Responsável de negócio </a:t>
                      </a:r>
                    </a:p>
                  </a:txBody>
                  <a:tcPr marL="36000" marR="36000" marT="36000" marB="36000" horzOverflow="overflow">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pPr>
                      <a:r>
                        <a:rPr lang="pt-PT" sz="1100" dirty="0">
                          <a:solidFill>
                            <a:prstClr val="black"/>
                          </a:solidFill>
                          <a:latin typeface="Santander Text" panose="020B0504020201020104" pitchFamily="34" charset="0"/>
                        </a:rPr>
                        <a:t>Definir um responsável de negócio e estrutura de governo para Definir, Decidir e Acompanhar os use cases e </a:t>
                      </a:r>
                      <a:r>
                        <a:rPr lang="pt-PT" sz="1100" dirty="0" err="1">
                          <a:solidFill>
                            <a:prstClr val="black"/>
                          </a:solidFill>
                          <a:latin typeface="Santander Text" panose="020B0504020201020104" pitchFamily="34" charset="0"/>
                        </a:rPr>
                        <a:t>respectiva</a:t>
                      </a:r>
                      <a:r>
                        <a:rPr lang="pt-PT" sz="1100" dirty="0">
                          <a:solidFill>
                            <a:prstClr val="black"/>
                          </a:solidFill>
                          <a:latin typeface="Santander Text" panose="020B0504020201020104" pitchFamily="34" charset="0"/>
                        </a:rPr>
                        <a:t> implementação, incluindo teste de aceitação e aprovação para subida a Produção. Este responsável deverá também ter a capacidade de </a:t>
                      </a:r>
                      <a:r>
                        <a:rPr kumimoji="0" lang="pt-PT" sz="1100" b="0" i="0" u="none" strike="noStrike" kern="1200" cap="none" spc="0" normalizeH="0" baseline="0" noProof="0" dirty="0">
                          <a:ln>
                            <a:noFill/>
                          </a:ln>
                          <a:solidFill>
                            <a:prstClr val="black"/>
                          </a:solidFill>
                          <a:effectLst/>
                          <a:uLnTx/>
                          <a:uFillTx/>
                          <a:latin typeface="Santander Text" panose="020B0504020201020104" pitchFamily="34" charset="0"/>
                        </a:rPr>
                        <a:t>entender o impacto e a possível reutilização entre iniciativas/projetos</a:t>
                      </a:r>
                      <a:endParaRPr kumimoji="0" lang="pt-PT" sz="11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58830">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pPr>
                      <a:r>
                        <a:rPr kumimoji="0" lang="pt-PT" sz="1200" b="0" i="0" u="none" strike="noStrike" cap="none" normalizeH="0" baseline="0" noProof="0" dirty="0">
                          <a:ln>
                            <a:noFill/>
                          </a:ln>
                          <a:solidFill>
                            <a:schemeClr val="tx1"/>
                          </a:solidFill>
                          <a:effectLst/>
                          <a:latin typeface="Santander Text" panose="020B0504020201020104" pitchFamily="34" charset="0"/>
                        </a:rPr>
                        <a:t>Planeamento do desenho da solução</a:t>
                      </a:r>
                    </a:p>
                  </a:txBody>
                  <a:tcPr marL="36000" marR="36000" marT="36000" marB="36000" horzOverflow="overflow">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pPr>
                      <a:r>
                        <a:rPr kumimoji="0" lang="pt-PT" sz="1100" b="0" i="0" u="none" strike="noStrike" cap="none" normalizeH="0" baseline="0" noProof="0">
                          <a:ln>
                            <a:noFill/>
                          </a:ln>
                          <a:solidFill>
                            <a:schemeClr val="tx1"/>
                          </a:solidFill>
                          <a:effectLst/>
                          <a:latin typeface="Santander Text" panose="020B0504020201020104" pitchFamily="34" charset="0"/>
                        </a:rPr>
                        <a:t>Definir um calendário de actividades adequado á complexidade da solução e dos casos de uso em análise</a:t>
                      </a:r>
                    </a:p>
                  </a:txBody>
                  <a:tcPr marL="36000" marR="36000" marT="36000" marB="36000" horzOverflow="overflow">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90258">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pPr>
                      <a:r>
                        <a:rPr kumimoji="0" lang="pt-PT" sz="1200" b="0" i="0" u="none" strike="noStrike" cap="none" normalizeH="0" baseline="0" noProof="0" dirty="0">
                          <a:ln>
                            <a:noFill/>
                          </a:ln>
                          <a:solidFill>
                            <a:schemeClr val="tx1"/>
                          </a:solidFill>
                          <a:effectLst/>
                          <a:latin typeface="Santander Text" panose="020B0504020201020104" pitchFamily="34" charset="0"/>
                        </a:rPr>
                        <a:t>Tipo de abordagem da Solução desenhada</a:t>
                      </a:r>
                    </a:p>
                  </a:txBody>
                  <a:tcPr marL="36000" marR="36000" marT="36000" marB="36000" horzOverflow="overflow">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pPr>
                      <a:r>
                        <a:rPr kumimoji="0" lang="pt-PT" sz="1100" b="0" i="0" u="none" strike="noStrike" cap="none" normalizeH="0" baseline="0" noProof="0" dirty="0">
                          <a:ln>
                            <a:noFill/>
                          </a:ln>
                          <a:solidFill>
                            <a:schemeClr val="tx1"/>
                          </a:solidFill>
                          <a:effectLst/>
                          <a:latin typeface="Santander Text" panose="020B0504020201020104" pitchFamily="34" charset="0"/>
                        </a:rPr>
                        <a:t>Abordar a iniciativas/projetos em modo Agile, definindo um MVP que possa evoluir por sprints para uma solução holística e escalável. Evitar soluções </a:t>
                      </a:r>
                      <a:r>
                        <a:rPr kumimoji="0" lang="pt-PT" sz="1100" b="0" i="0" u="none" strike="noStrike" cap="none" normalizeH="0" baseline="0" noProof="0" dirty="0" err="1">
                          <a:ln>
                            <a:noFill/>
                          </a:ln>
                          <a:solidFill>
                            <a:schemeClr val="tx1"/>
                          </a:solidFill>
                          <a:effectLst/>
                          <a:latin typeface="Santander Text" panose="020B0504020201020104" pitchFamily="34" charset="0"/>
                        </a:rPr>
                        <a:t>tácticas</a:t>
                      </a:r>
                      <a:r>
                        <a:rPr kumimoji="0" lang="pt-PT" sz="1100" b="0" i="0" u="none" strike="noStrike" cap="none" normalizeH="0" baseline="0" noProof="0" dirty="0">
                          <a:ln>
                            <a:noFill/>
                          </a:ln>
                          <a:solidFill>
                            <a:schemeClr val="tx1"/>
                          </a:solidFill>
                          <a:effectLst/>
                          <a:latin typeface="Santander Text" panose="020B0504020201020104" pitchFamily="34" charset="0"/>
                        </a:rPr>
                        <a:t>, suportadas por manualidades com elevado risco operacional associado</a:t>
                      </a:r>
                    </a:p>
                  </a:txBody>
                  <a:tcPr marL="36000" marR="36000" marT="36000" marB="36000" horzOverflow="overflow">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90258">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pPr>
                      <a:r>
                        <a:rPr kumimoji="0" lang="pt-PT" sz="1200" b="0" i="0" u="none" strike="noStrike" cap="none" normalizeH="0" baseline="0" noProof="0">
                          <a:ln>
                            <a:noFill/>
                          </a:ln>
                          <a:solidFill>
                            <a:schemeClr val="tx1"/>
                          </a:solidFill>
                          <a:effectLst/>
                          <a:latin typeface="Santander Text" panose="020B0504020201020104" pitchFamily="34" charset="0"/>
                        </a:rPr>
                        <a:t>Adequação das ferramentas à solução</a:t>
                      </a:r>
                    </a:p>
                  </a:txBody>
                  <a:tcPr marL="36000" marR="36000" marT="36000" marB="36000" horzOverflow="overflow">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pPr>
                      <a:r>
                        <a:rPr kumimoji="0" lang="pt-PT" sz="1100" b="0" i="0" u="none" strike="noStrike" cap="none" normalizeH="0" baseline="0" noProof="0" dirty="0">
                          <a:ln>
                            <a:noFill/>
                          </a:ln>
                          <a:solidFill>
                            <a:schemeClr val="tx1"/>
                          </a:solidFill>
                          <a:effectLst/>
                          <a:latin typeface="Santander Text" panose="020B0504020201020104" pitchFamily="34" charset="0"/>
                        </a:rPr>
                        <a:t>Evitar desvirtuar o objectivo de negócio para o qual determinada solução é desenhada (p.e. </a:t>
                      </a:r>
                      <a:r>
                        <a:rPr kumimoji="0" lang="pt-PT" sz="1100" b="0" i="0" u="none" strike="noStrike" cap="none" normalizeH="0" baseline="0" noProof="0" dirty="0" err="1">
                          <a:ln>
                            <a:noFill/>
                          </a:ln>
                          <a:solidFill>
                            <a:schemeClr val="tx1"/>
                          </a:solidFill>
                          <a:effectLst/>
                          <a:latin typeface="Santander Text" panose="020B0504020201020104" pitchFamily="34" charset="0"/>
                        </a:rPr>
                        <a:t>Front-end</a:t>
                      </a:r>
                      <a:r>
                        <a:rPr kumimoji="0" lang="pt-PT" sz="1100" b="0" i="0" u="none" strike="noStrike" cap="none" normalizeH="0" baseline="0" noProof="0" dirty="0">
                          <a:ln>
                            <a:noFill/>
                          </a:ln>
                          <a:solidFill>
                            <a:schemeClr val="tx1"/>
                          </a:solidFill>
                          <a:effectLst/>
                          <a:latin typeface="Santander Text" panose="020B0504020201020104" pitchFamily="34" charset="0"/>
                        </a:rPr>
                        <a:t> “Upload </a:t>
                      </a:r>
                      <a:r>
                        <a:rPr kumimoji="0" lang="pt-PT" sz="1100" b="0" i="0" u="none" strike="noStrike" cap="none" normalizeH="0" baseline="0" noProof="0" dirty="0" err="1">
                          <a:ln>
                            <a:noFill/>
                          </a:ln>
                          <a:solidFill>
                            <a:schemeClr val="tx1"/>
                          </a:solidFill>
                          <a:effectLst/>
                          <a:latin typeface="Santander Text" panose="020B0504020201020104" pitchFamily="34" charset="0"/>
                        </a:rPr>
                        <a:t>Datalake</a:t>
                      </a:r>
                      <a:r>
                        <a:rPr kumimoji="0" lang="pt-PT" sz="1100" b="0" i="0" u="none" strike="noStrike" cap="none" normalizeH="0" baseline="0" noProof="0" dirty="0">
                          <a:ln>
                            <a:noFill/>
                          </a:ln>
                          <a:solidFill>
                            <a:schemeClr val="tx1"/>
                          </a:solidFill>
                          <a:effectLst/>
                          <a:latin typeface="Santander Text" panose="020B0504020201020104" pitchFamily="34" charset="0"/>
                        </a:rPr>
                        <a:t>), não fazendo uso errado como ferramentas de integração entre sistemas que á partida não estão integrados;</a:t>
                      </a:r>
                    </a:p>
                  </a:txBody>
                  <a:tcPr marL="36000" marR="36000" marT="36000" marB="36000" horzOverflow="overflow">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213561">
                <a:tc rowSpan="5">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pPr>
                      <a:r>
                        <a:rPr kumimoji="0" lang="pt-PT" sz="1200" b="0" i="0" u="none" strike="noStrike" cap="none" normalizeH="0" baseline="0" noProof="0" dirty="0">
                          <a:ln>
                            <a:noFill/>
                          </a:ln>
                          <a:solidFill>
                            <a:schemeClr val="tx1"/>
                          </a:solidFill>
                          <a:effectLst/>
                          <a:latin typeface="Santander Text" panose="020B0504020201020104" pitchFamily="34" charset="0"/>
                        </a:rPr>
                        <a:t>Envolvimento de outras áreas dentro e fora de IT</a:t>
                      </a:r>
                    </a:p>
                  </a:txBody>
                  <a:tcPr marL="36000" marR="36000" marT="36000" marB="36000" horzOverflow="overflow">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90000"/>
                        </a:lnSpc>
                        <a:spcBef>
                          <a:spcPts val="0"/>
                        </a:spcBef>
                        <a:spcAft>
                          <a:spcPct val="0"/>
                        </a:spcAft>
                        <a:buClr>
                          <a:schemeClr val="bg1"/>
                        </a:buClr>
                        <a:buSzPct val="25000"/>
                        <a:buFont typeface="Times" pitchFamily="18" charset="0"/>
                        <a:buNone/>
                        <a:tabLst/>
                      </a:pPr>
                      <a:r>
                        <a:rPr kumimoji="0" lang="pt-PT" sz="1100" b="0" i="0" u="none" strike="noStrike" kern="1200" cap="none" normalizeH="0" baseline="0" noProof="0">
                          <a:ln>
                            <a:noFill/>
                          </a:ln>
                          <a:solidFill>
                            <a:schemeClr val="tx1"/>
                          </a:solidFill>
                          <a:effectLst/>
                          <a:latin typeface="Santander Text" panose="020B0504020201020104" pitchFamily="34" charset="0"/>
                          <a:ea typeface="+mn-ea"/>
                          <a:cs typeface="+mn-cs"/>
                        </a:rPr>
                        <a:t>CDO</a:t>
                      </a:r>
                    </a:p>
                  </a:txBody>
                  <a:tcPr marL="36000" marR="36000" marT="36000" marB="36000" horzOverflow="overflow">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213561">
                <a:tc vMerge="1">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000" b="0" i="0" u="none" strike="noStrike" kern="1200" cap="none" normalizeH="0" baseline="0" noProof="0">
                        <a:ln>
                          <a:noFill/>
                        </a:ln>
                        <a:solidFill>
                          <a:schemeClr val="tx1"/>
                        </a:solidFill>
                        <a:effectLst/>
                        <a:latin typeface="Santander Text" panose="020B0504020201020104" pitchFamily="34" charset="0"/>
                        <a:ea typeface="+mn-ea"/>
                        <a:cs typeface="+mn-cs"/>
                      </a:endParaRPr>
                    </a:p>
                  </a:txBody>
                  <a:tcPr marL="36000" marR="36000" marT="36000" marB="36000" horzOverflow="overflow">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90000"/>
                        </a:lnSpc>
                        <a:spcBef>
                          <a:spcPts val="0"/>
                        </a:spcBef>
                        <a:spcAft>
                          <a:spcPct val="0"/>
                        </a:spcAft>
                        <a:buClr>
                          <a:schemeClr val="bg1"/>
                        </a:buClr>
                        <a:buSzPct val="25000"/>
                        <a:buFont typeface="Times" pitchFamily="18" charset="0"/>
                        <a:buNone/>
                        <a:tabLst/>
                        <a:defRPr/>
                      </a:pPr>
                      <a:r>
                        <a:rPr kumimoji="0" lang="pt-PT" sz="1100" b="0" i="0" u="none" strike="noStrike" kern="1200" cap="none" normalizeH="0" baseline="0" noProof="0">
                          <a:ln>
                            <a:noFill/>
                          </a:ln>
                          <a:solidFill>
                            <a:schemeClr val="tx1"/>
                          </a:solidFill>
                          <a:effectLst/>
                          <a:latin typeface="Santander Text" panose="020B0504020201020104" pitchFamily="34" charset="0"/>
                          <a:ea typeface="+mn-ea"/>
                          <a:cs typeface="+mn-cs"/>
                        </a:rPr>
                        <a:t>DPO</a:t>
                      </a:r>
                    </a:p>
                  </a:txBody>
                  <a:tcPr marL="36000" marR="36000" marT="36000" marB="36000" horzOverflow="overflow">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315250154"/>
                  </a:ext>
                </a:extLst>
              </a:tr>
              <a:tr h="213561">
                <a:tc vMerge="1">
                  <a:txBody>
                    <a:bodyPr/>
                    <a:lstStyle/>
                    <a:p>
                      <a:endParaRPr lang="pt-PT"/>
                    </a:p>
                  </a:txBody>
                  <a:tcPr/>
                </a:tc>
                <a:tc>
                  <a:txBody>
                    <a:bodyPr/>
                    <a:lstStyle/>
                    <a:p>
                      <a:pPr marL="0" marR="0" lvl="0" indent="0" algn="l" defTabSz="914400" rtl="0" eaLnBrk="1" fontAlgn="base" latinLnBrk="0" hangingPunct="1">
                        <a:lnSpc>
                          <a:spcPct val="90000"/>
                        </a:lnSpc>
                        <a:spcBef>
                          <a:spcPts val="0"/>
                        </a:spcBef>
                        <a:spcAft>
                          <a:spcPct val="0"/>
                        </a:spcAft>
                        <a:buClr>
                          <a:schemeClr val="bg1"/>
                        </a:buClr>
                        <a:buSzPct val="25000"/>
                        <a:buFont typeface="Times" pitchFamily="18" charset="0"/>
                        <a:buNone/>
                        <a:tabLst/>
                        <a:defRPr/>
                      </a:pPr>
                      <a:r>
                        <a:rPr kumimoji="0" lang="pt-PT" sz="1100" b="0" i="0" u="none" strike="noStrike" kern="1200" cap="none" normalizeH="0" baseline="0" noProof="0" err="1">
                          <a:ln>
                            <a:noFill/>
                          </a:ln>
                          <a:solidFill>
                            <a:schemeClr val="tx1"/>
                          </a:solidFill>
                          <a:effectLst/>
                          <a:latin typeface="Santander Text" panose="020B0504020201020104" pitchFamily="34" charset="0"/>
                          <a:ea typeface="+mn-ea"/>
                          <a:cs typeface="+mn-cs"/>
                        </a:rPr>
                        <a:t>Cibersegurança</a:t>
                      </a:r>
                      <a:endParaRPr kumimoji="0" lang="pt-PT" sz="1100" b="0" i="0" u="none" strike="noStrike" kern="1200" cap="none" normalizeH="0" baseline="0" noProof="0">
                        <a:ln>
                          <a:noFill/>
                        </a:ln>
                        <a:solidFill>
                          <a:schemeClr val="tx1"/>
                        </a:solidFill>
                        <a:effectLst/>
                        <a:latin typeface="Santander Text" panose="020B0504020201020104" pitchFamily="34" charset="0"/>
                        <a:ea typeface="+mn-ea"/>
                        <a:cs typeface="+mn-cs"/>
                      </a:endParaRPr>
                    </a:p>
                  </a:txBody>
                  <a:tcPr marL="36000" marR="36000" marT="36000" marB="36000" horzOverflow="overflow">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235015084"/>
                  </a:ext>
                </a:extLst>
              </a:tr>
              <a:tr h="213561">
                <a:tc vMerge="1">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000" b="0" i="0" u="none" strike="noStrike" kern="1200" cap="none" normalizeH="0" baseline="0" noProof="0">
                        <a:ln>
                          <a:noFill/>
                        </a:ln>
                        <a:solidFill>
                          <a:schemeClr val="tx1"/>
                        </a:solidFill>
                        <a:effectLst/>
                        <a:latin typeface="Santander Text" panose="020B0504020201020104" pitchFamily="34" charset="0"/>
                        <a:ea typeface="+mn-ea"/>
                        <a:cs typeface="+mn-cs"/>
                      </a:endParaRPr>
                    </a:p>
                  </a:txBody>
                  <a:tcPr marL="36000" marR="36000" marT="36000" marB="36000" horzOverflow="overflow">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90000"/>
                        </a:lnSpc>
                        <a:spcBef>
                          <a:spcPts val="0"/>
                        </a:spcBef>
                        <a:spcAft>
                          <a:spcPct val="0"/>
                        </a:spcAft>
                        <a:buClr>
                          <a:schemeClr val="bg1"/>
                        </a:buClr>
                        <a:buSzPct val="25000"/>
                        <a:buFont typeface="Times" pitchFamily="18" charset="0"/>
                        <a:buNone/>
                        <a:tabLst/>
                        <a:defRPr/>
                      </a:pPr>
                      <a:r>
                        <a:rPr kumimoji="0" lang="pt-PT" sz="1100" b="0" i="0" u="none" strike="noStrike" kern="1200" cap="none" normalizeH="0" baseline="0" noProof="0" dirty="0">
                          <a:ln>
                            <a:noFill/>
                          </a:ln>
                          <a:solidFill>
                            <a:schemeClr val="tx1"/>
                          </a:solidFill>
                          <a:effectLst/>
                          <a:latin typeface="Santander Text" panose="020B0504020201020104" pitchFamily="34" charset="0"/>
                          <a:ea typeface="+mn-ea"/>
                          <a:cs typeface="+mn-cs"/>
                        </a:rPr>
                        <a:t>Operações – Revisão de textos e formatos de comunicação a clientes (quando aplicável)</a:t>
                      </a:r>
                    </a:p>
                  </a:txBody>
                  <a:tcPr marL="36000" marR="36000" marT="36000" marB="36000" horzOverflow="overflow">
                    <a:lnL w="9525"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217876336"/>
                  </a:ext>
                </a:extLst>
              </a:tr>
              <a:tr h="213561">
                <a:tc vMerge="1">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pPr>
                      <a:endParaRPr kumimoji="0" lang="pt-PT" sz="13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12700"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90000"/>
                        </a:lnSpc>
                        <a:spcBef>
                          <a:spcPts val="0"/>
                        </a:spcBef>
                        <a:spcAft>
                          <a:spcPct val="0"/>
                        </a:spcAft>
                        <a:buClr>
                          <a:schemeClr val="bg1"/>
                        </a:buClr>
                        <a:buSzPct val="25000"/>
                        <a:buFont typeface="Times" pitchFamily="18" charset="0"/>
                        <a:buNone/>
                        <a:tabLst/>
                        <a:defRPr/>
                      </a:pPr>
                      <a:r>
                        <a:rPr kumimoji="0" lang="pt-PT" sz="1100" b="0" i="0" u="none" strike="noStrike" kern="1200" cap="none" normalizeH="0" baseline="0" noProof="0" dirty="0">
                          <a:ln>
                            <a:noFill/>
                          </a:ln>
                          <a:solidFill>
                            <a:schemeClr val="tx1"/>
                          </a:solidFill>
                          <a:effectLst/>
                          <a:latin typeface="Santander Text" panose="020B0504020201020104" pitchFamily="34" charset="0"/>
                          <a:ea typeface="+mn-ea"/>
                          <a:cs typeface="+mn-cs"/>
                        </a:rPr>
                        <a:t>Áreas de Negócio </a:t>
                      </a:r>
                      <a:r>
                        <a:rPr kumimoji="0" lang="pt-PT" sz="1100" b="0" i="0" u="none" strike="noStrike" kern="1200" cap="none" normalizeH="0" baseline="0" noProof="0" dirty="0" err="1">
                          <a:ln>
                            <a:noFill/>
                          </a:ln>
                          <a:solidFill>
                            <a:schemeClr val="tx1"/>
                          </a:solidFill>
                          <a:effectLst/>
                          <a:latin typeface="Santander Text" panose="020B0504020201020104" pitchFamily="34" charset="0"/>
                          <a:ea typeface="+mn-ea"/>
                          <a:cs typeface="+mn-cs"/>
                        </a:rPr>
                        <a:t>Afectadas</a:t>
                      </a:r>
                      <a:endParaRPr kumimoji="0" lang="pt-PT" sz="11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9525"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25690959"/>
                  </a:ext>
                </a:extLst>
              </a:tr>
              <a:tr h="213561">
                <a:tc rowSpan="6">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r>
                        <a:rPr kumimoji="0" lang="pt-PT" sz="1200" b="0" i="0" u="none" strike="noStrike" kern="1200" cap="none" normalizeH="0" baseline="0" noProof="0" dirty="0">
                          <a:ln>
                            <a:noFill/>
                          </a:ln>
                          <a:solidFill>
                            <a:schemeClr val="tx1"/>
                          </a:solidFill>
                          <a:effectLst/>
                          <a:latin typeface="Santander Text" panose="020B0504020201020104" pitchFamily="34" charset="0"/>
                          <a:ea typeface="+mn-ea"/>
                          <a:cs typeface="+mn-cs"/>
                        </a:rPr>
                        <a:t>RGPD e Fusão de Clientes</a:t>
                      </a:r>
                    </a:p>
                  </a:txBody>
                  <a:tcPr marL="36000" marR="36000" marT="36000" marB="36000" horzOverflow="overflow">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90000"/>
                        </a:lnSpc>
                        <a:spcBef>
                          <a:spcPts val="0"/>
                        </a:spcBef>
                        <a:spcAft>
                          <a:spcPct val="0"/>
                        </a:spcAft>
                        <a:buClr>
                          <a:schemeClr val="bg1"/>
                        </a:buClr>
                        <a:buSzPct val="25000"/>
                        <a:buFont typeface="Times" pitchFamily="18" charset="0"/>
                        <a:buNone/>
                        <a:tabLst/>
                        <a:defRPr/>
                      </a:pPr>
                      <a:r>
                        <a:rPr kumimoji="0" lang="pt-PT" sz="1100" b="0" i="0" u="none" strike="noStrike" kern="1200" cap="none" normalizeH="0" baseline="0" noProof="0">
                          <a:ln>
                            <a:noFill/>
                          </a:ln>
                          <a:solidFill>
                            <a:schemeClr val="tx1"/>
                          </a:solidFill>
                          <a:effectLst/>
                          <a:latin typeface="Santander Text" panose="020B0504020201020104" pitchFamily="34" charset="0"/>
                          <a:ea typeface="+mn-ea"/>
                          <a:cs typeface="+mn-cs"/>
                        </a:rPr>
                        <a:t>Serão criados novos campos de dados pessoais?</a:t>
                      </a:r>
                    </a:p>
                  </a:txBody>
                  <a:tcPr marL="36000" marR="36000" marT="36000" marB="36000" horzOverflow="overflow">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213561">
                <a:tc vMerge="1">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pPr>
                      <a:endParaRPr kumimoji="0" lang="pt-PT" sz="1000" b="0" i="0" u="none" strike="noStrike" kern="1200" cap="none" normalizeH="0" baseline="0" noProof="0">
                        <a:ln>
                          <a:noFill/>
                        </a:ln>
                        <a:solidFill>
                          <a:schemeClr val="tx1"/>
                        </a:solidFill>
                        <a:effectLst/>
                        <a:latin typeface="Santander Text" panose="020B0504020201020104" pitchFamily="34" charset="0"/>
                        <a:ea typeface="+mn-ea"/>
                        <a:cs typeface="+mn-cs"/>
                      </a:endParaRPr>
                    </a:p>
                  </a:txBody>
                  <a:tcPr marL="36000" marR="36000" marT="36000" marB="36000" horzOverflow="overflow">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90000"/>
                        </a:lnSpc>
                        <a:spcBef>
                          <a:spcPts val="0"/>
                        </a:spcBef>
                        <a:spcAft>
                          <a:spcPct val="0"/>
                        </a:spcAft>
                        <a:buClr>
                          <a:schemeClr val="bg1"/>
                        </a:buClr>
                        <a:buSzPct val="25000"/>
                        <a:buFont typeface="Times" pitchFamily="18" charset="0"/>
                        <a:buNone/>
                        <a:tabLst/>
                      </a:pPr>
                      <a:r>
                        <a:rPr kumimoji="0" lang="pt-PT" sz="1100" b="0" i="0" u="none" strike="noStrike" kern="1200" cap="none" normalizeH="0" baseline="0" noProof="0">
                          <a:ln>
                            <a:noFill/>
                          </a:ln>
                          <a:solidFill>
                            <a:schemeClr val="tx1"/>
                          </a:solidFill>
                          <a:effectLst/>
                          <a:latin typeface="Santander Text" panose="020B0504020201020104" pitchFamily="34" charset="0"/>
                          <a:ea typeface="+mn-ea"/>
                          <a:cs typeface="+mn-cs"/>
                        </a:rPr>
                        <a:t>Manipula/Altera dados pessoais?</a:t>
                      </a:r>
                    </a:p>
                  </a:txBody>
                  <a:tcPr marL="36000" marR="36000" marT="36000" marB="36000" horzOverflow="overflow">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213561">
                <a:tc vMerge="1">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pPr>
                      <a:endParaRPr kumimoji="0" lang="pt-PT" sz="1000" b="0" i="0" u="none" strike="noStrike" cap="none" normalizeH="0" baseline="0" noProof="0">
                        <a:ln>
                          <a:noFill/>
                        </a:ln>
                        <a:solidFill>
                          <a:schemeClr val="tx1"/>
                        </a:solidFill>
                        <a:effectLst/>
                        <a:latin typeface="Santander Text" panose="020B0504020201020104" pitchFamily="34" charset="0"/>
                      </a:endParaRPr>
                    </a:p>
                  </a:txBody>
                  <a:tcPr marL="36000" marR="36000" marT="36000" marB="36000" horzOverflow="overflow">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90000"/>
                        </a:lnSpc>
                        <a:spcBef>
                          <a:spcPts val="0"/>
                        </a:spcBef>
                        <a:spcAft>
                          <a:spcPct val="0"/>
                        </a:spcAft>
                        <a:buClr>
                          <a:schemeClr val="bg1"/>
                        </a:buClr>
                        <a:buSzPct val="25000"/>
                        <a:buFont typeface="Times" pitchFamily="18" charset="0"/>
                        <a:buNone/>
                        <a:tabLst/>
                      </a:pPr>
                      <a:r>
                        <a:rPr kumimoji="0" lang="pt-PT" sz="1100" b="0" i="0" u="none" strike="noStrike" cap="none" normalizeH="0" baseline="0" noProof="0">
                          <a:ln>
                            <a:noFill/>
                          </a:ln>
                          <a:solidFill>
                            <a:schemeClr val="tx1"/>
                          </a:solidFill>
                          <a:effectLst/>
                          <a:latin typeface="Santander Text" panose="020B0504020201020104" pitchFamily="34" charset="0"/>
                        </a:rPr>
                        <a:t>Mostra informação de cliente?</a:t>
                      </a:r>
                    </a:p>
                  </a:txBody>
                  <a:tcPr marL="36000" marR="36000" marT="36000" marB="36000" horzOverflow="overflow">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410148619"/>
                  </a:ext>
                </a:extLst>
              </a:tr>
              <a:tr h="213561">
                <a:tc vMerge="1">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pPr>
                      <a:endParaRPr kumimoji="0" lang="pt-PT" sz="1000" b="0" i="0" u="none" strike="noStrike" cap="none" normalizeH="0" baseline="0" noProof="0">
                        <a:ln>
                          <a:noFill/>
                        </a:ln>
                        <a:solidFill>
                          <a:schemeClr val="tx1"/>
                        </a:solidFill>
                        <a:effectLst/>
                        <a:latin typeface="Santander Text" panose="020B0504020201020104" pitchFamily="34" charset="0"/>
                      </a:endParaRPr>
                    </a:p>
                  </a:txBody>
                  <a:tcPr marL="36000" marR="36000" marT="36000" marB="36000" horzOverflow="overflow">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90000"/>
                        </a:lnSpc>
                        <a:spcBef>
                          <a:spcPts val="0"/>
                        </a:spcBef>
                        <a:spcAft>
                          <a:spcPct val="0"/>
                        </a:spcAft>
                        <a:buClr>
                          <a:schemeClr val="bg1"/>
                        </a:buClr>
                        <a:buSzPct val="25000"/>
                        <a:buFont typeface="Times" pitchFamily="18" charset="0"/>
                        <a:buNone/>
                        <a:tabLst/>
                      </a:pPr>
                      <a:r>
                        <a:rPr kumimoji="0" lang="pt-PT" sz="1100" b="0" i="0" u="none" strike="noStrike" cap="none" normalizeH="0" baseline="0" noProof="0">
                          <a:ln>
                            <a:noFill/>
                          </a:ln>
                          <a:solidFill>
                            <a:schemeClr val="tx1"/>
                          </a:solidFill>
                          <a:effectLst/>
                          <a:latin typeface="Santander Text" panose="020B0504020201020104" pitchFamily="34" charset="0"/>
                        </a:rPr>
                        <a:t>Envia informação de cliente para entidade interna ou externa?</a:t>
                      </a:r>
                    </a:p>
                  </a:txBody>
                  <a:tcPr marL="36000" marR="36000" marT="36000" marB="36000" horzOverflow="overflow">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546139031"/>
                  </a:ext>
                </a:extLst>
              </a:tr>
              <a:tr h="213561">
                <a:tc vMerge="1">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pPr>
                      <a:endParaRPr kumimoji="0" lang="pt-PT" sz="1000" b="0" i="0" u="none" strike="noStrike" cap="none" normalizeH="0" baseline="0" noProof="0">
                        <a:ln>
                          <a:noFill/>
                        </a:ln>
                        <a:solidFill>
                          <a:schemeClr val="tx1"/>
                        </a:solidFill>
                        <a:effectLst/>
                        <a:latin typeface="Santander Text" panose="020B0504020201020104" pitchFamily="34" charset="0"/>
                      </a:endParaRPr>
                    </a:p>
                  </a:txBody>
                  <a:tcPr marL="36000" marR="36000" marT="36000" marB="36000" horzOverflow="overflow">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90000"/>
                        </a:lnSpc>
                        <a:spcBef>
                          <a:spcPts val="0"/>
                        </a:spcBef>
                        <a:spcAft>
                          <a:spcPct val="0"/>
                        </a:spcAft>
                        <a:buClr>
                          <a:schemeClr val="bg1"/>
                        </a:buClr>
                        <a:buSzPct val="25000"/>
                        <a:buFont typeface="Times" pitchFamily="18" charset="0"/>
                        <a:buNone/>
                        <a:tabLst/>
                        <a:defRPr/>
                      </a:pPr>
                      <a:r>
                        <a:rPr kumimoji="0" lang="pt-PT" sz="1100" b="0" i="0" u="none" strike="noStrike" kern="1200" cap="none" normalizeH="0" baseline="0" noProof="0">
                          <a:ln>
                            <a:noFill/>
                          </a:ln>
                          <a:solidFill>
                            <a:schemeClr val="tx1"/>
                          </a:solidFill>
                          <a:effectLst/>
                          <a:latin typeface="Santander Text" panose="020B0504020201020104" pitchFamily="34" charset="0"/>
                          <a:ea typeface="+mn-ea"/>
                          <a:cs typeface="+mn-cs"/>
                        </a:rPr>
                        <a:t>Regista o </a:t>
                      </a:r>
                      <a:r>
                        <a:rPr kumimoji="0" lang="pt-PT" sz="1100" b="0" i="0" u="none" strike="noStrike" kern="1200" cap="none" normalizeH="0" baseline="0" noProof="0" err="1">
                          <a:ln>
                            <a:noFill/>
                          </a:ln>
                          <a:solidFill>
                            <a:schemeClr val="tx1"/>
                          </a:solidFill>
                          <a:effectLst/>
                          <a:latin typeface="Santander Text" panose="020B0504020201020104" pitchFamily="34" charset="0"/>
                          <a:ea typeface="+mn-ea"/>
                          <a:cs typeface="+mn-cs"/>
                        </a:rPr>
                        <a:t>nr</a:t>
                      </a:r>
                      <a:r>
                        <a:rPr kumimoji="0" lang="pt-PT" sz="1100" b="0" i="0" u="none" strike="noStrike" kern="1200" cap="none" normalizeH="0" baseline="0" noProof="0">
                          <a:ln>
                            <a:noFill/>
                          </a:ln>
                          <a:solidFill>
                            <a:schemeClr val="tx1"/>
                          </a:solidFill>
                          <a:effectLst/>
                          <a:latin typeface="Santander Text" panose="020B0504020201020104" pitchFamily="34" charset="0"/>
                          <a:ea typeface="+mn-ea"/>
                          <a:cs typeface="+mn-cs"/>
                        </a:rPr>
                        <a:t> de Cliente em BD </a:t>
                      </a:r>
                      <a:r>
                        <a:rPr kumimoji="0" lang="pt-PT" sz="1100" b="0" i="0" u="none" strike="noStrike" kern="1200" cap="none" normalizeH="0" baseline="0" noProof="0" err="1">
                          <a:ln>
                            <a:noFill/>
                          </a:ln>
                          <a:solidFill>
                            <a:schemeClr val="tx1"/>
                          </a:solidFill>
                          <a:effectLst/>
                          <a:latin typeface="Santander Text" panose="020B0504020201020104" pitchFamily="34" charset="0"/>
                          <a:ea typeface="+mn-ea"/>
                          <a:cs typeface="+mn-cs"/>
                        </a:rPr>
                        <a:t>Host</a:t>
                      </a:r>
                      <a:r>
                        <a:rPr kumimoji="0" lang="pt-PT" sz="1100" b="0" i="0" u="none" strike="noStrike" kern="1200" cap="none" normalizeH="0" baseline="0" noProof="0">
                          <a:ln>
                            <a:noFill/>
                          </a:ln>
                          <a:solidFill>
                            <a:schemeClr val="tx1"/>
                          </a:solidFill>
                          <a:effectLst/>
                          <a:latin typeface="Santander Text" panose="020B0504020201020104" pitchFamily="34" charset="0"/>
                          <a:ea typeface="+mn-ea"/>
                          <a:cs typeface="+mn-cs"/>
                        </a:rPr>
                        <a:t> ou Sistemas Médios?</a:t>
                      </a:r>
                    </a:p>
                  </a:txBody>
                  <a:tcPr marL="36000" marR="36000" marT="36000" marB="36000" horzOverflow="overflow">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046254754"/>
                  </a:ext>
                </a:extLst>
              </a:tr>
              <a:tr h="213561">
                <a:tc vMerge="1">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pPr>
                      <a:endParaRPr kumimoji="0" lang="pt-PT" sz="1000" b="0" i="0" u="none" strike="noStrike" cap="none" normalizeH="0" baseline="0" noProof="0">
                        <a:ln>
                          <a:noFill/>
                        </a:ln>
                        <a:solidFill>
                          <a:schemeClr val="tx1"/>
                        </a:solidFill>
                        <a:effectLst/>
                        <a:latin typeface="Santander Text" panose="020B0504020201020104" pitchFamily="34" charset="0"/>
                      </a:endParaRPr>
                    </a:p>
                  </a:txBody>
                  <a:tcPr marL="36000" marR="36000" marT="36000" marB="36000" horzOverflow="overflow">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90000"/>
                        </a:lnSpc>
                        <a:spcBef>
                          <a:spcPts val="0"/>
                        </a:spcBef>
                        <a:spcAft>
                          <a:spcPct val="0"/>
                        </a:spcAft>
                        <a:buClr>
                          <a:schemeClr val="bg1"/>
                        </a:buClr>
                        <a:buSzPct val="25000"/>
                        <a:buFont typeface="Times" pitchFamily="18" charset="0"/>
                        <a:buNone/>
                        <a:tabLst/>
                        <a:defRPr/>
                      </a:pPr>
                      <a:r>
                        <a:rPr kumimoji="0" lang="pt-PT" sz="1100" b="0" i="0" u="none" strike="noStrike" kern="1200" cap="none" normalizeH="0" baseline="0" noProof="0">
                          <a:ln>
                            <a:noFill/>
                          </a:ln>
                          <a:solidFill>
                            <a:schemeClr val="tx1"/>
                          </a:solidFill>
                          <a:effectLst/>
                          <a:latin typeface="Santander Text" panose="020B0504020201020104" pitchFamily="34" charset="0"/>
                          <a:ea typeface="+mn-ea"/>
                          <a:cs typeface="+mn-cs"/>
                        </a:rPr>
                        <a:t>Tem ficheiros/interfaces com código de Cliente?</a:t>
                      </a:r>
                    </a:p>
                  </a:txBody>
                  <a:tcPr marL="36000" marR="36000" marT="36000" marB="36000" horzOverflow="overflow">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153202604"/>
                  </a:ext>
                </a:extLst>
              </a:tr>
              <a:tr h="258830">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pPr>
                      <a:r>
                        <a:rPr kumimoji="0" lang="pt-PT" sz="1200" b="0" i="0" u="none" strike="noStrike" cap="none" normalizeH="0" baseline="0" noProof="0" dirty="0">
                          <a:ln>
                            <a:noFill/>
                          </a:ln>
                          <a:solidFill>
                            <a:schemeClr val="tx1"/>
                          </a:solidFill>
                          <a:effectLst/>
                          <a:latin typeface="Santander Text" panose="020B0504020201020104" pitchFamily="34" charset="0"/>
                        </a:rPr>
                        <a:t>Reporte ao Regulador</a:t>
                      </a:r>
                    </a:p>
                  </a:txBody>
                  <a:tcPr marL="36000" marR="36000" marT="36000" marB="36000" horzOverflow="overflow">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pPr>
                      <a:r>
                        <a:rPr kumimoji="0" lang="pt-PT" sz="1100" b="0" i="0" u="none" strike="noStrike" kern="1200" cap="none" spc="0" normalizeH="0" baseline="0" noProof="0">
                          <a:ln>
                            <a:noFill/>
                          </a:ln>
                          <a:solidFill>
                            <a:prstClr val="black"/>
                          </a:solidFill>
                          <a:effectLst/>
                          <a:uLnTx/>
                          <a:uFillTx/>
                          <a:latin typeface="Santander Text" panose="020B0504020201020104" pitchFamily="34" charset="0"/>
                        </a:rPr>
                        <a:t>Caso haja dados expostos em </a:t>
                      </a:r>
                      <a:r>
                        <a:rPr kumimoji="0" lang="pt-PT" sz="1100" b="0" i="0" u="none" strike="noStrike" kern="1200" cap="none" spc="0" normalizeH="0" baseline="0" noProof="0" err="1">
                          <a:ln>
                            <a:noFill/>
                          </a:ln>
                          <a:solidFill>
                            <a:prstClr val="black"/>
                          </a:solidFill>
                          <a:effectLst/>
                          <a:uLnTx/>
                          <a:uFillTx/>
                          <a:latin typeface="Santander Text" panose="020B0504020201020104" pitchFamily="34" charset="0"/>
                        </a:rPr>
                        <a:t>Cloud</a:t>
                      </a:r>
                      <a:r>
                        <a:rPr kumimoji="0" lang="pt-PT" sz="1100" b="0" i="0" u="none" strike="noStrike" kern="1200" cap="none" spc="0" normalizeH="0" baseline="0" noProof="0">
                          <a:ln>
                            <a:noFill/>
                          </a:ln>
                          <a:solidFill>
                            <a:prstClr val="black"/>
                          </a:solidFill>
                          <a:effectLst/>
                          <a:uLnTx/>
                          <a:uFillTx/>
                          <a:latin typeface="Santander Text" panose="020B0504020201020104" pitchFamily="34" charset="0"/>
                        </a:rPr>
                        <a:t> pública</a:t>
                      </a:r>
                      <a:endParaRPr kumimoji="0" lang="pt-PT" sz="1100" b="0" i="0" u="none" strike="noStrike" cap="none" normalizeH="0" baseline="0" noProof="0">
                        <a:ln>
                          <a:noFill/>
                        </a:ln>
                        <a:solidFill>
                          <a:schemeClr val="tx1"/>
                        </a:solidFill>
                        <a:effectLst/>
                        <a:latin typeface="Santander Text" panose="020B0504020201020104" pitchFamily="34" charset="0"/>
                      </a:endParaRPr>
                    </a:p>
                  </a:txBody>
                  <a:tcPr marL="36000" marR="36000" marT="36000" marB="36000" horzOverflow="overflow">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2"/>
                  </a:ext>
                </a:extLst>
              </a:tr>
              <a:tr h="326682">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pPr>
                      <a:r>
                        <a:rPr kumimoji="0" lang="pt-PT" sz="1200" b="0" i="0" u="none" strike="noStrike" cap="none" normalizeH="0" baseline="0" noProof="0" dirty="0" err="1">
                          <a:ln>
                            <a:noFill/>
                          </a:ln>
                          <a:solidFill>
                            <a:schemeClr val="tx1"/>
                          </a:solidFill>
                          <a:effectLst/>
                          <a:latin typeface="Santander Text" panose="020B0504020201020104" pitchFamily="34" charset="0"/>
                        </a:rPr>
                        <a:t>Forum</a:t>
                      </a:r>
                      <a:r>
                        <a:rPr kumimoji="0" lang="pt-PT" sz="1200" b="0" i="0" u="none" strike="noStrike" cap="none" normalizeH="0" baseline="0" noProof="0" dirty="0">
                          <a:ln>
                            <a:noFill/>
                          </a:ln>
                          <a:solidFill>
                            <a:schemeClr val="tx1"/>
                          </a:solidFill>
                          <a:effectLst/>
                          <a:latin typeface="Santander Text" panose="020B0504020201020104" pitchFamily="34" charset="0"/>
                        </a:rPr>
                        <a:t> </a:t>
                      </a:r>
                      <a:r>
                        <a:rPr kumimoji="0" lang="pt-PT" sz="1200" b="0" i="0" u="none" strike="noStrike" cap="none" normalizeH="0" baseline="0" noProof="0" dirty="0" err="1">
                          <a:ln>
                            <a:noFill/>
                          </a:ln>
                          <a:solidFill>
                            <a:schemeClr val="tx1"/>
                          </a:solidFill>
                          <a:effectLst/>
                          <a:latin typeface="Santander Text" panose="020B0504020201020104" pitchFamily="34" charset="0"/>
                        </a:rPr>
                        <a:t>Web&amp;Apps</a:t>
                      </a:r>
                      <a:endParaRPr kumimoji="0" lang="pt-PT" sz="12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pPr>
                      <a:r>
                        <a:rPr kumimoji="0" lang="pt-PT" sz="1100" b="0" i="0" u="none" strike="noStrike" kern="1200" cap="none" spc="0" normalizeH="0" baseline="0" noProof="0" dirty="0" err="1">
                          <a:ln>
                            <a:noFill/>
                          </a:ln>
                          <a:solidFill>
                            <a:prstClr val="black"/>
                          </a:solidFill>
                          <a:effectLst/>
                          <a:uLnTx/>
                          <a:uFillTx/>
                          <a:latin typeface="Santander Text" panose="020B0504020201020104" pitchFamily="34" charset="0"/>
                          <a:ea typeface="+mn-ea"/>
                          <a:cs typeface="+mn-cs"/>
                        </a:rPr>
                        <a:t>Forum</a:t>
                      </a:r>
                      <a:r>
                        <a:rPr kumimoji="0" lang="pt-PT" sz="1100" b="0" i="0" u="none" strike="noStrike" kern="1200" cap="none" spc="0" normalizeH="0" baseline="0" noProof="0" dirty="0">
                          <a:ln>
                            <a:noFill/>
                          </a:ln>
                          <a:solidFill>
                            <a:prstClr val="black"/>
                          </a:solidFill>
                          <a:effectLst/>
                          <a:uLnTx/>
                          <a:uFillTx/>
                          <a:latin typeface="Santander Text" panose="020B0504020201020104" pitchFamily="34" charset="0"/>
                          <a:ea typeface="+mn-ea"/>
                          <a:cs typeface="+mn-cs"/>
                        </a:rPr>
                        <a:t> para g</a:t>
                      </a:r>
                      <a:r>
                        <a:rPr kumimoji="0" lang="pt-PT" sz="1100" b="0" i="0" u="none" strike="noStrike" kern="1200" cap="none" spc="0" normalizeH="0" baseline="0" dirty="0" err="1">
                          <a:ln>
                            <a:noFill/>
                          </a:ln>
                          <a:solidFill>
                            <a:prstClr val="black"/>
                          </a:solidFill>
                          <a:effectLst/>
                          <a:uLnTx/>
                          <a:uFillTx/>
                          <a:latin typeface="Santander Text" panose="020B0504020201020104" pitchFamily="34" charset="0"/>
                          <a:ea typeface="+mn-ea"/>
                          <a:cs typeface="+mn-cs"/>
                        </a:rPr>
                        <a:t>overno</a:t>
                      </a:r>
                      <a:r>
                        <a:rPr kumimoji="0" lang="pt-PT" sz="1100" b="0" i="0" u="none" strike="noStrike" kern="1200" cap="none" spc="0" normalizeH="0" baseline="0" dirty="0">
                          <a:ln>
                            <a:noFill/>
                          </a:ln>
                          <a:solidFill>
                            <a:prstClr val="black"/>
                          </a:solidFill>
                          <a:effectLst/>
                          <a:uLnTx/>
                          <a:uFillTx/>
                          <a:latin typeface="Santander Text" panose="020B0504020201020104" pitchFamily="34" charset="0"/>
                          <a:ea typeface="+mn-ea"/>
                          <a:cs typeface="+mn-cs"/>
                        </a:rPr>
                        <a:t> e gestão de Páginas Web e Apps Web no Banco Santander </a:t>
                      </a:r>
                      <a:r>
                        <a:rPr kumimoji="0" lang="pt-PT" sz="1100" b="0" i="0" u="none" strike="noStrike" kern="1200" cap="none" spc="0" normalizeH="0" baseline="0" dirty="0" err="1">
                          <a:ln>
                            <a:noFill/>
                          </a:ln>
                          <a:solidFill>
                            <a:prstClr val="black"/>
                          </a:solidFill>
                          <a:effectLst/>
                          <a:uLnTx/>
                          <a:uFillTx/>
                          <a:latin typeface="Santander Text" panose="020B0504020201020104" pitchFamily="34" charset="0"/>
                          <a:ea typeface="+mn-ea"/>
                          <a:cs typeface="+mn-cs"/>
                        </a:rPr>
                        <a:t>Totta</a:t>
                      </a:r>
                      <a:endParaRPr kumimoji="0" lang="pt-PT" sz="1100" b="0" i="0" u="none" strike="noStrike" kern="1200" cap="none" spc="0" normalizeH="0" baseline="0" noProof="0" dirty="0">
                        <a:ln>
                          <a:noFill/>
                        </a:ln>
                        <a:solidFill>
                          <a:prstClr val="black"/>
                        </a:solidFill>
                        <a:effectLst/>
                        <a:uLnTx/>
                        <a:uFillTx/>
                        <a:latin typeface="Santander Text" panose="020B0504020201020104" pitchFamily="34" charset="0"/>
                        <a:ea typeface="+mn-ea"/>
                        <a:cs typeface="+mn-cs"/>
                      </a:endParaRPr>
                    </a:p>
                  </a:txBody>
                  <a:tcPr marL="36000" marR="36000" marT="36000" marB="36000" horzOverflow="overflow">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195547738"/>
                  </a:ext>
                </a:extLst>
              </a:tr>
            </a:tbl>
          </a:graphicData>
        </a:graphic>
      </p:graphicFrame>
    </p:spTree>
    <p:extLst>
      <p:ext uri="{BB962C8B-B14F-4D97-AF65-F5344CB8AC3E}">
        <p14:creationId xmlns:p14="http://schemas.microsoft.com/office/powerpoint/2010/main" val="12412231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C903A1-6F96-1E4A-BF6D-2CBAB56803DB}"/>
            </a:ext>
          </a:extLst>
        </p:cNvPr>
        <p:cNvGrpSpPr/>
        <p:nvPr/>
      </p:nvGrpSpPr>
      <p:grpSpPr>
        <a:xfrm>
          <a:off x="0" y="0"/>
          <a:ext cx="0" cy="0"/>
          <a:chOff x="0" y="0"/>
          <a:chExt cx="0" cy="0"/>
        </a:xfrm>
      </p:grpSpPr>
      <p:sp>
        <p:nvSpPr>
          <p:cNvPr id="2" name="Rectangle 5">
            <a:extLst>
              <a:ext uri="{FF2B5EF4-FFF2-40B4-BE49-F238E27FC236}">
                <a16:creationId xmlns:a16="http://schemas.microsoft.com/office/drawing/2014/main" id="{14798F4C-5323-2525-43C6-0C665C4120AC}"/>
              </a:ext>
            </a:extLst>
          </p:cNvPr>
          <p:cNvSpPr>
            <a:spLocks noGrp="1" noChangeArrowheads="1"/>
          </p:cNvSpPr>
          <p:nvPr>
            <p:ph type="body" sz="quarter" idx="15"/>
          </p:nvPr>
        </p:nvSpPr>
        <p:spPr bwMode="auto">
          <a:xfrm>
            <a:off x="711200" y="1117600"/>
            <a:ext cx="10758488" cy="5059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numCol="1"/>
          <a:lstStyle>
            <a:lvl1pPr marL="342900" indent="-342900" defTabSz="698500">
              <a:spcBef>
                <a:spcPct val="20000"/>
              </a:spcBef>
              <a:buClr>
                <a:srgbClr val="FF0000"/>
              </a:buClr>
              <a:buFont typeface="Wingdings" panose="05000000000000000000" pitchFamily="2" charset="2"/>
              <a:buChar char="w"/>
              <a:defRPr sz="2400" b="1">
                <a:solidFill>
                  <a:srgbClr val="FF0000"/>
                </a:solidFill>
                <a:latin typeface="Arial" panose="020B0604020202020204" pitchFamily="34" charset="0"/>
              </a:defRPr>
            </a:lvl1pPr>
            <a:lvl2pPr marL="179388" defTabSz="698500">
              <a:spcBef>
                <a:spcPct val="20000"/>
              </a:spcBef>
              <a:buClr>
                <a:schemeClr val="bg2"/>
              </a:buClr>
              <a:buFont typeface="Wingdings" panose="05000000000000000000" pitchFamily="2" charset="2"/>
              <a:buChar char="§"/>
              <a:defRPr sz="2600">
                <a:solidFill>
                  <a:srgbClr val="808080"/>
                </a:solidFill>
                <a:latin typeface="Arial" panose="020B0604020202020204" pitchFamily="34" charset="0"/>
              </a:defRPr>
            </a:lvl2pPr>
            <a:lvl3pPr marL="979488" indent="-342900" defTabSz="698500">
              <a:spcBef>
                <a:spcPct val="20000"/>
              </a:spcBef>
              <a:buClr>
                <a:schemeClr val="tx1"/>
              </a:buClr>
              <a:buFont typeface="Arial" panose="020B0604020202020204" pitchFamily="34" charset="0"/>
              <a:buChar char="–"/>
              <a:defRPr sz="2000">
                <a:solidFill>
                  <a:schemeClr val="bg2"/>
                </a:solidFill>
                <a:latin typeface="Arial" panose="020B0604020202020204" pitchFamily="34" charset="0"/>
              </a:defRPr>
            </a:lvl3pPr>
            <a:lvl4pPr marL="1600200" indent="-228600" defTabSz="698500">
              <a:spcBef>
                <a:spcPct val="20000"/>
              </a:spcBef>
              <a:buClr>
                <a:schemeClr val="tx1"/>
              </a:buClr>
              <a:buFont typeface="Arial" panose="020B0604020202020204" pitchFamily="34" charset="0"/>
              <a:buChar char="–"/>
              <a:defRPr sz="2000">
                <a:solidFill>
                  <a:schemeClr val="bg2"/>
                </a:solidFill>
                <a:latin typeface="Arial" panose="020B0604020202020204" pitchFamily="34" charset="0"/>
              </a:defRPr>
            </a:lvl4pPr>
            <a:lvl5pPr marL="2057400" indent="-228600" defTabSz="698500">
              <a:spcBef>
                <a:spcPct val="20000"/>
              </a:spcBef>
              <a:buClr>
                <a:schemeClr val="tx1"/>
              </a:buClr>
              <a:buFont typeface="Arial" panose="020B0604020202020204" pitchFamily="34" charset="0"/>
              <a:buChar char="–"/>
              <a:defRPr sz="2000">
                <a:solidFill>
                  <a:schemeClr val="bg2"/>
                </a:solidFill>
                <a:latin typeface="Arial" panose="020B0604020202020204" pitchFamily="34" charset="0"/>
              </a:defRPr>
            </a:lvl5pPr>
            <a:lvl6pPr marL="2514600" indent="-228600" defTabSz="6985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6pPr>
            <a:lvl7pPr marL="2971800" indent="-228600" defTabSz="6985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7pPr>
            <a:lvl8pPr marL="3429000" indent="-228600" defTabSz="6985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8pPr>
            <a:lvl9pPr marL="3886200" indent="-228600" defTabSz="6985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9pPr>
          </a:lstStyle>
          <a:p>
            <a:pPr marL="407670" lvl="1" indent="-228600" algn="just">
              <a:lnSpc>
                <a:spcPct val="150000"/>
              </a:lnSpc>
              <a:spcBef>
                <a:spcPts val="400"/>
              </a:spcBef>
              <a:buClr>
                <a:srgbClr val="FF0000"/>
              </a:buClr>
              <a:buAutoNum type="arabicPeriod"/>
            </a:pPr>
            <a:r>
              <a:rPr lang="pt-PT" sz="1200" dirty="0">
                <a:solidFill>
                  <a:schemeClr val="tx1"/>
                </a:solidFill>
                <a:latin typeface="Santander Text" panose="020B0504020201020104" pitchFamily="34" charset="0"/>
              </a:rPr>
              <a:t>Os desenvolvimentos referidos implicarão:</a:t>
            </a:r>
          </a:p>
          <a:p>
            <a:pPr marL="1207770" lvl="2" indent="-228600" algn="just">
              <a:lnSpc>
                <a:spcPct val="150000"/>
              </a:lnSpc>
              <a:spcBef>
                <a:spcPts val="400"/>
              </a:spcBef>
              <a:buClr>
                <a:srgbClr val="FF0000"/>
              </a:buClr>
              <a:buFont typeface="+mj-lt"/>
              <a:buAutoNum type="alphaLcParenR"/>
            </a:pPr>
            <a:r>
              <a:rPr lang="pt-PT" sz="1200" dirty="0">
                <a:solidFill>
                  <a:schemeClr val="tx1"/>
                </a:solidFill>
                <a:latin typeface="Santander Text" panose="020B0504020201020104" pitchFamily="34" charset="0"/>
              </a:rPr>
              <a:t>Nova tabela out_b0100_aggregate_view e respetivo ETL</a:t>
            </a:r>
          </a:p>
          <a:p>
            <a:pPr marL="1207770" lvl="2" indent="-228600" algn="just">
              <a:lnSpc>
                <a:spcPct val="150000"/>
              </a:lnSpc>
              <a:spcBef>
                <a:spcPts val="400"/>
              </a:spcBef>
              <a:buClr>
                <a:srgbClr val="FF0000"/>
              </a:buClr>
              <a:buFont typeface="+mj-lt"/>
              <a:buAutoNum type="alphaLcParenR"/>
            </a:pPr>
            <a:r>
              <a:rPr lang="pt-PT" sz="1200" dirty="0">
                <a:solidFill>
                  <a:schemeClr val="tx1"/>
                </a:solidFill>
                <a:latin typeface="Santander Text" panose="020B0504020201020104" pitchFamily="34" charset="0"/>
              </a:rPr>
              <a:t>Produção de novo ficheiro B01.00 (B0100_PT_549300URJH9VSI58CS32_aaaa-mm-dd_hhmm.csv) a partir da tabela out_b0100_aggregate_view </a:t>
            </a:r>
          </a:p>
          <a:p>
            <a:pPr marL="1207770" lvl="2" indent="-228600" algn="just">
              <a:lnSpc>
                <a:spcPct val="150000"/>
              </a:lnSpc>
              <a:spcBef>
                <a:spcPts val="400"/>
              </a:spcBef>
              <a:buClr>
                <a:srgbClr val="FF0000"/>
              </a:buClr>
              <a:buFont typeface="+mj-lt"/>
              <a:buAutoNum type="alphaLcParenR"/>
            </a:pPr>
            <a:r>
              <a:rPr lang="pt-PT" sz="1200" dirty="0">
                <a:solidFill>
                  <a:schemeClr val="tx1"/>
                </a:solidFill>
                <a:latin typeface="Santander Text" panose="020B0504020201020104" pitchFamily="34" charset="0"/>
              </a:rPr>
              <a:t>Adição de campos às tabelas de output do Tape </a:t>
            </a:r>
            <a:r>
              <a:rPr lang="pt-PT" sz="1200" dirty="0" err="1">
                <a:solidFill>
                  <a:schemeClr val="tx1"/>
                </a:solidFill>
                <a:latin typeface="Santander Text" panose="020B0504020201020104" pitchFamily="34" charset="0"/>
              </a:rPr>
              <a:t>Reporting</a:t>
            </a:r>
            <a:r>
              <a:rPr lang="pt-PT" sz="1200" dirty="0">
                <a:solidFill>
                  <a:schemeClr val="tx1"/>
                </a:solidFill>
                <a:latin typeface="Santander Text" panose="020B0504020201020104" pitchFamily="34" charset="0"/>
              </a:rPr>
              <a:t> </a:t>
            </a:r>
            <a:r>
              <a:rPr lang="pt-PT" sz="1200" dirty="0" err="1">
                <a:solidFill>
                  <a:schemeClr val="tx1"/>
                </a:solidFill>
                <a:latin typeface="Santander Text" panose="020B0504020201020104" pitchFamily="34" charset="0"/>
              </a:rPr>
              <a:t>Engine</a:t>
            </a:r>
            <a:r>
              <a:rPr lang="pt-PT" sz="1200" dirty="0">
                <a:solidFill>
                  <a:schemeClr val="tx1"/>
                </a:solidFill>
                <a:latin typeface="Santander Text" panose="020B0504020201020104" pitchFamily="34" charset="0"/>
              </a:rPr>
              <a:t> (Motor </a:t>
            </a:r>
            <a:r>
              <a:rPr lang="pt-PT" sz="1200" dirty="0" err="1">
                <a:solidFill>
                  <a:schemeClr val="tx1"/>
                </a:solidFill>
                <a:latin typeface="Santander Text" panose="020B0504020201020104" pitchFamily="34" charset="0"/>
              </a:rPr>
              <a:t>Loan</a:t>
            </a:r>
            <a:r>
              <a:rPr lang="pt-PT" sz="1200" dirty="0">
                <a:solidFill>
                  <a:schemeClr val="tx1"/>
                </a:solidFill>
                <a:latin typeface="Santander Text" panose="020B0504020201020104" pitchFamily="34" charset="0"/>
              </a:rPr>
              <a:t> Tape) que servirão de input à tabela  out_b0100_aggregate_view</a:t>
            </a:r>
          </a:p>
          <a:p>
            <a:pPr marL="1207770" lvl="2" indent="-228600" algn="just">
              <a:lnSpc>
                <a:spcPct val="150000"/>
              </a:lnSpc>
              <a:spcBef>
                <a:spcPts val="400"/>
              </a:spcBef>
              <a:buClr>
                <a:srgbClr val="FF0000"/>
              </a:buClr>
              <a:buFont typeface="+mj-lt"/>
              <a:buAutoNum type="alphaLcParenR"/>
            </a:pPr>
            <a:r>
              <a:rPr lang="pt-PT" sz="1200" dirty="0">
                <a:solidFill>
                  <a:schemeClr val="tx1"/>
                </a:solidFill>
                <a:latin typeface="Santander Text" panose="020B0504020201020104" pitchFamily="34" charset="0"/>
              </a:rPr>
              <a:t>Adição dos campos “âmbito” e “segmento” à tabela lt807_filtro_ent</a:t>
            </a:r>
          </a:p>
        </p:txBody>
      </p:sp>
      <p:sp>
        <p:nvSpPr>
          <p:cNvPr id="3" name="Marcador de texto 5">
            <a:extLst>
              <a:ext uri="{FF2B5EF4-FFF2-40B4-BE49-F238E27FC236}">
                <a16:creationId xmlns:a16="http://schemas.microsoft.com/office/drawing/2014/main" id="{206BB32A-ED1E-0A81-8F0C-D773ED07ABC3}"/>
              </a:ext>
            </a:extLst>
          </p:cNvPr>
          <p:cNvSpPr txBox="1">
            <a:spLocks/>
          </p:cNvSpPr>
          <p:nvPr/>
        </p:nvSpPr>
        <p:spPr>
          <a:xfrm>
            <a:off x="106420" y="114373"/>
            <a:ext cx="6185198" cy="538770"/>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Tx/>
              <a:buNone/>
              <a:defRPr sz="1300" kern="1200">
                <a:solidFill>
                  <a:schemeClr val="accent1"/>
                </a:solidFill>
                <a:latin typeface="+mn-lt"/>
                <a:ea typeface="+mn-ea"/>
                <a:cs typeface="+mn-cs"/>
              </a:defRPr>
            </a:lvl1pPr>
            <a:lvl2pPr marL="457200" indent="0" algn="l" defTabSz="914400" rtl="0" eaLnBrk="1" latinLnBrk="0" hangingPunct="1">
              <a:lnSpc>
                <a:spcPct val="90000"/>
              </a:lnSpc>
              <a:spcBef>
                <a:spcPts val="500"/>
              </a:spcBef>
              <a:buFontTx/>
              <a:buNone/>
              <a:defRPr sz="11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Tx/>
              <a:buNone/>
              <a:defRPr sz="105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Tx/>
              <a:buNone/>
              <a:defRPr sz="10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Tx/>
              <a:buNone/>
              <a:defRPr sz="1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pt-PT" sz="2400" dirty="0"/>
              <a:t>Desenho da Solução</a:t>
            </a:r>
            <a:br>
              <a:rPr lang="pt-PT" sz="2400" dirty="0"/>
            </a:br>
            <a:r>
              <a:rPr lang="pt-PT" sz="1800" dirty="0" err="1">
                <a:solidFill>
                  <a:schemeClr val="tx1">
                    <a:lumMod val="75000"/>
                    <a:lumOff val="25000"/>
                  </a:schemeClr>
                </a:solidFill>
              </a:rPr>
              <a:t>Solução</a:t>
            </a:r>
            <a:r>
              <a:rPr lang="pt-PT" sz="1800" dirty="0">
                <a:solidFill>
                  <a:schemeClr val="tx1">
                    <a:lumMod val="75000"/>
                    <a:lumOff val="25000"/>
                  </a:schemeClr>
                </a:solidFill>
              </a:rPr>
              <a:t> Preliminar e Impactos </a:t>
            </a:r>
            <a:endParaRPr lang="pt-PT" sz="2400" dirty="0">
              <a:solidFill>
                <a:schemeClr val="tx1">
                  <a:lumMod val="75000"/>
                  <a:lumOff val="25000"/>
                </a:schemeClr>
              </a:solidFill>
            </a:endParaRPr>
          </a:p>
        </p:txBody>
      </p:sp>
      <p:sp>
        <p:nvSpPr>
          <p:cNvPr id="6" name="Slide Number Placeholder 5">
            <a:extLst>
              <a:ext uri="{FF2B5EF4-FFF2-40B4-BE49-F238E27FC236}">
                <a16:creationId xmlns:a16="http://schemas.microsoft.com/office/drawing/2014/main" id="{1178FAED-C3EB-D9F7-FA42-027B83BC3B3C}"/>
              </a:ext>
            </a:extLst>
          </p:cNvPr>
          <p:cNvSpPr>
            <a:spLocks noGrp="1"/>
          </p:cNvSpPr>
          <p:nvPr>
            <p:ph type="sldNum" sz="quarter" idx="12"/>
          </p:nvPr>
        </p:nvSpPr>
        <p:spPr>
          <a:xfrm>
            <a:off x="8730845" y="6209600"/>
            <a:ext cx="2743200" cy="365125"/>
          </a:xfrm>
        </p:spPr>
        <p:txBody>
          <a:bodyPr/>
          <a:lstStyle/>
          <a:p>
            <a:fld id="{BC0D97B6-E32F-4D7D-B839-7C3B51F2640F}" type="slidenum">
              <a:rPr lang="pt-PT" smtClean="0"/>
              <a:pPr/>
              <a:t>15</a:t>
            </a:fld>
            <a:endParaRPr lang="pt-PT"/>
          </a:p>
        </p:txBody>
      </p:sp>
    </p:spTree>
    <p:extLst>
      <p:ext uri="{BB962C8B-B14F-4D97-AF65-F5344CB8AC3E}">
        <p14:creationId xmlns:p14="http://schemas.microsoft.com/office/powerpoint/2010/main" val="14611041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619573-2336-CD91-F193-638A63A13D0B}"/>
            </a:ext>
          </a:extLst>
        </p:cNvPr>
        <p:cNvGrpSpPr/>
        <p:nvPr/>
      </p:nvGrpSpPr>
      <p:grpSpPr>
        <a:xfrm>
          <a:off x="0" y="0"/>
          <a:ext cx="0" cy="0"/>
          <a:chOff x="0" y="0"/>
          <a:chExt cx="0" cy="0"/>
        </a:xfrm>
      </p:grpSpPr>
      <p:sp>
        <p:nvSpPr>
          <p:cNvPr id="2" name="Rectangle 5">
            <a:extLst>
              <a:ext uri="{FF2B5EF4-FFF2-40B4-BE49-F238E27FC236}">
                <a16:creationId xmlns:a16="http://schemas.microsoft.com/office/drawing/2014/main" id="{74AA28B4-990E-4C75-BFFF-B62AB2A0AF3E}"/>
              </a:ext>
            </a:extLst>
          </p:cNvPr>
          <p:cNvSpPr>
            <a:spLocks noGrp="1" noChangeArrowheads="1"/>
          </p:cNvSpPr>
          <p:nvPr>
            <p:ph type="body" sz="quarter" idx="15"/>
          </p:nvPr>
        </p:nvSpPr>
        <p:spPr bwMode="auto">
          <a:xfrm>
            <a:off x="711200" y="1117600"/>
            <a:ext cx="10758488" cy="5059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numCol="1"/>
          <a:lstStyle>
            <a:lvl1pPr marL="342900" indent="-342900" defTabSz="698500">
              <a:spcBef>
                <a:spcPct val="20000"/>
              </a:spcBef>
              <a:buClr>
                <a:srgbClr val="FF0000"/>
              </a:buClr>
              <a:buFont typeface="Wingdings" panose="05000000000000000000" pitchFamily="2" charset="2"/>
              <a:buChar char="w"/>
              <a:defRPr sz="2400" b="1">
                <a:solidFill>
                  <a:srgbClr val="FF0000"/>
                </a:solidFill>
                <a:latin typeface="Arial" panose="020B0604020202020204" pitchFamily="34" charset="0"/>
              </a:defRPr>
            </a:lvl1pPr>
            <a:lvl2pPr marL="179388" defTabSz="698500">
              <a:spcBef>
                <a:spcPct val="20000"/>
              </a:spcBef>
              <a:buClr>
                <a:schemeClr val="bg2"/>
              </a:buClr>
              <a:buFont typeface="Wingdings" panose="05000000000000000000" pitchFamily="2" charset="2"/>
              <a:buChar char="§"/>
              <a:defRPr sz="2600">
                <a:solidFill>
                  <a:srgbClr val="808080"/>
                </a:solidFill>
                <a:latin typeface="Arial" panose="020B0604020202020204" pitchFamily="34" charset="0"/>
              </a:defRPr>
            </a:lvl2pPr>
            <a:lvl3pPr marL="979488" indent="-342900" defTabSz="698500">
              <a:spcBef>
                <a:spcPct val="20000"/>
              </a:spcBef>
              <a:buClr>
                <a:schemeClr val="tx1"/>
              </a:buClr>
              <a:buFont typeface="Arial" panose="020B0604020202020204" pitchFamily="34" charset="0"/>
              <a:buChar char="–"/>
              <a:defRPr sz="2000">
                <a:solidFill>
                  <a:schemeClr val="bg2"/>
                </a:solidFill>
                <a:latin typeface="Arial" panose="020B0604020202020204" pitchFamily="34" charset="0"/>
              </a:defRPr>
            </a:lvl3pPr>
            <a:lvl4pPr marL="1600200" indent="-228600" defTabSz="698500">
              <a:spcBef>
                <a:spcPct val="20000"/>
              </a:spcBef>
              <a:buClr>
                <a:schemeClr val="tx1"/>
              </a:buClr>
              <a:buFont typeface="Arial" panose="020B0604020202020204" pitchFamily="34" charset="0"/>
              <a:buChar char="–"/>
              <a:defRPr sz="2000">
                <a:solidFill>
                  <a:schemeClr val="bg2"/>
                </a:solidFill>
                <a:latin typeface="Arial" panose="020B0604020202020204" pitchFamily="34" charset="0"/>
              </a:defRPr>
            </a:lvl4pPr>
            <a:lvl5pPr marL="2057400" indent="-228600" defTabSz="698500">
              <a:spcBef>
                <a:spcPct val="20000"/>
              </a:spcBef>
              <a:buClr>
                <a:schemeClr val="tx1"/>
              </a:buClr>
              <a:buFont typeface="Arial" panose="020B0604020202020204" pitchFamily="34" charset="0"/>
              <a:buChar char="–"/>
              <a:defRPr sz="2000">
                <a:solidFill>
                  <a:schemeClr val="bg2"/>
                </a:solidFill>
                <a:latin typeface="Arial" panose="020B0604020202020204" pitchFamily="34" charset="0"/>
              </a:defRPr>
            </a:lvl5pPr>
            <a:lvl6pPr marL="2514600" indent="-228600" defTabSz="6985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6pPr>
            <a:lvl7pPr marL="2971800" indent="-228600" defTabSz="6985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7pPr>
            <a:lvl8pPr marL="3429000" indent="-228600" defTabSz="6985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8pPr>
            <a:lvl9pPr marL="3886200" indent="-228600" defTabSz="6985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9pPr>
          </a:lstStyle>
          <a:p>
            <a:pPr marL="179070" lvl="1" algn="just">
              <a:lnSpc>
                <a:spcPct val="150000"/>
              </a:lnSpc>
              <a:spcBef>
                <a:spcPts val="400"/>
              </a:spcBef>
              <a:buClr>
                <a:srgbClr val="FF0000"/>
              </a:buClr>
              <a:buNone/>
            </a:pPr>
            <a:r>
              <a:rPr lang="pt-PT" sz="1200" dirty="0">
                <a:solidFill>
                  <a:schemeClr val="tx1"/>
                </a:solidFill>
                <a:latin typeface="Santander Text" panose="020B0504020201020104" pitchFamily="34" charset="0"/>
              </a:rPr>
              <a:t>A solução continua a assentar na execução via </a:t>
            </a:r>
            <a:r>
              <a:rPr lang="pt-PT" sz="1200" dirty="0" err="1">
                <a:solidFill>
                  <a:schemeClr val="tx1"/>
                </a:solidFill>
                <a:latin typeface="Santander Text" panose="020B0504020201020104" pitchFamily="34" charset="0"/>
              </a:rPr>
              <a:t>Front-end</a:t>
            </a:r>
            <a:r>
              <a:rPr lang="pt-PT" sz="1200" dirty="0">
                <a:solidFill>
                  <a:schemeClr val="tx1"/>
                </a:solidFill>
                <a:latin typeface="Santander Text" panose="020B0504020201020104" pitchFamily="34" charset="0"/>
              </a:rPr>
              <a:t> em 2 momentos (à semelhança da Fase 1):</a:t>
            </a:r>
          </a:p>
          <a:p>
            <a:pPr marL="179070" lvl="1" algn="just">
              <a:lnSpc>
                <a:spcPct val="150000"/>
              </a:lnSpc>
              <a:spcBef>
                <a:spcPts val="400"/>
              </a:spcBef>
              <a:buClr>
                <a:srgbClr val="FF0000"/>
              </a:buClr>
              <a:buNone/>
            </a:pPr>
            <a:endParaRPr lang="pt-PT" sz="1200" dirty="0">
              <a:solidFill>
                <a:schemeClr val="tx1"/>
              </a:solidFill>
              <a:latin typeface="Santander Text" panose="020B0504020201020104" pitchFamily="34" charset="0"/>
            </a:endParaRPr>
          </a:p>
          <a:p>
            <a:pPr marL="179070" lvl="1" algn="just">
              <a:lnSpc>
                <a:spcPct val="150000"/>
              </a:lnSpc>
              <a:spcBef>
                <a:spcPts val="400"/>
              </a:spcBef>
              <a:buClr>
                <a:srgbClr val="FF0000"/>
              </a:buClr>
              <a:buNone/>
            </a:pPr>
            <a:endParaRPr lang="pt-PT" sz="1200" dirty="0">
              <a:solidFill>
                <a:schemeClr val="tx1"/>
              </a:solidFill>
              <a:latin typeface="Santander Text" panose="020B0504020201020104" pitchFamily="34" charset="0"/>
            </a:endParaRPr>
          </a:p>
          <a:p>
            <a:pPr marL="179070" lvl="1" algn="just">
              <a:lnSpc>
                <a:spcPct val="150000"/>
              </a:lnSpc>
              <a:spcBef>
                <a:spcPts val="400"/>
              </a:spcBef>
              <a:buClr>
                <a:srgbClr val="FF0000"/>
              </a:buClr>
              <a:buNone/>
            </a:pPr>
            <a:endParaRPr lang="pt-PT" sz="1200" dirty="0">
              <a:solidFill>
                <a:schemeClr val="tx1"/>
              </a:solidFill>
              <a:latin typeface="Santander Text" panose="020B0504020201020104" pitchFamily="34" charset="0"/>
            </a:endParaRPr>
          </a:p>
          <a:p>
            <a:pPr marL="179070" lvl="1" algn="just">
              <a:lnSpc>
                <a:spcPct val="150000"/>
              </a:lnSpc>
              <a:spcBef>
                <a:spcPts val="400"/>
              </a:spcBef>
              <a:buClr>
                <a:srgbClr val="FF0000"/>
              </a:buClr>
              <a:buNone/>
            </a:pPr>
            <a:endParaRPr lang="pt-PT" sz="1200" dirty="0">
              <a:solidFill>
                <a:schemeClr val="tx1"/>
              </a:solidFill>
              <a:latin typeface="Santander Text" panose="020B0504020201020104" pitchFamily="34" charset="0"/>
            </a:endParaRPr>
          </a:p>
          <a:p>
            <a:pPr marL="179070" lvl="1" algn="just">
              <a:lnSpc>
                <a:spcPct val="150000"/>
              </a:lnSpc>
              <a:spcBef>
                <a:spcPts val="400"/>
              </a:spcBef>
              <a:buClr>
                <a:srgbClr val="FF0000"/>
              </a:buClr>
              <a:buNone/>
            </a:pPr>
            <a:endParaRPr lang="pt-PT" sz="1200" dirty="0">
              <a:solidFill>
                <a:schemeClr val="tx1"/>
              </a:solidFill>
              <a:latin typeface="Santander Text" panose="020B0504020201020104" pitchFamily="34" charset="0"/>
            </a:endParaRPr>
          </a:p>
          <a:p>
            <a:pPr marL="179070" lvl="1" algn="just">
              <a:lnSpc>
                <a:spcPct val="150000"/>
              </a:lnSpc>
              <a:spcBef>
                <a:spcPts val="400"/>
              </a:spcBef>
              <a:buClr>
                <a:srgbClr val="FF0000"/>
              </a:buClr>
              <a:buNone/>
            </a:pPr>
            <a:endParaRPr lang="pt-PT" sz="1200" dirty="0">
              <a:solidFill>
                <a:schemeClr val="tx1"/>
              </a:solidFill>
              <a:latin typeface="Santander Text" panose="020B0504020201020104" pitchFamily="34" charset="0"/>
            </a:endParaRPr>
          </a:p>
          <a:p>
            <a:pPr marL="179070" lvl="1" algn="just">
              <a:lnSpc>
                <a:spcPct val="150000"/>
              </a:lnSpc>
              <a:spcBef>
                <a:spcPts val="400"/>
              </a:spcBef>
              <a:buClr>
                <a:srgbClr val="FF0000"/>
              </a:buClr>
              <a:buNone/>
            </a:pPr>
            <a:r>
              <a:rPr lang="pt-PT" sz="1200" dirty="0">
                <a:solidFill>
                  <a:schemeClr val="tx1"/>
                </a:solidFill>
                <a:latin typeface="Santander Text" panose="020B0504020201020104" pitchFamily="34" charset="0"/>
              </a:rPr>
              <a:t>Momento 1: </a:t>
            </a:r>
          </a:p>
          <a:p>
            <a:pPr marL="179070" lvl="1" algn="just">
              <a:lnSpc>
                <a:spcPct val="150000"/>
              </a:lnSpc>
              <a:spcBef>
                <a:spcPts val="400"/>
              </a:spcBef>
              <a:buClr>
                <a:srgbClr val="FF0000"/>
              </a:buClr>
              <a:buNone/>
            </a:pPr>
            <a:r>
              <a:rPr lang="pt-PT" sz="1200" dirty="0">
                <a:solidFill>
                  <a:schemeClr val="tx1"/>
                </a:solidFill>
                <a:latin typeface="Santander Text" panose="020B0504020201020104" pitchFamily="34" charset="0"/>
              </a:rPr>
              <a:t>Execução do Tape </a:t>
            </a:r>
            <a:r>
              <a:rPr lang="pt-PT" sz="1200" dirty="0" err="1">
                <a:solidFill>
                  <a:schemeClr val="tx1"/>
                </a:solidFill>
                <a:latin typeface="Santander Text" panose="020B0504020201020104" pitchFamily="34" charset="0"/>
              </a:rPr>
              <a:t>Reporting</a:t>
            </a:r>
            <a:r>
              <a:rPr lang="pt-PT" sz="1200" dirty="0">
                <a:solidFill>
                  <a:schemeClr val="tx1"/>
                </a:solidFill>
                <a:latin typeface="Santander Text" panose="020B0504020201020104" pitchFamily="34" charset="0"/>
              </a:rPr>
              <a:t> </a:t>
            </a:r>
            <a:r>
              <a:rPr lang="pt-PT" sz="1200" dirty="0" err="1">
                <a:solidFill>
                  <a:schemeClr val="tx1"/>
                </a:solidFill>
                <a:latin typeface="Santander Text" panose="020B0504020201020104" pitchFamily="34" charset="0"/>
              </a:rPr>
              <a:t>Engine</a:t>
            </a:r>
            <a:r>
              <a:rPr lang="pt-PT" sz="1200" dirty="0">
                <a:solidFill>
                  <a:schemeClr val="tx1"/>
                </a:solidFill>
                <a:latin typeface="Santander Text" panose="020B0504020201020104" pitchFamily="34" charset="0"/>
              </a:rPr>
              <a:t> (Motor </a:t>
            </a:r>
            <a:r>
              <a:rPr lang="pt-PT" sz="1200" dirty="0" err="1">
                <a:solidFill>
                  <a:schemeClr val="tx1"/>
                </a:solidFill>
                <a:latin typeface="Santander Text" panose="020B0504020201020104" pitchFamily="34" charset="0"/>
              </a:rPr>
              <a:t>Loan</a:t>
            </a:r>
            <a:r>
              <a:rPr lang="pt-PT" sz="1200" dirty="0">
                <a:solidFill>
                  <a:schemeClr val="tx1"/>
                </a:solidFill>
                <a:latin typeface="Santander Text" panose="020B0504020201020104" pitchFamily="34" charset="0"/>
              </a:rPr>
              <a:t> Tape) para o âmbito 'SRB_MBDT' (acedendo a “Tape </a:t>
            </a:r>
            <a:r>
              <a:rPr lang="pt-PT" sz="1200" dirty="0" err="1">
                <a:solidFill>
                  <a:schemeClr val="tx1"/>
                </a:solidFill>
                <a:latin typeface="Santander Text" panose="020B0504020201020104" pitchFamily="34" charset="0"/>
              </a:rPr>
              <a:t>Reporting</a:t>
            </a:r>
            <a:r>
              <a:rPr lang="pt-PT" sz="1200" dirty="0">
                <a:solidFill>
                  <a:schemeClr val="tx1"/>
                </a:solidFill>
                <a:latin typeface="Santander Text" panose="020B0504020201020104" pitchFamily="34" charset="0"/>
              </a:rPr>
              <a:t> </a:t>
            </a:r>
            <a:r>
              <a:rPr lang="pt-PT" sz="1200" dirty="0" err="1">
                <a:solidFill>
                  <a:schemeClr val="tx1"/>
                </a:solidFill>
                <a:latin typeface="Santander Text" panose="020B0504020201020104" pitchFamily="34" charset="0"/>
              </a:rPr>
              <a:t>Engine</a:t>
            </a:r>
            <a:r>
              <a:rPr lang="pt-PT" sz="1200" dirty="0">
                <a:solidFill>
                  <a:schemeClr val="tx1"/>
                </a:solidFill>
                <a:latin typeface="Santander Text" panose="020B0504020201020104" pitchFamily="34" charset="0"/>
              </a:rPr>
              <a:t> - SRB MBDT”). Esta execução irá preencher as tabelas de output do Tape </a:t>
            </a:r>
            <a:r>
              <a:rPr lang="pt-PT" sz="1200" dirty="0" err="1">
                <a:solidFill>
                  <a:schemeClr val="tx1"/>
                </a:solidFill>
                <a:latin typeface="Santander Text" panose="020B0504020201020104" pitchFamily="34" charset="0"/>
              </a:rPr>
              <a:t>Reporting</a:t>
            </a:r>
            <a:r>
              <a:rPr lang="pt-PT" sz="1200" dirty="0">
                <a:solidFill>
                  <a:schemeClr val="tx1"/>
                </a:solidFill>
                <a:latin typeface="Santander Text" panose="020B0504020201020104" pitchFamily="34" charset="0"/>
              </a:rPr>
              <a:t> </a:t>
            </a:r>
            <a:r>
              <a:rPr lang="pt-PT" sz="1200" dirty="0" err="1">
                <a:solidFill>
                  <a:schemeClr val="tx1"/>
                </a:solidFill>
                <a:latin typeface="Santander Text" panose="020B0504020201020104" pitchFamily="34" charset="0"/>
              </a:rPr>
              <a:t>Engine</a:t>
            </a:r>
            <a:r>
              <a:rPr lang="pt-PT" sz="1200" dirty="0">
                <a:solidFill>
                  <a:schemeClr val="tx1"/>
                </a:solidFill>
                <a:latin typeface="Santander Text" panose="020B0504020201020104" pitchFamily="34" charset="0"/>
              </a:rPr>
              <a:t> (lt001_univ_oper, lt002_instrument, lt003_entity, lt004_protection, lt005_instr_ent e lt006_instr_prot) que servirão de input ao </a:t>
            </a:r>
            <a:r>
              <a:rPr lang="pt-PT" sz="1200" dirty="0" err="1">
                <a:solidFill>
                  <a:schemeClr val="tx1"/>
                </a:solidFill>
                <a:latin typeface="Santander Text" panose="020B0504020201020104" pitchFamily="34" charset="0"/>
              </a:rPr>
              <a:t>report</a:t>
            </a:r>
            <a:r>
              <a:rPr lang="pt-PT" sz="1200" dirty="0">
                <a:solidFill>
                  <a:schemeClr val="tx1"/>
                </a:solidFill>
                <a:latin typeface="Santander Text" panose="020B0504020201020104" pitchFamily="34" charset="0"/>
              </a:rPr>
              <a:t>.</a:t>
            </a:r>
          </a:p>
          <a:p>
            <a:pPr marL="179070" lvl="1" algn="just">
              <a:lnSpc>
                <a:spcPct val="150000"/>
              </a:lnSpc>
              <a:spcBef>
                <a:spcPts val="400"/>
              </a:spcBef>
              <a:buClr>
                <a:srgbClr val="FF0000"/>
              </a:buClr>
              <a:buNone/>
            </a:pPr>
            <a:endParaRPr lang="pt-PT" sz="1200" dirty="0">
              <a:solidFill>
                <a:schemeClr val="tx1"/>
              </a:solidFill>
              <a:latin typeface="Santander Text" panose="020B0504020201020104" pitchFamily="34" charset="0"/>
            </a:endParaRPr>
          </a:p>
          <a:p>
            <a:pPr marL="179070" lvl="1" algn="just">
              <a:lnSpc>
                <a:spcPct val="150000"/>
              </a:lnSpc>
              <a:spcBef>
                <a:spcPts val="400"/>
              </a:spcBef>
              <a:buClr>
                <a:srgbClr val="FF0000"/>
              </a:buClr>
              <a:buNone/>
            </a:pPr>
            <a:r>
              <a:rPr lang="pt-PT" sz="1200" dirty="0">
                <a:solidFill>
                  <a:schemeClr val="tx1"/>
                </a:solidFill>
                <a:latin typeface="Santander Text" panose="020B0504020201020104" pitchFamily="34" charset="0"/>
              </a:rPr>
              <a:t>Momento 2: </a:t>
            </a:r>
          </a:p>
          <a:p>
            <a:pPr marL="179070" lvl="1" algn="just">
              <a:lnSpc>
                <a:spcPct val="150000"/>
              </a:lnSpc>
              <a:spcBef>
                <a:spcPts val="400"/>
              </a:spcBef>
              <a:buClr>
                <a:srgbClr val="FF0000"/>
              </a:buClr>
              <a:buNone/>
            </a:pPr>
            <a:r>
              <a:rPr lang="pt-PT" sz="1200" dirty="0">
                <a:solidFill>
                  <a:schemeClr val="tx1"/>
                </a:solidFill>
                <a:latin typeface="Santander Text" panose="020B0504020201020104" pitchFamily="34" charset="0"/>
              </a:rPr>
              <a:t>Após a Execução do Momento 1, deverá proceder-se à Execução do Processo que irá preencher as 4 tabelas de output do Report (out_b0100_aggregate_view, out_b0200_main_liabilities, out_b0500_guarantees, out_b9000_counterparties) e a respetiva exportação para CSV (acedendo a “</a:t>
            </a:r>
            <a:r>
              <a:rPr lang="pt-PT" sz="1200" dirty="0" err="1">
                <a:solidFill>
                  <a:schemeClr val="tx1"/>
                </a:solidFill>
                <a:latin typeface="Santander Text" panose="020B0504020201020104" pitchFamily="34" charset="0"/>
              </a:rPr>
              <a:t>Aggregated</a:t>
            </a:r>
            <a:r>
              <a:rPr lang="pt-PT" sz="1200" dirty="0">
                <a:solidFill>
                  <a:schemeClr val="tx1"/>
                </a:solidFill>
                <a:latin typeface="Santander Text" panose="020B0504020201020104" pitchFamily="34" charset="0"/>
              </a:rPr>
              <a:t> - SRB MBDT”).</a:t>
            </a:r>
          </a:p>
          <a:p>
            <a:pPr marL="179070" lvl="1" algn="just">
              <a:lnSpc>
                <a:spcPct val="150000"/>
              </a:lnSpc>
              <a:spcBef>
                <a:spcPts val="400"/>
              </a:spcBef>
              <a:buClr>
                <a:srgbClr val="FF0000"/>
              </a:buClr>
              <a:buNone/>
            </a:pPr>
            <a:endParaRPr lang="pt-PT" sz="1200" dirty="0">
              <a:solidFill>
                <a:schemeClr val="tx1"/>
              </a:solidFill>
              <a:latin typeface="Santander Text" panose="020B0504020201020104" pitchFamily="34" charset="0"/>
            </a:endParaRPr>
          </a:p>
        </p:txBody>
      </p:sp>
      <p:sp>
        <p:nvSpPr>
          <p:cNvPr id="3" name="Marcador de texto 5">
            <a:extLst>
              <a:ext uri="{FF2B5EF4-FFF2-40B4-BE49-F238E27FC236}">
                <a16:creationId xmlns:a16="http://schemas.microsoft.com/office/drawing/2014/main" id="{0091C7F5-30D2-CDEC-3BAB-A6D2C1056E69}"/>
              </a:ext>
            </a:extLst>
          </p:cNvPr>
          <p:cNvSpPr txBox="1">
            <a:spLocks/>
          </p:cNvSpPr>
          <p:nvPr/>
        </p:nvSpPr>
        <p:spPr>
          <a:xfrm>
            <a:off x="106420" y="114373"/>
            <a:ext cx="6185198" cy="538770"/>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Tx/>
              <a:buNone/>
              <a:defRPr sz="1300" kern="1200">
                <a:solidFill>
                  <a:schemeClr val="accent1"/>
                </a:solidFill>
                <a:latin typeface="+mn-lt"/>
                <a:ea typeface="+mn-ea"/>
                <a:cs typeface="+mn-cs"/>
              </a:defRPr>
            </a:lvl1pPr>
            <a:lvl2pPr marL="457200" indent="0" algn="l" defTabSz="914400" rtl="0" eaLnBrk="1" latinLnBrk="0" hangingPunct="1">
              <a:lnSpc>
                <a:spcPct val="90000"/>
              </a:lnSpc>
              <a:spcBef>
                <a:spcPts val="500"/>
              </a:spcBef>
              <a:buFontTx/>
              <a:buNone/>
              <a:defRPr sz="11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Tx/>
              <a:buNone/>
              <a:defRPr sz="105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Tx/>
              <a:buNone/>
              <a:defRPr sz="10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Tx/>
              <a:buNone/>
              <a:defRPr sz="1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pt-PT" sz="2400" dirty="0"/>
              <a:t>Desenho da Solução</a:t>
            </a:r>
            <a:br>
              <a:rPr lang="pt-PT" sz="2400" dirty="0"/>
            </a:br>
            <a:r>
              <a:rPr lang="pt-PT" sz="1800" dirty="0">
                <a:solidFill>
                  <a:schemeClr val="tx1">
                    <a:lumMod val="75000"/>
                    <a:lumOff val="25000"/>
                  </a:schemeClr>
                </a:solidFill>
              </a:rPr>
              <a:t>Fluxo/Diagrama de sequência de atividades</a:t>
            </a:r>
            <a:endParaRPr lang="pt-PT" sz="2400" dirty="0">
              <a:solidFill>
                <a:schemeClr val="tx1">
                  <a:lumMod val="75000"/>
                  <a:lumOff val="25000"/>
                </a:schemeClr>
              </a:solidFill>
            </a:endParaRPr>
          </a:p>
        </p:txBody>
      </p:sp>
      <p:sp>
        <p:nvSpPr>
          <p:cNvPr id="6" name="Slide Number Placeholder 5">
            <a:extLst>
              <a:ext uri="{FF2B5EF4-FFF2-40B4-BE49-F238E27FC236}">
                <a16:creationId xmlns:a16="http://schemas.microsoft.com/office/drawing/2014/main" id="{F7F61AA7-DC4D-13B8-2156-79F2C2EAE69C}"/>
              </a:ext>
            </a:extLst>
          </p:cNvPr>
          <p:cNvSpPr>
            <a:spLocks noGrp="1"/>
          </p:cNvSpPr>
          <p:nvPr>
            <p:ph type="sldNum" sz="quarter" idx="12"/>
          </p:nvPr>
        </p:nvSpPr>
        <p:spPr>
          <a:xfrm>
            <a:off x="8730845" y="6209600"/>
            <a:ext cx="2743200" cy="365125"/>
          </a:xfrm>
        </p:spPr>
        <p:txBody>
          <a:bodyPr/>
          <a:lstStyle/>
          <a:p>
            <a:fld id="{BC0D97B6-E32F-4D7D-B839-7C3B51F2640F}" type="slidenum">
              <a:rPr lang="pt-PT" smtClean="0"/>
              <a:pPr/>
              <a:t>16</a:t>
            </a:fld>
            <a:endParaRPr lang="pt-PT"/>
          </a:p>
        </p:txBody>
      </p:sp>
      <p:pic>
        <p:nvPicPr>
          <p:cNvPr id="4" name="Picture 4">
            <a:extLst>
              <a:ext uri="{FF2B5EF4-FFF2-40B4-BE49-F238E27FC236}">
                <a16:creationId xmlns:a16="http://schemas.microsoft.com/office/drawing/2014/main" id="{D7432D6A-11EF-4D20-E12F-DC3D7F6B802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3432" y="1484784"/>
            <a:ext cx="5616624" cy="15481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894957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Marcador de texto 5">
            <a:extLst>
              <a:ext uri="{FF2B5EF4-FFF2-40B4-BE49-F238E27FC236}">
                <a16:creationId xmlns:a16="http://schemas.microsoft.com/office/drawing/2014/main" id="{C5A6910C-A85B-4E78-920A-D86C8E059C1C}"/>
              </a:ext>
            </a:extLst>
          </p:cNvPr>
          <p:cNvSpPr>
            <a:spLocks noGrp="1"/>
          </p:cNvSpPr>
          <p:nvPr>
            <p:ph type="body" sz="quarter" idx="14"/>
          </p:nvPr>
        </p:nvSpPr>
        <p:spPr>
          <a:xfrm>
            <a:off x="106420" y="114373"/>
            <a:ext cx="6185198" cy="538770"/>
          </a:xfrm>
        </p:spPr>
        <p:txBody>
          <a:bodyPr/>
          <a:lstStyle/>
          <a:p>
            <a:r>
              <a:rPr lang="pt-PT" sz="2400" dirty="0"/>
              <a:t>Desenho da Solução</a:t>
            </a:r>
            <a:br>
              <a:rPr lang="pt-PT" sz="2400" dirty="0"/>
            </a:br>
            <a:r>
              <a:rPr lang="pt-PT" sz="1800" dirty="0">
                <a:solidFill>
                  <a:schemeClr val="tx1">
                    <a:lumMod val="75000"/>
                    <a:lumOff val="25000"/>
                  </a:schemeClr>
                </a:solidFill>
              </a:rPr>
              <a:t>APIs e Sistemas identificados (existentes e novos)</a:t>
            </a:r>
            <a:endParaRPr lang="pt-PT" sz="2400" dirty="0">
              <a:solidFill>
                <a:schemeClr val="tx1">
                  <a:lumMod val="75000"/>
                  <a:lumOff val="25000"/>
                </a:schemeClr>
              </a:solidFill>
            </a:endParaRPr>
          </a:p>
        </p:txBody>
      </p:sp>
      <p:sp>
        <p:nvSpPr>
          <p:cNvPr id="4" name="Slide Number Placeholder 3"/>
          <p:cNvSpPr>
            <a:spLocks noGrp="1"/>
          </p:cNvSpPr>
          <p:nvPr>
            <p:ph type="sldNum" sz="quarter" idx="12"/>
          </p:nvPr>
        </p:nvSpPr>
        <p:spPr/>
        <p:txBody>
          <a:bodyPr/>
          <a:lstStyle/>
          <a:p>
            <a:fld id="{BC0D97B6-E32F-4D7D-B839-7C3B51F2640F}" type="slidenum">
              <a:rPr lang="pt-PT" smtClean="0"/>
              <a:pPr/>
              <a:t>17</a:t>
            </a:fld>
            <a:endParaRPr lang="pt-PT" dirty="0"/>
          </a:p>
        </p:txBody>
      </p:sp>
      <p:graphicFrame>
        <p:nvGraphicFramePr>
          <p:cNvPr id="10" name="Group 3">
            <a:extLst>
              <a:ext uri="{FF2B5EF4-FFF2-40B4-BE49-F238E27FC236}">
                <a16:creationId xmlns:a16="http://schemas.microsoft.com/office/drawing/2014/main" id="{7B76DFA0-34C4-4F4F-A5AE-433C3F1350A1}"/>
              </a:ext>
            </a:extLst>
          </p:cNvPr>
          <p:cNvGraphicFramePr>
            <a:graphicFrameLocks noGrp="1"/>
          </p:cNvGraphicFramePr>
          <p:nvPr/>
        </p:nvGraphicFramePr>
        <p:xfrm>
          <a:off x="248848" y="3933056"/>
          <a:ext cx="5633269" cy="1306549"/>
        </p:xfrm>
        <a:graphic>
          <a:graphicData uri="http://schemas.openxmlformats.org/drawingml/2006/table">
            <a:tbl>
              <a:tblPr/>
              <a:tblGrid>
                <a:gridCol w="2376264">
                  <a:extLst>
                    <a:ext uri="{9D8B030D-6E8A-4147-A177-3AD203B41FA5}">
                      <a16:colId xmlns:a16="http://schemas.microsoft.com/office/drawing/2014/main" val="20000"/>
                    </a:ext>
                  </a:extLst>
                </a:gridCol>
                <a:gridCol w="3257005">
                  <a:extLst>
                    <a:ext uri="{9D8B030D-6E8A-4147-A177-3AD203B41FA5}">
                      <a16:colId xmlns:a16="http://schemas.microsoft.com/office/drawing/2014/main" val="20002"/>
                    </a:ext>
                  </a:extLst>
                </a:gridCol>
              </a:tblGrid>
              <a:tr h="337924">
                <a:tc>
                  <a:txBody>
                    <a:bodyPr/>
                    <a:lstStyle/>
                    <a:p>
                      <a:pPr marL="0" marR="0" lvl="0" indent="0" algn="ctr" defTabSz="914400" rtl="0" eaLnBrk="1" fontAlgn="base" latinLnBrk="0" hangingPunct="1">
                        <a:lnSpc>
                          <a:spcPct val="100000"/>
                        </a:lnSpc>
                        <a:spcBef>
                          <a:spcPct val="20000"/>
                        </a:spcBef>
                        <a:spcAft>
                          <a:spcPct val="0"/>
                        </a:spcAft>
                        <a:buClrTx/>
                        <a:buSzPct val="25000"/>
                        <a:buFont typeface="Times" pitchFamily="18" charset="0"/>
                        <a:buNone/>
                        <a:tabLst>
                          <a:tab pos="450850" algn="l"/>
                          <a:tab pos="900113" algn="l"/>
                          <a:tab pos="1349375" algn="l"/>
                          <a:tab pos="2251075" algn="l"/>
                        </a:tabLst>
                      </a:pPr>
                      <a:r>
                        <a:rPr kumimoji="0" lang="pt-PT" sz="1200" b="1" i="0" u="none" strike="noStrike" cap="none" normalizeH="0" baseline="0" noProof="0" dirty="0">
                          <a:ln>
                            <a:noFill/>
                          </a:ln>
                          <a:solidFill>
                            <a:schemeClr val="bg1"/>
                          </a:solidFill>
                          <a:effectLst/>
                          <a:latin typeface="Santander Text" panose="020B0504020201020104" pitchFamily="34" charset="0"/>
                        </a:rPr>
                        <a:t>Sistema / Recurso</a:t>
                      </a:r>
                    </a:p>
                  </a:txBody>
                  <a:tcPr marL="36000" marR="36000" marT="36000" marB="36000" anchor="ctr"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chemeClr val="accent5"/>
                    </a:solidFill>
                  </a:tcPr>
                </a:tc>
                <a:tc>
                  <a:txBody>
                    <a:bodyPr/>
                    <a:lstStyle/>
                    <a:p>
                      <a:pPr marL="0" marR="0" lvl="0" indent="0" algn="ctr" defTabSz="914400" rtl="0" eaLnBrk="1" fontAlgn="base" latinLnBrk="0" hangingPunct="1">
                        <a:lnSpc>
                          <a:spcPct val="100000"/>
                        </a:lnSpc>
                        <a:spcBef>
                          <a:spcPct val="20000"/>
                        </a:spcBef>
                        <a:spcAft>
                          <a:spcPct val="0"/>
                        </a:spcAft>
                        <a:buClrTx/>
                        <a:buSzPct val="25000"/>
                        <a:buFont typeface="Times" pitchFamily="18" charset="0"/>
                        <a:buNone/>
                        <a:tabLst>
                          <a:tab pos="450850" algn="l"/>
                          <a:tab pos="900113" algn="l"/>
                          <a:tab pos="1349375" algn="l"/>
                          <a:tab pos="2251075" algn="l"/>
                        </a:tabLst>
                      </a:pPr>
                      <a:r>
                        <a:rPr kumimoji="0" lang="pt-PT" sz="1200" b="1" i="0" u="none" strike="noStrike" cap="none" normalizeH="0" baseline="0" noProof="0" dirty="0">
                          <a:ln>
                            <a:noFill/>
                          </a:ln>
                          <a:solidFill>
                            <a:schemeClr val="bg1"/>
                          </a:solidFill>
                          <a:effectLst/>
                          <a:latin typeface="Santander Text" panose="020B0504020201020104" pitchFamily="34" charset="0"/>
                        </a:rPr>
                        <a:t>Finalidade</a:t>
                      </a:r>
                    </a:p>
                  </a:txBody>
                  <a:tcPr marL="36000" marR="36000" marT="36000" marB="36000" anchor="ctr"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chemeClr val="accent5"/>
                    </a:solidFill>
                  </a:tcPr>
                </a:tc>
                <a:extLst>
                  <a:ext uri="{0D108BD9-81ED-4DB2-BD59-A6C34878D82A}">
                    <a16:rowId xmlns:a16="http://schemas.microsoft.com/office/drawing/2014/main" val="10000"/>
                  </a:ext>
                </a:extLst>
              </a:tr>
              <a:tr h="322875">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0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lang="pt-PT" sz="1000" dirty="0">
                        <a:solidFill>
                          <a:schemeClr val="tx1"/>
                        </a:solidFill>
                        <a:latin typeface="Santander Text" panose="020B0504020201020104" pitchFamily="34" charset="0"/>
                      </a:endParaRPr>
                    </a:p>
                  </a:txBody>
                  <a:tcPr marL="36000" marR="36000" marT="36000" marB="36000"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22875">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pPr>
                      <a:endParaRPr kumimoji="0" lang="pt-PT" sz="10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lang="pt-PT" sz="1000" dirty="0">
                        <a:solidFill>
                          <a:schemeClr val="tx1"/>
                        </a:solidFill>
                        <a:latin typeface="Santander Text" panose="020B0504020201020104" pitchFamily="34" charset="0"/>
                      </a:endParaRPr>
                    </a:p>
                  </a:txBody>
                  <a:tcPr marL="36000" marR="36000" marT="36000" marB="36000"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22875">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0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lang="pt-PT" sz="1000" dirty="0">
                        <a:solidFill>
                          <a:schemeClr val="tx1"/>
                        </a:solidFill>
                        <a:latin typeface="Santander Text" panose="020B0504020201020104" pitchFamily="34" charset="0"/>
                      </a:endParaRPr>
                    </a:p>
                  </a:txBody>
                  <a:tcPr marL="36000" marR="36000" marT="36000" marB="36000"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11" name="TextBox 10">
            <a:extLst>
              <a:ext uri="{FF2B5EF4-FFF2-40B4-BE49-F238E27FC236}">
                <a16:creationId xmlns:a16="http://schemas.microsoft.com/office/drawing/2014/main" id="{BDB7646A-C71E-4459-B0F6-AC28CB2FFCDC}"/>
              </a:ext>
            </a:extLst>
          </p:cNvPr>
          <p:cNvSpPr txBox="1"/>
          <p:nvPr/>
        </p:nvSpPr>
        <p:spPr>
          <a:xfrm>
            <a:off x="154172" y="3536577"/>
            <a:ext cx="4502386" cy="369332"/>
          </a:xfrm>
          <a:prstGeom prst="rect">
            <a:avLst/>
          </a:prstGeom>
          <a:noFill/>
        </p:spPr>
        <p:txBody>
          <a:bodyPr wrap="none" rtlCol="0">
            <a:spAutoFit/>
          </a:bodyPr>
          <a:lstStyle/>
          <a:p>
            <a:r>
              <a:rPr lang="pt-PT" dirty="0">
                <a:solidFill>
                  <a:schemeClr val="accent5"/>
                </a:solidFill>
                <a:latin typeface="Santander Text" panose="020B0504020201020104" pitchFamily="34" charset="0"/>
              </a:rPr>
              <a:t>Novas Integrações com sistemas </a:t>
            </a:r>
            <a:r>
              <a:rPr lang="pt-PT" u="sng" dirty="0">
                <a:solidFill>
                  <a:schemeClr val="accent5"/>
                </a:solidFill>
                <a:latin typeface="Santander Text" panose="020B0504020201020104" pitchFamily="34" charset="0"/>
              </a:rPr>
              <a:t>existentes</a:t>
            </a:r>
          </a:p>
        </p:txBody>
      </p:sp>
      <p:graphicFrame>
        <p:nvGraphicFramePr>
          <p:cNvPr id="12" name="Group 3">
            <a:extLst>
              <a:ext uri="{FF2B5EF4-FFF2-40B4-BE49-F238E27FC236}">
                <a16:creationId xmlns:a16="http://schemas.microsoft.com/office/drawing/2014/main" id="{4700F0A1-427A-4BAA-A777-149CACDB17A7}"/>
              </a:ext>
            </a:extLst>
          </p:cNvPr>
          <p:cNvGraphicFramePr>
            <a:graphicFrameLocks noGrp="1"/>
          </p:cNvGraphicFramePr>
          <p:nvPr/>
        </p:nvGraphicFramePr>
        <p:xfrm>
          <a:off x="6278888" y="3933056"/>
          <a:ext cx="5633269" cy="1306549"/>
        </p:xfrm>
        <a:graphic>
          <a:graphicData uri="http://schemas.openxmlformats.org/drawingml/2006/table">
            <a:tbl>
              <a:tblPr/>
              <a:tblGrid>
                <a:gridCol w="2376264">
                  <a:extLst>
                    <a:ext uri="{9D8B030D-6E8A-4147-A177-3AD203B41FA5}">
                      <a16:colId xmlns:a16="http://schemas.microsoft.com/office/drawing/2014/main" val="20000"/>
                    </a:ext>
                  </a:extLst>
                </a:gridCol>
                <a:gridCol w="3257005">
                  <a:extLst>
                    <a:ext uri="{9D8B030D-6E8A-4147-A177-3AD203B41FA5}">
                      <a16:colId xmlns:a16="http://schemas.microsoft.com/office/drawing/2014/main" val="20002"/>
                    </a:ext>
                  </a:extLst>
                </a:gridCol>
              </a:tblGrid>
              <a:tr h="337924">
                <a:tc>
                  <a:txBody>
                    <a:bodyPr/>
                    <a:lstStyle/>
                    <a:p>
                      <a:pPr marL="0" marR="0" lvl="0" indent="0" algn="ctr" defTabSz="914400" rtl="0" eaLnBrk="1" fontAlgn="base" latinLnBrk="0" hangingPunct="1">
                        <a:lnSpc>
                          <a:spcPct val="100000"/>
                        </a:lnSpc>
                        <a:spcBef>
                          <a:spcPct val="20000"/>
                        </a:spcBef>
                        <a:spcAft>
                          <a:spcPct val="0"/>
                        </a:spcAft>
                        <a:buClrTx/>
                        <a:buSzPct val="25000"/>
                        <a:buFont typeface="Times" pitchFamily="18" charset="0"/>
                        <a:buNone/>
                        <a:tabLst>
                          <a:tab pos="450850" algn="l"/>
                          <a:tab pos="900113" algn="l"/>
                          <a:tab pos="1349375" algn="l"/>
                          <a:tab pos="2251075" algn="l"/>
                        </a:tabLst>
                        <a:defRPr/>
                      </a:pPr>
                      <a:r>
                        <a:rPr kumimoji="0" lang="pt-PT" sz="1200" b="1" i="0" u="none" strike="noStrike" cap="none" normalizeH="0" baseline="0" noProof="0" dirty="0">
                          <a:ln>
                            <a:noFill/>
                          </a:ln>
                          <a:solidFill>
                            <a:schemeClr val="bg1"/>
                          </a:solidFill>
                          <a:effectLst/>
                          <a:latin typeface="Santander Text" panose="020B0504020201020104" pitchFamily="34" charset="0"/>
                        </a:rPr>
                        <a:t>Sistema / Recurso</a:t>
                      </a:r>
                    </a:p>
                  </a:txBody>
                  <a:tcPr marL="36000" marR="36000" marT="36000" marB="36000" anchor="ctr"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chemeClr val="accent3"/>
                    </a:solidFill>
                  </a:tcPr>
                </a:tc>
                <a:tc>
                  <a:txBody>
                    <a:bodyPr/>
                    <a:lstStyle/>
                    <a:p>
                      <a:pPr marL="0" marR="0" lvl="0" indent="0" algn="ctr" defTabSz="914400" rtl="0" eaLnBrk="1" fontAlgn="base" latinLnBrk="0" hangingPunct="1">
                        <a:lnSpc>
                          <a:spcPct val="100000"/>
                        </a:lnSpc>
                        <a:spcBef>
                          <a:spcPct val="20000"/>
                        </a:spcBef>
                        <a:spcAft>
                          <a:spcPct val="0"/>
                        </a:spcAft>
                        <a:buClrTx/>
                        <a:buSzPct val="25000"/>
                        <a:buFont typeface="Times" pitchFamily="18" charset="0"/>
                        <a:buNone/>
                        <a:tabLst>
                          <a:tab pos="450850" algn="l"/>
                          <a:tab pos="900113" algn="l"/>
                          <a:tab pos="1349375" algn="l"/>
                          <a:tab pos="2251075" algn="l"/>
                        </a:tabLst>
                      </a:pPr>
                      <a:r>
                        <a:rPr kumimoji="0" lang="pt-PT" sz="1200" b="1" i="0" u="none" strike="noStrike" cap="none" normalizeH="0" baseline="0" noProof="0" dirty="0">
                          <a:ln>
                            <a:noFill/>
                          </a:ln>
                          <a:solidFill>
                            <a:schemeClr val="bg1"/>
                          </a:solidFill>
                          <a:effectLst/>
                          <a:latin typeface="Santander Text" panose="020B0504020201020104" pitchFamily="34" charset="0"/>
                        </a:rPr>
                        <a:t>Finalidade</a:t>
                      </a:r>
                    </a:p>
                  </a:txBody>
                  <a:tcPr marL="36000" marR="36000" marT="36000" marB="36000" anchor="ctr"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chemeClr val="accent3"/>
                    </a:solidFill>
                  </a:tcPr>
                </a:tc>
                <a:extLst>
                  <a:ext uri="{0D108BD9-81ED-4DB2-BD59-A6C34878D82A}">
                    <a16:rowId xmlns:a16="http://schemas.microsoft.com/office/drawing/2014/main" val="10000"/>
                  </a:ext>
                </a:extLst>
              </a:tr>
              <a:tr h="322875">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pPr>
                      <a:endParaRPr kumimoji="0" lang="pt-PT" sz="10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lang="pt-PT" sz="1000" dirty="0">
                        <a:solidFill>
                          <a:schemeClr val="tx1"/>
                        </a:solidFill>
                        <a:latin typeface="Santander Text" panose="020B0504020201020104" pitchFamily="34" charset="0"/>
                      </a:endParaRPr>
                    </a:p>
                  </a:txBody>
                  <a:tcPr marL="36000" marR="36000" marT="36000" marB="36000"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22875">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0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0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22875">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0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0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13" name="TextBox 12">
            <a:extLst>
              <a:ext uri="{FF2B5EF4-FFF2-40B4-BE49-F238E27FC236}">
                <a16:creationId xmlns:a16="http://schemas.microsoft.com/office/drawing/2014/main" id="{D7EA951E-35FE-44D1-AC69-8C89BBC40DE9}"/>
              </a:ext>
            </a:extLst>
          </p:cNvPr>
          <p:cNvSpPr txBox="1"/>
          <p:nvPr/>
        </p:nvSpPr>
        <p:spPr>
          <a:xfrm>
            <a:off x="6210628" y="3550281"/>
            <a:ext cx="3942298" cy="369332"/>
          </a:xfrm>
          <a:prstGeom prst="rect">
            <a:avLst/>
          </a:prstGeom>
          <a:noFill/>
        </p:spPr>
        <p:txBody>
          <a:bodyPr wrap="none" rtlCol="0">
            <a:spAutoFit/>
          </a:bodyPr>
          <a:lstStyle/>
          <a:p>
            <a:r>
              <a:rPr lang="pt-PT" dirty="0">
                <a:solidFill>
                  <a:schemeClr val="accent3"/>
                </a:solidFill>
                <a:latin typeface="Santander Text" panose="020B0504020201020104" pitchFamily="34" charset="0"/>
              </a:rPr>
              <a:t>Novas Integrações com sistemas </a:t>
            </a:r>
            <a:r>
              <a:rPr lang="pt-PT" u="sng" dirty="0">
                <a:solidFill>
                  <a:schemeClr val="accent3"/>
                </a:solidFill>
                <a:latin typeface="Santander Text" panose="020B0504020201020104" pitchFamily="34" charset="0"/>
              </a:rPr>
              <a:t>novos</a:t>
            </a:r>
          </a:p>
        </p:txBody>
      </p:sp>
      <p:graphicFrame>
        <p:nvGraphicFramePr>
          <p:cNvPr id="2" name="Group 3">
            <a:extLst>
              <a:ext uri="{FF2B5EF4-FFF2-40B4-BE49-F238E27FC236}">
                <a16:creationId xmlns:a16="http://schemas.microsoft.com/office/drawing/2014/main" id="{CA7FC558-868B-9625-2386-17311FECAF53}"/>
              </a:ext>
            </a:extLst>
          </p:cNvPr>
          <p:cNvGraphicFramePr>
            <a:graphicFrameLocks noGrp="1"/>
          </p:cNvGraphicFramePr>
          <p:nvPr/>
        </p:nvGraphicFramePr>
        <p:xfrm>
          <a:off x="263352" y="1268760"/>
          <a:ext cx="5633269" cy="1629424"/>
        </p:xfrm>
        <a:graphic>
          <a:graphicData uri="http://schemas.openxmlformats.org/drawingml/2006/table">
            <a:tbl>
              <a:tblPr/>
              <a:tblGrid>
                <a:gridCol w="2376264">
                  <a:extLst>
                    <a:ext uri="{9D8B030D-6E8A-4147-A177-3AD203B41FA5}">
                      <a16:colId xmlns:a16="http://schemas.microsoft.com/office/drawing/2014/main" val="20000"/>
                    </a:ext>
                  </a:extLst>
                </a:gridCol>
                <a:gridCol w="3257005">
                  <a:extLst>
                    <a:ext uri="{9D8B030D-6E8A-4147-A177-3AD203B41FA5}">
                      <a16:colId xmlns:a16="http://schemas.microsoft.com/office/drawing/2014/main" val="20002"/>
                    </a:ext>
                  </a:extLst>
                </a:gridCol>
              </a:tblGrid>
              <a:tr h="337924">
                <a:tc>
                  <a:txBody>
                    <a:bodyPr/>
                    <a:lstStyle/>
                    <a:p>
                      <a:pPr marL="0" marR="0" lvl="0" indent="0" algn="ctr" defTabSz="914400" rtl="0" eaLnBrk="1" fontAlgn="base" latinLnBrk="0" hangingPunct="1">
                        <a:lnSpc>
                          <a:spcPct val="100000"/>
                        </a:lnSpc>
                        <a:spcBef>
                          <a:spcPct val="20000"/>
                        </a:spcBef>
                        <a:spcAft>
                          <a:spcPct val="0"/>
                        </a:spcAft>
                        <a:buClrTx/>
                        <a:buSzPct val="25000"/>
                        <a:buFont typeface="Times" pitchFamily="18" charset="0"/>
                        <a:buNone/>
                        <a:tabLst>
                          <a:tab pos="450850" algn="l"/>
                          <a:tab pos="900113" algn="l"/>
                          <a:tab pos="1349375" algn="l"/>
                          <a:tab pos="2251075" algn="l"/>
                        </a:tabLst>
                      </a:pPr>
                      <a:r>
                        <a:rPr kumimoji="0" lang="pt-PT" sz="1200" b="1" i="0" u="none" strike="noStrike" cap="none" normalizeH="0" baseline="0" noProof="0" dirty="0">
                          <a:ln>
                            <a:noFill/>
                          </a:ln>
                          <a:solidFill>
                            <a:schemeClr val="bg1"/>
                          </a:solidFill>
                          <a:effectLst/>
                          <a:latin typeface="Santander Text" panose="020B0504020201020104" pitchFamily="34" charset="0"/>
                        </a:rPr>
                        <a:t>API/Recurso</a:t>
                      </a:r>
                    </a:p>
                  </a:txBody>
                  <a:tcPr marL="36000" marR="36000" marT="36000" marB="36000" anchor="ctr"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chemeClr val="accent5"/>
                    </a:solidFill>
                  </a:tcPr>
                </a:tc>
                <a:tc>
                  <a:txBody>
                    <a:bodyPr/>
                    <a:lstStyle/>
                    <a:p>
                      <a:pPr marL="0" marR="0" lvl="0" indent="0" algn="ctr" defTabSz="914400" rtl="0" eaLnBrk="1" fontAlgn="base" latinLnBrk="0" hangingPunct="1">
                        <a:lnSpc>
                          <a:spcPct val="100000"/>
                        </a:lnSpc>
                        <a:spcBef>
                          <a:spcPct val="20000"/>
                        </a:spcBef>
                        <a:spcAft>
                          <a:spcPct val="0"/>
                        </a:spcAft>
                        <a:buClrTx/>
                        <a:buSzPct val="25000"/>
                        <a:buFont typeface="Times" pitchFamily="18" charset="0"/>
                        <a:buNone/>
                        <a:tabLst>
                          <a:tab pos="450850" algn="l"/>
                          <a:tab pos="900113" algn="l"/>
                          <a:tab pos="1349375" algn="l"/>
                          <a:tab pos="2251075" algn="l"/>
                        </a:tabLst>
                      </a:pPr>
                      <a:r>
                        <a:rPr kumimoji="0" lang="pt-PT" sz="1200" b="1" i="0" u="none" strike="noStrike" cap="none" normalizeH="0" baseline="0" noProof="0" dirty="0">
                          <a:ln>
                            <a:noFill/>
                          </a:ln>
                          <a:solidFill>
                            <a:schemeClr val="bg1"/>
                          </a:solidFill>
                          <a:effectLst/>
                          <a:latin typeface="Santander Text" panose="020B0504020201020104" pitchFamily="34" charset="0"/>
                        </a:rPr>
                        <a:t>Finalidade</a:t>
                      </a:r>
                    </a:p>
                  </a:txBody>
                  <a:tcPr marL="36000" marR="36000" marT="36000" marB="36000" anchor="ctr"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chemeClr val="accent5"/>
                    </a:solidFill>
                  </a:tcPr>
                </a:tc>
                <a:extLst>
                  <a:ext uri="{0D108BD9-81ED-4DB2-BD59-A6C34878D82A}">
                    <a16:rowId xmlns:a16="http://schemas.microsoft.com/office/drawing/2014/main" val="10000"/>
                  </a:ext>
                </a:extLst>
              </a:tr>
              <a:tr h="322875">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0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0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22875">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0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0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22875">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pPr>
                      <a:endParaRPr kumimoji="0" lang="pt-PT" sz="10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pPr>
                      <a:endParaRPr kumimoji="0" lang="pt-PT" sz="10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22875">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pPr>
                      <a:endParaRPr kumimoji="0" lang="pt-PT" sz="10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pPr>
                      <a:endParaRPr kumimoji="0" lang="pt-PT" sz="10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3" name="TextBox 2">
            <a:extLst>
              <a:ext uri="{FF2B5EF4-FFF2-40B4-BE49-F238E27FC236}">
                <a16:creationId xmlns:a16="http://schemas.microsoft.com/office/drawing/2014/main" id="{4FCCD2D8-1547-1AB9-11D8-F877DE0CCEEC}"/>
              </a:ext>
            </a:extLst>
          </p:cNvPr>
          <p:cNvSpPr txBox="1"/>
          <p:nvPr/>
        </p:nvSpPr>
        <p:spPr>
          <a:xfrm>
            <a:off x="168676" y="872281"/>
            <a:ext cx="1647887" cy="369332"/>
          </a:xfrm>
          <a:prstGeom prst="rect">
            <a:avLst/>
          </a:prstGeom>
          <a:noFill/>
        </p:spPr>
        <p:txBody>
          <a:bodyPr wrap="none" rtlCol="0">
            <a:spAutoFit/>
          </a:bodyPr>
          <a:lstStyle/>
          <a:p>
            <a:r>
              <a:rPr lang="pt-PT" dirty="0" err="1">
                <a:solidFill>
                  <a:schemeClr val="accent5"/>
                </a:solidFill>
                <a:latin typeface="Santander Text" panose="020B0504020201020104" pitchFamily="34" charset="0"/>
              </a:rPr>
              <a:t>APIs</a:t>
            </a:r>
            <a:r>
              <a:rPr lang="pt-PT" dirty="0">
                <a:solidFill>
                  <a:schemeClr val="accent5"/>
                </a:solidFill>
                <a:latin typeface="Santander Text" panose="020B0504020201020104" pitchFamily="34" charset="0"/>
              </a:rPr>
              <a:t> Existentes</a:t>
            </a:r>
          </a:p>
        </p:txBody>
      </p:sp>
      <p:graphicFrame>
        <p:nvGraphicFramePr>
          <p:cNvPr id="6" name="Group 3">
            <a:extLst>
              <a:ext uri="{FF2B5EF4-FFF2-40B4-BE49-F238E27FC236}">
                <a16:creationId xmlns:a16="http://schemas.microsoft.com/office/drawing/2014/main" id="{A937C234-A8BB-5DA4-1AB3-3A7475C410B0}"/>
              </a:ext>
            </a:extLst>
          </p:cNvPr>
          <p:cNvGraphicFramePr>
            <a:graphicFrameLocks noGrp="1"/>
          </p:cNvGraphicFramePr>
          <p:nvPr/>
        </p:nvGraphicFramePr>
        <p:xfrm>
          <a:off x="6293392" y="1268760"/>
          <a:ext cx="5633269" cy="1628678"/>
        </p:xfrm>
        <a:graphic>
          <a:graphicData uri="http://schemas.openxmlformats.org/drawingml/2006/table">
            <a:tbl>
              <a:tblPr/>
              <a:tblGrid>
                <a:gridCol w="2376264">
                  <a:extLst>
                    <a:ext uri="{9D8B030D-6E8A-4147-A177-3AD203B41FA5}">
                      <a16:colId xmlns:a16="http://schemas.microsoft.com/office/drawing/2014/main" val="20000"/>
                    </a:ext>
                  </a:extLst>
                </a:gridCol>
                <a:gridCol w="3257005">
                  <a:extLst>
                    <a:ext uri="{9D8B030D-6E8A-4147-A177-3AD203B41FA5}">
                      <a16:colId xmlns:a16="http://schemas.microsoft.com/office/drawing/2014/main" val="20002"/>
                    </a:ext>
                  </a:extLst>
                </a:gridCol>
              </a:tblGrid>
              <a:tr h="337924">
                <a:tc>
                  <a:txBody>
                    <a:bodyPr/>
                    <a:lstStyle/>
                    <a:p>
                      <a:pPr marL="0" marR="0" lvl="0" indent="0" algn="ctr" defTabSz="914400" rtl="0" eaLnBrk="1" fontAlgn="base" latinLnBrk="0" hangingPunct="1">
                        <a:lnSpc>
                          <a:spcPct val="100000"/>
                        </a:lnSpc>
                        <a:spcBef>
                          <a:spcPct val="20000"/>
                        </a:spcBef>
                        <a:spcAft>
                          <a:spcPct val="0"/>
                        </a:spcAft>
                        <a:buClrTx/>
                        <a:buSzPct val="25000"/>
                        <a:buFont typeface="Times" pitchFamily="18" charset="0"/>
                        <a:buNone/>
                        <a:tabLst>
                          <a:tab pos="450850" algn="l"/>
                          <a:tab pos="900113" algn="l"/>
                          <a:tab pos="1349375" algn="l"/>
                          <a:tab pos="2251075" algn="l"/>
                        </a:tabLst>
                      </a:pPr>
                      <a:r>
                        <a:rPr kumimoji="0" lang="pt-PT" sz="1200" b="1" i="0" u="none" strike="noStrike" cap="none" normalizeH="0" baseline="0" noProof="0" dirty="0">
                          <a:ln>
                            <a:noFill/>
                          </a:ln>
                          <a:solidFill>
                            <a:schemeClr val="bg1"/>
                          </a:solidFill>
                          <a:effectLst/>
                          <a:latin typeface="Santander Text" panose="020B0504020201020104" pitchFamily="34" charset="0"/>
                        </a:rPr>
                        <a:t>API/Recurso</a:t>
                      </a:r>
                    </a:p>
                  </a:txBody>
                  <a:tcPr marL="36000" marR="36000" marT="36000" marB="36000" anchor="ctr"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chemeClr val="accent3"/>
                    </a:solidFill>
                  </a:tcPr>
                </a:tc>
                <a:tc>
                  <a:txBody>
                    <a:bodyPr/>
                    <a:lstStyle/>
                    <a:p>
                      <a:pPr marL="0" marR="0" lvl="0" indent="0" algn="ctr" defTabSz="914400" rtl="0" eaLnBrk="1" fontAlgn="base" latinLnBrk="0" hangingPunct="1">
                        <a:lnSpc>
                          <a:spcPct val="100000"/>
                        </a:lnSpc>
                        <a:spcBef>
                          <a:spcPct val="20000"/>
                        </a:spcBef>
                        <a:spcAft>
                          <a:spcPct val="0"/>
                        </a:spcAft>
                        <a:buClrTx/>
                        <a:buSzPct val="25000"/>
                        <a:buFont typeface="Times" pitchFamily="18" charset="0"/>
                        <a:buNone/>
                        <a:tabLst>
                          <a:tab pos="450850" algn="l"/>
                          <a:tab pos="900113" algn="l"/>
                          <a:tab pos="1349375" algn="l"/>
                          <a:tab pos="2251075" algn="l"/>
                        </a:tabLst>
                      </a:pPr>
                      <a:r>
                        <a:rPr kumimoji="0" lang="pt-PT" sz="1200" b="1" i="0" u="none" strike="noStrike" cap="none" normalizeH="0" baseline="0" noProof="0" dirty="0">
                          <a:ln>
                            <a:noFill/>
                          </a:ln>
                          <a:solidFill>
                            <a:schemeClr val="bg1"/>
                          </a:solidFill>
                          <a:effectLst/>
                          <a:latin typeface="Santander Text" panose="020B0504020201020104" pitchFamily="34" charset="0"/>
                        </a:rPr>
                        <a:t>Finalidade / </a:t>
                      </a:r>
                      <a:r>
                        <a:rPr kumimoji="0" lang="pt-PT" sz="1200" b="1" i="0" u="none" strike="noStrike" cap="none" normalizeH="0" baseline="0" noProof="0" dirty="0" err="1">
                          <a:ln>
                            <a:noFill/>
                          </a:ln>
                          <a:solidFill>
                            <a:schemeClr val="bg1"/>
                          </a:solidFill>
                          <a:effectLst/>
                          <a:latin typeface="Santander Text" panose="020B0504020201020104" pitchFamily="34" charset="0"/>
                        </a:rPr>
                        <a:t>Backend</a:t>
                      </a:r>
                      <a:endParaRPr kumimoji="0" lang="pt-PT" sz="1200" b="1" i="0" u="none" strike="noStrike" cap="none" normalizeH="0" baseline="0" noProof="0" dirty="0">
                        <a:ln>
                          <a:noFill/>
                        </a:ln>
                        <a:solidFill>
                          <a:schemeClr val="bg1"/>
                        </a:solidFill>
                        <a:effectLst/>
                        <a:latin typeface="Santander Text" panose="020B0504020201020104" pitchFamily="34" charset="0"/>
                      </a:endParaRPr>
                    </a:p>
                  </a:txBody>
                  <a:tcPr marL="36000" marR="36000" marT="36000" marB="36000" anchor="ctr"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chemeClr val="accent3"/>
                    </a:solidFill>
                  </a:tcPr>
                </a:tc>
                <a:extLst>
                  <a:ext uri="{0D108BD9-81ED-4DB2-BD59-A6C34878D82A}">
                    <a16:rowId xmlns:a16="http://schemas.microsoft.com/office/drawing/2014/main" val="10000"/>
                  </a:ext>
                </a:extLst>
              </a:tr>
              <a:tr h="322129">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0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0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22875">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0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0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22875">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0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0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22875">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0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0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8" name="TextBox 7">
            <a:extLst>
              <a:ext uri="{FF2B5EF4-FFF2-40B4-BE49-F238E27FC236}">
                <a16:creationId xmlns:a16="http://schemas.microsoft.com/office/drawing/2014/main" id="{FAA8E8EF-0277-A77A-5F85-222E2E77E2D0}"/>
              </a:ext>
            </a:extLst>
          </p:cNvPr>
          <p:cNvSpPr txBox="1"/>
          <p:nvPr/>
        </p:nvSpPr>
        <p:spPr>
          <a:xfrm>
            <a:off x="6198716" y="872281"/>
            <a:ext cx="1250855" cy="369332"/>
          </a:xfrm>
          <a:prstGeom prst="rect">
            <a:avLst/>
          </a:prstGeom>
          <a:noFill/>
        </p:spPr>
        <p:txBody>
          <a:bodyPr wrap="none" rtlCol="0">
            <a:spAutoFit/>
          </a:bodyPr>
          <a:lstStyle/>
          <a:p>
            <a:r>
              <a:rPr lang="pt-PT" dirty="0" err="1">
                <a:solidFill>
                  <a:schemeClr val="accent3"/>
                </a:solidFill>
                <a:latin typeface="Santander Text" panose="020B0504020201020104" pitchFamily="34" charset="0"/>
              </a:rPr>
              <a:t>APIs</a:t>
            </a:r>
            <a:r>
              <a:rPr lang="pt-PT" dirty="0">
                <a:solidFill>
                  <a:schemeClr val="accent3"/>
                </a:solidFill>
                <a:latin typeface="Santander Text" panose="020B0504020201020104" pitchFamily="34" charset="0"/>
              </a:rPr>
              <a:t> Novas</a:t>
            </a:r>
          </a:p>
        </p:txBody>
      </p:sp>
      <p:sp>
        <p:nvSpPr>
          <p:cNvPr id="9" name="Action Button: Get Information 8">
            <a:hlinkClick r:id="rId3" highlightClick="1"/>
            <a:extLst>
              <a:ext uri="{FF2B5EF4-FFF2-40B4-BE49-F238E27FC236}">
                <a16:creationId xmlns:a16="http://schemas.microsoft.com/office/drawing/2014/main" id="{B3838374-15FC-73F0-6DAC-FBCF20509FBA}"/>
              </a:ext>
            </a:extLst>
          </p:cNvPr>
          <p:cNvSpPr/>
          <p:nvPr/>
        </p:nvSpPr>
        <p:spPr>
          <a:xfrm>
            <a:off x="5526705" y="872281"/>
            <a:ext cx="360040" cy="360040"/>
          </a:xfrm>
          <a:prstGeom prst="actionButtonInformation">
            <a:avLst/>
          </a:prstGeom>
          <a:solidFill>
            <a:schemeClr val="accent5"/>
          </a:solidFill>
          <a:ln>
            <a:noFill/>
          </a:ln>
          <a:scene3d>
            <a:camera prst="orthographicFront"/>
            <a:lightRig rig="threePt" dir="t"/>
          </a:scene3d>
          <a:sp3d>
            <a:bevelT w="381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4" name="TextBox 13">
            <a:extLst>
              <a:ext uri="{FF2B5EF4-FFF2-40B4-BE49-F238E27FC236}">
                <a16:creationId xmlns:a16="http://schemas.microsoft.com/office/drawing/2014/main" id="{AF844B72-C6AA-CA89-29CE-CBEEDFF0BC6A}"/>
              </a:ext>
            </a:extLst>
          </p:cNvPr>
          <p:cNvSpPr txBox="1"/>
          <p:nvPr/>
        </p:nvSpPr>
        <p:spPr>
          <a:xfrm>
            <a:off x="4750142" y="822451"/>
            <a:ext cx="759583" cy="461665"/>
          </a:xfrm>
          <a:prstGeom prst="rect">
            <a:avLst/>
          </a:prstGeom>
          <a:noFill/>
        </p:spPr>
        <p:txBody>
          <a:bodyPr wrap="square" rtlCol="0">
            <a:spAutoFit/>
          </a:bodyPr>
          <a:lstStyle/>
          <a:p>
            <a:pPr algn="r"/>
            <a:r>
              <a:rPr lang="pt-PT" sz="1200" dirty="0">
                <a:solidFill>
                  <a:schemeClr val="accent5"/>
                </a:solidFill>
                <a:latin typeface="Santander Text" panose="020B0504020201020104" pitchFamily="34" charset="0"/>
              </a:rPr>
              <a:t>Catálogo de </a:t>
            </a:r>
            <a:r>
              <a:rPr lang="pt-PT" sz="1200" dirty="0" err="1">
                <a:solidFill>
                  <a:schemeClr val="accent5"/>
                </a:solidFill>
                <a:latin typeface="Santander Text" panose="020B0504020201020104" pitchFamily="34" charset="0"/>
              </a:rPr>
              <a:t>APIs</a:t>
            </a:r>
            <a:endParaRPr lang="pt-PT" sz="1200" dirty="0">
              <a:solidFill>
                <a:schemeClr val="accent5"/>
              </a:solidFill>
              <a:latin typeface="Santander Text" panose="020B0504020201020104" pitchFamily="34" charset="0"/>
            </a:endParaRPr>
          </a:p>
        </p:txBody>
      </p:sp>
    </p:spTree>
    <p:extLst>
      <p:ext uri="{BB962C8B-B14F-4D97-AF65-F5344CB8AC3E}">
        <p14:creationId xmlns:p14="http://schemas.microsoft.com/office/powerpoint/2010/main" val="40129144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BC0D97B6-E32F-4D7D-B839-7C3B51F2640F}" type="slidenum">
              <a:rPr lang="pt-PT" smtClean="0"/>
              <a:pPr/>
              <a:t>18</a:t>
            </a:fld>
            <a:endParaRPr lang="pt-PT" dirty="0"/>
          </a:p>
        </p:txBody>
      </p:sp>
      <p:sp>
        <p:nvSpPr>
          <p:cNvPr id="9" name="Marcador de texto 5">
            <a:extLst>
              <a:ext uri="{FF2B5EF4-FFF2-40B4-BE49-F238E27FC236}">
                <a16:creationId xmlns:a16="http://schemas.microsoft.com/office/drawing/2014/main" id="{66E7238B-0F22-D6D5-0E15-CD37D9F1B7D8}"/>
              </a:ext>
            </a:extLst>
          </p:cNvPr>
          <p:cNvSpPr>
            <a:spLocks noGrp="1"/>
          </p:cNvSpPr>
          <p:nvPr>
            <p:ph type="body" sz="quarter" idx="14"/>
          </p:nvPr>
        </p:nvSpPr>
        <p:spPr>
          <a:xfrm>
            <a:off x="117115" y="130875"/>
            <a:ext cx="8613730" cy="304800"/>
          </a:xfrm>
        </p:spPr>
        <p:txBody>
          <a:bodyPr vert="horz" lIns="91440" tIns="45720" rIns="91440" bIns="45720" rtlCol="0" anchor="t">
            <a:noAutofit/>
          </a:bodyPr>
          <a:lstStyle/>
          <a:p>
            <a:r>
              <a:rPr lang="pt-PT" sz="2400" dirty="0">
                <a:latin typeface="Santander Text"/>
              </a:rPr>
              <a:t>Desenho da Solução</a:t>
            </a:r>
            <a:br>
              <a:rPr lang="pt-PT" sz="2400" dirty="0"/>
            </a:br>
            <a:r>
              <a:rPr lang="pt-PT" sz="1800" dirty="0">
                <a:solidFill>
                  <a:schemeClr val="tx1">
                    <a:lumMod val="75000"/>
                    <a:lumOff val="25000"/>
                  </a:schemeClr>
                </a:solidFill>
                <a:latin typeface="Santander Text"/>
              </a:rPr>
              <a:t>Dados: Fontes, Transformações e Consumo de Dados</a:t>
            </a:r>
            <a:endParaRPr lang="pt-PT" sz="2400" dirty="0">
              <a:solidFill>
                <a:schemeClr val="tx1">
                  <a:lumMod val="75000"/>
                  <a:lumOff val="25000"/>
                </a:schemeClr>
              </a:solidFill>
            </a:endParaRPr>
          </a:p>
        </p:txBody>
      </p:sp>
      <p:sp>
        <p:nvSpPr>
          <p:cNvPr id="2" name="TextBox 1">
            <a:extLst>
              <a:ext uri="{FF2B5EF4-FFF2-40B4-BE49-F238E27FC236}">
                <a16:creationId xmlns:a16="http://schemas.microsoft.com/office/drawing/2014/main" id="{AEC25E76-3452-EAC5-A3CC-4A1629C4E5CE}"/>
              </a:ext>
            </a:extLst>
          </p:cNvPr>
          <p:cNvSpPr txBox="1"/>
          <p:nvPr/>
        </p:nvSpPr>
        <p:spPr>
          <a:xfrm>
            <a:off x="335360" y="1543773"/>
            <a:ext cx="3591048" cy="4665827"/>
          </a:xfrm>
          <a:prstGeom prst="round2SameRect">
            <a:avLst>
              <a:gd name="adj1" fmla="val 0"/>
              <a:gd name="adj2" fmla="val 3172"/>
            </a:avLst>
          </a:prstGeom>
          <a:solidFill>
            <a:schemeClr val="bg2"/>
          </a:solidFill>
        </p:spPr>
        <p:txBody>
          <a:bodyPr wrap="square" rtlCol="0">
            <a:noAutofit/>
          </a:bodyPr>
          <a:lstStyle/>
          <a:p>
            <a:pPr marL="266700" lvl="1" indent="-177800">
              <a:lnSpc>
                <a:spcPct val="120000"/>
              </a:lnSpc>
              <a:buFont typeface="+mj-lt"/>
              <a:buAutoNum type="arabicPeriod"/>
            </a:pPr>
            <a:r>
              <a:rPr lang="pt-PT" sz="1050" i="1" dirty="0">
                <a:latin typeface="Santander Text" panose="020B0504020201020104" pitchFamily="34" charset="0"/>
              </a:rPr>
              <a:t>Tabelas de Output do Tape </a:t>
            </a:r>
            <a:r>
              <a:rPr lang="pt-PT" sz="1050" i="1" dirty="0" err="1">
                <a:latin typeface="Santander Text" panose="020B0504020201020104" pitchFamily="34" charset="0"/>
              </a:rPr>
              <a:t>Reporting</a:t>
            </a:r>
            <a:r>
              <a:rPr lang="pt-PT" sz="1050" i="1" dirty="0">
                <a:latin typeface="Santander Text" panose="020B0504020201020104" pitchFamily="34" charset="0"/>
              </a:rPr>
              <a:t> </a:t>
            </a:r>
            <a:r>
              <a:rPr lang="pt-PT" sz="1050" i="1" dirty="0" err="1">
                <a:latin typeface="Santander Text" panose="020B0504020201020104" pitchFamily="34" charset="0"/>
              </a:rPr>
              <a:t>Engine</a:t>
            </a:r>
            <a:r>
              <a:rPr lang="pt-PT" sz="1050" i="1" dirty="0">
                <a:latin typeface="Santander Text" panose="020B0504020201020104" pitchFamily="34" charset="0"/>
              </a:rPr>
              <a:t> (Motor </a:t>
            </a:r>
            <a:r>
              <a:rPr lang="pt-PT" sz="1050" i="1" dirty="0" err="1">
                <a:latin typeface="Santander Text" panose="020B0504020201020104" pitchFamily="34" charset="0"/>
              </a:rPr>
              <a:t>Loan</a:t>
            </a:r>
            <a:r>
              <a:rPr lang="pt-PT" sz="1050" i="1" dirty="0">
                <a:latin typeface="Santander Text" panose="020B0504020201020104" pitchFamily="34" charset="0"/>
              </a:rPr>
              <a:t> Tape):</a:t>
            </a:r>
          </a:p>
          <a:p>
            <a:pPr marL="260350" lvl="1" indent="-171450">
              <a:lnSpc>
                <a:spcPct val="120000"/>
              </a:lnSpc>
              <a:buFont typeface="Arial" panose="020B0604020202020204" pitchFamily="34" charset="0"/>
              <a:buChar char="•"/>
            </a:pPr>
            <a:r>
              <a:rPr lang="pt-PT" sz="1050" i="1" dirty="0">
                <a:latin typeface="Santander Text" panose="020B0504020201020104" pitchFamily="34" charset="0"/>
              </a:rPr>
              <a:t>lt001_univ_oper</a:t>
            </a:r>
          </a:p>
          <a:p>
            <a:pPr marL="260350" lvl="1" indent="-171450">
              <a:lnSpc>
                <a:spcPct val="120000"/>
              </a:lnSpc>
              <a:buFont typeface="Arial" panose="020B0604020202020204" pitchFamily="34" charset="0"/>
              <a:buChar char="•"/>
            </a:pPr>
            <a:r>
              <a:rPr lang="pt-PT" sz="1050" i="1" dirty="0">
                <a:latin typeface="Santander Text" panose="020B0504020201020104" pitchFamily="34" charset="0"/>
              </a:rPr>
              <a:t>lt002_instrument</a:t>
            </a:r>
          </a:p>
          <a:p>
            <a:pPr marL="260350" lvl="1" indent="-171450">
              <a:lnSpc>
                <a:spcPct val="120000"/>
              </a:lnSpc>
              <a:buFont typeface="Arial" panose="020B0604020202020204" pitchFamily="34" charset="0"/>
              <a:buChar char="•"/>
            </a:pPr>
            <a:r>
              <a:rPr lang="pt-PT" sz="1050" i="1" dirty="0">
                <a:latin typeface="Santander Text" panose="020B0504020201020104" pitchFamily="34" charset="0"/>
              </a:rPr>
              <a:t>lt003_entity</a:t>
            </a:r>
          </a:p>
          <a:p>
            <a:pPr marL="260350" lvl="1" indent="-171450">
              <a:lnSpc>
                <a:spcPct val="120000"/>
              </a:lnSpc>
              <a:buFont typeface="Arial" panose="020B0604020202020204" pitchFamily="34" charset="0"/>
              <a:buChar char="•"/>
            </a:pPr>
            <a:r>
              <a:rPr lang="pt-PT" sz="1050" i="1" dirty="0">
                <a:latin typeface="Santander Text" panose="020B0504020201020104" pitchFamily="34" charset="0"/>
              </a:rPr>
              <a:t>lt004_protection</a:t>
            </a:r>
          </a:p>
          <a:p>
            <a:pPr marL="260350" lvl="1" indent="-171450">
              <a:lnSpc>
                <a:spcPct val="120000"/>
              </a:lnSpc>
              <a:buFont typeface="Arial" panose="020B0604020202020204" pitchFamily="34" charset="0"/>
              <a:buChar char="•"/>
            </a:pPr>
            <a:r>
              <a:rPr lang="pt-PT" sz="1050" i="1" dirty="0">
                <a:latin typeface="Santander Text" panose="020B0504020201020104" pitchFamily="34" charset="0"/>
              </a:rPr>
              <a:t>lt005_instr_ent</a:t>
            </a:r>
          </a:p>
          <a:p>
            <a:pPr marL="260350" lvl="1" indent="-171450">
              <a:lnSpc>
                <a:spcPct val="120000"/>
              </a:lnSpc>
              <a:buFont typeface="Arial" panose="020B0604020202020204" pitchFamily="34" charset="0"/>
              <a:buChar char="•"/>
            </a:pPr>
            <a:r>
              <a:rPr lang="pt-PT" sz="1050" i="1" dirty="0">
                <a:latin typeface="Santander Text" panose="020B0504020201020104" pitchFamily="34" charset="0"/>
              </a:rPr>
              <a:t>lt006_instr_prot </a:t>
            </a:r>
          </a:p>
        </p:txBody>
      </p:sp>
      <p:sp>
        <p:nvSpPr>
          <p:cNvPr id="5" name="Rectangle: Top Corners Rounded 4">
            <a:extLst>
              <a:ext uri="{FF2B5EF4-FFF2-40B4-BE49-F238E27FC236}">
                <a16:creationId xmlns:a16="http://schemas.microsoft.com/office/drawing/2014/main" id="{4CE7F4EC-DCCE-2AC1-2CDA-D407668E72AD}"/>
              </a:ext>
            </a:extLst>
          </p:cNvPr>
          <p:cNvSpPr/>
          <p:nvPr/>
        </p:nvSpPr>
        <p:spPr>
          <a:xfrm>
            <a:off x="335360" y="981569"/>
            <a:ext cx="3591048" cy="538771"/>
          </a:xfrm>
          <a:prstGeom prst="round2Same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PT" b="1" dirty="0">
                <a:latin typeface="Santander Text" panose="020B0504020201020104" pitchFamily="34" charset="0"/>
              </a:rPr>
              <a:t>Fontes</a:t>
            </a:r>
            <a:r>
              <a:rPr lang="pt-PT" dirty="0">
                <a:latin typeface="Santander Text" panose="020B0504020201020104" pitchFamily="34" charset="0"/>
              </a:rPr>
              <a:t> de Dados</a:t>
            </a:r>
          </a:p>
        </p:txBody>
      </p:sp>
      <p:sp>
        <p:nvSpPr>
          <p:cNvPr id="7" name="Rectangle: Top Corners Rounded 6">
            <a:extLst>
              <a:ext uri="{FF2B5EF4-FFF2-40B4-BE49-F238E27FC236}">
                <a16:creationId xmlns:a16="http://schemas.microsoft.com/office/drawing/2014/main" id="{E1C23D38-39F7-3D4A-BFC2-C2ACC75E1492}"/>
              </a:ext>
            </a:extLst>
          </p:cNvPr>
          <p:cNvSpPr/>
          <p:nvPr/>
        </p:nvSpPr>
        <p:spPr>
          <a:xfrm>
            <a:off x="4300476" y="981569"/>
            <a:ext cx="3591048" cy="538771"/>
          </a:xfrm>
          <a:prstGeom prst="round2Same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PT" b="1" dirty="0">
                <a:latin typeface="Santander Text" panose="020B0504020201020104" pitchFamily="34" charset="0"/>
              </a:rPr>
              <a:t>Transformação</a:t>
            </a:r>
            <a:r>
              <a:rPr lang="pt-PT" dirty="0">
                <a:latin typeface="Santander Text" panose="020B0504020201020104" pitchFamily="34" charset="0"/>
              </a:rPr>
              <a:t> de Dados</a:t>
            </a:r>
          </a:p>
        </p:txBody>
      </p:sp>
      <p:sp>
        <p:nvSpPr>
          <p:cNvPr id="11" name="Rectangle: Top Corners Rounded 10">
            <a:extLst>
              <a:ext uri="{FF2B5EF4-FFF2-40B4-BE49-F238E27FC236}">
                <a16:creationId xmlns:a16="http://schemas.microsoft.com/office/drawing/2014/main" id="{237F6814-3C4B-80F4-067A-79D80B03AC4F}"/>
              </a:ext>
            </a:extLst>
          </p:cNvPr>
          <p:cNvSpPr/>
          <p:nvPr/>
        </p:nvSpPr>
        <p:spPr>
          <a:xfrm>
            <a:off x="8246855" y="981569"/>
            <a:ext cx="3591048" cy="538771"/>
          </a:xfrm>
          <a:prstGeom prst="round2Same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PT" b="1" dirty="0">
                <a:latin typeface="Santander Text" panose="020B0504020201020104" pitchFamily="34" charset="0"/>
              </a:rPr>
              <a:t>Consumo</a:t>
            </a:r>
            <a:r>
              <a:rPr lang="pt-PT" dirty="0">
                <a:latin typeface="Santander Text" panose="020B0504020201020104" pitchFamily="34" charset="0"/>
              </a:rPr>
              <a:t> de Dados</a:t>
            </a:r>
          </a:p>
        </p:txBody>
      </p:sp>
      <p:sp>
        <p:nvSpPr>
          <p:cNvPr id="12" name="Isosceles Triangle 11">
            <a:extLst>
              <a:ext uri="{FF2B5EF4-FFF2-40B4-BE49-F238E27FC236}">
                <a16:creationId xmlns:a16="http://schemas.microsoft.com/office/drawing/2014/main" id="{7AF2A355-223F-C454-F325-75F6AB4311A1}"/>
              </a:ext>
            </a:extLst>
          </p:cNvPr>
          <p:cNvSpPr/>
          <p:nvPr/>
        </p:nvSpPr>
        <p:spPr>
          <a:xfrm rot="5400000">
            <a:off x="3884954" y="1123388"/>
            <a:ext cx="482915" cy="298092"/>
          </a:xfrm>
          <a:prstGeom prs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3" name="Isosceles Triangle 12">
            <a:extLst>
              <a:ext uri="{FF2B5EF4-FFF2-40B4-BE49-F238E27FC236}">
                <a16:creationId xmlns:a16="http://schemas.microsoft.com/office/drawing/2014/main" id="{38178E2E-EB23-A31D-5FB2-231D401184A1}"/>
              </a:ext>
            </a:extLst>
          </p:cNvPr>
          <p:cNvSpPr/>
          <p:nvPr/>
        </p:nvSpPr>
        <p:spPr>
          <a:xfrm rot="5400000">
            <a:off x="7834646" y="1123389"/>
            <a:ext cx="482915" cy="298092"/>
          </a:xfrm>
          <a:prstGeom prs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4" name="TextBox 13">
            <a:extLst>
              <a:ext uri="{FF2B5EF4-FFF2-40B4-BE49-F238E27FC236}">
                <a16:creationId xmlns:a16="http://schemas.microsoft.com/office/drawing/2014/main" id="{4219953A-23DA-F7B1-7873-5886D2382BF0}"/>
              </a:ext>
            </a:extLst>
          </p:cNvPr>
          <p:cNvSpPr txBox="1"/>
          <p:nvPr/>
        </p:nvSpPr>
        <p:spPr>
          <a:xfrm>
            <a:off x="4300486" y="1543773"/>
            <a:ext cx="3591048" cy="4665827"/>
          </a:xfrm>
          <a:prstGeom prst="round2SameRect">
            <a:avLst>
              <a:gd name="adj1" fmla="val 0"/>
              <a:gd name="adj2" fmla="val 3172"/>
            </a:avLst>
          </a:prstGeom>
          <a:solidFill>
            <a:schemeClr val="bg2"/>
          </a:solidFill>
        </p:spPr>
        <p:txBody>
          <a:bodyPr wrap="square" rtlCol="0">
            <a:noAutofit/>
          </a:bodyPr>
          <a:lstStyle/>
          <a:p>
            <a:pPr marL="266700" lvl="1" indent="-177800">
              <a:lnSpc>
                <a:spcPct val="120000"/>
              </a:lnSpc>
              <a:buFont typeface="+mj-lt"/>
              <a:buAutoNum type="arabicPeriod"/>
            </a:pPr>
            <a:r>
              <a:rPr lang="pt-PT" sz="1050" i="1" dirty="0">
                <a:latin typeface="Santander Text" panose="020B0504020201020104" pitchFamily="34" charset="0"/>
              </a:rPr>
              <a:t>Aplicar as regras  definidas na Especificação para os campos a reportar </a:t>
            </a:r>
          </a:p>
        </p:txBody>
      </p:sp>
      <p:sp>
        <p:nvSpPr>
          <p:cNvPr id="15" name="TextBox 14">
            <a:extLst>
              <a:ext uri="{FF2B5EF4-FFF2-40B4-BE49-F238E27FC236}">
                <a16:creationId xmlns:a16="http://schemas.microsoft.com/office/drawing/2014/main" id="{C0CC3C1E-C651-0DB1-C6A6-F30BCEA22E31}"/>
              </a:ext>
            </a:extLst>
          </p:cNvPr>
          <p:cNvSpPr txBox="1"/>
          <p:nvPr/>
        </p:nvSpPr>
        <p:spPr>
          <a:xfrm>
            <a:off x="8246855" y="1543773"/>
            <a:ext cx="3591048" cy="4665827"/>
          </a:xfrm>
          <a:prstGeom prst="round2SameRect">
            <a:avLst>
              <a:gd name="adj1" fmla="val 0"/>
              <a:gd name="adj2" fmla="val 3172"/>
            </a:avLst>
          </a:prstGeom>
          <a:solidFill>
            <a:schemeClr val="bg2"/>
          </a:solidFill>
        </p:spPr>
        <p:txBody>
          <a:bodyPr wrap="square" rtlCol="0">
            <a:noAutofit/>
          </a:bodyPr>
          <a:lstStyle/>
          <a:p>
            <a:pPr marL="266700" lvl="1" indent="-177800">
              <a:lnSpc>
                <a:spcPct val="120000"/>
              </a:lnSpc>
              <a:buFont typeface="+mj-lt"/>
              <a:buAutoNum type="arabicPeriod"/>
            </a:pPr>
            <a:r>
              <a:rPr lang="pt-PT" sz="1050" i="1" dirty="0">
                <a:latin typeface="Santander Text" panose="020B0504020201020104" pitchFamily="34" charset="0"/>
              </a:rPr>
              <a:t>Disponibilização dos dados em 4 tabela de output:</a:t>
            </a:r>
          </a:p>
          <a:p>
            <a:pPr marL="260350" lvl="1" indent="-171450">
              <a:lnSpc>
                <a:spcPct val="120000"/>
              </a:lnSpc>
              <a:buFont typeface="Arial" panose="020B0604020202020204" pitchFamily="34" charset="0"/>
              <a:buChar char="•"/>
            </a:pPr>
            <a:r>
              <a:rPr lang="pt-PT" sz="1050" dirty="0">
                <a:latin typeface="Santander Text" panose="020B0504020201020104" pitchFamily="34" charset="0"/>
              </a:rPr>
              <a:t>out_b0100_aggregate_view</a:t>
            </a:r>
          </a:p>
          <a:p>
            <a:pPr marL="260350" lvl="1" indent="-171450">
              <a:lnSpc>
                <a:spcPct val="120000"/>
              </a:lnSpc>
              <a:buFont typeface="Arial" panose="020B0604020202020204" pitchFamily="34" charset="0"/>
              <a:buChar char="•"/>
            </a:pPr>
            <a:r>
              <a:rPr lang="pt-PT" sz="1050" dirty="0">
                <a:latin typeface="Santander Text" panose="020B0504020201020104" pitchFamily="34" charset="0"/>
              </a:rPr>
              <a:t>out_b0200_main_liabilities</a:t>
            </a:r>
          </a:p>
          <a:p>
            <a:pPr marL="260350" lvl="1" indent="-171450">
              <a:lnSpc>
                <a:spcPct val="120000"/>
              </a:lnSpc>
              <a:buFont typeface="Arial" panose="020B0604020202020204" pitchFamily="34" charset="0"/>
              <a:buChar char="•"/>
            </a:pPr>
            <a:r>
              <a:rPr lang="pt-PT" sz="1050" dirty="0">
                <a:latin typeface="Santander Text" panose="020B0504020201020104" pitchFamily="34" charset="0"/>
              </a:rPr>
              <a:t>out_b0500_guarantees</a:t>
            </a:r>
          </a:p>
          <a:p>
            <a:pPr marL="260350" lvl="1" indent="-171450">
              <a:lnSpc>
                <a:spcPct val="120000"/>
              </a:lnSpc>
              <a:buFont typeface="Arial" panose="020B0604020202020204" pitchFamily="34" charset="0"/>
              <a:buChar char="•"/>
            </a:pPr>
            <a:r>
              <a:rPr lang="pt-PT" sz="1050" dirty="0">
                <a:latin typeface="Santander Text" panose="020B0504020201020104" pitchFamily="34" charset="0"/>
              </a:rPr>
              <a:t>out_b9000_counterparties</a:t>
            </a:r>
          </a:p>
          <a:p>
            <a:pPr marL="88900" lvl="1">
              <a:lnSpc>
                <a:spcPct val="120000"/>
              </a:lnSpc>
            </a:pPr>
            <a:endParaRPr lang="pt-PT" sz="1050" i="1" dirty="0">
              <a:latin typeface="Santander Text" panose="020B0504020201020104" pitchFamily="34" charset="0"/>
            </a:endParaRPr>
          </a:p>
          <a:p>
            <a:pPr marL="88900" lvl="1">
              <a:lnSpc>
                <a:spcPct val="120000"/>
              </a:lnSpc>
            </a:pPr>
            <a:endParaRPr lang="pt-PT" sz="1050" i="1" dirty="0">
              <a:latin typeface="Santander Text" panose="020B0504020201020104" pitchFamily="34" charset="0"/>
            </a:endParaRPr>
          </a:p>
          <a:p>
            <a:pPr marL="88900" lvl="1">
              <a:lnSpc>
                <a:spcPct val="120000"/>
              </a:lnSpc>
            </a:pPr>
            <a:r>
              <a:rPr lang="pt-PT" sz="1050" i="1" dirty="0">
                <a:latin typeface="Santander Text" panose="020B0504020201020104" pitchFamily="34" charset="0"/>
              </a:rPr>
              <a:t>2. Disponibilização dos dados em 4 ficheiros CSV (associados às 4 tabelas de output referidas acima):</a:t>
            </a:r>
          </a:p>
          <a:p>
            <a:pPr marL="260350" lvl="1" indent="-171450">
              <a:lnSpc>
                <a:spcPct val="120000"/>
              </a:lnSpc>
              <a:buFont typeface="Arial" panose="020B0604020202020204" pitchFamily="34" charset="0"/>
              <a:buChar char="•"/>
            </a:pPr>
            <a:r>
              <a:rPr lang="pt-PT" sz="1050" i="1" dirty="0">
                <a:latin typeface="Santander Text" panose="020B0504020201020104" pitchFamily="34" charset="0"/>
              </a:rPr>
              <a:t>B0100_PT_549300URJH9VSI58CS32_aaaa-mm-dd_hhmm.csv</a:t>
            </a:r>
          </a:p>
          <a:p>
            <a:pPr marL="260350" lvl="1" indent="-171450">
              <a:lnSpc>
                <a:spcPct val="120000"/>
              </a:lnSpc>
              <a:buFont typeface="Arial" panose="020B0604020202020204" pitchFamily="34" charset="0"/>
              <a:buChar char="•"/>
            </a:pPr>
            <a:r>
              <a:rPr lang="pt-PT" sz="1050" i="1" dirty="0">
                <a:latin typeface="Santander Text" panose="020B0504020201020104" pitchFamily="34" charset="0"/>
              </a:rPr>
              <a:t>B0200_PT_549300URJH9VSI58CS32_TypeA _aaaa-mm-dd_hhmm.csv</a:t>
            </a:r>
          </a:p>
          <a:p>
            <a:pPr marL="260350" lvl="1" indent="-171450">
              <a:lnSpc>
                <a:spcPct val="120000"/>
              </a:lnSpc>
              <a:buFont typeface="Arial" panose="020B0604020202020204" pitchFamily="34" charset="0"/>
              <a:buChar char="•"/>
            </a:pPr>
            <a:r>
              <a:rPr lang="pt-PT" sz="1050" i="1" dirty="0">
                <a:latin typeface="Santander Text" panose="020B0504020201020104" pitchFamily="34" charset="0"/>
              </a:rPr>
              <a:t>B0500_PT_549300URJH9VSI58CS32_aaaa-mm-dd_hhmm.csv</a:t>
            </a:r>
          </a:p>
          <a:p>
            <a:pPr marL="260350" lvl="1" indent="-171450">
              <a:lnSpc>
                <a:spcPct val="120000"/>
              </a:lnSpc>
              <a:buFont typeface="Arial" panose="020B0604020202020204" pitchFamily="34" charset="0"/>
              <a:buChar char="•"/>
            </a:pPr>
            <a:r>
              <a:rPr lang="pt-PT" sz="1050" i="1" dirty="0">
                <a:latin typeface="Santander Text" panose="020B0504020201020104" pitchFamily="34" charset="0"/>
              </a:rPr>
              <a:t>B9000_PT_549300URJH9VSI58CS32_TypeA_aaaa-mm-dd_hhmm.csv</a:t>
            </a:r>
            <a:endParaRPr lang="pt-PT" sz="1200" i="1" dirty="0">
              <a:latin typeface="Santander Text" panose="020B0504020201020104" pitchFamily="34" charset="0"/>
            </a:endParaRPr>
          </a:p>
        </p:txBody>
      </p:sp>
    </p:spTree>
    <p:extLst>
      <p:ext uri="{BB962C8B-B14F-4D97-AF65-F5344CB8AC3E}">
        <p14:creationId xmlns:p14="http://schemas.microsoft.com/office/powerpoint/2010/main" val="39354427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ángulo 44">
            <a:extLst>
              <a:ext uri="{FF2B5EF4-FFF2-40B4-BE49-F238E27FC236}">
                <a16:creationId xmlns:a16="http://schemas.microsoft.com/office/drawing/2014/main" id="{464FAB91-17B5-6A5D-C94C-2685D0DC3206}"/>
              </a:ext>
            </a:extLst>
          </p:cNvPr>
          <p:cNvSpPr/>
          <p:nvPr/>
        </p:nvSpPr>
        <p:spPr>
          <a:xfrm>
            <a:off x="1932699" y="581025"/>
            <a:ext cx="202649" cy="5733485"/>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grpSp>
        <p:nvGrpSpPr>
          <p:cNvPr id="14" name="Group 13">
            <a:extLst>
              <a:ext uri="{FF2B5EF4-FFF2-40B4-BE49-F238E27FC236}">
                <a16:creationId xmlns:a16="http://schemas.microsoft.com/office/drawing/2014/main" id="{A9142620-EC4D-B634-D283-42FB5A5C5CD4}"/>
              </a:ext>
            </a:extLst>
          </p:cNvPr>
          <p:cNvGrpSpPr/>
          <p:nvPr/>
        </p:nvGrpSpPr>
        <p:grpSpPr>
          <a:xfrm>
            <a:off x="1854679" y="2774275"/>
            <a:ext cx="2820101" cy="369332"/>
            <a:chOff x="1854679" y="3238744"/>
            <a:chExt cx="2820101" cy="369332"/>
          </a:xfrm>
        </p:grpSpPr>
        <p:sp>
          <p:nvSpPr>
            <p:cNvPr id="15" name="CuadroTexto 49">
              <a:extLst>
                <a:ext uri="{FF2B5EF4-FFF2-40B4-BE49-F238E27FC236}">
                  <a16:creationId xmlns:a16="http://schemas.microsoft.com/office/drawing/2014/main" id="{6B169294-C080-EC27-2646-429340050E36}"/>
                </a:ext>
              </a:extLst>
            </p:cNvPr>
            <p:cNvSpPr txBox="1"/>
            <p:nvPr/>
          </p:nvSpPr>
          <p:spPr>
            <a:xfrm>
              <a:off x="2268993" y="3238744"/>
              <a:ext cx="2405787" cy="369332"/>
            </a:xfrm>
            <a:prstGeom prst="rect">
              <a:avLst/>
            </a:prstGeom>
            <a:noFill/>
          </p:spPr>
          <p:txBody>
            <a:bodyPr wrap="none" rtlCol="0">
              <a:spAutoFit/>
            </a:bodyPr>
            <a:lstStyle/>
            <a:p>
              <a:r>
                <a:rPr lang="en-US" dirty="0" err="1">
                  <a:solidFill>
                    <a:schemeClr val="tx2"/>
                  </a:solidFill>
                  <a:latin typeface="Santander Text" panose="020B0504020201020104" pitchFamily="34" charset="0"/>
                </a:rPr>
                <a:t>Desenho</a:t>
              </a:r>
              <a:r>
                <a:rPr lang="en-US" dirty="0">
                  <a:solidFill>
                    <a:schemeClr val="tx2"/>
                  </a:solidFill>
                  <a:latin typeface="Santander Text" panose="020B0504020201020104" pitchFamily="34" charset="0"/>
                </a:rPr>
                <a:t> Técnico (HLD)</a:t>
              </a:r>
            </a:p>
          </p:txBody>
        </p:sp>
        <p:grpSp>
          <p:nvGrpSpPr>
            <p:cNvPr id="16" name="Punto 1">
              <a:extLst>
                <a:ext uri="{FF2B5EF4-FFF2-40B4-BE49-F238E27FC236}">
                  <a16:creationId xmlns:a16="http://schemas.microsoft.com/office/drawing/2014/main" id="{67868F24-AF9D-0783-E849-2546FF3D9076}"/>
                </a:ext>
              </a:extLst>
            </p:cNvPr>
            <p:cNvGrpSpPr/>
            <p:nvPr/>
          </p:nvGrpSpPr>
          <p:grpSpPr>
            <a:xfrm>
              <a:off x="1854679" y="3244066"/>
              <a:ext cx="358688" cy="358688"/>
              <a:chOff x="3928533" y="1504713"/>
              <a:chExt cx="358688" cy="358688"/>
            </a:xfrm>
            <a:solidFill>
              <a:srgbClr val="3C3C3B"/>
            </a:solidFill>
          </p:grpSpPr>
          <p:sp>
            <p:nvSpPr>
              <p:cNvPr id="17" name="Elipse 99">
                <a:extLst>
                  <a:ext uri="{FF2B5EF4-FFF2-40B4-BE49-F238E27FC236}">
                    <a16:creationId xmlns:a16="http://schemas.microsoft.com/office/drawing/2014/main" id="{D069A702-A6FC-390B-BD14-442EA32D6616}"/>
                  </a:ext>
                </a:extLst>
              </p:cNvPr>
              <p:cNvSpPr/>
              <p:nvPr/>
            </p:nvSpPr>
            <p:spPr>
              <a:xfrm>
                <a:off x="3928533" y="1504713"/>
                <a:ext cx="358688" cy="35868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sp>
            <p:nvSpPr>
              <p:cNvPr id="18" name="Elipse 100">
                <a:extLst>
                  <a:ext uri="{FF2B5EF4-FFF2-40B4-BE49-F238E27FC236}">
                    <a16:creationId xmlns:a16="http://schemas.microsoft.com/office/drawing/2014/main" id="{59BF6952-5AF9-AB31-365C-51195F52AB47}"/>
                  </a:ext>
                </a:extLst>
              </p:cNvPr>
              <p:cNvSpPr/>
              <p:nvPr/>
            </p:nvSpPr>
            <p:spPr>
              <a:xfrm>
                <a:off x="4027046" y="1603226"/>
                <a:ext cx="161662" cy="16166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grpSp>
      </p:grpSp>
      <p:grpSp>
        <p:nvGrpSpPr>
          <p:cNvPr id="26" name="Group 25">
            <a:extLst>
              <a:ext uri="{FF2B5EF4-FFF2-40B4-BE49-F238E27FC236}">
                <a16:creationId xmlns:a16="http://schemas.microsoft.com/office/drawing/2014/main" id="{B7B8BFCC-CB7A-1B7A-2E2D-92F90E438A6E}"/>
              </a:ext>
            </a:extLst>
          </p:cNvPr>
          <p:cNvGrpSpPr/>
          <p:nvPr/>
        </p:nvGrpSpPr>
        <p:grpSpPr>
          <a:xfrm>
            <a:off x="1854679" y="3234878"/>
            <a:ext cx="1441839" cy="369332"/>
            <a:chOff x="1854679" y="3814462"/>
            <a:chExt cx="1441839" cy="369332"/>
          </a:xfrm>
        </p:grpSpPr>
        <p:sp>
          <p:nvSpPr>
            <p:cNvPr id="27" name="CuadroTexto 55">
              <a:extLst>
                <a:ext uri="{FF2B5EF4-FFF2-40B4-BE49-F238E27FC236}">
                  <a16:creationId xmlns:a16="http://schemas.microsoft.com/office/drawing/2014/main" id="{1FA6D80B-E817-8716-6487-0FED14F4A581}"/>
                </a:ext>
              </a:extLst>
            </p:cNvPr>
            <p:cNvSpPr txBox="1"/>
            <p:nvPr/>
          </p:nvSpPr>
          <p:spPr>
            <a:xfrm>
              <a:off x="2268993" y="3814462"/>
              <a:ext cx="1027525" cy="369332"/>
            </a:xfrm>
            <a:prstGeom prst="rect">
              <a:avLst/>
            </a:prstGeom>
            <a:noFill/>
          </p:spPr>
          <p:txBody>
            <a:bodyPr wrap="none" rtlCol="0">
              <a:spAutoFit/>
            </a:bodyPr>
            <a:lstStyle/>
            <a:p>
              <a:r>
                <a:rPr lang="en-US" dirty="0">
                  <a:solidFill>
                    <a:schemeClr val="tx2"/>
                  </a:solidFill>
                  <a:latin typeface="Santander Text" panose="020B0504020201020104" pitchFamily="34" charset="0"/>
                </a:rPr>
                <a:t>Volumes</a:t>
              </a:r>
            </a:p>
          </p:txBody>
        </p:sp>
        <p:grpSp>
          <p:nvGrpSpPr>
            <p:cNvPr id="28" name="Punto 1">
              <a:extLst>
                <a:ext uri="{FF2B5EF4-FFF2-40B4-BE49-F238E27FC236}">
                  <a16:creationId xmlns:a16="http://schemas.microsoft.com/office/drawing/2014/main" id="{AAFF151B-CA8A-0215-DCE0-392DBF2D2AF6}"/>
                </a:ext>
              </a:extLst>
            </p:cNvPr>
            <p:cNvGrpSpPr/>
            <p:nvPr/>
          </p:nvGrpSpPr>
          <p:grpSpPr>
            <a:xfrm>
              <a:off x="1854679" y="3819784"/>
              <a:ext cx="358688" cy="358688"/>
              <a:chOff x="3928533" y="1504713"/>
              <a:chExt cx="358688" cy="358688"/>
            </a:xfrm>
            <a:solidFill>
              <a:srgbClr val="3C3C3B"/>
            </a:solidFill>
          </p:grpSpPr>
          <p:sp>
            <p:nvSpPr>
              <p:cNvPr id="29" name="Elipse 102">
                <a:extLst>
                  <a:ext uri="{FF2B5EF4-FFF2-40B4-BE49-F238E27FC236}">
                    <a16:creationId xmlns:a16="http://schemas.microsoft.com/office/drawing/2014/main" id="{69061FF6-4B95-9719-6F5C-48A067FACA7A}"/>
                  </a:ext>
                </a:extLst>
              </p:cNvPr>
              <p:cNvSpPr/>
              <p:nvPr/>
            </p:nvSpPr>
            <p:spPr>
              <a:xfrm>
                <a:off x="3928533" y="1504713"/>
                <a:ext cx="358688" cy="35868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sp>
            <p:nvSpPr>
              <p:cNvPr id="30" name="Elipse 103">
                <a:extLst>
                  <a:ext uri="{FF2B5EF4-FFF2-40B4-BE49-F238E27FC236}">
                    <a16:creationId xmlns:a16="http://schemas.microsoft.com/office/drawing/2014/main" id="{C089AE81-D0E0-D82B-584B-BCB381D79150}"/>
                  </a:ext>
                </a:extLst>
              </p:cNvPr>
              <p:cNvSpPr/>
              <p:nvPr/>
            </p:nvSpPr>
            <p:spPr>
              <a:xfrm>
                <a:off x="4027046" y="1603226"/>
                <a:ext cx="161662" cy="16166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grpSp>
      </p:grpSp>
      <p:grpSp>
        <p:nvGrpSpPr>
          <p:cNvPr id="31" name="Group 30">
            <a:extLst>
              <a:ext uri="{FF2B5EF4-FFF2-40B4-BE49-F238E27FC236}">
                <a16:creationId xmlns:a16="http://schemas.microsoft.com/office/drawing/2014/main" id="{3C2AEFEA-AF4E-BB48-6E56-E49C38474491}"/>
              </a:ext>
            </a:extLst>
          </p:cNvPr>
          <p:cNvGrpSpPr/>
          <p:nvPr/>
        </p:nvGrpSpPr>
        <p:grpSpPr>
          <a:xfrm>
            <a:off x="1854679" y="4156084"/>
            <a:ext cx="3725670" cy="369332"/>
            <a:chOff x="1854679" y="4351720"/>
            <a:chExt cx="3725670" cy="369332"/>
          </a:xfrm>
        </p:grpSpPr>
        <p:sp>
          <p:nvSpPr>
            <p:cNvPr id="32" name="CuadroTexto 51">
              <a:extLst>
                <a:ext uri="{FF2B5EF4-FFF2-40B4-BE49-F238E27FC236}">
                  <a16:creationId xmlns:a16="http://schemas.microsoft.com/office/drawing/2014/main" id="{280B1722-DF65-B1B5-EA46-37BFC391D57F}"/>
                </a:ext>
              </a:extLst>
            </p:cNvPr>
            <p:cNvSpPr txBox="1"/>
            <p:nvPr/>
          </p:nvSpPr>
          <p:spPr>
            <a:xfrm>
              <a:off x="2268993" y="4351720"/>
              <a:ext cx="3311356" cy="369332"/>
            </a:xfrm>
            <a:prstGeom prst="rect">
              <a:avLst/>
            </a:prstGeom>
            <a:noFill/>
          </p:spPr>
          <p:txBody>
            <a:bodyPr wrap="none" rtlCol="0">
              <a:spAutoFit/>
            </a:bodyPr>
            <a:lstStyle/>
            <a:p>
              <a:r>
                <a:rPr lang="en-US" dirty="0" err="1">
                  <a:solidFill>
                    <a:schemeClr val="tx2"/>
                  </a:solidFill>
                  <a:latin typeface="Santander Text" panose="020B0504020201020104" pitchFamily="34" charset="0"/>
                </a:rPr>
                <a:t>Desenho</a:t>
              </a:r>
              <a:r>
                <a:rPr lang="en-US" dirty="0">
                  <a:solidFill>
                    <a:schemeClr val="tx2"/>
                  </a:solidFill>
                  <a:latin typeface="Santander Text" panose="020B0504020201020104" pitchFamily="34" charset="0"/>
                </a:rPr>
                <a:t> de </a:t>
              </a:r>
              <a:r>
                <a:rPr lang="en-US" dirty="0" err="1">
                  <a:solidFill>
                    <a:schemeClr val="tx2"/>
                  </a:solidFill>
                  <a:latin typeface="Santander Text" panose="020B0504020201020104" pitchFamily="34" charset="0"/>
                </a:rPr>
                <a:t>Infraestrutura</a:t>
              </a:r>
              <a:r>
                <a:rPr lang="en-US" dirty="0">
                  <a:solidFill>
                    <a:schemeClr val="tx2"/>
                  </a:solidFill>
                  <a:latin typeface="Santander Text" panose="020B0504020201020104" pitchFamily="34" charset="0"/>
                </a:rPr>
                <a:t> + LLD</a:t>
              </a:r>
            </a:p>
          </p:txBody>
        </p:sp>
        <p:grpSp>
          <p:nvGrpSpPr>
            <p:cNvPr id="33" name="Punto 1">
              <a:extLst>
                <a:ext uri="{FF2B5EF4-FFF2-40B4-BE49-F238E27FC236}">
                  <a16:creationId xmlns:a16="http://schemas.microsoft.com/office/drawing/2014/main" id="{112389E4-26C3-7999-B02F-D40EB70712A1}"/>
                </a:ext>
              </a:extLst>
            </p:cNvPr>
            <p:cNvGrpSpPr/>
            <p:nvPr/>
          </p:nvGrpSpPr>
          <p:grpSpPr>
            <a:xfrm>
              <a:off x="1854679" y="4357042"/>
              <a:ext cx="358688" cy="358688"/>
              <a:chOff x="3928533" y="1504713"/>
              <a:chExt cx="358688" cy="358688"/>
            </a:xfrm>
            <a:solidFill>
              <a:srgbClr val="3C3C3B"/>
            </a:solidFill>
          </p:grpSpPr>
          <p:sp>
            <p:nvSpPr>
              <p:cNvPr id="34" name="Elipse 105">
                <a:extLst>
                  <a:ext uri="{FF2B5EF4-FFF2-40B4-BE49-F238E27FC236}">
                    <a16:creationId xmlns:a16="http://schemas.microsoft.com/office/drawing/2014/main" id="{DAF90527-D7ED-7B35-1E09-B746F04411E0}"/>
                  </a:ext>
                </a:extLst>
              </p:cNvPr>
              <p:cNvSpPr/>
              <p:nvPr/>
            </p:nvSpPr>
            <p:spPr>
              <a:xfrm>
                <a:off x="3928533" y="1504713"/>
                <a:ext cx="358688" cy="35868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sp>
            <p:nvSpPr>
              <p:cNvPr id="35" name="Elipse 106">
                <a:extLst>
                  <a:ext uri="{FF2B5EF4-FFF2-40B4-BE49-F238E27FC236}">
                    <a16:creationId xmlns:a16="http://schemas.microsoft.com/office/drawing/2014/main" id="{103E2A51-F7D3-14BC-B094-263D07FA6AA4}"/>
                  </a:ext>
                </a:extLst>
              </p:cNvPr>
              <p:cNvSpPr/>
              <p:nvPr/>
            </p:nvSpPr>
            <p:spPr>
              <a:xfrm>
                <a:off x="4027046" y="1603226"/>
                <a:ext cx="161662" cy="16166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grpSp>
      </p:grpSp>
      <p:grpSp>
        <p:nvGrpSpPr>
          <p:cNvPr id="36" name="Group 35">
            <a:extLst>
              <a:ext uri="{FF2B5EF4-FFF2-40B4-BE49-F238E27FC236}">
                <a16:creationId xmlns:a16="http://schemas.microsoft.com/office/drawing/2014/main" id="{D49E0AFF-1B0A-B4A4-BD1C-B010DFD5CC5D}"/>
              </a:ext>
            </a:extLst>
          </p:cNvPr>
          <p:cNvGrpSpPr/>
          <p:nvPr/>
        </p:nvGrpSpPr>
        <p:grpSpPr>
          <a:xfrm>
            <a:off x="1854679" y="5077290"/>
            <a:ext cx="2754314" cy="369332"/>
            <a:chOff x="1854679" y="4934771"/>
            <a:chExt cx="2754314" cy="369332"/>
          </a:xfrm>
        </p:grpSpPr>
        <p:sp>
          <p:nvSpPr>
            <p:cNvPr id="37" name="CuadroTexto 56">
              <a:extLst>
                <a:ext uri="{FF2B5EF4-FFF2-40B4-BE49-F238E27FC236}">
                  <a16:creationId xmlns:a16="http://schemas.microsoft.com/office/drawing/2014/main" id="{87774062-9942-2D8E-2D2C-9489535BB8D7}"/>
                </a:ext>
              </a:extLst>
            </p:cNvPr>
            <p:cNvSpPr txBox="1"/>
            <p:nvPr/>
          </p:nvSpPr>
          <p:spPr>
            <a:xfrm>
              <a:off x="2268993" y="4934771"/>
              <a:ext cx="2340000" cy="369332"/>
            </a:xfrm>
            <a:prstGeom prst="rect">
              <a:avLst/>
            </a:prstGeom>
            <a:noFill/>
          </p:spPr>
          <p:txBody>
            <a:bodyPr wrap="none" rtlCol="0">
              <a:spAutoFit/>
            </a:bodyPr>
            <a:lstStyle>
              <a:defPPr>
                <a:defRPr lang="es-ES"/>
              </a:defPPr>
              <a:lvl1pPr>
                <a:defRPr>
                  <a:solidFill>
                    <a:schemeClr val="tx1">
                      <a:lumMod val="65000"/>
                      <a:lumOff val="35000"/>
                    </a:schemeClr>
                  </a:solidFill>
                </a:defRPr>
              </a:lvl1pPr>
            </a:lstStyle>
            <a:p>
              <a:r>
                <a:rPr lang="en-US" dirty="0" err="1">
                  <a:solidFill>
                    <a:schemeClr val="tx2"/>
                  </a:solidFill>
                  <a:latin typeface="Santander Text" panose="020B0504020201020104" pitchFamily="34" charset="0"/>
                </a:rPr>
                <a:t>Riscos</a:t>
              </a:r>
              <a:r>
                <a:rPr lang="en-US" dirty="0">
                  <a:solidFill>
                    <a:schemeClr val="tx2"/>
                  </a:solidFill>
                  <a:latin typeface="Santander Text" panose="020B0504020201020104" pitchFamily="34" charset="0"/>
                </a:rPr>
                <a:t> e </a:t>
              </a:r>
              <a:r>
                <a:rPr lang="en-US" dirty="0" err="1">
                  <a:solidFill>
                    <a:schemeClr val="tx2"/>
                  </a:solidFill>
                  <a:latin typeface="Santander Text" panose="020B0504020201020104" pitchFamily="34" charset="0"/>
                </a:rPr>
                <a:t>dependências</a:t>
              </a:r>
              <a:endParaRPr lang="en-US" dirty="0">
                <a:solidFill>
                  <a:schemeClr val="tx2"/>
                </a:solidFill>
                <a:latin typeface="Santander Text" panose="020B0504020201020104" pitchFamily="34" charset="0"/>
              </a:endParaRPr>
            </a:p>
          </p:txBody>
        </p:sp>
        <p:grpSp>
          <p:nvGrpSpPr>
            <p:cNvPr id="38" name="Punto 1">
              <a:extLst>
                <a:ext uri="{FF2B5EF4-FFF2-40B4-BE49-F238E27FC236}">
                  <a16:creationId xmlns:a16="http://schemas.microsoft.com/office/drawing/2014/main" id="{06E8F2CD-8917-70FD-A28B-49F6636C3113}"/>
                </a:ext>
              </a:extLst>
            </p:cNvPr>
            <p:cNvGrpSpPr/>
            <p:nvPr/>
          </p:nvGrpSpPr>
          <p:grpSpPr>
            <a:xfrm>
              <a:off x="1854679" y="4940093"/>
              <a:ext cx="358688" cy="358688"/>
              <a:chOff x="3928533" y="1504713"/>
              <a:chExt cx="358688" cy="358688"/>
            </a:xfrm>
            <a:solidFill>
              <a:srgbClr val="3C3C3B"/>
            </a:solidFill>
          </p:grpSpPr>
          <p:sp>
            <p:nvSpPr>
              <p:cNvPr id="39" name="Elipse 111">
                <a:extLst>
                  <a:ext uri="{FF2B5EF4-FFF2-40B4-BE49-F238E27FC236}">
                    <a16:creationId xmlns:a16="http://schemas.microsoft.com/office/drawing/2014/main" id="{9DC28604-F16D-3153-1A2C-12C980E3335A}"/>
                  </a:ext>
                </a:extLst>
              </p:cNvPr>
              <p:cNvSpPr/>
              <p:nvPr/>
            </p:nvSpPr>
            <p:spPr>
              <a:xfrm>
                <a:off x="3928533" y="1504713"/>
                <a:ext cx="358688" cy="35868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sp>
            <p:nvSpPr>
              <p:cNvPr id="40" name="Elipse 112">
                <a:extLst>
                  <a:ext uri="{FF2B5EF4-FFF2-40B4-BE49-F238E27FC236}">
                    <a16:creationId xmlns:a16="http://schemas.microsoft.com/office/drawing/2014/main" id="{B5B7261D-C4A8-23BD-896C-FF0AEAF6A229}"/>
                  </a:ext>
                </a:extLst>
              </p:cNvPr>
              <p:cNvSpPr/>
              <p:nvPr/>
            </p:nvSpPr>
            <p:spPr>
              <a:xfrm>
                <a:off x="4027046" y="1603226"/>
                <a:ext cx="161662" cy="16166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grpSp>
      </p:grpSp>
      <p:grpSp>
        <p:nvGrpSpPr>
          <p:cNvPr id="41" name="Group 40">
            <a:extLst>
              <a:ext uri="{FF2B5EF4-FFF2-40B4-BE49-F238E27FC236}">
                <a16:creationId xmlns:a16="http://schemas.microsoft.com/office/drawing/2014/main" id="{9AABFCD4-F5C1-50D7-C134-98B077580065}"/>
              </a:ext>
            </a:extLst>
          </p:cNvPr>
          <p:cNvGrpSpPr/>
          <p:nvPr/>
        </p:nvGrpSpPr>
        <p:grpSpPr>
          <a:xfrm>
            <a:off x="1854679" y="5537893"/>
            <a:ext cx="4932026" cy="369332"/>
            <a:chOff x="1854679" y="5503730"/>
            <a:chExt cx="4932026" cy="369332"/>
          </a:xfrm>
        </p:grpSpPr>
        <p:sp>
          <p:nvSpPr>
            <p:cNvPr id="42" name="CuadroTexto 45">
              <a:extLst>
                <a:ext uri="{FF2B5EF4-FFF2-40B4-BE49-F238E27FC236}">
                  <a16:creationId xmlns:a16="http://schemas.microsoft.com/office/drawing/2014/main" id="{47DD63CF-8FFE-FFB0-0947-274EC9629E2B}"/>
                </a:ext>
              </a:extLst>
            </p:cNvPr>
            <p:cNvSpPr txBox="1"/>
            <p:nvPr/>
          </p:nvSpPr>
          <p:spPr>
            <a:xfrm>
              <a:off x="2268993" y="5503730"/>
              <a:ext cx="4517712" cy="369332"/>
            </a:xfrm>
            <a:prstGeom prst="rect">
              <a:avLst/>
            </a:prstGeom>
            <a:noFill/>
          </p:spPr>
          <p:txBody>
            <a:bodyPr wrap="none" rtlCol="0">
              <a:spAutoFit/>
            </a:bodyPr>
            <a:lstStyle/>
            <a:p>
              <a:r>
                <a:rPr lang="en-US" dirty="0" err="1">
                  <a:solidFill>
                    <a:schemeClr val="tx2"/>
                  </a:solidFill>
                  <a:latin typeface="Santander Text" panose="020B0504020201020104" pitchFamily="34" charset="0"/>
                </a:rPr>
                <a:t>Documentação</a:t>
              </a:r>
              <a:r>
                <a:rPr lang="en-US" dirty="0">
                  <a:solidFill>
                    <a:schemeClr val="tx2"/>
                  </a:solidFill>
                  <a:latin typeface="Santander Text" panose="020B0504020201020104" pitchFamily="34" charset="0"/>
                </a:rPr>
                <a:t> de </a:t>
              </a:r>
              <a:r>
                <a:rPr lang="en-US" dirty="0" err="1">
                  <a:solidFill>
                    <a:schemeClr val="tx2"/>
                  </a:solidFill>
                  <a:latin typeface="Santander Text" panose="020B0504020201020104" pitchFamily="34" charset="0"/>
                </a:rPr>
                <a:t>Referência</a:t>
              </a:r>
              <a:r>
                <a:rPr lang="en-US" dirty="0">
                  <a:solidFill>
                    <a:schemeClr val="tx2"/>
                  </a:solidFill>
                  <a:latin typeface="Santander Text" panose="020B0504020201020104" pitchFamily="34" charset="0"/>
                </a:rPr>
                <a:t> e Boas </a:t>
              </a:r>
              <a:r>
                <a:rPr lang="en-US" dirty="0" err="1">
                  <a:solidFill>
                    <a:schemeClr val="tx2"/>
                  </a:solidFill>
                  <a:latin typeface="Santander Text" panose="020B0504020201020104" pitchFamily="34" charset="0"/>
                </a:rPr>
                <a:t>Práticas</a:t>
              </a:r>
              <a:endParaRPr lang="en-US" dirty="0">
                <a:solidFill>
                  <a:schemeClr val="tx2"/>
                </a:solidFill>
                <a:latin typeface="Santander Text" panose="020B0504020201020104" pitchFamily="34" charset="0"/>
              </a:endParaRPr>
            </a:p>
          </p:txBody>
        </p:sp>
        <p:grpSp>
          <p:nvGrpSpPr>
            <p:cNvPr id="43" name="Punto 1">
              <a:extLst>
                <a:ext uri="{FF2B5EF4-FFF2-40B4-BE49-F238E27FC236}">
                  <a16:creationId xmlns:a16="http://schemas.microsoft.com/office/drawing/2014/main" id="{A8901331-D206-5D38-86EA-A7A0CA4EF683}"/>
                </a:ext>
              </a:extLst>
            </p:cNvPr>
            <p:cNvGrpSpPr/>
            <p:nvPr/>
          </p:nvGrpSpPr>
          <p:grpSpPr>
            <a:xfrm>
              <a:off x="1854679" y="5509052"/>
              <a:ext cx="358688" cy="358688"/>
              <a:chOff x="3928533" y="1504713"/>
              <a:chExt cx="358688" cy="358688"/>
            </a:xfrm>
            <a:solidFill>
              <a:srgbClr val="3C3C3B"/>
            </a:solidFill>
          </p:grpSpPr>
          <p:sp>
            <p:nvSpPr>
              <p:cNvPr id="44" name="Elipse 52">
                <a:extLst>
                  <a:ext uri="{FF2B5EF4-FFF2-40B4-BE49-F238E27FC236}">
                    <a16:creationId xmlns:a16="http://schemas.microsoft.com/office/drawing/2014/main" id="{05D26358-1B3F-5E68-F109-469065B056E2}"/>
                  </a:ext>
                </a:extLst>
              </p:cNvPr>
              <p:cNvSpPr/>
              <p:nvPr/>
            </p:nvSpPr>
            <p:spPr>
              <a:xfrm>
                <a:off x="3928533" y="1504713"/>
                <a:ext cx="358688" cy="35868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sp>
            <p:nvSpPr>
              <p:cNvPr id="61" name="Elipse 53">
                <a:extLst>
                  <a:ext uri="{FF2B5EF4-FFF2-40B4-BE49-F238E27FC236}">
                    <a16:creationId xmlns:a16="http://schemas.microsoft.com/office/drawing/2014/main" id="{A75B52B9-D955-F0B2-5E9A-E49A1F5D874C}"/>
                  </a:ext>
                </a:extLst>
              </p:cNvPr>
              <p:cNvSpPr/>
              <p:nvPr/>
            </p:nvSpPr>
            <p:spPr>
              <a:xfrm>
                <a:off x="4027046" y="1603226"/>
                <a:ext cx="161662" cy="16166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grpSp>
      </p:grpSp>
      <p:grpSp>
        <p:nvGrpSpPr>
          <p:cNvPr id="62" name="Group 61">
            <a:extLst>
              <a:ext uri="{FF2B5EF4-FFF2-40B4-BE49-F238E27FC236}">
                <a16:creationId xmlns:a16="http://schemas.microsoft.com/office/drawing/2014/main" id="{4F32ACD0-0765-D4EA-287E-E22E84FF96FE}"/>
              </a:ext>
            </a:extLst>
          </p:cNvPr>
          <p:cNvGrpSpPr/>
          <p:nvPr/>
        </p:nvGrpSpPr>
        <p:grpSpPr>
          <a:xfrm>
            <a:off x="1854679" y="5998502"/>
            <a:ext cx="1300647" cy="369332"/>
            <a:chOff x="1854679" y="6037414"/>
            <a:chExt cx="1300647" cy="369332"/>
          </a:xfrm>
        </p:grpSpPr>
        <p:sp>
          <p:nvSpPr>
            <p:cNvPr id="63" name="CuadroTexto 59">
              <a:extLst>
                <a:ext uri="{FF2B5EF4-FFF2-40B4-BE49-F238E27FC236}">
                  <a16:creationId xmlns:a16="http://schemas.microsoft.com/office/drawing/2014/main" id="{9E8408F6-8F61-D886-F899-02A9C7BB6452}"/>
                </a:ext>
              </a:extLst>
            </p:cNvPr>
            <p:cNvSpPr txBox="1"/>
            <p:nvPr/>
          </p:nvSpPr>
          <p:spPr>
            <a:xfrm>
              <a:off x="2268993" y="6037414"/>
              <a:ext cx="886333" cy="369332"/>
            </a:xfrm>
            <a:prstGeom prst="rect">
              <a:avLst/>
            </a:prstGeom>
            <a:noFill/>
          </p:spPr>
          <p:txBody>
            <a:bodyPr wrap="none" rtlCol="0">
              <a:spAutoFit/>
            </a:bodyPr>
            <a:lstStyle/>
            <a:p>
              <a:r>
                <a:rPr lang="en-US" dirty="0" err="1">
                  <a:solidFill>
                    <a:schemeClr val="tx2"/>
                  </a:solidFill>
                  <a:latin typeface="Santander Text" panose="020B0504020201020104" pitchFamily="34" charset="0"/>
                </a:rPr>
                <a:t>Anexos</a:t>
              </a:r>
              <a:endParaRPr lang="en-US" dirty="0">
                <a:solidFill>
                  <a:schemeClr val="tx2"/>
                </a:solidFill>
                <a:latin typeface="Santander Text" panose="020B0504020201020104" pitchFamily="34" charset="0"/>
              </a:endParaRPr>
            </a:p>
          </p:txBody>
        </p:sp>
        <p:grpSp>
          <p:nvGrpSpPr>
            <p:cNvPr id="64" name="Punto 1">
              <a:extLst>
                <a:ext uri="{FF2B5EF4-FFF2-40B4-BE49-F238E27FC236}">
                  <a16:creationId xmlns:a16="http://schemas.microsoft.com/office/drawing/2014/main" id="{7998A099-37CD-4F77-32B4-FCC91B5E5DC0}"/>
                </a:ext>
              </a:extLst>
            </p:cNvPr>
            <p:cNvGrpSpPr/>
            <p:nvPr/>
          </p:nvGrpSpPr>
          <p:grpSpPr>
            <a:xfrm>
              <a:off x="1854679" y="6042736"/>
              <a:ext cx="358688" cy="358688"/>
              <a:chOff x="3928533" y="1504713"/>
              <a:chExt cx="358688" cy="358688"/>
            </a:xfrm>
            <a:solidFill>
              <a:srgbClr val="3C3C3B"/>
            </a:solidFill>
          </p:grpSpPr>
          <p:sp>
            <p:nvSpPr>
              <p:cNvPr id="65" name="Elipse 52">
                <a:extLst>
                  <a:ext uri="{FF2B5EF4-FFF2-40B4-BE49-F238E27FC236}">
                    <a16:creationId xmlns:a16="http://schemas.microsoft.com/office/drawing/2014/main" id="{76153FA8-20D9-E03C-22EF-65F0AA77C64A}"/>
                  </a:ext>
                </a:extLst>
              </p:cNvPr>
              <p:cNvSpPr/>
              <p:nvPr/>
            </p:nvSpPr>
            <p:spPr>
              <a:xfrm>
                <a:off x="3928533" y="1504713"/>
                <a:ext cx="358688" cy="35868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sp>
            <p:nvSpPr>
              <p:cNvPr id="66" name="Elipse 53">
                <a:extLst>
                  <a:ext uri="{FF2B5EF4-FFF2-40B4-BE49-F238E27FC236}">
                    <a16:creationId xmlns:a16="http://schemas.microsoft.com/office/drawing/2014/main" id="{4623549C-4CD7-362F-8589-30A69AB0BD4B}"/>
                  </a:ext>
                </a:extLst>
              </p:cNvPr>
              <p:cNvSpPr/>
              <p:nvPr/>
            </p:nvSpPr>
            <p:spPr>
              <a:xfrm>
                <a:off x="4027046" y="1603226"/>
                <a:ext cx="161662" cy="16166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grpSp>
      </p:grpSp>
      <p:grpSp>
        <p:nvGrpSpPr>
          <p:cNvPr id="67" name="Group 66">
            <a:extLst>
              <a:ext uri="{FF2B5EF4-FFF2-40B4-BE49-F238E27FC236}">
                <a16:creationId xmlns:a16="http://schemas.microsoft.com/office/drawing/2014/main" id="{F7C6EE3F-5A51-C7DC-BB1C-07C729FA8443}"/>
              </a:ext>
            </a:extLst>
          </p:cNvPr>
          <p:cNvGrpSpPr/>
          <p:nvPr/>
        </p:nvGrpSpPr>
        <p:grpSpPr>
          <a:xfrm>
            <a:off x="1854679" y="931863"/>
            <a:ext cx="1991797" cy="369332"/>
            <a:chOff x="1854679" y="1044073"/>
            <a:chExt cx="1991797" cy="369332"/>
          </a:xfrm>
        </p:grpSpPr>
        <p:grpSp>
          <p:nvGrpSpPr>
            <p:cNvPr id="68" name="Punto 1">
              <a:extLst>
                <a:ext uri="{FF2B5EF4-FFF2-40B4-BE49-F238E27FC236}">
                  <a16:creationId xmlns:a16="http://schemas.microsoft.com/office/drawing/2014/main" id="{08180038-F699-D045-28F7-9B8817289B14}"/>
                </a:ext>
              </a:extLst>
            </p:cNvPr>
            <p:cNvGrpSpPr/>
            <p:nvPr/>
          </p:nvGrpSpPr>
          <p:grpSpPr>
            <a:xfrm>
              <a:off x="1854679" y="1049395"/>
              <a:ext cx="358688" cy="358688"/>
              <a:chOff x="3928533" y="1504713"/>
              <a:chExt cx="358688" cy="358688"/>
            </a:xfrm>
            <a:solidFill>
              <a:srgbClr val="3C3C3B"/>
            </a:solidFill>
          </p:grpSpPr>
          <p:sp>
            <p:nvSpPr>
              <p:cNvPr id="70" name="Elipse 96">
                <a:extLst>
                  <a:ext uri="{FF2B5EF4-FFF2-40B4-BE49-F238E27FC236}">
                    <a16:creationId xmlns:a16="http://schemas.microsoft.com/office/drawing/2014/main" id="{7C4F7EAB-D243-13E6-63B3-25ED4C0D8765}"/>
                  </a:ext>
                </a:extLst>
              </p:cNvPr>
              <p:cNvSpPr/>
              <p:nvPr/>
            </p:nvSpPr>
            <p:spPr>
              <a:xfrm>
                <a:off x="3928533" y="1504713"/>
                <a:ext cx="358688" cy="35868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sp>
            <p:nvSpPr>
              <p:cNvPr id="71" name="Elipse 97">
                <a:extLst>
                  <a:ext uri="{FF2B5EF4-FFF2-40B4-BE49-F238E27FC236}">
                    <a16:creationId xmlns:a16="http://schemas.microsoft.com/office/drawing/2014/main" id="{2DF3D350-E795-596C-BBFC-B26A4BB84961}"/>
                  </a:ext>
                </a:extLst>
              </p:cNvPr>
              <p:cNvSpPr/>
              <p:nvPr/>
            </p:nvSpPr>
            <p:spPr>
              <a:xfrm>
                <a:off x="4027046" y="1603226"/>
                <a:ext cx="161662" cy="16166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grpSp>
        <p:sp>
          <p:nvSpPr>
            <p:cNvPr id="69" name="CuadroTexto 47">
              <a:extLst>
                <a:ext uri="{FF2B5EF4-FFF2-40B4-BE49-F238E27FC236}">
                  <a16:creationId xmlns:a16="http://schemas.microsoft.com/office/drawing/2014/main" id="{4E837AB0-6986-14D7-7D30-51D02984ECC7}"/>
                </a:ext>
              </a:extLst>
            </p:cNvPr>
            <p:cNvSpPr txBox="1"/>
            <p:nvPr/>
          </p:nvSpPr>
          <p:spPr>
            <a:xfrm>
              <a:off x="2268993" y="1044073"/>
              <a:ext cx="1577483" cy="369332"/>
            </a:xfrm>
            <a:prstGeom prst="rect">
              <a:avLst/>
            </a:prstGeom>
            <a:noFill/>
          </p:spPr>
          <p:txBody>
            <a:bodyPr wrap="none" rtlCol="0">
              <a:spAutoFit/>
            </a:bodyPr>
            <a:lstStyle>
              <a:defPPr>
                <a:defRPr lang="es-ES"/>
              </a:defPPr>
              <a:lvl1pPr>
                <a:defRPr>
                  <a:solidFill>
                    <a:schemeClr val="tx1">
                      <a:lumMod val="65000"/>
                      <a:lumOff val="35000"/>
                    </a:schemeClr>
                  </a:solidFill>
                </a:defRPr>
              </a:lvl1pPr>
            </a:lstStyle>
            <a:p>
              <a:r>
                <a:rPr lang="en-US" dirty="0" err="1">
                  <a:solidFill>
                    <a:schemeClr val="tx2"/>
                  </a:solidFill>
                  <a:latin typeface="Santander Text" panose="020B0504020201020104" pitchFamily="34" charset="0"/>
                </a:rPr>
                <a:t>Situação</a:t>
              </a:r>
              <a:r>
                <a:rPr lang="en-US" dirty="0">
                  <a:solidFill>
                    <a:schemeClr val="tx2"/>
                  </a:solidFill>
                  <a:latin typeface="Santander Text" panose="020B0504020201020104" pitchFamily="34" charset="0"/>
                </a:rPr>
                <a:t> </a:t>
              </a:r>
              <a:r>
                <a:rPr lang="en-US" dirty="0" err="1">
                  <a:solidFill>
                    <a:schemeClr val="tx2"/>
                  </a:solidFill>
                  <a:latin typeface="Santander Text" panose="020B0504020201020104" pitchFamily="34" charset="0"/>
                </a:rPr>
                <a:t>Atual</a:t>
              </a:r>
              <a:endParaRPr lang="en-US" dirty="0">
                <a:solidFill>
                  <a:schemeClr val="tx2"/>
                </a:solidFill>
                <a:latin typeface="Santander Text" panose="020B0504020201020104" pitchFamily="34" charset="0"/>
              </a:endParaRPr>
            </a:p>
          </p:txBody>
        </p:sp>
      </p:grpSp>
      <p:grpSp>
        <p:nvGrpSpPr>
          <p:cNvPr id="72" name="Group 71">
            <a:extLst>
              <a:ext uri="{FF2B5EF4-FFF2-40B4-BE49-F238E27FC236}">
                <a16:creationId xmlns:a16="http://schemas.microsoft.com/office/drawing/2014/main" id="{4BBE3678-7DA1-8090-294A-6131F883AE10}"/>
              </a:ext>
            </a:extLst>
          </p:cNvPr>
          <p:cNvGrpSpPr/>
          <p:nvPr/>
        </p:nvGrpSpPr>
        <p:grpSpPr>
          <a:xfrm>
            <a:off x="1854679" y="1853069"/>
            <a:ext cx="5412990" cy="369332"/>
            <a:chOff x="1854679" y="2101506"/>
            <a:chExt cx="5412990" cy="369332"/>
          </a:xfrm>
        </p:grpSpPr>
        <p:sp>
          <p:nvSpPr>
            <p:cNvPr id="73" name="CuadroTexto 57">
              <a:extLst>
                <a:ext uri="{FF2B5EF4-FFF2-40B4-BE49-F238E27FC236}">
                  <a16:creationId xmlns:a16="http://schemas.microsoft.com/office/drawing/2014/main" id="{F00D7FE9-EB30-40B8-C096-CC886F89DC55}"/>
                </a:ext>
              </a:extLst>
            </p:cNvPr>
            <p:cNvSpPr txBox="1"/>
            <p:nvPr/>
          </p:nvSpPr>
          <p:spPr>
            <a:xfrm>
              <a:off x="2268993" y="2101506"/>
              <a:ext cx="4998676" cy="369332"/>
            </a:xfrm>
            <a:prstGeom prst="rect">
              <a:avLst/>
            </a:prstGeom>
            <a:noFill/>
          </p:spPr>
          <p:txBody>
            <a:bodyPr wrap="none" rtlCol="0">
              <a:spAutoFit/>
            </a:bodyPr>
            <a:lstStyle/>
            <a:p>
              <a:r>
                <a:rPr lang="pt-PT" dirty="0">
                  <a:solidFill>
                    <a:schemeClr val="tx2"/>
                  </a:solidFill>
                  <a:latin typeface="Santander Text" panose="020B0504020201020104" pitchFamily="34" charset="0"/>
                </a:rPr>
                <a:t>Identificação e Descrição de Requisitos Funcionais</a:t>
              </a:r>
            </a:p>
          </p:txBody>
        </p:sp>
        <p:grpSp>
          <p:nvGrpSpPr>
            <p:cNvPr id="74" name="Punto 1">
              <a:extLst>
                <a:ext uri="{FF2B5EF4-FFF2-40B4-BE49-F238E27FC236}">
                  <a16:creationId xmlns:a16="http://schemas.microsoft.com/office/drawing/2014/main" id="{566B34CE-0520-1479-C5AB-115DCA0D73CF}"/>
                </a:ext>
              </a:extLst>
            </p:cNvPr>
            <p:cNvGrpSpPr/>
            <p:nvPr/>
          </p:nvGrpSpPr>
          <p:grpSpPr>
            <a:xfrm>
              <a:off x="1854679" y="2106828"/>
              <a:ext cx="358688" cy="358688"/>
              <a:chOff x="3928533" y="1504713"/>
              <a:chExt cx="358688" cy="358688"/>
            </a:xfrm>
            <a:solidFill>
              <a:srgbClr val="3C3C3B"/>
            </a:solidFill>
          </p:grpSpPr>
          <p:sp>
            <p:nvSpPr>
              <p:cNvPr id="75" name="Elipse 96">
                <a:extLst>
                  <a:ext uri="{FF2B5EF4-FFF2-40B4-BE49-F238E27FC236}">
                    <a16:creationId xmlns:a16="http://schemas.microsoft.com/office/drawing/2014/main" id="{0B6950FF-F50A-57A9-7409-937A00CAF989}"/>
                  </a:ext>
                </a:extLst>
              </p:cNvPr>
              <p:cNvSpPr/>
              <p:nvPr/>
            </p:nvSpPr>
            <p:spPr>
              <a:xfrm>
                <a:off x="3928533" y="1504713"/>
                <a:ext cx="358688" cy="35868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sp>
            <p:nvSpPr>
              <p:cNvPr id="76" name="Elipse 97">
                <a:extLst>
                  <a:ext uri="{FF2B5EF4-FFF2-40B4-BE49-F238E27FC236}">
                    <a16:creationId xmlns:a16="http://schemas.microsoft.com/office/drawing/2014/main" id="{4F0E9651-7E6C-FB43-CD8B-18DA14513B70}"/>
                  </a:ext>
                </a:extLst>
              </p:cNvPr>
              <p:cNvSpPr/>
              <p:nvPr/>
            </p:nvSpPr>
            <p:spPr>
              <a:xfrm>
                <a:off x="4027046" y="1603226"/>
                <a:ext cx="161662" cy="16166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grpSp>
      </p:grpSp>
      <p:grpSp>
        <p:nvGrpSpPr>
          <p:cNvPr id="77" name="Group 76">
            <a:extLst>
              <a:ext uri="{FF2B5EF4-FFF2-40B4-BE49-F238E27FC236}">
                <a16:creationId xmlns:a16="http://schemas.microsoft.com/office/drawing/2014/main" id="{3C789E1D-7584-5E6D-C932-BD64ADB04969}"/>
              </a:ext>
            </a:extLst>
          </p:cNvPr>
          <p:cNvGrpSpPr/>
          <p:nvPr/>
        </p:nvGrpSpPr>
        <p:grpSpPr>
          <a:xfrm>
            <a:off x="1854679" y="1392466"/>
            <a:ext cx="5086619" cy="369332"/>
            <a:chOff x="1854679" y="1559699"/>
            <a:chExt cx="5086619" cy="369332"/>
          </a:xfrm>
        </p:grpSpPr>
        <p:grpSp>
          <p:nvGrpSpPr>
            <p:cNvPr id="78" name="Punto 1">
              <a:extLst>
                <a:ext uri="{FF2B5EF4-FFF2-40B4-BE49-F238E27FC236}">
                  <a16:creationId xmlns:a16="http://schemas.microsoft.com/office/drawing/2014/main" id="{D342E0F4-BBD2-8682-873B-5F07CC9E4854}"/>
                </a:ext>
              </a:extLst>
            </p:cNvPr>
            <p:cNvGrpSpPr/>
            <p:nvPr/>
          </p:nvGrpSpPr>
          <p:grpSpPr>
            <a:xfrm>
              <a:off x="1854679" y="1565021"/>
              <a:ext cx="358688" cy="358688"/>
              <a:chOff x="3928533" y="1504713"/>
              <a:chExt cx="358688" cy="358688"/>
            </a:xfrm>
            <a:solidFill>
              <a:srgbClr val="3C3C3B"/>
            </a:solidFill>
          </p:grpSpPr>
          <p:sp>
            <p:nvSpPr>
              <p:cNvPr id="80" name="Elipse 96">
                <a:extLst>
                  <a:ext uri="{FF2B5EF4-FFF2-40B4-BE49-F238E27FC236}">
                    <a16:creationId xmlns:a16="http://schemas.microsoft.com/office/drawing/2014/main" id="{BCDE803C-B32E-B3DA-16B1-30AB3AB3400C}"/>
                  </a:ext>
                </a:extLst>
              </p:cNvPr>
              <p:cNvSpPr/>
              <p:nvPr/>
            </p:nvSpPr>
            <p:spPr>
              <a:xfrm>
                <a:off x="3928533" y="1504713"/>
                <a:ext cx="358688" cy="35868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sp>
            <p:nvSpPr>
              <p:cNvPr id="81" name="Elipse 97">
                <a:extLst>
                  <a:ext uri="{FF2B5EF4-FFF2-40B4-BE49-F238E27FC236}">
                    <a16:creationId xmlns:a16="http://schemas.microsoft.com/office/drawing/2014/main" id="{3F8C452E-E4AA-76DB-9CD1-52BE81C58885}"/>
                  </a:ext>
                </a:extLst>
              </p:cNvPr>
              <p:cNvSpPr/>
              <p:nvPr/>
            </p:nvSpPr>
            <p:spPr>
              <a:xfrm>
                <a:off x="4027046" y="1603226"/>
                <a:ext cx="161662" cy="16166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grpSp>
        <p:sp>
          <p:nvSpPr>
            <p:cNvPr id="79" name="CuadroTexto 47">
              <a:extLst>
                <a:ext uri="{FF2B5EF4-FFF2-40B4-BE49-F238E27FC236}">
                  <a16:creationId xmlns:a16="http://schemas.microsoft.com/office/drawing/2014/main" id="{4FA19B5B-A27F-4F38-20B4-B2B961731482}"/>
                </a:ext>
              </a:extLst>
            </p:cNvPr>
            <p:cNvSpPr txBox="1"/>
            <p:nvPr/>
          </p:nvSpPr>
          <p:spPr>
            <a:xfrm>
              <a:off x="2268993" y="1559699"/>
              <a:ext cx="4672305" cy="369332"/>
            </a:xfrm>
            <a:prstGeom prst="rect">
              <a:avLst/>
            </a:prstGeom>
            <a:noFill/>
          </p:spPr>
          <p:txBody>
            <a:bodyPr wrap="none" rtlCol="0">
              <a:spAutoFit/>
            </a:bodyPr>
            <a:lstStyle>
              <a:defPPr>
                <a:defRPr lang="es-ES"/>
              </a:defPPr>
              <a:lvl1pPr>
                <a:defRPr>
                  <a:solidFill>
                    <a:schemeClr val="tx1">
                      <a:lumMod val="65000"/>
                      <a:lumOff val="35000"/>
                    </a:schemeClr>
                  </a:solidFill>
                </a:defRPr>
              </a:lvl1pPr>
            </a:lstStyle>
            <a:p>
              <a:r>
                <a:rPr lang="en-US" dirty="0" err="1">
                  <a:solidFill>
                    <a:schemeClr val="tx2"/>
                  </a:solidFill>
                  <a:latin typeface="Santander Text" panose="020B0504020201020104" pitchFamily="34" charset="0"/>
                </a:rPr>
                <a:t>Princípios</a:t>
              </a:r>
              <a:r>
                <a:rPr lang="en-US" dirty="0">
                  <a:solidFill>
                    <a:schemeClr val="tx2"/>
                  </a:solidFill>
                  <a:latin typeface="Santander Text" panose="020B0504020201020104" pitchFamily="34" charset="0"/>
                </a:rPr>
                <a:t> </a:t>
              </a:r>
              <a:r>
                <a:rPr lang="en-US" dirty="0" err="1">
                  <a:solidFill>
                    <a:schemeClr val="tx2"/>
                  </a:solidFill>
                  <a:latin typeface="Santander Text" panose="020B0504020201020104" pitchFamily="34" charset="0"/>
                </a:rPr>
                <a:t>Funcionais</a:t>
              </a:r>
              <a:r>
                <a:rPr lang="en-US" dirty="0">
                  <a:solidFill>
                    <a:schemeClr val="tx2"/>
                  </a:solidFill>
                  <a:latin typeface="Santander Text" panose="020B0504020201020104" pitchFamily="34" charset="0"/>
                </a:rPr>
                <a:t> e </a:t>
              </a:r>
              <a:r>
                <a:rPr lang="en-US" dirty="0" err="1">
                  <a:solidFill>
                    <a:schemeClr val="tx2"/>
                  </a:solidFill>
                  <a:latin typeface="Santander Text" panose="020B0504020201020104" pitchFamily="34" charset="0"/>
                </a:rPr>
                <a:t>Indicadores</a:t>
              </a:r>
              <a:r>
                <a:rPr lang="en-US" dirty="0">
                  <a:solidFill>
                    <a:schemeClr val="tx2"/>
                  </a:solidFill>
                  <a:latin typeface="Santander Text" panose="020B0504020201020104" pitchFamily="34" charset="0"/>
                </a:rPr>
                <a:t> de </a:t>
              </a:r>
              <a:r>
                <a:rPr lang="en-US" dirty="0" err="1">
                  <a:solidFill>
                    <a:schemeClr val="tx2"/>
                  </a:solidFill>
                  <a:latin typeface="Santander Text" panose="020B0504020201020104" pitchFamily="34" charset="0"/>
                </a:rPr>
                <a:t>Negócio</a:t>
              </a:r>
              <a:endParaRPr lang="en-US" dirty="0">
                <a:solidFill>
                  <a:schemeClr val="tx2"/>
                </a:solidFill>
                <a:latin typeface="Santander Text" panose="020B0504020201020104" pitchFamily="34" charset="0"/>
              </a:endParaRPr>
            </a:p>
          </p:txBody>
        </p:sp>
      </p:grpSp>
      <p:grpSp>
        <p:nvGrpSpPr>
          <p:cNvPr id="82" name="Group 81">
            <a:extLst>
              <a:ext uri="{FF2B5EF4-FFF2-40B4-BE49-F238E27FC236}">
                <a16:creationId xmlns:a16="http://schemas.microsoft.com/office/drawing/2014/main" id="{3ED791B8-DFEC-7E3D-3051-71B0D4716665}"/>
              </a:ext>
            </a:extLst>
          </p:cNvPr>
          <p:cNvGrpSpPr/>
          <p:nvPr/>
        </p:nvGrpSpPr>
        <p:grpSpPr>
          <a:xfrm>
            <a:off x="1854679" y="2313672"/>
            <a:ext cx="2554387" cy="369332"/>
            <a:chOff x="1854679" y="2707045"/>
            <a:chExt cx="2554387" cy="369332"/>
          </a:xfrm>
        </p:grpSpPr>
        <p:sp>
          <p:nvSpPr>
            <p:cNvPr id="83" name="CuadroTexto 57">
              <a:extLst>
                <a:ext uri="{FF2B5EF4-FFF2-40B4-BE49-F238E27FC236}">
                  <a16:creationId xmlns:a16="http://schemas.microsoft.com/office/drawing/2014/main" id="{C2E7BAA1-1C81-B233-EE20-2E8E7EB07942}"/>
                </a:ext>
              </a:extLst>
            </p:cNvPr>
            <p:cNvSpPr txBox="1"/>
            <p:nvPr/>
          </p:nvSpPr>
          <p:spPr>
            <a:xfrm>
              <a:off x="2268993" y="2707045"/>
              <a:ext cx="2140073" cy="369332"/>
            </a:xfrm>
            <a:prstGeom prst="rect">
              <a:avLst/>
            </a:prstGeom>
            <a:noFill/>
          </p:spPr>
          <p:txBody>
            <a:bodyPr wrap="none" rtlCol="0">
              <a:spAutoFit/>
            </a:bodyPr>
            <a:lstStyle/>
            <a:p>
              <a:r>
                <a:rPr lang="en-US" dirty="0" err="1">
                  <a:solidFill>
                    <a:schemeClr val="tx2"/>
                  </a:solidFill>
                  <a:latin typeface="Santander Text" panose="020B0504020201020104" pitchFamily="34" charset="0"/>
                </a:rPr>
                <a:t>Desenho</a:t>
              </a:r>
              <a:r>
                <a:rPr lang="en-US" dirty="0">
                  <a:solidFill>
                    <a:schemeClr val="tx2"/>
                  </a:solidFill>
                  <a:latin typeface="Santander Text" panose="020B0504020201020104" pitchFamily="34" charset="0"/>
                </a:rPr>
                <a:t> de </a:t>
              </a:r>
              <a:r>
                <a:rPr lang="en-US" dirty="0" err="1">
                  <a:solidFill>
                    <a:schemeClr val="tx2"/>
                  </a:solidFill>
                  <a:latin typeface="Santander Text" panose="020B0504020201020104" pitchFamily="34" charset="0"/>
                </a:rPr>
                <a:t>Solução</a:t>
              </a:r>
              <a:endParaRPr lang="en-US" dirty="0">
                <a:solidFill>
                  <a:schemeClr val="tx2"/>
                </a:solidFill>
                <a:latin typeface="Santander Text" panose="020B0504020201020104" pitchFamily="34" charset="0"/>
              </a:endParaRPr>
            </a:p>
          </p:txBody>
        </p:sp>
        <p:grpSp>
          <p:nvGrpSpPr>
            <p:cNvPr id="84" name="Punto 1">
              <a:extLst>
                <a:ext uri="{FF2B5EF4-FFF2-40B4-BE49-F238E27FC236}">
                  <a16:creationId xmlns:a16="http://schemas.microsoft.com/office/drawing/2014/main" id="{49E7982D-E9AA-8A7D-9FE9-CF4AD3F57BB3}"/>
                </a:ext>
              </a:extLst>
            </p:cNvPr>
            <p:cNvGrpSpPr/>
            <p:nvPr/>
          </p:nvGrpSpPr>
          <p:grpSpPr>
            <a:xfrm>
              <a:off x="1854679" y="2712367"/>
              <a:ext cx="358688" cy="358688"/>
              <a:chOff x="3928533" y="1504713"/>
              <a:chExt cx="358688" cy="358688"/>
            </a:xfrm>
            <a:solidFill>
              <a:srgbClr val="3C3C3B"/>
            </a:solidFill>
          </p:grpSpPr>
          <p:sp>
            <p:nvSpPr>
              <p:cNvPr id="85" name="Elipse 96">
                <a:extLst>
                  <a:ext uri="{FF2B5EF4-FFF2-40B4-BE49-F238E27FC236}">
                    <a16:creationId xmlns:a16="http://schemas.microsoft.com/office/drawing/2014/main" id="{F6899D6C-174B-AF9B-EC20-FEDEBC9D1A61}"/>
                  </a:ext>
                </a:extLst>
              </p:cNvPr>
              <p:cNvSpPr/>
              <p:nvPr/>
            </p:nvSpPr>
            <p:spPr>
              <a:xfrm>
                <a:off x="3928533" y="1504713"/>
                <a:ext cx="358688" cy="35868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sp>
            <p:nvSpPr>
              <p:cNvPr id="86" name="Elipse 97">
                <a:extLst>
                  <a:ext uri="{FF2B5EF4-FFF2-40B4-BE49-F238E27FC236}">
                    <a16:creationId xmlns:a16="http://schemas.microsoft.com/office/drawing/2014/main" id="{628CC321-B958-131B-2DFC-315685CC1775}"/>
                  </a:ext>
                </a:extLst>
              </p:cNvPr>
              <p:cNvSpPr/>
              <p:nvPr/>
            </p:nvSpPr>
            <p:spPr>
              <a:xfrm>
                <a:off x="4027046" y="1603226"/>
                <a:ext cx="161662" cy="16166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grpSp>
      </p:grpSp>
      <p:grpSp>
        <p:nvGrpSpPr>
          <p:cNvPr id="87" name="Group 86">
            <a:extLst>
              <a:ext uri="{FF2B5EF4-FFF2-40B4-BE49-F238E27FC236}">
                <a16:creationId xmlns:a16="http://schemas.microsoft.com/office/drawing/2014/main" id="{829789E4-8206-5431-9CA5-52737FFD5852}"/>
              </a:ext>
            </a:extLst>
          </p:cNvPr>
          <p:cNvGrpSpPr/>
          <p:nvPr/>
        </p:nvGrpSpPr>
        <p:grpSpPr>
          <a:xfrm>
            <a:off x="1843483" y="471260"/>
            <a:ext cx="4248608" cy="369332"/>
            <a:chOff x="1843483" y="471260"/>
            <a:chExt cx="4248608" cy="369332"/>
          </a:xfrm>
        </p:grpSpPr>
        <p:grpSp>
          <p:nvGrpSpPr>
            <p:cNvPr id="88" name="Group 87">
              <a:extLst>
                <a:ext uri="{FF2B5EF4-FFF2-40B4-BE49-F238E27FC236}">
                  <a16:creationId xmlns:a16="http://schemas.microsoft.com/office/drawing/2014/main" id="{DA575C87-F85E-8D52-3CE4-5DD8A29F33C0}"/>
                </a:ext>
              </a:extLst>
            </p:cNvPr>
            <p:cNvGrpSpPr/>
            <p:nvPr/>
          </p:nvGrpSpPr>
          <p:grpSpPr>
            <a:xfrm>
              <a:off x="1843483" y="471260"/>
              <a:ext cx="4248608" cy="369332"/>
              <a:chOff x="1843483" y="471260"/>
              <a:chExt cx="4248608" cy="369332"/>
            </a:xfrm>
          </p:grpSpPr>
          <p:sp>
            <p:nvSpPr>
              <p:cNvPr id="90" name="CuadroTexto 47">
                <a:extLst>
                  <a:ext uri="{FF2B5EF4-FFF2-40B4-BE49-F238E27FC236}">
                    <a16:creationId xmlns:a16="http://schemas.microsoft.com/office/drawing/2014/main" id="{61C69CC3-E946-C68F-CB55-2C8B3DF7CFCD}"/>
                  </a:ext>
                </a:extLst>
              </p:cNvPr>
              <p:cNvSpPr txBox="1"/>
              <p:nvPr/>
            </p:nvSpPr>
            <p:spPr>
              <a:xfrm>
                <a:off x="2268993" y="471260"/>
                <a:ext cx="3823098" cy="369332"/>
              </a:xfrm>
              <a:prstGeom prst="rect">
                <a:avLst/>
              </a:prstGeom>
              <a:noFill/>
            </p:spPr>
            <p:txBody>
              <a:bodyPr wrap="none" rtlCol="0">
                <a:spAutoFit/>
              </a:bodyPr>
              <a:lstStyle>
                <a:defPPr>
                  <a:defRPr lang="es-ES"/>
                </a:defPPr>
                <a:lvl1pPr>
                  <a:defRPr>
                    <a:solidFill>
                      <a:schemeClr val="tx1">
                        <a:lumMod val="65000"/>
                        <a:lumOff val="35000"/>
                      </a:schemeClr>
                    </a:solidFill>
                  </a:defRPr>
                </a:lvl1pPr>
              </a:lstStyle>
              <a:p>
                <a:r>
                  <a:rPr lang="en-US" dirty="0" err="1">
                    <a:solidFill>
                      <a:schemeClr val="tx2"/>
                    </a:solidFill>
                    <a:latin typeface="Santander Text" panose="020B0504020201020104" pitchFamily="34" charset="0"/>
                  </a:rPr>
                  <a:t>Enquadramento</a:t>
                </a:r>
                <a:r>
                  <a:rPr lang="en-US" dirty="0">
                    <a:solidFill>
                      <a:schemeClr val="tx2"/>
                    </a:solidFill>
                    <a:latin typeface="Santander Text" panose="020B0504020201020104" pitchFamily="34" charset="0"/>
                  </a:rPr>
                  <a:t>, </a:t>
                </a:r>
                <a:r>
                  <a:rPr lang="en-US" dirty="0" err="1">
                    <a:solidFill>
                      <a:schemeClr val="tx2"/>
                    </a:solidFill>
                    <a:latin typeface="Santander Text" panose="020B0504020201020104" pitchFamily="34" charset="0"/>
                  </a:rPr>
                  <a:t>Objectivos</a:t>
                </a:r>
                <a:r>
                  <a:rPr lang="en-US" dirty="0">
                    <a:solidFill>
                      <a:schemeClr val="tx2"/>
                    </a:solidFill>
                    <a:latin typeface="Santander Text" panose="020B0504020201020104" pitchFamily="34" charset="0"/>
                  </a:rPr>
                  <a:t> e </a:t>
                </a:r>
                <a:r>
                  <a:rPr lang="en-US" dirty="0" err="1">
                    <a:solidFill>
                      <a:schemeClr val="tx2"/>
                    </a:solidFill>
                    <a:latin typeface="Santander Text" panose="020B0504020201020104" pitchFamily="34" charset="0"/>
                  </a:rPr>
                  <a:t>Alcance</a:t>
                </a:r>
                <a:endParaRPr lang="en-US" dirty="0">
                  <a:solidFill>
                    <a:schemeClr val="tx2"/>
                  </a:solidFill>
                  <a:latin typeface="Santander Text" panose="020B0504020201020104" pitchFamily="34" charset="0"/>
                </a:endParaRPr>
              </a:p>
            </p:txBody>
          </p:sp>
          <p:sp>
            <p:nvSpPr>
              <p:cNvPr id="91" name="Elipse 93">
                <a:extLst>
                  <a:ext uri="{FF2B5EF4-FFF2-40B4-BE49-F238E27FC236}">
                    <a16:creationId xmlns:a16="http://schemas.microsoft.com/office/drawing/2014/main" id="{7CAF1066-7A81-A4DC-573F-F4668326E5D0}"/>
                  </a:ext>
                </a:extLst>
              </p:cNvPr>
              <p:cNvSpPr/>
              <p:nvPr/>
            </p:nvSpPr>
            <p:spPr>
              <a:xfrm>
                <a:off x="1843483" y="471260"/>
                <a:ext cx="358688" cy="358688"/>
              </a:xfrm>
              <a:prstGeom prst="ellipse">
                <a:avLst/>
              </a:prstGeom>
              <a:solidFill>
                <a:srgbClr val="3C3C3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grpSp>
        <p:sp>
          <p:nvSpPr>
            <p:cNvPr id="89" name="Elipse 97">
              <a:extLst>
                <a:ext uri="{FF2B5EF4-FFF2-40B4-BE49-F238E27FC236}">
                  <a16:creationId xmlns:a16="http://schemas.microsoft.com/office/drawing/2014/main" id="{857E32DB-EA66-6356-2130-7D9265F0B61B}"/>
                </a:ext>
              </a:extLst>
            </p:cNvPr>
            <p:cNvSpPr/>
            <p:nvPr/>
          </p:nvSpPr>
          <p:spPr>
            <a:xfrm>
              <a:off x="1941996" y="569773"/>
              <a:ext cx="161662" cy="16166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Santander Text" panose="020B0504020201020104" pitchFamily="34" charset="0"/>
              </a:endParaRPr>
            </a:p>
          </p:txBody>
        </p:sp>
      </p:grpSp>
      <p:grpSp>
        <p:nvGrpSpPr>
          <p:cNvPr id="92" name="Group 91">
            <a:extLst>
              <a:ext uri="{FF2B5EF4-FFF2-40B4-BE49-F238E27FC236}">
                <a16:creationId xmlns:a16="http://schemas.microsoft.com/office/drawing/2014/main" id="{7AD05473-2336-CF1C-AF4B-27398D8D45E9}"/>
              </a:ext>
            </a:extLst>
          </p:cNvPr>
          <p:cNvGrpSpPr/>
          <p:nvPr/>
        </p:nvGrpSpPr>
        <p:grpSpPr>
          <a:xfrm>
            <a:off x="1854679" y="3695481"/>
            <a:ext cx="2807213" cy="369332"/>
            <a:chOff x="1854679" y="3814462"/>
            <a:chExt cx="2807213" cy="369332"/>
          </a:xfrm>
        </p:grpSpPr>
        <p:sp>
          <p:nvSpPr>
            <p:cNvPr id="93" name="CuadroTexto 55">
              <a:extLst>
                <a:ext uri="{FF2B5EF4-FFF2-40B4-BE49-F238E27FC236}">
                  <a16:creationId xmlns:a16="http://schemas.microsoft.com/office/drawing/2014/main" id="{B97C0130-7CB5-1030-E364-8C0A10537B83}"/>
                </a:ext>
              </a:extLst>
            </p:cNvPr>
            <p:cNvSpPr txBox="1"/>
            <p:nvPr/>
          </p:nvSpPr>
          <p:spPr>
            <a:xfrm>
              <a:off x="2268993" y="3814462"/>
              <a:ext cx="2392899" cy="369332"/>
            </a:xfrm>
            <a:prstGeom prst="rect">
              <a:avLst/>
            </a:prstGeom>
            <a:noFill/>
          </p:spPr>
          <p:txBody>
            <a:bodyPr wrap="none" rtlCol="0">
              <a:spAutoFit/>
            </a:bodyPr>
            <a:lstStyle/>
            <a:p>
              <a:r>
                <a:rPr lang="pt-PT" dirty="0">
                  <a:solidFill>
                    <a:schemeClr val="tx2"/>
                  </a:solidFill>
                  <a:latin typeface="Santander Text" panose="020B0504020201020104" pitchFamily="34" charset="0"/>
                </a:rPr>
                <a:t>Desenho de Segurança</a:t>
              </a:r>
            </a:p>
          </p:txBody>
        </p:sp>
        <p:grpSp>
          <p:nvGrpSpPr>
            <p:cNvPr id="94" name="Punto 1">
              <a:extLst>
                <a:ext uri="{FF2B5EF4-FFF2-40B4-BE49-F238E27FC236}">
                  <a16:creationId xmlns:a16="http://schemas.microsoft.com/office/drawing/2014/main" id="{A1B18E46-7026-462F-D9C0-A97DC7DB75D7}"/>
                </a:ext>
              </a:extLst>
            </p:cNvPr>
            <p:cNvGrpSpPr/>
            <p:nvPr/>
          </p:nvGrpSpPr>
          <p:grpSpPr>
            <a:xfrm>
              <a:off x="1854679" y="3819784"/>
              <a:ext cx="358688" cy="358688"/>
              <a:chOff x="3928533" y="1504713"/>
              <a:chExt cx="358688" cy="358688"/>
            </a:xfrm>
            <a:solidFill>
              <a:srgbClr val="3C3C3B"/>
            </a:solidFill>
          </p:grpSpPr>
          <p:sp>
            <p:nvSpPr>
              <p:cNvPr id="95" name="Elipse 102">
                <a:extLst>
                  <a:ext uri="{FF2B5EF4-FFF2-40B4-BE49-F238E27FC236}">
                    <a16:creationId xmlns:a16="http://schemas.microsoft.com/office/drawing/2014/main" id="{40B1C4C1-5A89-D991-984B-74A17D8A7D4F}"/>
                  </a:ext>
                </a:extLst>
              </p:cNvPr>
              <p:cNvSpPr/>
              <p:nvPr/>
            </p:nvSpPr>
            <p:spPr>
              <a:xfrm>
                <a:off x="3928533" y="1504713"/>
                <a:ext cx="358688" cy="35868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sp>
            <p:nvSpPr>
              <p:cNvPr id="108" name="Elipse 103">
                <a:extLst>
                  <a:ext uri="{FF2B5EF4-FFF2-40B4-BE49-F238E27FC236}">
                    <a16:creationId xmlns:a16="http://schemas.microsoft.com/office/drawing/2014/main" id="{773BE5B8-DD66-E612-83EF-16F9B8A6B8D1}"/>
                  </a:ext>
                </a:extLst>
              </p:cNvPr>
              <p:cNvSpPr/>
              <p:nvPr/>
            </p:nvSpPr>
            <p:spPr>
              <a:xfrm>
                <a:off x="4027046" y="1603226"/>
                <a:ext cx="161662" cy="16166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grpSp>
      </p:grpSp>
      <p:grpSp>
        <p:nvGrpSpPr>
          <p:cNvPr id="109" name="Group 108">
            <a:extLst>
              <a:ext uri="{FF2B5EF4-FFF2-40B4-BE49-F238E27FC236}">
                <a16:creationId xmlns:a16="http://schemas.microsoft.com/office/drawing/2014/main" id="{B71C9843-AA20-01DE-FB61-016F4A5017D1}"/>
              </a:ext>
            </a:extLst>
          </p:cNvPr>
          <p:cNvGrpSpPr/>
          <p:nvPr/>
        </p:nvGrpSpPr>
        <p:grpSpPr>
          <a:xfrm>
            <a:off x="1854679" y="4616687"/>
            <a:ext cx="4314421" cy="369332"/>
            <a:chOff x="1854679" y="4351720"/>
            <a:chExt cx="4314421" cy="369332"/>
          </a:xfrm>
        </p:grpSpPr>
        <p:sp>
          <p:nvSpPr>
            <p:cNvPr id="110" name="CuadroTexto 51">
              <a:extLst>
                <a:ext uri="{FF2B5EF4-FFF2-40B4-BE49-F238E27FC236}">
                  <a16:creationId xmlns:a16="http://schemas.microsoft.com/office/drawing/2014/main" id="{6A3F65E5-B49A-9D30-8AD0-E67BFF961F54}"/>
                </a:ext>
              </a:extLst>
            </p:cNvPr>
            <p:cNvSpPr txBox="1"/>
            <p:nvPr/>
          </p:nvSpPr>
          <p:spPr>
            <a:xfrm>
              <a:off x="2268993" y="4351720"/>
              <a:ext cx="3900107" cy="369332"/>
            </a:xfrm>
            <a:prstGeom prst="rect">
              <a:avLst/>
            </a:prstGeom>
            <a:noFill/>
          </p:spPr>
          <p:txBody>
            <a:bodyPr wrap="none" rtlCol="0">
              <a:spAutoFit/>
            </a:bodyPr>
            <a:lstStyle/>
            <a:p>
              <a:r>
                <a:rPr lang="en-US" dirty="0" err="1">
                  <a:solidFill>
                    <a:schemeClr val="tx2"/>
                  </a:solidFill>
                  <a:latin typeface="Santander Text" panose="020B0504020201020104" pitchFamily="34" charset="0"/>
                </a:rPr>
                <a:t>Observabilidade</a:t>
              </a:r>
              <a:r>
                <a:rPr lang="en-US" dirty="0">
                  <a:solidFill>
                    <a:schemeClr val="tx2"/>
                  </a:solidFill>
                  <a:latin typeface="Santander Text" panose="020B0504020201020104" pitchFamily="34" charset="0"/>
                </a:rPr>
                <a:t> e </a:t>
              </a:r>
              <a:r>
                <a:rPr lang="en-US" dirty="0" err="1">
                  <a:solidFill>
                    <a:schemeClr val="tx2"/>
                  </a:solidFill>
                  <a:latin typeface="Santander Text" panose="020B0504020201020104" pitchFamily="34" charset="0"/>
                </a:rPr>
                <a:t>Automação</a:t>
              </a:r>
              <a:r>
                <a:rPr lang="en-US" dirty="0">
                  <a:solidFill>
                    <a:schemeClr val="tx2"/>
                  </a:solidFill>
                  <a:latin typeface="Santander Text" panose="020B0504020201020104" pitchFamily="34" charset="0"/>
                </a:rPr>
                <a:t> de SW </a:t>
              </a:r>
            </a:p>
          </p:txBody>
        </p:sp>
        <p:grpSp>
          <p:nvGrpSpPr>
            <p:cNvPr id="114" name="Punto 1">
              <a:extLst>
                <a:ext uri="{FF2B5EF4-FFF2-40B4-BE49-F238E27FC236}">
                  <a16:creationId xmlns:a16="http://schemas.microsoft.com/office/drawing/2014/main" id="{58DB2230-5ED7-DC46-8658-B0521910B862}"/>
                </a:ext>
              </a:extLst>
            </p:cNvPr>
            <p:cNvGrpSpPr/>
            <p:nvPr/>
          </p:nvGrpSpPr>
          <p:grpSpPr>
            <a:xfrm>
              <a:off x="1854679" y="4357042"/>
              <a:ext cx="358688" cy="358688"/>
              <a:chOff x="3928533" y="1504713"/>
              <a:chExt cx="358688" cy="358688"/>
            </a:xfrm>
            <a:solidFill>
              <a:srgbClr val="3C3C3B"/>
            </a:solidFill>
          </p:grpSpPr>
          <p:sp>
            <p:nvSpPr>
              <p:cNvPr id="115" name="Elipse 105">
                <a:extLst>
                  <a:ext uri="{FF2B5EF4-FFF2-40B4-BE49-F238E27FC236}">
                    <a16:creationId xmlns:a16="http://schemas.microsoft.com/office/drawing/2014/main" id="{90605610-5526-D212-7BAE-FB9FDC92AFAA}"/>
                  </a:ext>
                </a:extLst>
              </p:cNvPr>
              <p:cNvSpPr/>
              <p:nvPr/>
            </p:nvSpPr>
            <p:spPr>
              <a:xfrm>
                <a:off x="3928533" y="1504713"/>
                <a:ext cx="358688" cy="35868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sp>
            <p:nvSpPr>
              <p:cNvPr id="116" name="Elipse 106">
                <a:extLst>
                  <a:ext uri="{FF2B5EF4-FFF2-40B4-BE49-F238E27FC236}">
                    <a16:creationId xmlns:a16="http://schemas.microsoft.com/office/drawing/2014/main" id="{1F6B7A34-232A-932B-3819-EBE384859EA8}"/>
                  </a:ext>
                </a:extLst>
              </p:cNvPr>
              <p:cNvSpPr/>
              <p:nvPr/>
            </p:nvSpPr>
            <p:spPr>
              <a:xfrm>
                <a:off x="4027046" y="1603226"/>
                <a:ext cx="161662" cy="16166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grpSp>
      </p:grpSp>
    </p:spTree>
    <p:extLst>
      <p:ext uri="{BB962C8B-B14F-4D97-AF65-F5344CB8AC3E}">
        <p14:creationId xmlns:p14="http://schemas.microsoft.com/office/powerpoint/2010/main" val="14832420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 name="TextBox 129">
            <a:extLst>
              <a:ext uri="{FF2B5EF4-FFF2-40B4-BE49-F238E27FC236}">
                <a16:creationId xmlns:a16="http://schemas.microsoft.com/office/drawing/2014/main" id="{5B2CA938-3FAB-DB45-74CE-CC0B09CE7A7F}"/>
              </a:ext>
            </a:extLst>
          </p:cNvPr>
          <p:cNvSpPr txBox="1"/>
          <p:nvPr/>
        </p:nvSpPr>
        <p:spPr>
          <a:xfrm>
            <a:off x="7787519" y="13144"/>
            <a:ext cx="4450664" cy="246221"/>
          </a:xfrm>
          <a:prstGeom prst="rect">
            <a:avLst/>
          </a:prstGeom>
          <a:noFill/>
        </p:spPr>
        <p:txBody>
          <a:bodyPr wrap="square" lIns="91440" tIns="45720" rIns="91440" bIns="45720" rtlCol="0" anchor="t">
            <a:spAutoFit/>
          </a:bodyPr>
          <a:lstStyle/>
          <a:p>
            <a:pPr algn="r"/>
            <a:r>
              <a:rPr lang="en-US" sz="1000" b="1" kern="0">
                <a:solidFill>
                  <a:srgbClr val="080808"/>
                </a:solidFill>
                <a:latin typeface="Santander Text" panose="020B0504020201020104" pitchFamily="34" charset="0"/>
                <a:cs typeface="Arial" charset="0"/>
                <a:sym typeface="+mn-lt"/>
              </a:rPr>
              <a:t>Nota</a:t>
            </a:r>
            <a:r>
              <a:rPr lang="en-US" sz="1000" kern="0">
                <a:solidFill>
                  <a:srgbClr val="080808"/>
                </a:solidFill>
                <a:latin typeface="Santander Text" panose="020B0504020201020104" pitchFamily="34" charset="0"/>
                <a:cs typeface="Arial" charset="0"/>
                <a:sym typeface="+mn-lt"/>
              </a:rPr>
              <a:t>: Subnets e private endpoints </a:t>
            </a:r>
            <a:r>
              <a:rPr lang="en-US" sz="1000" kern="0" err="1">
                <a:solidFill>
                  <a:srgbClr val="080808"/>
                </a:solidFill>
                <a:latin typeface="Santander Text" panose="020B0504020201020104" pitchFamily="34" charset="0"/>
                <a:cs typeface="Arial" charset="0"/>
                <a:sym typeface="+mn-lt"/>
              </a:rPr>
              <a:t>serão</a:t>
            </a:r>
            <a:r>
              <a:rPr lang="en-US" sz="1000" kern="0">
                <a:solidFill>
                  <a:srgbClr val="080808"/>
                </a:solidFill>
                <a:latin typeface="Santander Text" panose="020B0504020201020104" pitchFamily="34" charset="0"/>
                <a:cs typeface="Arial" charset="0"/>
                <a:sym typeface="+mn-lt"/>
              </a:rPr>
              <a:t> </a:t>
            </a:r>
            <a:r>
              <a:rPr lang="en-US" sz="1000" kern="0" err="1">
                <a:solidFill>
                  <a:srgbClr val="080808"/>
                </a:solidFill>
                <a:latin typeface="Santander Text" panose="020B0504020201020104" pitchFamily="34" charset="0"/>
                <a:cs typeface="Arial" charset="0"/>
                <a:sym typeface="+mn-lt"/>
              </a:rPr>
              <a:t>definidos</a:t>
            </a:r>
            <a:r>
              <a:rPr lang="en-US" sz="1000" kern="0">
                <a:solidFill>
                  <a:srgbClr val="080808"/>
                </a:solidFill>
                <a:latin typeface="Santander Text" panose="020B0504020201020104" pitchFamily="34" charset="0"/>
                <a:cs typeface="Arial" charset="0"/>
                <a:sym typeface="+mn-lt"/>
              </a:rPr>
              <a:t> </a:t>
            </a:r>
            <a:r>
              <a:rPr lang="en-US" sz="1000" kern="0" err="1">
                <a:solidFill>
                  <a:srgbClr val="080808"/>
                </a:solidFill>
                <a:latin typeface="Santander Text" panose="020B0504020201020104" pitchFamily="34" charset="0"/>
                <a:cs typeface="Arial" charset="0"/>
                <a:sym typeface="+mn-lt"/>
              </a:rPr>
              <a:t>em</a:t>
            </a:r>
            <a:r>
              <a:rPr lang="en-US" sz="1000" kern="0">
                <a:solidFill>
                  <a:srgbClr val="080808"/>
                </a:solidFill>
                <a:latin typeface="Santander Text" panose="020B0504020201020104" pitchFamily="34" charset="0"/>
                <a:cs typeface="Arial" charset="0"/>
                <a:sym typeface="+mn-lt"/>
              </a:rPr>
              <a:t> LLD.</a:t>
            </a:r>
          </a:p>
        </p:txBody>
      </p:sp>
      <p:grpSp>
        <p:nvGrpSpPr>
          <p:cNvPr id="131" name="Group 130">
            <a:extLst>
              <a:ext uri="{FF2B5EF4-FFF2-40B4-BE49-F238E27FC236}">
                <a16:creationId xmlns:a16="http://schemas.microsoft.com/office/drawing/2014/main" id="{23685E85-E172-E574-9FBC-63B2C7FF5899}"/>
              </a:ext>
            </a:extLst>
          </p:cNvPr>
          <p:cNvGrpSpPr/>
          <p:nvPr/>
        </p:nvGrpSpPr>
        <p:grpSpPr>
          <a:xfrm>
            <a:off x="10817316" y="304921"/>
            <a:ext cx="1548380" cy="2365475"/>
            <a:chOff x="10624169" y="146719"/>
            <a:chExt cx="1548380" cy="2365475"/>
          </a:xfrm>
        </p:grpSpPr>
        <p:sp>
          <p:nvSpPr>
            <p:cNvPr id="132" name="Rectangle 2">
              <a:extLst>
                <a:ext uri="{FF2B5EF4-FFF2-40B4-BE49-F238E27FC236}">
                  <a16:creationId xmlns:a16="http://schemas.microsoft.com/office/drawing/2014/main" id="{A23374A9-5E15-A073-C4EB-4DE955628645}"/>
                </a:ext>
              </a:extLst>
            </p:cNvPr>
            <p:cNvSpPr>
              <a:spLocks noChangeArrowheads="1"/>
            </p:cNvSpPr>
            <p:nvPr/>
          </p:nvSpPr>
          <p:spPr bwMode="auto">
            <a:xfrm>
              <a:off x="10724297" y="162156"/>
              <a:ext cx="310852" cy="220991"/>
            </a:xfrm>
            <a:prstGeom prst="rect">
              <a:avLst/>
            </a:prstGeom>
            <a:solidFill>
              <a:schemeClr val="bg1"/>
            </a:solidFill>
            <a:ln w="12700" algn="ctr">
              <a:solidFill>
                <a:schemeClr val="tx1"/>
              </a:solidFill>
              <a:miter lim="800000"/>
              <a:headEnd/>
              <a:tailEnd/>
            </a:ln>
            <a:effectLst>
              <a:outerShdw dist="35921" dir="2700000" algn="ctr" rotWithShape="0">
                <a:schemeClr val="bg2"/>
              </a:outerShdw>
            </a:effectLst>
          </p:spPr>
          <p:txBody>
            <a:bodyPr wrap="none" anchor="ctr" anchorCtr="1"/>
            <a:lstStyle/>
            <a:p>
              <a:pPr algn="ctr"/>
              <a:r>
                <a:rPr lang="pt-PT" sz="800" b="0" u="none">
                  <a:latin typeface="Santander Text" panose="020B0504020201020104" pitchFamily="34" charset="0"/>
                </a:rPr>
                <a:t>~</a:t>
              </a:r>
            </a:p>
          </p:txBody>
        </p:sp>
        <p:sp>
          <p:nvSpPr>
            <p:cNvPr id="133" name="Rectangle 2">
              <a:extLst>
                <a:ext uri="{FF2B5EF4-FFF2-40B4-BE49-F238E27FC236}">
                  <a16:creationId xmlns:a16="http://schemas.microsoft.com/office/drawing/2014/main" id="{F81D008D-9023-8BD0-9548-7145FC3A755B}"/>
                </a:ext>
              </a:extLst>
            </p:cNvPr>
            <p:cNvSpPr>
              <a:spLocks noChangeArrowheads="1"/>
            </p:cNvSpPr>
            <p:nvPr/>
          </p:nvSpPr>
          <p:spPr bwMode="auto">
            <a:xfrm>
              <a:off x="10724297" y="447928"/>
              <a:ext cx="310852" cy="220991"/>
            </a:xfrm>
            <a:prstGeom prst="rect">
              <a:avLst/>
            </a:prstGeom>
            <a:solidFill>
              <a:srgbClr val="C00000">
                <a:alpha val="10000"/>
              </a:srgbClr>
            </a:solidFill>
            <a:ln w="12700" algn="ctr">
              <a:solidFill>
                <a:srgbClr val="C00000"/>
              </a:solidFill>
              <a:miter lim="800000"/>
              <a:headEnd/>
              <a:tailEnd/>
            </a:ln>
            <a:effectLst>
              <a:outerShdw dist="35921" dir="2700000" algn="ctr" rotWithShape="0">
                <a:schemeClr val="bg2"/>
              </a:outerShdw>
            </a:effectLst>
          </p:spPr>
          <p:txBody>
            <a:bodyPr wrap="none" anchor="ctr" anchorCtr="1"/>
            <a:lstStyle/>
            <a:p>
              <a:pPr algn="ctr" fontAlgn="base">
                <a:spcBef>
                  <a:spcPct val="0"/>
                </a:spcBef>
                <a:spcAft>
                  <a:spcPct val="0"/>
                </a:spcAft>
              </a:pPr>
              <a:r>
                <a:rPr lang="pt-PT" sz="1100">
                  <a:latin typeface="Santander Text" panose="020B0504020201020104" pitchFamily="34" charset="0"/>
                </a:rPr>
                <a:t>~</a:t>
              </a:r>
            </a:p>
          </p:txBody>
        </p:sp>
        <p:sp>
          <p:nvSpPr>
            <p:cNvPr id="134" name="Rectangle 59">
              <a:extLst>
                <a:ext uri="{FF2B5EF4-FFF2-40B4-BE49-F238E27FC236}">
                  <a16:creationId xmlns:a16="http://schemas.microsoft.com/office/drawing/2014/main" id="{C70EBA8F-A4AB-DE92-C379-49025DD50809}"/>
                </a:ext>
              </a:extLst>
            </p:cNvPr>
            <p:cNvSpPr>
              <a:spLocks noChangeArrowheads="1"/>
            </p:cNvSpPr>
            <p:nvPr/>
          </p:nvSpPr>
          <p:spPr bwMode="auto">
            <a:xfrm>
              <a:off x="11109917" y="217711"/>
              <a:ext cx="1062632" cy="2294483"/>
            </a:xfrm>
            <a:prstGeom prst="rect">
              <a:avLst/>
            </a:prstGeom>
            <a:noFill/>
            <a:ln w="9525" cap="rnd">
              <a:noFill/>
              <a:prstDash val="sysDot"/>
              <a:miter lim="800000"/>
              <a:headEnd/>
              <a:tailEnd/>
            </a:ln>
          </p:spPr>
          <p:txBody>
            <a:bodyPr lIns="0" tIns="0" rIns="0" bIns="0" anchor="t"/>
            <a:lstStyle/>
            <a:p>
              <a:pPr>
                <a:defRPr/>
              </a:pPr>
              <a:r>
                <a:rPr lang="pt-PT" sz="800" dirty="0">
                  <a:latin typeface="Santander Text" panose="020B0504020201020104" pitchFamily="34" charset="0"/>
                </a:rPr>
                <a:t>Existente</a:t>
              </a:r>
            </a:p>
            <a:p>
              <a:pPr>
                <a:defRPr/>
              </a:pPr>
              <a:endParaRPr lang="pt-PT" sz="1100" dirty="0">
                <a:latin typeface="Santander Text" panose="020B0504020201020104" pitchFamily="34" charset="0"/>
              </a:endParaRPr>
            </a:p>
            <a:p>
              <a:pPr>
                <a:defRPr/>
              </a:pPr>
              <a:r>
                <a:rPr lang="pt-PT" sz="800" dirty="0">
                  <a:latin typeface="Santander Text"/>
                </a:rPr>
                <a:t>Novo</a:t>
              </a:r>
            </a:p>
            <a:p>
              <a:pPr>
                <a:defRPr/>
              </a:pPr>
              <a:endParaRPr lang="pt-PT" sz="1100" dirty="0">
                <a:latin typeface="Santander Text" panose="020B0504020201020104" pitchFamily="34" charset="0"/>
              </a:endParaRPr>
            </a:p>
            <a:p>
              <a:pPr algn="l">
                <a:defRPr/>
              </a:pPr>
              <a:r>
                <a:rPr lang="pt-PT" sz="800" b="0" dirty="0" err="1">
                  <a:latin typeface="Santander Text"/>
                </a:rPr>
                <a:t>PaaS</a:t>
              </a:r>
              <a:r>
                <a:rPr lang="pt-PT" sz="800" b="0" dirty="0">
                  <a:latin typeface="Santander Text"/>
                </a:rPr>
                <a:t> </a:t>
              </a:r>
              <a:r>
                <a:rPr lang="pt-PT" sz="800" b="0" dirty="0" err="1">
                  <a:latin typeface="Santander Text"/>
                </a:rPr>
                <a:t>Deployment</a:t>
              </a:r>
              <a:endParaRPr lang="pt-PT" sz="800" b="0" dirty="0">
                <a:latin typeface="Santander Text"/>
              </a:endParaRPr>
            </a:p>
            <a:p>
              <a:pPr algn="l">
                <a:defRPr/>
              </a:pPr>
              <a:endParaRPr lang="pt-PT" sz="1100" b="0" dirty="0">
                <a:latin typeface="Santander Text" panose="020B0504020201020104" pitchFamily="34" charset="0"/>
              </a:endParaRPr>
            </a:p>
            <a:p>
              <a:pPr algn="l">
                <a:defRPr/>
              </a:pPr>
              <a:r>
                <a:rPr lang="pt-PT" sz="800" b="0" dirty="0">
                  <a:latin typeface="Santander Text"/>
                </a:rPr>
                <a:t>Spring </a:t>
              </a:r>
              <a:r>
                <a:rPr lang="pt-PT" sz="800" b="0" dirty="0" err="1">
                  <a:latin typeface="Santander Text"/>
                </a:rPr>
                <a:t>Boot</a:t>
              </a:r>
              <a:endParaRPr lang="pt-PT" sz="800" b="0" dirty="0">
                <a:latin typeface="Santander Text"/>
              </a:endParaRPr>
            </a:p>
            <a:p>
              <a:pPr algn="l">
                <a:defRPr/>
              </a:pPr>
              <a:endParaRPr lang="pt-PT" sz="1100" dirty="0">
                <a:latin typeface="Santander Text" panose="020B0504020201020104" pitchFamily="34" charset="0"/>
              </a:endParaRPr>
            </a:p>
            <a:p>
              <a:pPr>
                <a:defRPr/>
              </a:pPr>
              <a:r>
                <a:rPr lang="pt-PT" sz="800" dirty="0" err="1">
                  <a:latin typeface="Santander Text"/>
                </a:rPr>
                <a:t>Docker</a:t>
              </a:r>
              <a:endParaRPr lang="pt-PT" sz="800" b="0" dirty="0">
                <a:latin typeface="Santander Text"/>
              </a:endParaRPr>
            </a:p>
            <a:p>
              <a:pPr>
                <a:defRPr/>
              </a:pPr>
              <a:endParaRPr lang="pt-PT" sz="800" dirty="0">
                <a:latin typeface="Santander Text" panose="020B0504020201020104" pitchFamily="34" charset="0"/>
              </a:endParaRPr>
            </a:p>
            <a:p>
              <a:pPr>
                <a:defRPr/>
              </a:pPr>
              <a:endParaRPr lang="pt-PT" sz="800" b="0" dirty="0">
                <a:latin typeface="Santander Text" panose="020B0504020201020104" pitchFamily="34" charset="0"/>
              </a:endParaRPr>
            </a:p>
            <a:p>
              <a:pPr>
                <a:defRPr/>
              </a:pPr>
              <a:r>
                <a:rPr lang="pt-PT" sz="800" dirty="0" err="1">
                  <a:latin typeface="Santander Text"/>
                </a:rPr>
                <a:t>PostgreSQL</a:t>
              </a:r>
              <a:endParaRPr lang="pt-PT" sz="800" dirty="0">
                <a:latin typeface="Santander Text"/>
              </a:endParaRPr>
            </a:p>
            <a:p>
              <a:pPr>
                <a:defRPr/>
              </a:pPr>
              <a:endParaRPr lang="pt-PT" sz="800" b="0" dirty="0">
                <a:latin typeface="Santander Text" panose="020B0504020201020104" pitchFamily="34" charset="0"/>
              </a:endParaRPr>
            </a:p>
            <a:p>
              <a:pPr>
                <a:defRPr/>
              </a:pPr>
              <a:r>
                <a:rPr lang="pt-PT" sz="800" dirty="0">
                  <a:latin typeface="Santander Text"/>
                </a:rPr>
                <a:t>TBD</a:t>
              </a:r>
              <a:endParaRPr lang="pt-PT" sz="800" b="0" dirty="0">
                <a:latin typeface="Santander Text" panose="020B0504020201020104" pitchFamily="34" charset="0"/>
              </a:endParaRPr>
            </a:p>
          </p:txBody>
        </p:sp>
        <p:cxnSp>
          <p:nvCxnSpPr>
            <p:cNvPr id="135" name="Straight Connector 134">
              <a:extLst>
                <a:ext uri="{FF2B5EF4-FFF2-40B4-BE49-F238E27FC236}">
                  <a16:creationId xmlns:a16="http://schemas.microsoft.com/office/drawing/2014/main" id="{AF1F2A0F-CFE7-7484-64CB-49C8C6466E37}"/>
                </a:ext>
              </a:extLst>
            </p:cNvPr>
            <p:cNvCxnSpPr>
              <a:cxnSpLocks/>
            </p:cNvCxnSpPr>
            <p:nvPr/>
          </p:nvCxnSpPr>
          <p:spPr bwMode="auto">
            <a:xfrm>
              <a:off x="10624169" y="146719"/>
              <a:ext cx="0" cy="2160000"/>
            </a:xfrm>
            <a:prstGeom prst="line">
              <a:avLst/>
            </a:prstGeom>
            <a:noFill/>
            <a:ln w="3175" cap="flat" cmpd="sng" algn="ctr">
              <a:solidFill>
                <a:schemeClr val="bg1">
                  <a:lumMod val="65000"/>
                </a:schemeClr>
              </a:solidFill>
              <a:prstDash val="solid"/>
              <a:round/>
              <a:headEnd type="none" w="med" len="med"/>
              <a:tailEnd type="none" w="med" len="med"/>
            </a:ln>
            <a:effectLst/>
          </p:spPr>
        </p:cxnSp>
        <p:pic>
          <p:nvPicPr>
            <p:cNvPr id="137" name="Picture 3">
              <a:extLst>
                <a:ext uri="{FF2B5EF4-FFF2-40B4-BE49-F238E27FC236}">
                  <a16:creationId xmlns:a16="http://schemas.microsoft.com/office/drawing/2014/main" id="{929A232C-E805-EBDC-A5A8-39182775434C}"/>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r="69700" b="1591"/>
            <a:stretch/>
          </p:blipFill>
          <p:spPr bwMode="auto">
            <a:xfrm>
              <a:off x="10746999" y="709649"/>
              <a:ext cx="288150" cy="2676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pic>
        <p:nvPicPr>
          <p:cNvPr id="138" name="Picture 152">
            <a:extLst>
              <a:ext uri="{FF2B5EF4-FFF2-40B4-BE49-F238E27FC236}">
                <a16:creationId xmlns:a16="http://schemas.microsoft.com/office/drawing/2014/main" id="{CB37B76B-A29A-C6D0-AF49-3FF535C149B6}"/>
              </a:ext>
            </a:extLst>
          </p:cNvPr>
          <p:cNvPicPr>
            <a:picLocks noChangeAspect="1"/>
          </p:cNvPicPr>
          <p:nvPr/>
        </p:nvPicPr>
        <p:blipFill rotWithShape="1">
          <a:blip r:embed="rId4" cstate="print">
            <a:extLst>
              <a:ext uri="{28A0092B-C50C-407E-A947-70E740481C1C}">
                <a14:useLocalDpi xmlns:a14="http://schemas.microsoft.com/office/drawing/2010/main"/>
              </a:ext>
            </a:extLst>
          </a:blip>
          <a:srcRect/>
          <a:stretch/>
        </p:blipFill>
        <p:spPr>
          <a:xfrm>
            <a:off x="10947996" y="1190215"/>
            <a:ext cx="289925" cy="211889"/>
          </a:xfrm>
          <a:prstGeom prst="rect">
            <a:avLst/>
          </a:prstGeom>
        </p:spPr>
      </p:pic>
      <p:pic>
        <p:nvPicPr>
          <p:cNvPr id="139" name="Picture 2" descr="A practical introduction to Docker containers | Red Hat Developer">
            <a:extLst>
              <a:ext uri="{FF2B5EF4-FFF2-40B4-BE49-F238E27FC236}">
                <a16:creationId xmlns:a16="http://schemas.microsoft.com/office/drawing/2014/main" id="{E36B9BC4-5C76-4CAD-C908-B509A3698870}"/>
              </a:ext>
            </a:extLst>
          </p:cNvPr>
          <p:cNvPicPr>
            <a:picLocks noChangeAspect="1" noChangeArrowheads="1"/>
          </p:cNvPicPr>
          <p:nvPr/>
        </p:nvPicPr>
        <p:blipFill rotWithShape="1">
          <a:blip r:embed="rId5" cstate="hqprint">
            <a:extLst>
              <a:ext uri="{28A0092B-C50C-407E-A947-70E740481C1C}">
                <a14:useLocalDpi xmlns:a14="http://schemas.microsoft.com/office/drawing/2010/main" val="0"/>
              </a:ext>
            </a:extLst>
          </a:blip>
          <a:srcRect b="33278"/>
          <a:stretch/>
        </p:blipFill>
        <p:spPr bwMode="auto">
          <a:xfrm>
            <a:off x="10917372" y="1522320"/>
            <a:ext cx="320549" cy="157387"/>
          </a:xfrm>
          <a:prstGeom prst="rect">
            <a:avLst/>
          </a:prstGeom>
          <a:noFill/>
          <a:extLst>
            <a:ext uri="{909E8E84-426E-40DD-AFC4-6F175D3DCCD1}">
              <a14:hiddenFill xmlns:a14="http://schemas.microsoft.com/office/drawing/2010/main">
                <a:solidFill>
                  <a:srgbClr val="FFFFFF"/>
                </a:solidFill>
              </a14:hiddenFill>
            </a:ext>
          </a:extLst>
        </p:spPr>
      </p:pic>
      <p:sp>
        <p:nvSpPr>
          <p:cNvPr id="13" name="Rounded Rectangle 131">
            <a:extLst>
              <a:ext uri="{FF2B5EF4-FFF2-40B4-BE49-F238E27FC236}">
                <a16:creationId xmlns:a16="http://schemas.microsoft.com/office/drawing/2014/main" id="{6DF859FC-552E-6A5A-E035-1396CB326278}"/>
              </a:ext>
            </a:extLst>
          </p:cNvPr>
          <p:cNvSpPr/>
          <p:nvPr/>
        </p:nvSpPr>
        <p:spPr>
          <a:xfrm>
            <a:off x="10989549" y="2124716"/>
            <a:ext cx="203224" cy="210605"/>
          </a:xfrm>
          <a:prstGeom prst="roundRect">
            <a:avLst/>
          </a:prstGeom>
          <a:solidFill>
            <a:srgbClr val="DEEDF2"/>
          </a:solidFill>
          <a:ln>
            <a:solidFill>
              <a:srgbClr val="F0F3F4"/>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000">
              <a:solidFill>
                <a:schemeClr val="tx1"/>
              </a:solidFill>
              <a:latin typeface="Santander Text" panose="020B0504020201020104" pitchFamily="34" charset="0"/>
            </a:endParaRPr>
          </a:p>
        </p:txBody>
      </p:sp>
      <p:pic>
        <p:nvPicPr>
          <p:cNvPr id="14" name="Picture 13">
            <a:extLst>
              <a:ext uri="{FF2B5EF4-FFF2-40B4-BE49-F238E27FC236}">
                <a16:creationId xmlns:a16="http://schemas.microsoft.com/office/drawing/2014/main" id="{0A9436F4-4B99-5C7A-C66C-3AB218FB141A}"/>
              </a:ext>
            </a:extLst>
          </p:cNvPr>
          <p:cNvPicPr>
            <a:picLocks noChangeAspect="1"/>
          </p:cNvPicPr>
          <p:nvPr/>
        </p:nvPicPr>
        <p:blipFill>
          <a:blip r:embed="rId6"/>
          <a:stretch>
            <a:fillRect/>
          </a:stretch>
        </p:blipFill>
        <p:spPr>
          <a:xfrm>
            <a:off x="10969623" y="1762960"/>
            <a:ext cx="240843" cy="289193"/>
          </a:xfrm>
          <a:prstGeom prst="rect">
            <a:avLst/>
          </a:prstGeom>
        </p:spPr>
      </p:pic>
      <p:sp>
        <p:nvSpPr>
          <p:cNvPr id="2" name="Slide Number Placeholder 3">
            <a:extLst>
              <a:ext uri="{FF2B5EF4-FFF2-40B4-BE49-F238E27FC236}">
                <a16:creationId xmlns:a16="http://schemas.microsoft.com/office/drawing/2014/main" id="{F6385BC5-8F47-640E-75FB-C61A5C2745A9}"/>
              </a:ext>
            </a:extLst>
          </p:cNvPr>
          <p:cNvSpPr>
            <a:spLocks noGrp="1"/>
          </p:cNvSpPr>
          <p:nvPr>
            <p:ph type="sldNum" sz="quarter" idx="12"/>
          </p:nvPr>
        </p:nvSpPr>
        <p:spPr>
          <a:xfrm>
            <a:off x="8730845" y="6209600"/>
            <a:ext cx="2743200" cy="365125"/>
          </a:xfrm>
        </p:spPr>
        <p:txBody>
          <a:bodyPr/>
          <a:lstStyle/>
          <a:p>
            <a:fld id="{BC0D97B6-E32F-4D7D-B839-7C3B51F2640F}" type="slidenum">
              <a:rPr lang="pt-PT" smtClean="0"/>
              <a:pPr/>
              <a:t>20</a:t>
            </a:fld>
            <a:endParaRPr lang="pt-PT" dirty="0"/>
          </a:p>
        </p:txBody>
      </p:sp>
      <p:sp>
        <p:nvSpPr>
          <p:cNvPr id="7" name="Marcador de texto 5">
            <a:extLst>
              <a:ext uri="{FF2B5EF4-FFF2-40B4-BE49-F238E27FC236}">
                <a16:creationId xmlns:a16="http://schemas.microsoft.com/office/drawing/2014/main" id="{B341C369-F97D-6A33-75E0-7C01AE187AC7}"/>
              </a:ext>
            </a:extLst>
          </p:cNvPr>
          <p:cNvSpPr>
            <a:spLocks noGrp="1"/>
          </p:cNvSpPr>
          <p:nvPr>
            <p:ph type="body" sz="quarter" idx="14"/>
          </p:nvPr>
        </p:nvSpPr>
        <p:spPr>
          <a:xfrm>
            <a:off x="106420" y="114373"/>
            <a:ext cx="6185198" cy="538770"/>
          </a:xfrm>
        </p:spPr>
        <p:txBody>
          <a:bodyPr/>
          <a:lstStyle/>
          <a:p>
            <a:r>
              <a:rPr lang="pt-PT" sz="2400" dirty="0"/>
              <a:t>Desenho Técnico</a:t>
            </a:r>
            <a:br>
              <a:rPr lang="pt-PT" sz="2400" dirty="0"/>
            </a:br>
            <a:r>
              <a:rPr lang="pt-PT" sz="1800" dirty="0">
                <a:solidFill>
                  <a:schemeClr val="tx1">
                    <a:lumMod val="75000"/>
                    <a:lumOff val="25000"/>
                  </a:schemeClr>
                </a:solidFill>
              </a:rPr>
              <a:t>Modelo Conceptual e </a:t>
            </a:r>
            <a:r>
              <a:rPr lang="pt-PT" sz="1800" dirty="0" err="1">
                <a:solidFill>
                  <a:schemeClr val="tx1">
                    <a:lumMod val="75000"/>
                    <a:lumOff val="25000"/>
                  </a:schemeClr>
                </a:solidFill>
              </a:rPr>
              <a:t>High</a:t>
            </a:r>
            <a:r>
              <a:rPr lang="pt-PT" sz="1800" dirty="0">
                <a:solidFill>
                  <a:schemeClr val="tx1">
                    <a:lumMod val="75000"/>
                    <a:lumOff val="25000"/>
                  </a:schemeClr>
                </a:solidFill>
              </a:rPr>
              <a:t> </a:t>
            </a:r>
            <a:r>
              <a:rPr lang="pt-PT" sz="1800" dirty="0" err="1">
                <a:solidFill>
                  <a:schemeClr val="tx1">
                    <a:lumMod val="75000"/>
                    <a:lumOff val="25000"/>
                  </a:schemeClr>
                </a:solidFill>
              </a:rPr>
              <a:t>Level</a:t>
            </a:r>
            <a:r>
              <a:rPr lang="pt-PT" sz="1800" dirty="0">
                <a:solidFill>
                  <a:schemeClr val="tx1">
                    <a:lumMod val="75000"/>
                    <a:lumOff val="25000"/>
                  </a:schemeClr>
                </a:solidFill>
              </a:rPr>
              <a:t> </a:t>
            </a:r>
            <a:r>
              <a:rPr lang="pt-PT" sz="1800" dirty="0" err="1">
                <a:solidFill>
                  <a:schemeClr val="tx1">
                    <a:lumMod val="75000"/>
                    <a:lumOff val="25000"/>
                  </a:schemeClr>
                </a:solidFill>
              </a:rPr>
              <a:t>Desing</a:t>
            </a:r>
            <a:endParaRPr lang="pt-PT" sz="2400" dirty="0">
              <a:solidFill>
                <a:schemeClr val="tx1">
                  <a:lumMod val="75000"/>
                  <a:lumOff val="25000"/>
                </a:schemeClr>
              </a:solidFill>
            </a:endParaRPr>
          </a:p>
        </p:txBody>
      </p:sp>
    </p:spTree>
    <p:extLst>
      <p:ext uri="{BB962C8B-B14F-4D97-AF65-F5344CB8AC3E}">
        <p14:creationId xmlns:p14="http://schemas.microsoft.com/office/powerpoint/2010/main" val="16236365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 name="Group 805"/>
          <p:cNvGraphicFramePr>
            <a:graphicFrameLocks noGrp="1"/>
          </p:cNvGraphicFramePr>
          <p:nvPr>
            <p:extLst>
              <p:ext uri="{D42A27DB-BD31-4B8C-83A1-F6EECF244321}">
                <p14:modId xmlns:p14="http://schemas.microsoft.com/office/powerpoint/2010/main" val="2346181963"/>
              </p:ext>
            </p:extLst>
          </p:nvPr>
        </p:nvGraphicFramePr>
        <p:xfrm>
          <a:off x="537805" y="958112"/>
          <a:ext cx="11116391" cy="552942"/>
        </p:xfrm>
        <a:graphic>
          <a:graphicData uri="http://schemas.openxmlformats.org/drawingml/2006/table">
            <a:tbl>
              <a:tblPr/>
              <a:tblGrid>
                <a:gridCol w="1887343">
                  <a:extLst>
                    <a:ext uri="{9D8B030D-6E8A-4147-A177-3AD203B41FA5}">
                      <a16:colId xmlns:a16="http://schemas.microsoft.com/office/drawing/2014/main" val="20000"/>
                    </a:ext>
                  </a:extLst>
                </a:gridCol>
                <a:gridCol w="2105909">
                  <a:extLst>
                    <a:ext uri="{9D8B030D-6E8A-4147-A177-3AD203B41FA5}">
                      <a16:colId xmlns:a16="http://schemas.microsoft.com/office/drawing/2014/main" val="20001"/>
                    </a:ext>
                  </a:extLst>
                </a:gridCol>
                <a:gridCol w="1345656">
                  <a:extLst>
                    <a:ext uri="{9D8B030D-6E8A-4147-A177-3AD203B41FA5}">
                      <a16:colId xmlns:a16="http://schemas.microsoft.com/office/drawing/2014/main" val="20002"/>
                    </a:ext>
                  </a:extLst>
                </a:gridCol>
                <a:gridCol w="2006220">
                  <a:extLst>
                    <a:ext uri="{9D8B030D-6E8A-4147-A177-3AD203B41FA5}">
                      <a16:colId xmlns:a16="http://schemas.microsoft.com/office/drawing/2014/main" val="20003"/>
                    </a:ext>
                  </a:extLst>
                </a:gridCol>
                <a:gridCol w="1337481">
                  <a:extLst>
                    <a:ext uri="{9D8B030D-6E8A-4147-A177-3AD203B41FA5}">
                      <a16:colId xmlns:a16="http://schemas.microsoft.com/office/drawing/2014/main" val="20004"/>
                    </a:ext>
                  </a:extLst>
                </a:gridCol>
                <a:gridCol w="2433782">
                  <a:extLst>
                    <a:ext uri="{9D8B030D-6E8A-4147-A177-3AD203B41FA5}">
                      <a16:colId xmlns:a16="http://schemas.microsoft.com/office/drawing/2014/main" val="20005"/>
                    </a:ext>
                  </a:extLst>
                </a:gridCol>
              </a:tblGrid>
              <a:tr h="180270">
                <a:tc>
                  <a:txBody>
                    <a:bodyPr/>
                    <a:lstStyle/>
                    <a:p>
                      <a:pPr marL="0" marR="0" lvl="0" indent="0" algn="ctr" defTabSz="914400" rtl="0" eaLnBrk="1" fontAlgn="b" latinLnBrk="0" hangingPunct="1">
                        <a:lnSpc>
                          <a:spcPct val="100000"/>
                        </a:lnSpc>
                        <a:spcBef>
                          <a:spcPct val="0"/>
                        </a:spcBef>
                        <a:spcAft>
                          <a:spcPct val="0"/>
                        </a:spcAft>
                        <a:buClr>
                          <a:schemeClr val="bg1"/>
                        </a:buClr>
                        <a:buSzPct val="25000"/>
                        <a:buFont typeface="Times" pitchFamily="18" charset="0"/>
                        <a:buNone/>
                        <a:tabLst/>
                      </a:pPr>
                      <a:r>
                        <a:rPr lang="pt-PT" sz="1200" b="0" kern="1200" noProof="0" dirty="0">
                          <a:solidFill>
                            <a:schemeClr val="bg1"/>
                          </a:solidFill>
                          <a:latin typeface="Santander Text" panose="020B0504020201020104" pitchFamily="34" charset="0"/>
                          <a:ea typeface="+mn-ea"/>
                          <a:cs typeface="+mn-cs"/>
                        </a:rPr>
                        <a:t>Componente</a:t>
                      </a:r>
                    </a:p>
                  </a:txBody>
                  <a:tcPr marL="120000" marR="120000" marT="46793" marB="4679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lumMod val="75000"/>
                        <a:lumOff val="25000"/>
                      </a:schemeClr>
                    </a:solidFill>
                  </a:tcPr>
                </a:tc>
                <a:tc>
                  <a:txBody>
                    <a:bodyPr/>
                    <a:lstStyle/>
                    <a:p>
                      <a:pPr marL="0" marR="0" lvl="0" indent="0" algn="ctr" defTabSz="914400" rtl="0" eaLnBrk="1" fontAlgn="b" latinLnBrk="0" hangingPunct="1">
                        <a:lnSpc>
                          <a:spcPct val="100000"/>
                        </a:lnSpc>
                        <a:spcBef>
                          <a:spcPct val="0"/>
                        </a:spcBef>
                        <a:spcAft>
                          <a:spcPct val="0"/>
                        </a:spcAft>
                        <a:buClr>
                          <a:schemeClr val="bg1"/>
                        </a:buClr>
                        <a:buSzPct val="25000"/>
                        <a:buFont typeface="Times" pitchFamily="18" charset="0"/>
                        <a:buNone/>
                        <a:tabLst/>
                      </a:pPr>
                      <a:r>
                        <a:rPr lang="pt-PT" sz="1200" b="0" kern="1200" noProof="0" dirty="0">
                          <a:solidFill>
                            <a:schemeClr val="bg1"/>
                          </a:solidFill>
                          <a:latin typeface="Santander Text" panose="020B0504020201020104" pitchFamily="34" charset="0"/>
                          <a:ea typeface="+mn-ea"/>
                          <a:cs typeface="+mn-cs"/>
                        </a:rPr>
                        <a:t>Descrição</a:t>
                      </a:r>
                    </a:p>
                  </a:txBody>
                  <a:tcPr marL="120000" marR="120000" marT="46793" marB="4679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lumMod val="75000"/>
                        <a:lumOff val="25000"/>
                      </a:schemeClr>
                    </a:solidFill>
                  </a:tcPr>
                </a:tc>
                <a:tc>
                  <a:txBody>
                    <a:bodyPr/>
                    <a:lstStyle/>
                    <a:p>
                      <a:pPr marL="0" marR="0" lvl="0" indent="0" algn="ctr" defTabSz="914400" rtl="0" eaLnBrk="1" fontAlgn="b" latinLnBrk="0" hangingPunct="1">
                        <a:lnSpc>
                          <a:spcPct val="100000"/>
                        </a:lnSpc>
                        <a:spcBef>
                          <a:spcPct val="0"/>
                        </a:spcBef>
                        <a:spcAft>
                          <a:spcPct val="0"/>
                        </a:spcAft>
                        <a:buClr>
                          <a:schemeClr val="bg1"/>
                        </a:buClr>
                        <a:buSzPct val="25000"/>
                        <a:buFont typeface="Times" pitchFamily="18" charset="0"/>
                        <a:buNone/>
                        <a:tabLst/>
                      </a:pPr>
                      <a:r>
                        <a:rPr lang="pt-PT" sz="1200" b="0" kern="1200" noProof="0" dirty="0">
                          <a:solidFill>
                            <a:schemeClr val="bg1"/>
                          </a:solidFill>
                          <a:latin typeface="Santander Text" panose="020B0504020201020104" pitchFamily="34" charset="0"/>
                          <a:ea typeface="+mn-ea"/>
                          <a:cs typeface="+mn-cs"/>
                        </a:rPr>
                        <a:t>Estado</a:t>
                      </a:r>
                    </a:p>
                  </a:txBody>
                  <a:tcPr marL="120000" marR="120000" marT="46793" marB="4679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lumMod val="75000"/>
                        <a:lumOff val="25000"/>
                      </a:schemeClr>
                    </a:solidFill>
                  </a:tcPr>
                </a:tc>
                <a:tc>
                  <a:txBody>
                    <a:bodyPr/>
                    <a:lstStyle/>
                    <a:p>
                      <a:pPr marL="0" marR="0" lvl="0" indent="0" algn="ctr" defTabSz="914400" rtl="0" eaLnBrk="1" fontAlgn="b" latinLnBrk="0" hangingPunct="1">
                        <a:lnSpc>
                          <a:spcPct val="100000"/>
                        </a:lnSpc>
                        <a:spcBef>
                          <a:spcPct val="0"/>
                        </a:spcBef>
                        <a:spcAft>
                          <a:spcPct val="0"/>
                        </a:spcAft>
                        <a:buClr>
                          <a:schemeClr val="bg1"/>
                        </a:buClr>
                        <a:buSzPct val="25000"/>
                        <a:buFont typeface="Times" pitchFamily="18" charset="0"/>
                        <a:buNone/>
                        <a:tabLst/>
                      </a:pPr>
                      <a:r>
                        <a:rPr lang="pt-PT" sz="1200" b="0" kern="1200" noProof="0" dirty="0">
                          <a:solidFill>
                            <a:schemeClr val="bg1"/>
                          </a:solidFill>
                          <a:latin typeface="Santander Text" panose="020B0504020201020104" pitchFamily="34" charset="0"/>
                          <a:ea typeface="+mn-ea"/>
                          <a:cs typeface="+mn-cs"/>
                        </a:rPr>
                        <a:t>Tecnologia</a:t>
                      </a:r>
                    </a:p>
                  </a:txBody>
                  <a:tcPr marL="120000" marR="120000" marT="46793" marB="4679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lumMod val="75000"/>
                        <a:lumOff val="25000"/>
                      </a:schemeClr>
                    </a:solidFill>
                  </a:tcPr>
                </a:tc>
                <a:tc>
                  <a:txBody>
                    <a:bodyPr/>
                    <a:lstStyle/>
                    <a:p>
                      <a:pPr marL="0" marR="0" lvl="0" indent="0" algn="ctr" defTabSz="914400" rtl="0" eaLnBrk="1" fontAlgn="b" latinLnBrk="0" hangingPunct="1">
                        <a:lnSpc>
                          <a:spcPct val="100000"/>
                        </a:lnSpc>
                        <a:spcBef>
                          <a:spcPct val="0"/>
                        </a:spcBef>
                        <a:spcAft>
                          <a:spcPct val="0"/>
                        </a:spcAft>
                        <a:buClr>
                          <a:schemeClr val="bg1"/>
                        </a:buClr>
                        <a:buSzPct val="25000"/>
                        <a:buFont typeface="Times" pitchFamily="18" charset="0"/>
                        <a:buNone/>
                        <a:tabLst/>
                      </a:pPr>
                      <a:r>
                        <a:rPr lang="pt-PT" sz="1200" b="0" kern="1200" noProof="0" dirty="0">
                          <a:solidFill>
                            <a:schemeClr val="bg1"/>
                          </a:solidFill>
                          <a:latin typeface="Santander Text" panose="020B0504020201020104" pitchFamily="34" charset="0"/>
                          <a:ea typeface="+mn-ea"/>
                          <a:cs typeface="+mn-cs"/>
                        </a:rPr>
                        <a:t>Tipo instalação </a:t>
                      </a:r>
                    </a:p>
                  </a:txBody>
                  <a:tcPr marL="120000" marR="120000" marT="46793" marB="4679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lumMod val="75000"/>
                        <a:lumOff val="25000"/>
                      </a:schemeClr>
                    </a:solidFill>
                  </a:tcPr>
                </a:tc>
                <a:tc>
                  <a:txBody>
                    <a:bodyPr/>
                    <a:lstStyle/>
                    <a:p>
                      <a:pPr marL="0" marR="0" lvl="0" indent="0" algn="ctr" defTabSz="914400" rtl="0" eaLnBrk="1" fontAlgn="b" latinLnBrk="0" hangingPunct="1">
                        <a:lnSpc>
                          <a:spcPct val="100000"/>
                        </a:lnSpc>
                        <a:spcBef>
                          <a:spcPct val="0"/>
                        </a:spcBef>
                        <a:spcAft>
                          <a:spcPct val="0"/>
                        </a:spcAft>
                        <a:buClr>
                          <a:schemeClr val="bg1"/>
                        </a:buClr>
                        <a:buSzPct val="25000"/>
                        <a:buFont typeface="Times" pitchFamily="18" charset="0"/>
                        <a:buNone/>
                        <a:tabLst/>
                      </a:pPr>
                      <a:r>
                        <a:rPr lang="pt-PT" sz="1200" b="0" kern="1200" noProof="0" dirty="0">
                          <a:solidFill>
                            <a:schemeClr val="bg1"/>
                          </a:solidFill>
                          <a:latin typeface="Santander Text" panose="020B0504020201020104" pitchFamily="34" charset="0"/>
                          <a:ea typeface="+mn-ea"/>
                          <a:cs typeface="+mn-cs"/>
                        </a:rPr>
                        <a:t>Ambientes necessários</a:t>
                      </a:r>
                    </a:p>
                  </a:txBody>
                  <a:tcPr marL="120000" marR="120000" marT="46793" marB="4679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lumMod val="75000"/>
                        <a:lumOff val="25000"/>
                      </a:schemeClr>
                    </a:solidFill>
                  </a:tcPr>
                </a:tc>
                <a:extLst>
                  <a:ext uri="{0D108BD9-81ED-4DB2-BD59-A6C34878D82A}">
                    <a16:rowId xmlns:a16="http://schemas.microsoft.com/office/drawing/2014/main" val="10000"/>
                  </a:ext>
                </a:extLst>
              </a:tr>
              <a:tr h="191035">
                <a:tc>
                  <a:txBody>
                    <a:bodyPr/>
                    <a:lstStyle/>
                    <a:p>
                      <a:pPr algn="l" fontAlgn="base">
                        <a:spcBef>
                          <a:spcPct val="0"/>
                        </a:spcBef>
                        <a:spcAft>
                          <a:spcPct val="0"/>
                        </a:spcAft>
                      </a:pPr>
                      <a:endParaRPr lang="en-GB" sz="1100" dirty="0">
                        <a:solidFill>
                          <a:schemeClr val="tx1"/>
                        </a:solidFill>
                        <a:latin typeface="Santander Text" panose="020B0504020201020104" pitchFamily="34" charset="0"/>
                      </a:endParaRPr>
                    </a:p>
                  </a:txBody>
                  <a:tcPr marL="120000" marR="120000" marT="46793" marB="467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endParaRPr kumimoji="0" lang="pt-PT" sz="1200" b="0" i="0" u="none" strike="noStrike" kern="1200" cap="none" normalizeH="0" baseline="0" dirty="0">
                        <a:ln>
                          <a:noFill/>
                        </a:ln>
                        <a:solidFill>
                          <a:schemeClr val="tx1"/>
                        </a:solidFill>
                        <a:effectLst/>
                        <a:latin typeface="Santander Text" panose="020B0504020201020104" pitchFamily="34" charset="0"/>
                        <a:ea typeface="+mn-ea"/>
                        <a:cs typeface="Arial" pitchFamily="34" charset="0"/>
                      </a:endParaRPr>
                    </a:p>
                  </a:txBody>
                  <a:tcPr marL="120000" marR="120000" marT="46798" marB="4679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endParaRPr kumimoji="0" lang="pt-PT" sz="1200" b="0" i="0" u="none" strike="noStrike" kern="1200" cap="none" normalizeH="0" baseline="0" noProof="0" dirty="0">
                        <a:ln>
                          <a:noFill/>
                        </a:ln>
                        <a:solidFill>
                          <a:schemeClr val="tx1"/>
                        </a:solidFill>
                        <a:effectLst/>
                        <a:latin typeface="Santander Text" panose="020B0504020201020104" pitchFamily="34" charset="0"/>
                        <a:ea typeface="+mn-ea"/>
                        <a:cs typeface="Arial" pitchFamily="34" charset="0"/>
                      </a:endParaRPr>
                    </a:p>
                  </a:txBody>
                  <a:tcPr marL="120000" marR="120000" marT="46798" marB="4679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endParaRPr kumimoji="0" lang="pt-PT" sz="1200" b="0" i="0" u="none" strike="noStrike" kern="1200" cap="none" normalizeH="0" baseline="0" noProof="0" dirty="0">
                        <a:ln>
                          <a:noFill/>
                        </a:ln>
                        <a:solidFill>
                          <a:schemeClr val="tx1"/>
                        </a:solidFill>
                        <a:effectLst/>
                        <a:latin typeface="Santander Text" panose="020B0504020201020104" pitchFamily="34" charset="0"/>
                        <a:ea typeface="+mn-ea"/>
                        <a:cs typeface="Arial" pitchFamily="34" charset="0"/>
                      </a:endParaRPr>
                    </a:p>
                  </a:txBody>
                  <a:tcPr marL="120000" marR="120000" marT="46798" marB="4679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endParaRPr kumimoji="0" lang="pt-PT" sz="1200" b="0" i="0" u="none" strike="noStrike" kern="1200" cap="none" normalizeH="0" baseline="0" noProof="0" dirty="0">
                        <a:ln>
                          <a:noFill/>
                        </a:ln>
                        <a:solidFill>
                          <a:schemeClr val="tx1"/>
                        </a:solidFill>
                        <a:effectLst/>
                        <a:latin typeface="Santander Text" panose="020B0504020201020104" pitchFamily="34" charset="0"/>
                        <a:ea typeface="+mn-ea"/>
                        <a:cs typeface="Arial" pitchFamily="34" charset="0"/>
                      </a:endParaRPr>
                    </a:p>
                  </a:txBody>
                  <a:tcPr marL="120000" marR="120000" marT="46793" marB="467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endParaRPr kumimoji="0" lang="pt-PT" sz="1200" b="0" i="0" u="none" strike="noStrike" kern="1200" cap="none" normalizeH="0" baseline="0" noProof="0" dirty="0">
                        <a:ln>
                          <a:noFill/>
                        </a:ln>
                        <a:solidFill>
                          <a:schemeClr val="tx1"/>
                        </a:solidFill>
                        <a:effectLst/>
                        <a:latin typeface="Santander Text" panose="020B0504020201020104" pitchFamily="34" charset="0"/>
                        <a:ea typeface="+mn-ea"/>
                        <a:cs typeface="Arial" pitchFamily="34" charset="0"/>
                      </a:endParaRPr>
                    </a:p>
                  </a:txBody>
                  <a:tcPr marL="120000" marR="120000" marT="46793" marB="467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5" name="Slide Number Placeholder 3">
            <a:extLst>
              <a:ext uri="{FF2B5EF4-FFF2-40B4-BE49-F238E27FC236}">
                <a16:creationId xmlns:a16="http://schemas.microsoft.com/office/drawing/2014/main" id="{FA76303A-BB17-E7C9-392B-DFADE5F26243}"/>
              </a:ext>
            </a:extLst>
          </p:cNvPr>
          <p:cNvSpPr>
            <a:spLocks noGrp="1"/>
          </p:cNvSpPr>
          <p:nvPr>
            <p:ph type="sldNum" sz="quarter" idx="12"/>
          </p:nvPr>
        </p:nvSpPr>
        <p:spPr>
          <a:xfrm>
            <a:off x="8730845" y="6209600"/>
            <a:ext cx="2743200" cy="365125"/>
          </a:xfrm>
        </p:spPr>
        <p:txBody>
          <a:bodyPr/>
          <a:lstStyle/>
          <a:p>
            <a:fld id="{BC0D97B6-E32F-4D7D-B839-7C3B51F2640F}" type="slidenum">
              <a:rPr lang="pt-PT" smtClean="0"/>
              <a:pPr/>
              <a:t>21</a:t>
            </a:fld>
            <a:endParaRPr lang="pt-PT" dirty="0"/>
          </a:p>
        </p:txBody>
      </p:sp>
      <p:sp>
        <p:nvSpPr>
          <p:cNvPr id="4" name="Marcador de texto 5">
            <a:extLst>
              <a:ext uri="{FF2B5EF4-FFF2-40B4-BE49-F238E27FC236}">
                <a16:creationId xmlns:a16="http://schemas.microsoft.com/office/drawing/2014/main" id="{1EA19FDC-CF77-2F33-7A13-C7B204DC85AF}"/>
              </a:ext>
            </a:extLst>
          </p:cNvPr>
          <p:cNvSpPr>
            <a:spLocks noGrp="1"/>
          </p:cNvSpPr>
          <p:nvPr>
            <p:ph type="body" sz="quarter" idx="14"/>
          </p:nvPr>
        </p:nvSpPr>
        <p:spPr>
          <a:xfrm>
            <a:off x="106420" y="114373"/>
            <a:ext cx="11547776" cy="538770"/>
          </a:xfrm>
        </p:spPr>
        <p:txBody>
          <a:bodyPr/>
          <a:lstStyle/>
          <a:p>
            <a:r>
              <a:rPr lang="pt-PT" sz="2400" dirty="0"/>
              <a:t>Desenho Técnico</a:t>
            </a:r>
            <a:br>
              <a:rPr lang="pt-PT" sz="2400" dirty="0"/>
            </a:br>
            <a:r>
              <a:rPr lang="pt-PT" sz="1800" dirty="0">
                <a:solidFill>
                  <a:schemeClr val="tx1">
                    <a:lumMod val="75000"/>
                    <a:lumOff val="25000"/>
                  </a:schemeClr>
                </a:solidFill>
              </a:rPr>
              <a:t>Sumário dos componentes de infra-estrutura utilizados</a:t>
            </a:r>
          </a:p>
        </p:txBody>
      </p:sp>
    </p:spTree>
    <p:extLst>
      <p:ext uri="{BB962C8B-B14F-4D97-AF65-F5344CB8AC3E}">
        <p14:creationId xmlns:p14="http://schemas.microsoft.com/office/powerpoint/2010/main" val="31813691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3">
            <a:extLst>
              <a:ext uri="{FF2B5EF4-FFF2-40B4-BE49-F238E27FC236}">
                <a16:creationId xmlns:a16="http://schemas.microsoft.com/office/drawing/2014/main" id="{FA76303A-BB17-E7C9-392B-DFADE5F26243}"/>
              </a:ext>
            </a:extLst>
          </p:cNvPr>
          <p:cNvSpPr>
            <a:spLocks noGrp="1"/>
          </p:cNvSpPr>
          <p:nvPr>
            <p:ph type="sldNum" sz="quarter" idx="12"/>
          </p:nvPr>
        </p:nvSpPr>
        <p:spPr>
          <a:xfrm>
            <a:off x="8730845" y="6209600"/>
            <a:ext cx="2743200" cy="365125"/>
          </a:xfrm>
        </p:spPr>
        <p:txBody>
          <a:bodyPr/>
          <a:lstStyle/>
          <a:p>
            <a:fld id="{BC0D97B6-E32F-4D7D-B839-7C3B51F2640F}" type="slidenum">
              <a:rPr lang="pt-PT" smtClean="0"/>
              <a:pPr/>
              <a:t>22</a:t>
            </a:fld>
            <a:endParaRPr lang="pt-PT" dirty="0"/>
          </a:p>
        </p:txBody>
      </p:sp>
      <p:sp>
        <p:nvSpPr>
          <p:cNvPr id="2" name="Rectangle 5">
            <a:extLst>
              <a:ext uri="{FF2B5EF4-FFF2-40B4-BE49-F238E27FC236}">
                <a16:creationId xmlns:a16="http://schemas.microsoft.com/office/drawing/2014/main" id="{DB9506DF-592C-1322-840B-A4D3458835DB}"/>
              </a:ext>
            </a:extLst>
          </p:cNvPr>
          <p:cNvSpPr txBox="1">
            <a:spLocks noChangeArrowheads="1"/>
          </p:cNvSpPr>
          <p:nvPr/>
        </p:nvSpPr>
        <p:spPr bwMode="auto">
          <a:xfrm>
            <a:off x="711200" y="1117601"/>
            <a:ext cx="10758488" cy="142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numCol="1" spcCol="720000" rtlCol="0">
            <a:noAutofit/>
          </a:bodyPr>
          <a:lstStyle>
            <a:lvl1pPr marL="342900" indent="-342900" algn="l" defTabSz="698500" rtl="0" eaLnBrk="1" latinLnBrk="0" hangingPunct="1">
              <a:lnSpc>
                <a:spcPct val="90000"/>
              </a:lnSpc>
              <a:spcBef>
                <a:spcPct val="20000"/>
              </a:spcBef>
              <a:spcAft>
                <a:spcPts val="2200"/>
              </a:spcAft>
              <a:buClr>
                <a:srgbClr val="FF0000"/>
              </a:buClr>
              <a:buFont typeface="Wingdings" panose="05000000000000000000" pitchFamily="2" charset="2"/>
              <a:buChar char="w"/>
              <a:defRPr lang="es-ES" sz="2400" b="1" kern="1200">
                <a:solidFill>
                  <a:srgbClr val="FF0000"/>
                </a:solidFill>
                <a:latin typeface="Arial" panose="020B0604020202020204" pitchFamily="34" charset="0"/>
                <a:ea typeface="+mn-ea"/>
                <a:cs typeface="+mn-cs"/>
              </a:defRPr>
            </a:lvl1pPr>
            <a:lvl2pPr marL="179388" indent="0" algn="l" defTabSz="698500" rtl="0" eaLnBrk="1" latinLnBrk="0" hangingPunct="1">
              <a:lnSpc>
                <a:spcPct val="90000"/>
              </a:lnSpc>
              <a:spcBef>
                <a:spcPct val="20000"/>
              </a:spcBef>
              <a:buClr>
                <a:schemeClr val="bg2"/>
              </a:buClr>
              <a:buFont typeface="Wingdings" panose="05000000000000000000" pitchFamily="2" charset="2"/>
              <a:buChar char="§"/>
              <a:defRPr lang="es-ES" sz="2600" kern="1200">
                <a:solidFill>
                  <a:srgbClr val="808080"/>
                </a:solidFill>
                <a:latin typeface="Arial" panose="020B0604020202020204" pitchFamily="34" charset="0"/>
                <a:ea typeface="+mn-ea"/>
                <a:cs typeface="+mn-cs"/>
              </a:defRPr>
            </a:lvl2pPr>
            <a:lvl3pPr marL="979488" indent="-342900" algn="l" defTabSz="698500" rtl="0" eaLnBrk="1" latinLnBrk="0" hangingPunct="1">
              <a:lnSpc>
                <a:spcPct val="90000"/>
              </a:lnSpc>
              <a:spcBef>
                <a:spcPct val="20000"/>
              </a:spcBef>
              <a:buClr>
                <a:schemeClr val="tx1"/>
              </a:buClr>
              <a:buFont typeface="Arial" panose="020B0604020202020204" pitchFamily="34" charset="0"/>
              <a:buChar char="–"/>
              <a:defRPr lang="es-ES" sz="2000" kern="1200">
                <a:solidFill>
                  <a:schemeClr val="bg2"/>
                </a:solidFill>
                <a:latin typeface="Arial" panose="020B0604020202020204" pitchFamily="34" charset="0"/>
                <a:ea typeface="+mn-ea"/>
                <a:cs typeface="+mn-cs"/>
              </a:defRPr>
            </a:lvl3pPr>
            <a:lvl4pPr marL="1600200" indent="-228600" algn="l" defTabSz="698500" rtl="0" eaLnBrk="1" latinLnBrk="0" hangingPunct="1">
              <a:lnSpc>
                <a:spcPct val="90000"/>
              </a:lnSpc>
              <a:spcBef>
                <a:spcPct val="20000"/>
              </a:spcBef>
              <a:buClr>
                <a:schemeClr val="tx1"/>
              </a:buClr>
              <a:buFont typeface="Arial" panose="020B0604020202020204" pitchFamily="34" charset="0"/>
              <a:buChar char="–"/>
              <a:defRPr lang="es-ES" sz="2000" kern="1200">
                <a:solidFill>
                  <a:schemeClr val="bg2"/>
                </a:solidFill>
                <a:latin typeface="Arial" panose="020B0604020202020204" pitchFamily="34" charset="0"/>
                <a:ea typeface="+mn-ea"/>
                <a:cs typeface="+mn-cs"/>
              </a:defRPr>
            </a:lvl4pPr>
            <a:lvl5pPr marL="2057400" indent="-228600" algn="l" defTabSz="698500" rtl="0" eaLnBrk="1" latinLnBrk="0" hangingPunct="1">
              <a:lnSpc>
                <a:spcPct val="90000"/>
              </a:lnSpc>
              <a:spcBef>
                <a:spcPct val="20000"/>
              </a:spcBef>
              <a:buClr>
                <a:schemeClr val="tx1"/>
              </a:buClr>
              <a:buFont typeface="Arial" panose="020B0604020202020204" pitchFamily="34" charset="0"/>
              <a:buChar char="–"/>
              <a:defRPr lang="es-ES" sz="2000" kern="1200">
                <a:solidFill>
                  <a:schemeClr val="bg2"/>
                </a:solidFill>
                <a:latin typeface="Arial" panose="020B0604020202020204" pitchFamily="34" charset="0"/>
                <a:ea typeface="+mn-ea"/>
                <a:cs typeface="+mn-cs"/>
              </a:defRPr>
            </a:lvl5pPr>
            <a:lvl6pPr marL="2514600" indent="-228600" algn="l" defTabSz="698500" rtl="0" eaLnBrk="0" fontAlgn="base" latinLnBrk="0" hangingPunct="0">
              <a:lnSpc>
                <a:spcPct val="90000"/>
              </a:lnSpc>
              <a:spcBef>
                <a:spcPct val="20000"/>
              </a:spcBef>
              <a:spcAft>
                <a:spcPct val="0"/>
              </a:spcAft>
              <a:buClr>
                <a:schemeClr val="tx1"/>
              </a:buClr>
              <a:buFont typeface="Arial" panose="020B0604020202020204" pitchFamily="34" charset="0"/>
              <a:buChar char="–"/>
              <a:defRPr sz="2000" kern="1200">
                <a:solidFill>
                  <a:schemeClr val="bg2"/>
                </a:solidFill>
                <a:latin typeface="Arial" panose="020B0604020202020204" pitchFamily="34" charset="0"/>
                <a:ea typeface="+mn-ea"/>
                <a:cs typeface="+mn-cs"/>
              </a:defRPr>
            </a:lvl6pPr>
            <a:lvl7pPr marL="2971800" indent="-228600" algn="l" defTabSz="698500" rtl="0" eaLnBrk="0" fontAlgn="base" latinLnBrk="0" hangingPunct="0">
              <a:lnSpc>
                <a:spcPct val="90000"/>
              </a:lnSpc>
              <a:spcBef>
                <a:spcPct val="20000"/>
              </a:spcBef>
              <a:spcAft>
                <a:spcPct val="0"/>
              </a:spcAft>
              <a:buClr>
                <a:schemeClr val="tx1"/>
              </a:buClr>
              <a:buFont typeface="Arial" panose="020B0604020202020204" pitchFamily="34" charset="0"/>
              <a:buChar char="–"/>
              <a:defRPr sz="2000" kern="1200">
                <a:solidFill>
                  <a:schemeClr val="bg2"/>
                </a:solidFill>
                <a:latin typeface="Arial" panose="020B0604020202020204" pitchFamily="34" charset="0"/>
                <a:ea typeface="+mn-ea"/>
                <a:cs typeface="+mn-cs"/>
              </a:defRPr>
            </a:lvl7pPr>
            <a:lvl8pPr marL="3429000" indent="-228600" algn="l" defTabSz="698500" rtl="0" eaLnBrk="0" fontAlgn="base" latinLnBrk="0" hangingPunct="0">
              <a:lnSpc>
                <a:spcPct val="90000"/>
              </a:lnSpc>
              <a:spcBef>
                <a:spcPct val="20000"/>
              </a:spcBef>
              <a:spcAft>
                <a:spcPct val="0"/>
              </a:spcAft>
              <a:buClr>
                <a:schemeClr val="tx1"/>
              </a:buClr>
              <a:buFont typeface="Arial" panose="020B0604020202020204" pitchFamily="34" charset="0"/>
              <a:buChar char="–"/>
              <a:defRPr sz="2000" kern="1200">
                <a:solidFill>
                  <a:schemeClr val="bg2"/>
                </a:solidFill>
                <a:latin typeface="Arial" panose="020B0604020202020204" pitchFamily="34" charset="0"/>
                <a:ea typeface="+mn-ea"/>
                <a:cs typeface="+mn-cs"/>
              </a:defRPr>
            </a:lvl8pPr>
            <a:lvl9pPr marL="3886200" indent="-228600" algn="l" defTabSz="698500" rtl="0" eaLnBrk="0" fontAlgn="base" latinLnBrk="0" hangingPunct="0">
              <a:lnSpc>
                <a:spcPct val="90000"/>
              </a:lnSpc>
              <a:spcBef>
                <a:spcPct val="20000"/>
              </a:spcBef>
              <a:spcAft>
                <a:spcPct val="0"/>
              </a:spcAft>
              <a:buClr>
                <a:schemeClr val="tx1"/>
              </a:buClr>
              <a:buFont typeface="Arial" panose="020B0604020202020204" pitchFamily="34" charset="0"/>
              <a:buChar char="–"/>
              <a:defRPr sz="2000" kern="1200">
                <a:solidFill>
                  <a:schemeClr val="bg2"/>
                </a:solidFill>
                <a:latin typeface="Arial" panose="020B0604020202020204" pitchFamily="34" charset="0"/>
                <a:ea typeface="+mn-ea"/>
                <a:cs typeface="+mn-cs"/>
              </a:defRPr>
            </a:lvl9pPr>
          </a:lstStyle>
          <a:p>
            <a:pPr marL="0" lvl="1">
              <a:spcBef>
                <a:spcPts val="400"/>
              </a:spcBef>
              <a:buClr>
                <a:srgbClr val="FF0000"/>
              </a:buClr>
              <a:buFont typeface="Wingdings" panose="05000000000000000000" pitchFamily="2" charset="2"/>
              <a:buNone/>
            </a:pPr>
            <a:r>
              <a:rPr lang="pt-PT" sz="1500" dirty="0">
                <a:solidFill>
                  <a:schemeClr val="tx1"/>
                </a:solidFill>
                <a:latin typeface="Santander Text" panose="020B0504020201020104" pitchFamily="34" charset="0"/>
              </a:rPr>
              <a:t>Texto </a:t>
            </a:r>
            <a:r>
              <a:rPr lang="pt-PT" sz="1500" dirty="0" err="1">
                <a:solidFill>
                  <a:schemeClr val="tx1"/>
                </a:solidFill>
                <a:latin typeface="Santander Text" panose="020B0504020201020104" pitchFamily="34" charset="0"/>
              </a:rPr>
              <a:t>texto</a:t>
            </a:r>
            <a:r>
              <a:rPr lang="pt-PT" sz="1500" dirty="0">
                <a:solidFill>
                  <a:schemeClr val="tx1"/>
                </a:solidFill>
                <a:latin typeface="Santander Text" panose="020B0504020201020104" pitchFamily="34" charset="0"/>
              </a:rPr>
              <a:t>.</a:t>
            </a:r>
          </a:p>
          <a:p>
            <a:pPr marL="0" lvl="1">
              <a:spcBef>
                <a:spcPts val="400"/>
              </a:spcBef>
              <a:buClr>
                <a:srgbClr val="FF0000"/>
              </a:buClr>
              <a:buFont typeface="Wingdings" panose="05000000000000000000" pitchFamily="2" charset="2"/>
              <a:buNone/>
            </a:pPr>
            <a:r>
              <a:rPr lang="pt-PT" sz="1500" dirty="0">
                <a:solidFill>
                  <a:schemeClr val="tx1"/>
                </a:solidFill>
                <a:latin typeface="Santander Text" panose="020B0504020201020104" pitchFamily="34" charset="0"/>
              </a:rPr>
              <a:t>Texto </a:t>
            </a:r>
            <a:r>
              <a:rPr lang="pt-PT" sz="1500" dirty="0" err="1">
                <a:solidFill>
                  <a:schemeClr val="tx1"/>
                </a:solidFill>
                <a:latin typeface="Santander Text" panose="020B0504020201020104" pitchFamily="34" charset="0"/>
              </a:rPr>
              <a:t>texto</a:t>
            </a:r>
            <a:r>
              <a:rPr lang="pt-PT" sz="1500" dirty="0">
                <a:solidFill>
                  <a:schemeClr val="tx1"/>
                </a:solidFill>
                <a:latin typeface="Santander Text" panose="020B0504020201020104" pitchFamily="34" charset="0"/>
              </a:rPr>
              <a:t>:</a:t>
            </a:r>
          </a:p>
          <a:p>
            <a:pPr marL="714375" lvl="1" indent="-174625">
              <a:spcBef>
                <a:spcPts val="400"/>
              </a:spcBef>
              <a:buClr>
                <a:srgbClr val="FF0000"/>
              </a:buClr>
            </a:pPr>
            <a:r>
              <a:rPr lang="pt-PT" sz="1400" dirty="0">
                <a:solidFill>
                  <a:schemeClr val="tx1"/>
                </a:solidFill>
                <a:latin typeface="Santander Text" panose="020B0504020201020104" pitchFamily="34" charset="0"/>
              </a:rPr>
              <a:t>Texto </a:t>
            </a:r>
          </a:p>
          <a:p>
            <a:pPr marL="714375" lvl="1" indent="-174625">
              <a:spcBef>
                <a:spcPts val="400"/>
              </a:spcBef>
              <a:buClr>
                <a:srgbClr val="FF0000"/>
              </a:buClr>
            </a:pPr>
            <a:r>
              <a:rPr lang="pt-PT" sz="1400" dirty="0">
                <a:solidFill>
                  <a:schemeClr val="tx1"/>
                </a:solidFill>
                <a:latin typeface="Santander Text" panose="020B0504020201020104" pitchFamily="34" charset="0"/>
              </a:rPr>
              <a:t>texto</a:t>
            </a:r>
          </a:p>
        </p:txBody>
      </p:sp>
      <p:sp>
        <p:nvSpPr>
          <p:cNvPr id="6" name="Marcador de texto 5">
            <a:extLst>
              <a:ext uri="{FF2B5EF4-FFF2-40B4-BE49-F238E27FC236}">
                <a16:creationId xmlns:a16="http://schemas.microsoft.com/office/drawing/2014/main" id="{591DC373-477C-183D-6CA2-A9368DBBBE7C}"/>
              </a:ext>
            </a:extLst>
          </p:cNvPr>
          <p:cNvSpPr>
            <a:spLocks noGrp="1"/>
          </p:cNvSpPr>
          <p:nvPr>
            <p:ph type="body" sz="quarter" idx="14"/>
          </p:nvPr>
        </p:nvSpPr>
        <p:spPr>
          <a:xfrm>
            <a:off x="106420" y="114372"/>
            <a:ext cx="11547776" cy="707303"/>
          </a:xfrm>
        </p:spPr>
        <p:txBody>
          <a:bodyPr/>
          <a:lstStyle/>
          <a:p>
            <a:r>
              <a:rPr lang="pt-PT" sz="2400" dirty="0"/>
              <a:t>Desenho Técnico</a:t>
            </a:r>
            <a:br>
              <a:rPr lang="pt-PT" sz="2400" dirty="0"/>
            </a:br>
            <a:r>
              <a:rPr lang="pt-PT" sz="1800" dirty="0">
                <a:solidFill>
                  <a:schemeClr val="tx1">
                    <a:lumMod val="75000"/>
                    <a:lumOff val="25000"/>
                  </a:schemeClr>
                </a:solidFill>
              </a:rPr>
              <a:t>Integrações (internas e com terceiros)</a:t>
            </a:r>
          </a:p>
        </p:txBody>
      </p:sp>
      <p:graphicFrame>
        <p:nvGraphicFramePr>
          <p:cNvPr id="9" name="Table 8">
            <a:extLst>
              <a:ext uri="{FF2B5EF4-FFF2-40B4-BE49-F238E27FC236}">
                <a16:creationId xmlns:a16="http://schemas.microsoft.com/office/drawing/2014/main" id="{146EF754-E003-4A92-B094-DCF12E5335A6}"/>
              </a:ext>
            </a:extLst>
          </p:cNvPr>
          <p:cNvGraphicFramePr>
            <a:graphicFrameLocks noGrp="1"/>
          </p:cNvGraphicFramePr>
          <p:nvPr>
            <p:extLst>
              <p:ext uri="{D42A27DB-BD31-4B8C-83A1-F6EECF244321}">
                <p14:modId xmlns:p14="http://schemas.microsoft.com/office/powerpoint/2010/main" val="3488034180"/>
              </p:ext>
            </p:extLst>
          </p:nvPr>
        </p:nvGraphicFramePr>
        <p:xfrm>
          <a:off x="826561" y="2713276"/>
          <a:ext cx="10497222" cy="1604724"/>
        </p:xfrm>
        <a:graphic>
          <a:graphicData uri="http://schemas.openxmlformats.org/drawingml/2006/table">
            <a:tbl>
              <a:tblPr firstRow="1" bandRow="1">
                <a:tableStyleId>{073A0DAA-6AF3-43AB-8588-CEC1D06C72B9}</a:tableStyleId>
              </a:tblPr>
              <a:tblGrid>
                <a:gridCol w="3499074">
                  <a:extLst>
                    <a:ext uri="{9D8B030D-6E8A-4147-A177-3AD203B41FA5}">
                      <a16:colId xmlns:a16="http://schemas.microsoft.com/office/drawing/2014/main" val="3447390601"/>
                    </a:ext>
                  </a:extLst>
                </a:gridCol>
                <a:gridCol w="3499074">
                  <a:extLst>
                    <a:ext uri="{9D8B030D-6E8A-4147-A177-3AD203B41FA5}">
                      <a16:colId xmlns:a16="http://schemas.microsoft.com/office/drawing/2014/main" val="4240525645"/>
                    </a:ext>
                  </a:extLst>
                </a:gridCol>
                <a:gridCol w="3499074">
                  <a:extLst>
                    <a:ext uri="{9D8B030D-6E8A-4147-A177-3AD203B41FA5}">
                      <a16:colId xmlns:a16="http://schemas.microsoft.com/office/drawing/2014/main" val="418039559"/>
                    </a:ext>
                  </a:extLst>
                </a:gridCol>
              </a:tblGrid>
              <a:tr h="308553">
                <a:tc>
                  <a:txBody>
                    <a:bodyPr/>
                    <a:lstStyle/>
                    <a:p>
                      <a:pPr algn="ctr"/>
                      <a:r>
                        <a:rPr lang="pt-PT" sz="1400" dirty="0" err="1"/>
                        <a:t>Third</a:t>
                      </a:r>
                      <a:r>
                        <a:rPr lang="pt-PT" sz="1400" dirty="0"/>
                        <a:t> </a:t>
                      </a:r>
                      <a:r>
                        <a:rPr lang="pt-PT" sz="1400" dirty="0" err="1"/>
                        <a:t>party</a:t>
                      </a:r>
                      <a:endParaRPr lang="pt-PT" sz="1400" dirty="0"/>
                    </a:p>
                  </a:txBody>
                  <a:tcPr/>
                </a:tc>
                <a:tc>
                  <a:txBody>
                    <a:bodyPr/>
                    <a:lstStyle/>
                    <a:p>
                      <a:pPr algn="ctr"/>
                      <a:r>
                        <a:rPr lang="pt-PT" sz="1400" dirty="0" err="1"/>
                        <a:t>Usage</a:t>
                      </a:r>
                      <a:endParaRPr lang="pt-PT" sz="1400" dirty="0"/>
                    </a:p>
                  </a:txBody>
                  <a:tcPr/>
                </a:tc>
                <a:tc>
                  <a:txBody>
                    <a:bodyPr/>
                    <a:lstStyle/>
                    <a:p>
                      <a:pPr algn="ctr"/>
                      <a:r>
                        <a:rPr lang="pt-PT" sz="1400" dirty="0" err="1"/>
                        <a:t>Type</a:t>
                      </a:r>
                      <a:r>
                        <a:rPr lang="pt-PT" sz="1400" dirty="0"/>
                        <a:t> </a:t>
                      </a:r>
                      <a:r>
                        <a:rPr lang="pt-PT" sz="1400" dirty="0" err="1"/>
                        <a:t>of</a:t>
                      </a:r>
                      <a:r>
                        <a:rPr lang="pt-PT" sz="1400" dirty="0"/>
                        <a:t> </a:t>
                      </a:r>
                      <a:r>
                        <a:rPr lang="pt-PT" sz="1400" dirty="0" err="1"/>
                        <a:t>Integration</a:t>
                      </a:r>
                      <a:endParaRPr lang="pt-PT" sz="1400" dirty="0"/>
                    </a:p>
                  </a:txBody>
                  <a:tcPr/>
                </a:tc>
                <a:extLst>
                  <a:ext uri="{0D108BD9-81ED-4DB2-BD59-A6C34878D82A}">
                    <a16:rowId xmlns:a16="http://schemas.microsoft.com/office/drawing/2014/main" val="3569789939"/>
                  </a:ext>
                </a:extLst>
              </a:tr>
              <a:tr h="246843">
                <a:tc>
                  <a:txBody>
                    <a:bodyPr/>
                    <a:lstStyle/>
                    <a:p>
                      <a:r>
                        <a:rPr lang="pt-PT" sz="1000" kern="1200" dirty="0">
                          <a:solidFill>
                            <a:schemeClr val="tx1"/>
                          </a:solidFill>
                        </a:rPr>
                        <a:t>Ex: Google </a:t>
                      </a:r>
                      <a:r>
                        <a:rPr lang="pt-PT" sz="1000" kern="1200" dirty="0" err="1">
                          <a:solidFill>
                            <a:schemeClr val="tx1"/>
                          </a:solidFill>
                        </a:rPr>
                        <a:t>Analytics</a:t>
                      </a:r>
                      <a:endParaRPr lang="pt-PT" sz="1000" kern="1200" dirty="0">
                        <a:solidFill>
                          <a:schemeClr val="tx1"/>
                        </a:solidFill>
                        <a:latin typeface="+mn-lt"/>
                        <a:ea typeface="+mn-ea"/>
                        <a:cs typeface="+mn-cs"/>
                      </a:endParaRPr>
                    </a:p>
                  </a:txBody>
                  <a:tcPr/>
                </a:tc>
                <a:tc>
                  <a:txBody>
                    <a:bodyPr/>
                    <a:lstStyle/>
                    <a:p>
                      <a:r>
                        <a:rPr lang="pt-PT" sz="1000" kern="1200" dirty="0">
                          <a:solidFill>
                            <a:schemeClr val="tx1"/>
                          </a:solidFill>
                        </a:rPr>
                        <a:t>Ex: </a:t>
                      </a:r>
                      <a:r>
                        <a:rPr lang="pt-PT" sz="1000" kern="1200" dirty="0" err="1">
                          <a:solidFill>
                            <a:schemeClr val="tx1"/>
                          </a:solidFill>
                        </a:rPr>
                        <a:t>Usage</a:t>
                      </a:r>
                      <a:r>
                        <a:rPr lang="pt-PT" sz="1000" kern="1200" dirty="0">
                          <a:solidFill>
                            <a:schemeClr val="tx1"/>
                          </a:solidFill>
                        </a:rPr>
                        <a:t> </a:t>
                      </a:r>
                      <a:r>
                        <a:rPr lang="pt-PT" sz="1000" kern="1200" dirty="0" err="1">
                          <a:solidFill>
                            <a:schemeClr val="tx1"/>
                          </a:solidFill>
                        </a:rPr>
                        <a:t>analytics</a:t>
                      </a:r>
                      <a:endParaRPr lang="pt-PT" sz="1000" kern="1200" dirty="0">
                        <a:solidFill>
                          <a:schemeClr val="tx1"/>
                        </a:solidFill>
                        <a:latin typeface="+mn-lt"/>
                        <a:ea typeface="+mn-ea"/>
                        <a:cs typeface="+mn-cs"/>
                      </a:endParaRPr>
                    </a:p>
                  </a:txBody>
                  <a:tcPr/>
                </a:tc>
                <a:tc>
                  <a:txBody>
                    <a:bodyPr/>
                    <a:lstStyle/>
                    <a:p>
                      <a:r>
                        <a:rPr lang="pt-PT" sz="1000" kern="1200" dirty="0">
                          <a:solidFill>
                            <a:schemeClr val="tx1"/>
                          </a:solidFill>
                        </a:rPr>
                        <a:t>Ex: </a:t>
                      </a:r>
                      <a:r>
                        <a:rPr lang="pt-PT" sz="1000" kern="1200" dirty="0" err="1">
                          <a:solidFill>
                            <a:schemeClr val="tx1"/>
                          </a:solidFill>
                        </a:rPr>
                        <a:t>Javascript</a:t>
                      </a:r>
                      <a:r>
                        <a:rPr lang="pt-PT" sz="1000" kern="1200" dirty="0">
                          <a:solidFill>
                            <a:schemeClr val="tx1"/>
                          </a:solidFill>
                        </a:rPr>
                        <a:t> SDK</a:t>
                      </a:r>
                      <a:endParaRPr lang="pt-PT" sz="1000" kern="1200" dirty="0">
                        <a:solidFill>
                          <a:schemeClr val="tx1"/>
                        </a:solidFill>
                        <a:latin typeface="+mn-lt"/>
                        <a:ea typeface="+mn-ea"/>
                        <a:cs typeface="+mn-cs"/>
                      </a:endParaRPr>
                    </a:p>
                  </a:txBody>
                  <a:tcPr/>
                </a:tc>
                <a:extLst>
                  <a:ext uri="{0D108BD9-81ED-4DB2-BD59-A6C34878D82A}">
                    <a16:rowId xmlns:a16="http://schemas.microsoft.com/office/drawing/2014/main" val="3636058941"/>
                  </a:ext>
                </a:extLst>
              </a:tr>
              <a:tr h="246843">
                <a:tc>
                  <a:txBody>
                    <a:bodyPr/>
                    <a:lstStyle/>
                    <a:p>
                      <a:r>
                        <a:rPr lang="pt-PT" sz="1000" kern="1200" dirty="0">
                          <a:solidFill>
                            <a:schemeClr val="tx1"/>
                          </a:solidFill>
                        </a:rPr>
                        <a:t>X </a:t>
                      </a:r>
                      <a:r>
                        <a:rPr lang="pt-PT" sz="1000" kern="1200" dirty="0" err="1">
                          <a:solidFill>
                            <a:schemeClr val="tx1"/>
                          </a:solidFill>
                        </a:rPr>
                        <a:t>Service</a:t>
                      </a:r>
                      <a:endParaRPr lang="pt-PT" sz="1000" kern="1200" dirty="0">
                        <a:solidFill>
                          <a:schemeClr val="tx1"/>
                        </a:solidFill>
                        <a:latin typeface="+mn-lt"/>
                        <a:ea typeface="+mn-ea"/>
                        <a:cs typeface="+mn-cs"/>
                      </a:endParaRPr>
                    </a:p>
                  </a:txBody>
                  <a:tcPr/>
                </a:tc>
                <a:tc>
                  <a:txBody>
                    <a:bodyPr/>
                    <a:lstStyle/>
                    <a:p>
                      <a:r>
                        <a:rPr lang="pt-PT" sz="1000" kern="1200" dirty="0">
                          <a:solidFill>
                            <a:schemeClr val="tx1"/>
                          </a:solidFill>
                        </a:rPr>
                        <a:t>X </a:t>
                      </a:r>
                      <a:r>
                        <a:rPr lang="pt-PT" sz="1000" kern="1200" dirty="0" err="1">
                          <a:solidFill>
                            <a:schemeClr val="tx1"/>
                          </a:solidFill>
                        </a:rPr>
                        <a:t>Usage</a:t>
                      </a:r>
                      <a:endParaRPr lang="pt-PT" sz="1000" kern="1200" dirty="0">
                        <a:solidFill>
                          <a:schemeClr val="tx1"/>
                        </a:solidFill>
                        <a:latin typeface="+mn-lt"/>
                        <a:ea typeface="+mn-ea"/>
                        <a:cs typeface="+mn-cs"/>
                      </a:endParaRPr>
                    </a:p>
                  </a:txBody>
                  <a:tcPr/>
                </a:tc>
                <a:tc>
                  <a:txBody>
                    <a:bodyPr/>
                    <a:lstStyle/>
                    <a:p>
                      <a:r>
                        <a:rPr lang="pt-PT" sz="1000" kern="1200" dirty="0">
                          <a:solidFill>
                            <a:schemeClr val="tx1"/>
                          </a:solidFill>
                        </a:rPr>
                        <a:t>API</a:t>
                      </a:r>
                      <a:endParaRPr lang="pt-PT" sz="1000" kern="1200" dirty="0">
                        <a:solidFill>
                          <a:schemeClr val="tx1"/>
                        </a:solidFill>
                        <a:latin typeface="+mn-lt"/>
                        <a:ea typeface="+mn-ea"/>
                        <a:cs typeface="+mn-cs"/>
                      </a:endParaRPr>
                    </a:p>
                  </a:txBody>
                  <a:tcPr/>
                </a:tc>
                <a:extLst>
                  <a:ext uri="{0D108BD9-81ED-4DB2-BD59-A6C34878D82A}">
                    <a16:rowId xmlns:a16="http://schemas.microsoft.com/office/drawing/2014/main" val="2278007470"/>
                  </a:ext>
                </a:extLst>
              </a:tr>
              <a:tr h="246843">
                <a:tc>
                  <a:txBody>
                    <a:bodyPr/>
                    <a:lstStyle/>
                    <a:p>
                      <a:endParaRPr lang="pt-PT" sz="1000" kern="1200" dirty="0">
                        <a:solidFill>
                          <a:schemeClr val="tx1"/>
                        </a:solidFill>
                        <a:latin typeface="+mn-lt"/>
                        <a:ea typeface="+mn-ea"/>
                        <a:cs typeface="+mn-cs"/>
                      </a:endParaRPr>
                    </a:p>
                  </a:txBody>
                  <a:tcPr/>
                </a:tc>
                <a:tc>
                  <a:txBody>
                    <a:bodyPr/>
                    <a:lstStyle/>
                    <a:p>
                      <a:endParaRPr lang="pt-PT" sz="1000" kern="1200" dirty="0">
                        <a:solidFill>
                          <a:schemeClr val="tx1"/>
                        </a:solidFill>
                        <a:latin typeface="+mn-lt"/>
                        <a:ea typeface="+mn-ea"/>
                        <a:cs typeface="+mn-cs"/>
                      </a:endParaRPr>
                    </a:p>
                  </a:txBody>
                  <a:tcPr/>
                </a:tc>
                <a:tc>
                  <a:txBody>
                    <a:bodyPr/>
                    <a:lstStyle/>
                    <a:p>
                      <a:endParaRPr lang="pt-PT" sz="1000" kern="1200" dirty="0">
                        <a:solidFill>
                          <a:schemeClr val="tx1"/>
                        </a:solidFill>
                        <a:latin typeface="+mn-lt"/>
                        <a:ea typeface="+mn-ea"/>
                        <a:cs typeface="+mn-cs"/>
                      </a:endParaRPr>
                    </a:p>
                  </a:txBody>
                  <a:tcPr/>
                </a:tc>
                <a:extLst>
                  <a:ext uri="{0D108BD9-81ED-4DB2-BD59-A6C34878D82A}">
                    <a16:rowId xmlns:a16="http://schemas.microsoft.com/office/drawing/2014/main" val="475355011"/>
                  </a:ext>
                </a:extLst>
              </a:tr>
              <a:tr h="0">
                <a:tc>
                  <a:txBody>
                    <a:bodyPr/>
                    <a:lstStyle/>
                    <a:p>
                      <a:endParaRPr lang="pt-PT" sz="1000" dirty="0"/>
                    </a:p>
                  </a:txBody>
                  <a:tcPr/>
                </a:tc>
                <a:tc>
                  <a:txBody>
                    <a:bodyPr/>
                    <a:lstStyle/>
                    <a:p>
                      <a:endParaRPr lang="pt-PT" sz="1000" dirty="0"/>
                    </a:p>
                  </a:txBody>
                  <a:tcPr/>
                </a:tc>
                <a:tc>
                  <a:txBody>
                    <a:bodyPr/>
                    <a:lstStyle/>
                    <a:p>
                      <a:endParaRPr lang="pt-PT" sz="1000" dirty="0"/>
                    </a:p>
                  </a:txBody>
                  <a:tcPr/>
                </a:tc>
                <a:extLst>
                  <a:ext uri="{0D108BD9-81ED-4DB2-BD59-A6C34878D82A}">
                    <a16:rowId xmlns:a16="http://schemas.microsoft.com/office/drawing/2014/main" val="2034481140"/>
                  </a:ext>
                </a:extLst>
              </a:tr>
              <a:tr h="311802">
                <a:tc>
                  <a:txBody>
                    <a:bodyPr/>
                    <a:lstStyle/>
                    <a:p>
                      <a:endParaRPr lang="pt-PT" sz="1000" dirty="0"/>
                    </a:p>
                  </a:txBody>
                  <a:tcPr/>
                </a:tc>
                <a:tc>
                  <a:txBody>
                    <a:bodyPr/>
                    <a:lstStyle/>
                    <a:p>
                      <a:endParaRPr lang="pt-PT" sz="1000" dirty="0"/>
                    </a:p>
                  </a:txBody>
                  <a:tcPr/>
                </a:tc>
                <a:tc>
                  <a:txBody>
                    <a:bodyPr/>
                    <a:lstStyle/>
                    <a:p>
                      <a:endParaRPr lang="pt-PT" sz="1000" dirty="0"/>
                    </a:p>
                  </a:txBody>
                  <a:tcPr/>
                </a:tc>
                <a:extLst>
                  <a:ext uri="{0D108BD9-81ED-4DB2-BD59-A6C34878D82A}">
                    <a16:rowId xmlns:a16="http://schemas.microsoft.com/office/drawing/2014/main" val="2933014129"/>
                  </a:ext>
                </a:extLst>
              </a:tr>
            </a:tbl>
          </a:graphicData>
        </a:graphic>
      </p:graphicFrame>
    </p:spTree>
    <p:extLst>
      <p:ext uri="{BB962C8B-B14F-4D97-AF65-F5344CB8AC3E}">
        <p14:creationId xmlns:p14="http://schemas.microsoft.com/office/powerpoint/2010/main" val="11864770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3">
            <a:extLst>
              <a:ext uri="{FF2B5EF4-FFF2-40B4-BE49-F238E27FC236}">
                <a16:creationId xmlns:a16="http://schemas.microsoft.com/office/drawing/2014/main" id="{FA76303A-BB17-E7C9-392B-DFADE5F26243}"/>
              </a:ext>
            </a:extLst>
          </p:cNvPr>
          <p:cNvSpPr>
            <a:spLocks noGrp="1"/>
          </p:cNvSpPr>
          <p:nvPr>
            <p:ph type="sldNum" sz="quarter" idx="12"/>
          </p:nvPr>
        </p:nvSpPr>
        <p:spPr>
          <a:xfrm>
            <a:off x="8730845" y="6209600"/>
            <a:ext cx="2743200" cy="365125"/>
          </a:xfrm>
        </p:spPr>
        <p:txBody>
          <a:bodyPr/>
          <a:lstStyle/>
          <a:p>
            <a:fld id="{BC0D97B6-E32F-4D7D-B839-7C3B51F2640F}" type="slidenum">
              <a:rPr lang="pt-PT" smtClean="0"/>
              <a:pPr/>
              <a:t>23</a:t>
            </a:fld>
            <a:endParaRPr lang="pt-PT" dirty="0"/>
          </a:p>
        </p:txBody>
      </p:sp>
      <p:sp>
        <p:nvSpPr>
          <p:cNvPr id="6" name="Marcador de texto 5">
            <a:extLst>
              <a:ext uri="{FF2B5EF4-FFF2-40B4-BE49-F238E27FC236}">
                <a16:creationId xmlns:a16="http://schemas.microsoft.com/office/drawing/2014/main" id="{591DC373-477C-183D-6CA2-A9368DBBBE7C}"/>
              </a:ext>
            </a:extLst>
          </p:cNvPr>
          <p:cNvSpPr>
            <a:spLocks noGrp="1"/>
          </p:cNvSpPr>
          <p:nvPr>
            <p:ph type="body" sz="quarter" idx="14"/>
          </p:nvPr>
        </p:nvSpPr>
        <p:spPr>
          <a:xfrm>
            <a:off x="106420" y="114373"/>
            <a:ext cx="11547776" cy="538770"/>
          </a:xfrm>
        </p:spPr>
        <p:txBody>
          <a:bodyPr/>
          <a:lstStyle/>
          <a:p>
            <a:r>
              <a:rPr lang="pt-PT" sz="2400" dirty="0"/>
              <a:t>Desenho Técnico</a:t>
            </a:r>
            <a:br>
              <a:rPr lang="pt-PT" sz="2400" dirty="0"/>
            </a:br>
            <a:r>
              <a:rPr lang="pt-PT" sz="1800" dirty="0">
                <a:solidFill>
                  <a:schemeClr val="tx1">
                    <a:lumMod val="75000"/>
                    <a:lumOff val="25000"/>
                  </a:schemeClr>
                </a:solidFill>
              </a:rPr>
              <a:t>CI/CD &amp; Modelo de Serviços</a:t>
            </a:r>
          </a:p>
        </p:txBody>
      </p:sp>
      <p:graphicFrame>
        <p:nvGraphicFramePr>
          <p:cNvPr id="3" name="Group 805">
            <a:extLst>
              <a:ext uri="{FF2B5EF4-FFF2-40B4-BE49-F238E27FC236}">
                <a16:creationId xmlns:a16="http://schemas.microsoft.com/office/drawing/2014/main" id="{615D8133-BD28-A06C-5183-64034DF4D9C4}"/>
              </a:ext>
            </a:extLst>
          </p:cNvPr>
          <p:cNvGraphicFramePr>
            <a:graphicFrameLocks noGrp="1"/>
          </p:cNvGraphicFramePr>
          <p:nvPr>
            <p:extLst>
              <p:ext uri="{D42A27DB-BD31-4B8C-83A1-F6EECF244321}">
                <p14:modId xmlns:p14="http://schemas.microsoft.com/office/powerpoint/2010/main" val="3201496476"/>
              </p:ext>
            </p:extLst>
          </p:nvPr>
        </p:nvGraphicFramePr>
        <p:xfrm>
          <a:off x="537804" y="977116"/>
          <a:ext cx="11116391" cy="633079"/>
        </p:xfrm>
        <a:graphic>
          <a:graphicData uri="http://schemas.openxmlformats.org/drawingml/2006/table">
            <a:tbl>
              <a:tblPr/>
              <a:tblGrid>
                <a:gridCol w="3929726">
                  <a:extLst>
                    <a:ext uri="{9D8B030D-6E8A-4147-A177-3AD203B41FA5}">
                      <a16:colId xmlns:a16="http://schemas.microsoft.com/office/drawing/2014/main" val="20000"/>
                    </a:ext>
                  </a:extLst>
                </a:gridCol>
                <a:gridCol w="4384812">
                  <a:extLst>
                    <a:ext uri="{9D8B030D-6E8A-4147-A177-3AD203B41FA5}">
                      <a16:colId xmlns:a16="http://schemas.microsoft.com/office/drawing/2014/main" val="20001"/>
                    </a:ext>
                  </a:extLst>
                </a:gridCol>
                <a:gridCol w="2801853">
                  <a:extLst>
                    <a:ext uri="{9D8B030D-6E8A-4147-A177-3AD203B41FA5}">
                      <a16:colId xmlns:a16="http://schemas.microsoft.com/office/drawing/2014/main" val="20002"/>
                    </a:ext>
                  </a:extLst>
                </a:gridCol>
              </a:tblGrid>
              <a:tr h="302667">
                <a:tc>
                  <a:txBody>
                    <a:bodyPr/>
                    <a:lstStyle/>
                    <a:p>
                      <a:pPr marL="0" marR="0" lvl="0" indent="0" algn="ctr" defTabSz="914400" rtl="0" eaLnBrk="1" fontAlgn="b" latinLnBrk="0" hangingPunct="1">
                        <a:lnSpc>
                          <a:spcPct val="150000"/>
                        </a:lnSpc>
                        <a:spcBef>
                          <a:spcPts val="0"/>
                        </a:spcBef>
                        <a:spcAft>
                          <a:spcPts val="0"/>
                        </a:spcAft>
                        <a:buClr>
                          <a:schemeClr val="bg1"/>
                        </a:buClr>
                        <a:buSzPct val="25000"/>
                        <a:buFont typeface="Times" pitchFamily="18" charset="0"/>
                        <a:buNone/>
                        <a:tabLst/>
                      </a:pPr>
                      <a:r>
                        <a:rPr lang="pt-PT" sz="1400" b="0" kern="1200" noProof="0" dirty="0">
                          <a:solidFill>
                            <a:schemeClr val="bg1"/>
                          </a:solidFill>
                          <a:latin typeface="Santander Text" panose="020B0504020201020104" pitchFamily="34" charset="0"/>
                          <a:ea typeface="+mn-ea"/>
                          <a:cs typeface="+mn-cs"/>
                        </a:rPr>
                        <a:t>Service</a:t>
                      </a:r>
                    </a:p>
                  </a:txBody>
                  <a:tcPr marL="120000" marR="120000" marT="46793" marB="4679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lumMod val="75000"/>
                        <a:lumOff val="25000"/>
                      </a:schemeClr>
                    </a:solidFill>
                  </a:tcPr>
                </a:tc>
                <a:tc>
                  <a:txBody>
                    <a:bodyPr/>
                    <a:lstStyle/>
                    <a:p>
                      <a:pPr marL="0" marR="0" lvl="0" indent="0" algn="ctr" defTabSz="914400" rtl="0" eaLnBrk="1" fontAlgn="b" latinLnBrk="0" hangingPunct="1">
                        <a:lnSpc>
                          <a:spcPct val="150000"/>
                        </a:lnSpc>
                        <a:spcBef>
                          <a:spcPts val="0"/>
                        </a:spcBef>
                        <a:spcAft>
                          <a:spcPts val="0"/>
                        </a:spcAft>
                        <a:buClr>
                          <a:schemeClr val="bg1"/>
                        </a:buClr>
                        <a:buSzPct val="25000"/>
                        <a:buFont typeface="Times" pitchFamily="18" charset="0"/>
                        <a:buNone/>
                        <a:tabLst/>
                      </a:pPr>
                      <a:r>
                        <a:rPr lang="pt-PT" sz="1400" b="0" kern="1200" noProof="0" dirty="0">
                          <a:solidFill>
                            <a:schemeClr val="bg1"/>
                          </a:solidFill>
                          <a:latin typeface="Santander Text" panose="020B0504020201020104" pitchFamily="34" charset="0"/>
                          <a:ea typeface="+mn-ea"/>
                          <a:cs typeface="+mn-cs"/>
                        </a:rPr>
                        <a:t>CI/CD</a:t>
                      </a:r>
                    </a:p>
                  </a:txBody>
                  <a:tcPr marL="120000" marR="120000" marT="46793" marB="4679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lumMod val="75000"/>
                        <a:lumOff val="25000"/>
                      </a:schemeClr>
                    </a:solidFill>
                  </a:tcPr>
                </a:tc>
                <a:tc>
                  <a:txBody>
                    <a:bodyPr/>
                    <a:lstStyle/>
                    <a:p>
                      <a:pPr marL="0" marR="0" lvl="0" indent="0" algn="ctr" defTabSz="914400" rtl="0" eaLnBrk="1" fontAlgn="b" latinLnBrk="0" hangingPunct="1">
                        <a:lnSpc>
                          <a:spcPct val="150000"/>
                        </a:lnSpc>
                        <a:spcBef>
                          <a:spcPts val="0"/>
                        </a:spcBef>
                        <a:spcAft>
                          <a:spcPts val="0"/>
                        </a:spcAft>
                        <a:buClr>
                          <a:schemeClr val="bg1"/>
                        </a:buClr>
                        <a:buSzPct val="25000"/>
                        <a:buFont typeface="Times" pitchFamily="18" charset="0"/>
                        <a:buNone/>
                        <a:tabLst/>
                      </a:pPr>
                      <a:r>
                        <a:rPr lang="pt-PT" sz="1400" b="0" kern="1200" noProof="0" dirty="0">
                          <a:solidFill>
                            <a:schemeClr val="bg1"/>
                          </a:solidFill>
                          <a:latin typeface="Santander Text" panose="020B0504020201020104" pitchFamily="34" charset="0"/>
                          <a:ea typeface="+mn-ea"/>
                          <a:cs typeface="+mn-cs"/>
                        </a:rPr>
                        <a:t>Controlos </a:t>
                      </a:r>
                      <a:r>
                        <a:rPr lang="pt-PT" sz="1400" b="0" kern="1200" noProof="0" dirty="0" err="1">
                          <a:solidFill>
                            <a:schemeClr val="bg1"/>
                          </a:solidFill>
                          <a:latin typeface="Santander Text" panose="020B0504020201020104" pitchFamily="34" charset="0"/>
                          <a:ea typeface="+mn-ea"/>
                          <a:cs typeface="+mn-cs"/>
                        </a:rPr>
                        <a:t>Build</a:t>
                      </a:r>
                      <a:r>
                        <a:rPr lang="pt-PT" sz="1400" b="0" kern="1200" noProof="0" dirty="0">
                          <a:solidFill>
                            <a:schemeClr val="bg1"/>
                          </a:solidFill>
                          <a:latin typeface="Santander Text" panose="020B0504020201020104" pitchFamily="34" charset="0"/>
                          <a:ea typeface="+mn-ea"/>
                          <a:cs typeface="+mn-cs"/>
                        </a:rPr>
                        <a:t>/Release</a:t>
                      </a:r>
                    </a:p>
                  </a:txBody>
                  <a:tcPr marL="120000" marR="120000" marT="46793" marB="4679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lumMod val="75000"/>
                        <a:lumOff val="25000"/>
                      </a:schemeClr>
                    </a:solidFill>
                  </a:tcPr>
                </a:tc>
                <a:extLst>
                  <a:ext uri="{0D108BD9-81ED-4DB2-BD59-A6C34878D82A}">
                    <a16:rowId xmlns:a16="http://schemas.microsoft.com/office/drawing/2014/main" val="10000"/>
                  </a:ext>
                </a:extLst>
              </a:tr>
              <a:tr h="191035">
                <a:tc>
                  <a:txBody>
                    <a:bodyPr/>
                    <a:lstStyle/>
                    <a:p>
                      <a:pPr algn="l" fontAlgn="base">
                        <a:spcBef>
                          <a:spcPct val="0"/>
                        </a:spcBef>
                        <a:spcAft>
                          <a:spcPct val="0"/>
                        </a:spcAft>
                      </a:pPr>
                      <a:endParaRPr lang="en-GB" sz="1100" dirty="0">
                        <a:solidFill>
                          <a:schemeClr val="tx1"/>
                        </a:solidFill>
                        <a:latin typeface="Santander Text" panose="020B0504020201020104" pitchFamily="34" charset="0"/>
                      </a:endParaRPr>
                    </a:p>
                  </a:txBody>
                  <a:tcPr marL="120000" marR="120000" marT="46793" marB="467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endParaRPr kumimoji="0" lang="pt-PT" sz="1200" b="0" i="0" u="none" strike="noStrike" kern="1200" cap="none" normalizeH="0" baseline="0" dirty="0">
                        <a:ln>
                          <a:noFill/>
                        </a:ln>
                        <a:solidFill>
                          <a:schemeClr val="tx1"/>
                        </a:solidFill>
                        <a:effectLst/>
                        <a:latin typeface="Santander Text" panose="020B0504020201020104" pitchFamily="34" charset="0"/>
                        <a:ea typeface="+mn-ea"/>
                        <a:cs typeface="Arial" pitchFamily="34" charset="0"/>
                      </a:endParaRPr>
                    </a:p>
                  </a:txBody>
                  <a:tcPr marL="120000" marR="120000" marT="46798" marB="4679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endParaRPr kumimoji="0" lang="pt-PT" sz="1200" b="0" i="0" u="none" strike="noStrike" kern="1200" cap="none" normalizeH="0" baseline="0" noProof="0" dirty="0">
                        <a:ln>
                          <a:noFill/>
                        </a:ln>
                        <a:solidFill>
                          <a:schemeClr val="tx1"/>
                        </a:solidFill>
                        <a:effectLst/>
                        <a:latin typeface="Santander Text" panose="020B0504020201020104" pitchFamily="34" charset="0"/>
                        <a:ea typeface="+mn-ea"/>
                        <a:cs typeface="Arial" pitchFamily="34" charset="0"/>
                      </a:endParaRPr>
                    </a:p>
                  </a:txBody>
                  <a:tcPr marL="120000" marR="120000" marT="46798" marB="4679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19218446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ángulo 44">
            <a:extLst>
              <a:ext uri="{FF2B5EF4-FFF2-40B4-BE49-F238E27FC236}">
                <a16:creationId xmlns:a16="http://schemas.microsoft.com/office/drawing/2014/main" id="{932D2642-DFE1-C788-FFA7-7349FF42F5F6}"/>
              </a:ext>
            </a:extLst>
          </p:cNvPr>
          <p:cNvSpPr/>
          <p:nvPr/>
        </p:nvSpPr>
        <p:spPr>
          <a:xfrm>
            <a:off x="1932699" y="581025"/>
            <a:ext cx="202649" cy="5733485"/>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grpSp>
        <p:nvGrpSpPr>
          <p:cNvPr id="14" name="Group 13">
            <a:extLst>
              <a:ext uri="{FF2B5EF4-FFF2-40B4-BE49-F238E27FC236}">
                <a16:creationId xmlns:a16="http://schemas.microsoft.com/office/drawing/2014/main" id="{4FD2517B-6ADB-4448-828C-DED316AB95BF}"/>
              </a:ext>
            </a:extLst>
          </p:cNvPr>
          <p:cNvGrpSpPr/>
          <p:nvPr/>
        </p:nvGrpSpPr>
        <p:grpSpPr>
          <a:xfrm>
            <a:off x="1854679" y="2774275"/>
            <a:ext cx="2820101" cy="369332"/>
            <a:chOff x="1854679" y="3238744"/>
            <a:chExt cx="2820101" cy="369332"/>
          </a:xfrm>
        </p:grpSpPr>
        <p:sp>
          <p:nvSpPr>
            <p:cNvPr id="15" name="CuadroTexto 49">
              <a:extLst>
                <a:ext uri="{FF2B5EF4-FFF2-40B4-BE49-F238E27FC236}">
                  <a16:creationId xmlns:a16="http://schemas.microsoft.com/office/drawing/2014/main" id="{6BC7C0AD-3BAF-8419-344D-F25A6F033B76}"/>
                </a:ext>
              </a:extLst>
            </p:cNvPr>
            <p:cNvSpPr txBox="1"/>
            <p:nvPr/>
          </p:nvSpPr>
          <p:spPr>
            <a:xfrm>
              <a:off x="2268993" y="3238744"/>
              <a:ext cx="2405787" cy="369332"/>
            </a:xfrm>
            <a:prstGeom prst="rect">
              <a:avLst/>
            </a:prstGeom>
            <a:noFill/>
          </p:spPr>
          <p:txBody>
            <a:bodyPr wrap="none" rtlCol="0">
              <a:spAutoFit/>
            </a:bodyPr>
            <a:lstStyle/>
            <a:p>
              <a:r>
                <a:rPr lang="en-US" dirty="0" err="1">
                  <a:solidFill>
                    <a:schemeClr val="tx2"/>
                  </a:solidFill>
                  <a:latin typeface="Santander Text" panose="020B0504020201020104" pitchFamily="34" charset="0"/>
                </a:rPr>
                <a:t>Desenho</a:t>
              </a:r>
              <a:r>
                <a:rPr lang="en-US" dirty="0">
                  <a:solidFill>
                    <a:schemeClr val="tx2"/>
                  </a:solidFill>
                  <a:latin typeface="Santander Text" panose="020B0504020201020104" pitchFamily="34" charset="0"/>
                </a:rPr>
                <a:t> Técnico (HLD)</a:t>
              </a:r>
            </a:p>
          </p:txBody>
        </p:sp>
        <p:grpSp>
          <p:nvGrpSpPr>
            <p:cNvPr id="16" name="Punto 1">
              <a:extLst>
                <a:ext uri="{FF2B5EF4-FFF2-40B4-BE49-F238E27FC236}">
                  <a16:creationId xmlns:a16="http://schemas.microsoft.com/office/drawing/2014/main" id="{BD5A0A7F-FF80-18A0-96FF-B8B0545A48C2}"/>
                </a:ext>
              </a:extLst>
            </p:cNvPr>
            <p:cNvGrpSpPr/>
            <p:nvPr/>
          </p:nvGrpSpPr>
          <p:grpSpPr>
            <a:xfrm>
              <a:off x="1854679" y="3244066"/>
              <a:ext cx="358688" cy="358688"/>
              <a:chOff x="3928533" y="1504713"/>
              <a:chExt cx="358688" cy="358688"/>
            </a:xfrm>
            <a:solidFill>
              <a:srgbClr val="3C3C3B"/>
            </a:solidFill>
          </p:grpSpPr>
          <p:sp>
            <p:nvSpPr>
              <p:cNvPr id="17" name="Elipse 99">
                <a:extLst>
                  <a:ext uri="{FF2B5EF4-FFF2-40B4-BE49-F238E27FC236}">
                    <a16:creationId xmlns:a16="http://schemas.microsoft.com/office/drawing/2014/main" id="{505A99CA-6B30-CF7B-2BF6-4B2900A81E9B}"/>
                  </a:ext>
                </a:extLst>
              </p:cNvPr>
              <p:cNvSpPr/>
              <p:nvPr/>
            </p:nvSpPr>
            <p:spPr>
              <a:xfrm>
                <a:off x="3928533" y="1504713"/>
                <a:ext cx="358688" cy="35868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sp>
            <p:nvSpPr>
              <p:cNvPr id="18" name="Elipse 100">
                <a:extLst>
                  <a:ext uri="{FF2B5EF4-FFF2-40B4-BE49-F238E27FC236}">
                    <a16:creationId xmlns:a16="http://schemas.microsoft.com/office/drawing/2014/main" id="{E5F47389-AE7F-4BF5-CE4A-D5BD9A926FAA}"/>
                  </a:ext>
                </a:extLst>
              </p:cNvPr>
              <p:cNvSpPr/>
              <p:nvPr/>
            </p:nvSpPr>
            <p:spPr>
              <a:xfrm>
                <a:off x="4027046" y="1603226"/>
                <a:ext cx="161662" cy="16166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grpSp>
      </p:grpSp>
      <p:grpSp>
        <p:nvGrpSpPr>
          <p:cNvPr id="26" name="Group 25">
            <a:extLst>
              <a:ext uri="{FF2B5EF4-FFF2-40B4-BE49-F238E27FC236}">
                <a16:creationId xmlns:a16="http://schemas.microsoft.com/office/drawing/2014/main" id="{9B5A7305-7316-074A-A1E8-E67EB2AF22FC}"/>
              </a:ext>
            </a:extLst>
          </p:cNvPr>
          <p:cNvGrpSpPr/>
          <p:nvPr/>
        </p:nvGrpSpPr>
        <p:grpSpPr>
          <a:xfrm>
            <a:off x="1854679" y="3234878"/>
            <a:ext cx="1441839" cy="369332"/>
            <a:chOff x="1854679" y="3814462"/>
            <a:chExt cx="1441839" cy="369332"/>
          </a:xfrm>
        </p:grpSpPr>
        <p:sp>
          <p:nvSpPr>
            <p:cNvPr id="27" name="CuadroTexto 55">
              <a:extLst>
                <a:ext uri="{FF2B5EF4-FFF2-40B4-BE49-F238E27FC236}">
                  <a16:creationId xmlns:a16="http://schemas.microsoft.com/office/drawing/2014/main" id="{2B3C1AE9-CBE0-B611-D116-9CA537429BF2}"/>
                </a:ext>
              </a:extLst>
            </p:cNvPr>
            <p:cNvSpPr txBox="1"/>
            <p:nvPr/>
          </p:nvSpPr>
          <p:spPr>
            <a:xfrm>
              <a:off x="2268993" y="3814462"/>
              <a:ext cx="1027525" cy="369332"/>
            </a:xfrm>
            <a:prstGeom prst="rect">
              <a:avLst/>
            </a:prstGeom>
            <a:noFill/>
          </p:spPr>
          <p:txBody>
            <a:bodyPr wrap="none" rtlCol="0">
              <a:spAutoFit/>
            </a:bodyPr>
            <a:lstStyle/>
            <a:p>
              <a:r>
                <a:rPr lang="en-US" dirty="0">
                  <a:solidFill>
                    <a:schemeClr val="tx2"/>
                  </a:solidFill>
                  <a:latin typeface="Santander Text" panose="020B0504020201020104" pitchFamily="34" charset="0"/>
                </a:rPr>
                <a:t>Volumes</a:t>
              </a:r>
            </a:p>
          </p:txBody>
        </p:sp>
        <p:grpSp>
          <p:nvGrpSpPr>
            <p:cNvPr id="28" name="Punto 1">
              <a:extLst>
                <a:ext uri="{FF2B5EF4-FFF2-40B4-BE49-F238E27FC236}">
                  <a16:creationId xmlns:a16="http://schemas.microsoft.com/office/drawing/2014/main" id="{82BCE80D-F1DF-EDB5-AB25-A94D16C2C790}"/>
                </a:ext>
              </a:extLst>
            </p:cNvPr>
            <p:cNvGrpSpPr/>
            <p:nvPr/>
          </p:nvGrpSpPr>
          <p:grpSpPr>
            <a:xfrm>
              <a:off x="1854679" y="3819784"/>
              <a:ext cx="358688" cy="358688"/>
              <a:chOff x="3928533" y="1504713"/>
              <a:chExt cx="358688" cy="358688"/>
            </a:xfrm>
            <a:solidFill>
              <a:srgbClr val="3C3C3B"/>
            </a:solidFill>
          </p:grpSpPr>
          <p:sp>
            <p:nvSpPr>
              <p:cNvPr id="29" name="Elipse 102">
                <a:extLst>
                  <a:ext uri="{FF2B5EF4-FFF2-40B4-BE49-F238E27FC236}">
                    <a16:creationId xmlns:a16="http://schemas.microsoft.com/office/drawing/2014/main" id="{B65B256F-746D-F8C1-E64C-7DEC810D3019}"/>
                  </a:ext>
                </a:extLst>
              </p:cNvPr>
              <p:cNvSpPr/>
              <p:nvPr/>
            </p:nvSpPr>
            <p:spPr>
              <a:xfrm>
                <a:off x="3928533" y="1504713"/>
                <a:ext cx="358688" cy="35868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sp>
            <p:nvSpPr>
              <p:cNvPr id="30" name="Elipse 103">
                <a:extLst>
                  <a:ext uri="{FF2B5EF4-FFF2-40B4-BE49-F238E27FC236}">
                    <a16:creationId xmlns:a16="http://schemas.microsoft.com/office/drawing/2014/main" id="{E27AF02E-BF05-FC58-D453-E50FF187AD50}"/>
                  </a:ext>
                </a:extLst>
              </p:cNvPr>
              <p:cNvSpPr/>
              <p:nvPr/>
            </p:nvSpPr>
            <p:spPr>
              <a:xfrm>
                <a:off x="4027046" y="1603226"/>
                <a:ext cx="161662" cy="16166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grpSp>
      </p:grpSp>
      <p:grpSp>
        <p:nvGrpSpPr>
          <p:cNvPr id="31" name="Group 30">
            <a:extLst>
              <a:ext uri="{FF2B5EF4-FFF2-40B4-BE49-F238E27FC236}">
                <a16:creationId xmlns:a16="http://schemas.microsoft.com/office/drawing/2014/main" id="{656365E4-472D-892F-CDF7-B964845A3240}"/>
              </a:ext>
            </a:extLst>
          </p:cNvPr>
          <p:cNvGrpSpPr/>
          <p:nvPr/>
        </p:nvGrpSpPr>
        <p:grpSpPr>
          <a:xfrm>
            <a:off x="1854679" y="4156084"/>
            <a:ext cx="3725670" cy="369332"/>
            <a:chOff x="1854679" y="4351720"/>
            <a:chExt cx="3725670" cy="369332"/>
          </a:xfrm>
        </p:grpSpPr>
        <p:sp>
          <p:nvSpPr>
            <p:cNvPr id="32" name="CuadroTexto 51">
              <a:extLst>
                <a:ext uri="{FF2B5EF4-FFF2-40B4-BE49-F238E27FC236}">
                  <a16:creationId xmlns:a16="http://schemas.microsoft.com/office/drawing/2014/main" id="{20338C17-E2DA-6094-EFC0-2047FCC0831D}"/>
                </a:ext>
              </a:extLst>
            </p:cNvPr>
            <p:cNvSpPr txBox="1"/>
            <p:nvPr/>
          </p:nvSpPr>
          <p:spPr>
            <a:xfrm>
              <a:off x="2268993" y="4351720"/>
              <a:ext cx="3311356" cy="369332"/>
            </a:xfrm>
            <a:prstGeom prst="rect">
              <a:avLst/>
            </a:prstGeom>
            <a:noFill/>
          </p:spPr>
          <p:txBody>
            <a:bodyPr wrap="none" rtlCol="0">
              <a:spAutoFit/>
            </a:bodyPr>
            <a:lstStyle/>
            <a:p>
              <a:r>
                <a:rPr lang="en-US" dirty="0" err="1">
                  <a:solidFill>
                    <a:schemeClr val="tx2"/>
                  </a:solidFill>
                  <a:latin typeface="Santander Text" panose="020B0504020201020104" pitchFamily="34" charset="0"/>
                </a:rPr>
                <a:t>Desenho</a:t>
              </a:r>
              <a:r>
                <a:rPr lang="en-US" dirty="0">
                  <a:solidFill>
                    <a:schemeClr val="tx2"/>
                  </a:solidFill>
                  <a:latin typeface="Santander Text" panose="020B0504020201020104" pitchFamily="34" charset="0"/>
                </a:rPr>
                <a:t> de </a:t>
              </a:r>
              <a:r>
                <a:rPr lang="en-US" dirty="0" err="1">
                  <a:solidFill>
                    <a:schemeClr val="tx2"/>
                  </a:solidFill>
                  <a:latin typeface="Santander Text" panose="020B0504020201020104" pitchFamily="34" charset="0"/>
                </a:rPr>
                <a:t>Infraestrutura</a:t>
              </a:r>
              <a:r>
                <a:rPr lang="en-US" dirty="0">
                  <a:solidFill>
                    <a:schemeClr val="tx2"/>
                  </a:solidFill>
                  <a:latin typeface="Santander Text" panose="020B0504020201020104" pitchFamily="34" charset="0"/>
                </a:rPr>
                <a:t> + LLD</a:t>
              </a:r>
            </a:p>
          </p:txBody>
        </p:sp>
        <p:grpSp>
          <p:nvGrpSpPr>
            <p:cNvPr id="33" name="Punto 1">
              <a:extLst>
                <a:ext uri="{FF2B5EF4-FFF2-40B4-BE49-F238E27FC236}">
                  <a16:creationId xmlns:a16="http://schemas.microsoft.com/office/drawing/2014/main" id="{B68BB6B8-33AB-252E-89C4-0D30A70DC478}"/>
                </a:ext>
              </a:extLst>
            </p:cNvPr>
            <p:cNvGrpSpPr/>
            <p:nvPr/>
          </p:nvGrpSpPr>
          <p:grpSpPr>
            <a:xfrm>
              <a:off x="1854679" y="4357042"/>
              <a:ext cx="358688" cy="358688"/>
              <a:chOff x="3928533" y="1504713"/>
              <a:chExt cx="358688" cy="358688"/>
            </a:xfrm>
            <a:solidFill>
              <a:srgbClr val="3C3C3B"/>
            </a:solidFill>
          </p:grpSpPr>
          <p:sp>
            <p:nvSpPr>
              <p:cNvPr id="34" name="Elipse 105">
                <a:extLst>
                  <a:ext uri="{FF2B5EF4-FFF2-40B4-BE49-F238E27FC236}">
                    <a16:creationId xmlns:a16="http://schemas.microsoft.com/office/drawing/2014/main" id="{394153E7-2AE9-D9E7-9C2C-844DFABC7B27}"/>
                  </a:ext>
                </a:extLst>
              </p:cNvPr>
              <p:cNvSpPr/>
              <p:nvPr/>
            </p:nvSpPr>
            <p:spPr>
              <a:xfrm>
                <a:off x="3928533" y="1504713"/>
                <a:ext cx="358688" cy="35868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sp>
            <p:nvSpPr>
              <p:cNvPr id="35" name="Elipse 106">
                <a:extLst>
                  <a:ext uri="{FF2B5EF4-FFF2-40B4-BE49-F238E27FC236}">
                    <a16:creationId xmlns:a16="http://schemas.microsoft.com/office/drawing/2014/main" id="{04B2F53F-A465-301B-9BAB-283A9FF76029}"/>
                  </a:ext>
                </a:extLst>
              </p:cNvPr>
              <p:cNvSpPr/>
              <p:nvPr/>
            </p:nvSpPr>
            <p:spPr>
              <a:xfrm>
                <a:off x="4027046" y="1603226"/>
                <a:ext cx="161662" cy="16166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grpSp>
      </p:grpSp>
      <p:grpSp>
        <p:nvGrpSpPr>
          <p:cNvPr id="36" name="Group 35">
            <a:extLst>
              <a:ext uri="{FF2B5EF4-FFF2-40B4-BE49-F238E27FC236}">
                <a16:creationId xmlns:a16="http://schemas.microsoft.com/office/drawing/2014/main" id="{5F80A8D6-36A4-AFD4-4328-BD09C05A3931}"/>
              </a:ext>
            </a:extLst>
          </p:cNvPr>
          <p:cNvGrpSpPr/>
          <p:nvPr/>
        </p:nvGrpSpPr>
        <p:grpSpPr>
          <a:xfrm>
            <a:off x="1854679" y="5077290"/>
            <a:ext cx="2754314" cy="369332"/>
            <a:chOff x="1854679" y="4934771"/>
            <a:chExt cx="2754314" cy="369332"/>
          </a:xfrm>
        </p:grpSpPr>
        <p:sp>
          <p:nvSpPr>
            <p:cNvPr id="37" name="CuadroTexto 56">
              <a:extLst>
                <a:ext uri="{FF2B5EF4-FFF2-40B4-BE49-F238E27FC236}">
                  <a16:creationId xmlns:a16="http://schemas.microsoft.com/office/drawing/2014/main" id="{AB5954F5-F9CE-43E6-0919-58DA420B7907}"/>
                </a:ext>
              </a:extLst>
            </p:cNvPr>
            <p:cNvSpPr txBox="1"/>
            <p:nvPr/>
          </p:nvSpPr>
          <p:spPr>
            <a:xfrm>
              <a:off x="2268993" y="4934771"/>
              <a:ext cx="2340000" cy="369332"/>
            </a:xfrm>
            <a:prstGeom prst="rect">
              <a:avLst/>
            </a:prstGeom>
            <a:noFill/>
          </p:spPr>
          <p:txBody>
            <a:bodyPr wrap="none" rtlCol="0">
              <a:spAutoFit/>
            </a:bodyPr>
            <a:lstStyle>
              <a:defPPr>
                <a:defRPr lang="es-ES"/>
              </a:defPPr>
              <a:lvl1pPr>
                <a:defRPr>
                  <a:solidFill>
                    <a:schemeClr val="tx1">
                      <a:lumMod val="65000"/>
                      <a:lumOff val="35000"/>
                    </a:schemeClr>
                  </a:solidFill>
                </a:defRPr>
              </a:lvl1pPr>
            </a:lstStyle>
            <a:p>
              <a:r>
                <a:rPr lang="en-US" dirty="0" err="1">
                  <a:solidFill>
                    <a:schemeClr val="tx2"/>
                  </a:solidFill>
                  <a:latin typeface="Santander Text" panose="020B0504020201020104" pitchFamily="34" charset="0"/>
                </a:rPr>
                <a:t>Riscos</a:t>
              </a:r>
              <a:r>
                <a:rPr lang="en-US" dirty="0">
                  <a:solidFill>
                    <a:schemeClr val="tx2"/>
                  </a:solidFill>
                  <a:latin typeface="Santander Text" panose="020B0504020201020104" pitchFamily="34" charset="0"/>
                </a:rPr>
                <a:t> e </a:t>
              </a:r>
              <a:r>
                <a:rPr lang="en-US" dirty="0" err="1">
                  <a:solidFill>
                    <a:schemeClr val="tx2"/>
                  </a:solidFill>
                  <a:latin typeface="Santander Text" panose="020B0504020201020104" pitchFamily="34" charset="0"/>
                </a:rPr>
                <a:t>dependências</a:t>
              </a:r>
              <a:endParaRPr lang="en-US" dirty="0">
                <a:solidFill>
                  <a:schemeClr val="tx2"/>
                </a:solidFill>
                <a:latin typeface="Santander Text" panose="020B0504020201020104" pitchFamily="34" charset="0"/>
              </a:endParaRPr>
            </a:p>
          </p:txBody>
        </p:sp>
        <p:grpSp>
          <p:nvGrpSpPr>
            <p:cNvPr id="38" name="Punto 1">
              <a:extLst>
                <a:ext uri="{FF2B5EF4-FFF2-40B4-BE49-F238E27FC236}">
                  <a16:creationId xmlns:a16="http://schemas.microsoft.com/office/drawing/2014/main" id="{E8D51709-57F2-D033-D8B6-456650710B33}"/>
                </a:ext>
              </a:extLst>
            </p:cNvPr>
            <p:cNvGrpSpPr/>
            <p:nvPr/>
          </p:nvGrpSpPr>
          <p:grpSpPr>
            <a:xfrm>
              <a:off x="1854679" y="4940093"/>
              <a:ext cx="358688" cy="358688"/>
              <a:chOff x="3928533" y="1504713"/>
              <a:chExt cx="358688" cy="358688"/>
            </a:xfrm>
            <a:solidFill>
              <a:srgbClr val="3C3C3B"/>
            </a:solidFill>
          </p:grpSpPr>
          <p:sp>
            <p:nvSpPr>
              <p:cNvPr id="39" name="Elipse 111">
                <a:extLst>
                  <a:ext uri="{FF2B5EF4-FFF2-40B4-BE49-F238E27FC236}">
                    <a16:creationId xmlns:a16="http://schemas.microsoft.com/office/drawing/2014/main" id="{9AB9815E-CDF9-C7B9-1583-0EDD342B0C25}"/>
                  </a:ext>
                </a:extLst>
              </p:cNvPr>
              <p:cNvSpPr/>
              <p:nvPr/>
            </p:nvSpPr>
            <p:spPr>
              <a:xfrm>
                <a:off x="3928533" y="1504713"/>
                <a:ext cx="358688" cy="35868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sp>
            <p:nvSpPr>
              <p:cNvPr id="40" name="Elipse 112">
                <a:extLst>
                  <a:ext uri="{FF2B5EF4-FFF2-40B4-BE49-F238E27FC236}">
                    <a16:creationId xmlns:a16="http://schemas.microsoft.com/office/drawing/2014/main" id="{8C98CE93-ACAD-C80D-61CA-D765E658A4AB}"/>
                  </a:ext>
                </a:extLst>
              </p:cNvPr>
              <p:cNvSpPr/>
              <p:nvPr/>
            </p:nvSpPr>
            <p:spPr>
              <a:xfrm>
                <a:off x="4027046" y="1603226"/>
                <a:ext cx="161662" cy="16166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grpSp>
      </p:grpSp>
      <p:grpSp>
        <p:nvGrpSpPr>
          <p:cNvPr id="41" name="Group 40">
            <a:extLst>
              <a:ext uri="{FF2B5EF4-FFF2-40B4-BE49-F238E27FC236}">
                <a16:creationId xmlns:a16="http://schemas.microsoft.com/office/drawing/2014/main" id="{3EC4E2E6-EF2D-C572-FD03-78ABD6994717}"/>
              </a:ext>
            </a:extLst>
          </p:cNvPr>
          <p:cNvGrpSpPr/>
          <p:nvPr/>
        </p:nvGrpSpPr>
        <p:grpSpPr>
          <a:xfrm>
            <a:off x="1854679" y="5537893"/>
            <a:ext cx="4932026" cy="369332"/>
            <a:chOff x="1854679" y="5503730"/>
            <a:chExt cx="4932026" cy="369332"/>
          </a:xfrm>
        </p:grpSpPr>
        <p:sp>
          <p:nvSpPr>
            <p:cNvPr id="42" name="CuadroTexto 45">
              <a:extLst>
                <a:ext uri="{FF2B5EF4-FFF2-40B4-BE49-F238E27FC236}">
                  <a16:creationId xmlns:a16="http://schemas.microsoft.com/office/drawing/2014/main" id="{092C1445-57C1-B92F-FB40-2420ABC2FE4C}"/>
                </a:ext>
              </a:extLst>
            </p:cNvPr>
            <p:cNvSpPr txBox="1"/>
            <p:nvPr/>
          </p:nvSpPr>
          <p:spPr>
            <a:xfrm>
              <a:off x="2268993" y="5503730"/>
              <a:ext cx="4517712" cy="369332"/>
            </a:xfrm>
            <a:prstGeom prst="rect">
              <a:avLst/>
            </a:prstGeom>
            <a:noFill/>
          </p:spPr>
          <p:txBody>
            <a:bodyPr wrap="none" rtlCol="0">
              <a:spAutoFit/>
            </a:bodyPr>
            <a:lstStyle/>
            <a:p>
              <a:r>
                <a:rPr lang="en-US" dirty="0" err="1">
                  <a:solidFill>
                    <a:schemeClr val="tx2"/>
                  </a:solidFill>
                  <a:latin typeface="Santander Text" panose="020B0504020201020104" pitchFamily="34" charset="0"/>
                </a:rPr>
                <a:t>Documentação</a:t>
              </a:r>
              <a:r>
                <a:rPr lang="en-US" dirty="0">
                  <a:solidFill>
                    <a:schemeClr val="tx2"/>
                  </a:solidFill>
                  <a:latin typeface="Santander Text" panose="020B0504020201020104" pitchFamily="34" charset="0"/>
                </a:rPr>
                <a:t> de </a:t>
              </a:r>
              <a:r>
                <a:rPr lang="en-US" dirty="0" err="1">
                  <a:solidFill>
                    <a:schemeClr val="tx2"/>
                  </a:solidFill>
                  <a:latin typeface="Santander Text" panose="020B0504020201020104" pitchFamily="34" charset="0"/>
                </a:rPr>
                <a:t>Referência</a:t>
              </a:r>
              <a:r>
                <a:rPr lang="en-US" dirty="0">
                  <a:solidFill>
                    <a:schemeClr val="tx2"/>
                  </a:solidFill>
                  <a:latin typeface="Santander Text" panose="020B0504020201020104" pitchFamily="34" charset="0"/>
                </a:rPr>
                <a:t> e Boas </a:t>
              </a:r>
              <a:r>
                <a:rPr lang="en-US" dirty="0" err="1">
                  <a:solidFill>
                    <a:schemeClr val="tx2"/>
                  </a:solidFill>
                  <a:latin typeface="Santander Text" panose="020B0504020201020104" pitchFamily="34" charset="0"/>
                </a:rPr>
                <a:t>Práticas</a:t>
              </a:r>
              <a:endParaRPr lang="en-US" dirty="0">
                <a:solidFill>
                  <a:schemeClr val="tx2"/>
                </a:solidFill>
                <a:latin typeface="Santander Text" panose="020B0504020201020104" pitchFamily="34" charset="0"/>
              </a:endParaRPr>
            </a:p>
          </p:txBody>
        </p:sp>
        <p:grpSp>
          <p:nvGrpSpPr>
            <p:cNvPr id="43" name="Punto 1">
              <a:extLst>
                <a:ext uri="{FF2B5EF4-FFF2-40B4-BE49-F238E27FC236}">
                  <a16:creationId xmlns:a16="http://schemas.microsoft.com/office/drawing/2014/main" id="{99B59E52-7BB2-7B12-4C8E-7C6C66C66E99}"/>
                </a:ext>
              </a:extLst>
            </p:cNvPr>
            <p:cNvGrpSpPr/>
            <p:nvPr/>
          </p:nvGrpSpPr>
          <p:grpSpPr>
            <a:xfrm>
              <a:off x="1854679" y="5509052"/>
              <a:ext cx="358688" cy="358688"/>
              <a:chOff x="3928533" y="1504713"/>
              <a:chExt cx="358688" cy="358688"/>
            </a:xfrm>
            <a:solidFill>
              <a:srgbClr val="3C3C3B"/>
            </a:solidFill>
          </p:grpSpPr>
          <p:sp>
            <p:nvSpPr>
              <p:cNvPr id="44" name="Elipse 52">
                <a:extLst>
                  <a:ext uri="{FF2B5EF4-FFF2-40B4-BE49-F238E27FC236}">
                    <a16:creationId xmlns:a16="http://schemas.microsoft.com/office/drawing/2014/main" id="{6CC34249-76D0-61AC-2D8E-F8F8E194EBD4}"/>
                  </a:ext>
                </a:extLst>
              </p:cNvPr>
              <p:cNvSpPr/>
              <p:nvPr/>
            </p:nvSpPr>
            <p:spPr>
              <a:xfrm>
                <a:off x="3928533" y="1504713"/>
                <a:ext cx="358688" cy="35868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sp>
            <p:nvSpPr>
              <p:cNvPr id="61" name="Elipse 53">
                <a:extLst>
                  <a:ext uri="{FF2B5EF4-FFF2-40B4-BE49-F238E27FC236}">
                    <a16:creationId xmlns:a16="http://schemas.microsoft.com/office/drawing/2014/main" id="{37122753-E7B0-DD1A-23D9-2CC4198740B4}"/>
                  </a:ext>
                </a:extLst>
              </p:cNvPr>
              <p:cNvSpPr/>
              <p:nvPr/>
            </p:nvSpPr>
            <p:spPr>
              <a:xfrm>
                <a:off x="4027046" y="1603226"/>
                <a:ext cx="161662" cy="16166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grpSp>
      </p:grpSp>
      <p:grpSp>
        <p:nvGrpSpPr>
          <p:cNvPr id="62" name="Group 61">
            <a:extLst>
              <a:ext uri="{FF2B5EF4-FFF2-40B4-BE49-F238E27FC236}">
                <a16:creationId xmlns:a16="http://schemas.microsoft.com/office/drawing/2014/main" id="{73075561-C850-AF6B-0359-A8A947A66F36}"/>
              </a:ext>
            </a:extLst>
          </p:cNvPr>
          <p:cNvGrpSpPr/>
          <p:nvPr/>
        </p:nvGrpSpPr>
        <p:grpSpPr>
          <a:xfrm>
            <a:off x="1854679" y="5998502"/>
            <a:ext cx="1300647" cy="369332"/>
            <a:chOff x="1854679" y="6037414"/>
            <a:chExt cx="1300647" cy="369332"/>
          </a:xfrm>
        </p:grpSpPr>
        <p:sp>
          <p:nvSpPr>
            <p:cNvPr id="63" name="CuadroTexto 59">
              <a:extLst>
                <a:ext uri="{FF2B5EF4-FFF2-40B4-BE49-F238E27FC236}">
                  <a16:creationId xmlns:a16="http://schemas.microsoft.com/office/drawing/2014/main" id="{DC946707-8981-AE60-452D-439ED1C619E2}"/>
                </a:ext>
              </a:extLst>
            </p:cNvPr>
            <p:cNvSpPr txBox="1"/>
            <p:nvPr/>
          </p:nvSpPr>
          <p:spPr>
            <a:xfrm>
              <a:off x="2268993" y="6037414"/>
              <a:ext cx="886333" cy="369332"/>
            </a:xfrm>
            <a:prstGeom prst="rect">
              <a:avLst/>
            </a:prstGeom>
            <a:noFill/>
          </p:spPr>
          <p:txBody>
            <a:bodyPr wrap="none" rtlCol="0">
              <a:spAutoFit/>
            </a:bodyPr>
            <a:lstStyle/>
            <a:p>
              <a:r>
                <a:rPr lang="en-US" dirty="0" err="1">
                  <a:solidFill>
                    <a:schemeClr val="tx2"/>
                  </a:solidFill>
                  <a:latin typeface="Santander Text" panose="020B0504020201020104" pitchFamily="34" charset="0"/>
                </a:rPr>
                <a:t>Anexos</a:t>
              </a:r>
              <a:endParaRPr lang="en-US" dirty="0">
                <a:solidFill>
                  <a:schemeClr val="tx2"/>
                </a:solidFill>
                <a:latin typeface="Santander Text" panose="020B0504020201020104" pitchFamily="34" charset="0"/>
              </a:endParaRPr>
            </a:p>
          </p:txBody>
        </p:sp>
        <p:grpSp>
          <p:nvGrpSpPr>
            <p:cNvPr id="64" name="Punto 1">
              <a:extLst>
                <a:ext uri="{FF2B5EF4-FFF2-40B4-BE49-F238E27FC236}">
                  <a16:creationId xmlns:a16="http://schemas.microsoft.com/office/drawing/2014/main" id="{AAF2151B-9A9C-5B08-C0AD-F67F3F466856}"/>
                </a:ext>
              </a:extLst>
            </p:cNvPr>
            <p:cNvGrpSpPr/>
            <p:nvPr/>
          </p:nvGrpSpPr>
          <p:grpSpPr>
            <a:xfrm>
              <a:off x="1854679" y="6042736"/>
              <a:ext cx="358688" cy="358688"/>
              <a:chOff x="3928533" y="1504713"/>
              <a:chExt cx="358688" cy="358688"/>
            </a:xfrm>
            <a:solidFill>
              <a:srgbClr val="3C3C3B"/>
            </a:solidFill>
          </p:grpSpPr>
          <p:sp>
            <p:nvSpPr>
              <p:cNvPr id="65" name="Elipse 52">
                <a:extLst>
                  <a:ext uri="{FF2B5EF4-FFF2-40B4-BE49-F238E27FC236}">
                    <a16:creationId xmlns:a16="http://schemas.microsoft.com/office/drawing/2014/main" id="{B4D1D232-DCBB-080C-9457-086350D8BC60}"/>
                  </a:ext>
                </a:extLst>
              </p:cNvPr>
              <p:cNvSpPr/>
              <p:nvPr/>
            </p:nvSpPr>
            <p:spPr>
              <a:xfrm>
                <a:off x="3928533" y="1504713"/>
                <a:ext cx="358688" cy="35868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sp>
            <p:nvSpPr>
              <p:cNvPr id="66" name="Elipse 53">
                <a:extLst>
                  <a:ext uri="{FF2B5EF4-FFF2-40B4-BE49-F238E27FC236}">
                    <a16:creationId xmlns:a16="http://schemas.microsoft.com/office/drawing/2014/main" id="{57A8B332-52E6-D17A-F1B8-7D1CFC5A580E}"/>
                  </a:ext>
                </a:extLst>
              </p:cNvPr>
              <p:cNvSpPr/>
              <p:nvPr/>
            </p:nvSpPr>
            <p:spPr>
              <a:xfrm>
                <a:off x="4027046" y="1603226"/>
                <a:ext cx="161662" cy="16166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grpSp>
      </p:grpSp>
      <p:grpSp>
        <p:nvGrpSpPr>
          <p:cNvPr id="67" name="Group 66">
            <a:extLst>
              <a:ext uri="{FF2B5EF4-FFF2-40B4-BE49-F238E27FC236}">
                <a16:creationId xmlns:a16="http://schemas.microsoft.com/office/drawing/2014/main" id="{B8AC5BCC-315F-5E9B-FE5D-C7942407472A}"/>
              </a:ext>
            </a:extLst>
          </p:cNvPr>
          <p:cNvGrpSpPr/>
          <p:nvPr/>
        </p:nvGrpSpPr>
        <p:grpSpPr>
          <a:xfrm>
            <a:off x="1854679" y="931863"/>
            <a:ext cx="1991797" cy="369332"/>
            <a:chOff x="1854679" y="1044073"/>
            <a:chExt cx="1991797" cy="369332"/>
          </a:xfrm>
        </p:grpSpPr>
        <p:grpSp>
          <p:nvGrpSpPr>
            <p:cNvPr id="68" name="Punto 1">
              <a:extLst>
                <a:ext uri="{FF2B5EF4-FFF2-40B4-BE49-F238E27FC236}">
                  <a16:creationId xmlns:a16="http://schemas.microsoft.com/office/drawing/2014/main" id="{14C6550D-88E9-9610-96A4-836ECBA7DE6D}"/>
                </a:ext>
              </a:extLst>
            </p:cNvPr>
            <p:cNvGrpSpPr/>
            <p:nvPr/>
          </p:nvGrpSpPr>
          <p:grpSpPr>
            <a:xfrm>
              <a:off x="1854679" y="1049395"/>
              <a:ext cx="358688" cy="358688"/>
              <a:chOff x="3928533" y="1504713"/>
              <a:chExt cx="358688" cy="358688"/>
            </a:xfrm>
            <a:solidFill>
              <a:srgbClr val="3C3C3B"/>
            </a:solidFill>
          </p:grpSpPr>
          <p:sp>
            <p:nvSpPr>
              <p:cNvPr id="70" name="Elipse 96">
                <a:extLst>
                  <a:ext uri="{FF2B5EF4-FFF2-40B4-BE49-F238E27FC236}">
                    <a16:creationId xmlns:a16="http://schemas.microsoft.com/office/drawing/2014/main" id="{430DF6E8-B8E2-C227-53A0-FC3305AFE010}"/>
                  </a:ext>
                </a:extLst>
              </p:cNvPr>
              <p:cNvSpPr/>
              <p:nvPr/>
            </p:nvSpPr>
            <p:spPr>
              <a:xfrm>
                <a:off x="3928533" y="1504713"/>
                <a:ext cx="358688" cy="35868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sp>
            <p:nvSpPr>
              <p:cNvPr id="71" name="Elipse 97">
                <a:extLst>
                  <a:ext uri="{FF2B5EF4-FFF2-40B4-BE49-F238E27FC236}">
                    <a16:creationId xmlns:a16="http://schemas.microsoft.com/office/drawing/2014/main" id="{C412650C-0ADD-F8C4-DE2A-6B1035F780D3}"/>
                  </a:ext>
                </a:extLst>
              </p:cNvPr>
              <p:cNvSpPr/>
              <p:nvPr/>
            </p:nvSpPr>
            <p:spPr>
              <a:xfrm>
                <a:off x="4027046" y="1603226"/>
                <a:ext cx="161662" cy="16166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grpSp>
        <p:sp>
          <p:nvSpPr>
            <p:cNvPr id="69" name="CuadroTexto 47">
              <a:extLst>
                <a:ext uri="{FF2B5EF4-FFF2-40B4-BE49-F238E27FC236}">
                  <a16:creationId xmlns:a16="http://schemas.microsoft.com/office/drawing/2014/main" id="{7CC8C933-632E-14F9-E4F0-BC87E86E542D}"/>
                </a:ext>
              </a:extLst>
            </p:cNvPr>
            <p:cNvSpPr txBox="1"/>
            <p:nvPr/>
          </p:nvSpPr>
          <p:spPr>
            <a:xfrm>
              <a:off x="2268993" y="1044073"/>
              <a:ext cx="1577483" cy="369332"/>
            </a:xfrm>
            <a:prstGeom prst="rect">
              <a:avLst/>
            </a:prstGeom>
            <a:noFill/>
          </p:spPr>
          <p:txBody>
            <a:bodyPr wrap="none" rtlCol="0">
              <a:spAutoFit/>
            </a:bodyPr>
            <a:lstStyle>
              <a:defPPr>
                <a:defRPr lang="es-ES"/>
              </a:defPPr>
              <a:lvl1pPr>
                <a:defRPr>
                  <a:solidFill>
                    <a:schemeClr val="tx1">
                      <a:lumMod val="65000"/>
                      <a:lumOff val="35000"/>
                    </a:schemeClr>
                  </a:solidFill>
                </a:defRPr>
              </a:lvl1pPr>
            </a:lstStyle>
            <a:p>
              <a:r>
                <a:rPr lang="en-US" dirty="0" err="1">
                  <a:solidFill>
                    <a:schemeClr val="tx2"/>
                  </a:solidFill>
                  <a:latin typeface="Santander Text" panose="020B0504020201020104" pitchFamily="34" charset="0"/>
                </a:rPr>
                <a:t>Situação</a:t>
              </a:r>
              <a:r>
                <a:rPr lang="en-US" dirty="0">
                  <a:solidFill>
                    <a:schemeClr val="tx2"/>
                  </a:solidFill>
                  <a:latin typeface="Santander Text" panose="020B0504020201020104" pitchFamily="34" charset="0"/>
                </a:rPr>
                <a:t> </a:t>
              </a:r>
              <a:r>
                <a:rPr lang="en-US" dirty="0" err="1">
                  <a:solidFill>
                    <a:schemeClr val="tx2"/>
                  </a:solidFill>
                  <a:latin typeface="Santander Text" panose="020B0504020201020104" pitchFamily="34" charset="0"/>
                </a:rPr>
                <a:t>Atual</a:t>
              </a:r>
              <a:endParaRPr lang="en-US" dirty="0">
                <a:solidFill>
                  <a:schemeClr val="tx2"/>
                </a:solidFill>
                <a:latin typeface="Santander Text" panose="020B0504020201020104" pitchFamily="34" charset="0"/>
              </a:endParaRPr>
            </a:p>
          </p:txBody>
        </p:sp>
      </p:grpSp>
      <p:grpSp>
        <p:nvGrpSpPr>
          <p:cNvPr id="72" name="Group 71">
            <a:extLst>
              <a:ext uri="{FF2B5EF4-FFF2-40B4-BE49-F238E27FC236}">
                <a16:creationId xmlns:a16="http://schemas.microsoft.com/office/drawing/2014/main" id="{F8203779-5923-8DD2-3620-D49EC078E8E8}"/>
              </a:ext>
            </a:extLst>
          </p:cNvPr>
          <p:cNvGrpSpPr/>
          <p:nvPr/>
        </p:nvGrpSpPr>
        <p:grpSpPr>
          <a:xfrm>
            <a:off x="1854679" y="1853069"/>
            <a:ext cx="5412990" cy="369332"/>
            <a:chOff x="1854679" y="2101506"/>
            <a:chExt cx="5412990" cy="369332"/>
          </a:xfrm>
        </p:grpSpPr>
        <p:sp>
          <p:nvSpPr>
            <p:cNvPr id="73" name="CuadroTexto 57">
              <a:extLst>
                <a:ext uri="{FF2B5EF4-FFF2-40B4-BE49-F238E27FC236}">
                  <a16:creationId xmlns:a16="http://schemas.microsoft.com/office/drawing/2014/main" id="{74B34C36-9373-E311-11CE-36D595B70CA6}"/>
                </a:ext>
              </a:extLst>
            </p:cNvPr>
            <p:cNvSpPr txBox="1"/>
            <p:nvPr/>
          </p:nvSpPr>
          <p:spPr>
            <a:xfrm>
              <a:off x="2268993" y="2101506"/>
              <a:ext cx="4998676" cy="369332"/>
            </a:xfrm>
            <a:prstGeom prst="rect">
              <a:avLst/>
            </a:prstGeom>
            <a:noFill/>
          </p:spPr>
          <p:txBody>
            <a:bodyPr wrap="none" rtlCol="0">
              <a:spAutoFit/>
            </a:bodyPr>
            <a:lstStyle/>
            <a:p>
              <a:r>
                <a:rPr lang="pt-PT" dirty="0">
                  <a:solidFill>
                    <a:schemeClr val="tx2"/>
                  </a:solidFill>
                  <a:latin typeface="Santander Text" panose="020B0504020201020104" pitchFamily="34" charset="0"/>
                </a:rPr>
                <a:t>Identificação e Descrição de Requisitos Funcionais</a:t>
              </a:r>
            </a:p>
          </p:txBody>
        </p:sp>
        <p:grpSp>
          <p:nvGrpSpPr>
            <p:cNvPr id="74" name="Punto 1">
              <a:extLst>
                <a:ext uri="{FF2B5EF4-FFF2-40B4-BE49-F238E27FC236}">
                  <a16:creationId xmlns:a16="http://schemas.microsoft.com/office/drawing/2014/main" id="{FB11D1E1-304E-B086-FDEC-F28BED9BBE4B}"/>
                </a:ext>
              </a:extLst>
            </p:cNvPr>
            <p:cNvGrpSpPr/>
            <p:nvPr/>
          </p:nvGrpSpPr>
          <p:grpSpPr>
            <a:xfrm>
              <a:off x="1854679" y="2106828"/>
              <a:ext cx="358688" cy="358688"/>
              <a:chOff x="3928533" y="1504713"/>
              <a:chExt cx="358688" cy="358688"/>
            </a:xfrm>
            <a:solidFill>
              <a:srgbClr val="3C3C3B"/>
            </a:solidFill>
          </p:grpSpPr>
          <p:sp>
            <p:nvSpPr>
              <p:cNvPr id="75" name="Elipse 96">
                <a:extLst>
                  <a:ext uri="{FF2B5EF4-FFF2-40B4-BE49-F238E27FC236}">
                    <a16:creationId xmlns:a16="http://schemas.microsoft.com/office/drawing/2014/main" id="{FC590EEB-0A77-DC4E-0A4A-7345A0F44D24}"/>
                  </a:ext>
                </a:extLst>
              </p:cNvPr>
              <p:cNvSpPr/>
              <p:nvPr/>
            </p:nvSpPr>
            <p:spPr>
              <a:xfrm>
                <a:off x="3928533" y="1504713"/>
                <a:ext cx="358688" cy="35868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sp>
            <p:nvSpPr>
              <p:cNvPr id="76" name="Elipse 97">
                <a:extLst>
                  <a:ext uri="{FF2B5EF4-FFF2-40B4-BE49-F238E27FC236}">
                    <a16:creationId xmlns:a16="http://schemas.microsoft.com/office/drawing/2014/main" id="{6F5077CF-7784-59D0-9D8E-257218C77D8F}"/>
                  </a:ext>
                </a:extLst>
              </p:cNvPr>
              <p:cNvSpPr/>
              <p:nvPr/>
            </p:nvSpPr>
            <p:spPr>
              <a:xfrm>
                <a:off x="4027046" y="1603226"/>
                <a:ext cx="161662" cy="16166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grpSp>
      </p:grpSp>
      <p:grpSp>
        <p:nvGrpSpPr>
          <p:cNvPr id="77" name="Group 76">
            <a:extLst>
              <a:ext uri="{FF2B5EF4-FFF2-40B4-BE49-F238E27FC236}">
                <a16:creationId xmlns:a16="http://schemas.microsoft.com/office/drawing/2014/main" id="{7EA3E091-64C2-4667-DE5A-F1F985B50EAF}"/>
              </a:ext>
            </a:extLst>
          </p:cNvPr>
          <p:cNvGrpSpPr/>
          <p:nvPr/>
        </p:nvGrpSpPr>
        <p:grpSpPr>
          <a:xfrm>
            <a:off x="1854679" y="1392466"/>
            <a:ext cx="5086619" cy="369332"/>
            <a:chOff x="1854679" y="1559699"/>
            <a:chExt cx="5086619" cy="369332"/>
          </a:xfrm>
        </p:grpSpPr>
        <p:grpSp>
          <p:nvGrpSpPr>
            <p:cNvPr id="78" name="Punto 1">
              <a:extLst>
                <a:ext uri="{FF2B5EF4-FFF2-40B4-BE49-F238E27FC236}">
                  <a16:creationId xmlns:a16="http://schemas.microsoft.com/office/drawing/2014/main" id="{A947CB7B-0ABB-22B0-D9A8-94A059422D1A}"/>
                </a:ext>
              </a:extLst>
            </p:cNvPr>
            <p:cNvGrpSpPr/>
            <p:nvPr/>
          </p:nvGrpSpPr>
          <p:grpSpPr>
            <a:xfrm>
              <a:off x="1854679" y="1565021"/>
              <a:ext cx="358688" cy="358688"/>
              <a:chOff x="3928533" y="1504713"/>
              <a:chExt cx="358688" cy="358688"/>
            </a:xfrm>
            <a:solidFill>
              <a:srgbClr val="3C3C3B"/>
            </a:solidFill>
          </p:grpSpPr>
          <p:sp>
            <p:nvSpPr>
              <p:cNvPr id="80" name="Elipse 96">
                <a:extLst>
                  <a:ext uri="{FF2B5EF4-FFF2-40B4-BE49-F238E27FC236}">
                    <a16:creationId xmlns:a16="http://schemas.microsoft.com/office/drawing/2014/main" id="{863FD95D-7D45-8C4E-A173-9A5FDD6AD2C5}"/>
                  </a:ext>
                </a:extLst>
              </p:cNvPr>
              <p:cNvSpPr/>
              <p:nvPr/>
            </p:nvSpPr>
            <p:spPr>
              <a:xfrm>
                <a:off x="3928533" y="1504713"/>
                <a:ext cx="358688" cy="35868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sp>
            <p:nvSpPr>
              <p:cNvPr id="81" name="Elipse 97">
                <a:extLst>
                  <a:ext uri="{FF2B5EF4-FFF2-40B4-BE49-F238E27FC236}">
                    <a16:creationId xmlns:a16="http://schemas.microsoft.com/office/drawing/2014/main" id="{CB79D447-2B56-6762-9EEF-9529EBEAF0E2}"/>
                  </a:ext>
                </a:extLst>
              </p:cNvPr>
              <p:cNvSpPr/>
              <p:nvPr/>
            </p:nvSpPr>
            <p:spPr>
              <a:xfrm>
                <a:off x="4027046" y="1603226"/>
                <a:ext cx="161662" cy="16166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grpSp>
        <p:sp>
          <p:nvSpPr>
            <p:cNvPr id="79" name="CuadroTexto 47">
              <a:extLst>
                <a:ext uri="{FF2B5EF4-FFF2-40B4-BE49-F238E27FC236}">
                  <a16:creationId xmlns:a16="http://schemas.microsoft.com/office/drawing/2014/main" id="{DEDF1E91-5C6C-7241-061F-4B29F963439C}"/>
                </a:ext>
              </a:extLst>
            </p:cNvPr>
            <p:cNvSpPr txBox="1"/>
            <p:nvPr/>
          </p:nvSpPr>
          <p:spPr>
            <a:xfrm>
              <a:off x="2268993" y="1559699"/>
              <a:ext cx="4672305" cy="369332"/>
            </a:xfrm>
            <a:prstGeom prst="rect">
              <a:avLst/>
            </a:prstGeom>
            <a:noFill/>
          </p:spPr>
          <p:txBody>
            <a:bodyPr wrap="none" rtlCol="0">
              <a:spAutoFit/>
            </a:bodyPr>
            <a:lstStyle>
              <a:defPPr>
                <a:defRPr lang="es-ES"/>
              </a:defPPr>
              <a:lvl1pPr>
                <a:defRPr>
                  <a:solidFill>
                    <a:schemeClr val="tx1">
                      <a:lumMod val="65000"/>
                      <a:lumOff val="35000"/>
                    </a:schemeClr>
                  </a:solidFill>
                </a:defRPr>
              </a:lvl1pPr>
            </a:lstStyle>
            <a:p>
              <a:r>
                <a:rPr lang="en-US" dirty="0" err="1">
                  <a:solidFill>
                    <a:schemeClr val="tx2"/>
                  </a:solidFill>
                  <a:latin typeface="Santander Text" panose="020B0504020201020104" pitchFamily="34" charset="0"/>
                </a:rPr>
                <a:t>Princípios</a:t>
              </a:r>
              <a:r>
                <a:rPr lang="en-US" dirty="0">
                  <a:solidFill>
                    <a:schemeClr val="tx2"/>
                  </a:solidFill>
                  <a:latin typeface="Santander Text" panose="020B0504020201020104" pitchFamily="34" charset="0"/>
                </a:rPr>
                <a:t> </a:t>
              </a:r>
              <a:r>
                <a:rPr lang="en-US" dirty="0" err="1">
                  <a:solidFill>
                    <a:schemeClr val="tx2"/>
                  </a:solidFill>
                  <a:latin typeface="Santander Text" panose="020B0504020201020104" pitchFamily="34" charset="0"/>
                </a:rPr>
                <a:t>Funcionais</a:t>
              </a:r>
              <a:r>
                <a:rPr lang="en-US" dirty="0">
                  <a:solidFill>
                    <a:schemeClr val="tx2"/>
                  </a:solidFill>
                  <a:latin typeface="Santander Text" panose="020B0504020201020104" pitchFamily="34" charset="0"/>
                </a:rPr>
                <a:t> e </a:t>
              </a:r>
              <a:r>
                <a:rPr lang="en-US" dirty="0" err="1">
                  <a:solidFill>
                    <a:schemeClr val="tx2"/>
                  </a:solidFill>
                  <a:latin typeface="Santander Text" panose="020B0504020201020104" pitchFamily="34" charset="0"/>
                </a:rPr>
                <a:t>Indicadores</a:t>
              </a:r>
              <a:r>
                <a:rPr lang="en-US" dirty="0">
                  <a:solidFill>
                    <a:schemeClr val="tx2"/>
                  </a:solidFill>
                  <a:latin typeface="Santander Text" panose="020B0504020201020104" pitchFamily="34" charset="0"/>
                </a:rPr>
                <a:t> de </a:t>
              </a:r>
              <a:r>
                <a:rPr lang="en-US" dirty="0" err="1">
                  <a:solidFill>
                    <a:schemeClr val="tx2"/>
                  </a:solidFill>
                  <a:latin typeface="Santander Text" panose="020B0504020201020104" pitchFamily="34" charset="0"/>
                </a:rPr>
                <a:t>Negócio</a:t>
              </a:r>
              <a:endParaRPr lang="en-US" dirty="0">
                <a:solidFill>
                  <a:schemeClr val="tx2"/>
                </a:solidFill>
                <a:latin typeface="Santander Text" panose="020B0504020201020104" pitchFamily="34" charset="0"/>
              </a:endParaRPr>
            </a:p>
          </p:txBody>
        </p:sp>
      </p:grpSp>
      <p:grpSp>
        <p:nvGrpSpPr>
          <p:cNvPr id="82" name="Group 81">
            <a:extLst>
              <a:ext uri="{FF2B5EF4-FFF2-40B4-BE49-F238E27FC236}">
                <a16:creationId xmlns:a16="http://schemas.microsoft.com/office/drawing/2014/main" id="{EE7B28B7-672A-3EE1-BA7C-85CC94BB778A}"/>
              </a:ext>
            </a:extLst>
          </p:cNvPr>
          <p:cNvGrpSpPr/>
          <p:nvPr/>
        </p:nvGrpSpPr>
        <p:grpSpPr>
          <a:xfrm>
            <a:off x="1854679" y="2313672"/>
            <a:ext cx="2554387" cy="369332"/>
            <a:chOff x="1854679" y="2707045"/>
            <a:chExt cx="2554387" cy="369332"/>
          </a:xfrm>
        </p:grpSpPr>
        <p:sp>
          <p:nvSpPr>
            <p:cNvPr id="83" name="CuadroTexto 57">
              <a:extLst>
                <a:ext uri="{FF2B5EF4-FFF2-40B4-BE49-F238E27FC236}">
                  <a16:creationId xmlns:a16="http://schemas.microsoft.com/office/drawing/2014/main" id="{B933DDC1-9095-38B4-8AE4-9983447EFAF8}"/>
                </a:ext>
              </a:extLst>
            </p:cNvPr>
            <p:cNvSpPr txBox="1"/>
            <p:nvPr/>
          </p:nvSpPr>
          <p:spPr>
            <a:xfrm>
              <a:off x="2268993" y="2707045"/>
              <a:ext cx="2140073" cy="369332"/>
            </a:xfrm>
            <a:prstGeom prst="rect">
              <a:avLst/>
            </a:prstGeom>
            <a:noFill/>
          </p:spPr>
          <p:txBody>
            <a:bodyPr wrap="none" rtlCol="0">
              <a:spAutoFit/>
            </a:bodyPr>
            <a:lstStyle/>
            <a:p>
              <a:r>
                <a:rPr lang="en-US" dirty="0" err="1">
                  <a:solidFill>
                    <a:schemeClr val="tx2"/>
                  </a:solidFill>
                  <a:latin typeface="Santander Text" panose="020B0504020201020104" pitchFamily="34" charset="0"/>
                </a:rPr>
                <a:t>Desenho</a:t>
              </a:r>
              <a:r>
                <a:rPr lang="en-US" dirty="0">
                  <a:solidFill>
                    <a:schemeClr val="tx2"/>
                  </a:solidFill>
                  <a:latin typeface="Santander Text" panose="020B0504020201020104" pitchFamily="34" charset="0"/>
                </a:rPr>
                <a:t> de </a:t>
              </a:r>
              <a:r>
                <a:rPr lang="en-US" dirty="0" err="1">
                  <a:solidFill>
                    <a:schemeClr val="tx2"/>
                  </a:solidFill>
                  <a:latin typeface="Santander Text" panose="020B0504020201020104" pitchFamily="34" charset="0"/>
                </a:rPr>
                <a:t>Solução</a:t>
              </a:r>
              <a:endParaRPr lang="en-US" dirty="0">
                <a:solidFill>
                  <a:schemeClr val="tx2"/>
                </a:solidFill>
                <a:latin typeface="Santander Text" panose="020B0504020201020104" pitchFamily="34" charset="0"/>
              </a:endParaRPr>
            </a:p>
          </p:txBody>
        </p:sp>
        <p:grpSp>
          <p:nvGrpSpPr>
            <p:cNvPr id="84" name="Punto 1">
              <a:extLst>
                <a:ext uri="{FF2B5EF4-FFF2-40B4-BE49-F238E27FC236}">
                  <a16:creationId xmlns:a16="http://schemas.microsoft.com/office/drawing/2014/main" id="{72E4B7C4-B2D7-0E69-E3BE-FE3815258B56}"/>
                </a:ext>
              </a:extLst>
            </p:cNvPr>
            <p:cNvGrpSpPr/>
            <p:nvPr/>
          </p:nvGrpSpPr>
          <p:grpSpPr>
            <a:xfrm>
              <a:off x="1854679" y="2712367"/>
              <a:ext cx="358688" cy="358688"/>
              <a:chOff x="3928533" y="1504713"/>
              <a:chExt cx="358688" cy="358688"/>
            </a:xfrm>
            <a:solidFill>
              <a:srgbClr val="3C3C3B"/>
            </a:solidFill>
          </p:grpSpPr>
          <p:sp>
            <p:nvSpPr>
              <p:cNvPr id="85" name="Elipse 96">
                <a:extLst>
                  <a:ext uri="{FF2B5EF4-FFF2-40B4-BE49-F238E27FC236}">
                    <a16:creationId xmlns:a16="http://schemas.microsoft.com/office/drawing/2014/main" id="{EE45CEB6-1289-95BA-BD43-A85EBAD680D6}"/>
                  </a:ext>
                </a:extLst>
              </p:cNvPr>
              <p:cNvSpPr/>
              <p:nvPr/>
            </p:nvSpPr>
            <p:spPr>
              <a:xfrm>
                <a:off x="3928533" y="1504713"/>
                <a:ext cx="358688" cy="35868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sp>
            <p:nvSpPr>
              <p:cNvPr id="86" name="Elipse 97">
                <a:extLst>
                  <a:ext uri="{FF2B5EF4-FFF2-40B4-BE49-F238E27FC236}">
                    <a16:creationId xmlns:a16="http://schemas.microsoft.com/office/drawing/2014/main" id="{97C8E8C8-A31E-4D50-8A7C-D58ACA0D1E53}"/>
                  </a:ext>
                </a:extLst>
              </p:cNvPr>
              <p:cNvSpPr/>
              <p:nvPr/>
            </p:nvSpPr>
            <p:spPr>
              <a:xfrm>
                <a:off x="4027046" y="1603226"/>
                <a:ext cx="161662" cy="16166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grpSp>
      </p:grpSp>
      <p:grpSp>
        <p:nvGrpSpPr>
          <p:cNvPr id="87" name="Group 86">
            <a:extLst>
              <a:ext uri="{FF2B5EF4-FFF2-40B4-BE49-F238E27FC236}">
                <a16:creationId xmlns:a16="http://schemas.microsoft.com/office/drawing/2014/main" id="{8619ABA8-6852-74CB-B779-A405800664C5}"/>
              </a:ext>
            </a:extLst>
          </p:cNvPr>
          <p:cNvGrpSpPr/>
          <p:nvPr/>
        </p:nvGrpSpPr>
        <p:grpSpPr>
          <a:xfrm>
            <a:off x="1843483" y="471260"/>
            <a:ext cx="4248608" cy="369332"/>
            <a:chOff x="1843483" y="471260"/>
            <a:chExt cx="4248608" cy="369332"/>
          </a:xfrm>
        </p:grpSpPr>
        <p:grpSp>
          <p:nvGrpSpPr>
            <p:cNvPr id="88" name="Group 87">
              <a:extLst>
                <a:ext uri="{FF2B5EF4-FFF2-40B4-BE49-F238E27FC236}">
                  <a16:creationId xmlns:a16="http://schemas.microsoft.com/office/drawing/2014/main" id="{7A9409F9-E9C0-108A-34ED-F651B1ABAF97}"/>
                </a:ext>
              </a:extLst>
            </p:cNvPr>
            <p:cNvGrpSpPr/>
            <p:nvPr/>
          </p:nvGrpSpPr>
          <p:grpSpPr>
            <a:xfrm>
              <a:off x="1843483" y="471260"/>
              <a:ext cx="4248608" cy="369332"/>
              <a:chOff x="1843483" y="471260"/>
              <a:chExt cx="4248608" cy="369332"/>
            </a:xfrm>
          </p:grpSpPr>
          <p:sp>
            <p:nvSpPr>
              <p:cNvPr id="90" name="CuadroTexto 47">
                <a:extLst>
                  <a:ext uri="{FF2B5EF4-FFF2-40B4-BE49-F238E27FC236}">
                    <a16:creationId xmlns:a16="http://schemas.microsoft.com/office/drawing/2014/main" id="{3105B4C5-B83F-66B8-FC89-41C2D23A129B}"/>
                  </a:ext>
                </a:extLst>
              </p:cNvPr>
              <p:cNvSpPr txBox="1"/>
              <p:nvPr/>
            </p:nvSpPr>
            <p:spPr>
              <a:xfrm>
                <a:off x="2268993" y="471260"/>
                <a:ext cx="3823098" cy="369332"/>
              </a:xfrm>
              <a:prstGeom prst="rect">
                <a:avLst/>
              </a:prstGeom>
              <a:noFill/>
            </p:spPr>
            <p:txBody>
              <a:bodyPr wrap="none" rtlCol="0">
                <a:spAutoFit/>
              </a:bodyPr>
              <a:lstStyle>
                <a:defPPr>
                  <a:defRPr lang="es-ES"/>
                </a:defPPr>
                <a:lvl1pPr>
                  <a:defRPr>
                    <a:solidFill>
                      <a:schemeClr val="tx1">
                        <a:lumMod val="65000"/>
                        <a:lumOff val="35000"/>
                      </a:schemeClr>
                    </a:solidFill>
                  </a:defRPr>
                </a:lvl1pPr>
              </a:lstStyle>
              <a:p>
                <a:r>
                  <a:rPr lang="en-US" dirty="0" err="1">
                    <a:solidFill>
                      <a:schemeClr val="tx2"/>
                    </a:solidFill>
                    <a:latin typeface="Santander Text" panose="020B0504020201020104" pitchFamily="34" charset="0"/>
                  </a:rPr>
                  <a:t>Enquadramento</a:t>
                </a:r>
                <a:r>
                  <a:rPr lang="en-US" dirty="0">
                    <a:solidFill>
                      <a:schemeClr val="tx2"/>
                    </a:solidFill>
                    <a:latin typeface="Santander Text" panose="020B0504020201020104" pitchFamily="34" charset="0"/>
                  </a:rPr>
                  <a:t>, </a:t>
                </a:r>
                <a:r>
                  <a:rPr lang="en-US" dirty="0" err="1">
                    <a:solidFill>
                      <a:schemeClr val="tx2"/>
                    </a:solidFill>
                    <a:latin typeface="Santander Text" panose="020B0504020201020104" pitchFamily="34" charset="0"/>
                  </a:rPr>
                  <a:t>Objectivos</a:t>
                </a:r>
                <a:r>
                  <a:rPr lang="en-US" dirty="0">
                    <a:solidFill>
                      <a:schemeClr val="tx2"/>
                    </a:solidFill>
                    <a:latin typeface="Santander Text" panose="020B0504020201020104" pitchFamily="34" charset="0"/>
                  </a:rPr>
                  <a:t> e </a:t>
                </a:r>
                <a:r>
                  <a:rPr lang="en-US" dirty="0" err="1">
                    <a:solidFill>
                      <a:schemeClr val="tx2"/>
                    </a:solidFill>
                    <a:latin typeface="Santander Text" panose="020B0504020201020104" pitchFamily="34" charset="0"/>
                  </a:rPr>
                  <a:t>Alcance</a:t>
                </a:r>
                <a:endParaRPr lang="en-US" dirty="0">
                  <a:solidFill>
                    <a:schemeClr val="tx2"/>
                  </a:solidFill>
                  <a:latin typeface="Santander Text" panose="020B0504020201020104" pitchFamily="34" charset="0"/>
                </a:endParaRPr>
              </a:p>
            </p:txBody>
          </p:sp>
          <p:sp>
            <p:nvSpPr>
              <p:cNvPr id="91" name="Elipse 93">
                <a:extLst>
                  <a:ext uri="{FF2B5EF4-FFF2-40B4-BE49-F238E27FC236}">
                    <a16:creationId xmlns:a16="http://schemas.microsoft.com/office/drawing/2014/main" id="{7060B914-2AC0-A423-0D72-5E8BA3D79523}"/>
                  </a:ext>
                </a:extLst>
              </p:cNvPr>
              <p:cNvSpPr/>
              <p:nvPr/>
            </p:nvSpPr>
            <p:spPr>
              <a:xfrm>
                <a:off x="1843483" y="471260"/>
                <a:ext cx="358688" cy="358688"/>
              </a:xfrm>
              <a:prstGeom prst="ellipse">
                <a:avLst/>
              </a:prstGeom>
              <a:solidFill>
                <a:srgbClr val="3C3C3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grpSp>
        <p:sp>
          <p:nvSpPr>
            <p:cNvPr id="89" name="Elipse 97">
              <a:extLst>
                <a:ext uri="{FF2B5EF4-FFF2-40B4-BE49-F238E27FC236}">
                  <a16:creationId xmlns:a16="http://schemas.microsoft.com/office/drawing/2014/main" id="{65F76D85-B322-E0CF-E5C0-99D8745F13C9}"/>
                </a:ext>
              </a:extLst>
            </p:cNvPr>
            <p:cNvSpPr/>
            <p:nvPr/>
          </p:nvSpPr>
          <p:spPr>
            <a:xfrm>
              <a:off x="1941996" y="569773"/>
              <a:ext cx="161662" cy="16166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Santander Text" panose="020B0504020201020104" pitchFamily="34" charset="0"/>
              </a:endParaRPr>
            </a:p>
          </p:txBody>
        </p:sp>
      </p:grpSp>
      <p:grpSp>
        <p:nvGrpSpPr>
          <p:cNvPr id="92" name="Group 91">
            <a:extLst>
              <a:ext uri="{FF2B5EF4-FFF2-40B4-BE49-F238E27FC236}">
                <a16:creationId xmlns:a16="http://schemas.microsoft.com/office/drawing/2014/main" id="{2FF94369-9F2F-9AD8-1D57-97B861D2928E}"/>
              </a:ext>
            </a:extLst>
          </p:cNvPr>
          <p:cNvGrpSpPr/>
          <p:nvPr/>
        </p:nvGrpSpPr>
        <p:grpSpPr>
          <a:xfrm>
            <a:off x="1854679" y="3695481"/>
            <a:ext cx="2807213" cy="369332"/>
            <a:chOff x="1854679" y="3814462"/>
            <a:chExt cx="2807213" cy="369332"/>
          </a:xfrm>
        </p:grpSpPr>
        <p:sp>
          <p:nvSpPr>
            <p:cNvPr id="93" name="CuadroTexto 55">
              <a:extLst>
                <a:ext uri="{FF2B5EF4-FFF2-40B4-BE49-F238E27FC236}">
                  <a16:creationId xmlns:a16="http://schemas.microsoft.com/office/drawing/2014/main" id="{C39F313F-E1B5-C2E3-BCCC-2A27FCCBF56C}"/>
                </a:ext>
              </a:extLst>
            </p:cNvPr>
            <p:cNvSpPr txBox="1"/>
            <p:nvPr/>
          </p:nvSpPr>
          <p:spPr>
            <a:xfrm>
              <a:off x="2268993" y="3814462"/>
              <a:ext cx="2392899" cy="369332"/>
            </a:xfrm>
            <a:prstGeom prst="rect">
              <a:avLst/>
            </a:prstGeom>
            <a:noFill/>
          </p:spPr>
          <p:txBody>
            <a:bodyPr wrap="none" rtlCol="0">
              <a:spAutoFit/>
            </a:bodyPr>
            <a:lstStyle/>
            <a:p>
              <a:r>
                <a:rPr lang="pt-PT" dirty="0">
                  <a:solidFill>
                    <a:schemeClr val="tx2"/>
                  </a:solidFill>
                  <a:latin typeface="Santander Text" panose="020B0504020201020104" pitchFamily="34" charset="0"/>
                </a:rPr>
                <a:t>Desenho de Segurança</a:t>
              </a:r>
            </a:p>
          </p:txBody>
        </p:sp>
        <p:grpSp>
          <p:nvGrpSpPr>
            <p:cNvPr id="94" name="Punto 1">
              <a:extLst>
                <a:ext uri="{FF2B5EF4-FFF2-40B4-BE49-F238E27FC236}">
                  <a16:creationId xmlns:a16="http://schemas.microsoft.com/office/drawing/2014/main" id="{248EAA0E-4669-F68B-32FA-FA921B28B003}"/>
                </a:ext>
              </a:extLst>
            </p:cNvPr>
            <p:cNvGrpSpPr/>
            <p:nvPr/>
          </p:nvGrpSpPr>
          <p:grpSpPr>
            <a:xfrm>
              <a:off x="1854679" y="3819784"/>
              <a:ext cx="358688" cy="358688"/>
              <a:chOff x="3928533" y="1504713"/>
              <a:chExt cx="358688" cy="358688"/>
            </a:xfrm>
            <a:solidFill>
              <a:srgbClr val="3C3C3B"/>
            </a:solidFill>
          </p:grpSpPr>
          <p:sp>
            <p:nvSpPr>
              <p:cNvPr id="95" name="Elipse 102">
                <a:extLst>
                  <a:ext uri="{FF2B5EF4-FFF2-40B4-BE49-F238E27FC236}">
                    <a16:creationId xmlns:a16="http://schemas.microsoft.com/office/drawing/2014/main" id="{A2C9A312-E75D-5399-B4BA-DAABC60EF899}"/>
                  </a:ext>
                </a:extLst>
              </p:cNvPr>
              <p:cNvSpPr/>
              <p:nvPr/>
            </p:nvSpPr>
            <p:spPr>
              <a:xfrm>
                <a:off x="3928533" y="1504713"/>
                <a:ext cx="358688" cy="35868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sp>
            <p:nvSpPr>
              <p:cNvPr id="108" name="Elipse 103">
                <a:extLst>
                  <a:ext uri="{FF2B5EF4-FFF2-40B4-BE49-F238E27FC236}">
                    <a16:creationId xmlns:a16="http://schemas.microsoft.com/office/drawing/2014/main" id="{6C3B77AF-53B0-6E6D-2997-B3A86DC14791}"/>
                  </a:ext>
                </a:extLst>
              </p:cNvPr>
              <p:cNvSpPr/>
              <p:nvPr/>
            </p:nvSpPr>
            <p:spPr>
              <a:xfrm>
                <a:off x="4027046" y="1603226"/>
                <a:ext cx="161662" cy="16166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grpSp>
      </p:grpSp>
      <p:grpSp>
        <p:nvGrpSpPr>
          <p:cNvPr id="109" name="Group 108">
            <a:extLst>
              <a:ext uri="{FF2B5EF4-FFF2-40B4-BE49-F238E27FC236}">
                <a16:creationId xmlns:a16="http://schemas.microsoft.com/office/drawing/2014/main" id="{412E403B-C7DC-B604-BF6B-4BF9FD754453}"/>
              </a:ext>
            </a:extLst>
          </p:cNvPr>
          <p:cNvGrpSpPr/>
          <p:nvPr/>
        </p:nvGrpSpPr>
        <p:grpSpPr>
          <a:xfrm>
            <a:off x="1854679" y="4616687"/>
            <a:ext cx="4314421" cy="369332"/>
            <a:chOff x="1854679" y="4351720"/>
            <a:chExt cx="4314421" cy="369332"/>
          </a:xfrm>
        </p:grpSpPr>
        <p:sp>
          <p:nvSpPr>
            <p:cNvPr id="110" name="CuadroTexto 51">
              <a:extLst>
                <a:ext uri="{FF2B5EF4-FFF2-40B4-BE49-F238E27FC236}">
                  <a16:creationId xmlns:a16="http://schemas.microsoft.com/office/drawing/2014/main" id="{35EEB839-6706-074B-B027-C13FC540D7D2}"/>
                </a:ext>
              </a:extLst>
            </p:cNvPr>
            <p:cNvSpPr txBox="1"/>
            <p:nvPr/>
          </p:nvSpPr>
          <p:spPr>
            <a:xfrm>
              <a:off x="2268993" y="4351720"/>
              <a:ext cx="3900107" cy="369332"/>
            </a:xfrm>
            <a:prstGeom prst="rect">
              <a:avLst/>
            </a:prstGeom>
            <a:noFill/>
          </p:spPr>
          <p:txBody>
            <a:bodyPr wrap="none" rtlCol="0">
              <a:spAutoFit/>
            </a:bodyPr>
            <a:lstStyle/>
            <a:p>
              <a:r>
                <a:rPr lang="en-US" dirty="0" err="1">
                  <a:solidFill>
                    <a:schemeClr val="tx2"/>
                  </a:solidFill>
                  <a:latin typeface="Santander Text" panose="020B0504020201020104" pitchFamily="34" charset="0"/>
                </a:rPr>
                <a:t>Observabilidade</a:t>
              </a:r>
              <a:r>
                <a:rPr lang="en-US" dirty="0">
                  <a:solidFill>
                    <a:schemeClr val="tx2"/>
                  </a:solidFill>
                  <a:latin typeface="Santander Text" panose="020B0504020201020104" pitchFamily="34" charset="0"/>
                </a:rPr>
                <a:t> e </a:t>
              </a:r>
              <a:r>
                <a:rPr lang="en-US" dirty="0" err="1">
                  <a:solidFill>
                    <a:schemeClr val="tx2"/>
                  </a:solidFill>
                  <a:latin typeface="Santander Text" panose="020B0504020201020104" pitchFamily="34" charset="0"/>
                </a:rPr>
                <a:t>Automação</a:t>
              </a:r>
              <a:r>
                <a:rPr lang="en-US" dirty="0">
                  <a:solidFill>
                    <a:schemeClr val="tx2"/>
                  </a:solidFill>
                  <a:latin typeface="Santander Text" panose="020B0504020201020104" pitchFamily="34" charset="0"/>
                </a:rPr>
                <a:t> de SW </a:t>
              </a:r>
            </a:p>
          </p:txBody>
        </p:sp>
        <p:grpSp>
          <p:nvGrpSpPr>
            <p:cNvPr id="114" name="Punto 1">
              <a:extLst>
                <a:ext uri="{FF2B5EF4-FFF2-40B4-BE49-F238E27FC236}">
                  <a16:creationId xmlns:a16="http://schemas.microsoft.com/office/drawing/2014/main" id="{0A9A86F1-92DC-1A26-DF5D-55CFCC5DDA61}"/>
                </a:ext>
              </a:extLst>
            </p:cNvPr>
            <p:cNvGrpSpPr/>
            <p:nvPr/>
          </p:nvGrpSpPr>
          <p:grpSpPr>
            <a:xfrm>
              <a:off x="1854679" y="4357042"/>
              <a:ext cx="358688" cy="358688"/>
              <a:chOff x="3928533" y="1504713"/>
              <a:chExt cx="358688" cy="358688"/>
            </a:xfrm>
            <a:solidFill>
              <a:srgbClr val="3C3C3B"/>
            </a:solidFill>
          </p:grpSpPr>
          <p:sp>
            <p:nvSpPr>
              <p:cNvPr id="115" name="Elipse 105">
                <a:extLst>
                  <a:ext uri="{FF2B5EF4-FFF2-40B4-BE49-F238E27FC236}">
                    <a16:creationId xmlns:a16="http://schemas.microsoft.com/office/drawing/2014/main" id="{F161A8F4-CC0A-35A0-539F-6FEAEEE5A3A8}"/>
                  </a:ext>
                </a:extLst>
              </p:cNvPr>
              <p:cNvSpPr/>
              <p:nvPr/>
            </p:nvSpPr>
            <p:spPr>
              <a:xfrm>
                <a:off x="3928533" y="1504713"/>
                <a:ext cx="358688" cy="35868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sp>
            <p:nvSpPr>
              <p:cNvPr id="116" name="Elipse 106">
                <a:extLst>
                  <a:ext uri="{FF2B5EF4-FFF2-40B4-BE49-F238E27FC236}">
                    <a16:creationId xmlns:a16="http://schemas.microsoft.com/office/drawing/2014/main" id="{E3825230-56AB-9A74-45F4-ABFD52DB58B7}"/>
                  </a:ext>
                </a:extLst>
              </p:cNvPr>
              <p:cNvSpPr/>
              <p:nvPr/>
            </p:nvSpPr>
            <p:spPr>
              <a:xfrm>
                <a:off x="4027046" y="1603226"/>
                <a:ext cx="161662" cy="16166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grpSp>
      </p:grpSp>
    </p:spTree>
    <p:extLst>
      <p:ext uri="{BB962C8B-B14F-4D97-AF65-F5344CB8AC3E}">
        <p14:creationId xmlns:p14="http://schemas.microsoft.com/office/powerpoint/2010/main" val="2149791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Table 12"/>
          <p:cNvGraphicFramePr>
            <a:graphicFrameLocks noGrp="1"/>
          </p:cNvGraphicFramePr>
          <p:nvPr>
            <p:extLst>
              <p:ext uri="{D42A27DB-BD31-4B8C-83A1-F6EECF244321}">
                <p14:modId xmlns:p14="http://schemas.microsoft.com/office/powerpoint/2010/main" val="1154119222"/>
              </p:ext>
            </p:extLst>
          </p:nvPr>
        </p:nvGraphicFramePr>
        <p:xfrm>
          <a:off x="753217" y="1282662"/>
          <a:ext cx="3666163" cy="2876007"/>
        </p:xfrm>
        <a:graphic>
          <a:graphicData uri="http://schemas.openxmlformats.org/drawingml/2006/table">
            <a:tbl>
              <a:tblPr/>
              <a:tblGrid>
                <a:gridCol w="1631611">
                  <a:extLst>
                    <a:ext uri="{9D8B030D-6E8A-4147-A177-3AD203B41FA5}">
                      <a16:colId xmlns:a16="http://schemas.microsoft.com/office/drawing/2014/main" val="20000"/>
                    </a:ext>
                  </a:extLst>
                </a:gridCol>
                <a:gridCol w="738932">
                  <a:extLst>
                    <a:ext uri="{9D8B030D-6E8A-4147-A177-3AD203B41FA5}">
                      <a16:colId xmlns:a16="http://schemas.microsoft.com/office/drawing/2014/main" val="20001"/>
                    </a:ext>
                  </a:extLst>
                </a:gridCol>
                <a:gridCol w="1295620">
                  <a:extLst>
                    <a:ext uri="{9D8B030D-6E8A-4147-A177-3AD203B41FA5}">
                      <a16:colId xmlns:a16="http://schemas.microsoft.com/office/drawing/2014/main" val="20002"/>
                    </a:ext>
                  </a:extLst>
                </a:gridCol>
              </a:tblGrid>
              <a:tr h="435357">
                <a:tc>
                  <a:txBody>
                    <a:bodyPr/>
                    <a:lstStyle/>
                    <a:p>
                      <a:pPr marL="0" marR="0" lvl="0" indent="0" algn="ctr" defTabSz="914400" rtl="0" eaLnBrk="1" fontAlgn="b" latinLnBrk="0" hangingPunct="1">
                        <a:lnSpc>
                          <a:spcPct val="100000"/>
                        </a:lnSpc>
                        <a:spcBef>
                          <a:spcPct val="0"/>
                        </a:spcBef>
                        <a:spcAft>
                          <a:spcPct val="0"/>
                        </a:spcAft>
                        <a:buClr>
                          <a:schemeClr val="bg1"/>
                        </a:buClr>
                        <a:buSzPct val="25000"/>
                        <a:buFont typeface="Times" pitchFamily="18" charset="0"/>
                        <a:buNone/>
                        <a:tabLst/>
                      </a:pPr>
                      <a:r>
                        <a:rPr lang="pt-PT" sz="1000" b="1" kern="1200" noProof="0" dirty="0">
                          <a:solidFill>
                            <a:schemeClr val="bg1"/>
                          </a:solidFill>
                          <a:latin typeface="Santander Headline" panose="020B0504020201020104" pitchFamily="34" charset="0"/>
                          <a:ea typeface="+mn-ea"/>
                          <a:cs typeface="+mn-cs"/>
                        </a:rPr>
                        <a:t>Projecto </a:t>
                      </a:r>
                    </a:p>
                    <a:p>
                      <a:pPr marL="0" marR="0" lvl="0" indent="0" algn="ctr" defTabSz="914400" rtl="0" eaLnBrk="1" fontAlgn="b" latinLnBrk="0" hangingPunct="1">
                        <a:lnSpc>
                          <a:spcPct val="100000"/>
                        </a:lnSpc>
                        <a:spcBef>
                          <a:spcPct val="0"/>
                        </a:spcBef>
                        <a:spcAft>
                          <a:spcPct val="0"/>
                        </a:spcAft>
                        <a:buClr>
                          <a:schemeClr val="bg1"/>
                        </a:buClr>
                        <a:buSzPct val="25000"/>
                        <a:buFont typeface="Times" pitchFamily="18" charset="0"/>
                        <a:buNone/>
                        <a:tabLst/>
                      </a:pPr>
                      <a:r>
                        <a:rPr lang="pt-PT" sz="1000" b="1" kern="1200" noProof="0" dirty="0" err="1">
                          <a:solidFill>
                            <a:schemeClr val="bg1"/>
                          </a:solidFill>
                          <a:latin typeface="Santander Headline" panose="020B0504020201020104" pitchFamily="34" charset="0"/>
                          <a:ea typeface="+mn-ea"/>
                          <a:cs typeface="+mn-cs"/>
                        </a:rPr>
                        <a:t>Openshift</a:t>
                      </a:r>
                      <a:r>
                        <a:rPr lang="pt-PT" sz="1000" b="1" kern="1200" noProof="0" dirty="0">
                          <a:solidFill>
                            <a:schemeClr val="bg1"/>
                          </a:solidFill>
                          <a:latin typeface="Santander Headline" panose="020B0504020201020104" pitchFamily="34" charset="0"/>
                          <a:ea typeface="+mn-ea"/>
                          <a:cs typeface="+mn-cs"/>
                        </a:rPr>
                        <a:t> </a:t>
                      </a:r>
                      <a:r>
                        <a:rPr lang="pt-PT" sz="1000" b="1" kern="1200" noProof="0" dirty="0" err="1">
                          <a:solidFill>
                            <a:schemeClr val="bg1"/>
                          </a:solidFill>
                          <a:latin typeface="Santander Headline" panose="020B0504020201020104" pitchFamily="34" charset="0"/>
                          <a:ea typeface="+mn-ea"/>
                          <a:cs typeface="+mn-cs"/>
                        </a:rPr>
                        <a:t>CaaS</a:t>
                      </a:r>
                      <a:endParaRPr lang="pt-PT" sz="1000" b="1" kern="1200" noProof="0" dirty="0">
                        <a:solidFill>
                          <a:schemeClr val="bg1"/>
                        </a:solidFill>
                        <a:latin typeface="Santander Headline" panose="020B0504020201020104" pitchFamily="34" charset="0"/>
                        <a:ea typeface="+mn-ea"/>
                        <a:cs typeface="+mn-cs"/>
                      </a:endParaRPr>
                    </a:p>
                  </a:txBody>
                  <a:tcPr marL="90000" marR="90000" marT="35095" marB="3509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0000"/>
                    </a:solidFill>
                  </a:tcPr>
                </a:tc>
                <a:tc gridSpan="2">
                  <a:txBody>
                    <a:bodyPr/>
                    <a:lstStyle/>
                    <a:p>
                      <a:pPr marL="0" marR="0" lvl="0" indent="0" algn="ctr" defTabSz="914400" rtl="0" eaLnBrk="1" fontAlgn="b" latinLnBrk="0" hangingPunct="1">
                        <a:lnSpc>
                          <a:spcPct val="100000"/>
                        </a:lnSpc>
                        <a:spcBef>
                          <a:spcPct val="0"/>
                        </a:spcBef>
                        <a:spcAft>
                          <a:spcPct val="0"/>
                        </a:spcAft>
                        <a:buClr>
                          <a:schemeClr val="bg1"/>
                        </a:buClr>
                        <a:buSzPct val="25000"/>
                        <a:buFont typeface="Times" pitchFamily="18" charset="0"/>
                        <a:buNone/>
                        <a:tabLst/>
                      </a:pPr>
                      <a:r>
                        <a:rPr lang="pt-PT" sz="1000" b="1" kern="1200" noProof="0">
                          <a:solidFill>
                            <a:schemeClr val="bg1"/>
                          </a:solidFill>
                          <a:latin typeface="Santander Headline" panose="020B0504020201020104" pitchFamily="34" charset="0"/>
                          <a:ea typeface="+mn-ea"/>
                          <a:cs typeface="+mn-cs"/>
                        </a:rPr>
                        <a:t>TOTAL GB</a:t>
                      </a:r>
                    </a:p>
                  </a:txBody>
                  <a:tcPr marL="90000" marR="90000" marT="35095" marB="3509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0000"/>
                    </a:solidFill>
                  </a:tcPr>
                </a:tc>
                <a:tc hMerge="1">
                  <a:txBody>
                    <a:bodyPr/>
                    <a:lstStyle/>
                    <a:p>
                      <a:pPr marL="0" marR="0" lvl="0" indent="0" algn="ctr" defTabSz="914400" rtl="0" eaLnBrk="1" fontAlgn="b" latinLnBrk="0" hangingPunct="1">
                        <a:lnSpc>
                          <a:spcPct val="100000"/>
                        </a:lnSpc>
                        <a:spcBef>
                          <a:spcPct val="0"/>
                        </a:spcBef>
                        <a:spcAft>
                          <a:spcPct val="0"/>
                        </a:spcAft>
                        <a:buClr>
                          <a:schemeClr val="bg1"/>
                        </a:buClr>
                        <a:buSzPct val="25000"/>
                        <a:buFont typeface="Times" pitchFamily="18" charset="0"/>
                        <a:buNone/>
                        <a:tabLst/>
                      </a:pPr>
                      <a:endParaRPr lang="pt-PT" sz="1000" b="0" kern="1200" noProof="0">
                        <a:solidFill>
                          <a:schemeClr val="bg1"/>
                        </a:solidFill>
                        <a:latin typeface="Arial"/>
                        <a:ea typeface="+mn-ea"/>
                        <a:cs typeface="+mn-cs"/>
                      </a:endParaRPr>
                    </a:p>
                  </a:txBody>
                  <a:tcPr marL="90000" marR="90000" marT="35095" marB="3509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50000"/>
                      </a:schemeClr>
                    </a:solidFill>
                  </a:tcPr>
                </a:tc>
                <a:extLst>
                  <a:ext uri="{0D108BD9-81ED-4DB2-BD59-A6C34878D82A}">
                    <a16:rowId xmlns:a16="http://schemas.microsoft.com/office/drawing/2014/main" val="10000"/>
                  </a:ext>
                </a:extLst>
              </a:tr>
              <a:tr h="624528">
                <a:tc>
                  <a:txBody>
                    <a:bodyPr/>
                    <a:lstStyle/>
                    <a:p>
                      <a:pPr algn="l" fontAlgn="base">
                        <a:spcBef>
                          <a:spcPct val="0"/>
                        </a:spcBef>
                        <a:spcAft>
                          <a:spcPct val="0"/>
                        </a:spcAft>
                      </a:pPr>
                      <a:r>
                        <a:rPr lang="pt-PT" sz="1050" noProof="0" dirty="0">
                          <a:solidFill>
                            <a:schemeClr val="tx1"/>
                          </a:solidFill>
                          <a:latin typeface="+mn-lt"/>
                        </a:rPr>
                        <a:t>Incrementos </a:t>
                      </a:r>
                      <a:r>
                        <a:rPr lang="pt-PT" sz="1050" noProof="0" dirty="0" err="1">
                          <a:solidFill>
                            <a:schemeClr val="tx1"/>
                          </a:solidFill>
                          <a:latin typeface="+mn-lt"/>
                        </a:rPr>
                        <a:t>Namespaces</a:t>
                      </a:r>
                      <a:r>
                        <a:rPr lang="pt-PT" sz="1050" noProof="0" dirty="0">
                          <a:solidFill>
                            <a:schemeClr val="tx1"/>
                          </a:solidFill>
                          <a:latin typeface="+mn-lt"/>
                        </a:rPr>
                        <a:t> existentes</a:t>
                      </a:r>
                    </a:p>
                  </a:txBody>
                  <a:tcPr marL="120000" marR="120000" marT="46793" marB="467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1" indent="0" algn="r" defTabSz="914400" rtl="0" eaLnBrk="1" fontAlgn="auto" latinLnBrk="0" hangingPunct="1">
                        <a:lnSpc>
                          <a:spcPct val="100000"/>
                        </a:lnSpc>
                        <a:spcBef>
                          <a:spcPts val="0"/>
                        </a:spcBef>
                        <a:spcAft>
                          <a:spcPts val="0"/>
                        </a:spcAft>
                        <a:buClrTx/>
                        <a:buSzTx/>
                        <a:buFontTx/>
                        <a:buNone/>
                        <a:tabLst/>
                        <a:defRPr/>
                      </a:pPr>
                      <a:r>
                        <a:rPr kumimoji="0" lang="pt-PT" sz="1000" b="1" i="0" u="none" strike="noStrike" kern="1200" cap="none" normalizeH="0" baseline="0" noProof="0" dirty="0">
                          <a:ln>
                            <a:noFill/>
                          </a:ln>
                          <a:solidFill>
                            <a:schemeClr val="tx1"/>
                          </a:solidFill>
                          <a:effectLst/>
                          <a:latin typeface="+mn-lt"/>
                          <a:ea typeface="+mn-ea"/>
                          <a:cs typeface="Arial" pitchFamily="34" charset="0"/>
                        </a:rPr>
                        <a:t>70 GB</a:t>
                      </a:r>
                    </a:p>
                  </a:txBody>
                  <a:tcPr marL="90000" marR="90000" marT="35095" marB="35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3">
                  <a:txBody>
                    <a:bodyPr/>
                    <a:lstStyle/>
                    <a:p>
                      <a:pPr marL="0" marR="0" lvl="1" indent="0" algn="r" defTabSz="914400" rtl="0" eaLnBrk="1" fontAlgn="auto" latinLnBrk="0" hangingPunct="1">
                        <a:lnSpc>
                          <a:spcPct val="100000"/>
                        </a:lnSpc>
                        <a:spcBef>
                          <a:spcPts val="0"/>
                        </a:spcBef>
                        <a:spcAft>
                          <a:spcPts val="0"/>
                        </a:spcAft>
                        <a:buClrTx/>
                        <a:buSzTx/>
                        <a:buFontTx/>
                        <a:buNone/>
                        <a:tabLst/>
                        <a:defRPr/>
                      </a:pPr>
                      <a:endParaRPr kumimoji="0" lang="pt-PT" sz="1000" b="0" i="0" u="none" strike="noStrike" kern="1200" cap="none" normalizeH="0" baseline="0" noProof="0" dirty="0">
                        <a:ln>
                          <a:noFill/>
                        </a:ln>
                        <a:solidFill>
                          <a:schemeClr val="tx1"/>
                        </a:solidFill>
                        <a:effectLst/>
                        <a:latin typeface="+mn-lt"/>
                        <a:ea typeface="+mn-ea"/>
                        <a:cs typeface="Arial" pitchFamily="34" charset="0"/>
                      </a:endParaRPr>
                    </a:p>
                  </a:txBody>
                  <a:tcPr marL="90000" marR="90000" marT="35095" marB="35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86220">
                <a:tc>
                  <a:txBody>
                    <a:bodyPr/>
                    <a:lstStyle/>
                    <a:p>
                      <a:pPr algn="l" fontAlgn="base">
                        <a:spcBef>
                          <a:spcPct val="0"/>
                        </a:spcBef>
                        <a:spcAft>
                          <a:spcPct val="0"/>
                        </a:spcAft>
                      </a:pPr>
                      <a:r>
                        <a:rPr lang="pt-PT" sz="1050" noProof="0" dirty="0">
                          <a:solidFill>
                            <a:schemeClr val="tx1"/>
                          </a:solidFill>
                          <a:latin typeface="+mn-lt"/>
                        </a:rPr>
                        <a:t>Novos </a:t>
                      </a:r>
                      <a:r>
                        <a:rPr lang="pt-PT" sz="1050" noProof="0" dirty="0" err="1">
                          <a:solidFill>
                            <a:schemeClr val="tx1"/>
                          </a:solidFill>
                          <a:latin typeface="+mn-lt"/>
                        </a:rPr>
                        <a:t>Namespaces</a:t>
                      </a:r>
                      <a:endParaRPr lang="pt-PT" sz="1050" noProof="0" dirty="0">
                        <a:solidFill>
                          <a:schemeClr val="tx1"/>
                        </a:solidFill>
                        <a:latin typeface="+mn-lt"/>
                      </a:endParaRPr>
                    </a:p>
                  </a:txBody>
                  <a:tcPr marL="120000" marR="120000" marT="46793" marB="467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1" indent="0" algn="r" defTabSz="914400" rtl="0" eaLnBrk="1" fontAlgn="auto" latinLnBrk="0" hangingPunct="1">
                        <a:lnSpc>
                          <a:spcPct val="100000"/>
                        </a:lnSpc>
                        <a:spcBef>
                          <a:spcPts val="0"/>
                        </a:spcBef>
                        <a:spcAft>
                          <a:spcPts val="0"/>
                        </a:spcAft>
                        <a:buClrTx/>
                        <a:buSzTx/>
                        <a:buFontTx/>
                        <a:buNone/>
                        <a:tabLst/>
                        <a:defRPr/>
                      </a:pPr>
                      <a:r>
                        <a:rPr kumimoji="0" lang="pt-PT" sz="1000" b="1" i="0" u="none" strike="noStrike" kern="1200" cap="none" normalizeH="0" baseline="0" noProof="0">
                          <a:ln>
                            <a:noFill/>
                          </a:ln>
                          <a:solidFill>
                            <a:schemeClr val="tx1"/>
                          </a:solidFill>
                          <a:effectLst/>
                          <a:latin typeface="+mn-lt"/>
                          <a:ea typeface="+mn-ea"/>
                          <a:cs typeface="Arial" pitchFamily="34" charset="0"/>
                        </a:rPr>
                        <a:t>n/a</a:t>
                      </a:r>
                    </a:p>
                  </a:txBody>
                  <a:tcPr marL="90000" marR="90000" marT="35095" marB="35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vMerge="1">
                  <a:txBody>
                    <a:bodyPr/>
                    <a:lstStyle/>
                    <a:p>
                      <a:pPr marL="0" marR="0" lvl="1" indent="0" algn="ctr" defTabSz="914400" rtl="0" eaLnBrk="1" fontAlgn="auto" latinLnBrk="0" hangingPunct="1">
                        <a:lnSpc>
                          <a:spcPct val="100000"/>
                        </a:lnSpc>
                        <a:spcBef>
                          <a:spcPts val="0"/>
                        </a:spcBef>
                        <a:spcAft>
                          <a:spcPts val="0"/>
                        </a:spcAft>
                        <a:buClrTx/>
                        <a:buSzTx/>
                        <a:buFontTx/>
                        <a:buNone/>
                        <a:tabLst/>
                        <a:defRPr/>
                      </a:pPr>
                      <a:endParaRPr kumimoji="0" lang="pt-PT" sz="1000" b="0" i="0" u="none" strike="noStrike" kern="1200" cap="none" normalizeH="0" baseline="0" noProof="0">
                        <a:ln>
                          <a:noFill/>
                        </a:ln>
                        <a:solidFill>
                          <a:schemeClr val="tx1"/>
                        </a:solidFill>
                        <a:effectLst/>
                        <a:latin typeface="+mj-lt"/>
                        <a:ea typeface="+mn-ea"/>
                        <a:cs typeface="Arial" pitchFamily="34" charset="0"/>
                      </a:endParaRPr>
                    </a:p>
                  </a:txBody>
                  <a:tcPr marL="90000" marR="90000" marT="35095" marB="35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605374">
                <a:tc>
                  <a:txBody>
                    <a:bodyPr/>
                    <a:lstStyle/>
                    <a:p>
                      <a:pPr algn="l" fontAlgn="base">
                        <a:spcBef>
                          <a:spcPct val="0"/>
                        </a:spcBef>
                        <a:spcAft>
                          <a:spcPct val="0"/>
                        </a:spcAft>
                      </a:pPr>
                      <a:r>
                        <a:rPr lang="pt-PT" sz="1050" noProof="0" dirty="0">
                          <a:solidFill>
                            <a:schemeClr val="tx1"/>
                          </a:solidFill>
                          <a:latin typeface="+mn-lt"/>
                        </a:rPr>
                        <a:t>Reserva Quota Futura</a:t>
                      </a:r>
                    </a:p>
                  </a:txBody>
                  <a:tcPr marL="120000" marR="120000" marT="46793" marB="467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1" indent="0" algn="r" defTabSz="914400" rtl="0" eaLnBrk="1" fontAlgn="auto" latinLnBrk="0" hangingPunct="1">
                        <a:lnSpc>
                          <a:spcPct val="100000"/>
                        </a:lnSpc>
                        <a:spcBef>
                          <a:spcPts val="0"/>
                        </a:spcBef>
                        <a:spcAft>
                          <a:spcPts val="0"/>
                        </a:spcAft>
                        <a:buClrTx/>
                        <a:buSzTx/>
                        <a:buFontTx/>
                        <a:buNone/>
                        <a:tabLst/>
                        <a:defRPr/>
                      </a:pPr>
                      <a:r>
                        <a:rPr kumimoji="0" lang="pt-PT" sz="1000" b="1" i="0" u="none" strike="noStrike" kern="1200" cap="none" normalizeH="0" baseline="0" noProof="0" dirty="0">
                          <a:ln>
                            <a:noFill/>
                          </a:ln>
                          <a:solidFill>
                            <a:schemeClr val="tx1"/>
                          </a:solidFill>
                          <a:effectLst/>
                          <a:latin typeface="+mn-lt"/>
                          <a:ea typeface="+mn-ea"/>
                          <a:cs typeface="Arial" pitchFamily="34" charset="0"/>
                        </a:rPr>
                        <a:t>n/a</a:t>
                      </a:r>
                    </a:p>
                  </a:txBody>
                  <a:tcPr marL="90000" marR="90000" marT="35095" marB="35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vMerge="1">
                  <a:txBody>
                    <a:bodyPr/>
                    <a:lstStyle/>
                    <a:p>
                      <a:pPr marL="0" marR="0" lvl="1" indent="0" algn="r" defTabSz="914400" rtl="0" eaLnBrk="1" fontAlgn="auto" latinLnBrk="0" hangingPunct="1">
                        <a:lnSpc>
                          <a:spcPct val="100000"/>
                        </a:lnSpc>
                        <a:spcBef>
                          <a:spcPts val="0"/>
                        </a:spcBef>
                        <a:spcAft>
                          <a:spcPts val="0"/>
                        </a:spcAft>
                        <a:buClrTx/>
                        <a:buSzTx/>
                        <a:buFontTx/>
                        <a:buNone/>
                        <a:tabLst/>
                        <a:defRPr/>
                      </a:pPr>
                      <a:endParaRPr kumimoji="0" lang="pt-PT" sz="1000" b="0" i="0" u="none" strike="noStrike" kern="1200" cap="none" normalizeH="0" baseline="0" noProof="0">
                        <a:ln>
                          <a:noFill/>
                        </a:ln>
                        <a:solidFill>
                          <a:schemeClr val="tx1"/>
                        </a:solidFill>
                        <a:effectLst/>
                        <a:latin typeface="+mj-lt"/>
                        <a:ea typeface="+mn-ea"/>
                        <a:cs typeface="Arial" pitchFamily="34" charset="0"/>
                      </a:endParaRPr>
                    </a:p>
                  </a:txBody>
                  <a:tcPr marL="90000" marR="90000" marT="35095" marB="35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624528">
                <a:tc>
                  <a:txBody>
                    <a:bodyPr/>
                    <a:lstStyle/>
                    <a:p>
                      <a:pPr marL="0" marR="0" lvl="1" indent="0" algn="r" defTabSz="914400" rtl="0" eaLnBrk="1" fontAlgn="auto" latinLnBrk="0" hangingPunct="1">
                        <a:lnSpc>
                          <a:spcPct val="100000"/>
                        </a:lnSpc>
                        <a:spcBef>
                          <a:spcPts val="0"/>
                        </a:spcBef>
                        <a:spcAft>
                          <a:spcPts val="0"/>
                        </a:spcAft>
                        <a:buClrTx/>
                        <a:buSzTx/>
                        <a:buFontTx/>
                        <a:buNone/>
                        <a:tabLst/>
                        <a:defRPr/>
                      </a:pPr>
                      <a:r>
                        <a:rPr kumimoji="0" lang="pt-PT" sz="1100" b="1" i="0" u="none" strike="noStrike" kern="1200" cap="none" normalizeH="0" baseline="0">
                          <a:ln>
                            <a:noFill/>
                          </a:ln>
                          <a:solidFill>
                            <a:schemeClr val="tx1"/>
                          </a:solidFill>
                          <a:effectLst/>
                          <a:latin typeface="+mn-lt"/>
                          <a:ea typeface="+mn-ea"/>
                          <a:cs typeface="Arial" pitchFamily="34" charset="0"/>
                        </a:rPr>
                        <a:t>TOTAL</a:t>
                      </a:r>
                    </a:p>
                  </a:txBody>
                  <a:tcPr marL="90000" marR="90000" marT="35095" marB="3509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1" indent="0" algn="ctr" defTabSz="914400" rtl="0" eaLnBrk="1" fontAlgn="auto" latinLnBrk="0" hangingPunct="1">
                        <a:lnSpc>
                          <a:spcPct val="100000"/>
                        </a:lnSpc>
                        <a:spcBef>
                          <a:spcPts val="0"/>
                        </a:spcBef>
                        <a:spcAft>
                          <a:spcPts val="0"/>
                        </a:spcAft>
                        <a:buClrTx/>
                        <a:buSzTx/>
                        <a:buFontTx/>
                        <a:buNone/>
                        <a:tabLst/>
                        <a:defRPr/>
                      </a:pPr>
                      <a:r>
                        <a:rPr kumimoji="0" lang="pt-PT" sz="1400" b="1" i="0" u="none" strike="noStrike" kern="1200" cap="none" normalizeH="0" baseline="0" noProof="0" dirty="0">
                          <a:ln>
                            <a:noFill/>
                          </a:ln>
                          <a:solidFill>
                            <a:schemeClr val="tx1"/>
                          </a:solidFill>
                          <a:effectLst/>
                          <a:latin typeface="+mn-lt"/>
                          <a:ea typeface="+mn-ea"/>
                          <a:cs typeface="Arial" pitchFamily="34" charset="0"/>
                        </a:rPr>
                        <a:t>70 GB</a:t>
                      </a:r>
                    </a:p>
                  </a:txBody>
                  <a:tcPr marL="90000" marR="90000" marT="35095" marB="3509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pPr marL="0" marR="0" lvl="1" indent="0" algn="r" defTabSz="914400" rtl="0" eaLnBrk="1" fontAlgn="auto" latinLnBrk="0" hangingPunct="1">
                        <a:lnSpc>
                          <a:spcPct val="100000"/>
                        </a:lnSpc>
                        <a:spcBef>
                          <a:spcPts val="0"/>
                        </a:spcBef>
                        <a:spcAft>
                          <a:spcPts val="0"/>
                        </a:spcAft>
                        <a:buClrTx/>
                        <a:buSzTx/>
                        <a:buFontTx/>
                        <a:buNone/>
                        <a:tabLst/>
                        <a:defRPr/>
                      </a:pPr>
                      <a:endParaRPr kumimoji="0" lang="pt-PT" sz="900" b="0" i="0" u="none" strike="noStrike" kern="1200" cap="none" normalizeH="0" baseline="0" noProof="0">
                        <a:ln>
                          <a:noFill/>
                        </a:ln>
                        <a:solidFill>
                          <a:schemeClr val="tx1"/>
                        </a:solidFill>
                        <a:effectLst/>
                        <a:latin typeface="Calibri" pitchFamily="34" charset="0"/>
                        <a:ea typeface="+mn-ea"/>
                        <a:cs typeface="Arial" pitchFamily="34" charset="0"/>
                      </a:endParaRPr>
                    </a:p>
                  </a:txBody>
                  <a:tcPr marL="90000" marR="90000" marT="35095" marB="35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bl>
          </a:graphicData>
        </a:graphic>
      </p:graphicFrame>
      <p:sp>
        <p:nvSpPr>
          <p:cNvPr id="11" name="Rectangle 10"/>
          <p:cNvSpPr>
            <a:spLocks noChangeArrowheads="1"/>
          </p:cNvSpPr>
          <p:nvPr/>
        </p:nvSpPr>
        <p:spPr bwMode="auto">
          <a:xfrm>
            <a:off x="8301283" y="423758"/>
            <a:ext cx="3726815" cy="1726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defTabSz="698500">
              <a:spcBef>
                <a:spcPct val="20000"/>
              </a:spcBef>
              <a:buClr>
                <a:srgbClr val="FF0000"/>
              </a:buClr>
              <a:buFont typeface="Wingdings" panose="05000000000000000000" pitchFamily="2" charset="2"/>
              <a:buChar char="w"/>
              <a:defRPr sz="2400" b="1">
                <a:solidFill>
                  <a:srgbClr val="FF0000"/>
                </a:solidFill>
                <a:latin typeface="Arial" panose="020B0604020202020204" pitchFamily="34" charset="0"/>
              </a:defRPr>
            </a:lvl1pPr>
            <a:lvl2pPr marL="179388" defTabSz="698500">
              <a:spcBef>
                <a:spcPct val="20000"/>
              </a:spcBef>
              <a:buClr>
                <a:schemeClr val="bg2"/>
              </a:buClr>
              <a:buFont typeface="Wingdings" panose="05000000000000000000" pitchFamily="2" charset="2"/>
              <a:buChar char="§"/>
              <a:defRPr sz="2600">
                <a:solidFill>
                  <a:srgbClr val="808080"/>
                </a:solidFill>
                <a:latin typeface="Arial" panose="020B0604020202020204" pitchFamily="34" charset="0"/>
              </a:defRPr>
            </a:lvl2pPr>
            <a:lvl3pPr marL="979488" indent="-342900" defTabSz="698500">
              <a:spcBef>
                <a:spcPct val="20000"/>
              </a:spcBef>
              <a:buClr>
                <a:schemeClr val="tx1"/>
              </a:buClr>
              <a:buFont typeface="Arial" panose="020B0604020202020204" pitchFamily="34" charset="0"/>
              <a:buChar char="–"/>
              <a:defRPr sz="2000">
                <a:solidFill>
                  <a:schemeClr val="bg2"/>
                </a:solidFill>
                <a:latin typeface="Arial" panose="020B0604020202020204" pitchFamily="34" charset="0"/>
              </a:defRPr>
            </a:lvl3pPr>
            <a:lvl4pPr marL="1600200" indent="-228600" defTabSz="698500">
              <a:spcBef>
                <a:spcPct val="20000"/>
              </a:spcBef>
              <a:buClr>
                <a:schemeClr val="tx1"/>
              </a:buClr>
              <a:buFont typeface="Arial" panose="020B0604020202020204" pitchFamily="34" charset="0"/>
              <a:buChar char="–"/>
              <a:defRPr sz="2000">
                <a:solidFill>
                  <a:schemeClr val="bg2"/>
                </a:solidFill>
                <a:latin typeface="Arial" panose="020B0604020202020204" pitchFamily="34" charset="0"/>
              </a:defRPr>
            </a:lvl4pPr>
            <a:lvl5pPr marL="2057400" indent="-228600" defTabSz="698500">
              <a:spcBef>
                <a:spcPct val="20000"/>
              </a:spcBef>
              <a:buClr>
                <a:schemeClr val="tx1"/>
              </a:buClr>
              <a:buFont typeface="Arial" panose="020B0604020202020204" pitchFamily="34" charset="0"/>
              <a:buChar char="–"/>
              <a:defRPr sz="2000">
                <a:solidFill>
                  <a:schemeClr val="bg2"/>
                </a:solidFill>
                <a:latin typeface="Arial" panose="020B0604020202020204" pitchFamily="34" charset="0"/>
              </a:defRPr>
            </a:lvl5pPr>
            <a:lvl6pPr marL="2514600" indent="-228600" defTabSz="6985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6pPr>
            <a:lvl7pPr marL="2971800" indent="-228600" defTabSz="6985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7pPr>
            <a:lvl8pPr marL="3429000" indent="-228600" defTabSz="6985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8pPr>
            <a:lvl9pPr marL="3886200" indent="-228600" defTabSz="6985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9pPr>
          </a:lstStyle>
          <a:p>
            <a:pPr marL="0" indent="0">
              <a:buNone/>
            </a:pPr>
            <a:r>
              <a:rPr lang="en-US" altLang="es-ES" sz="1200" b="1" dirty="0">
                <a:solidFill>
                  <a:prstClr val="black"/>
                </a:solidFill>
                <a:latin typeface="Santander Headline" panose="020B0504020201020104" pitchFamily="34" charset="0"/>
                <a:sym typeface="Wingdings" panose="05000000000000000000" pitchFamily="2" charset="2"/>
              </a:rPr>
              <a:t>NOTE #1</a:t>
            </a:r>
            <a:r>
              <a:rPr lang="en-US" altLang="es-ES" sz="1200" dirty="0">
                <a:solidFill>
                  <a:prstClr val="black"/>
                </a:solidFill>
                <a:latin typeface="Santander Headline" panose="020B0504020201020104" pitchFamily="34" charset="0"/>
                <a:sym typeface="Wingdings" panose="05000000000000000000" pitchFamily="2" charset="2"/>
              </a:rPr>
              <a:t>: </a:t>
            </a:r>
            <a:r>
              <a:rPr lang="en-US" altLang="es-ES" sz="1200" b="0" dirty="0">
                <a:solidFill>
                  <a:prstClr val="black"/>
                </a:solidFill>
                <a:latin typeface="Santander Headline" panose="020B0504020201020104" pitchFamily="34" charset="0"/>
                <a:sym typeface="Wingdings" panose="05000000000000000000" pitchFamily="2" charset="2"/>
              </a:rPr>
              <a:t>Deploy </a:t>
            </a:r>
            <a:r>
              <a:rPr lang="en-US" altLang="es-ES" sz="1200" b="0" dirty="0" err="1">
                <a:solidFill>
                  <a:prstClr val="black"/>
                </a:solidFill>
                <a:latin typeface="Santander Headline" panose="020B0504020201020104" pitchFamily="34" charset="0"/>
                <a:sym typeface="Wingdings" panose="05000000000000000000" pitchFamily="2" charset="2"/>
              </a:rPr>
              <a:t>em</a:t>
            </a:r>
            <a:r>
              <a:rPr lang="en-US" altLang="es-ES" sz="1200" b="0" dirty="0">
                <a:solidFill>
                  <a:prstClr val="black"/>
                </a:solidFill>
                <a:latin typeface="Santander Headline" panose="020B0504020201020104" pitchFamily="34" charset="0"/>
                <a:sym typeface="Wingdings" panose="05000000000000000000" pitchFamily="2" charset="2"/>
              </a:rPr>
              <a:t> OCP  (Azure  / OHE)</a:t>
            </a:r>
            <a:endParaRPr lang="en-US" altLang="es-ES" sz="1200" dirty="0">
              <a:solidFill>
                <a:prstClr val="black"/>
              </a:solidFill>
              <a:latin typeface="Santander Headline" panose="020B0504020201020104" pitchFamily="34" charset="0"/>
              <a:sym typeface="Wingdings" panose="05000000000000000000" pitchFamily="2" charset="2"/>
            </a:endParaRPr>
          </a:p>
          <a:p>
            <a:pPr marL="0" indent="0">
              <a:buNone/>
            </a:pPr>
            <a:endParaRPr lang="en-US" altLang="es-ES" sz="1200" dirty="0">
              <a:solidFill>
                <a:prstClr val="black"/>
              </a:solidFill>
              <a:latin typeface="Santander Headline" panose="020B0504020201020104" pitchFamily="34" charset="0"/>
              <a:sym typeface="Wingdings" panose="05000000000000000000" pitchFamily="2" charset="2"/>
            </a:endParaRPr>
          </a:p>
          <a:p>
            <a:pPr marL="0" indent="0">
              <a:buNone/>
            </a:pPr>
            <a:r>
              <a:rPr lang="en-US" altLang="es-ES" sz="1200" dirty="0">
                <a:solidFill>
                  <a:prstClr val="black"/>
                </a:solidFill>
                <a:latin typeface="Santander Headline" panose="020B0504020201020104" pitchFamily="34" charset="0"/>
                <a:sym typeface="Wingdings" panose="05000000000000000000" pitchFamily="2" charset="2"/>
              </a:rPr>
              <a:t>NOTE #2: </a:t>
            </a:r>
            <a:r>
              <a:rPr lang="pt-PT" altLang="es-ES" sz="1200" b="0" dirty="0">
                <a:solidFill>
                  <a:prstClr val="black"/>
                </a:solidFill>
                <a:latin typeface="Santander Text" panose="020B0504020201020104" pitchFamily="34" charset="0"/>
                <a:sym typeface="Wingdings" panose="05000000000000000000" pitchFamily="2" charset="2"/>
              </a:rPr>
              <a:t>Equipa de desenvolvimento deverá identificar e solicitar a emissão de certificados e DNS para cada um dos serviços pretendidos</a:t>
            </a:r>
            <a:r>
              <a:rPr lang="en-US" altLang="es-ES" sz="1200" b="0" dirty="0">
                <a:solidFill>
                  <a:prstClr val="black"/>
                </a:solidFill>
                <a:latin typeface="Santander Headline" panose="020B0504020201020104" pitchFamily="34" charset="0"/>
                <a:sym typeface="Wingdings" panose="05000000000000000000" pitchFamily="2" charset="2"/>
              </a:rPr>
              <a:t>.</a:t>
            </a:r>
          </a:p>
        </p:txBody>
      </p:sp>
      <p:sp>
        <p:nvSpPr>
          <p:cNvPr id="3" name="Slide Number Placeholder 3">
            <a:extLst>
              <a:ext uri="{FF2B5EF4-FFF2-40B4-BE49-F238E27FC236}">
                <a16:creationId xmlns:a16="http://schemas.microsoft.com/office/drawing/2014/main" id="{C7B08CF6-545C-13C5-F2DE-99886322DC0A}"/>
              </a:ext>
            </a:extLst>
          </p:cNvPr>
          <p:cNvSpPr>
            <a:spLocks noGrp="1"/>
          </p:cNvSpPr>
          <p:nvPr>
            <p:ph type="sldNum" sz="quarter" idx="12"/>
          </p:nvPr>
        </p:nvSpPr>
        <p:spPr>
          <a:xfrm>
            <a:off x="8730845" y="6209600"/>
            <a:ext cx="2743200" cy="365125"/>
          </a:xfrm>
        </p:spPr>
        <p:txBody>
          <a:bodyPr/>
          <a:lstStyle/>
          <a:p>
            <a:fld id="{BC0D97B6-E32F-4D7D-B839-7C3B51F2640F}" type="slidenum">
              <a:rPr lang="pt-PT" smtClean="0"/>
              <a:pPr/>
              <a:t>25</a:t>
            </a:fld>
            <a:endParaRPr lang="pt-PT" dirty="0"/>
          </a:p>
        </p:txBody>
      </p:sp>
      <p:sp>
        <p:nvSpPr>
          <p:cNvPr id="4" name="Marcador de texto 5">
            <a:extLst>
              <a:ext uri="{FF2B5EF4-FFF2-40B4-BE49-F238E27FC236}">
                <a16:creationId xmlns:a16="http://schemas.microsoft.com/office/drawing/2014/main" id="{2A820C23-333F-9F9D-1728-2C9776611DEF}"/>
              </a:ext>
            </a:extLst>
          </p:cNvPr>
          <p:cNvSpPr>
            <a:spLocks noGrp="1"/>
          </p:cNvSpPr>
          <p:nvPr>
            <p:ph type="body" sz="quarter" idx="14"/>
          </p:nvPr>
        </p:nvSpPr>
        <p:spPr>
          <a:xfrm>
            <a:off x="106420" y="114373"/>
            <a:ext cx="11547776" cy="538770"/>
          </a:xfrm>
        </p:spPr>
        <p:txBody>
          <a:bodyPr/>
          <a:lstStyle/>
          <a:p>
            <a:r>
              <a:rPr lang="pt-PT" sz="2400" dirty="0"/>
              <a:t>Volumes</a:t>
            </a:r>
            <a:br>
              <a:rPr lang="pt-PT" sz="2400" dirty="0"/>
            </a:br>
            <a:r>
              <a:rPr lang="pt-PT" sz="1800" dirty="0" err="1">
                <a:solidFill>
                  <a:schemeClr val="tx1">
                    <a:lumMod val="75000"/>
                    <a:lumOff val="25000"/>
                  </a:schemeClr>
                </a:solidFill>
              </a:rPr>
              <a:t>Openshift</a:t>
            </a:r>
            <a:endParaRPr lang="pt-PT" sz="1800" dirty="0">
              <a:solidFill>
                <a:schemeClr val="tx1">
                  <a:lumMod val="75000"/>
                  <a:lumOff val="25000"/>
                </a:schemeClr>
              </a:solidFill>
            </a:endParaRPr>
          </a:p>
        </p:txBody>
      </p:sp>
      <p:graphicFrame>
        <p:nvGraphicFramePr>
          <p:cNvPr id="5" name="Object 4">
            <a:extLst>
              <a:ext uri="{FF2B5EF4-FFF2-40B4-BE49-F238E27FC236}">
                <a16:creationId xmlns:a16="http://schemas.microsoft.com/office/drawing/2014/main" id="{9322ADA6-1BA4-E86A-2659-351B54CACFB4}"/>
              </a:ext>
            </a:extLst>
          </p:cNvPr>
          <p:cNvGraphicFramePr>
            <a:graphicFrameLocks noChangeAspect="1"/>
          </p:cNvGraphicFramePr>
          <p:nvPr>
            <p:extLst>
              <p:ext uri="{D42A27DB-BD31-4B8C-83A1-F6EECF244321}">
                <p14:modId xmlns:p14="http://schemas.microsoft.com/office/powerpoint/2010/main" val="1463737005"/>
              </p:ext>
            </p:extLst>
          </p:nvPr>
        </p:nvGraphicFramePr>
        <p:xfrm>
          <a:off x="3265054" y="2324583"/>
          <a:ext cx="914400" cy="792163"/>
        </p:xfrm>
        <a:graphic>
          <a:graphicData uri="http://schemas.openxmlformats.org/presentationml/2006/ole">
            <mc:AlternateContent xmlns:mc="http://schemas.openxmlformats.org/markup-compatibility/2006">
              <mc:Choice xmlns:v="urn:schemas-microsoft-com:vml" Requires="v">
                <p:oleObj name="Worksheet" showAsIcon="1" r:id="rId3" imgW="914282" imgH="792690" progId="Excel.Sheet.12">
                  <p:embed/>
                </p:oleObj>
              </mc:Choice>
              <mc:Fallback>
                <p:oleObj name="Worksheet" showAsIcon="1" r:id="rId3" imgW="914282" imgH="792690" progId="Excel.Sheet.12">
                  <p:embed/>
                  <p:pic>
                    <p:nvPicPr>
                      <p:cNvPr id="5" name="Object 4">
                        <a:extLst>
                          <a:ext uri="{FF2B5EF4-FFF2-40B4-BE49-F238E27FC236}">
                            <a16:creationId xmlns:a16="http://schemas.microsoft.com/office/drawing/2014/main" id="{9322ADA6-1BA4-E86A-2659-351B54CACFB4}"/>
                          </a:ext>
                        </a:extLst>
                      </p:cNvPr>
                      <p:cNvPicPr/>
                      <p:nvPr/>
                    </p:nvPicPr>
                    <p:blipFill>
                      <a:blip r:embed="rId4"/>
                      <a:stretch>
                        <a:fillRect/>
                      </a:stretch>
                    </p:blipFill>
                    <p:spPr>
                      <a:xfrm>
                        <a:off x="3265054" y="2324583"/>
                        <a:ext cx="914400" cy="792163"/>
                      </a:xfrm>
                      <a:prstGeom prst="rect">
                        <a:avLst/>
                      </a:prstGeom>
                    </p:spPr>
                  </p:pic>
                </p:oleObj>
              </mc:Fallback>
            </mc:AlternateContent>
          </a:graphicData>
        </a:graphic>
      </p:graphicFrame>
    </p:spTree>
    <p:extLst>
      <p:ext uri="{BB962C8B-B14F-4D97-AF65-F5344CB8AC3E}">
        <p14:creationId xmlns:p14="http://schemas.microsoft.com/office/powerpoint/2010/main" val="7068559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3">
            <a:extLst>
              <a:ext uri="{FF2B5EF4-FFF2-40B4-BE49-F238E27FC236}">
                <a16:creationId xmlns:a16="http://schemas.microsoft.com/office/drawing/2014/main" id="{9766AE50-F574-8507-6D56-CE68B08D84D7}"/>
              </a:ext>
            </a:extLst>
          </p:cNvPr>
          <p:cNvSpPr>
            <a:spLocks noGrp="1"/>
          </p:cNvSpPr>
          <p:nvPr>
            <p:ph type="sldNum" sz="quarter" idx="12"/>
          </p:nvPr>
        </p:nvSpPr>
        <p:spPr>
          <a:xfrm>
            <a:off x="8730845" y="6209600"/>
            <a:ext cx="2743200" cy="365125"/>
          </a:xfrm>
        </p:spPr>
        <p:txBody>
          <a:bodyPr/>
          <a:lstStyle/>
          <a:p>
            <a:fld id="{BC0D97B6-E32F-4D7D-B839-7C3B51F2640F}" type="slidenum">
              <a:rPr lang="pt-PT" smtClean="0"/>
              <a:pPr/>
              <a:t>26</a:t>
            </a:fld>
            <a:endParaRPr lang="pt-PT" dirty="0"/>
          </a:p>
        </p:txBody>
      </p:sp>
      <p:sp>
        <p:nvSpPr>
          <p:cNvPr id="5" name="Retângulo 2">
            <a:extLst>
              <a:ext uri="{FF2B5EF4-FFF2-40B4-BE49-F238E27FC236}">
                <a16:creationId xmlns:a16="http://schemas.microsoft.com/office/drawing/2014/main" id="{4DE013A7-14C2-537F-4584-24AEFE71716D}"/>
              </a:ext>
            </a:extLst>
          </p:cNvPr>
          <p:cNvSpPr/>
          <p:nvPr/>
        </p:nvSpPr>
        <p:spPr>
          <a:xfrm>
            <a:off x="460075" y="1170716"/>
            <a:ext cx="11013969" cy="3612464"/>
          </a:xfrm>
          <a:prstGeom prst="rect">
            <a:avLst/>
          </a:prstGeom>
        </p:spPr>
        <p:txBody>
          <a:bodyPr wrap="square">
            <a:spAutoFit/>
          </a:bodyPr>
          <a:lstStyle/>
          <a:p>
            <a:pPr marL="465138" lvl="1" indent="-285750">
              <a:lnSpc>
                <a:spcPct val="150000"/>
              </a:lnSpc>
              <a:buClr>
                <a:srgbClr val="FF0000"/>
              </a:buClr>
            </a:pPr>
            <a:r>
              <a:rPr lang="pt-PT" altLang="es-ES" sz="1400" dirty="0">
                <a:latin typeface="Santander Text" panose="020B0504020201020104" pitchFamily="34" charset="0"/>
                <a:sym typeface="Wingdings" panose="05000000000000000000" pitchFamily="2" charset="2"/>
              </a:rPr>
              <a:t>A BD deverá seguir </a:t>
            </a:r>
            <a:r>
              <a:rPr lang="pt-PT" altLang="es-ES" sz="1400" dirty="0" err="1">
                <a:latin typeface="Santander Text" panose="020B0504020201020104" pitchFamily="34" charset="0"/>
                <a:sym typeface="Wingdings" panose="05000000000000000000" pitchFamily="2" charset="2"/>
              </a:rPr>
              <a:t>defaults</a:t>
            </a:r>
            <a:r>
              <a:rPr lang="pt-PT" altLang="es-ES" sz="1400" dirty="0">
                <a:latin typeface="Santander Text" panose="020B0504020201020104" pitchFamily="34" charset="0"/>
                <a:sym typeface="Wingdings" panose="05000000000000000000" pitchFamily="2" charset="2"/>
              </a:rPr>
              <a:t> definidos por equipa de DBA: </a:t>
            </a:r>
            <a:r>
              <a:rPr lang="pt-PT" altLang="es-ES" sz="1400" dirty="0" err="1">
                <a:latin typeface="Santander Text" panose="020B0504020201020104" pitchFamily="34" charset="0"/>
                <a:sym typeface="Wingdings" panose="05000000000000000000" pitchFamily="2" charset="2"/>
                <a:hlinkClick r:id="rId3"/>
              </a:rPr>
              <a:t>Defaults</a:t>
            </a:r>
            <a:endParaRPr lang="pt-PT" altLang="es-ES" sz="1400" dirty="0">
              <a:latin typeface="Santander Text" panose="020B0504020201020104" pitchFamily="34" charset="0"/>
              <a:sym typeface="Wingdings" panose="05000000000000000000" pitchFamily="2" charset="2"/>
            </a:endParaRPr>
          </a:p>
          <a:p>
            <a:pPr marL="465138" lvl="1" indent="-285750">
              <a:lnSpc>
                <a:spcPct val="150000"/>
              </a:lnSpc>
              <a:buClr>
                <a:srgbClr val="FF0000"/>
              </a:buClr>
            </a:pPr>
            <a:r>
              <a:rPr lang="pt-PT" altLang="es-ES" sz="1400" dirty="0" err="1">
                <a:latin typeface="Santander Text" panose="020B0504020201020104" pitchFamily="34" charset="0"/>
                <a:sym typeface="Wingdings" panose="05000000000000000000" pitchFamily="2" charset="2"/>
              </a:rPr>
              <a:t>Charset</a:t>
            </a:r>
            <a:r>
              <a:rPr lang="pt-PT" altLang="es-ES" sz="1400" dirty="0">
                <a:latin typeface="Santander Text" panose="020B0504020201020104" pitchFamily="34" charset="0"/>
                <a:sym typeface="Wingdings" panose="05000000000000000000" pitchFamily="2" charset="2"/>
              </a:rPr>
              <a:t>: </a:t>
            </a:r>
            <a:r>
              <a:rPr lang="pt-PT" altLang="es-ES" sz="1400" b="1" dirty="0">
                <a:latin typeface="Santander Text" panose="020B0504020201020104" pitchFamily="34" charset="0"/>
                <a:sym typeface="Wingdings" panose="05000000000000000000" pitchFamily="2" charset="2"/>
              </a:rPr>
              <a:t>UTF8</a:t>
            </a:r>
          </a:p>
          <a:p>
            <a:pPr marL="465138" lvl="1" indent="-285750">
              <a:lnSpc>
                <a:spcPct val="150000"/>
              </a:lnSpc>
              <a:buClr>
                <a:srgbClr val="FF0000"/>
              </a:buClr>
            </a:pPr>
            <a:r>
              <a:rPr lang="pt-PT" altLang="es-ES" sz="1400" dirty="0">
                <a:latin typeface="Santander Text" panose="020B0504020201020104" pitchFamily="34" charset="0"/>
                <a:sym typeface="Wingdings" panose="05000000000000000000" pitchFamily="2" charset="2"/>
              </a:rPr>
              <a:t>A: Tamanho médio dos Dados: </a:t>
            </a:r>
            <a:r>
              <a:rPr lang="pt-PT" altLang="es-ES" sz="1400" b="1" dirty="0" err="1">
                <a:latin typeface="Santander Text" panose="020B0504020201020104" pitchFamily="34" charset="0"/>
                <a:sym typeface="Wingdings" panose="05000000000000000000" pitchFamily="2" charset="2"/>
              </a:rPr>
              <a:t>xxxxkb</a:t>
            </a:r>
            <a:endParaRPr lang="pt-PT" altLang="es-ES" sz="1400" b="1" dirty="0">
              <a:latin typeface="Santander Text" panose="020B0504020201020104" pitchFamily="34" charset="0"/>
              <a:sym typeface="Wingdings" panose="05000000000000000000" pitchFamily="2" charset="2"/>
            </a:endParaRPr>
          </a:p>
          <a:p>
            <a:pPr marL="465138" lvl="1" indent="-285750">
              <a:lnSpc>
                <a:spcPct val="150000"/>
              </a:lnSpc>
              <a:buClr>
                <a:srgbClr val="FF0000"/>
              </a:buClr>
            </a:pPr>
            <a:r>
              <a:rPr lang="pt-PT" altLang="es-ES" sz="1400" dirty="0">
                <a:latin typeface="Santander Text" panose="020B0504020201020104" pitchFamily="34" charset="0"/>
                <a:sym typeface="Wingdings" panose="05000000000000000000" pitchFamily="2" charset="2"/>
              </a:rPr>
              <a:t>B: Quantidade média de registos por ano: </a:t>
            </a:r>
            <a:r>
              <a:rPr lang="pt-PT" altLang="es-ES" sz="1400" b="1" dirty="0" err="1">
                <a:latin typeface="Santander Text" panose="020B0504020201020104" pitchFamily="34" charset="0"/>
                <a:sym typeface="Wingdings" panose="05000000000000000000" pitchFamily="2" charset="2"/>
              </a:rPr>
              <a:t>xxxxxx</a:t>
            </a:r>
            <a:endParaRPr lang="pt-PT" altLang="es-ES" sz="1400" b="1" dirty="0">
              <a:latin typeface="Santander Text" panose="020B0504020201020104" pitchFamily="34" charset="0"/>
              <a:sym typeface="Wingdings" panose="05000000000000000000" pitchFamily="2" charset="2"/>
            </a:endParaRPr>
          </a:p>
          <a:p>
            <a:pPr marL="465138" lvl="1" indent="-285750">
              <a:lnSpc>
                <a:spcPct val="150000"/>
              </a:lnSpc>
              <a:buClr>
                <a:srgbClr val="FF0000"/>
              </a:buClr>
            </a:pPr>
            <a:r>
              <a:rPr lang="pt-PT" altLang="es-ES" sz="1400" dirty="0">
                <a:latin typeface="Santander Text" panose="020B0504020201020104" pitchFamily="34" charset="0"/>
                <a:sym typeface="Wingdings" panose="05000000000000000000" pitchFamily="2" charset="2"/>
              </a:rPr>
              <a:t>C: Crescimento anual </a:t>
            </a:r>
            <a:r>
              <a:rPr lang="pt-PT" altLang="es-ES" sz="1400" dirty="0" err="1">
                <a:latin typeface="Santander Text" panose="020B0504020201020104" pitchFamily="34" charset="0"/>
                <a:sym typeface="Wingdings" panose="05000000000000000000" pitchFamily="2" charset="2"/>
              </a:rPr>
              <a:t>Storage</a:t>
            </a:r>
            <a:r>
              <a:rPr lang="pt-PT" altLang="es-ES" sz="1400" dirty="0">
                <a:latin typeface="Santander Text" panose="020B0504020201020104" pitchFamily="34" charset="0"/>
                <a:sym typeface="Wingdings" panose="05000000000000000000" pitchFamily="2" charset="2"/>
              </a:rPr>
              <a:t>: </a:t>
            </a:r>
            <a:r>
              <a:rPr lang="pt-PT" altLang="es-ES" sz="1400" dirty="0" err="1">
                <a:latin typeface="Santander Text" panose="020B0504020201020104" pitchFamily="34" charset="0"/>
                <a:sym typeface="Wingdings" panose="05000000000000000000" pitchFamily="2" charset="2"/>
              </a:rPr>
              <a:t>AxB</a:t>
            </a:r>
            <a:r>
              <a:rPr lang="pt-PT" altLang="es-ES" sz="1400" dirty="0">
                <a:latin typeface="Santander Text" panose="020B0504020201020104" pitchFamily="34" charset="0"/>
                <a:sym typeface="Wingdings" panose="05000000000000000000" pitchFamily="2" charset="2"/>
              </a:rPr>
              <a:t> = </a:t>
            </a:r>
            <a:r>
              <a:rPr lang="pt-PT" altLang="es-ES" sz="1400" b="1" dirty="0" err="1">
                <a:latin typeface="Santander Text" panose="020B0504020201020104" pitchFamily="34" charset="0"/>
                <a:sym typeface="Wingdings" panose="05000000000000000000" pitchFamily="2" charset="2"/>
              </a:rPr>
              <a:t>xxxxx</a:t>
            </a:r>
            <a:endParaRPr lang="pt-PT" altLang="es-ES" sz="1400" b="1" dirty="0">
              <a:latin typeface="Santander Text" panose="020B0504020201020104" pitchFamily="34" charset="0"/>
              <a:sym typeface="Wingdings" panose="05000000000000000000" pitchFamily="2" charset="2"/>
            </a:endParaRPr>
          </a:p>
          <a:p>
            <a:pPr marL="465138" lvl="1" indent="-285750">
              <a:lnSpc>
                <a:spcPct val="150000"/>
              </a:lnSpc>
              <a:buClr>
                <a:srgbClr val="FF0000"/>
              </a:buClr>
            </a:pPr>
            <a:r>
              <a:rPr lang="pt-PT" altLang="es-ES" sz="1400" dirty="0">
                <a:latin typeface="Santander Text" panose="020B0504020201020104" pitchFamily="34" charset="0"/>
                <a:sym typeface="Wingdings" panose="05000000000000000000" pitchFamily="2" charset="2"/>
              </a:rPr>
              <a:t>D: Tamanho BD Inicial: </a:t>
            </a:r>
          </a:p>
          <a:p>
            <a:pPr marL="1265238" lvl="2" indent="-285750">
              <a:lnSpc>
                <a:spcPct val="150000"/>
              </a:lnSpc>
              <a:buClr>
                <a:srgbClr val="FF0000"/>
              </a:buClr>
            </a:pPr>
            <a:r>
              <a:rPr lang="pt-PT" altLang="es-ES" sz="1400" dirty="0">
                <a:latin typeface="Santander Text" panose="020B0504020201020104" pitchFamily="34" charset="0"/>
                <a:sym typeface="Wingdings" panose="05000000000000000000" pitchFamily="2" charset="2"/>
              </a:rPr>
              <a:t>PRO: </a:t>
            </a:r>
            <a:r>
              <a:rPr lang="pt-PT" altLang="es-ES" sz="1400" b="1" dirty="0">
                <a:latin typeface="Santander Text" panose="020B0504020201020104" pitchFamily="34" charset="0"/>
                <a:sym typeface="Wingdings" panose="05000000000000000000" pitchFamily="2" charset="2"/>
              </a:rPr>
              <a:t>(A x B) + C</a:t>
            </a:r>
          </a:p>
          <a:p>
            <a:pPr marL="1265238" lvl="2" indent="-285750">
              <a:lnSpc>
                <a:spcPct val="150000"/>
              </a:lnSpc>
              <a:buClr>
                <a:srgbClr val="FF0000"/>
              </a:buClr>
            </a:pPr>
            <a:r>
              <a:rPr lang="pt-PT" altLang="es-ES" sz="1400" dirty="0">
                <a:latin typeface="Santander Text" panose="020B0504020201020104" pitchFamily="34" charset="0"/>
                <a:sym typeface="Wingdings" panose="05000000000000000000" pitchFamily="2" charset="2"/>
              </a:rPr>
              <a:t>PRE: </a:t>
            </a:r>
            <a:r>
              <a:rPr lang="pt-PT" altLang="es-ES" sz="1400" b="1" dirty="0">
                <a:latin typeface="Santander Text" panose="020B0504020201020104" pitchFamily="34" charset="0"/>
                <a:sym typeface="Wingdings" panose="05000000000000000000" pitchFamily="2" charset="2"/>
              </a:rPr>
              <a:t>(PRO / 2)</a:t>
            </a:r>
          </a:p>
          <a:p>
            <a:pPr marL="1265238" lvl="2" indent="-285750">
              <a:lnSpc>
                <a:spcPct val="150000"/>
              </a:lnSpc>
              <a:buClr>
                <a:srgbClr val="FF0000"/>
              </a:buClr>
            </a:pPr>
            <a:r>
              <a:rPr lang="pt-PT" altLang="es-ES" sz="1400" dirty="0">
                <a:latin typeface="Santander Text" panose="020B0504020201020104" pitchFamily="34" charset="0"/>
                <a:sym typeface="Wingdings" panose="05000000000000000000" pitchFamily="2" charset="2"/>
              </a:rPr>
              <a:t>DEV: </a:t>
            </a:r>
            <a:r>
              <a:rPr lang="pt-PT" altLang="es-ES" sz="1400" b="1" dirty="0">
                <a:latin typeface="Santander Text" panose="020B0504020201020104" pitchFamily="34" charset="0"/>
                <a:sym typeface="Wingdings" panose="05000000000000000000" pitchFamily="2" charset="2"/>
              </a:rPr>
              <a:t>(PRO / 4)</a:t>
            </a:r>
          </a:p>
          <a:p>
            <a:pPr marL="350838" indent="-285750">
              <a:lnSpc>
                <a:spcPct val="150000"/>
              </a:lnSpc>
              <a:buClr>
                <a:srgbClr val="FF0000"/>
              </a:buClr>
            </a:pPr>
            <a:endParaRPr lang="pt-PT" altLang="es-ES" sz="1400" dirty="0">
              <a:latin typeface="Santander Text" panose="020B0504020201020104" pitchFamily="34" charset="0"/>
              <a:sym typeface="Wingdings" panose="05000000000000000000" pitchFamily="2" charset="2"/>
            </a:endParaRPr>
          </a:p>
          <a:p>
            <a:pPr marL="350838" indent="-285750">
              <a:lnSpc>
                <a:spcPct val="150000"/>
              </a:lnSpc>
              <a:buClr>
                <a:srgbClr val="FF0000"/>
              </a:buClr>
            </a:pPr>
            <a:r>
              <a:rPr lang="pt-PT" altLang="es-ES" sz="1400" i="1" dirty="0">
                <a:latin typeface="Santander Text" panose="020B0504020201020104" pitchFamily="34" charset="0"/>
                <a:sym typeface="Wingdings" panose="05000000000000000000" pitchFamily="2" charset="2"/>
              </a:rPr>
              <a:t>OBS: O valor mínimo a assumir de espaço em BD é de 32GB. Caso o espaço solicitado seja inferior a 32GB, assumir o valor mínimo.</a:t>
            </a:r>
          </a:p>
        </p:txBody>
      </p:sp>
      <p:sp>
        <p:nvSpPr>
          <p:cNvPr id="6" name="Marcador de texto 5">
            <a:extLst>
              <a:ext uri="{FF2B5EF4-FFF2-40B4-BE49-F238E27FC236}">
                <a16:creationId xmlns:a16="http://schemas.microsoft.com/office/drawing/2014/main" id="{A8F37742-3641-23D5-82EF-EF956B7273E9}"/>
              </a:ext>
            </a:extLst>
          </p:cNvPr>
          <p:cNvSpPr>
            <a:spLocks noGrp="1"/>
          </p:cNvSpPr>
          <p:nvPr>
            <p:ph type="body" sz="quarter" idx="14"/>
          </p:nvPr>
        </p:nvSpPr>
        <p:spPr>
          <a:xfrm>
            <a:off x="106420" y="114373"/>
            <a:ext cx="11547776" cy="538770"/>
          </a:xfrm>
        </p:spPr>
        <p:txBody>
          <a:bodyPr/>
          <a:lstStyle/>
          <a:p>
            <a:r>
              <a:rPr lang="pt-PT" sz="2400" dirty="0"/>
              <a:t>Volumes</a:t>
            </a:r>
            <a:br>
              <a:rPr lang="pt-PT" sz="2400" dirty="0"/>
            </a:br>
            <a:r>
              <a:rPr lang="pt-PT" sz="1800" dirty="0">
                <a:solidFill>
                  <a:schemeClr val="tx1">
                    <a:lumMod val="75000"/>
                    <a:lumOff val="25000"/>
                  </a:schemeClr>
                </a:solidFill>
              </a:rPr>
              <a:t>Base de Dados – </a:t>
            </a:r>
            <a:r>
              <a:rPr lang="pt-PT" sz="1800" dirty="0" err="1">
                <a:solidFill>
                  <a:schemeClr val="tx1">
                    <a:lumMod val="75000"/>
                    <a:lumOff val="25000"/>
                  </a:schemeClr>
                </a:solidFill>
              </a:rPr>
              <a:t>Postgres</a:t>
            </a:r>
            <a:r>
              <a:rPr lang="pt-PT" sz="1800" dirty="0">
                <a:solidFill>
                  <a:schemeClr val="tx1">
                    <a:lumMod val="75000"/>
                    <a:lumOff val="25000"/>
                  </a:schemeClr>
                </a:solidFill>
              </a:rPr>
              <a:t> </a:t>
            </a:r>
            <a:r>
              <a:rPr lang="pt-PT" sz="1800" dirty="0" err="1">
                <a:solidFill>
                  <a:schemeClr val="tx1">
                    <a:lumMod val="75000"/>
                    <a:lumOff val="25000"/>
                  </a:schemeClr>
                </a:solidFill>
              </a:rPr>
              <a:t>Flexible</a:t>
            </a:r>
            <a:endParaRPr lang="pt-PT" sz="1800" dirty="0">
              <a:solidFill>
                <a:schemeClr val="tx1">
                  <a:lumMod val="75000"/>
                  <a:lumOff val="25000"/>
                </a:schemeClr>
              </a:solidFill>
            </a:endParaRPr>
          </a:p>
        </p:txBody>
      </p:sp>
    </p:spTree>
    <p:extLst>
      <p:ext uri="{BB962C8B-B14F-4D97-AF65-F5344CB8AC3E}">
        <p14:creationId xmlns:p14="http://schemas.microsoft.com/office/powerpoint/2010/main" val="5123069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3">
            <a:extLst>
              <a:ext uri="{FF2B5EF4-FFF2-40B4-BE49-F238E27FC236}">
                <a16:creationId xmlns:a16="http://schemas.microsoft.com/office/drawing/2014/main" id="{0EC16D6A-E15D-3980-414C-3505A2C2914A}"/>
              </a:ext>
            </a:extLst>
          </p:cNvPr>
          <p:cNvSpPr>
            <a:spLocks noGrp="1"/>
          </p:cNvSpPr>
          <p:nvPr>
            <p:ph type="sldNum" sz="quarter" idx="12"/>
          </p:nvPr>
        </p:nvSpPr>
        <p:spPr>
          <a:xfrm>
            <a:off x="8730845" y="6209600"/>
            <a:ext cx="2743200" cy="365125"/>
          </a:xfrm>
        </p:spPr>
        <p:txBody>
          <a:bodyPr/>
          <a:lstStyle/>
          <a:p>
            <a:fld id="{BC0D97B6-E32F-4D7D-B839-7C3B51F2640F}" type="slidenum">
              <a:rPr lang="pt-PT" smtClean="0"/>
              <a:pPr/>
              <a:t>27</a:t>
            </a:fld>
            <a:endParaRPr lang="pt-PT" dirty="0"/>
          </a:p>
        </p:txBody>
      </p:sp>
      <p:sp>
        <p:nvSpPr>
          <p:cNvPr id="5" name="Marcador de texto 5">
            <a:extLst>
              <a:ext uri="{FF2B5EF4-FFF2-40B4-BE49-F238E27FC236}">
                <a16:creationId xmlns:a16="http://schemas.microsoft.com/office/drawing/2014/main" id="{8F4A5A47-540E-689B-E9D8-DE970DB7D3AA}"/>
              </a:ext>
            </a:extLst>
          </p:cNvPr>
          <p:cNvSpPr>
            <a:spLocks noGrp="1"/>
          </p:cNvSpPr>
          <p:nvPr>
            <p:ph type="body" sz="quarter" idx="14"/>
          </p:nvPr>
        </p:nvSpPr>
        <p:spPr>
          <a:xfrm>
            <a:off x="106420" y="114373"/>
            <a:ext cx="11547776" cy="538770"/>
          </a:xfrm>
        </p:spPr>
        <p:txBody>
          <a:bodyPr/>
          <a:lstStyle/>
          <a:p>
            <a:r>
              <a:rPr lang="pt-PT" sz="2400" dirty="0"/>
              <a:t>Volumes</a:t>
            </a:r>
            <a:br>
              <a:rPr lang="pt-PT" sz="2400" dirty="0"/>
            </a:br>
            <a:r>
              <a:rPr lang="pt-PT" sz="1800" dirty="0">
                <a:solidFill>
                  <a:schemeClr val="tx1">
                    <a:lumMod val="75000"/>
                    <a:lumOff val="25000"/>
                  </a:schemeClr>
                </a:solidFill>
              </a:rPr>
              <a:t>Base de Dados – Oracle </a:t>
            </a:r>
            <a:r>
              <a:rPr lang="pt-PT" sz="1800" dirty="0" err="1">
                <a:solidFill>
                  <a:schemeClr val="tx1">
                    <a:lumMod val="75000"/>
                    <a:lumOff val="25000"/>
                  </a:schemeClr>
                </a:solidFill>
              </a:rPr>
              <a:t>Exatada</a:t>
            </a:r>
            <a:endParaRPr lang="pt-PT" sz="1800" dirty="0">
              <a:solidFill>
                <a:schemeClr val="tx1">
                  <a:lumMod val="75000"/>
                  <a:lumOff val="25000"/>
                </a:schemeClr>
              </a:solidFill>
            </a:endParaRPr>
          </a:p>
        </p:txBody>
      </p:sp>
      <p:sp>
        <p:nvSpPr>
          <p:cNvPr id="6" name="Retângulo 2">
            <a:extLst>
              <a:ext uri="{FF2B5EF4-FFF2-40B4-BE49-F238E27FC236}">
                <a16:creationId xmlns:a16="http://schemas.microsoft.com/office/drawing/2014/main" id="{D992CFB1-70ED-B783-6883-2970E47CB03B}"/>
              </a:ext>
            </a:extLst>
          </p:cNvPr>
          <p:cNvSpPr/>
          <p:nvPr/>
        </p:nvSpPr>
        <p:spPr>
          <a:xfrm>
            <a:off x="460076" y="1135156"/>
            <a:ext cx="10981646" cy="4043351"/>
          </a:xfrm>
          <a:prstGeom prst="rect">
            <a:avLst/>
          </a:prstGeom>
        </p:spPr>
        <p:txBody>
          <a:bodyPr wrap="square">
            <a:spAutoFit/>
          </a:bodyPr>
          <a:lstStyle/>
          <a:p>
            <a:pPr marL="465138" lvl="1" indent="-285750">
              <a:lnSpc>
                <a:spcPct val="150000"/>
              </a:lnSpc>
              <a:buClr>
                <a:srgbClr val="FF0000"/>
              </a:buClr>
            </a:pPr>
            <a:r>
              <a:rPr lang="pt-PT" altLang="es-ES" sz="1400" dirty="0" err="1">
                <a:latin typeface="Santander Text" panose="020B0504020201020104" pitchFamily="34" charset="0"/>
                <a:sym typeface="Wingdings" panose="05000000000000000000" pitchFamily="2" charset="2"/>
              </a:rPr>
              <a:t>Charset</a:t>
            </a:r>
            <a:r>
              <a:rPr lang="pt-PT" altLang="es-ES" sz="1400" dirty="0">
                <a:latin typeface="Santander Text" panose="020B0504020201020104" pitchFamily="34" charset="0"/>
                <a:sym typeface="Wingdings" panose="05000000000000000000" pitchFamily="2" charset="2"/>
              </a:rPr>
              <a:t>: </a:t>
            </a:r>
            <a:r>
              <a:rPr lang="pt-PT" altLang="es-ES" sz="1400" b="1" dirty="0">
                <a:latin typeface="Santander Text" panose="020B0504020201020104" pitchFamily="34" charset="0"/>
                <a:sym typeface="Wingdings" panose="05000000000000000000" pitchFamily="2" charset="2"/>
              </a:rPr>
              <a:t>AL32UTF8</a:t>
            </a:r>
          </a:p>
          <a:p>
            <a:pPr marL="465138" lvl="1" indent="-285750">
              <a:lnSpc>
                <a:spcPct val="150000"/>
              </a:lnSpc>
              <a:buClr>
                <a:srgbClr val="FF0000"/>
              </a:buClr>
            </a:pPr>
            <a:r>
              <a:rPr lang="pt-PT" altLang="es-ES" sz="1400" dirty="0">
                <a:latin typeface="Santander Text" panose="020B0504020201020104" pitchFamily="34" charset="0"/>
                <a:sym typeface="Wingdings" panose="05000000000000000000" pitchFamily="2" charset="2"/>
              </a:rPr>
              <a:t>A: Tamanho médio dos Dados: </a:t>
            </a:r>
            <a:r>
              <a:rPr lang="pt-PT" altLang="es-ES" sz="1400" b="1" dirty="0" err="1">
                <a:latin typeface="Santander Text" panose="020B0504020201020104" pitchFamily="34" charset="0"/>
                <a:sym typeface="Wingdings" panose="05000000000000000000" pitchFamily="2" charset="2"/>
              </a:rPr>
              <a:t>xxxxkb</a:t>
            </a:r>
            <a:endParaRPr lang="pt-PT" altLang="es-ES" sz="1400" b="1" dirty="0">
              <a:latin typeface="Santander Text" panose="020B0504020201020104" pitchFamily="34" charset="0"/>
              <a:sym typeface="Wingdings" panose="05000000000000000000" pitchFamily="2" charset="2"/>
            </a:endParaRPr>
          </a:p>
          <a:p>
            <a:pPr marL="465138" lvl="1" indent="-285750">
              <a:lnSpc>
                <a:spcPct val="150000"/>
              </a:lnSpc>
              <a:buClr>
                <a:srgbClr val="FF0000"/>
              </a:buClr>
            </a:pPr>
            <a:r>
              <a:rPr lang="pt-PT" altLang="es-ES" sz="1400" dirty="0">
                <a:latin typeface="Santander Text" panose="020B0504020201020104" pitchFamily="34" charset="0"/>
                <a:sym typeface="Wingdings" panose="05000000000000000000" pitchFamily="2" charset="2"/>
              </a:rPr>
              <a:t>B: Quantidade média de registos por ano: </a:t>
            </a:r>
            <a:r>
              <a:rPr lang="pt-PT" altLang="es-ES" sz="1400" b="1" dirty="0" err="1">
                <a:latin typeface="Santander Text" panose="020B0504020201020104" pitchFamily="34" charset="0"/>
                <a:sym typeface="Wingdings" panose="05000000000000000000" pitchFamily="2" charset="2"/>
              </a:rPr>
              <a:t>xxxxxx</a:t>
            </a:r>
            <a:endParaRPr lang="pt-PT" altLang="es-ES" sz="1400" b="1" dirty="0">
              <a:latin typeface="Santander Text" panose="020B0504020201020104" pitchFamily="34" charset="0"/>
              <a:sym typeface="Wingdings" panose="05000000000000000000" pitchFamily="2" charset="2"/>
            </a:endParaRPr>
          </a:p>
          <a:p>
            <a:pPr marL="465138" lvl="1" indent="-285750">
              <a:lnSpc>
                <a:spcPct val="150000"/>
              </a:lnSpc>
              <a:buClr>
                <a:srgbClr val="FF0000"/>
              </a:buClr>
            </a:pPr>
            <a:r>
              <a:rPr lang="pt-PT" altLang="es-ES" sz="1400" dirty="0">
                <a:latin typeface="Santander Text" panose="020B0504020201020104" pitchFamily="34" charset="0"/>
                <a:sym typeface="Wingdings" panose="05000000000000000000" pitchFamily="2" charset="2"/>
              </a:rPr>
              <a:t>C: Crescimento anual </a:t>
            </a:r>
            <a:r>
              <a:rPr lang="pt-PT" altLang="es-ES" sz="1400" dirty="0" err="1">
                <a:latin typeface="Santander Text" panose="020B0504020201020104" pitchFamily="34" charset="0"/>
                <a:sym typeface="Wingdings" panose="05000000000000000000" pitchFamily="2" charset="2"/>
              </a:rPr>
              <a:t>Storage</a:t>
            </a:r>
            <a:r>
              <a:rPr lang="pt-PT" altLang="es-ES" sz="1400" dirty="0">
                <a:latin typeface="Santander Text" panose="020B0504020201020104" pitchFamily="34" charset="0"/>
                <a:sym typeface="Wingdings" panose="05000000000000000000" pitchFamily="2" charset="2"/>
              </a:rPr>
              <a:t>: </a:t>
            </a:r>
            <a:r>
              <a:rPr lang="pt-PT" altLang="es-ES" sz="1400" dirty="0" err="1">
                <a:latin typeface="Santander Text" panose="020B0504020201020104" pitchFamily="34" charset="0"/>
                <a:sym typeface="Wingdings" panose="05000000000000000000" pitchFamily="2" charset="2"/>
              </a:rPr>
              <a:t>AxB</a:t>
            </a:r>
            <a:r>
              <a:rPr lang="pt-PT" altLang="es-ES" sz="1400" dirty="0">
                <a:latin typeface="Santander Text" panose="020B0504020201020104" pitchFamily="34" charset="0"/>
                <a:sym typeface="Wingdings" panose="05000000000000000000" pitchFamily="2" charset="2"/>
              </a:rPr>
              <a:t> = </a:t>
            </a:r>
            <a:r>
              <a:rPr lang="pt-PT" altLang="es-ES" sz="1400" b="1" dirty="0" err="1">
                <a:latin typeface="Santander Text" panose="020B0504020201020104" pitchFamily="34" charset="0"/>
                <a:sym typeface="Wingdings" panose="05000000000000000000" pitchFamily="2" charset="2"/>
              </a:rPr>
              <a:t>xxxxx</a:t>
            </a:r>
            <a:endParaRPr lang="pt-PT" altLang="es-ES" sz="1400" b="1" dirty="0">
              <a:latin typeface="Santander Text" panose="020B0504020201020104" pitchFamily="34" charset="0"/>
              <a:sym typeface="Wingdings" panose="05000000000000000000" pitchFamily="2" charset="2"/>
            </a:endParaRPr>
          </a:p>
          <a:p>
            <a:pPr marL="465138" lvl="1" indent="-285750">
              <a:lnSpc>
                <a:spcPct val="150000"/>
              </a:lnSpc>
              <a:buClr>
                <a:srgbClr val="FF0000"/>
              </a:buClr>
            </a:pPr>
            <a:r>
              <a:rPr lang="pt-PT" altLang="es-ES" sz="1400" dirty="0">
                <a:latin typeface="Santander Text" panose="020B0504020201020104" pitchFamily="34" charset="0"/>
                <a:sym typeface="Wingdings" panose="05000000000000000000" pitchFamily="2" charset="2"/>
              </a:rPr>
              <a:t>D: Tamanho BD Inicial: </a:t>
            </a:r>
          </a:p>
          <a:p>
            <a:pPr marL="1265238" lvl="2" indent="-285750">
              <a:lnSpc>
                <a:spcPct val="150000"/>
              </a:lnSpc>
              <a:buClr>
                <a:srgbClr val="FF0000"/>
              </a:buClr>
            </a:pPr>
            <a:r>
              <a:rPr lang="pt-PT" altLang="es-ES" sz="1400" dirty="0">
                <a:latin typeface="Santander Text" panose="020B0504020201020104" pitchFamily="34" charset="0"/>
                <a:sym typeface="Wingdings" panose="05000000000000000000" pitchFamily="2" charset="2"/>
              </a:rPr>
              <a:t>PRO: </a:t>
            </a:r>
            <a:r>
              <a:rPr lang="pt-PT" altLang="es-ES" sz="1400" b="1" dirty="0">
                <a:latin typeface="Santander Text" panose="020B0504020201020104" pitchFamily="34" charset="0"/>
                <a:sym typeface="Wingdings" panose="05000000000000000000" pitchFamily="2" charset="2"/>
              </a:rPr>
              <a:t>(A x B) + C</a:t>
            </a:r>
          </a:p>
          <a:p>
            <a:pPr marL="1265238" lvl="2" indent="-285750">
              <a:lnSpc>
                <a:spcPct val="150000"/>
              </a:lnSpc>
              <a:buClr>
                <a:srgbClr val="FF0000"/>
              </a:buClr>
            </a:pPr>
            <a:r>
              <a:rPr lang="pt-PT" altLang="es-ES" sz="1400" dirty="0">
                <a:latin typeface="Santander Text" panose="020B0504020201020104" pitchFamily="34" charset="0"/>
                <a:sym typeface="Wingdings" panose="05000000000000000000" pitchFamily="2" charset="2"/>
              </a:rPr>
              <a:t>PRE: </a:t>
            </a:r>
            <a:r>
              <a:rPr lang="pt-PT" altLang="es-ES" sz="1400" b="1" dirty="0">
                <a:latin typeface="Santander Text" panose="020B0504020201020104" pitchFamily="34" charset="0"/>
                <a:sym typeface="Wingdings" panose="05000000000000000000" pitchFamily="2" charset="2"/>
              </a:rPr>
              <a:t>(PRO / 2)</a:t>
            </a:r>
          </a:p>
          <a:p>
            <a:pPr marL="1265238" lvl="2" indent="-285750">
              <a:lnSpc>
                <a:spcPct val="150000"/>
              </a:lnSpc>
              <a:buClr>
                <a:srgbClr val="FF0000"/>
              </a:buClr>
            </a:pPr>
            <a:r>
              <a:rPr lang="pt-PT" altLang="es-ES" sz="1400" dirty="0">
                <a:latin typeface="Santander Text" panose="020B0504020201020104" pitchFamily="34" charset="0"/>
                <a:sym typeface="Wingdings" panose="05000000000000000000" pitchFamily="2" charset="2"/>
              </a:rPr>
              <a:t>DEV: </a:t>
            </a:r>
            <a:r>
              <a:rPr lang="pt-PT" altLang="es-ES" sz="1400" b="1" dirty="0">
                <a:latin typeface="Santander Text" panose="020B0504020201020104" pitchFamily="34" charset="0"/>
                <a:sym typeface="Wingdings" panose="05000000000000000000" pitchFamily="2" charset="2"/>
              </a:rPr>
              <a:t>(PRO / 4)</a:t>
            </a:r>
          </a:p>
          <a:p>
            <a:pPr marL="285750" indent="-285750">
              <a:buFont typeface="Arial" panose="020B0604020202020204" pitchFamily="34" charset="0"/>
              <a:buChar char="•"/>
            </a:pPr>
            <a:endParaRPr lang="pt-PT" sz="1400" dirty="0">
              <a:latin typeface="Santander Text" panose="020B0504020201020104" pitchFamily="34" charset="0"/>
            </a:endParaRPr>
          </a:p>
          <a:p>
            <a:pPr marL="285750" indent="-285750">
              <a:buFont typeface="Arial" panose="020B0604020202020204" pitchFamily="34" charset="0"/>
              <a:buChar char="•"/>
            </a:pPr>
            <a:endParaRPr lang="pt-PT" sz="1400" dirty="0">
              <a:latin typeface="Santander Text" panose="020B0504020201020104" pitchFamily="34" charset="0"/>
            </a:endParaRPr>
          </a:p>
          <a:p>
            <a:pPr marL="285750" indent="-285750">
              <a:buFont typeface="Arial" panose="020B0604020202020204" pitchFamily="34" charset="0"/>
              <a:buChar char="•"/>
            </a:pPr>
            <a:endParaRPr lang="pt-PT" sz="1400" dirty="0">
              <a:latin typeface="Santander Text" panose="020B0504020201020104" pitchFamily="34" charset="0"/>
            </a:endParaRPr>
          </a:p>
          <a:p>
            <a:r>
              <a:rPr lang="pt-PT" sz="1400" dirty="0">
                <a:latin typeface="Santander Text" panose="020B0504020201020104" pitchFamily="34" charset="0"/>
              </a:rPr>
              <a:t>Para dotação das </a:t>
            </a:r>
            <a:r>
              <a:rPr lang="pt-PT" sz="1400" dirty="0" err="1">
                <a:latin typeface="Santander Text" panose="020B0504020201020104" pitchFamily="34" charset="0"/>
              </a:rPr>
              <a:t>BD’s</a:t>
            </a:r>
            <a:r>
              <a:rPr lang="pt-PT" sz="1400" dirty="0">
                <a:latin typeface="Santander Text" panose="020B0504020201020104" pitchFamily="34" charset="0"/>
              </a:rPr>
              <a:t> seguir indicação em </a:t>
            </a:r>
            <a:r>
              <a:rPr lang="pt-PT" sz="1400" dirty="0">
                <a:latin typeface="Santander Text" panose="020B0504020201020104" pitchFamily="34" charset="0"/>
                <a:hlinkClick r:id="rId3"/>
              </a:rPr>
              <a:t>LINK</a:t>
            </a:r>
            <a:r>
              <a:rPr lang="pt-PT" sz="1400" dirty="0">
                <a:latin typeface="Santander Text" panose="020B0504020201020104" pitchFamily="34" charset="0"/>
              </a:rPr>
              <a:t> tópico “Oracle &amp; </a:t>
            </a:r>
            <a:r>
              <a:rPr lang="pt-PT" sz="1400" dirty="0" err="1">
                <a:latin typeface="Santander Text" panose="020B0504020201020104" pitchFamily="34" charset="0"/>
              </a:rPr>
              <a:t>Exadata</a:t>
            </a:r>
            <a:r>
              <a:rPr lang="pt-PT" sz="1400" dirty="0">
                <a:latin typeface="Santander Text" panose="020B0504020201020104" pitchFamily="34" charset="0"/>
              </a:rPr>
              <a:t>”</a:t>
            </a:r>
          </a:p>
          <a:p>
            <a:pPr marL="285750" indent="-285750">
              <a:buFont typeface="Arial" panose="020B0604020202020204" pitchFamily="34" charset="0"/>
              <a:buChar char="•"/>
            </a:pPr>
            <a:endParaRPr lang="pt-PT" sz="1400" dirty="0">
              <a:latin typeface="Santander Text" panose="020B0504020201020104" pitchFamily="34" charset="0"/>
            </a:endParaRPr>
          </a:p>
          <a:p>
            <a:pPr marL="350838" indent="-285750">
              <a:lnSpc>
                <a:spcPct val="150000"/>
              </a:lnSpc>
              <a:buClr>
                <a:srgbClr val="FF0000"/>
              </a:buClr>
            </a:pPr>
            <a:endParaRPr lang="pt-PT" altLang="es-ES" sz="1400" dirty="0">
              <a:latin typeface="Santander Text" panose="020B0504020201020104" pitchFamily="34" charset="0"/>
              <a:sym typeface="Wingdings" panose="05000000000000000000" pitchFamily="2" charset="2"/>
            </a:endParaRPr>
          </a:p>
        </p:txBody>
      </p:sp>
    </p:spTree>
    <p:extLst>
      <p:ext uri="{BB962C8B-B14F-4D97-AF65-F5344CB8AC3E}">
        <p14:creationId xmlns:p14="http://schemas.microsoft.com/office/powerpoint/2010/main" val="12551744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ángulo 44">
            <a:extLst>
              <a:ext uri="{FF2B5EF4-FFF2-40B4-BE49-F238E27FC236}">
                <a16:creationId xmlns:a16="http://schemas.microsoft.com/office/drawing/2014/main" id="{12E3679C-7A4C-25B0-011E-A9C8DC574CAF}"/>
              </a:ext>
            </a:extLst>
          </p:cNvPr>
          <p:cNvSpPr/>
          <p:nvPr/>
        </p:nvSpPr>
        <p:spPr>
          <a:xfrm>
            <a:off x="1932699" y="581025"/>
            <a:ext cx="202649" cy="5733485"/>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grpSp>
        <p:nvGrpSpPr>
          <p:cNvPr id="14" name="Group 13">
            <a:extLst>
              <a:ext uri="{FF2B5EF4-FFF2-40B4-BE49-F238E27FC236}">
                <a16:creationId xmlns:a16="http://schemas.microsoft.com/office/drawing/2014/main" id="{4499FCF4-50BF-5285-C0C1-AE15A7341459}"/>
              </a:ext>
            </a:extLst>
          </p:cNvPr>
          <p:cNvGrpSpPr/>
          <p:nvPr/>
        </p:nvGrpSpPr>
        <p:grpSpPr>
          <a:xfrm>
            <a:off x="1854679" y="2774275"/>
            <a:ext cx="2820101" cy="369332"/>
            <a:chOff x="1854679" y="3238744"/>
            <a:chExt cx="2820101" cy="369332"/>
          </a:xfrm>
        </p:grpSpPr>
        <p:sp>
          <p:nvSpPr>
            <p:cNvPr id="15" name="CuadroTexto 49">
              <a:extLst>
                <a:ext uri="{FF2B5EF4-FFF2-40B4-BE49-F238E27FC236}">
                  <a16:creationId xmlns:a16="http://schemas.microsoft.com/office/drawing/2014/main" id="{BD9A9134-563E-1C19-C2ED-16BB3E8E262A}"/>
                </a:ext>
              </a:extLst>
            </p:cNvPr>
            <p:cNvSpPr txBox="1"/>
            <p:nvPr/>
          </p:nvSpPr>
          <p:spPr>
            <a:xfrm>
              <a:off x="2268993" y="3238744"/>
              <a:ext cx="2405787" cy="369332"/>
            </a:xfrm>
            <a:prstGeom prst="rect">
              <a:avLst/>
            </a:prstGeom>
            <a:noFill/>
          </p:spPr>
          <p:txBody>
            <a:bodyPr wrap="none" rtlCol="0">
              <a:spAutoFit/>
            </a:bodyPr>
            <a:lstStyle/>
            <a:p>
              <a:r>
                <a:rPr lang="en-US" dirty="0" err="1">
                  <a:solidFill>
                    <a:schemeClr val="tx2"/>
                  </a:solidFill>
                  <a:latin typeface="Santander Text" panose="020B0504020201020104" pitchFamily="34" charset="0"/>
                </a:rPr>
                <a:t>Desenho</a:t>
              </a:r>
              <a:r>
                <a:rPr lang="en-US" dirty="0">
                  <a:solidFill>
                    <a:schemeClr val="tx2"/>
                  </a:solidFill>
                  <a:latin typeface="Santander Text" panose="020B0504020201020104" pitchFamily="34" charset="0"/>
                </a:rPr>
                <a:t> Técnico (HLD)</a:t>
              </a:r>
            </a:p>
          </p:txBody>
        </p:sp>
        <p:grpSp>
          <p:nvGrpSpPr>
            <p:cNvPr id="16" name="Punto 1">
              <a:extLst>
                <a:ext uri="{FF2B5EF4-FFF2-40B4-BE49-F238E27FC236}">
                  <a16:creationId xmlns:a16="http://schemas.microsoft.com/office/drawing/2014/main" id="{82F81F68-3C6A-0692-AD69-840F15F32473}"/>
                </a:ext>
              </a:extLst>
            </p:cNvPr>
            <p:cNvGrpSpPr/>
            <p:nvPr/>
          </p:nvGrpSpPr>
          <p:grpSpPr>
            <a:xfrm>
              <a:off x="1854679" y="3244066"/>
              <a:ext cx="358688" cy="358688"/>
              <a:chOff x="3928533" y="1504713"/>
              <a:chExt cx="358688" cy="358688"/>
            </a:xfrm>
            <a:solidFill>
              <a:srgbClr val="3C3C3B"/>
            </a:solidFill>
          </p:grpSpPr>
          <p:sp>
            <p:nvSpPr>
              <p:cNvPr id="17" name="Elipse 99">
                <a:extLst>
                  <a:ext uri="{FF2B5EF4-FFF2-40B4-BE49-F238E27FC236}">
                    <a16:creationId xmlns:a16="http://schemas.microsoft.com/office/drawing/2014/main" id="{D6BC6736-4B68-7E90-46ED-0AFDC2985313}"/>
                  </a:ext>
                </a:extLst>
              </p:cNvPr>
              <p:cNvSpPr/>
              <p:nvPr/>
            </p:nvSpPr>
            <p:spPr>
              <a:xfrm>
                <a:off x="3928533" y="1504713"/>
                <a:ext cx="358688" cy="35868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sp>
            <p:nvSpPr>
              <p:cNvPr id="18" name="Elipse 100">
                <a:extLst>
                  <a:ext uri="{FF2B5EF4-FFF2-40B4-BE49-F238E27FC236}">
                    <a16:creationId xmlns:a16="http://schemas.microsoft.com/office/drawing/2014/main" id="{968D9488-E72C-AF7F-FF43-7DE48C8F473D}"/>
                  </a:ext>
                </a:extLst>
              </p:cNvPr>
              <p:cNvSpPr/>
              <p:nvPr/>
            </p:nvSpPr>
            <p:spPr>
              <a:xfrm>
                <a:off x="4027046" y="1603226"/>
                <a:ext cx="161662" cy="16166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grpSp>
      </p:grpSp>
      <p:grpSp>
        <p:nvGrpSpPr>
          <p:cNvPr id="26" name="Group 25">
            <a:extLst>
              <a:ext uri="{FF2B5EF4-FFF2-40B4-BE49-F238E27FC236}">
                <a16:creationId xmlns:a16="http://schemas.microsoft.com/office/drawing/2014/main" id="{4A3E107C-BFD4-72FF-42A3-730DE4FABE02}"/>
              </a:ext>
            </a:extLst>
          </p:cNvPr>
          <p:cNvGrpSpPr/>
          <p:nvPr/>
        </p:nvGrpSpPr>
        <p:grpSpPr>
          <a:xfrm>
            <a:off x="1854679" y="3234878"/>
            <a:ext cx="1441839" cy="369332"/>
            <a:chOff x="1854679" y="3814462"/>
            <a:chExt cx="1441839" cy="369332"/>
          </a:xfrm>
        </p:grpSpPr>
        <p:sp>
          <p:nvSpPr>
            <p:cNvPr id="27" name="CuadroTexto 55">
              <a:extLst>
                <a:ext uri="{FF2B5EF4-FFF2-40B4-BE49-F238E27FC236}">
                  <a16:creationId xmlns:a16="http://schemas.microsoft.com/office/drawing/2014/main" id="{CF522B73-5CB2-8383-F001-497588877FB3}"/>
                </a:ext>
              </a:extLst>
            </p:cNvPr>
            <p:cNvSpPr txBox="1"/>
            <p:nvPr/>
          </p:nvSpPr>
          <p:spPr>
            <a:xfrm>
              <a:off x="2268993" y="3814462"/>
              <a:ext cx="1027525" cy="369332"/>
            </a:xfrm>
            <a:prstGeom prst="rect">
              <a:avLst/>
            </a:prstGeom>
            <a:noFill/>
          </p:spPr>
          <p:txBody>
            <a:bodyPr wrap="none" rtlCol="0">
              <a:spAutoFit/>
            </a:bodyPr>
            <a:lstStyle/>
            <a:p>
              <a:r>
                <a:rPr lang="en-US" dirty="0">
                  <a:solidFill>
                    <a:schemeClr val="tx2"/>
                  </a:solidFill>
                  <a:latin typeface="Santander Text" panose="020B0504020201020104" pitchFamily="34" charset="0"/>
                </a:rPr>
                <a:t>Volumes</a:t>
              </a:r>
            </a:p>
          </p:txBody>
        </p:sp>
        <p:grpSp>
          <p:nvGrpSpPr>
            <p:cNvPr id="28" name="Punto 1">
              <a:extLst>
                <a:ext uri="{FF2B5EF4-FFF2-40B4-BE49-F238E27FC236}">
                  <a16:creationId xmlns:a16="http://schemas.microsoft.com/office/drawing/2014/main" id="{96AD0393-2B27-714E-5B92-90952B969D73}"/>
                </a:ext>
              </a:extLst>
            </p:cNvPr>
            <p:cNvGrpSpPr/>
            <p:nvPr/>
          </p:nvGrpSpPr>
          <p:grpSpPr>
            <a:xfrm>
              <a:off x="1854679" y="3819784"/>
              <a:ext cx="358688" cy="358688"/>
              <a:chOff x="3928533" y="1504713"/>
              <a:chExt cx="358688" cy="358688"/>
            </a:xfrm>
            <a:solidFill>
              <a:srgbClr val="3C3C3B"/>
            </a:solidFill>
          </p:grpSpPr>
          <p:sp>
            <p:nvSpPr>
              <p:cNvPr id="29" name="Elipse 102">
                <a:extLst>
                  <a:ext uri="{FF2B5EF4-FFF2-40B4-BE49-F238E27FC236}">
                    <a16:creationId xmlns:a16="http://schemas.microsoft.com/office/drawing/2014/main" id="{D918EED9-09DE-357B-B9ED-CE9DF355538E}"/>
                  </a:ext>
                </a:extLst>
              </p:cNvPr>
              <p:cNvSpPr/>
              <p:nvPr/>
            </p:nvSpPr>
            <p:spPr>
              <a:xfrm>
                <a:off x="3928533" y="1504713"/>
                <a:ext cx="358688" cy="35868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sp>
            <p:nvSpPr>
              <p:cNvPr id="30" name="Elipse 103">
                <a:extLst>
                  <a:ext uri="{FF2B5EF4-FFF2-40B4-BE49-F238E27FC236}">
                    <a16:creationId xmlns:a16="http://schemas.microsoft.com/office/drawing/2014/main" id="{8CB4509E-9FCF-4FF2-4534-6F2892C013C4}"/>
                  </a:ext>
                </a:extLst>
              </p:cNvPr>
              <p:cNvSpPr/>
              <p:nvPr/>
            </p:nvSpPr>
            <p:spPr>
              <a:xfrm>
                <a:off x="4027046" y="1603226"/>
                <a:ext cx="161662" cy="16166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grpSp>
      </p:grpSp>
      <p:grpSp>
        <p:nvGrpSpPr>
          <p:cNvPr id="31" name="Group 30">
            <a:extLst>
              <a:ext uri="{FF2B5EF4-FFF2-40B4-BE49-F238E27FC236}">
                <a16:creationId xmlns:a16="http://schemas.microsoft.com/office/drawing/2014/main" id="{D006320B-3B73-EB8A-FF88-45939AE803B0}"/>
              </a:ext>
            </a:extLst>
          </p:cNvPr>
          <p:cNvGrpSpPr/>
          <p:nvPr/>
        </p:nvGrpSpPr>
        <p:grpSpPr>
          <a:xfrm>
            <a:off x="1854679" y="4156084"/>
            <a:ext cx="3725670" cy="369332"/>
            <a:chOff x="1854679" y="4351720"/>
            <a:chExt cx="3725670" cy="369332"/>
          </a:xfrm>
        </p:grpSpPr>
        <p:sp>
          <p:nvSpPr>
            <p:cNvPr id="32" name="CuadroTexto 51">
              <a:extLst>
                <a:ext uri="{FF2B5EF4-FFF2-40B4-BE49-F238E27FC236}">
                  <a16:creationId xmlns:a16="http://schemas.microsoft.com/office/drawing/2014/main" id="{15B434E1-190D-88B8-3CD4-CA74B2B925B8}"/>
                </a:ext>
              </a:extLst>
            </p:cNvPr>
            <p:cNvSpPr txBox="1"/>
            <p:nvPr/>
          </p:nvSpPr>
          <p:spPr>
            <a:xfrm>
              <a:off x="2268993" y="4351720"/>
              <a:ext cx="3311356" cy="369332"/>
            </a:xfrm>
            <a:prstGeom prst="rect">
              <a:avLst/>
            </a:prstGeom>
            <a:noFill/>
          </p:spPr>
          <p:txBody>
            <a:bodyPr wrap="none" rtlCol="0">
              <a:spAutoFit/>
            </a:bodyPr>
            <a:lstStyle/>
            <a:p>
              <a:r>
                <a:rPr lang="en-US" dirty="0" err="1">
                  <a:solidFill>
                    <a:schemeClr val="tx2"/>
                  </a:solidFill>
                  <a:latin typeface="Santander Text" panose="020B0504020201020104" pitchFamily="34" charset="0"/>
                </a:rPr>
                <a:t>Desenho</a:t>
              </a:r>
              <a:r>
                <a:rPr lang="en-US" dirty="0">
                  <a:solidFill>
                    <a:schemeClr val="tx2"/>
                  </a:solidFill>
                  <a:latin typeface="Santander Text" panose="020B0504020201020104" pitchFamily="34" charset="0"/>
                </a:rPr>
                <a:t> de </a:t>
              </a:r>
              <a:r>
                <a:rPr lang="en-US" dirty="0" err="1">
                  <a:solidFill>
                    <a:schemeClr val="tx2"/>
                  </a:solidFill>
                  <a:latin typeface="Santander Text" panose="020B0504020201020104" pitchFamily="34" charset="0"/>
                </a:rPr>
                <a:t>Infraestrutura</a:t>
              </a:r>
              <a:r>
                <a:rPr lang="en-US" dirty="0">
                  <a:solidFill>
                    <a:schemeClr val="tx2"/>
                  </a:solidFill>
                  <a:latin typeface="Santander Text" panose="020B0504020201020104" pitchFamily="34" charset="0"/>
                </a:rPr>
                <a:t> + LLD</a:t>
              </a:r>
            </a:p>
          </p:txBody>
        </p:sp>
        <p:grpSp>
          <p:nvGrpSpPr>
            <p:cNvPr id="33" name="Punto 1">
              <a:extLst>
                <a:ext uri="{FF2B5EF4-FFF2-40B4-BE49-F238E27FC236}">
                  <a16:creationId xmlns:a16="http://schemas.microsoft.com/office/drawing/2014/main" id="{DB7453BE-378D-C0E0-9D8A-313EDFAD9626}"/>
                </a:ext>
              </a:extLst>
            </p:cNvPr>
            <p:cNvGrpSpPr/>
            <p:nvPr/>
          </p:nvGrpSpPr>
          <p:grpSpPr>
            <a:xfrm>
              <a:off x="1854679" y="4357042"/>
              <a:ext cx="358688" cy="358688"/>
              <a:chOff x="3928533" y="1504713"/>
              <a:chExt cx="358688" cy="358688"/>
            </a:xfrm>
            <a:solidFill>
              <a:srgbClr val="3C3C3B"/>
            </a:solidFill>
          </p:grpSpPr>
          <p:sp>
            <p:nvSpPr>
              <p:cNvPr id="34" name="Elipse 105">
                <a:extLst>
                  <a:ext uri="{FF2B5EF4-FFF2-40B4-BE49-F238E27FC236}">
                    <a16:creationId xmlns:a16="http://schemas.microsoft.com/office/drawing/2014/main" id="{3C39A485-0C59-4966-AEC0-0731FC0C75DB}"/>
                  </a:ext>
                </a:extLst>
              </p:cNvPr>
              <p:cNvSpPr/>
              <p:nvPr/>
            </p:nvSpPr>
            <p:spPr>
              <a:xfrm>
                <a:off x="3928533" y="1504713"/>
                <a:ext cx="358688" cy="35868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sp>
            <p:nvSpPr>
              <p:cNvPr id="35" name="Elipse 106">
                <a:extLst>
                  <a:ext uri="{FF2B5EF4-FFF2-40B4-BE49-F238E27FC236}">
                    <a16:creationId xmlns:a16="http://schemas.microsoft.com/office/drawing/2014/main" id="{6A4140FF-1056-108D-936E-91E52130D13A}"/>
                  </a:ext>
                </a:extLst>
              </p:cNvPr>
              <p:cNvSpPr/>
              <p:nvPr/>
            </p:nvSpPr>
            <p:spPr>
              <a:xfrm>
                <a:off x="4027046" y="1603226"/>
                <a:ext cx="161662" cy="16166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grpSp>
      </p:grpSp>
      <p:grpSp>
        <p:nvGrpSpPr>
          <p:cNvPr id="36" name="Group 35">
            <a:extLst>
              <a:ext uri="{FF2B5EF4-FFF2-40B4-BE49-F238E27FC236}">
                <a16:creationId xmlns:a16="http://schemas.microsoft.com/office/drawing/2014/main" id="{BD87973D-B474-510B-B9C4-9F993FAD79D0}"/>
              </a:ext>
            </a:extLst>
          </p:cNvPr>
          <p:cNvGrpSpPr/>
          <p:nvPr/>
        </p:nvGrpSpPr>
        <p:grpSpPr>
          <a:xfrm>
            <a:off x="1854679" y="5077290"/>
            <a:ext cx="2754314" cy="369332"/>
            <a:chOff x="1854679" y="4934771"/>
            <a:chExt cx="2754314" cy="369332"/>
          </a:xfrm>
        </p:grpSpPr>
        <p:sp>
          <p:nvSpPr>
            <p:cNvPr id="37" name="CuadroTexto 56">
              <a:extLst>
                <a:ext uri="{FF2B5EF4-FFF2-40B4-BE49-F238E27FC236}">
                  <a16:creationId xmlns:a16="http://schemas.microsoft.com/office/drawing/2014/main" id="{389BEFF6-3E24-3267-B9CB-C9A356950061}"/>
                </a:ext>
              </a:extLst>
            </p:cNvPr>
            <p:cNvSpPr txBox="1"/>
            <p:nvPr/>
          </p:nvSpPr>
          <p:spPr>
            <a:xfrm>
              <a:off x="2268993" y="4934771"/>
              <a:ext cx="2340000" cy="369332"/>
            </a:xfrm>
            <a:prstGeom prst="rect">
              <a:avLst/>
            </a:prstGeom>
            <a:noFill/>
          </p:spPr>
          <p:txBody>
            <a:bodyPr wrap="none" rtlCol="0">
              <a:spAutoFit/>
            </a:bodyPr>
            <a:lstStyle>
              <a:defPPr>
                <a:defRPr lang="es-ES"/>
              </a:defPPr>
              <a:lvl1pPr>
                <a:defRPr>
                  <a:solidFill>
                    <a:schemeClr val="tx1">
                      <a:lumMod val="65000"/>
                      <a:lumOff val="35000"/>
                    </a:schemeClr>
                  </a:solidFill>
                </a:defRPr>
              </a:lvl1pPr>
            </a:lstStyle>
            <a:p>
              <a:r>
                <a:rPr lang="en-US" dirty="0" err="1">
                  <a:solidFill>
                    <a:schemeClr val="tx2"/>
                  </a:solidFill>
                  <a:latin typeface="Santander Text" panose="020B0504020201020104" pitchFamily="34" charset="0"/>
                </a:rPr>
                <a:t>Riscos</a:t>
              </a:r>
              <a:r>
                <a:rPr lang="en-US" dirty="0">
                  <a:solidFill>
                    <a:schemeClr val="tx2"/>
                  </a:solidFill>
                  <a:latin typeface="Santander Text" panose="020B0504020201020104" pitchFamily="34" charset="0"/>
                </a:rPr>
                <a:t> e </a:t>
              </a:r>
              <a:r>
                <a:rPr lang="en-US" dirty="0" err="1">
                  <a:solidFill>
                    <a:schemeClr val="tx2"/>
                  </a:solidFill>
                  <a:latin typeface="Santander Text" panose="020B0504020201020104" pitchFamily="34" charset="0"/>
                </a:rPr>
                <a:t>dependências</a:t>
              </a:r>
              <a:endParaRPr lang="en-US" dirty="0">
                <a:solidFill>
                  <a:schemeClr val="tx2"/>
                </a:solidFill>
                <a:latin typeface="Santander Text" panose="020B0504020201020104" pitchFamily="34" charset="0"/>
              </a:endParaRPr>
            </a:p>
          </p:txBody>
        </p:sp>
        <p:grpSp>
          <p:nvGrpSpPr>
            <p:cNvPr id="38" name="Punto 1">
              <a:extLst>
                <a:ext uri="{FF2B5EF4-FFF2-40B4-BE49-F238E27FC236}">
                  <a16:creationId xmlns:a16="http://schemas.microsoft.com/office/drawing/2014/main" id="{BAE680CA-E3AA-2CC7-026D-17FC741B8ADB}"/>
                </a:ext>
              </a:extLst>
            </p:cNvPr>
            <p:cNvGrpSpPr/>
            <p:nvPr/>
          </p:nvGrpSpPr>
          <p:grpSpPr>
            <a:xfrm>
              <a:off x="1854679" y="4940093"/>
              <a:ext cx="358688" cy="358688"/>
              <a:chOff x="3928533" y="1504713"/>
              <a:chExt cx="358688" cy="358688"/>
            </a:xfrm>
            <a:solidFill>
              <a:srgbClr val="3C3C3B"/>
            </a:solidFill>
          </p:grpSpPr>
          <p:sp>
            <p:nvSpPr>
              <p:cNvPr id="39" name="Elipse 111">
                <a:extLst>
                  <a:ext uri="{FF2B5EF4-FFF2-40B4-BE49-F238E27FC236}">
                    <a16:creationId xmlns:a16="http://schemas.microsoft.com/office/drawing/2014/main" id="{662482AE-DF6E-9355-0641-1D22840C4850}"/>
                  </a:ext>
                </a:extLst>
              </p:cNvPr>
              <p:cNvSpPr/>
              <p:nvPr/>
            </p:nvSpPr>
            <p:spPr>
              <a:xfrm>
                <a:off x="3928533" y="1504713"/>
                <a:ext cx="358688" cy="35868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sp>
            <p:nvSpPr>
              <p:cNvPr id="40" name="Elipse 112">
                <a:extLst>
                  <a:ext uri="{FF2B5EF4-FFF2-40B4-BE49-F238E27FC236}">
                    <a16:creationId xmlns:a16="http://schemas.microsoft.com/office/drawing/2014/main" id="{CF51C1AB-B17B-4818-7326-C2D155F6F5D9}"/>
                  </a:ext>
                </a:extLst>
              </p:cNvPr>
              <p:cNvSpPr/>
              <p:nvPr/>
            </p:nvSpPr>
            <p:spPr>
              <a:xfrm>
                <a:off x="4027046" y="1603226"/>
                <a:ext cx="161662" cy="16166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grpSp>
      </p:grpSp>
      <p:grpSp>
        <p:nvGrpSpPr>
          <p:cNvPr id="41" name="Group 40">
            <a:extLst>
              <a:ext uri="{FF2B5EF4-FFF2-40B4-BE49-F238E27FC236}">
                <a16:creationId xmlns:a16="http://schemas.microsoft.com/office/drawing/2014/main" id="{A3C54E98-A431-67F5-5E48-34506325EDF3}"/>
              </a:ext>
            </a:extLst>
          </p:cNvPr>
          <p:cNvGrpSpPr/>
          <p:nvPr/>
        </p:nvGrpSpPr>
        <p:grpSpPr>
          <a:xfrm>
            <a:off x="1854679" y="5537893"/>
            <a:ext cx="4932026" cy="369332"/>
            <a:chOff x="1854679" y="5503730"/>
            <a:chExt cx="4932026" cy="369332"/>
          </a:xfrm>
        </p:grpSpPr>
        <p:sp>
          <p:nvSpPr>
            <p:cNvPr id="42" name="CuadroTexto 45">
              <a:extLst>
                <a:ext uri="{FF2B5EF4-FFF2-40B4-BE49-F238E27FC236}">
                  <a16:creationId xmlns:a16="http://schemas.microsoft.com/office/drawing/2014/main" id="{37246F27-411D-DCBD-89F5-F77F76A3BCAF}"/>
                </a:ext>
              </a:extLst>
            </p:cNvPr>
            <p:cNvSpPr txBox="1"/>
            <p:nvPr/>
          </p:nvSpPr>
          <p:spPr>
            <a:xfrm>
              <a:off x="2268993" y="5503730"/>
              <a:ext cx="4517712" cy="369332"/>
            </a:xfrm>
            <a:prstGeom prst="rect">
              <a:avLst/>
            </a:prstGeom>
            <a:noFill/>
          </p:spPr>
          <p:txBody>
            <a:bodyPr wrap="none" rtlCol="0">
              <a:spAutoFit/>
            </a:bodyPr>
            <a:lstStyle/>
            <a:p>
              <a:r>
                <a:rPr lang="en-US" dirty="0" err="1">
                  <a:solidFill>
                    <a:schemeClr val="tx2"/>
                  </a:solidFill>
                  <a:latin typeface="Santander Text" panose="020B0504020201020104" pitchFamily="34" charset="0"/>
                </a:rPr>
                <a:t>Documentação</a:t>
              </a:r>
              <a:r>
                <a:rPr lang="en-US" dirty="0">
                  <a:solidFill>
                    <a:schemeClr val="tx2"/>
                  </a:solidFill>
                  <a:latin typeface="Santander Text" panose="020B0504020201020104" pitchFamily="34" charset="0"/>
                </a:rPr>
                <a:t> de </a:t>
              </a:r>
              <a:r>
                <a:rPr lang="en-US" dirty="0" err="1">
                  <a:solidFill>
                    <a:schemeClr val="tx2"/>
                  </a:solidFill>
                  <a:latin typeface="Santander Text" panose="020B0504020201020104" pitchFamily="34" charset="0"/>
                </a:rPr>
                <a:t>Referência</a:t>
              </a:r>
              <a:r>
                <a:rPr lang="en-US" dirty="0">
                  <a:solidFill>
                    <a:schemeClr val="tx2"/>
                  </a:solidFill>
                  <a:latin typeface="Santander Text" panose="020B0504020201020104" pitchFamily="34" charset="0"/>
                </a:rPr>
                <a:t> e Boas </a:t>
              </a:r>
              <a:r>
                <a:rPr lang="en-US" dirty="0" err="1">
                  <a:solidFill>
                    <a:schemeClr val="tx2"/>
                  </a:solidFill>
                  <a:latin typeface="Santander Text" panose="020B0504020201020104" pitchFamily="34" charset="0"/>
                </a:rPr>
                <a:t>Práticas</a:t>
              </a:r>
              <a:endParaRPr lang="en-US" dirty="0">
                <a:solidFill>
                  <a:schemeClr val="tx2"/>
                </a:solidFill>
                <a:latin typeface="Santander Text" panose="020B0504020201020104" pitchFamily="34" charset="0"/>
              </a:endParaRPr>
            </a:p>
          </p:txBody>
        </p:sp>
        <p:grpSp>
          <p:nvGrpSpPr>
            <p:cNvPr id="43" name="Punto 1">
              <a:extLst>
                <a:ext uri="{FF2B5EF4-FFF2-40B4-BE49-F238E27FC236}">
                  <a16:creationId xmlns:a16="http://schemas.microsoft.com/office/drawing/2014/main" id="{BF248E52-07E8-65AA-5E79-8A3CAC2FD664}"/>
                </a:ext>
              </a:extLst>
            </p:cNvPr>
            <p:cNvGrpSpPr/>
            <p:nvPr/>
          </p:nvGrpSpPr>
          <p:grpSpPr>
            <a:xfrm>
              <a:off x="1854679" y="5509052"/>
              <a:ext cx="358688" cy="358688"/>
              <a:chOff x="3928533" y="1504713"/>
              <a:chExt cx="358688" cy="358688"/>
            </a:xfrm>
            <a:solidFill>
              <a:srgbClr val="3C3C3B"/>
            </a:solidFill>
          </p:grpSpPr>
          <p:sp>
            <p:nvSpPr>
              <p:cNvPr id="44" name="Elipse 52">
                <a:extLst>
                  <a:ext uri="{FF2B5EF4-FFF2-40B4-BE49-F238E27FC236}">
                    <a16:creationId xmlns:a16="http://schemas.microsoft.com/office/drawing/2014/main" id="{32D00AA0-4798-22A8-F4A2-8A7BB4586EAE}"/>
                  </a:ext>
                </a:extLst>
              </p:cNvPr>
              <p:cNvSpPr/>
              <p:nvPr/>
            </p:nvSpPr>
            <p:spPr>
              <a:xfrm>
                <a:off x="3928533" y="1504713"/>
                <a:ext cx="358688" cy="35868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sp>
            <p:nvSpPr>
              <p:cNvPr id="61" name="Elipse 53">
                <a:extLst>
                  <a:ext uri="{FF2B5EF4-FFF2-40B4-BE49-F238E27FC236}">
                    <a16:creationId xmlns:a16="http://schemas.microsoft.com/office/drawing/2014/main" id="{81D567A6-974E-6F5D-A2C3-A362D142FF5B}"/>
                  </a:ext>
                </a:extLst>
              </p:cNvPr>
              <p:cNvSpPr/>
              <p:nvPr/>
            </p:nvSpPr>
            <p:spPr>
              <a:xfrm>
                <a:off x="4027046" y="1603226"/>
                <a:ext cx="161662" cy="16166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grpSp>
      </p:grpSp>
      <p:grpSp>
        <p:nvGrpSpPr>
          <p:cNvPr id="62" name="Group 61">
            <a:extLst>
              <a:ext uri="{FF2B5EF4-FFF2-40B4-BE49-F238E27FC236}">
                <a16:creationId xmlns:a16="http://schemas.microsoft.com/office/drawing/2014/main" id="{40694BE7-AA39-BF67-6E70-14F8095984DA}"/>
              </a:ext>
            </a:extLst>
          </p:cNvPr>
          <p:cNvGrpSpPr/>
          <p:nvPr/>
        </p:nvGrpSpPr>
        <p:grpSpPr>
          <a:xfrm>
            <a:off x="1854679" y="5998502"/>
            <a:ext cx="1300647" cy="369332"/>
            <a:chOff x="1854679" y="6037414"/>
            <a:chExt cx="1300647" cy="369332"/>
          </a:xfrm>
        </p:grpSpPr>
        <p:sp>
          <p:nvSpPr>
            <p:cNvPr id="63" name="CuadroTexto 59">
              <a:extLst>
                <a:ext uri="{FF2B5EF4-FFF2-40B4-BE49-F238E27FC236}">
                  <a16:creationId xmlns:a16="http://schemas.microsoft.com/office/drawing/2014/main" id="{19F99F66-D181-9DC2-97BC-FF0E35BF9CA5}"/>
                </a:ext>
              </a:extLst>
            </p:cNvPr>
            <p:cNvSpPr txBox="1"/>
            <p:nvPr/>
          </p:nvSpPr>
          <p:spPr>
            <a:xfrm>
              <a:off x="2268993" y="6037414"/>
              <a:ext cx="886333" cy="369332"/>
            </a:xfrm>
            <a:prstGeom prst="rect">
              <a:avLst/>
            </a:prstGeom>
            <a:noFill/>
          </p:spPr>
          <p:txBody>
            <a:bodyPr wrap="none" rtlCol="0">
              <a:spAutoFit/>
            </a:bodyPr>
            <a:lstStyle/>
            <a:p>
              <a:r>
                <a:rPr lang="en-US" dirty="0" err="1">
                  <a:solidFill>
                    <a:schemeClr val="tx2"/>
                  </a:solidFill>
                  <a:latin typeface="Santander Text" panose="020B0504020201020104" pitchFamily="34" charset="0"/>
                </a:rPr>
                <a:t>Anexos</a:t>
              </a:r>
              <a:endParaRPr lang="en-US" dirty="0">
                <a:solidFill>
                  <a:schemeClr val="tx2"/>
                </a:solidFill>
                <a:latin typeface="Santander Text" panose="020B0504020201020104" pitchFamily="34" charset="0"/>
              </a:endParaRPr>
            </a:p>
          </p:txBody>
        </p:sp>
        <p:grpSp>
          <p:nvGrpSpPr>
            <p:cNvPr id="64" name="Punto 1">
              <a:extLst>
                <a:ext uri="{FF2B5EF4-FFF2-40B4-BE49-F238E27FC236}">
                  <a16:creationId xmlns:a16="http://schemas.microsoft.com/office/drawing/2014/main" id="{1C0580E7-EDFE-B20E-0838-CC8ABE1B7C2C}"/>
                </a:ext>
              </a:extLst>
            </p:cNvPr>
            <p:cNvGrpSpPr/>
            <p:nvPr/>
          </p:nvGrpSpPr>
          <p:grpSpPr>
            <a:xfrm>
              <a:off x="1854679" y="6042736"/>
              <a:ext cx="358688" cy="358688"/>
              <a:chOff x="3928533" y="1504713"/>
              <a:chExt cx="358688" cy="358688"/>
            </a:xfrm>
            <a:solidFill>
              <a:srgbClr val="3C3C3B"/>
            </a:solidFill>
          </p:grpSpPr>
          <p:sp>
            <p:nvSpPr>
              <p:cNvPr id="65" name="Elipse 52">
                <a:extLst>
                  <a:ext uri="{FF2B5EF4-FFF2-40B4-BE49-F238E27FC236}">
                    <a16:creationId xmlns:a16="http://schemas.microsoft.com/office/drawing/2014/main" id="{11DCB27E-8185-7A8F-DC31-CC63D2D77763}"/>
                  </a:ext>
                </a:extLst>
              </p:cNvPr>
              <p:cNvSpPr/>
              <p:nvPr/>
            </p:nvSpPr>
            <p:spPr>
              <a:xfrm>
                <a:off x="3928533" y="1504713"/>
                <a:ext cx="358688" cy="35868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sp>
            <p:nvSpPr>
              <p:cNvPr id="66" name="Elipse 53">
                <a:extLst>
                  <a:ext uri="{FF2B5EF4-FFF2-40B4-BE49-F238E27FC236}">
                    <a16:creationId xmlns:a16="http://schemas.microsoft.com/office/drawing/2014/main" id="{79C74FA8-2722-F120-376E-2EC1F5D69C70}"/>
                  </a:ext>
                </a:extLst>
              </p:cNvPr>
              <p:cNvSpPr/>
              <p:nvPr/>
            </p:nvSpPr>
            <p:spPr>
              <a:xfrm>
                <a:off x="4027046" y="1603226"/>
                <a:ext cx="161662" cy="16166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grpSp>
      </p:grpSp>
      <p:grpSp>
        <p:nvGrpSpPr>
          <p:cNvPr id="67" name="Group 66">
            <a:extLst>
              <a:ext uri="{FF2B5EF4-FFF2-40B4-BE49-F238E27FC236}">
                <a16:creationId xmlns:a16="http://schemas.microsoft.com/office/drawing/2014/main" id="{8C1E3F0E-9273-1AF8-A145-A27AD8F542FA}"/>
              </a:ext>
            </a:extLst>
          </p:cNvPr>
          <p:cNvGrpSpPr/>
          <p:nvPr/>
        </p:nvGrpSpPr>
        <p:grpSpPr>
          <a:xfrm>
            <a:off x="1854679" y="931863"/>
            <a:ext cx="1991797" cy="369332"/>
            <a:chOff x="1854679" y="1044073"/>
            <a:chExt cx="1991797" cy="369332"/>
          </a:xfrm>
        </p:grpSpPr>
        <p:grpSp>
          <p:nvGrpSpPr>
            <p:cNvPr id="68" name="Punto 1">
              <a:extLst>
                <a:ext uri="{FF2B5EF4-FFF2-40B4-BE49-F238E27FC236}">
                  <a16:creationId xmlns:a16="http://schemas.microsoft.com/office/drawing/2014/main" id="{A267D782-E96E-19B9-903A-1D48177B4F1C}"/>
                </a:ext>
              </a:extLst>
            </p:cNvPr>
            <p:cNvGrpSpPr/>
            <p:nvPr/>
          </p:nvGrpSpPr>
          <p:grpSpPr>
            <a:xfrm>
              <a:off x="1854679" y="1049395"/>
              <a:ext cx="358688" cy="358688"/>
              <a:chOff x="3928533" y="1504713"/>
              <a:chExt cx="358688" cy="358688"/>
            </a:xfrm>
            <a:solidFill>
              <a:srgbClr val="3C3C3B"/>
            </a:solidFill>
          </p:grpSpPr>
          <p:sp>
            <p:nvSpPr>
              <p:cNvPr id="70" name="Elipse 96">
                <a:extLst>
                  <a:ext uri="{FF2B5EF4-FFF2-40B4-BE49-F238E27FC236}">
                    <a16:creationId xmlns:a16="http://schemas.microsoft.com/office/drawing/2014/main" id="{B0A90EE9-7A60-C635-816B-68C2C927DB25}"/>
                  </a:ext>
                </a:extLst>
              </p:cNvPr>
              <p:cNvSpPr/>
              <p:nvPr/>
            </p:nvSpPr>
            <p:spPr>
              <a:xfrm>
                <a:off x="3928533" y="1504713"/>
                <a:ext cx="358688" cy="35868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sp>
            <p:nvSpPr>
              <p:cNvPr id="71" name="Elipse 97">
                <a:extLst>
                  <a:ext uri="{FF2B5EF4-FFF2-40B4-BE49-F238E27FC236}">
                    <a16:creationId xmlns:a16="http://schemas.microsoft.com/office/drawing/2014/main" id="{B57BE039-C443-34EA-FF83-A272F20300DF}"/>
                  </a:ext>
                </a:extLst>
              </p:cNvPr>
              <p:cNvSpPr/>
              <p:nvPr/>
            </p:nvSpPr>
            <p:spPr>
              <a:xfrm>
                <a:off x="4027046" y="1603226"/>
                <a:ext cx="161662" cy="16166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grpSp>
        <p:sp>
          <p:nvSpPr>
            <p:cNvPr id="69" name="CuadroTexto 47">
              <a:extLst>
                <a:ext uri="{FF2B5EF4-FFF2-40B4-BE49-F238E27FC236}">
                  <a16:creationId xmlns:a16="http://schemas.microsoft.com/office/drawing/2014/main" id="{44136504-F9A6-E9F1-4B51-ACA77A797E77}"/>
                </a:ext>
              </a:extLst>
            </p:cNvPr>
            <p:cNvSpPr txBox="1"/>
            <p:nvPr/>
          </p:nvSpPr>
          <p:spPr>
            <a:xfrm>
              <a:off x="2268993" y="1044073"/>
              <a:ext cx="1577483" cy="369332"/>
            </a:xfrm>
            <a:prstGeom prst="rect">
              <a:avLst/>
            </a:prstGeom>
            <a:noFill/>
          </p:spPr>
          <p:txBody>
            <a:bodyPr wrap="none" rtlCol="0">
              <a:spAutoFit/>
            </a:bodyPr>
            <a:lstStyle>
              <a:defPPr>
                <a:defRPr lang="es-ES"/>
              </a:defPPr>
              <a:lvl1pPr>
                <a:defRPr>
                  <a:solidFill>
                    <a:schemeClr val="tx1">
                      <a:lumMod val="65000"/>
                      <a:lumOff val="35000"/>
                    </a:schemeClr>
                  </a:solidFill>
                </a:defRPr>
              </a:lvl1pPr>
            </a:lstStyle>
            <a:p>
              <a:r>
                <a:rPr lang="en-US" dirty="0" err="1">
                  <a:solidFill>
                    <a:schemeClr val="tx2"/>
                  </a:solidFill>
                  <a:latin typeface="Santander Text" panose="020B0504020201020104" pitchFamily="34" charset="0"/>
                </a:rPr>
                <a:t>Situação</a:t>
              </a:r>
              <a:r>
                <a:rPr lang="en-US" dirty="0">
                  <a:solidFill>
                    <a:schemeClr val="tx2"/>
                  </a:solidFill>
                  <a:latin typeface="Santander Text" panose="020B0504020201020104" pitchFamily="34" charset="0"/>
                </a:rPr>
                <a:t> </a:t>
              </a:r>
              <a:r>
                <a:rPr lang="en-US" dirty="0" err="1">
                  <a:solidFill>
                    <a:schemeClr val="tx2"/>
                  </a:solidFill>
                  <a:latin typeface="Santander Text" panose="020B0504020201020104" pitchFamily="34" charset="0"/>
                </a:rPr>
                <a:t>Atual</a:t>
              </a:r>
              <a:endParaRPr lang="en-US" dirty="0">
                <a:solidFill>
                  <a:schemeClr val="tx2"/>
                </a:solidFill>
                <a:latin typeface="Santander Text" panose="020B0504020201020104" pitchFamily="34" charset="0"/>
              </a:endParaRPr>
            </a:p>
          </p:txBody>
        </p:sp>
      </p:grpSp>
      <p:grpSp>
        <p:nvGrpSpPr>
          <p:cNvPr id="72" name="Group 71">
            <a:extLst>
              <a:ext uri="{FF2B5EF4-FFF2-40B4-BE49-F238E27FC236}">
                <a16:creationId xmlns:a16="http://schemas.microsoft.com/office/drawing/2014/main" id="{047282E9-1D43-F1F0-A605-864E4CC53B2B}"/>
              </a:ext>
            </a:extLst>
          </p:cNvPr>
          <p:cNvGrpSpPr/>
          <p:nvPr/>
        </p:nvGrpSpPr>
        <p:grpSpPr>
          <a:xfrm>
            <a:off x="1854679" y="1853069"/>
            <a:ext cx="5412990" cy="369332"/>
            <a:chOff x="1854679" y="2101506"/>
            <a:chExt cx="5412990" cy="369332"/>
          </a:xfrm>
        </p:grpSpPr>
        <p:sp>
          <p:nvSpPr>
            <p:cNvPr id="73" name="CuadroTexto 57">
              <a:extLst>
                <a:ext uri="{FF2B5EF4-FFF2-40B4-BE49-F238E27FC236}">
                  <a16:creationId xmlns:a16="http://schemas.microsoft.com/office/drawing/2014/main" id="{C6A95F1E-916F-B64A-C561-BCEBDC01ADCF}"/>
                </a:ext>
              </a:extLst>
            </p:cNvPr>
            <p:cNvSpPr txBox="1"/>
            <p:nvPr/>
          </p:nvSpPr>
          <p:spPr>
            <a:xfrm>
              <a:off x="2268993" y="2101506"/>
              <a:ext cx="4998676" cy="369332"/>
            </a:xfrm>
            <a:prstGeom prst="rect">
              <a:avLst/>
            </a:prstGeom>
            <a:noFill/>
          </p:spPr>
          <p:txBody>
            <a:bodyPr wrap="none" rtlCol="0">
              <a:spAutoFit/>
            </a:bodyPr>
            <a:lstStyle/>
            <a:p>
              <a:r>
                <a:rPr lang="pt-PT" dirty="0">
                  <a:solidFill>
                    <a:schemeClr val="tx2"/>
                  </a:solidFill>
                  <a:latin typeface="Santander Text" panose="020B0504020201020104" pitchFamily="34" charset="0"/>
                </a:rPr>
                <a:t>Identificação e Descrição de Requisitos Funcionais</a:t>
              </a:r>
            </a:p>
          </p:txBody>
        </p:sp>
        <p:grpSp>
          <p:nvGrpSpPr>
            <p:cNvPr id="74" name="Punto 1">
              <a:extLst>
                <a:ext uri="{FF2B5EF4-FFF2-40B4-BE49-F238E27FC236}">
                  <a16:creationId xmlns:a16="http://schemas.microsoft.com/office/drawing/2014/main" id="{3C09F5D0-3373-6B7B-7B53-3F4799E7F265}"/>
                </a:ext>
              </a:extLst>
            </p:cNvPr>
            <p:cNvGrpSpPr/>
            <p:nvPr/>
          </p:nvGrpSpPr>
          <p:grpSpPr>
            <a:xfrm>
              <a:off x="1854679" y="2106828"/>
              <a:ext cx="358688" cy="358688"/>
              <a:chOff x="3928533" y="1504713"/>
              <a:chExt cx="358688" cy="358688"/>
            </a:xfrm>
            <a:solidFill>
              <a:srgbClr val="3C3C3B"/>
            </a:solidFill>
          </p:grpSpPr>
          <p:sp>
            <p:nvSpPr>
              <p:cNvPr id="75" name="Elipse 96">
                <a:extLst>
                  <a:ext uri="{FF2B5EF4-FFF2-40B4-BE49-F238E27FC236}">
                    <a16:creationId xmlns:a16="http://schemas.microsoft.com/office/drawing/2014/main" id="{AC54BE7E-316A-86D3-0DCF-CFA7D2D64D4E}"/>
                  </a:ext>
                </a:extLst>
              </p:cNvPr>
              <p:cNvSpPr/>
              <p:nvPr/>
            </p:nvSpPr>
            <p:spPr>
              <a:xfrm>
                <a:off x="3928533" y="1504713"/>
                <a:ext cx="358688" cy="35868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sp>
            <p:nvSpPr>
              <p:cNvPr id="76" name="Elipse 97">
                <a:extLst>
                  <a:ext uri="{FF2B5EF4-FFF2-40B4-BE49-F238E27FC236}">
                    <a16:creationId xmlns:a16="http://schemas.microsoft.com/office/drawing/2014/main" id="{C89ABE67-623C-53ED-A985-6C4E511AF1D4}"/>
                  </a:ext>
                </a:extLst>
              </p:cNvPr>
              <p:cNvSpPr/>
              <p:nvPr/>
            </p:nvSpPr>
            <p:spPr>
              <a:xfrm>
                <a:off x="4027046" y="1603226"/>
                <a:ext cx="161662" cy="16166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grpSp>
      </p:grpSp>
      <p:grpSp>
        <p:nvGrpSpPr>
          <p:cNvPr id="77" name="Group 76">
            <a:extLst>
              <a:ext uri="{FF2B5EF4-FFF2-40B4-BE49-F238E27FC236}">
                <a16:creationId xmlns:a16="http://schemas.microsoft.com/office/drawing/2014/main" id="{81E0B18F-D15A-5416-0B86-0F76F715D078}"/>
              </a:ext>
            </a:extLst>
          </p:cNvPr>
          <p:cNvGrpSpPr/>
          <p:nvPr/>
        </p:nvGrpSpPr>
        <p:grpSpPr>
          <a:xfrm>
            <a:off x="1854679" y="1392466"/>
            <a:ext cx="5086619" cy="369332"/>
            <a:chOff x="1854679" y="1559699"/>
            <a:chExt cx="5086619" cy="369332"/>
          </a:xfrm>
        </p:grpSpPr>
        <p:grpSp>
          <p:nvGrpSpPr>
            <p:cNvPr id="78" name="Punto 1">
              <a:extLst>
                <a:ext uri="{FF2B5EF4-FFF2-40B4-BE49-F238E27FC236}">
                  <a16:creationId xmlns:a16="http://schemas.microsoft.com/office/drawing/2014/main" id="{4B16FAED-9B0C-AA7C-34BA-66A1F3FC1C48}"/>
                </a:ext>
              </a:extLst>
            </p:cNvPr>
            <p:cNvGrpSpPr/>
            <p:nvPr/>
          </p:nvGrpSpPr>
          <p:grpSpPr>
            <a:xfrm>
              <a:off x="1854679" y="1565021"/>
              <a:ext cx="358688" cy="358688"/>
              <a:chOff x="3928533" y="1504713"/>
              <a:chExt cx="358688" cy="358688"/>
            </a:xfrm>
            <a:solidFill>
              <a:srgbClr val="3C3C3B"/>
            </a:solidFill>
          </p:grpSpPr>
          <p:sp>
            <p:nvSpPr>
              <p:cNvPr id="80" name="Elipse 96">
                <a:extLst>
                  <a:ext uri="{FF2B5EF4-FFF2-40B4-BE49-F238E27FC236}">
                    <a16:creationId xmlns:a16="http://schemas.microsoft.com/office/drawing/2014/main" id="{12468D37-5619-4E92-965D-18FA31C2D131}"/>
                  </a:ext>
                </a:extLst>
              </p:cNvPr>
              <p:cNvSpPr/>
              <p:nvPr/>
            </p:nvSpPr>
            <p:spPr>
              <a:xfrm>
                <a:off x="3928533" y="1504713"/>
                <a:ext cx="358688" cy="35868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sp>
            <p:nvSpPr>
              <p:cNvPr id="81" name="Elipse 97">
                <a:extLst>
                  <a:ext uri="{FF2B5EF4-FFF2-40B4-BE49-F238E27FC236}">
                    <a16:creationId xmlns:a16="http://schemas.microsoft.com/office/drawing/2014/main" id="{6B90A08A-50B8-E2DA-0945-CFF9C0236BF7}"/>
                  </a:ext>
                </a:extLst>
              </p:cNvPr>
              <p:cNvSpPr/>
              <p:nvPr/>
            </p:nvSpPr>
            <p:spPr>
              <a:xfrm>
                <a:off x="4027046" y="1603226"/>
                <a:ext cx="161662" cy="16166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grpSp>
        <p:sp>
          <p:nvSpPr>
            <p:cNvPr id="79" name="CuadroTexto 47">
              <a:extLst>
                <a:ext uri="{FF2B5EF4-FFF2-40B4-BE49-F238E27FC236}">
                  <a16:creationId xmlns:a16="http://schemas.microsoft.com/office/drawing/2014/main" id="{570DD7C6-A121-BFBF-1EEA-36FCB23FCCAB}"/>
                </a:ext>
              </a:extLst>
            </p:cNvPr>
            <p:cNvSpPr txBox="1"/>
            <p:nvPr/>
          </p:nvSpPr>
          <p:spPr>
            <a:xfrm>
              <a:off x="2268993" y="1559699"/>
              <a:ext cx="4672305" cy="369332"/>
            </a:xfrm>
            <a:prstGeom prst="rect">
              <a:avLst/>
            </a:prstGeom>
            <a:noFill/>
          </p:spPr>
          <p:txBody>
            <a:bodyPr wrap="none" rtlCol="0">
              <a:spAutoFit/>
            </a:bodyPr>
            <a:lstStyle>
              <a:defPPr>
                <a:defRPr lang="es-ES"/>
              </a:defPPr>
              <a:lvl1pPr>
                <a:defRPr>
                  <a:solidFill>
                    <a:schemeClr val="tx1">
                      <a:lumMod val="65000"/>
                      <a:lumOff val="35000"/>
                    </a:schemeClr>
                  </a:solidFill>
                </a:defRPr>
              </a:lvl1pPr>
            </a:lstStyle>
            <a:p>
              <a:r>
                <a:rPr lang="en-US" dirty="0" err="1">
                  <a:solidFill>
                    <a:schemeClr val="tx2"/>
                  </a:solidFill>
                  <a:latin typeface="Santander Text" panose="020B0504020201020104" pitchFamily="34" charset="0"/>
                </a:rPr>
                <a:t>Princípios</a:t>
              </a:r>
              <a:r>
                <a:rPr lang="en-US" dirty="0">
                  <a:solidFill>
                    <a:schemeClr val="tx2"/>
                  </a:solidFill>
                  <a:latin typeface="Santander Text" panose="020B0504020201020104" pitchFamily="34" charset="0"/>
                </a:rPr>
                <a:t> </a:t>
              </a:r>
              <a:r>
                <a:rPr lang="en-US" dirty="0" err="1">
                  <a:solidFill>
                    <a:schemeClr val="tx2"/>
                  </a:solidFill>
                  <a:latin typeface="Santander Text" panose="020B0504020201020104" pitchFamily="34" charset="0"/>
                </a:rPr>
                <a:t>Funcionais</a:t>
              </a:r>
              <a:r>
                <a:rPr lang="en-US" dirty="0">
                  <a:solidFill>
                    <a:schemeClr val="tx2"/>
                  </a:solidFill>
                  <a:latin typeface="Santander Text" panose="020B0504020201020104" pitchFamily="34" charset="0"/>
                </a:rPr>
                <a:t> e </a:t>
              </a:r>
              <a:r>
                <a:rPr lang="en-US" dirty="0" err="1">
                  <a:solidFill>
                    <a:schemeClr val="tx2"/>
                  </a:solidFill>
                  <a:latin typeface="Santander Text" panose="020B0504020201020104" pitchFamily="34" charset="0"/>
                </a:rPr>
                <a:t>Indicadores</a:t>
              </a:r>
              <a:r>
                <a:rPr lang="en-US" dirty="0">
                  <a:solidFill>
                    <a:schemeClr val="tx2"/>
                  </a:solidFill>
                  <a:latin typeface="Santander Text" panose="020B0504020201020104" pitchFamily="34" charset="0"/>
                </a:rPr>
                <a:t> de </a:t>
              </a:r>
              <a:r>
                <a:rPr lang="en-US" dirty="0" err="1">
                  <a:solidFill>
                    <a:schemeClr val="tx2"/>
                  </a:solidFill>
                  <a:latin typeface="Santander Text" panose="020B0504020201020104" pitchFamily="34" charset="0"/>
                </a:rPr>
                <a:t>Negócio</a:t>
              </a:r>
              <a:endParaRPr lang="en-US" dirty="0">
                <a:solidFill>
                  <a:schemeClr val="tx2"/>
                </a:solidFill>
                <a:latin typeface="Santander Text" panose="020B0504020201020104" pitchFamily="34" charset="0"/>
              </a:endParaRPr>
            </a:p>
          </p:txBody>
        </p:sp>
      </p:grpSp>
      <p:grpSp>
        <p:nvGrpSpPr>
          <p:cNvPr id="82" name="Group 81">
            <a:extLst>
              <a:ext uri="{FF2B5EF4-FFF2-40B4-BE49-F238E27FC236}">
                <a16:creationId xmlns:a16="http://schemas.microsoft.com/office/drawing/2014/main" id="{E1F75E07-BD37-64AF-73C0-5CEBFC71DD66}"/>
              </a:ext>
            </a:extLst>
          </p:cNvPr>
          <p:cNvGrpSpPr/>
          <p:nvPr/>
        </p:nvGrpSpPr>
        <p:grpSpPr>
          <a:xfrm>
            <a:off x="1854679" y="2313672"/>
            <a:ext cx="2554387" cy="369332"/>
            <a:chOff x="1854679" y="2707045"/>
            <a:chExt cx="2554387" cy="369332"/>
          </a:xfrm>
        </p:grpSpPr>
        <p:sp>
          <p:nvSpPr>
            <p:cNvPr id="83" name="CuadroTexto 57">
              <a:extLst>
                <a:ext uri="{FF2B5EF4-FFF2-40B4-BE49-F238E27FC236}">
                  <a16:creationId xmlns:a16="http://schemas.microsoft.com/office/drawing/2014/main" id="{317FEC36-8DD7-E2BF-89D5-3EE890200812}"/>
                </a:ext>
              </a:extLst>
            </p:cNvPr>
            <p:cNvSpPr txBox="1"/>
            <p:nvPr/>
          </p:nvSpPr>
          <p:spPr>
            <a:xfrm>
              <a:off x="2268993" y="2707045"/>
              <a:ext cx="2140073" cy="369332"/>
            </a:xfrm>
            <a:prstGeom prst="rect">
              <a:avLst/>
            </a:prstGeom>
            <a:noFill/>
          </p:spPr>
          <p:txBody>
            <a:bodyPr wrap="none" rtlCol="0">
              <a:spAutoFit/>
            </a:bodyPr>
            <a:lstStyle/>
            <a:p>
              <a:r>
                <a:rPr lang="en-US" dirty="0" err="1">
                  <a:solidFill>
                    <a:schemeClr val="tx2"/>
                  </a:solidFill>
                  <a:latin typeface="Santander Text" panose="020B0504020201020104" pitchFamily="34" charset="0"/>
                </a:rPr>
                <a:t>Desenho</a:t>
              </a:r>
              <a:r>
                <a:rPr lang="en-US" dirty="0">
                  <a:solidFill>
                    <a:schemeClr val="tx2"/>
                  </a:solidFill>
                  <a:latin typeface="Santander Text" panose="020B0504020201020104" pitchFamily="34" charset="0"/>
                </a:rPr>
                <a:t> de </a:t>
              </a:r>
              <a:r>
                <a:rPr lang="en-US" dirty="0" err="1">
                  <a:solidFill>
                    <a:schemeClr val="tx2"/>
                  </a:solidFill>
                  <a:latin typeface="Santander Text" panose="020B0504020201020104" pitchFamily="34" charset="0"/>
                </a:rPr>
                <a:t>Solução</a:t>
              </a:r>
              <a:endParaRPr lang="en-US" dirty="0">
                <a:solidFill>
                  <a:schemeClr val="tx2"/>
                </a:solidFill>
                <a:latin typeface="Santander Text" panose="020B0504020201020104" pitchFamily="34" charset="0"/>
              </a:endParaRPr>
            </a:p>
          </p:txBody>
        </p:sp>
        <p:grpSp>
          <p:nvGrpSpPr>
            <p:cNvPr id="84" name="Punto 1">
              <a:extLst>
                <a:ext uri="{FF2B5EF4-FFF2-40B4-BE49-F238E27FC236}">
                  <a16:creationId xmlns:a16="http://schemas.microsoft.com/office/drawing/2014/main" id="{CE931A04-4F29-1030-2F92-903C3A4752EF}"/>
                </a:ext>
              </a:extLst>
            </p:cNvPr>
            <p:cNvGrpSpPr/>
            <p:nvPr/>
          </p:nvGrpSpPr>
          <p:grpSpPr>
            <a:xfrm>
              <a:off x="1854679" y="2712367"/>
              <a:ext cx="358688" cy="358688"/>
              <a:chOff x="3928533" y="1504713"/>
              <a:chExt cx="358688" cy="358688"/>
            </a:xfrm>
            <a:solidFill>
              <a:srgbClr val="3C3C3B"/>
            </a:solidFill>
          </p:grpSpPr>
          <p:sp>
            <p:nvSpPr>
              <p:cNvPr id="85" name="Elipse 96">
                <a:extLst>
                  <a:ext uri="{FF2B5EF4-FFF2-40B4-BE49-F238E27FC236}">
                    <a16:creationId xmlns:a16="http://schemas.microsoft.com/office/drawing/2014/main" id="{E3E16E3E-34DA-B330-1644-FB5EA1535ACA}"/>
                  </a:ext>
                </a:extLst>
              </p:cNvPr>
              <p:cNvSpPr/>
              <p:nvPr/>
            </p:nvSpPr>
            <p:spPr>
              <a:xfrm>
                <a:off x="3928533" y="1504713"/>
                <a:ext cx="358688" cy="35868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sp>
            <p:nvSpPr>
              <p:cNvPr id="86" name="Elipse 97">
                <a:extLst>
                  <a:ext uri="{FF2B5EF4-FFF2-40B4-BE49-F238E27FC236}">
                    <a16:creationId xmlns:a16="http://schemas.microsoft.com/office/drawing/2014/main" id="{CFF12115-128C-AF6D-CFE9-0CB2F87D57E4}"/>
                  </a:ext>
                </a:extLst>
              </p:cNvPr>
              <p:cNvSpPr/>
              <p:nvPr/>
            </p:nvSpPr>
            <p:spPr>
              <a:xfrm>
                <a:off x="4027046" y="1603226"/>
                <a:ext cx="161662" cy="16166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grpSp>
      </p:grpSp>
      <p:grpSp>
        <p:nvGrpSpPr>
          <p:cNvPr id="87" name="Group 86">
            <a:extLst>
              <a:ext uri="{FF2B5EF4-FFF2-40B4-BE49-F238E27FC236}">
                <a16:creationId xmlns:a16="http://schemas.microsoft.com/office/drawing/2014/main" id="{576F89BA-1EFA-D5D8-AA4C-1B83726F5226}"/>
              </a:ext>
            </a:extLst>
          </p:cNvPr>
          <p:cNvGrpSpPr/>
          <p:nvPr/>
        </p:nvGrpSpPr>
        <p:grpSpPr>
          <a:xfrm>
            <a:off x="1843483" y="471260"/>
            <a:ext cx="4248608" cy="369332"/>
            <a:chOff x="1843483" y="471260"/>
            <a:chExt cx="4248608" cy="369332"/>
          </a:xfrm>
        </p:grpSpPr>
        <p:grpSp>
          <p:nvGrpSpPr>
            <p:cNvPr id="88" name="Group 87">
              <a:extLst>
                <a:ext uri="{FF2B5EF4-FFF2-40B4-BE49-F238E27FC236}">
                  <a16:creationId xmlns:a16="http://schemas.microsoft.com/office/drawing/2014/main" id="{F987D9A7-A83D-BECE-C83A-96864FBC1172}"/>
                </a:ext>
              </a:extLst>
            </p:cNvPr>
            <p:cNvGrpSpPr/>
            <p:nvPr/>
          </p:nvGrpSpPr>
          <p:grpSpPr>
            <a:xfrm>
              <a:off x="1843483" y="471260"/>
              <a:ext cx="4248608" cy="369332"/>
              <a:chOff x="1843483" y="471260"/>
              <a:chExt cx="4248608" cy="369332"/>
            </a:xfrm>
          </p:grpSpPr>
          <p:sp>
            <p:nvSpPr>
              <p:cNvPr id="90" name="CuadroTexto 47">
                <a:extLst>
                  <a:ext uri="{FF2B5EF4-FFF2-40B4-BE49-F238E27FC236}">
                    <a16:creationId xmlns:a16="http://schemas.microsoft.com/office/drawing/2014/main" id="{6B46704E-EA60-0423-9E2D-138247F7E2AF}"/>
                  </a:ext>
                </a:extLst>
              </p:cNvPr>
              <p:cNvSpPr txBox="1"/>
              <p:nvPr/>
            </p:nvSpPr>
            <p:spPr>
              <a:xfrm>
                <a:off x="2268993" y="471260"/>
                <a:ext cx="3823098" cy="369332"/>
              </a:xfrm>
              <a:prstGeom prst="rect">
                <a:avLst/>
              </a:prstGeom>
              <a:noFill/>
            </p:spPr>
            <p:txBody>
              <a:bodyPr wrap="none" rtlCol="0">
                <a:spAutoFit/>
              </a:bodyPr>
              <a:lstStyle>
                <a:defPPr>
                  <a:defRPr lang="es-ES"/>
                </a:defPPr>
                <a:lvl1pPr>
                  <a:defRPr>
                    <a:solidFill>
                      <a:schemeClr val="tx1">
                        <a:lumMod val="65000"/>
                        <a:lumOff val="35000"/>
                      </a:schemeClr>
                    </a:solidFill>
                  </a:defRPr>
                </a:lvl1pPr>
              </a:lstStyle>
              <a:p>
                <a:r>
                  <a:rPr lang="en-US" dirty="0" err="1">
                    <a:solidFill>
                      <a:schemeClr val="tx2"/>
                    </a:solidFill>
                    <a:latin typeface="Santander Text" panose="020B0504020201020104" pitchFamily="34" charset="0"/>
                  </a:rPr>
                  <a:t>Enquadramento</a:t>
                </a:r>
                <a:r>
                  <a:rPr lang="en-US" dirty="0">
                    <a:solidFill>
                      <a:schemeClr val="tx2"/>
                    </a:solidFill>
                    <a:latin typeface="Santander Text" panose="020B0504020201020104" pitchFamily="34" charset="0"/>
                  </a:rPr>
                  <a:t>, </a:t>
                </a:r>
                <a:r>
                  <a:rPr lang="en-US" dirty="0" err="1">
                    <a:solidFill>
                      <a:schemeClr val="tx2"/>
                    </a:solidFill>
                    <a:latin typeface="Santander Text" panose="020B0504020201020104" pitchFamily="34" charset="0"/>
                  </a:rPr>
                  <a:t>Objectivos</a:t>
                </a:r>
                <a:r>
                  <a:rPr lang="en-US" dirty="0">
                    <a:solidFill>
                      <a:schemeClr val="tx2"/>
                    </a:solidFill>
                    <a:latin typeface="Santander Text" panose="020B0504020201020104" pitchFamily="34" charset="0"/>
                  </a:rPr>
                  <a:t> e </a:t>
                </a:r>
                <a:r>
                  <a:rPr lang="en-US" dirty="0" err="1">
                    <a:solidFill>
                      <a:schemeClr val="tx2"/>
                    </a:solidFill>
                    <a:latin typeface="Santander Text" panose="020B0504020201020104" pitchFamily="34" charset="0"/>
                  </a:rPr>
                  <a:t>Alcance</a:t>
                </a:r>
                <a:endParaRPr lang="en-US" dirty="0">
                  <a:solidFill>
                    <a:schemeClr val="tx2"/>
                  </a:solidFill>
                  <a:latin typeface="Santander Text" panose="020B0504020201020104" pitchFamily="34" charset="0"/>
                </a:endParaRPr>
              </a:p>
            </p:txBody>
          </p:sp>
          <p:sp>
            <p:nvSpPr>
              <p:cNvPr id="91" name="Elipse 93">
                <a:extLst>
                  <a:ext uri="{FF2B5EF4-FFF2-40B4-BE49-F238E27FC236}">
                    <a16:creationId xmlns:a16="http://schemas.microsoft.com/office/drawing/2014/main" id="{3F4898C7-84B3-D2B7-CE3B-0B44488AD138}"/>
                  </a:ext>
                </a:extLst>
              </p:cNvPr>
              <p:cNvSpPr/>
              <p:nvPr/>
            </p:nvSpPr>
            <p:spPr>
              <a:xfrm>
                <a:off x="1843483" y="471260"/>
                <a:ext cx="358688" cy="358688"/>
              </a:xfrm>
              <a:prstGeom prst="ellipse">
                <a:avLst/>
              </a:prstGeom>
              <a:solidFill>
                <a:srgbClr val="3C3C3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grpSp>
        <p:sp>
          <p:nvSpPr>
            <p:cNvPr id="89" name="Elipse 97">
              <a:extLst>
                <a:ext uri="{FF2B5EF4-FFF2-40B4-BE49-F238E27FC236}">
                  <a16:creationId xmlns:a16="http://schemas.microsoft.com/office/drawing/2014/main" id="{0C1B00AA-7691-E9AF-B39A-D3280AC1AA96}"/>
                </a:ext>
              </a:extLst>
            </p:cNvPr>
            <p:cNvSpPr/>
            <p:nvPr/>
          </p:nvSpPr>
          <p:spPr>
            <a:xfrm>
              <a:off x="1941996" y="569773"/>
              <a:ext cx="161662" cy="16166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Santander Text" panose="020B0504020201020104" pitchFamily="34" charset="0"/>
              </a:endParaRPr>
            </a:p>
          </p:txBody>
        </p:sp>
      </p:grpSp>
      <p:grpSp>
        <p:nvGrpSpPr>
          <p:cNvPr id="92" name="Group 91">
            <a:extLst>
              <a:ext uri="{FF2B5EF4-FFF2-40B4-BE49-F238E27FC236}">
                <a16:creationId xmlns:a16="http://schemas.microsoft.com/office/drawing/2014/main" id="{0CE0F32E-416E-2E26-67A6-2600C4305013}"/>
              </a:ext>
            </a:extLst>
          </p:cNvPr>
          <p:cNvGrpSpPr/>
          <p:nvPr/>
        </p:nvGrpSpPr>
        <p:grpSpPr>
          <a:xfrm>
            <a:off x="1854679" y="3695481"/>
            <a:ext cx="2807213" cy="369332"/>
            <a:chOff x="1854679" y="3814462"/>
            <a:chExt cx="2807213" cy="369332"/>
          </a:xfrm>
        </p:grpSpPr>
        <p:sp>
          <p:nvSpPr>
            <p:cNvPr id="93" name="CuadroTexto 55">
              <a:extLst>
                <a:ext uri="{FF2B5EF4-FFF2-40B4-BE49-F238E27FC236}">
                  <a16:creationId xmlns:a16="http://schemas.microsoft.com/office/drawing/2014/main" id="{94DD91E9-5E29-2F3C-3B87-F0382392C9CB}"/>
                </a:ext>
              </a:extLst>
            </p:cNvPr>
            <p:cNvSpPr txBox="1"/>
            <p:nvPr/>
          </p:nvSpPr>
          <p:spPr>
            <a:xfrm>
              <a:off x="2268993" y="3814462"/>
              <a:ext cx="2392899" cy="369332"/>
            </a:xfrm>
            <a:prstGeom prst="rect">
              <a:avLst/>
            </a:prstGeom>
            <a:noFill/>
          </p:spPr>
          <p:txBody>
            <a:bodyPr wrap="none" rtlCol="0">
              <a:spAutoFit/>
            </a:bodyPr>
            <a:lstStyle/>
            <a:p>
              <a:r>
                <a:rPr lang="pt-PT" dirty="0">
                  <a:solidFill>
                    <a:schemeClr val="tx2"/>
                  </a:solidFill>
                  <a:latin typeface="Santander Text" panose="020B0504020201020104" pitchFamily="34" charset="0"/>
                </a:rPr>
                <a:t>Desenho de Segurança</a:t>
              </a:r>
            </a:p>
          </p:txBody>
        </p:sp>
        <p:grpSp>
          <p:nvGrpSpPr>
            <p:cNvPr id="94" name="Punto 1">
              <a:extLst>
                <a:ext uri="{FF2B5EF4-FFF2-40B4-BE49-F238E27FC236}">
                  <a16:creationId xmlns:a16="http://schemas.microsoft.com/office/drawing/2014/main" id="{318309AD-67C7-FB01-9D74-E6D153808C8E}"/>
                </a:ext>
              </a:extLst>
            </p:cNvPr>
            <p:cNvGrpSpPr/>
            <p:nvPr/>
          </p:nvGrpSpPr>
          <p:grpSpPr>
            <a:xfrm>
              <a:off x="1854679" y="3819784"/>
              <a:ext cx="358688" cy="358688"/>
              <a:chOff x="3928533" y="1504713"/>
              <a:chExt cx="358688" cy="358688"/>
            </a:xfrm>
            <a:solidFill>
              <a:srgbClr val="3C3C3B"/>
            </a:solidFill>
          </p:grpSpPr>
          <p:sp>
            <p:nvSpPr>
              <p:cNvPr id="95" name="Elipse 102">
                <a:extLst>
                  <a:ext uri="{FF2B5EF4-FFF2-40B4-BE49-F238E27FC236}">
                    <a16:creationId xmlns:a16="http://schemas.microsoft.com/office/drawing/2014/main" id="{BB7218BF-1E76-0CE6-23BE-24670BA6C959}"/>
                  </a:ext>
                </a:extLst>
              </p:cNvPr>
              <p:cNvSpPr/>
              <p:nvPr/>
            </p:nvSpPr>
            <p:spPr>
              <a:xfrm>
                <a:off x="3928533" y="1504713"/>
                <a:ext cx="358688" cy="35868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sp>
            <p:nvSpPr>
              <p:cNvPr id="108" name="Elipse 103">
                <a:extLst>
                  <a:ext uri="{FF2B5EF4-FFF2-40B4-BE49-F238E27FC236}">
                    <a16:creationId xmlns:a16="http://schemas.microsoft.com/office/drawing/2014/main" id="{B59C22E3-AD1A-C263-3754-E5A3F19026E8}"/>
                  </a:ext>
                </a:extLst>
              </p:cNvPr>
              <p:cNvSpPr/>
              <p:nvPr/>
            </p:nvSpPr>
            <p:spPr>
              <a:xfrm>
                <a:off x="4027046" y="1603226"/>
                <a:ext cx="161662" cy="16166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grpSp>
      </p:grpSp>
      <p:grpSp>
        <p:nvGrpSpPr>
          <p:cNvPr id="109" name="Group 108">
            <a:extLst>
              <a:ext uri="{FF2B5EF4-FFF2-40B4-BE49-F238E27FC236}">
                <a16:creationId xmlns:a16="http://schemas.microsoft.com/office/drawing/2014/main" id="{E9FBD8D2-7628-31C2-3E1A-0199C8F020A7}"/>
              </a:ext>
            </a:extLst>
          </p:cNvPr>
          <p:cNvGrpSpPr/>
          <p:nvPr/>
        </p:nvGrpSpPr>
        <p:grpSpPr>
          <a:xfrm>
            <a:off x="1854679" y="4616687"/>
            <a:ext cx="4314421" cy="369332"/>
            <a:chOff x="1854679" y="4351720"/>
            <a:chExt cx="4314421" cy="369332"/>
          </a:xfrm>
        </p:grpSpPr>
        <p:sp>
          <p:nvSpPr>
            <p:cNvPr id="110" name="CuadroTexto 51">
              <a:extLst>
                <a:ext uri="{FF2B5EF4-FFF2-40B4-BE49-F238E27FC236}">
                  <a16:creationId xmlns:a16="http://schemas.microsoft.com/office/drawing/2014/main" id="{A9C4E728-F290-BE5B-0D6E-35A2117E097C}"/>
                </a:ext>
              </a:extLst>
            </p:cNvPr>
            <p:cNvSpPr txBox="1"/>
            <p:nvPr/>
          </p:nvSpPr>
          <p:spPr>
            <a:xfrm>
              <a:off x="2268993" y="4351720"/>
              <a:ext cx="3900107" cy="369332"/>
            </a:xfrm>
            <a:prstGeom prst="rect">
              <a:avLst/>
            </a:prstGeom>
            <a:noFill/>
          </p:spPr>
          <p:txBody>
            <a:bodyPr wrap="none" rtlCol="0">
              <a:spAutoFit/>
            </a:bodyPr>
            <a:lstStyle/>
            <a:p>
              <a:r>
                <a:rPr lang="en-US" dirty="0" err="1">
                  <a:solidFill>
                    <a:schemeClr val="tx2"/>
                  </a:solidFill>
                  <a:latin typeface="Santander Text" panose="020B0504020201020104" pitchFamily="34" charset="0"/>
                </a:rPr>
                <a:t>Observabilidade</a:t>
              </a:r>
              <a:r>
                <a:rPr lang="en-US" dirty="0">
                  <a:solidFill>
                    <a:schemeClr val="tx2"/>
                  </a:solidFill>
                  <a:latin typeface="Santander Text" panose="020B0504020201020104" pitchFamily="34" charset="0"/>
                </a:rPr>
                <a:t> e </a:t>
              </a:r>
              <a:r>
                <a:rPr lang="en-US" dirty="0" err="1">
                  <a:solidFill>
                    <a:schemeClr val="tx2"/>
                  </a:solidFill>
                  <a:latin typeface="Santander Text" panose="020B0504020201020104" pitchFamily="34" charset="0"/>
                </a:rPr>
                <a:t>Automação</a:t>
              </a:r>
              <a:r>
                <a:rPr lang="en-US" dirty="0">
                  <a:solidFill>
                    <a:schemeClr val="tx2"/>
                  </a:solidFill>
                  <a:latin typeface="Santander Text" panose="020B0504020201020104" pitchFamily="34" charset="0"/>
                </a:rPr>
                <a:t> de SW </a:t>
              </a:r>
            </a:p>
          </p:txBody>
        </p:sp>
        <p:grpSp>
          <p:nvGrpSpPr>
            <p:cNvPr id="114" name="Punto 1">
              <a:extLst>
                <a:ext uri="{FF2B5EF4-FFF2-40B4-BE49-F238E27FC236}">
                  <a16:creationId xmlns:a16="http://schemas.microsoft.com/office/drawing/2014/main" id="{2ACD2F24-C269-6FF4-9596-1E1D88E12447}"/>
                </a:ext>
              </a:extLst>
            </p:cNvPr>
            <p:cNvGrpSpPr/>
            <p:nvPr/>
          </p:nvGrpSpPr>
          <p:grpSpPr>
            <a:xfrm>
              <a:off x="1854679" y="4357042"/>
              <a:ext cx="358688" cy="358688"/>
              <a:chOff x="3928533" y="1504713"/>
              <a:chExt cx="358688" cy="358688"/>
            </a:xfrm>
            <a:solidFill>
              <a:srgbClr val="3C3C3B"/>
            </a:solidFill>
          </p:grpSpPr>
          <p:sp>
            <p:nvSpPr>
              <p:cNvPr id="115" name="Elipse 105">
                <a:extLst>
                  <a:ext uri="{FF2B5EF4-FFF2-40B4-BE49-F238E27FC236}">
                    <a16:creationId xmlns:a16="http://schemas.microsoft.com/office/drawing/2014/main" id="{67A406F6-BE52-E23E-2E37-18690ECD0532}"/>
                  </a:ext>
                </a:extLst>
              </p:cNvPr>
              <p:cNvSpPr/>
              <p:nvPr/>
            </p:nvSpPr>
            <p:spPr>
              <a:xfrm>
                <a:off x="3928533" y="1504713"/>
                <a:ext cx="358688" cy="35868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sp>
            <p:nvSpPr>
              <p:cNvPr id="116" name="Elipse 106">
                <a:extLst>
                  <a:ext uri="{FF2B5EF4-FFF2-40B4-BE49-F238E27FC236}">
                    <a16:creationId xmlns:a16="http://schemas.microsoft.com/office/drawing/2014/main" id="{F76FF749-01CD-FB62-9A7D-538386B5A9DE}"/>
                  </a:ext>
                </a:extLst>
              </p:cNvPr>
              <p:cNvSpPr/>
              <p:nvPr/>
            </p:nvSpPr>
            <p:spPr>
              <a:xfrm>
                <a:off x="4027046" y="1603226"/>
                <a:ext cx="161662" cy="16166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grpSp>
      </p:grpSp>
    </p:spTree>
    <p:extLst>
      <p:ext uri="{BB962C8B-B14F-4D97-AF65-F5344CB8AC3E}">
        <p14:creationId xmlns:p14="http://schemas.microsoft.com/office/powerpoint/2010/main" val="3154382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3">
            <a:extLst>
              <a:ext uri="{FF2B5EF4-FFF2-40B4-BE49-F238E27FC236}">
                <a16:creationId xmlns:a16="http://schemas.microsoft.com/office/drawing/2014/main" id="{FA76303A-BB17-E7C9-392B-DFADE5F26243}"/>
              </a:ext>
            </a:extLst>
          </p:cNvPr>
          <p:cNvSpPr>
            <a:spLocks noGrp="1"/>
          </p:cNvSpPr>
          <p:nvPr>
            <p:ph type="sldNum" sz="quarter" idx="12"/>
          </p:nvPr>
        </p:nvSpPr>
        <p:spPr>
          <a:xfrm>
            <a:off x="8730845" y="6209600"/>
            <a:ext cx="2743200" cy="365125"/>
          </a:xfrm>
        </p:spPr>
        <p:txBody>
          <a:bodyPr/>
          <a:lstStyle/>
          <a:p>
            <a:fld id="{BC0D97B6-E32F-4D7D-B839-7C3B51F2640F}" type="slidenum">
              <a:rPr lang="pt-PT" smtClean="0"/>
              <a:pPr/>
              <a:t>29</a:t>
            </a:fld>
            <a:endParaRPr lang="pt-PT" dirty="0"/>
          </a:p>
        </p:txBody>
      </p:sp>
      <p:sp>
        <p:nvSpPr>
          <p:cNvPr id="2" name="Rectangle 5">
            <a:extLst>
              <a:ext uri="{FF2B5EF4-FFF2-40B4-BE49-F238E27FC236}">
                <a16:creationId xmlns:a16="http://schemas.microsoft.com/office/drawing/2014/main" id="{DB9506DF-592C-1322-840B-A4D3458835DB}"/>
              </a:ext>
            </a:extLst>
          </p:cNvPr>
          <p:cNvSpPr txBox="1">
            <a:spLocks noChangeArrowheads="1"/>
          </p:cNvSpPr>
          <p:nvPr/>
        </p:nvSpPr>
        <p:spPr bwMode="auto">
          <a:xfrm>
            <a:off x="711200" y="1117601"/>
            <a:ext cx="10758488" cy="2082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numCol="1" spcCol="720000" rtlCol="0">
            <a:noAutofit/>
          </a:bodyPr>
          <a:lstStyle>
            <a:lvl1pPr marL="342900" indent="-342900" algn="l" defTabSz="698500" rtl="0" eaLnBrk="1" latinLnBrk="0" hangingPunct="1">
              <a:lnSpc>
                <a:spcPct val="90000"/>
              </a:lnSpc>
              <a:spcBef>
                <a:spcPct val="20000"/>
              </a:spcBef>
              <a:spcAft>
                <a:spcPts val="2200"/>
              </a:spcAft>
              <a:buClr>
                <a:srgbClr val="FF0000"/>
              </a:buClr>
              <a:buFont typeface="Wingdings" panose="05000000000000000000" pitchFamily="2" charset="2"/>
              <a:buChar char="w"/>
              <a:defRPr lang="es-ES" sz="2400" b="1" kern="1200">
                <a:solidFill>
                  <a:srgbClr val="FF0000"/>
                </a:solidFill>
                <a:latin typeface="Arial" panose="020B0604020202020204" pitchFamily="34" charset="0"/>
                <a:ea typeface="+mn-ea"/>
                <a:cs typeface="+mn-cs"/>
              </a:defRPr>
            </a:lvl1pPr>
            <a:lvl2pPr marL="179388" indent="0" algn="l" defTabSz="698500" rtl="0" eaLnBrk="1" latinLnBrk="0" hangingPunct="1">
              <a:lnSpc>
                <a:spcPct val="90000"/>
              </a:lnSpc>
              <a:spcBef>
                <a:spcPct val="20000"/>
              </a:spcBef>
              <a:buClr>
                <a:schemeClr val="bg2"/>
              </a:buClr>
              <a:buFont typeface="Wingdings" panose="05000000000000000000" pitchFamily="2" charset="2"/>
              <a:buChar char="§"/>
              <a:defRPr lang="es-ES" sz="2600" kern="1200">
                <a:solidFill>
                  <a:srgbClr val="808080"/>
                </a:solidFill>
                <a:latin typeface="Arial" panose="020B0604020202020204" pitchFamily="34" charset="0"/>
                <a:ea typeface="+mn-ea"/>
                <a:cs typeface="+mn-cs"/>
              </a:defRPr>
            </a:lvl2pPr>
            <a:lvl3pPr marL="979488" indent="-342900" algn="l" defTabSz="698500" rtl="0" eaLnBrk="1" latinLnBrk="0" hangingPunct="1">
              <a:lnSpc>
                <a:spcPct val="90000"/>
              </a:lnSpc>
              <a:spcBef>
                <a:spcPct val="20000"/>
              </a:spcBef>
              <a:buClr>
                <a:schemeClr val="tx1"/>
              </a:buClr>
              <a:buFont typeface="Arial" panose="020B0604020202020204" pitchFamily="34" charset="0"/>
              <a:buChar char="–"/>
              <a:defRPr lang="es-ES" sz="2000" kern="1200">
                <a:solidFill>
                  <a:schemeClr val="bg2"/>
                </a:solidFill>
                <a:latin typeface="Arial" panose="020B0604020202020204" pitchFamily="34" charset="0"/>
                <a:ea typeface="+mn-ea"/>
                <a:cs typeface="+mn-cs"/>
              </a:defRPr>
            </a:lvl3pPr>
            <a:lvl4pPr marL="1600200" indent="-228600" algn="l" defTabSz="698500" rtl="0" eaLnBrk="1" latinLnBrk="0" hangingPunct="1">
              <a:lnSpc>
                <a:spcPct val="90000"/>
              </a:lnSpc>
              <a:spcBef>
                <a:spcPct val="20000"/>
              </a:spcBef>
              <a:buClr>
                <a:schemeClr val="tx1"/>
              </a:buClr>
              <a:buFont typeface="Arial" panose="020B0604020202020204" pitchFamily="34" charset="0"/>
              <a:buChar char="–"/>
              <a:defRPr lang="es-ES" sz="2000" kern="1200">
                <a:solidFill>
                  <a:schemeClr val="bg2"/>
                </a:solidFill>
                <a:latin typeface="Arial" panose="020B0604020202020204" pitchFamily="34" charset="0"/>
                <a:ea typeface="+mn-ea"/>
                <a:cs typeface="+mn-cs"/>
              </a:defRPr>
            </a:lvl4pPr>
            <a:lvl5pPr marL="2057400" indent="-228600" algn="l" defTabSz="698500" rtl="0" eaLnBrk="1" latinLnBrk="0" hangingPunct="1">
              <a:lnSpc>
                <a:spcPct val="90000"/>
              </a:lnSpc>
              <a:spcBef>
                <a:spcPct val="20000"/>
              </a:spcBef>
              <a:buClr>
                <a:schemeClr val="tx1"/>
              </a:buClr>
              <a:buFont typeface="Arial" panose="020B0604020202020204" pitchFamily="34" charset="0"/>
              <a:buChar char="–"/>
              <a:defRPr lang="es-ES" sz="2000" kern="1200">
                <a:solidFill>
                  <a:schemeClr val="bg2"/>
                </a:solidFill>
                <a:latin typeface="Arial" panose="020B0604020202020204" pitchFamily="34" charset="0"/>
                <a:ea typeface="+mn-ea"/>
                <a:cs typeface="+mn-cs"/>
              </a:defRPr>
            </a:lvl5pPr>
            <a:lvl6pPr marL="2514600" indent="-228600" algn="l" defTabSz="698500" rtl="0" eaLnBrk="0" fontAlgn="base" latinLnBrk="0" hangingPunct="0">
              <a:lnSpc>
                <a:spcPct val="90000"/>
              </a:lnSpc>
              <a:spcBef>
                <a:spcPct val="20000"/>
              </a:spcBef>
              <a:spcAft>
                <a:spcPct val="0"/>
              </a:spcAft>
              <a:buClr>
                <a:schemeClr val="tx1"/>
              </a:buClr>
              <a:buFont typeface="Arial" panose="020B0604020202020204" pitchFamily="34" charset="0"/>
              <a:buChar char="–"/>
              <a:defRPr sz="2000" kern="1200">
                <a:solidFill>
                  <a:schemeClr val="bg2"/>
                </a:solidFill>
                <a:latin typeface="Arial" panose="020B0604020202020204" pitchFamily="34" charset="0"/>
                <a:ea typeface="+mn-ea"/>
                <a:cs typeface="+mn-cs"/>
              </a:defRPr>
            </a:lvl6pPr>
            <a:lvl7pPr marL="2971800" indent="-228600" algn="l" defTabSz="698500" rtl="0" eaLnBrk="0" fontAlgn="base" latinLnBrk="0" hangingPunct="0">
              <a:lnSpc>
                <a:spcPct val="90000"/>
              </a:lnSpc>
              <a:spcBef>
                <a:spcPct val="20000"/>
              </a:spcBef>
              <a:spcAft>
                <a:spcPct val="0"/>
              </a:spcAft>
              <a:buClr>
                <a:schemeClr val="tx1"/>
              </a:buClr>
              <a:buFont typeface="Arial" panose="020B0604020202020204" pitchFamily="34" charset="0"/>
              <a:buChar char="–"/>
              <a:defRPr sz="2000" kern="1200">
                <a:solidFill>
                  <a:schemeClr val="bg2"/>
                </a:solidFill>
                <a:latin typeface="Arial" panose="020B0604020202020204" pitchFamily="34" charset="0"/>
                <a:ea typeface="+mn-ea"/>
                <a:cs typeface="+mn-cs"/>
              </a:defRPr>
            </a:lvl7pPr>
            <a:lvl8pPr marL="3429000" indent="-228600" algn="l" defTabSz="698500" rtl="0" eaLnBrk="0" fontAlgn="base" latinLnBrk="0" hangingPunct="0">
              <a:lnSpc>
                <a:spcPct val="90000"/>
              </a:lnSpc>
              <a:spcBef>
                <a:spcPct val="20000"/>
              </a:spcBef>
              <a:spcAft>
                <a:spcPct val="0"/>
              </a:spcAft>
              <a:buClr>
                <a:schemeClr val="tx1"/>
              </a:buClr>
              <a:buFont typeface="Arial" panose="020B0604020202020204" pitchFamily="34" charset="0"/>
              <a:buChar char="–"/>
              <a:defRPr sz="2000" kern="1200">
                <a:solidFill>
                  <a:schemeClr val="bg2"/>
                </a:solidFill>
                <a:latin typeface="Arial" panose="020B0604020202020204" pitchFamily="34" charset="0"/>
                <a:ea typeface="+mn-ea"/>
                <a:cs typeface="+mn-cs"/>
              </a:defRPr>
            </a:lvl8pPr>
            <a:lvl9pPr marL="3886200" indent="-228600" algn="l" defTabSz="698500" rtl="0" eaLnBrk="0" fontAlgn="base" latinLnBrk="0" hangingPunct="0">
              <a:lnSpc>
                <a:spcPct val="90000"/>
              </a:lnSpc>
              <a:spcBef>
                <a:spcPct val="20000"/>
              </a:spcBef>
              <a:spcAft>
                <a:spcPct val="0"/>
              </a:spcAft>
              <a:buClr>
                <a:schemeClr val="tx1"/>
              </a:buClr>
              <a:buFont typeface="Arial" panose="020B0604020202020204" pitchFamily="34" charset="0"/>
              <a:buChar char="–"/>
              <a:defRPr sz="2000" kern="1200">
                <a:solidFill>
                  <a:schemeClr val="bg2"/>
                </a:solidFill>
                <a:latin typeface="Arial" panose="020B0604020202020204" pitchFamily="34" charset="0"/>
                <a:ea typeface="+mn-ea"/>
                <a:cs typeface="+mn-cs"/>
              </a:defRPr>
            </a:lvl9pPr>
          </a:lstStyle>
          <a:p>
            <a:pPr marL="0" lvl="1">
              <a:spcBef>
                <a:spcPts val="400"/>
              </a:spcBef>
              <a:buClr>
                <a:srgbClr val="FF0000"/>
              </a:buClr>
              <a:buFont typeface="Wingdings" panose="05000000000000000000" pitchFamily="2" charset="2"/>
              <a:buNone/>
            </a:pPr>
            <a:r>
              <a:rPr lang="pt-PT" sz="1500">
                <a:solidFill>
                  <a:schemeClr val="tx1"/>
                </a:solidFill>
                <a:latin typeface="Santander Text" panose="020B0504020201020104" pitchFamily="34" charset="0"/>
              </a:rPr>
              <a:t>Texto texto.</a:t>
            </a:r>
          </a:p>
          <a:p>
            <a:pPr marL="0" lvl="1">
              <a:spcBef>
                <a:spcPts val="400"/>
              </a:spcBef>
              <a:buClr>
                <a:srgbClr val="FF0000"/>
              </a:buClr>
              <a:buFont typeface="Wingdings" panose="05000000000000000000" pitchFamily="2" charset="2"/>
              <a:buNone/>
            </a:pPr>
            <a:r>
              <a:rPr lang="pt-PT" sz="1500">
                <a:solidFill>
                  <a:schemeClr val="tx1"/>
                </a:solidFill>
                <a:latin typeface="Santander Text" panose="020B0504020201020104" pitchFamily="34" charset="0"/>
              </a:rPr>
              <a:t>Texto texto:</a:t>
            </a:r>
          </a:p>
          <a:p>
            <a:pPr marL="714375" lvl="1" indent="-174625">
              <a:spcBef>
                <a:spcPts val="400"/>
              </a:spcBef>
              <a:buClr>
                <a:srgbClr val="FF0000"/>
              </a:buClr>
            </a:pPr>
            <a:r>
              <a:rPr lang="pt-PT" sz="1400">
                <a:solidFill>
                  <a:schemeClr val="tx1"/>
                </a:solidFill>
                <a:latin typeface="Santander Text" panose="020B0504020201020104" pitchFamily="34" charset="0"/>
              </a:rPr>
              <a:t>Texto </a:t>
            </a:r>
          </a:p>
          <a:p>
            <a:pPr marL="714375" lvl="1" indent="-174625">
              <a:spcBef>
                <a:spcPts val="400"/>
              </a:spcBef>
              <a:buClr>
                <a:srgbClr val="FF0000"/>
              </a:buClr>
            </a:pPr>
            <a:r>
              <a:rPr lang="pt-PT" sz="1400">
                <a:solidFill>
                  <a:schemeClr val="tx1"/>
                </a:solidFill>
                <a:latin typeface="Santander Text" panose="020B0504020201020104" pitchFamily="34" charset="0"/>
              </a:rPr>
              <a:t>texto</a:t>
            </a:r>
            <a:endParaRPr lang="pt-PT" sz="1400" dirty="0">
              <a:solidFill>
                <a:schemeClr val="tx1"/>
              </a:solidFill>
              <a:latin typeface="Santander Text" panose="020B0504020201020104" pitchFamily="34" charset="0"/>
            </a:endParaRPr>
          </a:p>
        </p:txBody>
      </p:sp>
      <p:sp>
        <p:nvSpPr>
          <p:cNvPr id="6" name="Marcador de texto 5">
            <a:extLst>
              <a:ext uri="{FF2B5EF4-FFF2-40B4-BE49-F238E27FC236}">
                <a16:creationId xmlns:a16="http://schemas.microsoft.com/office/drawing/2014/main" id="{591DC373-477C-183D-6CA2-A9368DBBBE7C}"/>
              </a:ext>
            </a:extLst>
          </p:cNvPr>
          <p:cNvSpPr>
            <a:spLocks noGrp="1"/>
          </p:cNvSpPr>
          <p:nvPr>
            <p:ph type="body" sz="quarter" idx="14"/>
          </p:nvPr>
        </p:nvSpPr>
        <p:spPr>
          <a:xfrm>
            <a:off x="106420" y="114373"/>
            <a:ext cx="11547776" cy="538770"/>
          </a:xfrm>
        </p:spPr>
        <p:txBody>
          <a:bodyPr/>
          <a:lstStyle/>
          <a:p>
            <a:r>
              <a:rPr lang="pt-PT" sz="2400" dirty="0"/>
              <a:t>Desenho de Segurança</a:t>
            </a:r>
            <a:br>
              <a:rPr lang="pt-PT" sz="2400" dirty="0"/>
            </a:br>
            <a:r>
              <a:rPr lang="pt-PT" sz="1800" dirty="0">
                <a:solidFill>
                  <a:schemeClr val="tx1">
                    <a:lumMod val="75000"/>
                    <a:lumOff val="25000"/>
                  </a:schemeClr>
                </a:solidFill>
              </a:rPr>
              <a:t>Requisitos de Segurança Específicos</a:t>
            </a:r>
          </a:p>
        </p:txBody>
      </p:sp>
      <p:graphicFrame>
        <p:nvGraphicFramePr>
          <p:cNvPr id="3" name="Table 2">
            <a:extLst>
              <a:ext uri="{FF2B5EF4-FFF2-40B4-BE49-F238E27FC236}">
                <a16:creationId xmlns:a16="http://schemas.microsoft.com/office/drawing/2014/main" id="{5AF7CCA2-C49C-DC13-9A37-7624F509CBE0}"/>
              </a:ext>
            </a:extLst>
          </p:cNvPr>
          <p:cNvGraphicFramePr>
            <a:graphicFrameLocks noGrp="1"/>
          </p:cNvGraphicFramePr>
          <p:nvPr>
            <p:extLst>
              <p:ext uri="{D42A27DB-BD31-4B8C-83A1-F6EECF244321}">
                <p14:modId xmlns:p14="http://schemas.microsoft.com/office/powerpoint/2010/main" val="3438496243"/>
              </p:ext>
            </p:extLst>
          </p:nvPr>
        </p:nvGraphicFramePr>
        <p:xfrm>
          <a:off x="798352" y="2878755"/>
          <a:ext cx="10671336" cy="1493520"/>
        </p:xfrm>
        <a:graphic>
          <a:graphicData uri="http://schemas.openxmlformats.org/drawingml/2006/table">
            <a:tbl>
              <a:tblPr firstRow="1" bandRow="1">
                <a:tableStyleId>{073A0DAA-6AF3-43AB-8588-CEC1D06C72B9}</a:tableStyleId>
              </a:tblPr>
              <a:tblGrid>
                <a:gridCol w="575754">
                  <a:extLst>
                    <a:ext uri="{9D8B030D-6E8A-4147-A177-3AD203B41FA5}">
                      <a16:colId xmlns:a16="http://schemas.microsoft.com/office/drawing/2014/main" val="3447390601"/>
                    </a:ext>
                  </a:extLst>
                </a:gridCol>
                <a:gridCol w="10095582">
                  <a:extLst>
                    <a:ext uri="{9D8B030D-6E8A-4147-A177-3AD203B41FA5}">
                      <a16:colId xmlns:a16="http://schemas.microsoft.com/office/drawing/2014/main" val="4240525645"/>
                    </a:ext>
                  </a:extLst>
                </a:gridCol>
              </a:tblGrid>
              <a:tr h="261357">
                <a:tc>
                  <a:txBody>
                    <a:bodyPr/>
                    <a:lstStyle/>
                    <a:p>
                      <a:pPr algn="ctr"/>
                      <a:r>
                        <a:rPr lang="pt-PT" sz="1200" dirty="0"/>
                        <a:t># ID</a:t>
                      </a:r>
                    </a:p>
                  </a:txBody>
                  <a:tcPr/>
                </a:tc>
                <a:tc>
                  <a:txBody>
                    <a:bodyPr/>
                    <a:lstStyle/>
                    <a:p>
                      <a:pPr algn="l"/>
                      <a:r>
                        <a:rPr lang="pt-PT" sz="1200" dirty="0" err="1"/>
                        <a:t>Requirement</a:t>
                      </a:r>
                      <a:endParaRPr lang="pt-PT" sz="1200" dirty="0"/>
                    </a:p>
                  </a:txBody>
                  <a:tcPr/>
                </a:tc>
                <a:extLst>
                  <a:ext uri="{0D108BD9-81ED-4DB2-BD59-A6C34878D82A}">
                    <a16:rowId xmlns:a16="http://schemas.microsoft.com/office/drawing/2014/main" val="3569789939"/>
                  </a:ext>
                </a:extLst>
              </a:tr>
              <a:tr h="235799">
                <a:tc>
                  <a:txBody>
                    <a:bodyPr/>
                    <a:lstStyle/>
                    <a:p>
                      <a:pPr algn="ctr"/>
                      <a:r>
                        <a:rPr lang="pt-PT" sz="1000" kern="1200" dirty="0">
                          <a:solidFill>
                            <a:schemeClr val="tx1"/>
                          </a:solidFill>
                        </a:rPr>
                        <a:t>1</a:t>
                      </a:r>
                      <a:endParaRPr lang="pt-PT" sz="1000" kern="1200" dirty="0">
                        <a:solidFill>
                          <a:schemeClr val="tx1"/>
                        </a:solidFill>
                        <a:latin typeface="+mn-lt"/>
                        <a:ea typeface="+mn-ea"/>
                        <a:cs typeface="+mn-cs"/>
                      </a:endParaRPr>
                    </a:p>
                  </a:txBody>
                  <a:tcPr/>
                </a:tc>
                <a:tc>
                  <a:txBody>
                    <a:bodyPr/>
                    <a:lstStyle/>
                    <a:p>
                      <a:r>
                        <a:rPr lang="pt-PT" sz="1000" kern="1200" dirty="0">
                          <a:solidFill>
                            <a:schemeClr val="tx1"/>
                          </a:solidFill>
                        </a:rPr>
                        <a:t>Ex: </a:t>
                      </a:r>
                      <a:r>
                        <a:rPr lang="pt-PT" sz="1000" kern="1200" dirty="0" err="1">
                          <a:solidFill>
                            <a:schemeClr val="tx1"/>
                          </a:solidFill>
                        </a:rPr>
                        <a:t>Implementation</a:t>
                      </a:r>
                      <a:r>
                        <a:rPr lang="pt-PT" sz="1000" kern="1200" dirty="0">
                          <a:solidFill>
                            <a:schemeClr val="tx1"/>
                          </a:solidFill>
                        </a:rPr>
                        <a:t> </a:t>
                      </a:r>
                      <a:r>
                        <a:rPr lang="pt-PT" sz="1000" kern="1200" dirty="0" err="1">
                          <a:solidFill>
                            <a:schemeClr val="tx1"/>
                          </a:solidFill>
                        </a:rPr>
                        <a:t>of</a:t>
                      </a:r>
                      <a:r>
                        <a:rPr lang="pt-PT" sz="1000" kern="1200" dirty="0">
                          <a:solidFill>
                            <a:schemeClr val="tx1"/>
                          </a:solidFill>
                        </a:rPr>
                        <a:t> Google </a:t>
                      </a:r>
                      <a:r>
                        <a:rPr lang="pt-PT" sz="1000" kern="1200" dirty="0" err="1">
                          <a:solidFill>
                            <a:schemeClr val="tx1"/>
                          </a:solidFill>
                        </a:rPr>
                        <a:t>reCAPTCHA</a:t>
                      </a:r>
                      <a:r>
                        <a:rPr lang="pt-PT" sz="1000" kern="1200" dirty="0">
                          <a:solidFill>
                            <a:schemeClr val="tx1"/>
                          </a:solidFill>
                        </a:rPr>
                        <a:t> v2 </a:t>
                      </a:r>
                      <a:r>
                        <a:rPr lang="pt-PT" sz="1000" kern="1200" dirty="0" err="1">
                          <a:solidFill>
                            <a:schemeClr val="tx1"/>
                          </a:solidFill>
                        </a:rPr>
                        <a:t>Invisible</a:t>
                      </a:r>
                      <a:r>
                        <a:rPr lang="pt-PT" sz="1000" kern="1200" dirty="0">
                          <a:solidFill>
                            <a:schemeClr val="tx1"/>
                          </a:solidFill>
                        </a:rPr>
                        <a:t> </a:t>
                      </a:r>
                      <a:r>
                        <a:rPr lang="pt-PT" sz="1000" kern="1200" dirty="0" err="1">
                          <a:solidFill>
                            <a:schemeClr val="tx1"/>
                          </a:solidFill>
                        </a:rPr>
                        <a:t>on</a:t>
                      </a:r>
                      <a:r>
                        <a:rPr lang="pt-PT" sz="1000" kern="1200" dirty="0">
                          <a:solidFill>
                            <a:schemeClr val="tx1"/>
                          </a:solidFill>
                        </a:rPr>
                        <a:t> </a:t>
                      </a:r>
                      <a:r>
                        <a:rPr lang="pt-PT" sz="1000" kern="1200" dirty="0" err="1">
                          <a:solidFill>
                            <a:schemeClr val="tx1"/>
                          </a:solidFill>
                        </a:rPr>
                        <a:t>the</a:t>
                      </a:r>
                      <a:r>
                        <a:rPr lang="pt-PT" sz="1000" kern="1200" dirty="0">
                          <a:solidFill>
                            <a:schemeClr val="tx1"/>
                          </a:solidFill>
                        </a:rPr>
                        <a:t> </a:t>
                      </a:r>
                      <a:r>
                        <a:rPr lang="pt-PT" sz="1000" kern="1200" dirty="0" err="1">
                          <a:solidFill>
                            <a:schemeClr val="tx1"/>
                          </a:solidFill>
                        </a:rPr>
                        <a:t>public</a:t>
                      </a:r>
                      <a:r>
                        <a:rPr lang="pt-PT" sz="1000" kern="1200" dirty="0">
                          <a:solidFill>
                            <a:schemeClr val="tx1"/>
                          </a:solidFill>
                        </a:rPr>
                        <a:t> </a:t>
                      </a:r>
                      <a:r>
                        <a:rPr lang="pt-PT" sz="1000" kern="1200" dirty="0" err="1">
                          <a:solidFill>
                            <a:schemeClr val="tx1"/>
                          </a:solidFill>
                        </a:rPr>
                        <a:t>form</a:t>
                      </a:r>
                      <a:endParaRPr lang="pt-PT" sz="1000" kern="1200" dirty="0">
                        <a:solidFill>
                          <a:schemeClr val="tx1"/>
                        </a:solidFill>
                        <a:latin typeface="+mn-lt"/>
                        <a:ea typeface="+mn-ea"/>
                        <a:cs typeface="+mn-cs"/>
                      </a:endParaRPr>
                    </a:p>
                  </a:txBody>
                  <a:tcPr/>
                </a:tc>
                <a:extLst>
                  <a:ext uri="{0D108BD9-81ED-4DB2-BD59-A6C34878D82A}">
                    <a16:rowId xmlns:a16="http://schemas.microsoft.com/office/drawing/2014/main" val="3636058941"/>
                  </a:ext>
                </a:extLst>
              </a:tr>
              <a:tr h="235799">
                <a:tc>
                  <a:txBody>
                    <a:bodyPr/>
                    <a:lstStyle/>
                    <a:p>
                      <a:pPr algn="ctr"/>
                      <a:r>
                        <a:rPr lang="pt-PT" sz="1000" kern="1200" dirty="0">
                          <a:solidFill>
                            <a:schemeClr val="tx1"/>
                          </a:solidFill>
                        </a:rPr>
                        <a:t>2</a:t>
                      </a:r>
                      <a:endParaRPr lang="pt-PT" sz="1000" kern="1200" dirty="0">
                        <a:solidFill>
                          <a:schemeClr val="tx1"/>
                        </a:solidFill>
                        <a:latin typeface="+mn-lt"/>
                        <a:ea typeface="+mn-ea"/>
                        <a:cs typeface="+mn-cs"/>
                      </a:endParaRPr>
                    </a:p>
                  </a:txBody>
                  <a:tcPr/>
                </a:tc>
                <a:tc>
                  <a:txBody>
                    <a:bodyPr/>
                    <a:lstStyle/>
                    <a:p>
                      <a:r>
                        <a:rPr lang="pt-PT" sz="1000" kern="1200" dirty="0">
                          <a:solidFill>
                            <a:schemeClr val="tx1"/>
                          </a:solidFill>
                        </a:rPr>
                        <a:t>Ex: </a:t>
                      </a:r>
                      <a:r>
                        <a:rPr lang="pt-PT" sz="1000" kern="1200" dirty="0" err="1">
                          <a:solidFill>
                            <a:schemeClr val="tx1"/>
                          </a:solidFill>
                        </a:rPr>
                        <a:t>Requirement</a:t>
                      </a:r>
                      <a:r>
                        <a:rPr lang="pt-PT" sz="1000" kern="1200" dirty="0">
                          <a:solidFill>
                            <a:schemeClr val="tx1"/>
                          </a:solidFill>
                        </a:rPr>
                        <a:t> </a:t>
                      </a:r>
                      <a:r>
                        <a:rPr lang="pt-PT" sz="1000" kern="1200" dirty="0" err="1">
                          <a:solidFill>
                            <a:schemeClr val="tx1"/>
                          </a:solidFill>
                        </a:rPr>
                        <a:t>of</a:t>
                      </a:r>
                      <a:r>
                        <a:rPr lang="pt-PT" sz="1000" kern="1200" dirty="0">
                          <a:solidFill>
                            <a:schemeClr val="tx1"/>
                          </a:solidFill>
                        </a:rPr>
                        <a:t> OTP to </a:t>
                      </a:r>
                      <a:r>
                        <a:rPr lang="pt-PT" sz="1000" kern="1200" dirty="0" err="1">
                          <a:solidFill>
                            <a:schemeClr val="tx1"/>
                          </a:solidFill>
                        </a:rPr>
                        <a:t>access</a:t>
                      </a:r>
                      <a:r>
                        <a:rPr lang="pt-PT" sz="1000" kern="1200" dirty="0">
                          <a:solidFill>
                            <a:schemeClr val="tx1"/>
                          </a:solidFill>
                        </a:rPr>
                        <a:t> X </a:t>
                      </a:r>
                      <a:r>
                        <a:rPr lang="pt-PT" sz="1000" kern="1200" dirty="0" err="1">
                          <a:solidFill>
                            <a:schemeClr val="tx1"/>
                          </a:solidFill>
                        </a:rPr>
                        <a:t>feature</a:t>
                      </a:r>
                      <a:endParaRPr lang="pt-PT" sz="1000" kern="1200" dirty="0">
                        <a:solidFill>
                          <a:schemeClr val="tx1"/>
                        </a:solidFill>
                        <a:latin typeface="+mn-lt"/>
                        <a:ea typeface="+mn-ea"/>
                        <a:cs typeface="+mn-cs"/>
                      </a:endParaRPr>
                    </a:p>
                  </a:txBody>
                  <a:tcPr/>
                </a:tc>
                <a:extLst>
                  <a:ext uri="{0D108BD9-81ED-4DB2-BD59-A6C34878D82A}">
                    <a16:rowId xmlns:a16="http://schemas.microsoft.com/office/drawing/2014/main" val="2278007470"/>
                  </a:ext>
                </a:extLst>
              </a:tr>
              <a:tr h="235799">
                <a:tc>
                  <a:txBody>
                    <a:bodyPr/>
                    <a:lstStyle/>
                    <a:p>
                      <a:endParaRPr lang="pt-PT" sz="1000" kern="1200" dirty="0">
                        <a:solidFill>
                          <a:schemeClr val="tx1"/>
                        </a:solidFill>
                        <a:latin typeface="+mn-lt"/>
                        <a:ea typeface="+mn-ea"/>
                        <a:cs typeface="+mn-cs"/>
                      </a:endParaRPr>
                    </a:p>
                  </a:txBody>
                  <a:tcPr/>
                </a:tc>
                <a:tc>
                  <a:txBody>
                    <a:bodyPr/>
                    <a:lstStyle/>
                    <a:p>
                      <a:endParaRPr lang="pt-PT" sz="1000" kern="1200" dirty="0">
                        <a:solidFill>
                          <a:schemeClr val="tx1"/>
                        </a:solidFill>
                        <a:latin typeface="+mn-lt"/>
                        <a:ea typeface="+mn-ea"/>
                        <a:cs typeface="+mn-cs"/>
                      </a:endParaRPr>
                    </a:p>
                  </a:txBody>
                  <a:tcPr/>
                </a:tc>
                <a:extLst>
                  <a:ext uri="{0D108BD9-81ED-4DB2-BD59-A6C34878D82A}">
                    <a16:rowId xmlns:a16="http://schemas.microsoft.com/office/drawing/2014/main" val="475355011"/>
                  </a:ext>
                </a:extLst>
              </a:tr>
              <a:tr h="0">
                <a:tc>
                  <a:txBody>
                    <a:bodyPr/>
                    <a:lstStyle/>
                    <a:p>
                      <a:endParaRPr lang="pt-PT" sz="1000" dirty="0"/>
                    </a:p>
                  </a:txBody>
                  <a:tcPr/>
                </a:tc>
                <a:tc>
                  <a:txBody>
                    <a:bodyPr/>
                    <a:lstStyle/>
                    <a:p>
                      <a:endParaRPr lang="pt-PT" sz="1000" dirty="0"/>
                    </a:p>
                  </a:txBody>
                  <a:tcPr/>
                </a:tc>
                <a:extLst>
                  <a:ext uri="{0D108BD9-81ED-4DB2-BD59-A6C34878D82A}">
                    <a16:rowId xmlns:a16="http://schemas.microsoft.com/office/drawing/2014/main" val="2034481140"/>
                  </a:ext>
                </a:extLst>
              </a:tr>
              <a:tr h="0">
                <a:tc>
                  <a:txBody>
                    <a:bodyPr/>
                    <a:lstStyle/>
                    <a:p>
                      <a:endParaRPr lang="pt-PT" sz="1000" dirty="0"/>
                    </a:p>
                  </a:txBody>
                  <a:tcPr/>
                </a:tc>
                <a:tc>
                  <a:txBody>
                    <a:bodyPr/>
                    <a:lstStyle/>
                    <a:p>
                      <a:endParaRPr lang="pt-PT" sz="1000" dirty="0"/>
                    </a:p>
                  </a:txBody>
                  <a:tcPr/>
                </a:tc>
                <a:extLst>
                  <a:ext uri="{0D108BD9-81ED-4DB2-BD59-A6C34878D82A}">
                    <a16:rowId xmlns:a16="http://schemas.microsoft.com/office/drawing/2014/main" val="2933014129"/>
                  </a:ext>
                </a:extLst>
              </a:tr>
            </a:tbl>
          </a:graphicData>
        </a:graphic>
      </p:graphicFrame>
    </p:spTree>
    <p:extLst>
      <p:ext uri="{BB962C8B-B14F-4D97-AF65-F5344CB8AC3E}">
        <p14:creationId xmlns:p14="http://schemas.microsoft.com/office/powerpoint/2010/main" val="15731236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77AA22-9DDE-E305-537F-00AD2A108598}"/>
            </a:ext>
          </a:extLst>
        </p:cNvPr>
        <p:cNvGrpSpPr/>
        <p:nvPr/>
      </p:nvGrpSpPr>
      <p:grpSpPr>
        <a:xfrm>
          <a:off x="0" y="0"/>
          <a:ext cx="0" cy="0"/>
          <a:chOff x="0" y="0"/>
          <a:chExt cx="0" cy="0"/>
        </a:xfrm>
      </p:grpSpPr>
      <p:sp>
        <p:nvSpPr>
          <p:cNvPr id="5" name="Slide Number Placeholder 3">
            <a:extLst>
              <a:ext uri="{FF2B5EF4-FFF2-40B4-BE49-F238E27FC236}">
                <a16:creationId xmlns:a16="http://schemas.microsoft.com/office/drawing/2014/main" id="{1D41BD59-C3D1-357D-CF36-FDA95816A004}"/>
              </a:ext>
            </a:extLst>
          </p:cNvPr>
          <p:cNvSpPr>
            <a:spLocks noGrp="1"/>
          </p:cNvSpPr>
          <p:nvPr>
            <p:ph type="sldNum" sz="quarter" idx="12"/>
          </p:nvPr>
        </p:nvSpPr>
        <p:spPr>
          <a:xfrm>
            <a:off x="8730845" y="6209600"/>
            <a:ext cx="2743200" cy="365125"/>
          </a:xfrm>
        </p:spPr>
        <p:txBody>
          <a:bodyPr/>
          <a:lstStyle/>
          <a:p>
            <a:fld id="{BC0D97B6-E32F-4D7D-B839-7C3B51F2640F}" type="slidenum">
              <a:rPr lang="pt-PT" smtClean="0"/>
              <a:pPr/>
              <a:t>30</a:t>
            </a:fld>
            <a:endParaRPr lang="pt-PT" dirty="0"/>
          </a:p>
        </p:txBody>
      </p:sp>
      <p:sp>
        <p:nvSpPr>
          <p:cNvPr id="2" name="Rectangle 5">
            <a:extLst>
              <a:ext uri="{FF2B5EF4-FFF2-40B4-BE49-F238E27FC236}">
                <a16:creationId xmlns:a16="http://schemas.microsoft.com/office/drawing/2014/main" id="{B2EDA91A-F517-9C23-232E-6B7AAC477CCC}"/>
              </a:ext>
            </a:extLst>
          </p:cNvPr>
          <p:cNvSpPr txBox="1">
            <a:spLocks noChangeArrowheads="1"/>
          </p:cNvSpPr>
          <p:nvPr/>
        </p:nvSpPr>
        <p:spPr bwMode="auto">
          <a:xfrm>
            <a:off x="711200" y="1117601"/>
            <a:ext cx="10758488" cy="2082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numCol="1" spcCol="720000" rtlCol="0">
            <a:noAutofit/>
          </a:bodyPr>
          <a:lstStyle>
            <a:lvl1pPr marL="342900" indent="-342900" algn="l" defTabSz="698500" rtl="0" eaLnBrk="1" latinLnBrk="0" hangingPunct="1">
              <a:lnSpc>
                <a:spcPct val="90000"/>
              </a:lnSpc>
              <a:spcBef>
                <a:spcPct val="20000"/>
              </a:spcBef>
              <a:spcAft>
                <a:spcPts val="2200"/>
              </a:spcAft>
              <a:buClr>
                <a:srgbClr val="FF0000"/>
              </a:buClr>
              <a:buFont typeface="Wingdings" panose="05000000000000000000" pitchFamily="2" charset="2"/>
              <a:buChar char="w"/>
              <a:defRPr lang="es-ES" sz="2400" b="1" kern="1200">
                <a:solidFill>
                  <a:srgbClr val="FF0000"/>
                </a:solidFill>
                <a:latin typeface="Arial" panose="020B0604020202020204" pitchFamily="34" charset="0"/>
                <a:ea typeface="+mn-ea"/>
                <a:cs typeface="+mn-cs"/>
              </a:defRPr>
            </a:lvl1pPr>
            <a:lvl2pPr marL="179388" indent="0" algn="l" defTabSz="698500" rtl="0" eaLnBrk="1" latinLnBrk="0" hangingPunct="1">
              <a:lnSpc>
                <a:spcPct val="90000"/>
              </a:lnSpc>
              <a:spcBef>
                <a:spcPct val="20000"/>
              </a:spcBef>
              <a:buClr>
                <a:schemeClr val="bg2"/>
              </a:buClr>
              <a:buFont typeface="Wingdings" panose="05000000000000000000" pitchFamily="2" charset="2"/>
              <a:buChar char="§"/>
              <a:defRPr lang="es-ES" sz="2600" kern="1200">
                <a:solidFill>
                  <a:srgbClr val="808080"/>
                </a:solidFill>
                <a:latin typeface="Arial" panose="020B0604020202020204" pitchFamily="34" charset="0"/>
                <a:ea typeface="+mn-ea"/>
                <a:cs typeface="+mn-cs"/>
              </a:defRPr>
            </a:lvl2pPr>
            <a:lvl3pPr marL="979488" indent="-342900" algn="l" defTabSz="698500" rtl="0" eaLnBrk="1" latinLnBrk="0" hangingPunct="1">
              <a:lnSpc>
                <a:spcPct val="90000"/>
              </a:lnSpc>
              <a:spcBef>
                <a:spcPct val="20000"/>
              </a:spcBef>
              <a:buClr>
                <a:schemeClr val="tx1"/>
              </a:buClr>
              <a:buFont typeface="Arial" panose="020B0604020202020204" pitchFamily="34" charset="0"/>
              <a:buChar char="–"/>
              <a:defRPr lang="es-ES" sz="2000" kern="1200">
                <a:solidFill>
                  <a:schemeClr val="bg2"/>
                </a:solidFill>
                <a:latin typeface="Arial" panose="020B0604020202020204" pitchFamily="34" charset="0"/>
                <a:ea typeface="+mn-ea"/>
                <a:cs typeface="+mn-cs"/>
              </a:defRPr>
            </a:lvl3pPr>
            <a:lvl4pPr marL="1600200" indent="-228600" algn="l" defTabSz="698500" rtl="0" eaLnBrk="1" latinLnBrk="0" hangingPunct="1">
              <a:lnSpc>
                <a:spcPct val="90000"/>
              </a:lnSpc>
              <a:spcBef>
                <a:spcPct val="20000"/>
              </a:spcBef>
              <a:buClr>
                <a:schemeClr val="tx1"/>
              </a:buClr>
              <a:buFont typeface="Arial" panose="020B0604020202020204" pitchFamily="34" charset="0"/>
              <a:buChar char="–"/>
              <a:defRPr lang="es-ES" sz="2000" kern="1200">
                <a:solidFill>
                  <a:schemeClr val="bg2"/>
                </a:solidFill>
                <a:latin typeface="Arial" panose="020B0604020202020204" pitchFamily="34" charset="0"/>
                <a:ea typeface="+mn-ea"/>
                <a:cs typeface="+mn-cs"/>
              </a:defRPr>
            </a:lvl4pPr>
            <a:lvl5pPr marL="2057400" indent="-228600" algn="l" defTabSz="698500" rtl="0" eaLnBrk="1" latinLnBrk="0" hangingPunct="1">
              <a:lnSpc>
                <a:spcPct val="90000"/>
              </a:lnSpc>
              <a:spcBef>
                <a:spcPct val="20000"/>
              </a:spcBef>
              <a:buClr>
                <a:schemeClr val="tx1"/>
              </a:buClr>
              <a:buFont typeface="Arial" panose="020B0604020202020204" pitchFamily="34" charset="0"/>
              <a:buChar char="–"/>
              <a:defRPr lang="es-ES" sz="2000" kern="1200">
                <a:solidFill>
                  <a:schemeClr val="bg2"/>
                </a:solidFill>
                <a:latin typeface="Arial" panose="020B0604020202020204" pitchFamily="34" charset="0"/>
                <a:ea typeface="+mn-ea"/>
                <a:cs typeface="+mn-cs"/>
              </a:defRPr>
            </a:lvl5pPr>
            <a:lvl6pPr marL="2514600" indent="-228600" algn="l" defTabSz="698500" rtl="0" eaLnBrk="0" fontAlgn="base" latinLnBrk="0" hangingPunct="0">
              <a:lnSpc>
                <a:spcPct val="90000"/>
              </a:lnSpc>
              <a:spcBef>
                <a:spcPct val="20000"/>
              </a:spcBef>
              <a:spcAft>
                <a:spcPct val="0"/>
              </a:spcAft>
              <a:buClr>
                <a:schemeClr val="tx1"/>
              </a:buClr>
              <a:buFont typeface="Arial" panose="020B0604020202020204" pitchFamily="34" charset="0"/>
              <a:buChar char="–"/>
              <a:defRPr sz="2000" kern="1200">
                <a:solidFill>
                  <a:schemeClr val="bg2"/>
                </a:solidFill>
                <a:latin typeface="Arial" panose="020B0604020202020204" pitchFamily="34" charset="0"/>
                <a:ea typeface="+mn-ea"/>
                <a:cs typeface="+mn-cs"/>
              </a:defRPr>
            </a:lvl6pPr>
            <a:lvl7pPr marL="2971800" indent="-228600" algn="l" defTabSz="698500" rtl="0" eaLnBrk="0" fontAlgn="base" latinLnBrk="0" hangingPunct="0">
              <a:lnSpc>
                <a:spcPct val="90000"/>
              </a:lnSpc>
              <a:spcBef>
                <a:spcPct val="20000"/>
              </a:spcBef>
              <a:spcAft>
                <a:spcPct val="0"/>
              </a:spcAft>
              <a:buClr>
                <a:schemeClr val="tx1"/>
              </a:buClr>
              <a:buFont typeface="Arial" panose="020B0604020202020204" pitchFamily="34" charset="0"/>
              <a:buChar char="–"/>
              <a:defRPr sz="2000" kern="1200">
                <a:solidFill>
                  <a:schemeClr val="bg2"/>
                </a:solidFill>
                <a:latin typeface="Arial" panose="020B0604020202020204" pitchFamily="34" charset="0"/>
                <a:ea typeface="+mn-ea"/>
                <a:cs typeface="+mn-cs"/>
              </a:defRPr>
            </a:lvl7pPr>
            <a:lvl8pPr marL="3429000" indent="-228600" algn="l" defTabSz="698500" rtl="0" eaLnBrk="0" fontAlgn="base" latinLnBrk="0" hangingPunct="0">
              <a:lnSpc>
                <a:spcPct val="90000"/>
              </a:lnSpc>
              <a:spcBef>
                <a:spcPct val="20000"/>
              </a:spcBef>
              <a:spcAft>
                <a:spcPct val="0"/>
              </a:spcAft>
              <a:buClr>
                <a:schemeClr val="tx1"/>
              </a:buClr>
              <a:buFont typeface="Arial" panose="020B0604020202020204" pitchFamily="34" charset="0"/>
              <a:buChar char="–"/>
              <a:defRPr sz="2000" kern="1200">
                <a:solidFill>
                  <a:schemeClr val="bg2"/>
                </a:solidFill>
                <a:latin typeface="Arial" panose="020B0604020202020204" pitchFamily="34" charset="0"/>
                <a:ea typeface="+mn-ea"/>
                <a:cs typeface="+mn-cs"/>
              </a:defRPr>
            </a:lvl8pPr>
            <a:lvl9pPr marL="3886200" indent="-228600" algn="l" defTabSz="698500" rtl="0" eaLnBrk="0" fontAlgn="base" latinLnBrk="0" hangingPunct="0">
              <a:lnSpc>
                <a:spcPct val="90000"/>
              </a:lnSpc>
              <a:spcBef>
                <a:spcPct val="20000"/>
              </a:spcBef>
              <a:spcAft>
                <a:spcPct val="0"/>
              </a:spcAft>
              <a:buClr>
                <a:schemeClr val="tx1"/>
              </a:buClr>
              <a:buFont typeface="Arial" panose="020B0604020202020204" pitchFamily="34" charset="0"/>
              <a:buChar char="–"/>
              <a:defRPr sz="2000" kern="1200">
                <a:solidFill>
                  <a:schemeClr val="bg2"/>
                </a:solidFill>
                <a:latin typeface="Arial" panose="020B0604020202020204" pitchFamily="34" charset="0"/>
                <a:ea typeface="+mn-ea"/>
                <a:cs typeface="+mn-cs"/>
              </a:defRPr>
            </a:lvl9pPr>
          </a:lstStyle>
          <a:p>
            <a:pPr marL="0" lvl="1">
              <a:spcBef>
                <a:spcPts val="400"/>
              </a:spcBef>
              <a:buClr>
                <a:srgbClr val="FF0000"/>
              </a:buClr>
              <a:buFont typeface="Wingdings" panose="05000000000000000000" pitchFamily="2" charset="2"/>
              <a:buNone/>
            </a:pPr>
            <a:r>
              <a:rPr lang="en-US" sz="1500" dirty="0">
                <a:solidFill>
                  <a:schemeClr val="tx1"/>
                </a:solidFill>
                <a:latin typeface="Santander Text" panose="020B0504020201020104" pitchFamily="34" charset="0"/>
              </a:rPr>
              <a:t>Secrets such as </a:t>
            </a:r>
            <a:r>
              <a:rPr lang="en-US" sz="1500" u="sng" dirty="0">
                <a:solidFill>
                  <a:schemeClr val="tx1"/>
                </a:solidFill>
                <a:latin typeface="Santander Text" panose="020B0504020201020104" pitchFamily="34" charset="0"/>
              </a:rPr>
              <a:t>private keys</a:t>
            </a:r>
            <a:r>
              <a:rPr lang="en-US" sz="1500" dirty="0">
                <a:solidFill>
                  <a:schemeClr val="tx1"/>
                </a:solidFill>
                <a:latin typeface="Santander Text" panose="020B0504020201020104" pitchFamily="34" charset="0"/>
              </a:rPr>
              <a:t>, </a:t>
            </a:r>
            <a:r>
              <a:rPr lang="en-US" sz="1500" u="sng" dirty="0">
                <a:solidFill>
                  <a:schemeClr val="tx1"/>
                </a:solidFill>
                <a:latin typeface="Santander Text" panose="020B0504020201020104" pitchFamily="34" charset="0"/>
              </a:rPr>
              <a:t>symmetric keys secrets</a:t>
            </a:r>
            <a:r>
              <a:rPr lang="en-US" sz="1500" dirty="0">
                <a:solidFill>
                  <a:schemeClr val="tx1"/>
                </a:solidFill>
                <a:latin typeface="Santander Text" panose="020B0504020201020104" pitchFamily="34" charset="0"/>
              </a:rPr>
              <a:t>, </a:t>
            </a:r>
            <a:r>
              <a:rPr lang="en-US" sz="1500" u="sng" dirty="0">
                <a:solidFill>
                  <a:schemeClr val="tx1"/>
                </a:solidFill>
                <a:latin typeface="Santander Text" panose="020B0504020201020104" pitchFamily="34" charset="0"/>
              </a:rPr>
              <a:t>client </a:t>
            </a:r>
            <a:r>
              <a:rPr lang="en-US" sz="1500" u="sng" dirty="0" err="1">
                <a:solidFill>
                  <a:schemeClr val="tx1"/>
                </a:solidFill>
                <a:latin typeface="Santander Text" panose="020B0504020201020104" pitchFamily="34" charset="0"/>
              </a:rPr>
              <a:t>credentails</a:t>
            </a:r>
            <a:r>
              <a:rPr lang="en-US" sz="1500" u="sng" dirty="0">
                <a:solidFill>
                  <a:schemeClr val="tx1"/>
                </a:solidFill>
                <a:latin typeface="Santander Text" panose="020B0504020201020104" pitchFamily="34" charset="0"/>
              </a:rPr>
              <a:t> </a:t>
            </a:r>
            <a:r>
              <a:rPr lang="en-US" sz="1500" dirty="0">
                <a:solidFill>
                  <a:schemeClr val="tx1"/>
                </a:solidFill>
                <a:latin typeface="Santander Text" panose="020B0504020201020104" pitchFamily="34" charset="0"/>
              </a:rPr>
              <a:t>or </a:t>
            </a:r>
            <a:r>
              <a:rPr lang="en-US" sz="1500" u="sng" dirty="0">
                <a:solidFill>
                  <a:schemeClr val="tx1"/>
                </a:solidFill>
                <a:latin typeface="Santander Text" panose="020B0504020201020104" pitchFamily="34" charset="0"/>
              </a:rPr>
              <a:t>technical users credentials </a:t>
            </a:r>
            <a:r>
              <a:rPr lang="en-US" sz="1500" b="1" dirty="0">
                <a:solidFill>
                  <a:schemeClr val="tx1"/>
                </a:solidFill>
                <a:latin typeface="Santander Text" panose="020B0504020201020104" pitchFamily="34" charset="0"/>
              </a:rPr>
              <a:t>MUST</a:t>
            </a:r>
            <a:r>
              <a:rPr lang="en-US" sz="1500" dirty="0">
                <a:solidFill>
                  <a:schemeClr val="tx1"/>
                </a:solidFill>
                <a:latin typeface="Santander Text" panose="020B0504020201020104" pitchFamily="34" charset="0"/>
              </a:rPr>
              <a:t> be stored in </a:t>
            </a:r>
            <a:r>
              <a:rPr lang="en-US" sz="1500" dirty="0" err="1">
                <a:solidFill>
                  <a:srgbClr val="FF0000"/>
                </a:solidFill>
                <a:latin typeface="Santander Text" panose="020B0504020201020104" pitchFamily="34" charset="0"/>
              </a:rPr>
              <a:t>Hashicorp</a:t>
            </a:r>
            <a:r>
              <a:rPr lang="en-US" sz="1500" dirty="0">
                <a:solidFill>
                  <a:srgbClr val="FF0000"/>
                </a:solidFill>
                <a:latin typeface="Santander Text" panose="020B0504020201020104" pitchFamily="34" charset="0"/>
              </a:rPr>
              <a:t> Vault </a:t>
            </a:r>
            <a:r>
              <a:rPr lang="en-US" sz="1500" dirty="0">
                <a:solidFill>
                  <a:schemeClr val="tx1"/>
                </a:solidFill>
                <a:latin typeface="Santander Text" panose="020B0504020201020104" pitchFamily="34" charset="0"/>
              </a:rPr>
              <a:t>in the respective project vault or in an alternative approved by Santander Portugal CISO team.</a:t>
            </a:r>
          </a:p>
          <a:p>
            <a:pPr marL="0" lvl="1">
              <a:spcBef>
                <a:spcPts val="400"/>
              </a:spcBef>
              <a:buClr>
                <a:srgbClr val="FF0000"/>
              </a:buClr>
              <a:buFont typeface="Wingdings" panose="05000000000000000000" pitchFamily="2" charset="2"/>
              <a:buNone/>
            </a:pPr>
            <a:r>
              <a:rPr lang="en-US" sz="1500" dirty="0">
                <a:solidFill>
                  <a:schemeClr val="tx1"/>
                </a:solidFill>
                <a:latin typeface="Santander Text" panose="020B0504020201020104" pitchFamily="34" charset="0"/>
              </a:rPr>
              <a:t>Secrets </a:t>
            </a:r>
            <a:r>
              <a:rPr lang="en-US" sz="1500" b="1" dirty="0">
                <a:solidFill>
                  <a:schemeClr val="tx1"/>
                </a:solidFill>
                <a:latin typeface="Santander Text" panose="020B0504020201020104" pitchFamily="34" charset="0"/>
              </a:rPr>
              <a:t>MUST NOT </a:t>
            </a:r>
            <a:r>
              <a:rPr lang="en-US" sz="1500" dirty="0">
                <a:solidFill>
                  <a:schemeClr val="tx1"/>
                </a:solidFill>
                <a:latin typeface="Santander Text" panose="020B0504020201020104" pitchFamily="34" charset="0"/>
              </a:rPr>
              <a:t>be stored in source code or configuration files.</a:t>
            </a:r>
          </a:p>
          <a:p>
            <a:pPr marL="0" lvl="1">
              <a:spcBef>
                <a:spcPts val="400"/>
              </a:spcBef>
              <a:buClr>
                <a:srgbClr val="FF0000"/>
              </a:buClr>
              <a:buFont typeface="Wingdings" panose="05000000000000000000" pitchFamily="2" charset="2"/>
              <a:buNone/>
            </a:pPr>
            <a:endParaRPr lang="en-US" sz="1500" dirty="0">
              <a:solidFill>
                <a:schemeClr val="tx1"/>
              </a:solidFill>
              <a:latin typeface="Santander Text" panose="020B0504020201020104" pitchFamily="34" charset="0"/>
            </a:endParaRPr>
          </a:p>
          <a:p>
            <a:pPr marL="0" lvl="1">
              <a:spcBef>
                <a:spcPts val="400"/>
              </a:spcBef>
              <a:buClr>
                <a:srgbClr val="FF0000"/>
              </a:buClr>
              <a:buFont typeface="Wingdings" panose="05000000000000000000" pitchFamily="2" charset="2"/>
              <a:buNone/>
            </a:pPr>
            <a:r>
              <a:rPr lang="en-US" sz="1500" dirty="0">
                <a:solidFill>
                  <a:schemeClr val="tx1"/>
                </a:solidFill>
                <a:latin typeface="Santander Text" panose="020B0504020201020104" pitchFamily="34" charset="0"/>
              </a:rPr>
              <a:t>The current CI/CD process guarantees that during deployment time, depending on the application config configuration, the specified secrets will be made available through system environment variables in the deployed system.</a:t>
            </a:r>
          </a:p>
        </p:txBody>
      </p:sp>
      <p:sp>
        <p:nvSpPr>
          <p:cNvPr id="6" name="Marcador de texto 5">
            <a:extLst>
              <a:ext uri="{FF2B5EF4-FFF2-40B4-BE49-F238E27FC236}">
                <a16:creationId xmlns:a16="http://schemas.microsoft.com/office/drawing/2014/main" id="{68037CC1-6386-1E90-E056-35498322195D}"/>
              </a:ext>
            </a:extLst>
          </p:cNvPr>
          <p:cNvSpPr>
            <a:spLocks noGrp="1"/>
          </p:cNvSpPr>
          <p:nvPr>
            <p:ph type="body" sz="quarter" idx="14"/>
          </p:nvPr>
        </p:nvSpPr>
        <p:spPr>
          <a:xfrm>
            <a:off x="106420" y="114373"/>
            <a:ext cx="11547776" cy="538770"/>
          </a:xfrm>
        </p:spPr>
        <p:txBody>
          <a:bodyPr/>
          <a:lstStyle/>
          <a:p>
            <a:r>
              <a:rPr lang="pt-PT" sz="2400" dirty="0"/>
              <a:t>Desenho de Segurança</a:t>
            </a:r>
            <a:br>
              <a:rPr lang="pt-PT" sz="2400" dirty="0"/>
            </a:br>
            <a:r>
              <a:rPr lang="pt-PT" sz="1800" dirty="0" err="1">
                <a:solidFill>
                  <a:schemeClr val="tx1">
                    <a:lumMod val="75000"/>
                    <a:lumOff val="25000"/>
                  </a:schemeClr>
                </a:solidFill>
              </a:rPr>
              <a:t>Secrets</a:t>
            </a:r>
            <a:endParaRPr lang="pt-PT" sz="1800" dirty="0">
              <a:solidFill>
                <a:schemeClr val="tx1">
                  <a:lumMod val="75000"/>
                  <a:lumOff val="25000"/>
                </a:schemeClr>
              </a:solidFill>
            </a:endParaRPr>
          </a:p>
        </p:txBody>
      </p:sp>
      <p:graphicFrame>
        <p:nvGraphicFramePr>
          <p:cNvPr id="4" name="Table 3">
            <a:extLst>
              <a:ext uri="{FF2B5EF4-FFF2-40B4-BE49-F238E27FC236}">
                <a16:creationId xmlns:a16="http://schemas.microsoft.com/office/drawing/2014/main" id="{D86773AB-D986-5B3B-DB92-62A56AE4F3FF}"/>
              </a:ext>
            </a:extLst>
          </p:cNvPr>
          <p:cNvGraphicFramePr>
            <a:graphicFrameLocks noGrp="1"/>
          </p:cNvGraphicFramePr>
          <p:nvPr>
            <p:extLst>
              <p:ext uri="{D42A27DB-BD31-4B8C-83A1-F6EECF244321}">
                <p14:modId xmlns:p14="http://schemas.microsoft.com/office/powerpoint/2010/main" val="600380863"/>
              </p:ext>
            </p:extLst>
          </p:nvPr>
        </p:nvGraphicFramePr>
        <p:xfrm>
          <a:off x="722312" y="2836038"/>
          <a:ext cx="10425748" cy="1493520"/>
        </p:xfrm>
        <a:graphic>
          <a:graphicData uri="http://schemas.openxmlformats.org/drawingml/2006/table">
            <a:tbl>
              <a:tblPr firstRow="1" bandRow="1">
                <a:tableStyleId>{073A0DAA-6AF3-43AB-8588-CEC1D06C72B9}</a:tableStyleId>
              </a:tblPr>
              <a:tblGrid>
                <a:gridCol w="1719580">
                  <a:extLst>
                    <a:ext uri="{9D8B030D-6E8A-4147-A177-3AD203B41FA5}">
                      <a16:colId xmlns:a16="http://schemas.microsoft.com/office/drawing/2014/main" val="680799979"/>
                    </a:ext>
                  </a:extLst>
                </a:gridCol>
                <a:gridCol w="5805109">
                  <a:extLst>
                    <a:ext uri="{9D8B030D-6E8A-4147-A177-3AD203B41FA5}">
                      <a16:colId xmlns:a16="http://schemas.microsoft.com/office/drawing/2014/main" val="4240525645"/>
                    </a:ext>
                  </a:extLst>
                </a:gridCol>
                <a:gridCol w="2901059">
                  <a:extLst>
                    <a:ext uri="{9D8B030D-6E8A-4147-A177-3AD203B41FA5}">
                      <a16:colId xmlns:a16="http://schemas.microsoft.com/office/drawing/2014/main" val="3455375396"/>
                    </a:ext>
                  </a:extLst>
                </a:gridCol>
              </a:tblGrid>
              <a:tr h="261357">
                <a:tc>
                  <a:txBody>
                    <a:bodyPr/>
                    <a:lstStyle/>
                    <a:p>
                      <a:pPr algn="l"/>
                      <a:r>
                        <a:rPr lang="pt-PT" sz="1200" dirty="0" err="1"/>
                        <a:t>Type</a:t>
                      </a:r>
                      <a:endParaRPr lang="pt-PT" sz="1200" dirty="0"/>
                    </a:p>
                  </a:txBody>
                  <a:tcPr/>
                </a:tc>
                <a:tc>
                  <a:txBody>
                    <a:bodyPr/>
                    <a:lstStyle/>
                    <a:p>
                      <a:pPr algn="l"/>
                      <a:r>
                        <a:rPr lang="pt-PT" sz="1200" dirty="0" err="1"/>
                        <a:t>Usage</a:t>
                      </a:r>
                      <a:endParaRPr lang="pt-PT" sz="1200" dirty="0"/>
                    </a:p>
                  </a:txBody>
                  <a:tcPr/>
                </a:tc>
                <a:tc>
                  <a:txBody>
                    <a:bodyPr/>
                    <a:lstStyle/>
                    <a:p>
                      <a:pPr algn="l"/>
                      <a:r>
                        <a:rPr lang="pt-PT" sz="1200" dirty="0" err="1"/>
                        <a:t>Storage</a:t>
                      </a:r>
                      <a:r>
                        <a:rPr lang="pt-PT" sz="1200" dirty="0"/>
                        <a:t> </a:t>
                      </a:r>
                      <a:r>
                        <a:rPr lang="pt-PT" sz="1200" dirty="0" err="1"/>
                        <a:t>Location</a:t>
                      </a:r>
                      <a:endParaRPr lang="pt-PT" sz="1200" dirty="0"/>
                    </a:p>
                  </a:txBody>
                  <a:tcPr/>
                </a:tc>
                <a:extLst>
                  <a:ext uri="{0D108BD9-81ED-4DB2-BD59-A6C34878D82A}">
                    <a16:rowId xmlns:a16="http://schemas.microsoft.com/office/drawing/2014/main" val="3569789939"/>
                  </a:ext>
                </a:extLst>
              </a:tr>
              <a:tr h="235799">
                <a:tc>
                  <a:txBody>
                    <a:bodyPr/>
                    <a:lstStyle/>
                    <a:p>
                      <a:r>
                        <a:rPr lang="pt-PT" sz="1000" kern="1200" dirty="0">
                          <a:solidFill>
                            <a:schemeClr val="tx1"/>
                          </a:solidFill>
                        </a:rPr>
                        <a:t>Ex: Java </a:t>
                      </a:r>
                      <a:r>
                        <a:rPr lang="pt-PT" sz="1000" kern="1200" dirty="0" err="1">
                          <a:solidFill>
                            <a:schemeClr val="tx1"/>
                          </a:solidFill>
                        </a:rPr>
                        <a:t>Key</a:t>
                      </a:r>
                      <a:r>
                        <a:rPr lang="pt-PT" sz="1000" kern="1200" dirty="0">
                          <a:solidFill>
                            <a:schemeClr val="tx1"/>
                          </a:solidFill>
                        </a:rPr>
                        <a:t> </a:t>
                      </a:r>
                      <a:r>
                        <a:rPr lang="pt-PT" sz="1000" kern="1200" dirty="0" err="1">
                          <a:solidFill>
                            <a:schemeClr val="tx1"/>
                          </a:solidFill>
                        </a:rPr>
                        <a:t>Store</a:t>
                      </a:r>
                      <a:endParaRPr lang="pt-PT" sz="1000" kern="1200" dirty="0">
                        <a:solidFill>
                          <a:schemeClr val="tx1"/>
                        </a:solidFill>
                        <a:latin typeface="+mn-lt"/>
                        <a:ea typeface="+mn-ea"/>
                        <a:cs typeface="+mn-cs"/>
                      </a:endParaRPr>
                    </a:p>
                  </a:txBody>
                  <a:tcPr/>
                </a:tc>
                <a:tc>
                  <a:txBody>
                    <a:bodyPr/>
                    <a:lstStyle/>
                    <a:p>
                      <a:r>
                        <a:rPr lang="pt-PT" sz="1000" kern="1200" dirty="0">
                          <a:solidFill>
                            <a:schemeClr val="tx1"/>
                          </a:solidFill>
                        </a:rPr>
                        <a:t>Ex: </a:t>
                      </a:r>
                      <a:r>
                        <a:rPr lang="pt-PT" sz="1000" kern="1200" dirty="0" err="1">
                          <a:solidFill>
                            <a:schemeClr val="tx1"/>
                          </a:solidFill>
                        </a:rPr>
                        <a:t>Generation</a:t>
                      </a:r>
                      <a:r>
                        <a:rPr lang="pt-PT" sz="1000" kern="1200" dirty="0">
                          <a:solidFill>
                            <a:schemeClr val="tx1"/>
                          </a:solidFill>
                        </a:rPr>
                        <a:t> </a:t>
                      </a:r>
                      <a:r>
                        <a:rPr lang="pt-PT" sz="1000" kern="1200" dirty="0" err="1">
                          <a:solidFill>
                            <a:schemeClr val="tx1"/>
                          </a:solidFill>
                        </a:rPr>
                        <a:t>of</a:t>
                      </a:r>
                      <a:r>
                        <a:rPr lang="pt-PT" sz="1000" kern="1200" dirty="0">
                          <a:solidFill>
                            <a:schemeClr val="tx1"/>
                          </a:solidFill>
                        </a:rPr>
                        <a:t> JWS for SSO </a:t>
                      </a:r>
                      <a:r>
                        <a:rPr lang="pt-PT" sz="1000" kern="1200" dirty="0" err="1">
                          <a:solidFill>
                            <a:schemeClr val="tx1"/>
                          </a:solidFill>
                        </a:rPr>
                        <a:t>with</a:t>
                      </a:r>
                      <a:r>
                        <a:rPr lang="pt-PT" sz="1000" kern="1200" dirty="0">
                          <a:solidFill>
                            <a:schemeClr val="tx1"/>
                          </a:solidFill>
                        </a:rPr>
                        <a:t> </a:t>
                      </a:r>
                      <a:r>
                        <a:rPr lang="pt-PT" sz="1000" kern="1200" dirty="0" err="1">
                          <a:solidFill>
                            <a:schemeClr val="tx1"/>
                          </a:solidFill>
                        </a:rPr>
                        <a:t>application</a:t>
                      </a:r>
                      <a:r>
                        <a:rPr lang="pt-PT" sz="1000" kern="1200" dirty="0">
                          <a:solidFill>
                            <a:schemeClr val="tx1"/>
                          </a:solidFill>
                        </a:rPr>
                        <a:t> X</a:t>
                      </a:r>
                      <a:endParaRPr lang="pt-PT" sz="1000" kern="1200" dirty="0">
                        <a:solidFill>
                          <a:schemeClr val="tx1"/>
                        </a:solidFill>
                        <a:latin typeface="+mn-lt"/>
                        <a:ea typeface="+mn-ea"/>
                        <a:cs typeface="+mn-cs"/>
                      </a:endParaRPr>
                    </a:p>
                  </a:txBody>
                  <a:tcPr/>
                </a:tc>
                <a:tc>
                  <a:txBody>
                    <a:bodyPr/>
                    <a:lstStyle/>
                    <a:p>
                      <a:r>
                        <a:rPr lang="pt-PT" sz="1000" kern="1200" dirty="0">
                          <a:solidFill>
                            <a:schemeClr val="tx1"/>
                          </a:solidFill>
                        </a:rPr>
                        <a:t>Ex: </a:t>
                      </a:r>
                      <a:r>
                        <a:rPr lang="pt-PT" sz="1000" kern="1200" dirty="0" err="1">
                          <a:solidFill>
                            <a:schemeClr val="tx1"/>
                          </a:solidFill>
                        </a:rPr>
                        <a:t>Hashicorp</a:t>
                      </a:r>
                      <a:r>
                        <a:rPr lang="pt-PT" sz="1000" kern="1200" dirty="0">
                          <a:solidFill>
                            <a:schemeClr val="tx1"/>
                          </a:solidFill>
                        </a:rPr>
                        <a:t> </a:t>
                      </a:r>
                      <a:r>
                        <a:rPr lang="pt-PT" sz="1000" kern="1200" dirty="0" err="1">
                          <a:solidFill>
                            <a:schemeClr val="tx1"/>
                          </a:solidFill>
                        </a:rPr>
                        <a:t>Vault</a:t>
                      </a:r>
                      <a:endParaRPr lang="pt-PT" sz="1000" kern="1200" dirty="0">
                        <a:solidFill>
                          <a:schemeClr val="tx1"/>
                        </a:solidFill>
                        <a:latin typeface="+mn-lt"/>
                        <a:ea typeface="+mn-ea"/>
                        <a:cs typeface="+mn-cs"/>
                      </a:endParaRPr>
                    </a:p>
                  </a:txBody>
                  <a:tcPr/>
                </a:tc>
                <a:extLst>
                  <a:ext uri="{0D108BD9-81ED-4DB2-BD59-A6C34878D82A}">
                    <a16:rowId xmlns:a16="http://schemas.microsoft.com/office/drawing/2014/main" val="3636058941"/>
                  </a:ext>
                </a:extLst>
              </a:tr>
              <a:tr h="235799">
                <a:tc>
                  <a:txBody>
                    <a:bodyPr/>
                    <a:lstStyle/>
                    <a:p>
                      <a:r>
                        <a:rPr lang="pt-PT" sz="1000" kern="1200" dirty="0">
                          <a:solidFill>
                            <a:schemeClr val="tx1"/>
                          </a:solidFill>
                        </a:rPr>
                        <a:t>Ex: AES </a:t>
                      </a:r>
                      <a:r>
                        <a:rPr lang="pt-PT" sz="1000" kern="1200" dirty="0" err="1">
                          <a:solidFill>
                            <a:schemeClr val="tx1"/>
                          </a:solidFill>
                        </a:rPr>
                        <a:t>Key</a:t>
                      </a:r>
                      <a:endParaRPr lang="pt-PT" sz="1000" kern="1200" dirty="0">
                        <a:solidFill>
                          <a:schemeClr val="tx1"/>
                        </a:solidFill>
                        <a:latin typeface="+mn-lt"/>
                        <a:ea typeface="+mn-ea"/>
                        <a:cs typeface="+mn-cs"/>
                      </a:endParaRPr>
                    </a:p>
                  </a:txBody>
                  <a:tcPr/>
                </a:tc>
                <a:tc>
                  <a:txBody>
                    <a:bodyPr/>
                    <a:lstStyle/>
                    <a:p>
                      <a:r>
                        <a:rPr lang="pt-PT" sz="1000" kern="1200" dirty="0">
                          <a:solidFill>
                            <a:schemeClr val="tx1"/>
                          </a:solidFill>
                        </a:rPr>
                        <a:t>Ex: </a:t>
                      </a:r>
                      <a:r>
                        <a:rPr lang="pt-PT" sz="1000" kern="1200" dirty="0" err="1">
                          <a:solidFill>
                            <a:schemeClr val="tx1"/>
                          </a:solidFill>
                        </a:rPr>
                        <a:t>Used</a:t>
                      </a:r>
                      <a:r>
                        <a:rPr lang="pt-PT" sz="1000" kern="1200" dirty="0">
                          <a:solidFill>
                            <a:schemeClr val="tx1"/>
                          </a:solidFill>
                        </a:rPr>
                        <a:t> to </a:t>
                      </a:r>
                      <a:r>
                        <a:rPr lang="pt-PT" sz="1000" kern="1200" dirty="0" err="1">
                          <a:solidFill>
                            <a:schemeClr val="tx1"/>
                          </a:solidFill>
                        </a:rPr>
                        <a:t>encrypt</a:t>
                      </a:r>
                      <a:r>
                        <a:rPr lang="pt-PT" sz="1000" kern="1200" dirty="0">
                          <a:solidFill>
                            <a:schemeClr val="tx1"/>
                          </a:solidFill>
                        </a:rPr>
                        <a:t> X data</a:t>
                      </a:r>
                      <a:endParaRPr lang="pt-PT" sz="1000" kern="1200" dirty="0">
                        <a:solidFill>
                          <a:schemeClr val="tx1"/>
                        </a:solidFill>
                        <a:latin typeface="+mn-lt"/>
                        <a:ea typeface="+mn-ea"/>
                        <a:cs typeface="+mn-cs"/>
                      </a:endParaRPr>
                    </a:p>
                  </a:txBody>
                  <a:tcPr/>
                </a:tc>
                <a:tc>
                  <a:txBody>
                    <a:bodyPr/>
                    <a:lstStyle/>
                    <a:p>
                      <a:endParaRPr lang="pt-PT" sz="1000" kern="1200" dirty="0">
                        <a:solidFill>
                          <a:schemeClr val="tx1"/>
                        </a:solidFill>
                        <a:latin typeface="+mn-lt"/>
                        <a:ea typeface="+mn-ea"/>
                        <a:cs typeface="+mn-cs"/>
                      </a:endParaRPr>
                    </a:p>
                  </a:txBody>
                  <a:tcPr/>
                </a:tc>
                <a:extLst>
                  <a:ext uri="{0D108BD9-81ED-4DB2-BD59-A6C34878D82A}">
                    <a16:rowId xmlns:a16="http://schemas.microsoft.com/office/drawing/2014/main" val="2278007470"/>
                  </a:ext>
                </a:extLst>
              </a:tr>
              <a:tr h="235799">
                <a:tc>
                  <a:txBody>
                    <a:bodyPr/>
                    <a:lstStyle/>
                    <a:p>
                      <a:r>
                        <a:rPr lang="pt-PT" sz="1000" kern="1200" dirty="0">
                          <a:solidFill>
                            <a:schemeClr val="tx1"/>
                          </a:solidFill>
                        </a:rPr>
                        <a:t>Ex: </a:t>
                      </a:r>
                      <a:r>
                        <a:rPr lang="pt-PT" sz="1000" kern="1200" dirty="0" err="1">
                          <a:solidFill>
                            <a:schemeClr val="tx1"/>
                          </a:solidFill>
                        </a:rPr>
                        <a:t>reCaptcha</a:t>
                      </a:r>
                      <a:r>
                        <a:rPr lang="pt-PT" sz="1000" kern="1200" dirty="0">
                          <a:solidFill>
                            <a:schemeClr val="tx1"/>
                          </a:solidFill>
                        </a:rPr>
                        <a:t> </a:t>
                      </a:r>
                      <a:r>
                        <a:rPr lang="pt-PT" sz="1000" kern="1200" dirty="0" err="1">
                          <a:solidFill>
                            <a:schemeClr val="tx1"/>
                          </a:solidFill>
                        </a:rPr>
                        <a:t>client</a:t>
                      </a:r>
                      <a:r>
                        <a:rPr lang="pt-PT" sz="1000" kern="1200" dirty="0">
                          <a:solidFill>
                            <a:schemeClr val="tx1"/>
                          </a:solidFill>
                        </a:rPr>
                        <a:t> </a:t>
                      </a:r>
                      <a:r>
                        <a:rPr lang="pt-PT" sz="1000" kern="1200" dirty="0" err="1">
                          <a:solidFill>
                            <a:schemeClr val="tx1"/>
                          </a:solidFill>
                        </a:rPr>
                        <a:t>secret</a:t>
                      </a:r>
                      <a:endParaRPr lang="pt-PT" sz="1000" kern="1200" dirty="0">
                        <a:solidFill>
                          <a:schemeClr val="tx1"/>
                        </a:solidFill>
                        <a:latin typeface="+mn-lt"/>
                        <a:ea typeface="+mn-ea"/>
                        <a:cs typeface="+mn-cs"/>
                      </a:endParaRPr>
                    </a:p>
                  </a:txBody>
                  <a:tcPr/>
                </a:tc>
                <a:tc>
                  <a:txBody>
                    <a:bodyPr/>
                    <a:lstStyle/>
                    <a:p>
                      <a:r>
                        <a:rPr lang="pt-PT" sz="1000" kern="1200" dirty="0">
                          <a:solidFill>
                            <a:schemeClr val="tx1"/>
                          </a:solidFill>
                        </a:rPr>
                        <a:t>Ex: </a:t>
                      </a:r>
                      <a:r>
                        <a:rPr lang="pt-PT" sz="1000" kern="1200" dirty="0" err="1">
                          <a:solidFill>
                            <a:schemeClr val="tx1"/>
                          </a:solidFill>
                        </a:rPr>
                        <a:t>Used</a:t>
                      </a:r>
                      <a:r>
                        <a:rPr lang="pt-PT" sz="1000" kern="1200" dirty="0">
                          <a:solidFill>
                            <a:schemeClr val="tx1"/>
                          </a:solidFill>
                        </a:rPr>
                        <a:t> to </a:t>
                      </a:r>
                      <a:r>
                        <a:rPr lang="pt-PT" sz="1000" kern="1200" dirty="0" err="1">
                          <a:solidFill>
                            <a:schemeClr val="tx1"/>
                          </a:solidFill>
                        </a:rPr>
                        <a:t>implement</a:t>
                      </a:r>
                      <a:r>
                        <a:rPr lang="pt-PT" sz="1000" kern="1200" dirty="0">
                          <a:solidFill>
                            <a:schemeClr val="tx1"/>
                          </a:solidFill>
                        </a:rPr>
                        <a:t> Google </a:t>
                      </a:r>
                      <a:r>
                        <a:rPr lang="pt-PT" sz="1000" kern="1200" dirty="0" err="1">
                          <a:solidFill>
                            <a:schemeClr val="tx1"/>
                          </a:solidFill>
                        </a:rPr>
                        <a:t>reCaptcha</a:t>
                      </a:r>
                      <a:endParaRPr lang="pt-PT" sz="1000" kern="1200" dirty="0">
                        <a:solidFill>
                          <a:schemeClr val="tx1"/>
                        </a:solidFill>
                        <a:latin typeface="+mn-lt"/>
                        <a:ea typeface="+mn-ea"/>
                        <a:cs typeface="+mn-cs"/>
                      </a:endParaRPr>
                    </a:p>
                  </a:txBody>
                  <a:tcPr/>
                </a:tc>
                <a:tc>
                  <a:txBody>
                    <a:bodyPr/>
                    <a:lstStyle/>
                    <a:p>
                      <a:endParaRPr lang="pt-PT" sz="1000" kern="1200" dirty="0">
                        <a:solidFill>
                          <a:schemeClr val="tx1"/>
                        </a:solidFill>
                        <a:latin typeface="+mn-lt"/>
                        <a:ea typeface="+mn-ea"/>
                        <a:cs typeface="+mn-cs"/>
                      </a:endParaRPr>
                    </a:p>
                  </a:txBody>
                  <a:tcPr/>
                </a:tc>
                <a:extLst>
                  <a:ext uri="{0D108BD9-81ED-4DB2-BD59-A6C34878D82A}">
                    <a16:rowId xmlns:a16="http://schemas.microsoft.com/office/drawing/2014/main" val="475355011"/>
                  </a:ext>
                </a:extLst>
              </a:tr>
              <a:tr h="0">
                <a:tc>
                  <a:txBody>
                    <a:bodyPr/>
                    <a:lstStyle/>
                    <a:p>
                      <a:r>
                        <a:rPr lang="pt-PT" sz="1000" kern="1200" dirty="0">
                          <a:solidFill>
                            <a:schemeClr val="tx1"/>
                          </a:solidFill>
                        </a:rPr>
                        <a:t>Ex: </a:t>
                      </a:r>
                      <a:r>
                        <a:rPr lang="pt-PT" sz="1000" dirty="0" err="1"/>
                        <a:t>Technical</a:t>
                      </a:r>
                      <a:r>
                        <a:rPr lang="pt-PT" sz="1000" dirty="0"/>
                        <a:t> </a:t>
                      </a:r>
                      <a:r>
                        <a:rPr lang="pt-PT" sz="1000" dirty="0" err="1"/>
                        <a:t>User</a:t>
                      </a:r>
                      <a:r>
                        <a:rPr lang="pt-PT" sz="1000" dirty="0"/>
                        <a:t> Password</a:t>
                      </a:r>
                    </a:p>
                  </a:txBody>
                  <a:tcPr/>
                </a:tc>
                <a:tc>
                  <a:txBody>
                    <a:bodyPr/>
                    <a:lstStyle/>
                    <a:p>
                      <a:r>
                        <a:rPr lang="pt-PT" sz="1000" kern="1200" dirty="0">
                          <a:solidFill>
                            <a:schemeClr val="tx1"/>
                          </a:solidFill>
                        </a:rPr>
                        <a:t>Ex: </a:t>
                      </a:r>
                      <a:r>
                        <a:rPr lang="pt-PT" sz="1000" dirty="0" err="1"/>
                        <a:t>Used</a:t>
                      </a:r>
                      <a:r>
                        <a:rPr lang="pt-PT" sz="1000" dirty="0"/>
                        <a:t> to </a:t>
                      </a:r>
                      <a:r>
                        <a:rPr lang="pt-PT" sz="1000" dirty="0" err="1"/>
                        <a:t>connect</a:t>
                      </a:r>
                      <a:r>
                        <a:rPr lang="pt-PT" sz="1000" dirty="0"/>
                        <a:t> to X </a:t>
                      </a:r>
                      <a:r>
                        <a:rPr lang="pt-PT" sz="1000" dirty="0" err="1"/>
                        <a:t>resource</a:t>
                      </a:r>
                      <a:endParaRPr lang="pt-PT" sz="1000" dirty="0"/>
                    </a:p>
                  </a:txBody>
                  <a:tcPr/>
                </a:tc>
                <a:tc>
                  <a:txBody>
                    <a:bodyPr/>
                    <a:lstStyle/>
                    <a:p>
                      <a:endParaRPr lang="pt-PT" sz="1000" dirty="0"/>
                    </a:p>
                  </a:txBody>
                  <a:tcPr/>
                </a:tc>
                <a:extLst>
                  <a:ext uri="{0D108BD9-81ED-4DB2-BD59-A6C34878D82A}">
                    <a16:rowId xmlns:a16="http://schemas.microsoft.com/office/drawing/2014/main" val="2034481140"/>
                  </a:ext>
                </a:extLst>
              </a:tr>
              <a:tr h="0">
                <a:tc>
                  <a:txBody>
                    <a:bodyPr/>
                    <a:lstStyle/>
                    <a:p>
                      <a:endParaRPr lang="pt-PT" sz="1000" dirty="0"/>
                    </a:p>
                  </a:txBody>
                  <a:tcPr/>
                </a:tc>
                <a:tc>
                  <a:txBody>
                    <a:bodyPr/>
                    <a:lstStyle/>
                    <a:p>
                      <a:endParaRPr lang="pt-PT" sz="1000" dirty="0"/>
                    </a:p>
                  </a:txBody>
                  <a:tcPr/>
                </a:tc>
                <a:tc>
                  <a:txBody>
                    <a:bodyPr/>
                    <a:lstStyle/>
                    <a:p>
                      <a:endParaRPr lang="pt-PT" sz="1000" dirty="0"/>
                    </a:p>
                  </a:txBody>
                  <a:tcPr/>
                </a:tc>
                <a:extLst>
                  <a:ext uri="{0D108BD9-81ED-4DB2-BD59-A6C34878D82A}">
                    <a16:rowId xmlns:a16="http://schemas.microsoft.com/office/drawing/2014/main" val="2933014129"/>
                  </a:ext>
                </a:extLst>
              </a:tr>
            </a:tbl>
          </a:graphicData>
        </a:graphic>
      </p:graphicFrame>
    </p:spTree>
    <p:extLst>
      <p:ext uri="{BB962C8B-B14F-4D97-AF65-F5344CB8AC3E}">
        <p14:creationId xmlns:p14="http://schemas.microsoft.com/office/powerpoint/2010/main" val="35683722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2" name="Connector: Elbow 51">
            <a:extLst>
              <a:ext uri="{FF2B5EF4-FFF2-40B4-BE49-F238E27FC236}">
                <a16:creationId xmlns:a16="http://schemas.microsoft.com/office/drawing/2014/main" id="{30D8E553-0A9C-ECA5-6E11-278835ECCCB0}"/>
              </a:ext>
            </a:extLst>
          </p:cNvPr>
          <p:cNvCxnSpPr>
            <a:cxnSpLocks/>
            <a:stCxn id="34" idx="6"/>
          </p:cNvCxnSpPr>
          <p:nvPr/>
        </p:nvCxnSpPr>
        <p:spPr>
          <a:xfrm flipV="1">
            <a:off x="2213367" y="4337525"/>
            <a:ext cx="4727931" cy="3225"/>
          </a:xfrm>
          <a:prstGeom prst="bentConnector3">
            <a:avLst>
              <a:gd name="adj1" fmla="val 50000"/>
            </a:avLst>
          </a:prstGeom>
          <a:ln w="152400" cap="rnd">
            <a:solidFill>
              <a:schemeClr val="accent2">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B59F7EAE-55CD-A5E9-9DE8-BCC0C839688F}"/>
              </a:ext>
            </a:extLst>
          </p:cNvPr>
          <p:cNvCxnSpPr>
            <a:cxnSpLocks/>
          </p:cNvCxnSpPr>
          <p:nvPr/>
        </p:nvCxnSpPr>
        <p:spPr>
          <a:xfrm>
            <a:off x="7121313" y="3598888"/>
            <a:ext cx="0" cy="3191801"/>
          </a:xfrm>
          <a:prstGeom prst="line">
            <a:avLst/>
          </a:prstGeom>
          <a:ln w="152400" cap="rnd">
            <a:solidFill>
              <a:schemeClr val="accent2">
                <a:lumMod val="75000"/>
              </a:schemeClr>
            </a:solidFill>
            <a:round/>
          </a:ln>
        </p:spPr>
        <p:style>
          <a:lnRef idx="1">
            <a:schemeClr val="accent1"/>
          </a:lnRef>
          <a:fillRef idx="0">
            <a:schemeClr val="accent1"/>
          </a:fillRef>
          <a:effectRef idx="0">
            <a:schemeClr val="accent1"/>
          </a:effectRef>
          <a:fontRef idx="minor">
            <a:schemeClr val="tx1"/>
          </a:fontRef>
        </p:style>
      </p:cxnSp>
      <p:sp>
        <p:nvSpPr>
          <p:cNvPr id="12" name="Rectángulo 44">
            <a:extLst>
              <a:ext uri="{FF2B5EF4-FFF2-40B4-BE49-F238E27FC236}">
                <a16:creationId xmlns:a16="http://schemas.microsoft.com/office/drawing/2014/main" id="{441E1F2C-FDA0-444F-C6EB-B3C974243815}"/>
              </a:ext>
            </a:extLst>
          </p:cNvPr>
          <p:cNvSpPr/>
          <p:nvPr/>
        </p:nvSpPr>
        <p:spPr>
          <a:xfrm>
            <a:off x="1932699" y="581025"/>
            <a:ext cx="202649" cy="5733485"/>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grpSp>
        <p:nvGrpSpPr>
          <p:cNvPr id="14" name="Group 13">
            <a:extLst>
              <a:ext uri="{FF2B5EF4-FFF2-40B4-BE49-F238E27FC236}">
                <a16:creationId xmlns:a16="http://schemas.microsoft.com/office/drawing/2014/main" id="{6AEE38F2-AD64-D3B4-9FB9-E6C23DC859BA}"/>
              </a:ext>
            </a:extLst>
          </p:cNvPr>
          <p:cNvGrpSpPr/>
          <p:nvPr/>
        </p:nvGrpSpPr>
        <p:grpSpPr>
          <a:xfrm>
            <a:off x="1854679" y="2774275"/>
            <a:ext cx="2820101" cy="369332"/>
            <a:chOff x="1854679" y="3238744"/>
            <a:chExt cx="2820101" cy="369332"/>
          </a:xfrm>
        </p:grpSpPr>
        <p:sp>
          <p:nvSpPr>
            <p:cNvPr id="15" name="CuadroTexto 49">
              <a:extLst>
                <a:ext uri="{FF2B5EF4-FFF2-40B4-BE49-F238E27FC236}">
                  <a16:creationId xmlns:a16="http://schemas.microsoft.com/office/drawing/2014/main" id="{83468356-52F5-35F6-DAEF-77513FE81AF9}"/>
                </a:ext>
              </a:extLst>
            </p:cNvPr>
            <p:cNvSpPr txBox="1"/>
            <p:nvPr/>
          </p:nvSpPr>
          <p:spPr>
            <a:xfrm>
              <a:off x="2268993" y="3238744"/>
              <a:ext cx="2405787" cy="369332"/>
            </a:xfrm>
            <a:prstGeom prst="rect">
              <a:avLst/>
            </a:prstGeom>
            <a:noFill/>
          </p:spPr>
          <p:txBody>
            <a:bodyPr wrap="none" rtlCol="0">
              <a:spAutoFit/>
            </a:bodyPr>
            <a:lstStyle/>
            <a:p>
              <a:r>
                <a:rPr lang="en-US" dirty="0" err="1">
                  <a:solidFill>
                    <a:schemeClr val="tx2"/>
                  </a:solidFill>
                  <a:latin typeface="Santander Text" panose="020B0504020201020104" pitchFamily="34" charset="0"/>
                </a:rPr>
                <a:t>Desenho</a:t>
              </a:r>
              <a:r>
                <a:rPr lang="en-US" dirty="0">
                  <a:solidFill>
                    <a:schemeClr val="tx2"/>
                  </a:solidFill>
                  <a:latin typeface="Santander Text" panose="020B0504020201020104" pitchFamily="34" charset="0"/>
                </a:rPr>
                <a:t> Técnico (HLD)</a:t>
              </a:r>
            </a:p>
          </p:txBody>
        </p:sp>
        <p:grpSp>
          <p:nvGrpSpPr>
            <p:cNvPr id="16" name="Punto 1">
              <a:extLst>
                <a:ext uri="{FF2B5EF4-FFF2-40B4-BE49-F238E27FC236}">
                  <a16:creationId xmlns:a16="http://schemas.microsoft.com/office/drawing/2014/main" id="{E33918F4-8603-E7F7-06C9-0FE0A49B1F22}"/>
                </a:ext>
              </a:extLst>
            </p:cNvPr>
            <p:cNvGrpSpPr/>
            <p:nvPr/>
          </p:nvGrpSpPr>
          <p:grpSpPr>
            <a:xfrm>
              <a:off x="1854679" y="3244066"/>
              <a:ext cx="358688" cy="358688"/>
              <a:chOff x="3928533" y="1504713"/>
              <a:chExt cx="358688" cy="358688"/>
            </a:xfrm>
            <a:solidFill>
              <a:srgbClr val="3C3C3B"/>
            </a:solidFill>
          </p:grpSpPr>
          <p:sp>
            <p:nvSpPr>
              <p:cNvPr id="17" name="Elipse 99">
                <a:extLst>
                  <a:ext uri="{FF2B5EF4-FFF2-40B4-BE49-F238E27FC236}">
                    <a16:creationId xmlns:a16="http://schemas.microsoft.com/office/drawing/2014/main" id="{BFFFC909-90F3-6975-2ACF-9EA5B66D3287}"/>
                  </a:ext>
                </a:extLst>
              </p:cNvPr>
              <p:cNvSpPr/>
              <p:nvPr/>
            </p:nvSpPr>
            <p:spPr>
              <a:xfrm>
                <a:off x="3928533" y="1504713"/>
                <a:ext cx="358688" cy="35868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sp>
            <p:nvSpPr>
              <p:cNvPr id="18" name="Elipse 100">
                <a:extLst>
                  <a:ext uri="{FF2B5EF4-FFF2-40B4-BE49-F238E27FC236}">
                    <a16:creationId xmlns:a16="http://schemas.microsoft.com/office/drawing/2014/main" id="{40188AEA-C493-678A-89A3-117F575AAE78}"/>
                  </a:ext>
                </a:extLst>
              </p:cNvPr>
              <p:cNvSpPr/>
              <p:nvPr/>
            </p:nvSpPr>
            <p:spPr>
              <a:xfrm>
                <a:off x="4027046" y="1603226"/>
                <a:ext cx="161662" cy="16166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grpSp>
      </p:grpSp>
      <p:grpSp>
        <p:nvGrpSpPr>
          <p:cNvPr id="26" name="Group 25">
            <a:extLst>
              <a:ext uri="{FF2B5EF4-FFF2-40B4-BE49-F238E27FC236}">
                <a16:creationId xmlns:a16="http://schemas.microsoft.com/office/drawing/2014/main" id="{71CE5F19-53CD-9468-DBBF-96799D4AB5F0}"/>
              </a:ext>
            </a:extLst>
          </p:cNvPr>
          <p:cNvGrpSpPr/>
          <p:nvPr/>
        </p:nvGrpSpPr>
        <p:grpSpPr>
          <a:xfrm>
            <a:off x="1854679" y="3234878"/>
            <a:ext cx="1441839" cy="369332"/>
            <a:chOff x="1854679" y="3814462"/>
            <a:chExt cx="1441839" cy="369332"/>
          </a:xfrm>
        </p:grpSpPr>
        <p:sp>
          <p:nvSpPr>
            <p:cNvPr id="27" name="CuadroTexto 55">
              <a:extLst>
                <a:ext uri="{FF2B5EF4-FFF2-40B4-BE49-F238E27FC236}">
                  <a16:creationId xmlns:a16="http://schemas.microsoft.com/office/drawing/2014/main" id="{84D6CDC8-506B-4780-477A-5ED527306E32}"/>
                </a:ext>
              </a:extLst>
            </p:cNvPr>
            <p:cNvSpPr txBox="1"/>
            <p:nvPr/>
          </p:nvSpPr>
          <p:spPr>
            <a:xfrm>
              <a:off x="2268993" y="3814462"/>
              <a:ext cx="1027525" cy="369332"/>
            </a:xfrm>
            <a:prstGeom prst="rect">
              <a:avLst/>
            </a:prstGeom>
            <a:noFill/>
          </p:spPr>
          <p:txBody>
            <a:bodyPr wrap="none" rtlCol="0">
              <a:spAutoFit/>
            </a:bodyPr>
            <a:lstStyle/>
            <a:p>
              <a:r>
                <a:rPr lang="en-US" dirty="0">
                  <a:solidFill>
                    <a:schemeClr val="tx2"/>
                  </a:solidFill>
                  <a:latin typeface="Santander Text" panose="020B0504020201020104" pitchFamily="34" charset="0"/>
                </a:rPr>
                <a:t>Volumes</a:t>
              </a:r>
            </a:p>
          </p:txBody>
        </p:sp>
        <p:grpSp>
          <p:nvGrpSpPr>
            <p:cNvPr id="28" name="Punto 1">
              <a:extLst>
                <a:ext uri="{FF2B5EF4-FFF2-40B4-BE49-F238E27FC236}">
                  <a16:creationId xmlns:a16="http://schemas.microsoft.com/office/drawing/2014/main" id="{D2A34BF1-76EA-AE29-9C6A-695043A77D00}"/>
                </a:ext>
              </a:extLst>
            </p:cNvPr>
            <p:cNvGrpSpPr/>
            <p:nvPr/>
          </p:nvGrpSpPr>
          <p:grpSpPr>
            <a:xfrm>
              <a:off x="1854679" y="3819784"/>
              <a:ext cx="358688" cy="358688"/>
              <a:chOff x="3928533" y="1504713"/>
              <a:chExt cx="358688" cy="358688"/>
            </a:xfrm>
            <a:solidFill>
              <a:srgbClr val="3C3C3B"/>
            </a:solidFill>
          </p:grpSpPr>
          <p:sp>
            <p:nvSpPr>
              <p:cNvPr id="29" name="Elipse 102">
                <a:extLst>
                  <a:ext uri="{FF2B5EF4-FFF2-40B4-BE49-F238E27FC236}">
                    <a16:creationId xmlns:a16="http://schemas.microsoft.com/office/drawing/2014/main" id="{3722F08D-7D6B-9071-4502-B199BD45B767}"/>
                  </a:ext>
                </a:extLst>
              </p:cNvPr>
              <p:cNvSpPr/>
              <p:nvPr/>
            </p:nvSpPr>
            <p:spPr>
              <a:xfrm>
                <a:off x="3928533" y="1504713"/>
                <a:ext cx="358688" cy="35868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sp>
            <p:nvSpPr>
              <p:cNvPr id="30" name="Elipse 103">
                <a:extLst>
                  <a:ext uri="{FF2B5EF4-FFF2-40B4-BE49-F238E27FC236}">
                    <a16:creationId xmlns:a16="http://schemas.microsoft.com/office/drawing/2014/main" id="{1D0533F6-847B-1A24-7BFA-1F7366DE5BF3}"/>
                  </a:ext>
                </a:extLst>
              </p:cNvPr>
              <p:cNvSpPr/>
              <p:nvPr/>
            </p:nvSpPr>
            <p:spPr>
              <a:xfrm>
                <a:off x="4027046" y="1603226"/>
                <a:ext cx="161662" cy="16166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grpSp>
      </p:grpSp>
      <p:grpSp>
        <p:nvGrpSpPr>
          <p:cNvPr id="33" name="Punto 1">
            <a:extLst>
              <a:ext uri="{FF2B5EF4-FFF2-40B4-BE49-F238E27FC236}">
                <a16:creationId xmlns:a16="http://schemas.microsoft.com/office/drawing/2014/main" id="{56615ECB-EF1B-16C9-3B25-CDED4115BA83}"/>
              </a:ext>
            </a:extLst>
          </p:cNvPr>
          <p:cNvGrpSpPr/>
          <p:nvPr/>
        </p:nvGrpSpPr>
        <p:grpSpPr>
          <a:xfrm>
            <a:off x="1854679" y="4161406"/>
            <a:ext cx="358688" cy="358688"/>
            <a:chOff x="3928533" y="1504713"/>
            <a:chExt cx="358688" cy="358688"/>
          </a:xfrm>
          <a:solidFill>
            <a:srgbClr val="3C3C3B"/>
          </a:solidFill>
        </p:grpSpPr>
        <p:sp>
          <p:nvSpPr>
            <p:cNvPr id="34" name="Elipse 105">
              <a:extLst>
                <a:ext uri="{FF2B5EF4-FFF2-40B4-BE49-F238E27FC236}">
                  <a16:creationId xmlns:a16="http://schemas.microsoft.com/office/drawing/2014/main" id="{5A5EBD43-5188-7CBE-A7C9-5B3C00292DC0}"/>
                </a:ext>
              </a:extLst>
            </p:cNvPr>
            <p:cNvSpPr/>
            <p:nvPr/>
          </p:nvSpPr>
          <p:spPr>
            <a:xfrm>
              <a:off x="3928533" y="1504713"/>
              <a:ext cx="358688" cy="35868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sp>
          <p:nvSpPr>
            <p:cNvPr id="35" name="Elipse 106">
              <a:extLst>
                <a:ext uri="{FF2B5EF4-FFF2-40B4-BE49-F238E27FC236}">
                  <a16:creationId xmlns:a16="http://schemas.microsoft.com/office/drawing/2014/main" id="{E75F76E2-44BF-45B9-D05C-A8339E86970C}"/>
                </a:ext>
              </a:extLst>
            </p:cNvPr>
            <p:cNvSpPr/>
            <p:nvPr/>
          </p:nvSpPr>
          <p:spPr>
            <a:xfrm>
              <a:off x="4027046" y="1603226"/>
              <a:ext cx="161662" cy="16166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grpSp>
      <p:grpSp>
        <p:nvGrpSpPr>
          <p:cNvPr id="36" name="Group 35">
            <a:extLst>
              <a:ext uri="{FF2B5EF4-FFF2-40B4-BE49-F238E27FC236}">
                <a16:creationId xmlns:a16="http://schemas.microsoft.com/office/drawing/2014/main" id="{6703673A-B1F6-F338-27E6-80E1DD3D79C1}"/>
              </a:ext>
            </a:extLst>
          </p:cNvPr>
          <p:cNvGrpSpPr/>
          <p:nvPr/>
        </p:nvGrpSpPr>
        <p:grpSpPr>
          <a:xfrm>
            <a:off x="1854679" y="5077290"/>
            <a:ext cx="2754314" cy="369332"/>
            <a:chOff x="1854679" y="4934771"/>
            <a:chExt cx="2754314" cy="369332"/>
          </a:xfrm>
        </p:grpSpPr>
        <p:sp>
          <p:nvSpPr>
            <p:cNvPr id="37" name="CuadroTexto 56">
              <a:extLst>
                <a:ext uri="{FF2B5EF4-FFF2-40B4-BE49-F238E27FC236}">
                  <a16:creationId xmlns:a16="http://schemas.microsoft.com/office/drawing/2014/main" id="{CF571280-54BA-EB4D-FAF3-B49B21A20F6D}"/>
                </a:ext>
              </a:extLst>
            </p:cNvPr>
            <p:cNvSpPr txBox="1"/>
            <p:nvPr/>
          </p:nvSpPr>
          <p:spPr>
            <a:xfrm>
              <a:off x="2268993" y="4934771"/>
              <a:ext cx="2340000" cy="369332"/>
            </a:xfrm>
            <a:prstGeom prst="rect">
              <a:avLst/>
            </a:prstGeom>
            <a:noFill/>
          </p:spPr>
          <p:txBody>
            <a:bodyPr wrap="none" rtlCol="0">
              <a:spAutoFit/>
            </a:bodyPr>
            <a:lstStyle>
              <a:defPPr>
                <a:defRPr lang="es-ES"/>
              </a:defPPr>
              <a:lvl1pPr>
                <a:defRPr>
                  <a:solidFill>
                    <a:schemeClr val="tx1">
                      <a:lumMod val="65000"/>
                      <a:lumOff val="35000"/>
                    </a:schemeClr>
                  </a:solidFill>
                </a:defRPr>
              </a:lvl1pPr>
            </a:lstStyle>
            <a:p>
              <a:r>
                <a:rPr lang="en-US" dirty="0" err="1">
                  <a:solidFill>
                    <a:schemeClr val="tx2"/>
                  </a:solidFill>
                  <a:latin typeface="Santander Text" panose="020B0504020201020104" pitchFamily="34" charset="0"/>
                </a:rPr>
                <a:t>Riscos</a:t>
              </a:r>
              <a:r>
                <a:rPr lang="en-US" dirty="0">
                  <a:solidFill>
                    <a:schemeClr val="tx2"/>
                  </a:solidFill>
                  <a:latin typeface="Santander Text" panose="020B0504020201020104" pitchFamily="34" charset="0"/>
                </a:rPr>
                <a:t> e </a:t>
              </a:r>
              <a:r>
                <a:rPr lang="en-US" dirty="0" err="1">
                  <a:solidFill>
                    <a:schemeClr val="tx2"/>
                  </a:solidFill>
                  <a:latin typeface="Santander Text" panose="020B0504020201020104" pitchFamily="34" charset="0"/>
                </a:rPr>
                <a:t>dependências</a:t>
              </a:r>
              <a:endParaRPr lang="en-US" dirty="0">
                <a:solidFill>
                  <a:schemeClr val="tx2"/>
                </a:solidFill>
                <a:latin typeface="Santander Text" panose="020B0504020201020104" pitchFamily="34" charset="0"/>
              </a:endParaRPr>
            </a:p>
          </p:txBody>
        </p:sp>
        <p:grpSp>
          <p:nvGrpSpPr>
            <p:cNvPr id="38" name="Punto 1">
              <a:extLst>
                <a:ext uri="{FF2B5EF4-FFF2-40B4-BE49-F238E27FC236}">
                  <a16:creationId xmlns:a16="http://schemas.microsoft.com/office/drawing/2014/main" id="{30FB72D1-652B-573F-ABF3-CAAF9AD99658}"/>
                </a:ext>
              </a:extLst>
            </p:cNvPr>
            <p:cNvGrpSpPr/>
            <p:nvPr/>
          </p:nvGrpSpPr>
          <p:grpSpPr>
            <a:xfrm>
              <a:off x="1854679" y="4940093"/>
              <a:ext cx="358688" cy="358688"/>
              <a:chOff x="3928533" y="1504713"/>
              <a:chExt cx="358688" cy="358688"/>
            </a:xfrm>
            <a:solidFill>
              <a:srgbClr val="3C3C3B"/>
            </a:solidFill>
          </p:grpSpPr>
          <p:sp>
            <p:nvSpPr>
              <p:cNvPr id="39" name="Elipse 111">
                <a:extLst>
                  <a:ext uri="{FF2B5EF4-FFF2-40B4-BE49-F238E27FC236}">
                    <a16:creationId xmlns:a16="http://schemas.microsoft.com/office/drawing/2014/main" id="{CC01E7A9-D702-9DDC-BE62-5985F869945F}"/>
                  </a:ext>
                </a:extLst>
              </p:cNvPr>
              <p:cNvSpPr/>
              <p:nvPr/>
            </p:nvSpPr>
            <p:spPr>
              <a:xfrm>
                <a:off x="3928533" y="1504713"/>
                <a:ext cx="358688" cy="35868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sp>
            <p:nvSpPr>
              <p:cNvPr id="40" name="Elipse 112">
                <a:extLst>
                  <a:ext uri="{FF2B5EF4-FFF2-40B4-BE49-F238E27FC236}">
                    <a16:creationId xmlns:a16="http://schemas.microsoft.com/office/drawing/2014/main" id="{033F8260-B0B8-98FE-7769-7247FEB7B429}"/>
                  </a:ext>
                </a:extLst>
              </p:cNvPr>
              <p:cNvSpPr/>
              <p:nvPr/>
            </p:nvSpPr>
            <p:spPr>
              <a:xfrm>
                <a:off x="4027046" y="1603226"/>
                <a:ext cx="161662" cy="16166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grpSp>
      </p:grpSp>
      <p:grpSp>
        <p:nvGrpSpPr>
          <p:cNvPr id="41" name="Group 40">
            <a:extLst>
              <a:ext uri="{FF2B5EF4-FFF2-40B4-BE49-F238E27FC236}">
                <a16:creationId xmlns:a16="http://schemas.microsoft.com/office/drawing/2014/main" id="{53BD46D4-F842-A061-3F8E-198DCEF0F633}"/>
              </a:ext>
            </a:extLst>
          </p:cNvPr>
          <p:cNvGrpSpPr/>
          <p:nvPr/>
        </p:nvGrpSpPr>
        <p:grpSpPr>
          <a:xfrm>
            <a:off x="1854679" y="5537893"/>
            <a:ext cx="4932026" cy="369332"/>
            <a:chOff x="1854679" y="5503730"/>
            <a:chExt cx="4932026" cy="369332"/>
          </a:xfrm>
        </p:grpSpPr>
        <p:sp>
          <p:nvSpPr>
            <p:cNvPr id="42" name="CuadroTexto 45">
              <a:extLst>
                <a:ext uri="{FF2B5EF4-FFF2-40B4-BE49-F238E27FC236}">
                  <a16:creationId xmlns:a16="http://schemas.microsoft.com/office/drawing/2014/main" id="{8EF48CBB-B3A9-AF16-3441-5DB51724D330}"/>
                </a:ext>
              </a:extLst>
            </p:cNvPr>
            <p:cNvSpPr txBox="1"/>
            <p:nvPr/>
          </p:nvSpPr>
          <p:spPr>
            <a:xfrm>
              <a:off x="2268993" y="5503730"/>
              <a:ext cx="4517712" cy="369332"/>
            </a:xfrm>
            <a:prstGeom prst="rect">
              <a:avLst/>
            </a:prstGeom>
            <a:noFill/>
          </p:spPr>
          <p:txBody>
            <a:bodyPr wrap="none" rtlCol="0">
              <a:spAutoFit/>
            </a:bodyPr>
            <a:lstStyle/>
            <a:p>
              <a:r>
                <a:rPr lang="en-US" dirty="0" err="1">
                  <a:solidFill>
                    <a:schemeClr val="tx2"/>
                  </a:solidFill>
                  <a:latin typeface="Santander Text" panose="020B0504020201020104" pitchFamily="34" charset="0"/>
                </a:rPr>
                <a:t>Documentação</a:t>
              </a:r>
              <a:r>
                <a:rPr lang="en-US" dirty="0">
                  <a:solidFill>
                    <a:schemeClr val="tx2"/>
                  </a:solidFill>
                  <a:latin typeface="Santander Text" panose="020B0504020201020104" pitchFamily="34" charset="0"/>
                </a:rPr>
                <a:t> de </a:t>
              </a:r>
              <a:r>
                <a:rPr lang="en-US" dirty="0" err="1">
                  <a:solidFill>
                    <a:schemeClr val="tx2"/>
                  </a:solidFill>
                  <a:latin typeface="Santander Text" panose="020B0504020201020104" pitchFamily="34" charset="0"/>
                </a:rPr>
                <a:t>Referência</a:t>
              </a:r>
              <a:r>
                <a:rPr lang="en-US" dirty="0">
                  <a:solidFill>
                    <a:schemeClr val="tx2"/>
                  </a:solidFill>
                  <a:latin typeface="Santander Text" panose="020B0504020201020104" pitchFamily="34" charset="0"/>
                </a:rPr>
                <a:t> e Boas </a:t>
              </a:r>
              <a:r>
                <a:rPr lang="en-US" dirty="0" err="1">
                  <a:solidFill>
                    <a:schemeClr val="tx2"/>
                  </a:solidFill>
                  <a:latin typeface="Santander Text" panose="020B0504020201020104" pitchFamily="34" charset="0"/>
                </a:rPr>
                <a:t>Práticas</a:t>
              </a:r>
              <a:endParaRPr lang="en-US" dirty="0">
                <a:solidFill>
                  <a:schemeClr val="tx2"/>
                </a:solidFill>
                <a:latin typeface="Santander Text" panose="020B0504020201020104" pitchFamily="34" charset="0"/>
              </a:endParaRPr>
            </a:p>
          </p:txBody>
        </p:sp>
        <p:grpSp>
          <p:nvGrpSpPr>
            <p:cNvPr id="43" name="Punto 1">
              <a:extLst>
                <a:ext uri="{FF2B5EF4-FFF2-40B4-BE49-F238E27FC236}">
                  <a16:creationId xmlns:a16="http://schemas.microsoft.com/office/drawing/2014/main" id="{9FD1C571-BAF9-8D8A-9449-4A8A77B0EB38}"/>
                </a:ext>
              </a:extLst>
            </p:cNvPr>
            <p:cNvGrpSpPr/>
            <p:nvPr/>
          </p:nvGrpSpPr>
          <p:grpSpPr>
            <a:xfrm>
              <a:off x="1854679" y="5509052"/>
              <a:ext cx="358688" cy="358688"/>
              <a:chOff x="3928533" y="1504713"/>
              <a:chExt cx="358688" cy="358688"/>
            </a:xfrm>
            <a:solidFill>
              <a:srgbClr val="3C3C3B"/>
            </a:solidFill>
          </p:grpSpPr>
          <p:sp>
            <p:nvSpPr>
              <p:cNvPr id="44" name="Elipse 52">
                <a:extLst>
                  <a:ext uri="{FF2B5EF4-FFF2-40B4-BE49-F238E27FC236}">
                    <a16:creationId xmlns:a16="http://schemas.microsoft.com/office/drawing/2014/main" id="{9C6AB886-9C79-A968-454C-0C56B8B1A04E}"/>
                  </a:ext>
                </a:extLst>
              </p:cNvPr>
              <p:cNvSpPr/>
              <p:nvPr/>
            </p:nvSpPr>
            <p:spPr>
              <a:xfrm>
                <a:off x="3928533" y="1504713"/>
                <a:ext cx="358688" cy="35868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sp>
            <p:nvSpPr>
              <p:cNvPr id="61" name="Elipse 53">
                <a:extLst>
                  <a:ext uri="{FF2B5EF4-FFF2-40B4-BE49-F238E27FC236}">
                    <a16:creationId xmlns:a16="http://schemas.microsoft.com/office/drawing/2014/main" id="{4036AA14-2DCE-744B-CFB2-6202EE14AE5B}"/>
                  </a:ext>
                </a:extLst>
              </p:cNvPr>
              <p:cNvSpPr/>
              <p:nvPr/>
            </p:nvSpPr>
            <p:spPr>
              <a:xfrm>
                <a:off x="4027046" y="1603226"/>
                <a:ext cx="161662" cy="16166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grpSp>
      </p:grpSp>
      <p:grpSp>
        <p:nvGrpSpPr>
          <p:cNvPr id="62" name="Group 61">
            <a:extLst>
              <a:ext uri="{FF2B5EF4-FFF2-40B4-BE49-F238E27FC236}">
                <a16:creationId xmlns:a16="http://schemas.microsoft.com/office/drawing/2014/main" id="{433A960C-BC15-EF0F-519C-D69B4FF9B4B5}"/>
              </a:ext>
            </a:extLst>
          </p:cNvPr>
          <p:cNvGrpSpPr/>
          <p:nvPr/>
        </p:nvGrpSpPr>
        <p:grpSpPr>
          <a:xfrm>
            <a:off x="1854679" y="5998502"/>
            <a:ext cx="1300647" cy="369332"/>
            <a:chOff x="1854679" y="6037414"/>
            <a:chExt cx="1300647" cy="369332"/>
          </a:xfrm>
        </p:grpSpPr>
        <p:sp>
          <p:nvSpPr>
            <p:cNvPr id="63" name="CuadroTexto 59">
              <a:extLst>
                <a:ext uri="{FF2B5EF4-FFF2-40B4-BE49-F238E27FC236}">
                  <a16:creationId xmlns:a16="http://schemas.microsoft.com/office/drawing/2014/main" id="{9A723D19-14CC-CD69-42C8-F78B3EB7ECB0}"/>
                </a:ext>
              </a:extLst>
            </p:cNvPr>
            <p:cNvSpPr txBox="1"/>
            <p:nvPr/>
          </p:nvSpPr>
          <p:spPr>
            <a:xfrm>
              <a:off x="2268993" y="6037414"/>
              <a:ext cx="886333" cy="369332"/>
            </a:xfrm>
            <a:prstGeom prst="rect">
              <a:avLst/>
            </a:prstGeom>
            <a:noFill/>
          </p:spPr>
          <p:txBody>
            <a:bodyPr wrap="none" rtlCol="0">
              <a:spAutoFit/>
            </a:bodyPr>
            <a:lstStyle/>
            <a:p>
              <a:r>
                <a:rPr lang="en-US" dirty="0" err="1">
                  <a:solidFill>
                    <a:schemeClr val="tx2"/>
                  </a:solidFill>
                  <a:latin typeface="Santander Text" panose="020B0504020201020104" pitchFamily="34" charset="0"/>
                </a:rPr>
                <a:t>Anexos</a:t>
              </a:r>
              <a:endParaRPr lang="en-US" dirty="0">
                <a:solidFill>
                  <a:schemeClr val="tx2"/>
                </a:solidFill>
                <a:latin typeface="Santander Text" panose="020B0504020201020104" pitchFamily="34" charset="0"/>
              </a:endParaRPr>
            </a:p>
          </p:txBody>
        </p:sp>
        <p:grpSp>
          <p:nvGrpSpPr>
            <p:cNvPr id="64" name="Punto 1">
              <a:extLst>
                <a:ext uri="{FF2B5EF4-FFF2-40B4-BE49-F238E27FC236}">
                  <a16:creationId xmlns:a16="http://schemas.microsoft.com/office/drawing/2014/main" id="{DF256085-EB9A-3626-245C-6FC6FB78B92F}"/>
                </a:ext>
              </a:extLst>
            </p:cNvPr>
            <p:cNvGrpSpPr/>
            <p:nvPr/>
          </p:nvGrpSpPr>
          <p:grpSpPr>
            <a:xfrm>
              <a:off x="1854679" y="6042736"/>
              <a:ext cx="358688" cy="358688"/>
              <a:chOff x="3928533" y="1504713"/>
              <a:chExt cx="358688" cy="358688"/>
            </a:xfrm>
            <a:solidFill>
              <a:srgbClr val="3C3C3B"/>
            </a:solidFill>
          </p:grpSpPr>
          <p:sp>
            <p:nvSpPr>
              <p:cNvPr id="65" name="Elipse 52">
                <a:extLst>
                  <a:ext uri="{FF2B5EF4-FFF2-40B4-BE49-F238E27FC236}">
                    <a16:creationId xmlns:a16="http://schemas.microsoft.com/office/drawing/2014/main" id="{DBB72709-09F3-725E-7D04-826C9B9ECDB9}"/>
                  </a:ext>
                </a:extLst>
              </p:cNvPr>
              <p:cNvSpPr/>
              <p:nvPr/>
            </p:nvSpPr>
            <p:spPr>
              <a:xfrm>
                <a:off x="3928533" y="1504713"/>
                <a:ext cx="358688" cy="35868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sp>
            <p:nvSpPr>
              <p:cNvPr id="66" name="Elipse 53">
                <a:extLst>
                  <a:ext uri="{FF2B5EF4-FFF2-40B4-BE49-F238E27FC236}">
                    <a16:creationId xmlns:a16="http://schemas.microsoft.com/office/drawing/2014/main" id="{7CC92857-ADAD-758C-08ED-8B0212398A88}"/>
                  </a:ext>
                </a:extLst>
              </p:cNvPr>
              <p:cNvSpPr/>
              <p:nvPr/>
            </p:nvSpPr>
            <p:spPr>
              <a:xfrm>
                <a:off x="4027046" y="1603226"/>
                <a:ext cx="161662" cy="16166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grpSp>
      </p:grpSp>
      <p:grpSp>
        <p:nvGrpSpPr>
          <p:cNvPr id="67" name="Group 66">
            <a:extLst>
              <a:ext uri="{FF2B5EF4-FFF2-40B4-BE49-F238E27FC236}">
                <a16:creationId xmlns:a16="http://schemas.microsoft.com/office/drawing/2014/main" id="{D22F25F9-3ACB-4686-FA1C-597A575494A9}"/>
              </a:ext>
            </a:extLst>
          </p:cNvPr>
          <p:cNvGrpSpPr/>
          <p:nvPr/>
        </p:nvGrpSpPr>
        <p:grpSpPr>
          <a:xfrm>
            <a:off x="1854679" y="931863"/>
            <a:ext cx="1991797" cy="369332"/>
            <a:chOff x="1854679" y="1044073"/>
            <a:chExt cx="1991797" cy="369332"/>
          </a:xfrm>
        </p:grpSpPr>
        <p:grpSp>
          <p:nvGrpSpPr>
            <p:cNvPr id="68" name="Punto 1">
              <a:extLst>
                <a:ext uri="{FF2B5EF4-FFF2-40B4-BE49-F238E27FC236}">
                  <a16:creationId xmlns:a16="http://schemas.microsoft.com/office/drawing/2014/main" id="{0AE444CA-A187-A881-3FF8-8A3E884EBC15}"/>
                </a:ext>
              </a:extLst>
            </p:cNvPr>
            <p:cNvGrpSpPr/>
            <p:nvPr/>
          </p:nvGrpSpPr>
          <p:grpSpPr>
            <a:xfrm>
              <a:off x="1854679" y="1049395"/>
              <a:ext cx="358688" cy="358688"/>
              <a:chOff x="3928533" y="1504713"/>
              <a:chExt cx="358688" cy="358688"/>
            </a:xfrm>
            <a:solidFill>
              <a:srgbClr val="3C3C3B"/>
            </a:solidFill>
          </p:grpSpPr>
          <p:sp>
            <p:nvSpPr>
              <p:cNvPr id="70" name="Elipse 96">
                <a:extLst>
                  <a:ext uri="{FF2B5EF4-FFF2-40B4-BE49-F238E27FC236}">
                    <a16:creationId xmlns:a16="http://schemas.microsoft.com/office/drawing/2014/main" id="{DAC1ED66-CA8C-D9D3-671C-F350C9154D67}"/>
                  </a:ext>
                </a:extLst>
              </p:cNvPr>
              <p:cNvSpPr/>
              <p:nvPr/>
            </p:nvSpPr>
            <p:spPr>
              <a:xfrm>
                <a:off x="3928533" y="1504713"/>
                <a:ext cx="358688" cy="35868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sp>
            <p:nvSpPr>
              <p:cNvPr id="71" name="Elipse 97">
                <a:extLst>
                  <a:ext uri="{FF2B5EF4-FFF2-40B4-BE49-F238E27FC236}">
                    <a16:creationId xmlns:a16="http://schemas.microsoft.com/office/drawing/2014/main" id="{64952701-52A8-A5D0-7510-8C9052185314}"/>
                  </a:ext>
                </a:extLst>
              </p:cNvPr>
              <p:cNvSpPr/>
              <p:nvPr/>
            </p:nvSpPr>
            <p:spPr>
              <a:xfrm>
                <a:off x="4027046" y="1603226"/>
                <a:ext cx="161662" cy="16166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grpSp>
        <p:sp>
          <p:nvSpPr>
            <p:cNvPr id="69" name="CuadroTexto 47">
              <a:extLst>
                <a:ext uri="{FF2B5EF4-FFF2-40B4-BE49-F238E27FC236}">
                  <a16:creationId xmlns:a16="http://schemas.microsoft.com/office/drawing/2014/main" id="{7F49E773-2F87-E28B-5231-4C971A797F63}"/>
                </a:ext>
              </a:extLst>
            </p:cNvPr>
            <p:cNvSpPr txBox="1"/>
            <p:nvPr/>
          </p:nvSpPr>
          <p:spPr>
            <a:xfrm>
              <a:off x="2268993" y="1044073"/>
              <a:ext cx="1577483" cy="369332"/>
            </a:xfrm>
            <a:prstGeom prst="rect">
              <a:avLst/>
            </a:prstGeom>
            <a:noFill/>
          </p:spPr>
          <p:txBody>
            <a:bodyPr wrap="none" rtlCol="0">
              <a:spAutoFit/>
            </a:bodyPr>
            <a:lstStyle>
              <a:defPPr>
                <a:defRPr lang="es-ES"/>
              </a:defPPr>
              <a:lvl1pPr>
                <a:defRPr>
                  <a:solidFill>
                    <a:schemeClr val="tx1">
                      <a:lumMod val="65000"/>
                      <a:lumOff val="35000"/>
                    </a:schemeClr>
                  </a:solidFill>
                </a:defRPr>
              </a:lvl1pPr>
            </a:lstStyle>
            <a:p>
              <a:r>
                <a:rPr lang="en-US" dirty="0" err="1">
                  <a:solidFill>
                    <a:schemeClr val="tx2"/>
                  </a:solidFill>
                  <a:latin typeface="Santander Text" panose="020B0504020201020104" pitchFamily="34" charset="0"/>
                </a:rPr>
                <a:t>Situação</a:t>
              </a:r>
              <a:r>
                <a:rPr lang="en-US" dirty="0">
                  <a:solidFill>
                    <a:schemeClr val="tx2"/>
                  </a:solidFill>
                  <a:latin typeface="Santander Text" panose="020B0504020201020104" pitchFamily="34" charset="0"/>
                </a:rPr>
                <a:t> </a:t>
              </a:r>
              <a:r>
                <a:rPr lang="en-US" dirty="0" err="1">
                  <a:solidFill>
                    <a:schemeClr val="tx2"/>
                  </a:solidFill>
                  <a:latin typeface="Santander Text" panose="020B0504020201020104" pitchFamily="34" charset="0"/>
                </a:rPr>
                <a:t>Atual</a:t>
              </a:r>
              <a:endParaRPr lang="en-US" dirty="0">
                <a:solidFill>
                  <a:schemeClr val="tx2"/>
                </a:solidFill>
                <a:latin typeface="Santander Text" panose="020B0504020201020104" pitchFamily="34" charset="0"/>
              </a:endParaRPr>
            </a:p>
          </p:txBody>
        </p:sp>
      </p:grpSp>
      <p:grpSp>
        <p:nvGrpSpPr>
          <p:cNvPr id="72" name="Group 71">
            <a:extLst>
              <a:ext uri="{FF2B5EF4-FFF2-40B4-BE49-F238E27FC236}">
                <a16:creationId xmlns:a16="http://schemas.microsoft.com/office/drawing/2014/main" id="{0397682B-11D6-268F-A104-5845EF5A56A4}"/>
              </a:ext>
            </a:extLst>
          </p:cNvPr>
          <p:cNvGrpSpPr/>
          <p:nvPr/>
        </p:nvGrpSpPr>
        <p:grpSpPr>
          <a:xfrm>
            <a:off x="1854679" y="1853069"/>
            <a:ext cx="5412990" cy="369332"/>
            <a:chOff x="1854679" y="2101506"/>
            <a:chExt cx="5412990" cy="369332"/>
          </a:xfrm>
        </p:grpSpPr>
        <p:sp>
          <p:nvSpPr>
            <p:cNvPr id="73" name="CuadroTexto 57">
              <a:extLst>
                <a:ext uri="{FF2B5EF4-FFF2-40B4-BE49-F238E27FC236}">
                  <a16:creationId xmlns:a16="http://schemas.microsoft.com/office/drawing/2014/main" id="{21579A63-4E0E-C6FA-0C8C-31119C078C5B}"/>
                </a:ext>
              </a:extLst>
            </p:cNvPr>
            <p:cNvSpPr txBox="1"/>
            <p:nvPr/>
          </p:nvSpPr>
          <p:spPr>
            <a:xfrm>
              <a:off x="2268993" y="2101506"/>
              <a:ext cx="4998676" cy="369332"/>
            </a:xfrm>
            <a:prstGeom prst="rect">
              <a:avLst/>
            </a:prstGeom>
            <a:noFill/>
          </p:spPr>
          <p:txBody>
            <a:bodyPr wrap="none" rtlCol="0">
              <a:spAutoFit/>
            </a:bodyPr>
            <a:lstStyle/>
            <a:p>
              <a:r>
                <a:rPr lang="pt-PT" dirty="0">
                  <a:solidFill>
                    <a:schemeClr val="tx2"/>
                  </a:solidFill>
                  <a:latin typeface="Santander Text" panose="020B0504020201020104" pitchFamily="34" charset="0"/>
                </a:rPr>
                <a:t>Identificação e Descrição de Requisitos Funcionais</a:t>
              </a:r>
            </a:p>
          </p:txBody>
        </p:sp>
        <p:grpSp>
          <p:nvGrpSpPr>
            <p:cNvPr id="74" name="Punto 1">
              <a:extLst>
                <a:ext uri="{FF2B5EF4-FFF2-40B4-BE49-F238E27FC236}">
                  <a16:creationId xmlns:a16="http://schemas.microsoft.com/office/drawing/2014/main" id="{CD41C280-5A7C-EE62-77CB-2CFFFBF5D48B}"/>
                </a:ext>
              </a:extLst>
            </p:cNvPr>
            <p:cNvGrpSpPr/>
            <p:nvPr/>
          </p:nvGrpSpPr>
          <p:grpSpPr>
            <a:xfrm>
              <a:off x="1854679" y="2106828"/>
              <a:ext cx="358688" cy="358688"/>
              <a:chOff x="3928533" y="1504713"/>
              <a:chExt cx="358688" cy="358688"/>
            </a:xfrm>
            <a:solidFill>
              <a:srgbClr val="3C3C3B"/>
            </a:solidFill>
          </p:grpSpPr>
          <p:sp>
            <p:nvSpPr>
              <p:cNvPr id="75" name="Elipse 96">
                <a:extLst>
                  <a:ext uri="{FF2B5EF4-FFF2-40B4-BE49-F238E27FC236}">
                    <a16:creationId xmlns:a16="http://schemas.microsoft.com/office/drawing/2014/main" id="{A49BC513-6996-91BA-8429-F179570A4723}"/>
                  </a:ext>
                </a:extLst>
              </p:cNvPr>
              <p:cNvSpPr/>
              <p:nvPr/>
            </p:nvSpPr>
            <p:spPr>
              <a:xfrm>
                <a:off x="3928533" y="1504713"/>
                <a:ext cx="358688" cy="35868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sp>
            <p:nvSpPr>
              <p:cNvPr id="76" name="Elipse 97">
                <a:extLst>
                  <a:ext uri="{FF2B5EF4-FFF2-40B4-BE49-F238E27FC236}">
                    <a16:creationId xmlns:a16="http://schemas.microsoft.com/office/drawing/2014/main" id="{C87B7FCA-6453-3E27-496D-C93EBFAA38A1}"/>
                  </a:ext>
                </a:extLst>
              </p:cNvPr>
              <p:cNvSpPr/>
              <p:nvPr/>
            </p:nvSpPr>
            <p:spPr>
              <a:xfrm>
                <a:off x="4027046" y="1603226"/>
                <a:ext cx="161662" cy="16166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grpSp>
      </p:grpSp>
      <p:grpSp>
        <p:nvGrpSpPr>
          <p:cNvPr id="77" name="Group 76">
            <a:extLst>
              <a:ext uri="{FF2B5EF4-FFF2-40B4-BE49-F238E27FC236}">
                <a16:creationId xmlns:a16="http://schemas.microsoft.com/office/drawing/2014/main" id="{4DBC3FA2-82C1-705D-E5D2-87F574A92224}"/>
              </a:ext>
            </a:extLst>
          </p:cNvPr>
          <p:cNvGrpSpPr/>
          <p:nvPr/>
        </p:nvGrpSpPr>
        <p:grpSpPr>
          <a:xfrm>
            <a:off x="1854679" y="1392466"/>
            <a:ext cx="5086619" cy="369332"/>
            <a:chOff x="1854679" y="1559699"/>
            <a:chExt cx="5086619" cy="369332"/>
          </a:xfrm>
        </p:grpSpPr>
        <p:grpSp>
          <p:nvGrpSpPr>
            <p:cNvPr id="78" name="Punto 1">
              <a:extLst>
                <a:ext uri="{FF2B5EF4-FFF2-40B4-BE49-F238E27FC236}">
                  <a16:creationId xmlns:a16="http://schemas.microsoft.com/office/drawing/2014/main" id="{B0ED4FC4-1783-7A4F-D228-378BE7181E82}"/>
                </a:ext>
              </a:extLst>
            </p:cNvPr>
            <p:cNvGrpSpPr/>
            <p:nvPr/>
          </p:nvGrpSpPr>
          <p:grpSpPr>
            <a:xfrm>
              <a:off x="1854679" y="1565021"/>
              <a:ext cx="358688" cy="358688"/>
              <a:chOff x="3928533" y="1504713"/>
              <a:chExt cx="358688" cy="358688"/>
            </a:xfrm>
            <a:solidFill>
              <a:srgbClr val="3C3C3B"/>
            </a:solidFill>
          </p:grpSpPr>
          <p:sp>
            <p:nvSpPr>
              <p:cNvPr id="80" name="Elipse 96">
                <a:extLst>
                  <a:ext uri="{FF2B5EF4-FFF2-40B4-BE49-F238E27FC236}">
                    <a16:creationId xmlns:a16="http://schemas.microsoft.com/office/drawing/2014/main" id="{AF9CD58D-0A59-8A4C-3030-8F4D371A75FC}"/>
                  </a:ext>
                </a:extLst>
              </p:cNvPr>
              <p:cNvSpPr/>
              <p:nvPr/>
            </p:nvSpPr>
            <p:spPr>
              <a:xfrm>
                <a:off x="3928533" y="1504713"/>
                <a:ext cx="358688" cy="35868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sp>
            <p:nvSpPr>
              <p:cNvPr id="81" name="Elipse 97">
                <a:extLst>
                  <a:ext uri="{FF2B5EF4-FFF2-40B4-BE49-F238E27FC236}">
                    <a16:creationId xmlns:a16="http://schemas.microsoft.com/office/drawing/2014/main" id="{4B34F192-F5F8-74A1-168C-6D75150E3AB7}"/>
                  </a:ext>
                </a:extLst>
              </p:cNvPr>
              <p:cNvSpPr/>
              <p:nvPr/>
            </p:nvSpPr>
            <p:spPr>
              <a:xfrm>
                <a:off x="4027046" y="1603226"/>
                <a:ext cx="161662" cy="16166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grpSp>
        <p:sp>
          <p:nvSpPr>
            <p:cNvPr id="79" name="CuadroTexto 47">
              <a:extLst>
                <a:ext uri="{FF2B5EF4-FFF2-40B4-BE49-F238E27FC236}">
                  <a16:creationId xmlns:a16="http://schemas.microsoft.com/office/drawing/2014/main" id="{A5A22E4E-B192-675F-DC0E-7DAC55ACB8D2}"/>
                </a:ext>
              </a:extLst>
            </p:cNvPr>
            <p:cNvSpPr txBox="1"/>
            <p:nvPr/>
          </p:nvSpPr>
          <p:spPr>
            <a:xfrm>
              <a:off x="2268993" y="1559699"/>
              <a:ext cx="4672305" cy="369332"/>
            </a:xfrm>
            <a:prstGeom prst="rect">
              <a:avLst/>
            </a:prstGeom>
            <a:noFill/>
          </p:spPr>
          <p:txBody>
            <a:bodyPr wrap="none" rtlCol="0">
              <a:spAutoFit/>
            </a:bodyPr>
            <a:lstStyle>
              <a:defPPr>
                <a:defRPr lang="es-ES"/>
              </a:defPPr>
              <a:lvl1pPr>
                <a:defRPr>
                  <a:solidFill>
                    <a:schemeClr val="tx1">
                      <a:lumMod val="65000"/>
                      <a:lumOff val="35000"/>
                    </a:schemeClr>
                  </a:solidFill>
                </a:defRPr>
              </a:lvl1pPr>
            </a:lstStyle>
            <a:p>
              <a:r>
                <a:rPr lang="en-US" dirty="0" err="1">
                  <a:solidFill>
                    <a:schemeClr val="tx2"/>
                  </a:solidFill>
                  <a:latin typeface="Santander Text" panose="020B0504020201020104" pitchFamily="34" charset="0"/>
                </a:rPr>
                <a:t>Princípios</a:t>
              </a:r>
              <a:r>
                <a:rPr lang="en-US" dirty="0">
                  <a:solidFill>
                    <a:schemeClr val="tx2"/>
                  </a:solidFill>
                  <a:latin typeface="Santander Text" panose="020B0504020201020104" pitchFamily="34" charset="0"/>
                </a:rPr>
                <a:t> </a:t>
              </a:r>
              <a:r>
                <a:rPr lang="en-US" dirty="0" err="1">
                  <a:solidFill>
                    <a:schemeClr val="tx2"/>
                  </a:solidFill>
                  <a:latin typeface="Santander Text" panose="020B0504020201020104" pitchFamily="34" charset="0"/>
                </a:rPr>
                <a:t>Funcionais</a:t>
              </a:r>
              <a:r>
                <a:rPr lang="en-US" dirty="0">
                  <a:solidFill>
                    <a:schemeClr val="tx2"/>
                  </a:solidFill>
                  <a:latin typeface="Santander Text" panose="020B0504020201020104" pitchFamily="34" charset="0"/>
                </a:rPr>
                <a:t> e </a:t>
              </a:r>
              <a:r>
                <a:rPr lang="en-US" dirty="0" err="1">
                  <a:solidFill>
                    <a:schemeClr val="tx2"/>
                  </a:solidFill>
                  <a:latin typeface="Santander Text" panose="020B0504020201020104" pitchFamily="34" charset="0"/>
                </a:rPr>
                <a:t>Indicadores</a:t>
              </a:r>
              <a:r>
                <a:rPr lang="en-US" dirty="0">
                  <a:solidFill>
                    <a:schemeClr val="tx2"/>
                  </a:solidFill>
                  <a:latin typeface="Santander Text" panose="020B0504020201020104" pitchFamily="34" charset="0"/>
                </a:rPr>
                <a:t> de </a:t>
              </a:r>
              <a:r>
                <a:rPr lang="en-US" dirty="0" err="1">
                  <a:solidFill>
                    <a:schemeClr val="tx2"/>
                  </a:solidFill>
                  <a:latin typeface="Santander Text" panose="020B0504020201020104" pitchFamily="34" charset="0"/>
                </a:rPr>
                <a:t>Negócio</a:t>
              </a:r>
              <a:endParaRPr lang="en-US" dirty="0">
                <a:solidFill>
                  <a:schemeClr val="tx2"/>
                </a:solidFill>
                <a:latin typeface="Santander Text" panose="020B0504020201020104" pitchFamily="34" charset="0"/>
              </a:endParaRPr>
            </a:p>
          </p:txBody>
        </p:sp>
      </p:grpSp>
      <p:grpSp>
        <p:nvGrpSpPr>
          <p:cNvPr id="82" name="Group 81">
            <a:extLst>
              <a:ext uri="{FF2B5EF4-FFF2-40B4-BE49-F238E27FC236}">
                <a16:creationId xmlns:a16="http://schemas.microsoft.com/office/drawing/2014/main" id="{5597F066-8386-DE04-6A49-BF0AD1D7F073}"/>
              </a:ext>
            </a:extLst>
          </p:cNvPr>
          <p:cNvGrpSpPr/>
          <p:nvPr/>
        </p:nvGrpSpPr>
        <p:grpSpPr>
          <a:xfrm>
            <a:off x="1854679" y="2313672"/>
            <a:ext cx="2554387" cy="369332"/>
            <a:chOff x="1854679" y="2707045"/>
            <a:chExt cx="2554387" cy="369332"/>
          </a:xfrm>
        </p:grpSpPr>
        <p:sp>
          <p:nvSpPr>
            <p:cNvPr id="83" name="CuadroTexto 57">
              <a:extLst>
                <a:ext uri="{FF2B5EF4-FFF2-40B4-BE49-F238E27FC236}">
                  <a16:creationId xmlns:a16="http://schemas.microsoft.com/office/drawing/2014/main" id="{373D662E-9D7F-A91D-32BA-0324357D4DB4}"/>
                </a:ext>
              </a:extLst>
            </p:cNvPr>
            <p:cNvSpPr txBox="1"/>
            <p:nvPr/>
          </p:nvSpPr>
          <p:spPr>
            <a:xfrm>
              <a:off x="2268993" y="2707045"/>
              <a:ext cx="2140073" cy="369332"/>
            </a:xfrm>
            <a:prstGeom prst="rect">
              <a:avLst/>
            </a:prstGeom>
            <a:noFill/>
          </p:spPr>
          <p:txBody>
            <a:bodyPr wrap="none" rtlCol="0">
              <a:spAutoFit/>
            </a:bodyPr>
            <a:lstStyle/>
            <a:p>
              <a:r>
                <a:rPr lang="en-US" dirty="0" err="1">
                  <a:solidFill>
                    <a:schemeClr val="tx2"/>
                  </a:solidFill>
                  <a:latin typeface="Santander Text" panose="020B0504020201020104" pitchFamily="34" charset="0"/>
                </a:rPr>
                <a:t>Desenho</a:t>
              </a:r>
              <a:r>
                <a:rPr lang="en-US" dirty="0">
                  <a:solidFill>
                    <a:schemeClr val="tx2"/>
                  </a:solidFill>
                  <a:latin typeface="Santander Text" panose="020B0504020201020104" pitchFamily="34" charset="0"/>
                </a:rPr>
                <a:t> de </a:t>
              </a:r>
              <a:r>
                <a:rPr lang="en-US" dirty="0" err="1">
                  <a:solidFill>
                    <a:schemeClr val="tx2"/>
                  </a:solidFill>
                  <a:latin typeface="Santander Text" panose="020B0504020201020104" pitchFamily="34" charset="0"/>
                </a:rPr>
                <a:t>Solução</a:t>
              </a:r>
              <a:endParaRPr lang="en-US" dirty="0">
                <a:solidFill>
                  <a:schemeClr val="tx2"/>
                </a:solidFill>
                <a:latin typeface="Santander Text" panose="020B0504020201020104" pitchFamily="34" charset="0"/>
              </a:endParaRPr>
            </a:p>
          </p:txBody>
        </p:sp>
        <p:grpSp>
          <p:nvGrpSpPr>
            <p:cNvPr id="84" name="Punto 1">
              <a:extLst>
                <a:ext uri="{FF2B5EF4-FFF2-40B4-BE49-F238E27FC236}">
                  <a16:creationId xmlns:a16="http://schemas.microsoft.com/office/drawing/2014/main" id="{53289EE7-C1F2-1771-EEFD-DA0BC1FBF3B9}"/>
                </a:ext>
              </a:extLst>
            </p:cNvPr>
            <p:cNvGrpSpPr/>
            <p:nvPr/>
          </p:nvGrpSpPr>
          <p:grpSpPr>
            <a:xfrm>
              <a:off x="1854679" y="2712367"/>
              <a:ext cx="358688" cy="358688"/>
              <a:chOff x="3928533" y="1504713"/>
              <a:chExt cx="358688" cy="358688"/>
            </a:xfrm>
            <a:solidFill>
              <a:srgbClr val="3C3C3B"/>
            </a:solidFill>
          </p:grpSpPr>
          <p:sp>
            <p:nvSpPr>
              <p:cNvPr id="85" name="Elipse 96">
                <a:extLst>
                  <a:ext uri="{FF2B5EF4-FFF2-40B4-BE49-F238E27FC236}">
                    <a16:creationId xmlns:a16="http://schemas.microsoft.com/office/drawing/2014/main" id="{BD6730DD-A8F9-AF2D-132A-8065887304E1}"/>
                  </a:ext>
                </a:extLst>
              </p:cNvPr>
              <p:cNvSpPr/>
              <p:nvPr/>
            </p:nvSpPr>
            <p:spPr>
              <a:xfrm>
                <a:off x="3928533" y="1504713"/>
                <a:ext cx="358688" cy="35868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sp>
            <p:nvSpPr>
              <p:cNvPr id="86" name="Elipse 97">
                <a:extLst>
                  <a:ext uri="{FF2B5EF4-FFF2-40B4-BE49-F238E27FC236}">
                    <a16:creationId xmlns:a16="http://schemas.microsoft.com/office/drawing/2014/main" id="{5B19325A-DB31-9803-7629-2CDC13458B3C}"/>
                  </a:ext>
                </a:extLst>
              </p:cNvPr>
              <p:cNvSpPr/>
              <p:nvPr/>
            </p:nvSpPr>
            <p:spPr>
              <a:xfrm>
                <a:off x="4027046" y="1603226"/>
                <a:ext cx="161662" cy="16166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grpSp>
      </p:grpSp>
      <p:grpSp>
        <p:nvGrpSpPr>
          <p:cNvPr id="87" name="Group 86">
            <a:extLst>
              <a:ext uri="{FF2B5EF4-FFF2-40B4-BE49-F238E27FC236}">
                <a16:creationId xmlns:a16="http://schemas.microsoft.com/office/drawing/2014/main" id="{76E03ACB-F207-8F3F-2595-D70D9EE1E271}"/>
              </a:ext>
            </a:extLst>
          </p:cNvPr>
          <p:cNvGrpSpPr/>
          <p:nvPr/>
        </p:nvGrpSpPr>
        <p:grpSpPr>
          <a:xfrm>
            <a:off x="1843483" y="471260"/>
            <a:ext cx="4248608" cy="369332"/>
            <a:chOff x="1843483" y="471260"/>
            <a:chExt cx="4248608" cy="369332"/>
          </a:xfrm>
        </p:grpSpPr>
        <p:grpSp>
          <p:nvGrpSpPr>
            <p:cNvPr id="88" name="Group 87">
              <a:extLst>
                <a:ext uri="{FF2B5EF4-FFF2-40B4-BE49-F238E27FC236}">
                  <a16:creationId xmlns:a16="http://schemas.microsoft.com/office/drawing/2014/main" id="{EAEE0A99-45BA-1FB4-8326-3B6EBE768AAA}"/>
                </a:ext>
              </a:extLst>
            </p:cNvPr>
            <p:cNvGrpSpPr/>
            <p:nvPr/>
          </p:nvGrpSpPr>
          <p:grpSpPr>
            <a:xfrm>
              <a:off x="1843483" y="471260"/>
              <a:ext cx="4248608" cy="369332"/>
              <a:chOff x="1843483" y="471260"/>
              <a:chExt cx="4248608" cy="369332"/>
            </a:xfrm>
          </p:grpSpPr>
          <p:sp>
            <p:nvSpPr>
              <p:cNvPr id="90" name="CuadroTexto 47">
                <a:extLst>
                  <a:ext uri="{FF2B5EF4-FFF2-40B4-BE49-F238E27FC236}">
                    <a16:creationId xmlns:a16="http://schemas.microsoft.com/office/drawing/2014/main" id="{77DE9FE6-AEB8-23D7-83D5-8AD9651BEE81}"/>
                  </a:ext>
                </a:extLst>
              </p:cNvPr>
              <p:cNvSpPr txBox="1"/>
              <p:nvPr/>
            </p:nvSpPr>
            <p:spPr>
              <a:xfrm>
                <a:off x="2268993" y="471260"/>
                <a:ext cx="3823098" cy="369332"/>
              </a:xfrm>
              <a:prstGeom prst="rect">
                <a:avLst/>
              </a:prstGeom>
              <a:noFill/>
            </p:spPr>
            <p:txBody>
              <a:bodyPr wrap="none" rtlCol="0">
                <a:spAutoFit/>
              </a:bodyPr>
              <a:lstStyle>
                <a:defPPr>
                  <a:defRPr lang="es-ES"/>
                </a:defPPr>
                <a:lvl1pPr>
                  <a:defRPr>
                    <a:solidFill>
                      <a:schemeClr val="tx1">
                        <a:lumMod val="65000"/>
                        <a:lumOff val="35000"/>
                      </a:schemeClr>
                    </a:solidFill>
                  </a:defRPr>
                </a:lvl1pPr>
              </a:lstStyle>
              <a:p>
                <a:r>
                  <a:rPr lang="en-US" dirty="0" err="1">
                    <a:solidFill>
                      <a:schemeClr val="tx2"/>
                    </a:solidFill>
                    <a:latin typeface="Santander Text" panose="020B0504020201020104" pitchFamily="34" charset="0"/>
                  </a:rPr>
                  <a:t>Enquadramento</a:t>
                </a:r>
                <a:r>
                  <a:rPr lang="en-US" dirty="0">
                    <a:solidFill>
                      <a:schemeClr val="tx2"/>
                    </a:solidFill>
                    <a:latin typeface="Santander Text" panose="020B0504020201020104" pitchFamily="34" charset="0"/>
                  </a:rPr>
                  <a:t>, </a:t>
                </a:r>
                <a:r>
                  <a:rPr lang="en-US" dirty="0" err="1">
                    <a:solidFill>
                      <a:schemeClr val="tx2"/>
                    </a:solidFill>
                    <a:latin typeface="Santander Text" panose="020B0504020201020104" pitchFamily="34" charset="0"/>
                  </a:rPr>
                  <a:t>Objectivos</a:t>
                </a:r>
                <a:r>
                  <a:rPr lang="en-US" dirty="0">
                    <a:solidFill>
                      <a:schemeClr val="tx2"/>
                    </a:solidFill>
                    <a:latin typeface="Santander Text" panose="020B0504020201020104" pitchFamily="34" charset="0"/>
                  </a:rPr>
                  <a:t> e </a:t>
                </a:r>
                <a:r>
                  <a:rPr lang="en-US" dirty="0" err="1">
                    <a:solidFill>
                      <a:schemeClr val="tx2"/>
                    </a:solidFill>
                    <a:latin typeface="Santander Text" panose="020B0504020201020104" pitchFamily="34" charset="0"/>
                  </a:rPr>
                  <a:t>Alcance</a:t>
                </a:r>
                <a:endParaRPr lang="en-US" dirty="0">
                  <a:solidFill>
                    <a:schemeClr val="tx2"/>
                  </a:solidFill>
                  <a:latin typeface="Santander Text" panose="020B0504020201020104" pitchFamily="34" charset="0"/>
                </a:endParaRPr>
              </a:p>
            </p:txBody>
          </p:sp>
          <p:sp>
            <p:nvSpPr>
              <p:cNvPr id="91" name="Elipse 93">
                <a:extLst>
                  <a:ext uri="{FF2B5EF4-FFF2-40B4-BE49-F238E27FC236}">
                    <a16:creationId xmlns:a16="http://schemas.microsoft.com/office/drawing/2014/main" id="{F7B274BB-65E2-F4DE-12EE-7639B815BFC3}"/>
                  </a:ext>
                </a:extLst>
              </p:cNvPr>
              <p:cNvSpPr/>
              <p:nvPr/>
            </p:nvSpPr>
            <p:spPr>
              <a:xfrm>
                <a:off x="1843483" y="471260"/>
                <a:ext cx="358688" cy="358688"/>
              </a:xfrm>
              <a:prstGeom prst="ellipse">
                <a:avLst/>
              </a:prstGeom>
              <a:solidFill>
                <a:srgbClr val="3C3C3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grpSp>
        <p:sp>
          <p:nvSpPr>
            <p:cNvPr id="89" name="Elipse 97">
              <a:extLst>
                <a:ext uri="{FF2B5EF4-FFF2-40B4-BE49-F238E27FC236}">
                  <a16:creationId xmlns:a16="http://schemas.microsoft.com/office/drawing/2014/main" id="{36958C87-F60C-6189-7371-76BF025F78FB}"/>
                </a:ext>
              </a:extLst>
            </p:cNvPr>
            <p:cNvSpPr/>
            <p:nvPr/>
          </p:nvSpPr>
          <p:spPr>
            <a:xfrm>
              <a:off x="1941996" y="569773"/>
              <a:ext cx="161662" cy="16166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Santander Text" panose="020B0504020201020104" pitchFamily="34" charset="0"/>
              </a:endParaRPr>
            </a:p>
          </p:txBody>
        </p:sp>
      </p:grpSp>
      <p:grpSp>
        <p:nvGrpSpPr>
          <p:cNvPr id="92" name="Group 91">
            <a:extLst>
              <a:ext uri="{FF2B5EF4-FFF2-40B4-BE49-F238E27FC236}">
                <a16:creationId xmlns:a16="http://schemas.microsoft.com/office/drawing/2014/main" id="{904E5667-6AF4-0F68-A59E-6E5D71B823AC}"/>
              </a:ext>
            </a:extLst>
          </p:cNvPr>
          <p:cNvGrpSpPr/>
          <p:nvPr/>
        </p:nvGrpSpPr>
        <p:grpSpPr>
          <a:xfrm>
            <a:off x="1854679" y="3695481"/>
            <a:ext cx="2807213" cy="369332"/>
            <a:chOff x="1854679" y="3814462"/>
            <a:chExt cx="2807213" cy="369332"/>
          </a:xfrm>
        </p:grpSpPr>
        <p:sp>
          <p:nvSpPr>
            <p:cNvPr id="93" name="CuadroTexto 55">
              <a:extLst>
                <a:ext uri="{FF2B5EF4-FFF2-40B4-BE49-F238E27FC236}">
                  <a16:creationId xmlns:a16="http://schemas.microsoft.com/office/drawing/2014/main" id="{57496B42-14DA-FA23-D1FA-E0DAEEFCED0B}"/>
                </a:ext>
              </a:extLst>
            </p:cNvPr>
            <p:cNvSpPr txBox="1"/>
            <p:nvPr/>
          </p:nvSpPr>
          <p:spPr>
            <a:xfrm>
              <a:off x="2268993" y="3814462"/>
              <a:ext cx="2392899" cy="369332"/>
            </a:xfrm>
            <a:prstGeom prst="rect">
              <a:avLst/>
            </a:prstGeom>
            <a:noFill/>
          </p:spPr>
          <p:txBody>
            <a:bodyPr wrap="none" rtlCol="0">
              <a:spAutoFit/>
            </a:bodyPr>
            <a:lstStyle/>
            <a:p>
              <a:r>
                <a:rPr lang="pt-PT" dirty="0">
                  <a:solidFill>
                    <a:schemeClr val="tx2"/>
                  </a:solidFill>
                  <a:latin typeface="Santander Text" panose="020B0504020201020104" pitchFamily="34" charset="0"/>
                </a:rPr>
                <a:t>Desenho de Segurança</a:t>
              </a:r>
            </a:p>
          </p:txBody>
        </p:sp>
        <p:grpSp>
          <p:nvGrpSpPr>
            <p:cNvPr id="94" name="Punto 1">
              <a:extLst>
                <a:ext uri="{FF2B5EF4-FFF2-40B4-BE49-F238E27FC236}">
                  <a16:creationId xmlns:a16="http://schemas.microsoft.com/office/drawing/2014/main" id="{E096C535-325D-DD6D-C277-BBF93CCA1C0B}"/>
                </a:ext>
              </a:extLst>
            </p:cNvPr>
            <p:cNvGrpSpPr/>
            <p:nvPr/>
          </p:nvGrpSpPr>
          <p:grpSpPr>
            <a:xfrm>
              <a:off x="1854679" y="3819784"/>
              <a:ext cx="358688" cy="358688"/>
              <a:chOff x="3928533" y="1504713"/>
              <a:chExt cx="358688" cy="358688"/>
            </a:xfrm>
            <a:solidFill>
              <a:srgbClr val="3C3C3B"/>
            </a:solidFill>
          </p:grpSpPr>
          <p:sp>
            <p:nvSpPr>
              <p:cNvPr id="95" name="Elipse 102">
                <a:extLst>
                  <a:ext uri="{FF2B5EF4-FFF2-40B4-BE49-F238E27FC236}">
                    <a16:creationId xmlns:a16="http://schemas.microsoft.com/office/drawing/2014/main" id="{61C7BB12-26B8-CB1D-294C-D680B5903FB2}"/>
                  </a:ext>
                </a:extLst>
              </p:cNvPr>
              <p:cNvSpPr/>
              <p:nvPr/>
            </p:nvSpPr>
            <p:spPr>
              <a:xfrm>
                <a:off x="3928533" y="1504713"/>
                <a:ext cx="358688" cy="35868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sp>
            <p:nvSpPr>
              <p:cNvPr id="108" name="Elipse 103">
                <a:extLst>
                  <a:ext uri="{FF2B5EF4-FFF2-40B4-BE49-F238E27FC236}">
                    <a16:creationId xmlns:a16="http://schemas.microsoft.com/office/drawing/2014/main" id="{783F6EC2-6D8D-9000-9DFF-4851B01230AE}"/>
                  </a:ext>
                </a:extLst>
              </p:cNvPr>
              <p:cNvSpPr/>
              <p:nvPr/>
            </p:nvSpPr>
            <p:spPr>
              <a:xfrm>
                <a:off x="4027046" y="1603226"/>
                <a:ext cx="161662" cy="16166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grpSp>
      </p:grpSp>
      <p:grpSp>
        <p:nvGrpSpPr>
          <p:cNvPr id="109" name="Group 108">
            <a:extLst>
              <a:ext uri="{FF2B5EF4-FFF2-40B4-BE49-F238E27FC236}">
                <a16:creationId xmlns:a16="http://schemas.microsoft.com/office/drawing/2014/main" id="{3FEF2EAD-2D9B-2077-A812-EDD567255A12}"/>
              </a:ext>
            </a:extLst>
          </p:cNvPr>
          <p:cNvGrpSpPr/>
          <p:nvPr/>
        </p:nvGrpSpPr>
        <p:grpSpPr>
          <a:xfrm>
            <a:off x="1854679" y="4616687"/>
            <a:ext cx="4314421" cy="369332"/>
            <a:chOff x="1854679" y="4351720"/>
            <a:chExt cx="4314421" cy="369332"/>
          </a:xfrm>
        </p:grpSpPr>
        <p:sp>
          <p:nvSpPr>
            <p:cNvPr id="110" name="CuadroTexto 51">
              <a:extLst>
                <a:ext uri="{FF2B5EF4-FFF2-40B4-BE49-F238E27FC236}">
                  <a16:creationId xmlns:a16="http://schemas.microsoft.com/office/drawing/2014/main" id="{12150F13-3DE9-10BE-F806-ACD5F4F3711C}"/>
                </a:ext>
              </a:extLst>
            </p:cNvPr>
            <p:cNvSpPr txBox="1"/>
            <p:nvPr/>
          </p:nvSpPr>
          <p:spPr>
            <a:xfrm>
              <a:off x="2268993" y="4351720"/>
              <a:ext cx="3900107" cy="369332"/>
            </a:xfrm>
            <a:prstGeom prst="rect">
              <a:avLst/>
            </a:prstGeom>
            <a:noFill/>
          </p:spPr>
          <p:txBody>
            <a:bodyPr wrap="none" rtlCol="0">
              <a:spAutoFit/>
            </a:bodyPr>
            <a:lstStyle/>
            <a:p>
              <a:r>
                <a:rPr lang="en-US" dirty="0" err="1">
                  <a:solidFill>
                    <a:schemeClr val="tx2"/>
                  </a:solidFill>
                  <a:latin typeface="Santander Text" panose="020B0504020201020104" pitchFamily="34" charset="0"/>
                </a:rPr>
                <a:t>Observabilidade</a:t>
              </a:r>
              <a:r>
                <a:rPr lang="en-US" dirty="0">
                  <a:solidFill>
                    <a:schemeClr val="tx2"/>
                  </a:solidFill>
                  <a:latin typeface="Santander Text" panose="020B0504020201020104" pitchFamily="34" charset="0"/>
                </a:rPr>
                <a:t> e </a:t>
              </a:r>
              <a:r>
                <a:rPr lang="en-US" dirty="0" err="1">
                  <a:solidFill>
                    <a:schemeClr val="tx2"/>
                  </a:solidFill>
                  <a:latin typeface="Santander Text" panose="020B0504020201020104" pitchFamily="34" charset="0"/>
                </a:rPr>
                <a:t>Automação</a:t>
              </a:r>
              <a:r>
                <a:rPr lang="en-US" dirty="0">
                  <a:solidFill>
                    <a:schemeClr val="tx2"/>
                  </a:solidFill>
                  <a:latin typeface="Santander Text" panose="020B0504020201020104" pitchFamily="34" charset="0"/>
                </a:rPr>
                <a:t> de SW </a:t>
              </a:r>
            </a:p>
          </p:txBody>
        </p:sp>
        <p:grpSp>
          <p:nvGrpSpPr>
            <p:cNvPr id="114" name="Punto 1">
              <a:extLst>
                <a:ext uri="{FF2B5EF4-FFF2-40B4-BE49-F238E27FC236}">
                  <a16:creationId xmlns:a16="http://schemas.microsoft.com/office/drawing/2014/main" id="{053A12A1-9267-9339-7156-A1D971611B07}"/>
                </a:ext>
              </a:extLst>
            </p:cNvPr>
            <p:cNvGrpSpPr/>
            <p:nvPr/>
          </p:nvGrpSpPr>
          <p:grpSpPr>
            <a:xfrm>
              <a:off x="1854679" y="4357042"/>
              <a:ext cx="358688" cy="358688"/>
              <a:chOff x="3928533" y="1504713"/>
              <a:chExt cx="358688" cy="358688"/>
            </a:xfrm>
            <a:solidFill>
              <a:srgbClr val="3C3C3B"/>
            </a:solidFill>
          </p:grpSpPr>
          <p:sp>
            <p:nvSpPr>
              <p:cNvPr id="115" name="Elipse 105">
                <a:extLst>
                  <a:ext uri="{FF2B5EF4-FFF2-40B4-BE49-F238E27FC236}">
                    <a16:creationId xmlns:a16="http://schemas.microsoft.com/office/drawing/2014/main" id="{FC823745-AF46-9274-B97A-A7A29B0609F0}"/>
                  </a:ext>
                </a:extLst>
              </p:cNvPr>
              <p:cNvSpPr/>
              <p:nvPr/>
            </p:nvSpPr>
            <p:spPr>
              <a:xfrm>
                <a:off x="3928533" y="1504713"/>
                <a:ext cx="358688" cy="35868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sp>
            <p:nvSpPr>
              <p:cNvPr id="116" name="Elipse 106">
                <a:extLst>
                  <a:ext uri="{FF2B5EF4-FFF2-40B4-BE49-F238E27FC236}">
                    <a16:creationId xmlns:a16="http://schemas.microsoft.com/office/drawing/2014/main" id="{30228DE6-6BFE-A324-532C-84FC4990BD1C}"/>
                  </a:ext>
                </a:extLst>
              </p:cNvPr>
              <p:cNvSpPr/>
              <p:nvPr/>
            </p:nvSpPr>
            <p:spPr>
              <a:xfrm>
                <a:off x="4027046" y="1603226"/>
                <a:ext cx="161662" cy="16166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grpSp>
      </p:grpSp>
      <p:sp>
        <p:nvSpPr>
          <p:cNvPr id="4" name="CuadroTexto 49">
            <a:extLst>
              <a:ext uri="{FF2B5EF4-FFF2-40B4-BE49-F238E27FC236}">
                <a16:creationId xmlns:a16="http://schemas.microsoft.com/office/drawing/2014/main" id="{C233EC5A-3A5B-BC23-0F7A-43431F7F7A72}"/>
              </a:ext>
            </a:extLst>
          </p:cNvPr>
          <p:cNvSpPr txBox="1"/>
          <p:nvPr/>
        </p:nvSpPr>
        <p:spPr>
          <a:xfrm>
            <a:off x="7257018" y="3280077"/>
            <a:ext cx="3258577" cy="846386"/>
          </a:xfrm>
          <a:prstGeom prst="rect">
            <a:avLst/>
          </a:prstGeom>
          <a:noFill/>
        </p:spPr>
        <p:txBody>
          <a:bodyPr wrap="square" rtlCol="0">
            <a:spAutoFit/>
          </a:bodyPr>
          <a:lstStyle/>
          <a:p>
            <a:r>
              <a:rPr lang="pt-PT" sz="1400" b="1" dirty="0">
                <a:solidFill>
                  <a:schemeClr val="tx2"/>
                </a:solidFill>
                <a:latin typeface="Santander Text" panose="020B0504020201020104" pitchFamily="34" charset="0"/>
              </a:rPr>
              <a:t>Arquitetura  </a:t>
            </a:r>
          </a:p>
          <a:p>
            <a:r>
              <a:rPr lang="pt-PT" sz="1050" dirty="0">
                <a:solidFill>
                  <a:schemeClr val="tx2"/>
                </a:solidFill>
                <a:latin typeface="Santander Text" panose="020B0504020201020104" pitchFamily="34" charset="0"/>
              </a:rPr>
              <a:t>Arquitetura / Diferentes componentes da Arquitetura / Bill-</a:t>
            </a:r>
            <a:r>
              <a:rPr lang="pt-PT" sz="1050" dirty="0" err="1">
                <a:solidFill>
                  <a:schemeClr val="tx2"/>
                </a:solidFill>
                <a:latin typeface="Santander Text" panose="020B0504020201020104" pitchFamily="34" charset="0"/>
              </a:rPr>
              <a:t>of</a:t>
            </a:r>
            <a:r>
              <a:rPr lang="pt-PT" sz="1050" dirty="0">
                <a:solidFill>
                  <a:schemeClr val="tx2"/>
                </a:solidFill>
                <a:latin typeface="Santander Text" panose="020B0504020201020104" pitchFamily="34" charset="0"/>
              </a:rPr>
              <a:t>-</a:t>
            </a:r>
            <a:r>
              <a:rPr lang="pt-PT" sz="1050" dirty="0" err="1">
                <a:solidFill>
                  <a:schemeClr val="tx2"/>
                </a:solidFill>
                <a:latin typeface="Santander Text" panose="020B0504020201020104" pitchFamily="34" charset="0"/>
              </a:rPr>
              <a:t>Materials</a:t>
            </a:r>
            <a:r>
              <a:rPr lang="pt-PT" sz="1050" dirty="0">
                <a:solidFill>
                  <a:schemeClr val="tx2"/>
                </a:solidFill>
                <a:latin typeface="Santander Text" panose="020B0504020201020104" pitchFamily="34" charset="0"/>
              </a:rPr>
              <a:t>…</a:t>
            </a:r>
          </a:p>
          <a:p>
            <a:endParaRPr lang="en-US" sz="1400" dirty="0">
              <a:solidFill>
                <a:schemeClr val="tx2"/>
              </a:solidFill>
              <a:latin typeface="Santander Text" panose="020B0504020201020104" pitchFamily="34" charset="0"/>
            </a:endParaRPr>
          </a:p>
        </p:txBody>
      </p:sp>
      <p:sp>
        <p:nvSpPr>
          <p:cNvPr id="5" name="CuadroTexto 49">
            <a:extLst>
              <a:ext uri="{FF2B5EF4-FFF2-40B4-BE49-F238E27FC236}">
                <a16:creationId xmlns:a16="http://schemas.microsoft.com/office/drawing/2014/main" id="{775B0689-C38C-996C-A57E-E224F20D51EC}"/>
              </a:ext>
            </a:extLst>
          </p:cNvPr>
          <p:cNvSpPr txBox="1"/>
          <p:nvPr/>
        </p:nvSpPr>
        <p:spPr>
          <a:xfrm>
            <a:off x="7251380" y="4158584"/>
            <a:ext cx="3271929" cy="792525"/>
          </a:xfrm>
          <a:prstGeom prst="rect">
            <a:avLst/>
          </a:prstGeom>
          <a:noFill/>
        </p:spPr>
        <p:txBody>
          <a:bodyPr wrap="square" rtlCol="0">
            <a:spAutoFit/>
          </a:bodyPr>
          <a:lstStyle>
            <a:defPPr>
              <a:defRPr lang="es-ES"/>
            </a:defPPr>
            <a:lvl1pPr>
              <a:defRPr sz="1400" b="1">
                <a:solidFill>
                  <a:schemeClr val="tx2"/>
                </a:solidFill>
                <a:latin typeface="Santander Text" panose="020B0504020201020104" pitchFamily="34" charset="0"/>
              </a:defRPr>
            </a:lvl1pPr>
          </a:lstStyle>
          <a:p>
            <a:r>
              <a:rPr lang="pt-PT" dirty="0"/>
              <a:t>Rede e Segurança</a:t>
            </a:r>
          </a:p>
          <a:p>
            <a:r>
              <a:rPr lang="pt-PT" sz="1050" b="0" dirty="0"/>
              <a:t>Visão Geral  / Arquitetura / </a:t>
            </a:r>
            <a:r>
              <a:rPr lang="pt-PT" sz="1050" b="0" dirty="0" err="1"/>
              <a:t>Firewalls</a:t>
            </a:r>
            <a:r>
              <a:rPr lang="pt-PT" sz="1050" b="0" dirty="0"/>
              <a:t> e </a:t>
            </a:r>
            <a:r>
              <a:rPr lang="pt-PT" sz="1050" b="0" dirty="0" err="1"/>
              <a:t>WAFs</a:t>
            </a:r>
            <a:r>
              <a:rPr lang="pt-PT" sz="1050" b="0" dirty="0"/>
              <a:t> / Endereçamento IP / Acessos / Balanceadores / DNS / Certificados / </a:t>
            </a:r>
            <a:r>
              <a:rPr lang="pt-PT" sz="1050" b="0" dirty="0" err="1"/>
              <a:t>Bastion</a:t>
            </a:r>
            <a:r>
              <a:rPr lang="pt-PT" sz="1050" b="0" dirty="0"/>
              <a:t>…</a:t>
            </a:r>
          </a:p>
        </p:txBody>
      </p:sp>
      <p:grpSp>
        <p:nvGrpSpPr>
          <p:cNvPr id="6" name="Punto 1">
            <a:extLst>
              <a:ext uri="{FF2B5EF4-FFF2-40B4-BE49-F238E27FC236}">
                <a16:creationId xmlns:a16="http://schemas.microsoft.com/office/drawing/2014/main" id="{E084377A-F91D-8CAC-9A3B-431DE4314386}"/>
              </a:ext>
            </a:extLst>
          </p:cNvPr>
          <p:cNvGrpSpPr/>
          <p:nvPr/>
        </p:nvGrpSpPr>
        <p:grpSpPr>
          <a:xfrm>
            <a:off x="6920350" y="4179118"/>
            <a:ext cx="358688" cy="358688"/>
            <a:chOff x="3928533" y="1504713"/>
            <a:chExt cx="358688" cy="358688"/>
          </a:xfrm>
          <a:solidFill>
            <a:srgbClr val="3C3C3B"/>
          </a:solidFill>
        </p:grpSpPr>
        <p:sp>
          <p:nvSpPr>
            <p:cNvPr id="7" name="Elipse 96">
              <a:extLst>
                <a:ext uri="{FF2B5EF4-FFF2-40B4-BE49-F238E27FC236}">
                  <a16:creationId xmlns:a16="http://schemas.microsoft.com/office/drawing/2014/main" id="{CE45885F-FD87-AE0B-F8CD-69DDDA375D19}"/>
                </a:ext>
              </a:extLst>
            </p:cNvPr>
            <p:cNvSpPr/>
            <p:nvPr/>
          </p:nvSpPr>
          <p:spPr>
            <a:xfrm>
              <a:off x="3928533" y="1504713"/>
              <a:ext cx="358688" cy="35868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sp>
          <p:nvSpPr>
            <p:cNvPr id="8" name="Elipse 97">
              <a:extLst>
                <a:ext uri="{FF2B5EF4-FFF2-40B4-BE49-F238E27FC236}">
                  <a16:creationId xmlns:a16="http://schemas.microsoft.com/office/drawing/2014/main" id="{627BD13A-B4FB-A369-E776-0B5FE4B1FCF8}"/>
                </a:ext>
              </a:extLst>
            </p:cNvPr>
            <p:cNvSpPr/>
            <p:nvPr/>
          </p:nvSpPr>
          <p:spPr>
            <a:xfrm>
              <a:off x="4027046" y="1603226"/>
              <a:ext cx="161662" cy="16166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grpSp>
      <p:grpSp>
        <p:nvGrpSpPr>
          <p:cNvPr id="9" name="Punto 1">
            <a:extLst>
              <a:ext uri="{FF2B5EF4-FFF2-40B4-BE49-F238E27FC236}">
                <a16:creationId xmlns:a16="http://schemas.microsoft.com/office/drawing/2014/main" id="{971698EC-D952-2DCD-0FC5-869D2C84B5EE}"/>
              </a:ext>
            </a:extLst>
          </p:cNvPr>
          <p:cNvGrpSpPr/>
          <p:nvPr/>
        </p:nvGrpSpPr>
        <p:grpSpPr>
          <a:xfrm>
            <a:off x="6926407" y="5055784"/>
            <a:ext cx="358688" cy="358688"/>
            <a:chOff x="3928533" y="1504713"/>
            <a:chExt cx="358688" cy="358688"/>
          </a:xfrm>
          <a:solidFill>
            <a:srgbClr val="3C3C3B"/>
          </a:solidFill>
        </p:grpSpPr>
        <p:sp>
          <p:nvSpPr>
            <p:cNvPr id="10" name="Elipse 96">
              <a:extLst>
                <a:ext uri="{FF2B5EF4-FFF2-40B4-BE49-F238E27FC236}">
                  <a16:creationId xmlns:a16="http://schemas.microsoft.com/office/drawing/2014/main" id="{689976DD-CBF7-F008-F6A2-42E72D3D41AC}"/>
                </a:ext>
              </a:extLst>
            </p:cNvPr>
            <p:cNvSpPr/>
            <p:nvPr/>
          </p:nvSpPr>
          <p:spPr>
            <a:xfrm>
              <a:off x="3928533" y="1504713"/>
              <a:ext cx="358688" cy="35868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sp>
          <p:nvSpPr>
            <p:cNvPr id="11" name="Elipse 97">
              <a:extLst>
                <a:ext uri="{FF2B5EF4-FFF2-40B4-BE49-F238E27FC236}">
                  <a16:creationId xmlns:a16="http://schemas.microsoft.com/office/drawing/2014/main" id="{5C2B98D8-88CB-27D1-BF36-BEC058ADE20C}"/>
                </a:ext>
              </a:extLst>
            </p:cNvPr>
            <p:cNvSpPr/>
            <p:nvPr/>
          </p:nvSpPr>
          <p:spPr>
            <a:xfrm>
              <a:off x="4027046" y="1603226"/>
              <a:ext cx="161662" cy="16166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grpSp>
      <p:sp>
        <p:nvSpPr>
          <p:cNvPr id="13" name="CuadroTexto 49">
            <a:extLst>
              <a:ext uri="{FF2B5EF4-FFF2-40B4-BE49-F238E27FC236}">
                <a16:creationId xmlns:a16="http://schemas.microsoft.com/office/drawing/2014/main" id="{3CB95A19-DB2A-25B0-19C7-2034DDAF4136}"/>
              </a:ext>
            </a:extLst>
          </p:cNvPr>
          <p:cNvSpPr txBox="1"/>
          <p:nvPr/>
        </p:nvSpPr>
        <p:spPr>
          <a:xfrm>
            <a:off x="4184773" y="4017053"/>
            <a:ext cx="2788007" cy="461665"/>
          </a:xfrm>
          <a:prstGeom prst="rect">
            <a:avLst/>
          </a:prstGeom>
          <a:noFill/>
        </p:spPr>
        <p:txBody>
          <a:bodyPr wrap="none" rtlCol="0">
            <a:spAutoFit/>
          </a:bodyPr>
          <a:lstStyle/>
          <a:p>
            <a:r>
              <a:rPr lang="en-US" sz="1200" dirty="0">
                <a:solidFill>
                  <a:schemeClr val="tx2"/>
                </a:solidFill>
                <a:latin typeface="Santander Text" panose="020B0504020201020104" pitchFamily="34" charset="0"/>
              </a:rPr>
              <a:t>On-Prem / Cloud </a:t>
            </a:r>
            <a:r>
              <a:rPr lang="en-US" sz="1200" dirty="0" err="1">
                <a:solidFill>
                  <a:schemeClr val="tx2"/>
                </a:solidFill>
                <a:latin typeface="Santander Text" panose="020B0504020201020104" pitchFamily="34" charset="0"/>
              </a:rPr>
              <a:t>Privada</a:t>
            </a:r>
            <a:r>
              <a:rPr lang="en-US" sz="1200" dirty="0">
                <a:solidFill>
                  <a:schemeClr val="tx2"/>
                </a:solidFill>
                <a:latin typeface="Santander Text" panose="020B0504020201020104" pitchFamily="34" charset="0"/>
              </a:rPr>
              <a:t> / Cloud Pública</a:t>
            </a:r>
          </a:p>
          <a:p>
            <a:endParaRPr lang="en-US" sz="1200" dirty="0">
              <a:solidFill>
                <a:schemeClr val="tx2"/>
              </a:solidFill>
              <a:latin typeface="Santander Text" panose="020B0504020201020104" pitchFamily="34" charset="0"/>
            </a:endParaRPr>
          </a:p>
        </p:txBody>
      </p:sp>
      <p:sp>
        <p:nvSpPr>
          <p:cNvPr id="19" name="CuadroTexto 49">
            <a:extLst>
              <a:ext uri="{FF2B5EF4-FFF2-40B4-BE49-F238E27FC236}">
                <a16:creationId xmlns:a16="http://schemas.microsoft.com/office/drawing/2014/main" id="{FF77AAF4-BF0C-DBAE-F64E-8F2C0592408D}"/>
              </a:ext>
            </a:extLst>
          </p:cNvPr>
          <p:cNvSpPr txBox="1"/>
          <p:nvPr/>
        </p:nvSpPr>
        <p:spPr>
          <a:xfrm>
            <a:off x="7248128" y="5084747"/>
            <a:ext cx="3271929" cy="792525"/>
          </a:xfrm>
          <a:prstGeom prst="rect">
            <a:avLst/>
          </a:prstGeom>
          <a:noFill/>
        </p:spPr>
        <p:txBody>
          <a:bodyPr wrap="square" rtlCol="0">
            <a:spAutoFit/>
          </a:bodyPr>
          <a:lstStyle>
            <a:defPPr>
              <a:defRPr lang="es-ES"/>
            </a:defPPr>
            <a:lvl1pPr>
              <a:defRPr sz="1400" b="1">
                <a:solidFill>
                  <a:schemeClr val="tx2"/>
                </a:solidFill>
                <a:latin typeface="Santander Text" panose="020B0504020201020104" pitchFamily="34" charset="0"/>
              </a:defRPr>
            </a:lvl1pPr>
          </a:lstStyle>
          <a:p>
            <a:r>
              <a:rPr lang="pt-PT" dirty="0"/>
              <a:t>IaaS &amp; PaaS &amp; SaaS</a:t>
            </a:r>
          </a:p>
          <a:p>
            <a:r>
              <a:rPr lang="pt-PT" sz="1050" b="0" dirty="0"/>
              <a:t>Visão Geral  / Computação / Discos geridos / Armazenamento do </a:t>
            </a:r>
            <a:r>
              <a:rPr lang="pt-PT" sz="1050" b="0" dirty="0" err="1"/>
              <a:t>Azure</a:t>
            </a:r>
            <a:r>
              <a:rPr lang="pt-PT" sz="1050" b="0" dirty="0"/>
              <a:t> / Backups e recuperação / Monitorização / </a:t>
            </a:r>
            <a:r>
              <a:rPr lang="pt-PT" sz="1050" b="0" dirty="0" err="1"/>
              <a:t>IaC</a:t>
            </a:r>
            <a:r>
              <a:rPr lang="pt-PT" sz="1050" b="0" dirty="0"/>
              <a:t>…</a:t>
            </a:r>
          </a:p>
        </p:txBody>
      </p:sp>
      <p:grpSp>
        <p:nvGrpSpPr>
          <p:cNvPr id="20" name="Punto 1">
            <a:extLst>
              <a:ext uri="{FF2B5EF4-FFF2-40B4-BE49-F238E27FC236}">
                <a16:creationId xmlns:a16="http://schemas.microsoft.com/office/drawing/2014/main" id="{00BF82CE-6076-DD06-5E0D-6446A0CB61AB}"/>
              </a:ext>
            </a:extLst>
          </p:cNvPr>
          <p:cNvGrpSpPr/>
          <p:nvPr/>
        </p:nvGrpSpPr>
        <p:grpSpPr>
          <a:xfrm>
            <a:off x="6943665" y="5981947"/>
            <a:ext cx="358688" cy="358688"/>
            <a:chOff x="3928533" y="1504713"/>
            <a:chExt cx="358688" cy="358688"/>
          </a:xfrm>
          <a:solidFill>
            <a:srgbClr val="3C3C3B"/>
          </a:solidFill>
        </p:grpSpPr>
        <p:sp>
          <p:nvSpPr>
            <p:cNvPr id="21" name="Elipse 96">
              <a:extLst>
                <a:ext uri="{FF2B5EF4-FFF2-40B4-BE49-F238E27FC236}">
                  <a16:creationId xmlns:a16="http://schemas.microsoft.com/office/drawing/2014/main" id="{542CD0F1-E2A9-17D0-B203-A62476E45CE8}"/>
                </a:ext>
              </a:extLst>
            </p:cNvPr>
            <p:cNvSpPr/>
            <p:nvPr/>
          </p:nvSpPr>
          <p:spPr>
            <a:xfrm>
              <a:off x="3928533" y="1504713"/>
              <a:ext cx="358688" cy="35868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sp>
          <p:nvSpPr>
            <p:cNvPr id="22" name="Elipse 97">
              <a:extLst>
                <a:ext uri="{FF2B5EF4-FFF2-40B4-BE49-F238E27FC236}">
                  <a16:creationId xmlns:a16="http://schemas.microsoft.com/office/drawing/2014/main" id="{16EF5D40-1CFA-3AD0-DAAC-9EA83EE67367}"/>
                </a:ext>
              </a:extLst>
            </p:cNvPr>
            <p:cNvSpPr/>
            <p:nvPr/>
          </p:nvSpPr>
          <p:spPr>
            <a:xfrm>
              <a:off x="4027046" y="1603226"/>
              <a:ext cx="161662" cy="16166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grpSp>
      <p:sp>
        <p:nvSpPr>
          <p:cNvPr id="50" name="CuadroTexto 51">
            <a:extLst>
              <a:ext uri="{FF2B5EF4-FFF2-40B4-BE49-F238E27FC236}">
                <a16:creationId xmlns:a16="http://schemas.microsoft.com/office/drawing/2014/main" id="{D23F62FD-41B3-6225-E1C9-6AE7BB5C74BC}"/>
              </a:ext>
            </a:extLst>
          </p:cNvPr>
          <p:cNvSpPr txBox="1"/>
          <p:nvPr/>
        </p:nvSpPr>
        <p:spPr>
          <a:xfrm>
            <a:off x="-7709" y="3878023"/>
            <a:ext cx="1782967" cy="923330"/>
          </a:xfrm>
          <a:prstGeom prst="rect">
            <a:avLst/>
          </a:prstGeom>
          <a:noFill/>
        </p:spPr>
        <p:txBody>
          <a:bodyPr wrap="square" rtlCol="0">
            <a:spAutoFit/>
          </a:bodyPr>
          <a:lstStyle/>
          <a:p>
            <a:pPr algn="r"/>
            <a:r>
              <a:rPr lang="en-US" dirty="0" err="1">
                <a:solidFill>
                  <a:schemeClr val="tx2"/>
                </a:solidFill>
                <a:latin typeface="Santander Text" panose="020B0504020201020104" pitchFamily="34" charset="0"/>
              </a:rPr>
              <a:t>Desenho</a:t>
            </a:r>
            <a:r>
              <a:rPr lang="en-US" dirty="0">
                <a:solidFill>
                  <a:schemeClr val="tx2"/>
                </a:solidFill>
                <a:latin typeface="Santander Text" panose="020B0504020201020104" pitchFamily="34" charset="0"/>
              </a:rPr>
              <a:t> de </a:t>
            </a:r>
            <a:r>
              <a:rPr lang="en-US" dirty="0" err="1">
                <a:solidFill>
                  <a:schemeClr val="tx2"/>
                </a:solidFill>
                <a:latin typeface="Santander Text" panose="020B0504020201020104" pitchFamily="34" charset="0"/>
              </a:rPr>
              <a:t>Infraestrutura</a:t>
            </a:r>
            <a:r>
              <a:rPr lang="en-US" dirty="0">
                <a:solidFill>
                  <a:schemeClr val="tx2"/>
                </a:solidFill>
                <a:latin typeface="Santander Text" panose="020B0504020201020104" pitchFamily="34" charset="0"/>
              </a:rPr>
              <a:t> + LLD</a:t>
            </a:r>
          </a:p>
        </p:txBody>
      </p:sp>
      <p:grpSp>
        <p:nvGrpSpPr>
          <p:cNvPr id="3" name="Punto 1">
            <a:extLst>
              <a:ext uri="{FF2B5EF4-FFF2-40B4-BE49-F238E27FC236}">
                <a16:creationId xmlns:a16="http://schemas.microsoft.com/office/drawing/2014/main" id="{DFB284ED-BF77-3AD9-60C5-53152FDCA01A}"/>
              </a:ext>
            </a:extLst>
          </p:cNvPr>
          <p:cNvGrpSpPr/>
          <p:nvPr/>
        </p:nvGrpSpPr>
        <p:grpSpPr>
          <a:xfrm>
            <a:off x="6926407" y="3252955"/>
            <a:ext cx="358688" cy="358688"/>
            <a:chOff x="3928533" y="1504713"/>
            <a:chExt cx="358688" cy="358688"/>
          </a:xfrm>
          <a:solidFill>
            <a:srgbClr val="3C3C3B"/>
          </a:solidFill>
        </p:grpSpPr>
        <p:sp>
          <p:nvSpPr>
            <p:cNvPr id="23" name="Elipse 96">
              <a:extLst>
                <a:ext uri="{FF2B5EF4-FFF2-40B4-BE49-F238E27FC236}">
                  <a16:creationId xmlns:a16="http://schemas.microsoft.com/office/drawing/2014/main" id="{2810B617-CF37-9B52-FA7A-3A38D6BB919D}"/>
                </a:ext>
              </a:extLst>
            </p:cNvPr>
            <p:cNvSpPr/>
            <p:nvPr/>
          </p:nvSpPr>
          <p:spPr>
            <a:xfrm>
              <a:off x="3928533" y="1504713"/>
              <a:ext cx="358688" cy="35868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sp>
          <p:nvSpPr>
            <p:cNvPr id="24" name="Elipse 97">
              <a:extLst>
                <a:ext uri="{FF2B5EF4-FFF2-40B4-BE49-F238E27FC236}">
                  <a16:creationId xmlns:a16="http://schemas.microsoft.com/office/drawing/2014/main" id="{4065D78B-8667-48B4-B010-CF359483C93A}"/>
                </a:ext>
              </a:extLst>
            </p:cNvPr>
            <p:cNvSpPr/>
            <p:nvPr/>
          </p:nvSpPr>
          <p:spPr>
            <a:xfrm>
              <a:off x="4027046" y="1603226"/>
              <a:ext cx="161662" cy="16166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grpSp>
      <p:sp>
        <p:nvSpPr>
          <p:cNvPr id="25" name="CuadroTexto 49">
            <a:extLst>
              <a:ext uri="{FF2B5EF4-FFF2-40B4-BE49-F238E27FC236}">
                <a16:creationId xmlns:a16="http://schemas.microsoft.com/office/drawing/2014/main" id="{A3AF6E85-2882-164E-54D8-D30B0306696F}"/>
              </a:ext>
            </a:extLst>
          </p:cNvPr>
          <p:cNvSpPr txBox="1"/>
          <p:nvPr/>
        </p:nvSpPr>
        <p:spPr>
          <a:xfrm>
            <a:off x="7248128" y="5949280"/>
            <a:ext cx="3271929" cy="469359"/>
          </a:xfrm>
          <a:prstGeom prst="rect">
            <a:avLst/>
          </a:prstGeom>
          <a:noFill/>
        </p:spPr>
        <p:txBody>
          <a:bodyPr wrap="square" rtlCol="0">
            <a:spAutoFit/>
          </a:bodyPr>
          <a:lstStyle>
            <a:defPPr>
              <a:defRPr lang="es-ES"/>
            </a:defPPr>
            <a:lvl1pPr>
              <a:defRPr sz="1400" b="1">
                <a:solidFill>
                  <a:schemeClr val="tx2"/>
                </a:solidFill>
                <a:latin typeface="Santander Text" panose="020B0504020201020104" pitchFamily="34" charset="0"/>
              </a:defRPr>
            </a:lvl1pPr>
          </a:lstStyle>
          <a:p>
            <a:r>
              <a:rPr lang="pt-PT" dirty="0"/>
              <a:t>Custos da Solução </a:t>
            </a:r>
          </a:p>
          <a:p>
            <a:r>
              <a:rPr lang="pt-PT" sz="1050" b="0" dirty="0"/>
              <a:t>BC de custos para infraestrutura e licenças</a:t>
            </a:r>
          </a:p>
        </p:txBody>
      </p:sp>
    </p:spTree>
    <p:extLst>
      <p:ext uri="{BB962C8B-B14F-4D97-AF65-F5344CB8AC3E}">
        <p14:creationId xmlns:p14="http://schemas.microsoft.com/office/powerpoint/2010/main" val="26955638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3">
            <a:extLst>
              <a:ext uri="{FF2B5EF4-FFF2-40B4-BE49-F238E27FC236}">
                <a16:creationId xmlns:a16="http://schemas.microsoft.com/office/drawing/2014/main" id="{6CE289C5-A3D6-4793-7803-2AA1D2038900}"/>
              </a:ext>
            </a:extLst>
          </p:cNvPr>
          <p:cNvSpPr>
            <a:spLocks noGrp="1"/>
          </p:cNvSpPr>
          <p:nvPr>
            <p:ph type="sldNum" sz="quarter" idx="12"/>
          </p:nvPr>
        </p:nvSpPr>
        <p:spPr>
          <a:xfrm>
            <a:off x="8730845" y="6209600"/>
            <a:ext cx="2743200" cy="365125"/>
          </a:xfrm>
        </p:spPr>
        <p:txBody>
          <a:bodyPr/>
          <a:lstStyle/>
          <a:p>
            <a:fld id="{BC0D97B6-E32F-4D7D-B839-7C3B51F2640F}" type="slidenum">
              <a:rPr lang="pt-PT" smtClean="0"/>
              <a:pPr/>
              <a:t>32</a:t>
            </a:fld>
            <a:endParaRPr lang="pt-PT" dirty="0"/>
          </a:p>
        </p:txBody>
      </p:sp>
      <p:sp>
        <p:nvSpPr>
          <p:cNvPr id="7" name="Marcador de texto 5">
            <a:extLst>
              <a:ext uri="{FF2B5EF4-FFF2-40B4-BE49-F238E27FC236}">
                <a16:creationId xmlns:a16="http://schemas.microsoft.com/office/drawing/2014/main" id="{1E1F26CB-44AF-12B5-5233-C65EC590FA75}"/>
              </a:ext>
            </a:extLst>
          </p:cNvPr>
          <p:cNvSpPr>
            <a:spLocks noGrp="1"/>
          </p:cNvSpPr>
          <p:nvPr>
            <p:ph type="body" sz="quarter" idx="14"/>
          </p:nvPr>
        </p:nvSpPr>
        <p:spPr>
          <a:xfrm>
            <a:off x="106420" y="114373"/>
            <a:ext cx="11547776" cy="538770"/>
          </a:xfrm>
        </p:spPr>
        <p:txBody>
          <a:bodyPr/>
          <a:lstStyle/>
          <a:p>
            <a:r>
              <a:rPr lang="pt-PT" sz="2400" dirty="0"/>
              <a:t>Desenho de Infraestrutura + LLD</a:t>
            </a:r>
            <a:br>
              <a:rPr lang="pt-PT" sz="2400" dirty="0"/>
            </a:br>
            <a:r>
              <a:rPr lang="pt-PT" sz="1800" dirty="0">
                <a:solidFill>
                  <a:schemeClr val="tx1">
                    <a:lumMod val="75000"/>
                    <a:lumOff val="25000"/>
                  </a:schemeClr>
                </a:solidFill>
              </a:rPr>
              <a:t>Arquitetura (Cloud Pública)</a:t>
            </a:r>
            <a:br>
              <a:rPr lang="pt-PT" sz="1800" dirty="0">
                <a:solidFill>
                  <a:schemeClr val="tx1">
                    <a:lumMod val="75000"/>
                    <a:lumOff val="25000"/>
                  </a:schemeClr>
                </a:solidFill>
              </a:rPr>
            </a:br>
            <a:r>
              <a:rPr lang="pt-PT" sz="1800" dirty="0" err="1">
                <a:solidFill>
                  <a:schemeClr val="accent2">
                    <a:lumMod val="50000"/>
                  </a:schemeClr>
                </a:solidFill>
              </a:rPr>
              <a:t>Overview</a:t>
            </a:r>
            <a:endParaRPr lang="pt-PT" sz="1800" dirty="0">
              <a:solidFill>
                <a:schemeClr val="accent2">
                  <a:lumMod val="50000"/>
                </a:schemeClr>
              </a:solidFill>
            </a:endParaRPr>
          </a:p>
        </p:txBody>
      </p:sp>
      <p:pic>
        <p:nvPicPr>
          <p:cNvPr id="3" name="Picture 2">
            <a:extLst>
              <a:ext uri="{FF2B5EF4-FFF2-40B4-BE49-F238E27FC236}">
                <a16:creationId xmlns:a16="http://schemas.microsoft.com/office/drawing/2014/main" id="{53B2D46A-C0AF-6BF2-1BE8-16C21202DAAC}"/>
              </a:ext>
            </a:extLst>
          </p:cNvPr>
          <p:cNvPicPr>
            <a:picLocks noChangeAspect="1"/>
          </p:cNvPicPr>
          <p:nvPr/>
        </p:nvPicPr>
        <p:blipFill>
          <a:blip r:embed="rId3"/>
          <a:stretch>
            <a:fillRect/>
          </a:stretch>
        </p:blipFill>
        <p:spPr>
          <a:xfrm>
            <a:off x="1112088" y="676417"/>
            <a:ext cx="9967824" cy="5505165"/>
          </a:xfrm>
          <a:prstGeom prst="rect">
            <a:avLst/>
          </a:prstGeom>
        </p:spPr>
      </p:pic>
      <p:sp>
        <p:nvSpPr>
          <p:cNvPr id="4" name="TextBox 3">
            <a:extLst>
              <a:ext uri="{FF2B5EF4-FFF2-40B4-BE49-F238E27FC236}">
                <a16:creationId xmlns:a16="http://schemas.microsoft.com/office/drawing/2014/main" id="{754A7DEC-F1FA-374F-6879-EF9CCDB5EC4F}"/>
              </a:ext>
            </a:extLst>
          </p:cNvPr>
          <p:cNvSpPr txBox="1"/>
          <p:nvPr/>
        </p:nvSpPr>
        <p:spPr>
          <a:xfrm>
            <a:off x="4811697" y="6543292"/>
            <a:ext cx="2849732" cy="246221"/>
          </a:xfrm>
          <a:prstGeom prst="rect">
            <a:avLst/>
          </a:prstGeom>
          <a:noFill/>
        </p:spPr>
        <p:txBody>
          <a:bodyPr wrap="square">
            <a:spAutoFit/>
          </a:bodyPr>
          <a:lstStyle/>
          <a:p>
            <a:r>
              <a:rPr lang="en-US" sz="1000" dirty="0">
                <a:hlinkClick r:id="rId4"/>
              </a:rPr>
              <a:t>Landing Platform - Tot Cloud Azure - Confluence</a:t>
            </a:r>
            <a:endParaRPr lang="pt-PT" sz="1000" dirty="0"/>
          </a:p>
        </p:txBody>
      </p:sp>
      <p:sp>
        <p:nvSpPr>
          <p:cNvPr id="5" name="Text Placeholder 18">
            <a:extLst>
              <a:ext uri="{FF2B5EF4-FFF2-40B4-BE49-F238E27FC236}">
                <a16:creationId xmlns:a16="http://schemas.microsoft.com/office/drawing/2014/main" id="{5D113460-948F-97F8-1305-21765934B760}"/>
              </a:ext>
            </a:extLst>
          </p:cNvPr>
          <p:cNvSpPr txBox="1">
            <a:spLocks/>
          </p:cNvSpPr>
          <p:nvPr/>
        </p:nvSpPr>
        <p:spPr>
          <a:xfrm>
            <a:off x="9482388" y="146135"/>
            <a:ext cx="2407303" cy="374498"/>
          </a:xfrm>
          <a:prstGeom prst="rect">
            <a:avLst/>
          </a:prstGeom>
          <a:solidFill>
            <a:schemeClr val="bg1"/>
          </a:solidFill>
          <a:ln>
            <a:solidFill>
              <a:schemeClr val="accent1"/>
            </a:solidFill>
          </a:ln>
        </p:spPr>
        <p:txBody>
          <a:bodyPr vert="horz" lIns="91440" tIns="45720" rIns="91440" bIns="45720" rtlCol="0" anchor="t">
            <a:noAutofit/>
          </a:bodyPr>
          <a:lstStyle>
            <a:lvl1pPr marL="0" indent="0" algn="l" defTabSz="914400" rtl="0" eaLnBrk="1" latinLnBrk="0" hangingPunct="1">
              <a:lnSpc>
                <a:spcPct val="90000"/>
              </a:lnSpc>
              <a:spcBef>
                <a:spcPts val="1000"/>
              </a:spcBef>
              <a:buFontTx/>
              <a:buNone/>
              <a:defRPr sz="1300" kern="1200">
                <a:solidFill>
                  <a:schemeClr val="accent1"/>
                </a:solidFill>
                <a:latin typeface="+mn-lt"/>
                <a:ea typeface="+mn-ea"/>
                <a:cs typeface="+mn-cs"/>
              </a:defRPr>
            </a:lvl1pPr>
            <a:lvl2pPr marL="457200" indent="0" algn="l" defTabSz="914400" rtl="0" eaLnBrk="1" latinLnBrk="0" hangingPunct="1">
              <a:lnSpc>
                <a:spcPct val="90000"/>
              </a:lnSpc>
              <a:spcBef>
                <a:spcPts val="500"/>
              </a:spcBef>
              <a:buFontTx/>
              <a:buNone/>
              <a:defRPr sz="11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Tx/>
              <a:buNone/>
              <a:defRPr sz="105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Tx/>
              <a:buNone/>
              <a:defRPr sz="10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Tx/>
              <a:buNone/>
              <a:defRPr sz="1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pt-PT" sz="2400" dirty="0"/>
              <a:t>ILUSTRATIVO</a:t>
            </a:r>
          </a:p>
        </p:txBody>
      </p:sp>
      <p:sp>
        <p:nvSpPr>
          <p:cNvPr id="6" name="TextBox 5">
            <a:extLst>
              <a:ext uri="{FF2B5EF4-FFF2-40B4-BE49-F238E27FC236}">
                <a16:creationId xmlns:a16="http://schemas.microsoft.com/office/drawing/2014/main" id="{AFAC9D90-4579-157E-BC20-06D6479D8919}"/>
              </a:ext>
            </a:extLst>
          </p:cNvPr>
          <p:cNvSpPr txBox="1"/>
          <p:nvPr/>
        </p:nvSpPr>
        <p:spPr>
          <a:xfrm>
            <a:off x="3768980" y="6524615"/>
            <a:ext cx="1042717" cy="261610"/>
          </a:xfrm>
          <a:prstGeom prst="rect">
            <a:avLst/>
          </a:prstGeom>
          <a:noFill/>
        </p:spPr>
        <p:txBody>
          <a:bodyPr wrap="square" rtlCol="0">
            <a:spAutoFit/>
          </a:bodyPr>
          <a:lstStyle/>
          <a:p>
            <a:r>
              <a:rPr lang="pt-PT" sz="1100" u="sng" kern="0" dirty="0">
                <a:solidFill>
                  <a:srgbClr val="080808"/>
                </a:solidFill>
                <a:cs typeface="Arial" charset="0"/>
              </a:rPr>
              <a:t>Mais detalhe:</a:t>
            </a:r>
          </a:p>
        </p:txBody>
      </p:sp>
    </p:spTree>
    <p:extLst>
      <p:ext uri="{BB962C8B-B14F-4D97-AF65-F5344CB8AC3E}">
        <p14:creationId xmlns:p14="http://schemas.microsoft.com/office/powerpoint/2010/main" val="7596906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294EEF-51ED-D591-0191-20F6F03A4D89}"/>
            </a:ext>
          </a:extLst>
        </p:cNvPr>
        <p:cNvGrpSpPr/>
        <p:nvPr/>
      </p:nvGrpSpPr>
      <p:grpSpPr>
        <a:xfrm>
          <a:off x="0" y="0"/>
          <a:ext cx="0" cy="0"/>
          <a:chOff x="0" y="0"/>
          <a:chExt cx="0" cy="0"/>
        </a:xfrm>
      </p:grpSpPr>
      <p:sp>
        <p:nvSpPr>
          <p:cNvPr id="2" name="Slide Number Placeholder 3">
            <a:extLst>
              <a:ext uri="{FF2B5EF4-FFF2-40B4-BE49-F238E27FC236}">
                <a16:creationId xmlns:a16="http://schemas.microsoft.com/office/drawing/2014/main" id="{49D51718-F053-279C-08A2-74D2F622DA71}"/>
              </a:ext>
            </a:extLst>
          </p:cNvPr>
          <p:cNvSpPr>
            <a:spLocks noGrp="1"/>
          </p:cNvSpPr>
          <p:nvPr>
            <p:ph type="sldNum" sz="quarter" idx="12"/>
          </p:nvPr>
        </p:nvSpPr>
        <p:spPr>
          <a:xfrm>
            <a:off x="8730845" y="6209600"/>
            <a:ext cx="2743200" cy="365125"/>
          </a:xfrm>
        </p:spPr>
        <p:txBody>
          <a:bodyPr/>
          <a:lstStyle/>
          <a:p>
            <a:fld id="{BC0D97B6-E32F-4D7D-B839-7C3B51F2640F}" type="slidenum">
              <a:rPr lang="pt-PT" smtClean="0"/>
              <a:pPr/>
              <a:t>33</a:t>
            </a:fld>
            <a:endParaRPr lang="pt-PT" dirty="0"/>
          </a:p>
        </p:txBody>
      </p:sp>
      <p:sp>
        <p:nvSpPr>
          <p:cNvPr id="5" name="Marcador de texto 5">
            <a:extLst>
              <a:ext uri="{FF2B5EF4-FFF2-40B4-BE49-F238E27FC236}">
                <a16:creationId xmlns:a16="http://schemas.microsoft.com/office/drawing/2014/main" id="{BC285EAB-E288-0A94-6AFB-D3492D550510}"/>
              </a:ext>
            </a:extLst>
          </p:cNvPr>
          <p:cNvSpPr>
            <a:spLocks noGrp="1"/>
          </p:cNvSpPr>
          <p:nvPr>
            <p:ph type="body" sz="quarter" idx="14"/>
          </p:nvPr>
        </p:nvSpPr>
        <p:spPr>
          <a:xfrm>
            <a:off x="106420" y="114373"/>
            <a:ext cx="11547776" cy="538770"/>
          </a:xfrm>
        </p:spPr>
        <p:txBody>
          <a:bodyPr/>
          <a:lstStyle/>
          <a:p>
            <a:r>
              <a:rPr lang="pt-PT" sz="2400" dirty="0"/>
              <a:t>Desenho de Infraestrutura + LLD</a:t>
            </a:r>
            <a:br>
              <a:rPr lang="pt-PT" sz="2400" dirty="0"/>
            </a:br>
            <a:r>
              <a:rPr lang="pt-PT" sz="1800" dirty="0">
                <a:solidFill>
                  <a:schemeClr val="tx1">
                    <a:lumMod val="75000"/>
                    <a:lumOff val="25000"/>
                  </a:schemeClr>
                </a:solidFill>
              </a:rPr>
              <a:t>Arquitetura (Cloud Pública - </a:t>
            </a:r>
            <a:r>
              <a:rPr lang="pt-PT" sz="1800" dirty="0" err="1">
                <a:solidFill>
                  <a:schemeClr val="tx1">
                    <a:lumMod val="75000"/>
                    <a:lumOff val="25000"/>
                  </a:schemeClr>
                </a:solidFill>
              </a:rPr>
              <a:t>BoM</a:t>
            </a:r>
            <a:r>
              <a:rPr lang="pt-PT" sz="1800" dirty="0">
                <a:solidFill>
                  <a:schemeClr val="tx1">
                    <a:lumMod val="75000"/>
                    <a:lumOff val="25000"/>
                  </a:schemeClr>
                </a:solidFill>
              </a:rPr>
              <a:t>)</a:t>
            </a:r>
            <a:br>
              <a:rPr lang="pt-PT" sz="1800" dirty="0">
                <a:solidFill>
                  <a:schemeClr val="tx1">
                    <a:lumMod val="75000"/>
                    <a:lumOff val="25000"/>
                  </a:schemeClr>
                </a:solidFill>
              </a:rPr>
            </a:br>
            <a:r>
              <a:rPr lang="pt-PT" sz="1800" dirty="0">
                <a:solidFill>
                  <a:schemeClr val="accent2">
                    <a:lumMod val="50000"/>
                  </a:schemeClr>
                </a:solidFill>
              </a:rPr>
              <a:t>Bill </a:t>
            </a:r>
            <a:r>
              <a:rPr lang="pt-PT" sz="1800" dirty="0" err="1">
                <a:solidFill>
                  <a:schemeClr val="accent2">
                    <a:lumMod val="50000"/>
                  </a:schemeClr>
                </a:solidFill>
              </a:rPr>
              <a:t>Of</a:t>
            </a:r>
            <a:r>
              <a:rPr lang="pt-PT" sz="1800" dirty="0">
                <a:solidFill>
                  <a:schemeClr val="accent2">
                    <a:lumMod val="50000"/>
                  </a:schemeClr>
                </a:solidFill>
              </a:rPr>
              <a:t> </a:t>
            </a:r>
            <a:r>
              <a:rPr lang="pt-PT" sz="1800" dirty="0" err="1">
                <a:solidFill>
                  <a:schemeClr val="accent2">
                    <a:lumMod val="50000"/>
                  </a:schemeClr>
                </a:solidFill>
              </a:rPr>
              <a:t>Materials</a:t>
            </a:r>
            <a:endParaRPr lang="pt-PT" sz="1800" dirty="0">
              <a:solidFill>
                <a:schemeClr val="accent2">
                  <a:lumMod val="50000"/>
                </a:schemeClr>
              </a:solidFill>
            </a:endParaRPr>
          </a:p>
        </p:txBody>
      </p:sp>
      <p:graphicFrame>
        <p:nvGraphicFramePr>
          <p:cNvPr id="6" name="Table 5">
            <a:extLst>
              <a:ext uri="{FF2B5EF4-FFF2-40B4-BE49-F238E27FC236}">
                <a16:creationId xmlns:a16="http://schemas.microsoft.com/office/drawing/2014/main" id="{5774A051-C1FC-CDB2-363D-2AF4E1D836BB}"/>
              </a:ext>
            </a:extLst>
          </p:cNvPr>
          <p:cNvGraphicFramePr>
            <a:graphicFrameLocks noGrp="1"/>
          </p:cNvGraphicFramePr>
          <p:nvPr>
            <p:extLst>
              <p:ext uri="{D42A27DB-BD31-4B8C-83A1-F6EECF244321}">
                <p14:modId xmlns:p14="http://schemas.microsoft.com/office/powerpoint/2010/main" val="3162456638"/>
              </p:ext>
            </p:extLst>
          </p:nvPr>
        </p:nvGraphicFramePr>
        <p:xfrm>
          <a:off x="155575" y="2077525"/>
          <a:ext cx="9827511" cy="3607342"/>
        </p:xfrm>
        <a:graphic>
          <a:graphicData uri="http://schemas.openxmlformats.org/drawingml/2006/table">
            <a:tbl>
              <a:tblPr firstRow="1" bandRow="1">
                <a:tableStyleId>{9DCAF9ED-07DC-4A11-8D7F-57B35C25682E}</a:tableStyleId>
              </a:tblPr>
              <a:tblGrid>
                <a:gridCol w="1682800">
                  <a:extLst>
                    <a:ext uri="{9D8B030D-6E8A-4147-A177-3AD203B41FA5}">
                      <a16:colId xmlns:a16="http://schemas.microsoft.com/office/drawing/2014/main" val="615284914"/>
                    </a:ext>
                  </a:extLst>
                </a:gridCol>
                <a:gridCol w="1832025">
                  <a:extLst>
                    <a:ext uri="{9D8B030D-6E8A-4147-A177-3AD203B41FA5}">
                      <a16:colId xmlns:a16="http://schemas.microsoft.com/office/drawing/2014/main" val="3612007039"/>
                    </a:ext>
                  </a:extLst>
                </a:gridCol>
                <a:gridCol w="405007">
                  <a:extLst>
                    <a:ext uri="{9D8B030D-6E8A-4147-A177-3AD203B41FA5}">
                      <a16:colId xmlns:a16="http://schemas.microsoft.com/office/drawing/2014/main" val="3375264505"/>
                    </a:ext>
                  </a:extLst>
                </a:gridCol>
                <a:gridCol w="411162">
                  <a:extLst>
                    <a:ext uri="{9D8B030D-6E8A-4147-A177-3AD203B41FA5}">
                      <a16:colId xmlns:a16="http://schemas.microsoft.com/office/drawing/2014/main" val="52941497"/>
                    </a:ext>
                  </a:extLst>
                </a:gridCol>
                <a:gridCol w="1138238">
                  <a:extLst>
                    <a:ext uri="{9D8B030D-6E8A-4147-A177-3AD203B41FA5}">
                      <a16:colId xmlns:a16="http://schemas.microsoft.com/office/drawing/2014/main" val="576092174"/>
                    </a:ext>
                  </a:extLst>
                </a:gridCol>
                <a:gridCol w="190479">
                  <a:extLst>
                    <a:ext uri="{9D8B030D-6E8A-4147-A177-3AD203B41FA5}">
                      <a16:colId xmlns:a16="http://schemas.microsoft.com/office/drawing/2014/main" val="3153357383"/>
                    </a:ext>
                  </a:extLst>
                </a:gridCol>
                <a:gridCol w="777896">
                  <a:extLst>
                    <a:ext uri="{9D8B030D-6E8A-4147-A177-3AD203B41FA5}">
                      <a16:colId xmlns:a16="http://schemas.microsoft.com/office/drawing/2014/main" val="4176510712"/>
                    </a:ext>
                  </a:extLst>
                </a:gridCol>
                <a:gridCol w="863600">
                  <a:extLst>
                    <a:ext uri="{9D8B030D-6E8A-4147-A177-3AD203B41FA5}">
                      <a16:colId xmlns:a16="http://schemas.microsoft.com/office/drawing/2014/main" val="1227048691"/>
                    </a:ext>
                  </a:extLst>
                </a:gridCol>
                <a:gridCol w="879475">
                  <a:extLst>
                    <a:ext uri="{9D8B030D-6E8A-4147-A177-3AD203B41FA5}">
                      <a16:colId xmlns:a16="http://schemas.microsoft.com/office/drawing/2014/main" val="3474778625"/>
                    </a:ext>
                  </a:extLst>
                </a:gridCol>
                <a:gridCol w="1246759">
                  <a:extLst>
                    <a:ext uri="{9D8B030D-6E8A-4147-A177-3AD203B41FA5}">
                      <a16:colId xmlns:a16="http://schemas.microsoft.com/office/drawing/2014/main" val="1351957385"/>
                    </a:ext>
                  </a:extLst>
                </a:gridCol>
                <a:gridCol w="400070">
                  <a:extLst>
                    <a:ext uri="{9D8B030D-6E8A-4147-A177-3AD203B41FA5}">
                      <a16:colId xmlns:a16="http://schemas.microsoft.com/office/drawing/2014/main" val="1966587045"/>
                    </a:ext>
                  </a:extLst>
                </a:gridCol>
              </a:tblGrid>
              <a:tr h="294465">
                <a:tc>
                  <a:txBody>
                    <a:bodyPr/>
                    <a:lstStyle/>
                    <a:p>
                      <a:pPr algn="ctr" fontAlgn="ctr"/>
                      <a:r>
                        <a:rPr lang="pt-PT" sz="1000" b="1" u="none" strike="noStrike" dirty="0">
                          <a:solidFill>
                            <a:srgbClr val="FFFFFF"/>
                          </a:solidFill>
                          <a:effectLst/>
                          <a:latin typeface="+mn-lt"/>
                        </a:rPr>
                        <a:t>Produto*</a:t>
                      </a:r>
                      <a:endParaRPr lang="pt-PT" sz="1000" b="1" i="0" u="none" strike="noStrike" dirty="0">
                        <a:solidFill>
                          <a:srgbClr val="FFFFFF"/>
                        </a:solidFill>
                        <a:effectLst/>
                        <a:latin typeface="+mn-lt"/>
                      </a:endParaRPr>
                    </a:p>
                  </a:txBody>
                  <a:tcPr marL="9525" marR="9525" marT="9525" marB="0" anchor="ctr">
                    <a:lnB w="12700" cap="flat" cmpd="sng" algn="ctr">
                      <a:solidFill>
                        <a:schemeClr val="bg1"/>
                      </a:solidFill>
                      <a:prstDash val="solid"/>
                      <a:round/>
                      <a:headEnd type="none" w="med" len="med"/>
                      <a:tailEnd type="none" w="med" len="med"/>
                    </a:lnB>
                    <a:solidFill>
                      <a:schemeClr val="accent1"/>
                    </a:solidFill>
                  </a:tcPr>
                </a:tc>
                <a:tc>
                  <a:txBody>
                    <a:bodyPr/>
                    <a:lstStyle/>
                    <a:p>
                      <a:pPr algn="ctr" fontAlgn="ctr"/>
                      <a:r>
                        <a:rPr lang="pt-PT" sz="1000" b="1" u="none" strike="noStrike" dirty="0">
                          <a:solidFill>
                            <a:srgbClr val="FFFFFF"/>
                          </a:solidFill>
                          <a:effectLst/>
                          <a:latin typeface="+mn-lt"/>
                        </a:rPr>
                        <a:t>S.O.</a:t>
                      </a:r>
                      <a:endParaRPr lang="pt-PT" sz="1000" b="1" i="0" u="none" strike="noStrike" dirty="0">
                        <a:solidFill>
                          <a:srgbClr val="FFFFFF"/>
                        </a:solidFill>
                        <a:effectLst/>
                        <a:latin typeface="+mn-lt"/>
                      </a:endParaRPr>
                    </a:p>
                  </a:txBody>
                  <a:tcPr marL="9525" marR="9525" marT="9525" marB="0" anchor="ctr">
                    <a:lnB w="12700" cap="flat" cmpd="sng" algn="ctr">
                      <a:solidFill>
                        <a:schemeClr val="bg1"/>
                      </a:solidFill>
                      <a:prstDash val="solid"/>
                      <a:round/>
                      <a:headEnd type="none" w="med" len="med"/>
                      <a:tailEnd type="none" w="med" len="med"/>
                    </a:lnB>
                    <a:solidFill>
                      <a:schemeClr val="accent1"/>
                    </a:solidFill>
                  </a:tcPr>
                </a:tc>
                <a:tc>
                  <a:txBody>
                    <a:bodyPr/>
                    <a:lstStyle/>
                    <a:p>
                      <a:pPr algn="ctr" fontAlgn="ctr"/>
                      <a:r>
                        <a:rPr lang="pt-PT" sz="1000" b="1" u="none" strike="noStrike" dirty="0">
                          <a:solidFill>
                            <a:srgbClr val="FFFFFF"/>
                          </a:solidFill>
                          <a:effectLst/>
                          <a:latin typeface="+mn-lt"/>
                        </a:rPr>
                        <a:t>CPU</a:t>
                      </a:r>
                      <a:endParaRPr lang="pt-PT" sz="1000" b="1" i="0" u="none" strike="noStrike" dirty="0">
                        <a:solidFill>
                          <a:srgbClr val="FFFFFF"/>
                        </a:solidFill>
                        <a:effectLst/>
                        <a:latin typeface="+mn-lt"/>
                      </a:endParaRPr>
                    </a:p>
                  </a:txBody>
                  <a:tcPr marL="9525" marR="9525" marT="9525" marB="0" anchor="ctr">
                    <a:lnB w="12700" cap="flat" cmpd="sng" algn="ctr">
                      <a:solidFill>
                        <a:schemeClr val="bg1"/>
                      </a:solidFill>
                      <a:prstDash val="solid"/>
                      <a:round/>
                      <a:headEnd type="none" w="med" len="med"/>
                      <a:tailEnd type="none" w="med" len="med"/>
                    </a:lnB>
                    <a:solidFill>
                      <a:schemeClr val="accent1"/>
                    </a:solidFill>
                  </a:tcPr>
                </a:tc>
                <a:tc>
                  <a:txBody>
                    <a:bodyPr/>
                    <a:lstStyle/>
                    <a:p>
                      <a:pPr algn="ctr" fontAlgn="ctr"/>
                      <a:r>
                        <a:rPr lang="pt-PT" sz="1000" b="1" u="none" strike="noStrike" dirty="0">
                          <a:solidFill>
                            <a:srgbClr val="FFFFFF"/>
                          </a:solidFill>
                          <a:effectLst/>
                          <a:latin typeface="+mn-lt"/>
                        </a:rPr>
                        <a:t>RAM</a:t>
                      </a:r>
                      <a:endParaRPr lang="pt-PT" sz="1000" b="1" i="0" u="none" strike="noStrike" dirty="0">
                        <a:solidFill>
                          <a:srgbClr val="FFFFFF"/>
                        </a:solidFill>
                        <a:effectLst/>
                        <a:latin typeface="+mn-lt"/>
                      </a:endParaRPr>
                    </a:p>
                  </a:txBody>
                  <a:tcPr marL="9525" marR="9525" marT="9525" marB="0" anchor="ctr">
                    <a:lnB w="12700" cap="flat" cmpd="sng" algn="ctr">
                      <a:solidFill>
                        <a:schemeClr val="bg1"/>
                      </a:solidFill>
                      <a:prstDash val="solid"/>
                      <a:round/>
                      <a:headEnd type="none" w="med" len="med"/>
                      <a:tailEnd type="none" w="med" len="med"/>
                    </a:lnB>
                    <a:solidFill>
                      <a:schemeClr val="accent1"/>
                    </a:solidFill>
                  </a:tcPr>
                </a:tc>
                <a:tc>
                  <a:txBody>
                    <a:bodyPr/>
                    <a:lstStyle/>
                    <a:p>
                      <a:pPr algn="ctr" fontAlgn="ctr"/>
                      <a:r>
                        <a:rPr lang="pt-PT" sz="1000" b="1" u="none" strike="noStrike" dirty="0">
                          <a:solidFill>
                            <a:srgbClr val="FFFFFF"/>
                          </a:solidFill>
                          <a:effectLst/>
                          <a:latin typeface="+mn-lt"/>
                        </a:rPr>
                        <a:t>C: </a:t>
                      </a:r>
                      <a:r>
                        <a:rPr lang="pt-PT" sz="1000" b="1" u="none" strike="noStrike" dirty="0" err="1">
                          <a:solidFill>
                            <a:srgbClr val="FFFFFF"/>
                          </a:solidFill>
                          <a:effectLst/>
                          <a:latin typeface="+mn-lt"/>
                        </a:rPr>
                        <a:t>Disk</a:t>
                      </a:r>
                      <a:r>
                        <a:rPr lang="pt-PT" sz="1000" b="1" u="none" strike="noStrike" dirty="0">
                          <a:solidFill>
                            <a:srgbClr val="FFFFFF"/>
                          </a:solidFill>
                          <a:effectLst/>
                          <a:latin typeface="+mn-lt"/>
                        </a:rPr>
                        <a:t> (SO e SW)</a:t>
                      </a:r>
                      <a:endParaRPr lang="pt-PT" sz="1000" b="1" i="0" u="none" strike="noStrike" dirty="0">
                        <a:solidFill>
                          <a:srgbClr val="FFFFFF"/>
                        </a:solidFill>
                        <a:effectLst/>
                        <a:latin typeface="+mn-lt"/>
                      </a:endParaRPr>
                    </a:p>
                  </a:txBody>
                  <a:tcPr marL="9525" marR="9525" marT="9525" marB="0" anchor="ctr">
                    <a:lnB w="12700" cap="flat" cmpd="sng" algn="ctr">
                      <a:solidFill>
                        <a:schemeClr val="bg1"/>
                      </a:solidFill>
                      <a:prstDash val="solid"/>
                      <a:round/>
                      <a:headEnd type="none" w="med" len="med"/>
                      <a:tailEnd type="none" w="med" len="med"/>
                    </a:lnB>
                    <a:solidFill>
                      <a:schemeClr val="accent1"/>
                    </a:solidFill>
                  </a:tcPr>
                </a:tc>
                <a:tc gridSpan="2">
                  <a:txBody>
                    <a:bodyPr/>
                    <a:lstStyle/>
                    <a:p>
                      <a:pPr algn="ctr" fontAlgn="ctr"/>
                      <a:r>
                        <a:rPr lang="pt-PT" sz="1000" b="1" u="none" strike="noStrike" dirty="0">
                          <a:solidFill>
                            <a:srgbClr val="FFFFFF"/>
                          </a:solidFill>
                          <a:effectLst/>
                          <a:latin typeface="+mn-lt"/>
                        </a:rPr>
                        <a:t>D: </a:t>
                      </a:r>
                      <a:r>
                        <a:rPr lang="pt-PT" sz="1000" b="1" u="none" strike="noStrike" dirty="0" err="1">
                          <a:solidFill>
                            <a:srgbClr val="FFFFFF"/>
                          </a:solidFill>
                          <a:effectLst/>
                          <a:latin typeface="+mn-lt"/>
                        </a:rPr>
                        <a:t>Disk</a:t>
                      </a:r>
                      <a:r>
                        <a:rPr lang="pt-PT" sz="1000" b="1" u="none" strike="noStrike" dirty="0">
                          <a:solidFill>
                            <a:srgbClr val="FFFFFF"/>
                          </a:solidFill>
                          <a:effectLst/>
                          <a:latin typeface="+mn-lt"/>
                        </a:rPr>
                        <a:t> (cache)</a:t>
                      </a:r>
                      <a:endParaRPr lang="pt-PT" sz="1000" b="1" i="0" u="none" strike="noStrike" dirty="0">
                        <a:solidFill>
                          <a:srgbClr val="FFFFFF"/>
                        </a:solidFill>
                        <a:effectLst/>
                        <a:latin typeface="+mn-lt"/>
                      </a:endParaRPr>
                    </a:p>
                  </a:txBody>
                  <a:tcPr marL="9525" marR="9525" marT="9525" marB="0" anchor="ctr">
                    <a:lnB w="12700" cap="flat" cmpd="sng" algn="ctr">
                      <a:solidFill>
                        <a:schemeClr val="bg1"/>
                      </a:solidFill>
                      <a:prstDash val="solid"/>
                      <a:round/>
                      <a:headEnd type="none" w="med" len="med"/>
                      <a:tailEnd type="none" w="med" len="med"/>
                    </a:lnB>
                    <a:solidFill>
                      <a:schemeClr val="accent1"/>
                    </a:solidFill>
                  </a:tcPr>
                </a:tc>
                <a:tc hMerge="1">
                  <a:txBody>
                    <a:bodyPr/>
                    <a:lstStyle/>
                    <a:p>
                      <a:endParaRPr lang="en-US"/>
                    </a:p>
                  </a:txBody>
                  <a:tcPr/>
                </a:tc>
                <a:tc>
                  <a:txBody>
                    <a:bodyPr/>
                    <a:lstStyle/>
                    <a:p>
                      <a:pPr algn="ctr" fontAlgn="ctr"/>
                      <a:r>
                        <a:rPr lang="pt-PT" sz="1000" b="1" u="none" strike="noStrike" dirty="0">
                          <a:solidFill>
                            <a:srgbClr val="FFFFFF"/>
                          </a:solidFill>
                          <a:effectLst/>
                          <a:latin typeface="+mn-lt"/>
                        </a:rPr>
                        <a:t>E: </a:t>
                      </a:r>
                      <a:r>
                        <a:rPr lang="pt-PT" sz="1000" b="1" u="none" strike="noStrike" dirty="0" err="1">
                          <a:solidFill>
                            <a:srgbClr val="FFFFFF"/>
                          </a:solidFill>
                          <a:effectLst/>
                          <a:latin typeface="+mn-lt"/>
                        </a:rPr>
                        <a:t>Disk</a:t>
                      </a:r>
                      <a:r>
                        <a:rPr lang="pt-PT" sz="1000" b="1" u="none" strike="noStrike" dirty="0">
                          <a:solidFill>
                            <a:srgbClr val="FFFFFF"/>
                          </a:solidFill>
                          <a:effectLst/>
                          <a:latin typeface="+mn-lt"/>
                        </a:rPr>
                        <a:t> (DEV)</a:t>
                      </a:r>
                      <a:endParaRPr lang="pt-PT" sz="1000" b="1" i="0" u="none" strike="noStrike" dirty="0">
                        <a:solidFill>
                          <a:srgbClr val="FFFFFF"/>
                        </a:solidFill>
                        <a:effectLst/>
                        <a:latin typeface="+mn-lt"/>
                      </a:endParaRPr>
                    </a:p>
                  </a:txBody>
                  <a:tcPr marL="9525" marR="9525" marT="9525" marB="0" anchor="ctr">
                    <a:lnB w="12700" cap="flat" cmpd="sng" algn="ctr">
                      <a:solidFill>
                        <a:schemeClr val="bg1"/>
                      </a:solidFill>
                      <a:prstDash val="solid"/>
                      <a:round/>
                      <a:headEnd type="none" w="med" len="med"/>
                      <a:tailEnd type="none" w="med" len="med"/>
                    </a:lnB>
                    <a:solidFill>
                      <a:schemeClr val="accent1"/>
                    </a:solidFill>
                  </a:tcPr>
                </a:tc>
                <a:tc>
                  <a:txBody>
                    <a:bodyPr/>
                    <a:lstStyle/>
                    <a:p>
                      <a:r>
                        <a:rPr lang="pt-PT" sz="1000" b="1" u="none" strike="noStrike" dirty="0">
                          <a:solidFill>
                            <a:srgbClr val="FFFFFF"/>
                          </a:solidFill>
                          <a:effectLst/>
                          <a:latin typeface="+mn-lt"/>
                        </a:rPr>
                        <a:t>F: </a:t>
                      </a:r>
                      <a:r>
                        <a:rPr lang="pt-PT" sz="1000" b="1" u="none" strike="noStrike" dirty="0" err="1">
                          <a:solidFill>
                            <a:srgbClr val="FFFFFF"/>
                          </a:solidFill>
                          <a:effectLst/>
                          <a:latin typeface="+mn-lt"/>
                        </a:rPr>
                        <a:t>Disk</a:t>
                      </a:r>
                      <a:r>
                        <a:rPr lang="pt-PT" sz="1000" b="1" u="none" strike="noStrike" dirty="0">
                          <a:solidFill>
                            <a:srgbClr val="FFFFFF"/>
                          </a:solidFill>
                          <a:effectLst/>
                          <a:latin typeface="+mn-lt"/>
                        </a:rPr>
                        <a:t> (QUA)</a:t>
                      </a:r>
                      <a:endParaRPr lang="en-US" sz="1200" dirty="0">
                        <a:latin typeface="+mn-lt"/>
                      </a:endParaRPr>
                    </a:p>
                  </a:txBody>
                  <a:tcPr marL="9525" marR="9525" marT="9525" marB="0" anchor="ctr">
                    <a:lnB w="12700" cap="flat" cmpd="sng" algn="ctr">
                      <a:solidFill>
                        <a:schemeClr val="bg1"/>
                      </a:solidFill>
                      <a:prstDash val="solid"/>
                      <a:round/>
                      <a:headEnd type="none" w="med" len="med"/>
                      <a:tailEnd type="none" w="med" len="med"/>
                    </a:lnB>
                    <a:solidFill>
                      <a:schemeClr val="accent1"/>
                    </a:solidFill>
                  </a:tcPr>
                </a:tc>
                <a:tc>
                  <a:txBody>
                    <a:bodyPr/>
                    <a:lstStyle/>
                    <a:p>
                      <a:pPr algn="ctr" fontAlgn="ctr"/>
                      <a:r>
                        <a:rPr lang="pt-PT" sz="1000" b="1" u="none" strike="noStrike" dirty="0">
                          <a:solidFill>
                            <a:srgbClr val="FFFFFF"/>
                          </a:solidFill>
                          <a:effectLst/>
                          <a:latin typeface="+mn-lt"/>
                        </a:rPr>
                        <a:t>T: </a:t>
                      </a:r>
                      <a:r>
                        <a:rPr lang="pt-PT" sz="1000" b="1" u="none" strike="noStrike" dirty="0" err="1">
                          <a:solidFill>
                            <a:srgbClr val="FFFFFF"/>
                          </a:solidFill>
                          <a:effectLst/>
                          <a:latin typeface="+mn-lt"/>
                        </a:rPr>
                        <a:t>Disk</a:t>
                      </a:r>
                      <a:r>
                        <a:rPr lang="pt-PT" sz="1000" b="1" u="none" strike="noStrike" dirty="0">
                          <a:solidFill>
                            <a:srgbClr val="FFFFFF"/>
                          </a:solidFill>
                          <a:effectLst/>
                          <a:latin typeface="+mn-lt"/>
                        </a:rPr>
                        <a:t> (Backup)</a:t>
                      </a:r>
                      <a:endParaRPr lang="pt-PT" sz="1000" b="1" i="0" u="none" strike="noStrike" dirty="0">
                        <a:solidFill>
                          <a:srgbClr val="FFFFFF"/>
                        </a:solidFill>
                        <a:effectLst/>
                        <a:latin typeface="+mn-lt"/>
                      </a:endParaRPr>
                    </a:p>
                  </a:txBody>
                  <a:tcPr marL="9525" marR="9525" marT="9525" marB="0" anchor="ctr">
                    <a:lnB w="12700" cap="flat" cmpd="sng" algn="ctr">
                      <a:solidFill>
                        <a:schemeClr val="bg1"/>
                      </a:solidFill>
                      <a:prstDash val="solid"/>
                      <a:round/>
                      <a:headEnd type="none" w="med" len="med"/>
                      <a:tailEnd type="none" w="med" len="med"/>
                    </a:lnB>
                    <a:solidFill>
                      <a:schemeClr val="accent1"/>
                    </a:solidFill>
                  </a:tcPr>
                </a:tc>
                <a:tc>
                  <a:txBody>
                    <a:bodyPr/>
                    <a:lstStyle/>
                    <a:p>
                      <a:pPr algn="ctr" fontAlgn="ctr"/>
                      <a:r>
                        <a:rPr lang="pt-PT" sz="1000" b="1" u="none" strike="noStrike" dirty="0">
                          <a:solidFill>
                            <a:srgbClr val="FFFFFF"/>
                          </a:solidFill>
                          <a:effectLst/>
                          <a:latin typeface="+mn-lt"/>
                        </a:rPr>
                        <a:t> #</a:t>
                      </a:r>
                      <a:endParaRPr lang="pt-PT" sz="1000" b="1" i="0" u="none" strike="noStrike" dirty="0">
                        <a:solidFill>
                          <a:srgbClr val="FFFFFF"/>
                        </a:solidFill>
                        <a:effectLst/>
                        <a:latin typeface="+mn-lt"/>
                      </a:endParaRPr>
                    </a:p>
                  </a:txBody>
                  <a:tcPr marL="9525" marR="9525" marT="9525" marB="0" anchor="ctr">
                    <a:lnB w="12700" cap="flat" cmpd="sng" algn="ctr">
                      <a:solidFill>
                        <a:schemeClr val="bg1"/>
                      </a:solidFill>
                      <a:prstDash val="solid"/>
                      <a:round/>
                      <a:headEnd type="none" w="med" len="med"/>
                      <a:tailEnd type="none" w="med" len="med"/>
                    </a:lnB>
                    <a:solidFill>
                      <a:schemeClr val="accent1"/>
                    </a:solidFill>
                  </a:tcPr>
                </a:tc>
                <a:extLst>
                  <a:ext uri="{0D108BD9-81ED-4DB2-BD59-A6C34878D82A}">
                    <a16:rowId xmlns:a16="http://schemas.microsoft.com/office/drawing/2014/main" val="2901569690"/>
                  </a:ext>
                </a:extLst>
              </a:tr>
              <a:tr h="193151">
                <a:tc>
                  <a:txBody>
                    <a:bodyPr/>
                    <a:lstStyle/>
                    <a:p>
                      <a:pPr marL="0" algn="l" defTabSz="914377" rtl="0" eaLnBrk="1" fontAlgn="b" latinLnBrk="0" hangingPunct="1"/>
                      <a:r>
                        <a:rPr lang="pt-PT" sz="700" kern="1200" cap="all" baseline="0" dirty="0">
                          <a:solidFill>
                            <a:schemeClr val="bg1"/>
                          </a:solidFill>
                          <a:latin typeface="+mn-lt"/>
                          <a:ea typeface="Segoe UI Black" panose="020B0A02040204020203" pitchFamily="34" charset="0"/>
                          <a:cs typeface="Segoe UI Semibold" panose="020B0702040204020203" pitchFamily="34" charset="0"/>
                        </a:rPr>
                        <a:t>MF Enterprise </a:t>
                      </a:r>
                      <a:r>
                        <a:rPr lang="pt-PT" sz="700" kern="1200" cap="all" baseline="0" dirty="0" err="1">
                          <a:solidFill>
                            <a:schemeClr val="bg1"/>
                          </a:solidFill>
                          <a:latin typeface="+mn-lt"/>
                          <a:ea typeface="Segoe UI Black" panose="020B0A02040204020203" pitchFamily="34" charset="0"/>
                          <a:cs typeface="Segoe UI Semibold" panose="020B0702040204020203" pitchFamily="34" charset="0"/>
                        </a:rPr>
                        <a:t>Test</a:t>
                      </a:r>
                      <a:r>
                        <a:rPr lang="pt-PT" sz="700" kern="1200" cap="all" baseline="0" dirty="0">
                          <a:solidFill>
                            <a:schemeClr val="bg1"/>
                          </a:solidFill>
                          <a:latin typeface="+mn-lt"/>
                          <a:ea typeface="Segoe UI Black" panose="020B0A02040204020203" pitchFamily="34" charset="0"/>
                          <a:cs typeface="Segoe UI Semibold" panose="020B0702040204020203" pitchFamily="34" charset="0"/>
                        </a:rPr>
                        <a:t> Server</a:t>
                      </a:r>
                    </a:p>
                  </a:txBody>
                  <a:tcPr marL="108000"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666666"/>
                    </a:solidFill>
                  </a:tcPr>
                </a:tc>
                <a:tc>
                  <a:txBody>
                    <a:bodyPr/>
                    <a:lstStyle/>
                    <a:p>
                      <a:pPr algn="l" fontAlgn="b"/>
                      <a:r>
                        <a:rPr lang="pt-PT" sz="1000" b="0" u="none" strike="noStrike" kern="1200" dirty="0">
                          <a:solidFill>
                            <a:srgbClr val="000000"/>
                          </a:solidFill>
                          <a:effectLst/>
                          <a:latin typeface="+mn-lt"/>
                        </a:rPr>
                        <a:t>Windows Server 2019</a:t>
                      </a:r>
                      <a:endParaRPr lang="pt-PT" sz="1000" b="0" i="0" u="none" strike="noStrike" kern="1200" dirty="0">
                        <a:solidFill>
                          <a:srgbClr val="000000"/>
                        </a:solidFill>
                        <a:effectLst/>
                        <a:latin typeface="+mn-lt"/>
                        <a:ea typeface="+mn-ea"/>
                        <a:cs typeface="+mn-cs"/>
                      </a:endParaRPr>
                    </a:p>
                  </a:txBody>
                  <a:tcPr marL="108000"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fontAlgn="b"/>
                      <a:r>
                        <a:rPr lang="pt-PT" sz="1000" b="0" u="none" strike="noStrike" kern="1200" dirty="0">
                          <a:solidFill>
                            <a:srgbClr val="000000"/>
                          </a:solidFill>
                          <a:effectLst/>
                          <a:latin typeface="+mn-lt"/>
                        </a:rPr>
                        <a:t>4</a:t>
                      </a:r>
                      <a:endParaRPr lang="pt-PT" sz="1000" b="0" i="0" u="none" strike="noStrike" kern="1200" dirty="0">
                        <a:solidFill>
                          <a:srgbClr val="000000"/>
                        </a:solidFill>
                        <a:effectLst/>
                        <a:latin typeface="+mn-lt"/>
                        <a:ea typeface="+mn-ea"/>
                        <a:cs typeface="+mn-cs"/>
                      </a:endParaRP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fontAlgn="b"/>
                      <a:r>
                        <a:rPr lang="pt-PT" sz="1000" b="0" u="none" strike="noStrike" kern="1200" dirty="0">
                          <a:solidFill>
                            <a:srgbClr val="000000"/>
                          </a:solidFill>
                          <a:effectLst/>
                          <a:latin typeface="+mn-lt"/>
                        </a:rPr>
                        <a:t>16 GB</a:t>
                      </a:r>
                      <a:endParaRPr lang="pt-PT" sz="1000" b="0" i="0" u="none" strike="noStrike" kern="1200" dirty="0">
                        <a:solidFill>
                          <a:srgbClr val="000000"/>
                        </a:solidFill>
                        <a:effectLst/>
                        <a:latin typeface="+mn-lt"/>
                        <a:ea typeface="+mn-ea"/>
                        <a:cs typeface="+mn-cs"/>
                      </a:endParaRP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fontAlgn="b"/>
                      <a:r>
                        <a:rPr lang="pt-PT" sz="1000" b="0" u="none" strike="noStrike" kern="1200" dirty="0">
                          <a:solidFill>
                            <a:srgbClr val="000000"/>
                          </a:solidFill>
                          <a:effectLst/>
                          <a:latin typeface="+mn-lt"/>
                        </a:rPr>
                        <a:t>127 GB</a:t>
                      </a:r>
                      <a:endParaRPr lang="pt-PT" sz="1000" b="0" i="0" u="none" strike="noStrike" kern="1200" dirty="0">
                        <a:solidFill>
                          <a:srgbClr val="000000"/>
                        </a:solidFill>
                        <a:effectLst/>
                        <a:latin typeface="+mn-lt"/>
                        <a:ea typeface="+mn-ea"/>
                        <a:cs typeface="+mn-cs"/>
                      </a:endParaRP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gridSpan="2">
                  <a:txBody>
                    <a:bodyPr/>
                    <a:lstStyle/>
                    <a:p>
                      <a:pPr algn="ctr" fontAlgn="b"/>
                      <a:r>
                        <a:rPr lang="pt-PT" sz="1000" b="0" u="none" strike="noStrike" kern="1200" dirty="0">
                          <a:solidFill>
                            <a:srgbClr val="000000"/>
                          </a:solidFill>
                          <a:effectLst/>
                          <a:latin typeface="+mn-lt"/>
                        </a:rPr>
                        <a:t>500 GB</a:t>
                      </a:r>
                      <a:endParaRPr lang="pt-PT" sz="1000" b="0" i="0" u="none" strike="noStrike" kern="1200" dirty="0">
                        <a:solidFill>
                          <a:srgbClr val="000000"/>
                        </a:solidFill>
                        <a:effectLst/>
                        <a:latin typeface="+mn-lt"/>
                        <a:ea typeface="+mn-ea"/>
                        <a:cs typeface="+mn-cs"/>
                      </a:endParaRP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hMerge="1">
                  <a:txBody>
                    <a:bodyPr/>
                    <a:lstStyle/>
                    <a:p>
                      <a:endParaRPr lang="en-US"/>
                    </a:p>
                  </a:txBody>
                  <a:tcPr/>
                </a:tc>
                <a:tc>
                  <a:txBody>
                    <a:bodyPr/>
                    <a:lstStyle/>
                    <a:p>
                      <a:pPr algn="ctr" fontAlgn="b"/>
                      <a:r>
                        <a:rPr lang="pt-PT" sz="1000" b="0" u="none" strike="noStrike" kern="1200" dirty="0">
                          <a:solidFill>
                            <a:srgbClr val="000000"/>
                          </a:solidFill>
                          <a:effectLst/>
                          <a:latin typeface="+mn-lt"/>
                        </a:rPr>
                        <a:t>100 GB</a:t>
                      </a:r>
                      <a:endParaRPr lang="pt-PT" sz="1000" b="0" i="0" u="none" strike="noStrike" kern="1200" dirty="0">
                        <a:solidFill>
                          <a:srgbClr val="000000"/>
                        </a:solidFill>
                        <a:effectLst/>
                        <a:latin typeface="+mn-lt"/>
                        <a:ea typeface="+mn-ea"/>
                        <a:cs typeface="+mn-cs"/>
                      </a:endParaRP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r>
                        <a:rPr lang="pt-PT" sz="1000" b="0" u="none" strike="noStrike" kern="1200">
                          <a:solidFill>
                            <a:srgbClr val="000000"/>
                          </a:solidFill>
                          <a:effectLst/>
                          <a:latin typeface="+mn-lt"/>
                        </a:rPr>
                        <a:t>100 GB</a:t>
                      </a:r>
                      <a:endParaRPr lang="en-US" sz="1200">
                        <a:latin typeface="+mn-lt"/>
                      </a:endParaRP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r" fontAlgn="b"/>
                      <a:endParaRPr lang="pt-PT" sz="1000" b="0" i="0" u="none" strike="noStrike" kern="1200" dirty="0">
                        <a:solidFill>
                          <a:srgbClr val="000000"/>
                        </a:solidFill>
                        <a:effectLst/>
                        <a:latin typeface="+mn-lt"/>
                        <a:ea typeface="+mn-ea"/>
                        <a:cs typeface="+mn-cs"/>
                      </a:endParaRP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fontAlgn="b"/>
                      <a:r>
                        <a:rPr lang="pt-PT" sz="1000" b="0" u="none" strike="noStrike" kern="1200">
                          <a:solidFill>
                            <a:srgbClr val="000000"/>
                          </a:solidFill>
                          <a:effectLst/>
                          <a:latin typeface="+mn-lt"/>
                        </a:rPr>
                        <a:t>1</a:t>
                      </a:r>
                      <a:endParaRPr lang="pt-PT" sz="1000" b="0" i="0" u="none" strike="noStrike" kern="1200" dirty="0">
                        <a:solidFill>
                          <a:srgbClr val="000000"/>
                        </a:solidFill>
                        <a:effectLst/>
                        <a:latin typeface="+mn-lt"/>
                        <a:ea typeface="+mn-ea"/>
                        <a:cs typeface="+mn-cs"/>
                      </a:endParaRP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268389382"/>
                  </a:ext>
                </a:extLst>
              </a:tr>
              <a:tr h="0">
                <a:tc>
                  <a:txBody>
                    <a:bodyPr/>
                    <a:lstStyle/>
                    <a:p>
                      <a:pPr marL="0" algn="l" defTabSz="914377" rtl="0" eaLnBrk="1" fontAlgn="b" latinLnBrk="0" hangingPunct="1"/>
                      <a:r>
                        <a:rPr lang="pt-PT" sz="700" kern="1200" cap="all" baseline="0" dirty="0" err="1">
                          <a:solidFill>
                            <a:schemeClr val="bg1"/>
                          </a:solidFill>
                          <a:latin typeface="+mn-lt"/>
                          <a:ea typeface="Segoe UI Black" panose="020B0A02040204020203" pitchFamily="34" charset="0"/>
                          <a:cs typeface="Segoe UI Semibold" panose="020B0702040204020203" pitchFamily="34" charset="0"/>
                        </a:rPr>
                        <a:t>Db</a:t>
                      </a:r>
                      <a:r>
                        <a:rPr lang="pt-PT" sz="700" kern="1200" cap="all" baseline="0" dirty="0">
                          <a:solidFill>
                            <a:schemeClr val="bg1"/>
                          </a:solidFill>
                          <a:latin typeface="+mn-lt"/>
                          <a:ea typeface="Segoe UI Black" panose="020B0A02040204020203" pitchFamily="34" charset="0"/>
                          <a:cs typeface="Segoe UI Semibold" panose="020B0702040204020203" pitchFamily="34" charset="0"/>
                        </a:rPr>
                        <a:t> LUW </a:t>
                      </a:r>
                    </a:p>
                  </a:txBody>
                  <a:tcPr marL="108000"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666666"/>
                    </a:solidFill>
                  </a:tcPr>
                </a:tc>
                <a:tc>
                  <a:txBody>
                    <a:bodyPr/>
                    <a:lstStyle/>
                    <a:p>
                      <a:pPr algn="l" fontAlgn="b"/>
                      <a:r>
                        <a:rPr lang="pt-PT" sz="1000" b="0" u="none" strike="noStrike" kern="1200" dirty="0">
                          <a:solidFill>
                            <a:srgbClr val="000000"/>
                          </a:solidFill>
                          <a:effectLst/>
                          <a:latin typeface="+mn-lt"/>
                        </a:rPr>
                        <a:t>Windows Server 2019</a:t>
                      </a:r>
                      <a:endParaRPr lang="pt-PT" sz="1000" b="0" i="0" u="none" strike="noStrike" kern="1200" dirty="0">
                        <a:solidFill>
                          <a:srgbClr val="000000"/>
                        </a:solidFill>
                        <a:effectLst/>
                        <a:latin typeface="+mn-lt"/>
                        <a:ea typeface="+mn-ea"/>
                        <a:cs typeface="+mn-cs"/>
                      </a:endParaRPr>
                    </a:p>
                  </a:txBody>
                  <a:tcPr marL="108000"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fontAlgn="b"/>
                      <a:r>
                        <a:rPr lang="pt-PT" sz="1000" b="0" u="none" strike="noStrike" kern="1200" dirty="0">
                          <a:solidFill>
                            <a:srgbClr val="000000"/>
                          </a:solidFill>
                          <a:effectLst/>
                          <a:latin typeface="+mn-lt"/>
                        </a:rPr>
                        <a:t>2</a:t>
                      </a:r>
                      <a:endParaRPr lang="pt-PT" sz="1000" b="0" i="0" u="none" strike="noStrike" kern="1200" dirty="0">
                        <a:solidFill>
                          <a:srgbClr val="000000"/>
                        </a:solidFill>
                        <a:effectLst/>
                        <a:latin typeface="+mn-lt"/>
                        <a:ea typeface="+mn-ea"/>
                        <a:cs typeface="+mn-cs"/>
                      </a:endParaRP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fontAlgn="b"/>
                      <a:r>
                        <a:rPr lang="pt-PT" sz="1000" b="0" u="none" strike="noStrike" kern="1200" dirty="0">
                          <a:solidFill>
                            <a:srgbClr val="000000"/>
                          </a:solidFill>
                          <a:effectLst/>
                          <a:latin typeface="+mn-lt"/>
                        </a:rPr>
                        <a:t>16 GB</a:t>
                      </a:r>
                      <a:endParaRPr lang="pt-PT" sz="1000" b="0" i="0" u="none" strike="noStrike" kern="1200" dirty="0">
                        <a:solidFill>
                          <a:srgbClr val="000000"/>
                        </a:solidFill>
                        <a:effectLst/>
                        <a:latin typeface="+mn-lt"/>
                        <a:ea typeface="+mn-ea"/>
                        <a:cs typeface="+mn-cs"/>
                      </a:endParaRP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marR="0" lvl="0" indent="0" algn="ctr" defTabSz="914377" rtl="0" eaLnBrk="1" fontAlgn="b" latinLnBrk="0" hangingPunct="1">
                        <a:lnSpc>
                          <a:spcPct val="100000"/>
                        </a:lnSpc>
                        <a:spcBef>
                          <a:spcPts val="0"/>
                        </a:spcBef>
                        <a:spcAft>
                          <a:spcPts val="0"/>
                        </a:spcAft>
                        <a:buClrTx/>
                        <a:buSzTx/>
                        <a:buFontTx/>
                        <a:buNone/>
                        <a:tabLst/>
                        <a:defRPr/>
                      </a:pPr>
                      <a:r>
                        <a:rPr kumimoji="0" lang="pt-PT" sz="1000" b="0" i="0" u="none" strike="noStrike" kern="1200" cap="none" spc="0" normalizeH="0" baseline="0" noProof="0" dirty="0">
                          <a:ln>
                            <a:noFill/>
                          </a:ln>
                          <a:solidFill>
                            <a:srgbClr val="000000"/>
                          </a:solidFill>
                          <a:effectLst/>
                          <a:uLnTx/>
                          <a:uFillTx/>
                          <a:latin typeface="+mn-lt"/>
                          <a:ea typeface="+mn-ea"/>
                          <a:cs typeface="+mn-cs"/>
                        </a:rPr>
                        <a:t>127 GB</a:t>
                      </a: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gridSpan="2">
                  <a:txBody>
                    <a:bodyPr/>
                    <a:lstStyle/>
                    <a:p>
                      <a:pPr algn="ctr" fontAlgn="b"/>
                      <a:r>
                        <a:rPr lang="pt-PT" sz="1000" b="0" u="none" strike="noStrike" kern="1200" dirty="0">
                          <a:solidFill>
                            <a:srgbClr val="000000"/>
                          </a:solidFill>
                          <a:effectLst/>
                          <a:latin typeface="+mn-lt"/>
                        </a:rPr>
                        <a:t>500 GB</a:t>
                      </a:r>
                      <a:endParaRPr lang="pt-PT" sz="1000" b="0" i="0" u="none" strike="noStrike" kern="1200" dirty="0">
                        <a:solidFill>
                          <a:srgbClr val="000000"/>
                        </a:solidFill>
                        <a:effectLst/>
                        <a:latin typeface="+mn-lt"/>
                        <a:ea typeface="+mn-ea"/>
                        <a:cs typeface="+mn-cs"/>
                      </a:endParaRP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hMerge="1">
                  <a:txBody>
                    <a:bodyPr/>
                    <a:lstStyle/>
                    <a:p>
                      <a:endParaRPr lang="en-US"/>
                    </a:p>
                  </a:txBody>
                  <a:tcPr/>
                </a:tc>
                <a:tc>
                  <a:txBody>
                    <a:bodyPr/>
                    <a:lstStyle/>
                    <a:p>
                      <a:pPr algn="ctr" fontAlgn="b"/>
                      <a:r>
                        <a:rPr lang="pt-PT" sz="1000" b="0" u="none" strike="noStrike" kern="1200" dirty="0">
                          <a:solidFill>
                            <a:srgbClr val="000000"/>
                          </a:solidFill>
                          <a:effectLst/>
                          <a:latin typeface="+mn-lt"/>
                        </a:rPr>
                        <a:t>100 GB</a:t>
                      </a:r>
                      <a:endParaRPr lang="pt-PT" sz="1000" b="0" i="0" u="none" strike="noStrike" kern="1200" dirty="0">
                        <a:solidFill>
                          <a:srgbClr val="000000"/>
                        </a:solidFill>
                        <a:effectLst/>
                        <a:latin typeface="+mn-lt"/>
                        <a:ea typeface="+mn-ea"/>
                        <a:cs typeface="+mn-cs"/>
                      </a:endParaRP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r>
                        <a:rPr lang="pt-PT" sz="1000" b="0" u="none" strike="noStrike" kern="1200" dirty="0">
                          <a:solidFill>
                            <a:srgbClr val="000000"/>
                          </a:solidFill>
                          <a:effectLst/>
                          <a:latin typeface="+mn-lt"/>
                        </a:rPr>
                        <a:t>100 GB</a:t>
                      </a:r>
                      <a:endParaRPr lang="en-US" sz="1200" dirty="0">
                        <a:latin typeface="+mn-lt"/>
                      </a:endParaRP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r" fontAlgn="b"/>
                      <a:r>
                        <a:rPr lang="pt-PT" sz="1000" b="0" u="none" strike="noStrike" kern="1200">
                          <a:solidFill>
                            <a:srgbClr val="000000"/>
                          </a:solidFill>
                          <a:effectLst/>
                          <a:latin typeface="+mn-lt"/>
                        </a:rPr>
                        <a:t>500 GB</a:t>
                      </a:r>
                      <a:endParaRPr lang="pt-PT" sz="1000" b="0" i="0" u="none" strike="noStrike" kern="1200" dirty="0">
                        <a:solidFill>
                          <a:srgbClr val="000000"/>
                        </a:solidFill>
                        <a:effectLst/>
                        <a:latin typeface="+mn-lt"/>
                        <a:ea typeface="+mn-ea"/>
                        <a:cs typeface="+mn-cs"/>
                      </a:endParaRP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fontAlgn="b"/>
                      <a:r>
                        <a:rPr lang="pt-PT" sz="1000" b="0" u="none" strike="noStrike" kern="1200">
                          <a:solidFill>
                            <a:srgbClr val="000000"/>
                          </a:solidFill>
                          <a:effectLst/>
                          <a:latin typeface="+mn-lt"/>
                        </a:rPr>
                        <a:t>1</a:t>
                      </a:r>
                      <a:endParaRPr lang="pt-PT" sz="1000" b="0" i="0" u="none" strike="noStrike" kern="1200" dirty="0">
                        <a:solidFill>
                          <a:srgbClr val="000000"/>
                        </a:solidFill>
                        <a:effectLst/>
                        <a:latin typeface="+mn-lt"/>
                        <a:ea typeface="+mn-ea"/>
                        <a:cs typeface="+mn-cs"/>
                      </a:endParaRP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2851257530"/>
                  </a:ext>
                </a:extLst>
              </a:tr>
              <a:tr h="106332">
                <a:tc>
                  <a:txBody>
                    <a:bodyPr/>
                    <a:lstStyle/>
                    <a:p>
                      <a:pPr marL="0" algn="l" defTabSz="914377" rtl="0" eaLnBrk="1" fontAlgn="b" latinLnBrk="0" hangingPunct="1"/>
                      <a:r>
                        <a:rPr lang="pt-PT" sz="700" kern="1200" cap="all" baseline="0" dirty="0" err="1">
                          <a:solidFill>
                            <a:schemeClr val="bg1"/>
                          </a:solidFill>
                          <a:latin typeface="+mn-lt"/>
                          <a:ea typeface="Segoe UI Black" panose="020B0A02040204020203" pitchFamily="34" charset="0"/>
                          <a:cs typeface="Segoe UI Semibold" panose="020B0702040204020203" pitchFamily="34" charset="0"/>
                        </a:rPr>
                        <a:t>Frontend</a:t>
                      </a:r>
                      <a:r>
                        <a:rPr lang="pt-PT" sz="700" kern="1200" cap="all" baseline="0" dirty="0">
                          <a:solidFill>
                            <a:schemeClr val="bg1"/>
                          </a:solidFill>
                          <a:latin typeface="+mn-lt"/>
                          <a:ea typeface="Segoe UI Black" panose="020B0A02040204020203" pitchFamily="34" charset="0"/>
                          <a:cs typeface="Segoe UI Semibold" panose="020B0702040204020203" pitchFamily="34" charset="0"/>
                        </a:rPr>
                        <a:t> – Copy for testing</a:t>
                      </a:r>
                    </a:p>
                  </a:txBody>
                  <a:tcPr marL="108000"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666666"/>
                    </a:solidFill>
                  </a:tcPr>
                </a:tc>
                <a:tc>
                  <a:txBody>
                    <a:bodyPr/>
                    <a:lstStyle/>
                    <a:p>
                      <a:pPr marL="0" marR="0" lvl="0" indent="0" algn="l" defTabSz="914377" rtl="0" eaLnBrk="1" fontAlgn="b" latinLnBrk="0" hangingPunct="1">
                        <a:lnSpc>
                          <a:spcPct val="100000"/>
                        </a:lnSpc>
                        <a:spcBef>
                          <a:spcPts val="0"/>
                        </a:spcBef>
                        <a:spcAft>
                          <a:spcPts val="0"/>
                        </a:spcAft>
                        <a:buClrTx/>
                        <a:buSzTx/>
                        <a:buFontTx/>
                        <a:buNone/>
                        <a:tabLst/>
                        <a:defRPr/>
                      </a:pPr>
                      <a:r>
                        <a:rPr kumimoji="0" lang="pt-PT" sz="1000" b="0" i="0" u="none" strike="noStrike" kern="1200" cap="none" spc="0" normalizeH="0" baseline="0" noProof="0" dirty="0">
                          <a:ln>
                            <a:noFill/>
                          </a:ln>
                          <a:solidFill>
                            <a:srgbClr val="000000"/>
                          </a:solidFill>
                          <a:effectLst/>
                          <a:uLnTx/>
                          <a:uFillTx/>
                          <a:latin typeface="+mn-lt"/>
                          <a:ea typeface="+mn-ea"/>
                          <a:cs typeface="+mn-cs"/>
                        </a:rPr>
                        <a:t>Windows Server 2019</a:t>
                      </a:r>
                    </a:p>
                  </a:txBody>
                  <a:tcPr marL="108000"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fontAlgn="b"/>
                      <a:r>
                        <a:rPr lang="pt-PT" sz="1000" b="0" u="none" strike="noStrike" kern="1200" dirty="0">
                          <a:solidFill>
                            <a:srgbClr val="000000"/>
                          </a:solidFill>
                          <a:effectLst/>
                          <a:latin typeface="+mn-lt"/>
                        </a:rPr>
                        <a:t>4</a:t>
                      </a:r>
                      <a:endParaRPr lang="pt-PT" sz="1000" b="0" i="0" u="none" strike="noStrike" kern="1200" dirty="0">
                        <a:solidFill>
                          <a:srgbClr val="000000"/>
                        </a:solidFill>
                        <a:effectLst/>
                        <a:latin typeface="+mn-lt"/>
                        <a:ea typeface="+mn-ea"/>
                        <a:cs typeface="+mn-cs"/>
                      </a:endParaRP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fontAlgn="b"/>
                      <a:r>
                        <a:rPr lang="pt-PT" sz="1000" b="0" u="none" strike="noStrike" kern="1200" dirty="0">
                          <a:solidFill>
                            <a:srgbClr val="000000"/>
                          </a:solidFill>
                          <a:effectLst/>
                          <a:latin typeface="+mn-lt"/>
                        </a:rPr>
                        <a:t>16 GB</a:t>
                      </a:r>
                      <a:endParaRPr lang="pt-PT" sz="1000" b="0" i="0" u="none" strike="noStrike" kern="1200" dirty="0">
                        <a:solidFill>
                          <a:srgbClr val="000000"/>
                        </a:solidFill>
                        <a:effectLst/>
                        <a:latin typeface="+mn-lt"/>
                        <a:ea typeface="+mn-ea"/>
                        <a:cs typeface="+mn-cs"/>
                      </a:endParaRP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marR="0" lvl="0" indent="0" algn="ctr" defTabSz="914377" rtl="0" eaLnBrk="1" fontAlgn="b" latinLnBrk="0" hangingPunct="1">
                        <a:lnSpc>
                          <a:spcPct val="100000"/>
                        </a:lnSpc>
                        <a:spcBef>
                          <a:spcPts val="0"/>
                        </a:spcBef>
                        <a:spcAft>
                          <a:spcPts val="0"/>
                        </a:spcAft>
                        <a:buClrTx/>
                        <a:buSzTx/>
                        <a:buFontTx/>
                        <a:buNone/>
                        <a:tabLst/>
                        <a:defRPr/>
                      </a:pPr>
                      <a:r>
                        <a:rPr kumimoji="0" lang="pt-PT" sz="1000" b="0" i="0" u="none" strike="noStrike" kern="1200" cap="none" spc="0" normalizeH="0" baseline="0" noProof="0">
                          <a:ln>
                            <a:noFill/>
                          </a:ln>
                          <a:solidFill>
                            <a:srgbClr val="000000"/>
                          </a:solidFill>
                          <a:effectLst/>
                          <a:uLnTx/>
                          <a:uFillTx/>
                          <a:latin typeface="+mn-lt"/>
                          <a:ea typeface="+mn-ea"/>
                          <a:cs typeface="+mn-cs"/>
                        </a:rPr>
                        <a:t>127 GB</a:t>
                      </a:r>
                      <a:endParaRPr kumimoji="0" lang="pt-PT" sz="1000" b="0" i="0" u="none" strike="noStrike" kern="1200" cap="none" spc="0" normalizeH="0" baseline="0" noProof="0" dirty="0">
                        <a:ln>
                          <a:noFill/>
                        </a:ln>
                        <a:solidFill>
                          <a:srgbClr val="000000"/>
                        </a:solidFill>
                        <a:effectLst/>
                        <a:uLnTx/>
                        <a:uFillTx/>
                        <a:latin typeface="+mn-lt"/>
                        <a:ea typeface="+mn-ea"/>
                        <a:cs typeface="+mn-cs"/>
                      </a:endParaRP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gridSpan="2">
                  <a:txBody>
                    <a:bodyPr/>
                    <a:lstStyle/>
                    <a:p>
                      <a:pPr algn="ctr" fontAlgn="b"/>
                      <a:r>
                        <a:rPr lang="pt-PT" sz="1000" b="0" u="none" strike="noStrike" kern="1200" dirty="0">
                          <a:solidFill>
                            <a:srgbClr val="000000"/>
                          </a:solidFill>
                          <a:effectLst/>
                          <a:latin typeface="+mn-lt"/>
                        </a:rPr>
                        <a:t> 500 GB</a:t>
                      </a:r>
                      <a:endParaRPr lang="pt-PT" sz="1000" b="0" i="0" u="none" strike="noStrike" kern="1200" dirty="0">
                        <a:solidFill>
                          <a:srgbClr val="000000"/>
                        </a:solidFill>
                        <a:effectLst/>
                        <a:latin typeface="+mn-lt"/>
                        <a:ea typeface="+mn-ea"/>
                        <a:cs typeface="+mn-cs"/>
                      </a:endParaRP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hMerge="1">
                  <a:txBody>
                    <a:bodyPr/>
                    <a:lstStyle/>
                    <a:p>
                      <a:endParaRPr lang="en-US"/>
                    </a:p>
                  </a:txBody>
                  <a:tcPr/>
                </a:tc>
                <a:tc>
                  <a:txBody>
                    <a:bodyPr/>
                    <a:lstStyle/>
                    <a:p>
                      <a:pPr algn="ctr" fontAlgn="b"/>
                      <a:endParaRPr lang="pt-PT" sz="1000" b="0" i="0" u="none" strike="noStrike" kern="1200" dirty="0">
                        <a:solidFill>
                          <a:srgbClr val="000000"/>
                        </a:solidFill>
                        <a:effectLst/>
                        <a:latin typeface="+mn-lt"/>
                        <a:ea typeface="+mn-ea"/>
                        <a:cs typeface="+mn-cs"/>
                      </a:endParaRP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en-US" sz="1200" dirty="0">
                        <a:latin typeface="+mn-lt"/>
                      </a:endParaRP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r" fontAlgn="b"/>
                      <a:endParaRPr lang="pt-PT" sz="1000" b="0" i="0" u="none" strike="noStrike" kern="1200" dirty="0">
                        <a:solidFill>
                          <a:srgbClr val="000000"/>
                        </a:solidFill>
                        <a:effectLst/>
                        <a:latin typeface="+mn-lt"/>
                        <a:ea typeface="+mn-ea"/>
                        <a:cs typeface="+mn-cs"/>
                      </a:endParaRP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fontAlgn="b"/>
                      <a:r>
                        <a:rPr lang="pt-PT" sz="1000" b="0" u="none" strike="noStrike" kern="1200">
                          <a:solidFill>
                            <a:srgbClr val="000000"/>
                          </a:solidFill>
                          <a:effectLst/>
                          <a:latin typeface="+mn-lt"/>
                        </a:rPr>
                        <a:t>1</a:t>
                      </a:r>
                      <a:endParaRPr lang="pt-PT" sz="1000" b="0" i="0" u="none" strike="noStrike" kern="1200" dirty="0">
                        <a:solidFill>
                          <a:srgbClr val="000000"/>
                        </a:solidFill>
                        <a:effectLst/>
                        <a:latin typeface="+mn-lt"/>
                        <a:ea typeface="+mn-ea"/>
                        <a:cs typeface="+mn-cs"/>
                      </a:endParaRP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3278109689"/>
                  </a:ext>
                </a:extLst>
              </a:tr>
              <a:tr h="217981">
                <a:tc>
                  <a:txBody>
                    <a:bodyPr/>
                    <a:lstStyle/>
                    <a:p>
                      <a:pPr marL="0" algn="l" defTabSz="914377" rtl="0" eaLnBrk="1" fontAlgn="b" latinLnBrk="0" hangingPunct="1"/>
                      <a:r>
                        <a:rPr lang="pt-PT" sz="700" kern="1200" cap="all" baseline="0" dirty="0">
                          <a:solidFill>
                            <a:schemeClr val="bg1"/>
                          </a:solidFill>
                          <a:latin typeface="+mn-lt"/>
                          <a:ea typeface="Segoe UI Black" panose="020B0A02040204020203" pitchFamily="34" charset="0"/>
                          <a:cs typeface="Segoe UI Semibold" panose="020B0702040204020203" pitchFamily="34" charset="0"/>
                        </a:rPr>
                        <a:t>CICS Transaction Gateway (CTG)</a:t>
                      </a:r>
                    </a:p>
                  </a:txBody>
                  <a:tcPr marL="108000"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666666"/>
                    </a:solidFill>
                  </a:tcPr>
                </a:tc>
                <a:tc>
                  <a:txBody>
                    <a:bodyPr/>
                    <a:lstStyle/>
                    <a:p>
                      <a:pPr marL="0" marR="0" lvl="0" indent="0" algn="l" defTabSz="914377" rtl="0" eaLnBrk="1" fontAlgn="b" latinLnBrk="0" hangingPunct="1">
                        <a:lnSpc>
                          <a:spcPct val="100000"/>
                        </a:lnSpc>
                        <a:spcBef>
                          <a:spcPts val="0"/>
                        </a:spcBef>
                        <a:spcAft>
                          <a:spcPts val="0"/>
                        </a:spcAft>
                        <a:buClrTx/>
                        <a:buSzTx/>
                        <a:buFontTx/>
                        <a:buNone/>
                        <a:tabLst/>
                        <a:defRPr/>
                      </a:pPr>
                      <a:r>
                        <a:rPr kumimoji="0" lang="pt-PT" sz="1000" b="0" i="0" u="none" strike="noStrike" kern="1200" cap="none" spc="0" normalizeH="0" baseline="0" noProof="0" dirty="0">
                          <a:ln>
                            <a:noFill/>
                          </a:ln>
                          <a:solidFill>
                            <a:srgbClr val="000000"/>
                          </a:solidFill>
                          <a:effectLst/>
                          <a:uLnTx/>
                          <a:uFillTx/>
                          <a:latin typeface="+mn-lt"/>
                          <a:ea typeface="+mn-ea"/>
                          <a:cs typeface="+mn-cs"/>
                        </a:rPr>
                        <a:t>Windows Server 2019</a:t>
                      </a:r>
                    </a:p>
                  </a:txBody>
                  <a:tcPr marL="108000"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fontAlgn="b"/>
                      <a:r>
                        <a:rPr lang="pt-PT" sz="1000" b="0" u="none" strike="noStrike" kern="1200" dirty="0">
                          <a:solidFill>
                            <a:srgbClr val="000000"/>
                          </a:solidFill>
                          <a:effectLst/>
                          <a:latin typeface="+mn-lt"/>
                        </a:rPr>
                        <a:t>2</a:t>
                      </a:r>
                      <a:endParaRPr lang="pt-PT" sz="1000" b="0" i="0" u="none" strike="noStrike" kern="1200" dirty="0">
                        <a:solidFill>
                          <a:srgbClr val="000000"/>
                        </a:solidFill>
                        <a:effectLst/>
                        <a:latin typeface="+mn-lt"/>
                        <a:ea typeface="+mn-ea"/>
                        <a:cs typeface="+mn-cs"/>
                      </a:endParaRP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fontAlgn="b"/>
                      <a:r>
                        <a:rPr lang="pt-PT" sz="1000" b="0" u="none" strike="noStrike" kern="1200" dirty="0">
                          <a:solidFill>
                            <a:srgbClr val="000000"/>
                          </a:solidFill>
                          <a:effectLst/>
                          <a:latin typeface="+mn-lt"/>
                        </a:rPr>
                        <a:t>8 GB</a:t>
                      </a:r>
                      <a:endParaRPr lang="pt-PT" sz="1000" b="0" i="0" u="none" strike="noStrike" kern="1200" dirty="0">
                        <a:solidFill>
                          <a:srgbClr val="000000"/>
                        </a:solidFill>
                        <a:effectLst/>
                        <a:latin typeface="+mn-lt"/>
                        <a:ea typeface="+mn-ea"/>
                        <a:cs typeface="+mn-cs"/>
                      </a:endParaRP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marR="0" lvl="0" indent="0" algn="ctr" defTabSz="914377" rtl="0" eaLnBrk="1" fontAlgn="b" latinLnBrk="0" hangingPunct="1">
                        <a:lnSpc>
                          <a:spcPct val="100000"/>
                        </a:lnSpc>
                        <a:spcBef>
                          <a:spcPts val="0"/>
                        </a:spcBef>
                        <a:spcAft>
                          <a:spcPts val="0"/>
                        </a:spcAft>
                        <a:buClrTx/>
                        <a:buSzTx/>
                        <a:buFontTx/>
                        <a:buNone/>
                        <a:tabLst/>
                        <a:defRPr/>
                      </a:pPr>
                      <a:r>
                        <a:rPr kumimoji="0" lang="pt-PT" sz="1000" b="0" i="0" u="none" strike="noStrike" kern="1200" cap="none" spc="0" normalizeH="0" baseline="0" noProof="0" dirty="0">
                          <a:ln>
                            <a:noFill/>
                          </a:ln>
                          <a:solidFill>
                            <a:srgbClr val="000000"/>
                          </a:solidFill>
                          <a:effectLst/>
                          <a:uLnTx/>
                          <a:uFillTx/>
                          <a:latin typeface="+mn-lt"/>
                          <a:ea typeface="+mn-ea"/>
                          <a:cs typeface="+mn-cs"/>
                        </a:rPr>
                        <a:t>127 GB</a:t>
                      </a: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gridSpan="2">
                  <a:txBody>
                    <a:bodyPr/>
                    <a:lstStyle/>
                    <a:p>
                      <a:pPr algn="ctr" fontAlgn="b"/>
                      <a:endParaRPr lang="pt-PT" sz="1000" b="0" i="0" u="none" strike="noStrike" kern="1200" dirty="0">
                        <a:solidFill>
                          <a:srgbClr val="000000"/>
                        </a:solidFill>
                        <a:effectLst/>
                        <a:latin typeface="+mn-lt"/>
                        <a:ea typeface="+mn-ea"/>
                        <a:cs typeface="+mn-cs"/>
                      </a:endParaRP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hMerge="1">
                  <a:txBody>
                    <a:bodyPr/>
                    <a:lstStyle/>
                    <a:p>
                      <a:endParaRPr lang="en-US"/>
                    </a:p>
                  </a:txBody>
                  <a:tcPr/>
                </a:tc>
                <a:tc>
                  <a:txBody>
                    <a:bodyPr/>
                    <a:lstStyle/>
                    <a:p>
                      <a:pPr algn="ctr" fontAlgn="b"/>
                      <a:endParaRPr lang="pt-PT" sz="1000" b="0" i="0" u="none" strike="noStrike" kern="1200" dirty="0">
                        <a:solidFill>
                          <a:srgbClr val="000000"/>
                        </a:solidFill>
                        <a:effectLst/>
                        <a:latin typeface="+mn-lt"/>
                        <a:ea typeface="+mn-ea"/>
                        <a:cs typeface="+mn-cs"/>
                      </a:endParaRP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en-US" sz="1200" dirty="0">
                        <a:latin typeface="+mn-lt"/>
                      </a:endParaRP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r" fontAlgn="b"/>
                      <a:endParaRPr lang="pt-PT" sz="1000" b="0" i="0" u="none" strike="noStrike" kern="1200" dirty="0">
                        <a:solidFill>
                          <a:srgbClr val="000000"/>
                        </a:solidFill>
                        <a:effectLst/>
                        <a:latin typeface="+mn-lt"/>
                        <a:ea typeface="+mn-ea"/>
                        <a:cs typeface="+mn-cs"/>
                      </a:endParaRP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fontAlgn="b"/>
                      <a:r>
                        <a:rPr lang="pt-PT" sz="1000" b="0" i="0" u="none" strike="noStrike" kern="1200">
                          <a:solidFill>
                            <a:srgbClr val="000000"/>
                          </a:solidFill>
                          <a:effectLst/>
                          <a:latin typeface="+mn-lt"/>
                          <a:ea typeface="+mn-ea"/>
                          <a:cs typeface="+mn-cs"/>
                        </a:rPr>
                        <a:t>1</a:t>
                      </a:r>
                      <a:endParaRPr lang="pt-PT" sz="1000" b="0" i="0" u="none" strike="noStrike" kern="1200" dirty="0">
                        <a:solidFill>
                          <a:srgbClr val="000000"/>
                        </a:solidFill>
                        <a:effectLst/>
                        <a:latin typeface="+mn-lt"/>
                        <a:ea typeface="+mn-ea"/>
                        <a:cs typeface="+mn-cs"/>
                      </a:endParaRP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2969394230"/>
                  </a:ext>
                </a:extLst>
              </a:tr>
              <a:tr h="0">
                <a:tc>
                  <a:txBody>
                    <a:bodyPr/>
                    <a:lstStyle/>
                    <a:p>
                      <a:pPr marL="0" algn="l" defTabSz="914377" rtl="0" eaLnBrk="1" fontAlgn="b" latinLnBrk="0" hangingPunct="1"/>
                      <a:r>
                        <a:rPr lang="pt-PT" sz="700" kern="1200" cap="all" baseline="0" dirty="0">
                          <a:solidFill>
                            <a:schemeClr val="bg1"/>
                          </a:solidFill>
                          <a:latin typeface="+mn-lt"/>
                          <a:ea typeface="Segoe UI Black" panose="020B0A02040204020203" pitchFamily="34" charset="0"/>
                          <a:cs typeface="Segoe UI Semibold" panose="020B0702040204020203" pitchFamily="34" charset="0"/>
                        </a:rPr>
                        <a:t>OBSR</a:t>
                      </a:r>
                    </a:p>
                  </a:txBody>
                  <a:tcPr marL="108000"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666666"/>
                    </a:solidFill>
                  </a:tcPr>
                </a:tc>
                <a:tc>
                  <a:txBody>
                    <a:bodyPr/>
                    <a:lstStyle/>
                    <a:p>
                      <a:pPr algn="l" fontAlgn="b"/>
                      <a:r>
                        <a:rPr lang="pt-PT" sz="1000" b="0" u="none" strike="noStrike" kern="1200" dirty="0">
                          <a:solidFill>
                            <a:srgbClr val="000000"/>
                          </a:solidFill>
                          <a:effectLst/>
                          <a:latin typeface="+mn-lt"/>
                        </a:rPr>
                        <a:t>Windows Server 2019</a:t>
                      </a:r>
                      <a:endParaRPr lang="pt-PT" sz="1000" b="0" i="0" u="none" strike="noStrike" kern="1200" dirty="0">
                        <a:solidFill>
                          <a:srgbClr val="000000"/>
                        </a:solidFill>
                        <a:effectLst/>
                        <a:latin typeface="+mn-lt"/>
                        <a:ea typeface="+mn-ea"/>
                        <a:cs typeface="+mn-cs"/>
                      </a:endParaRPr>
                    </a:p>
                  </a:txBody>
                  <a:tcPr marL="108000"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fontAlgn="b"/>
                      <a:r>
                        <a:rPr lang="pt-PT" sz="1000" b="0" u="none" strike="noStrike" kern="1200" dirty="0">
                          <a:solidFill>
                            <a:srgbClr val="000000"/>
                          </a:solidFill>
                          <a:effectLst/>
                          <a:latin typeface="+mn-lt"/>
                        </a:rPr>
                        <a:t>4</a:t>
                      </a:r>
                      <a:endParaRPr lang="pt-PT" sz="1000" b="0" i="0" u="none" strike="noStrike" kern="1200" dirty="0">
                        <a:solidFill>
                          <a:srgbClr val="000000"/>
                        </a:solidFill>
                        <a:effectLst/>
                        <a:latin typeface="+mn-lt"/>
                        <a:ea typeface="+mn-ea"/>
                        <a:cs typeface="+mn-cs"/>
                      </a:endParaRP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fontAlgn="b"/>
                      <a:r>
                        <a:rPr lang="pt-PT" sz="1000" b="0" u="none" strike="noStrike" kern="1200" dirty="0">
                          <a:solidFill>
                            <a:srgbClr val="000000"/>
                          </a:solidFill>
                          <a:effectLst/>
                          <a:latin typeface="+mn-lt"/>
                        </a:rPr>
                        <a:t>16 GB</a:t>
                      </a:r>
                      <a:endParaRPr lang="pt-PT" sz="1000" b="0" i="0" u="none" strike="noStrike" kern="1200" dirty="0">
                        <a:solidFill>
                          <a:srgbClr val="000000"/>
                        </a:solidFill>
                        <a:effectLst/>
                        <a:latin typeface="+mn-lt"/>
                        <a:ea typeface="+mn-ea"/>
                        <a:cs typeface="+mn-cs"/>
                      </a:endParaRP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fontAlgn="b"/>
                      <a:r>
                        <a:rPr lang="pt-PT" sz="1000" b="0" u="none" strike="noStrike" kern="1200" dirty="0">
                          <a:solidFill>
                            <a:srgbClr val="000000"/>
                          </a:solidFill>
                          <a:effectLst/>
                          <a:latin typeface="+mn-lt"/>
                        </a:rPr>
                        <a:t>1 TB</a:t>
                      </a:r>
                      <a:endParaRPr lang="pt-PT" sz="1000" b="0" i="0" u="none" strike="noStrike" kern="1200" dirty="0">
                        <a:solidFill>
                          <a:srgbClr val="000000"/>
                        </a:solidFill>
                        <a:effectLst/>
                        <a:latin typeface="+mn-lt"/>
                        <a:ea typeface="+mn-ea"/>
                        <a:cs typeface="+mn-cs"/>
                      </a:endParaRP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gridSpan="2">
                  <a:txBody>
                    <a:bodyPr/>
                    <a:lstStyle/>
                    <a:p>
                      <a:pPr algn="ctr" fontAlgn="b"/>
                      <a:endParaRPr lang="pt-PT" sz="1000" b="0" i="0" u="none" strike="noStrike" kern="1200" dirty="0">
                        <a:solidFill>
                          <a:srgbClr val="000000"/>
                        </a:solidFill>
                        <a:effectLst/>
                        <a:latin typeface="+mn-lt"/>
                        <a:ea typeface="+mn-ea"/>
                        <a:cs typeface="+mn-cs"/>
                      </a:endParaRP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hMerge="1">
                  <a:txBody>
                    <a:bodyPr/>
                    <a:lstStyle/>
                    <a:p>
                      <a:endParaRPr lang="en-US"/>
                    </a:p>
                  </a:txBody>
                  <a:tcPr/>
                </a:tc>
                <a:tc>
                  <a:txBody>
                    <a:bodyPr/>
                    <a:lstStyle/>
                    <a:p>
                      <a:pPr algn="ctr" fontAlgn="b"/>
                      <a:endParaRPr lang="pt-PT" sz="1000" b="0" i="0" u="none" strike="noStrike" kern="1200" dirty="0">
                        <a:solidFill>
                          <a:srgbClr val="000000"/>
                        </a:solidFill>
                        <a:effectLst/>
                        <a:latin typeface="+mn-lt"/>
                        <a:ea typeface="+mn-ea"/>
                        <a:cs typeface="+mn-cs"/>
                      </a:endParaRP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en-US" sz="1200" dirty="0">
                        <a:latin typeface="+mn-lt"/>
                      </a:endParaRP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r" fontAlgn="b"/>
                      <a:endParaRPr lang="pt-PT" sz="1000" b="0" i="0" u="none" strike="noStrike" kern="1200" dirty="0">
                        <a:solidFill>
                          <a:srgbClr val="000000"/>
                        </a:solidFill>
                        <a:effectLst/>
                        <a:latin typeface="+mn-lt"/>
                        <a:ea typeface="+mn-ea"/>
                        <a:cs typeface="+mn-cs"/>
                      </a:endParaRP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fontAlgn="b"/>
                      <a:r>
                        <a:rPr lang="pt-PT" sz="1000" b="0" u="none" strike="noStrike" kern="1200" dirty="0">
                          <a:solidFill>
                            <a:srgbClr val="000000"/>
                          </a:solidFill>
                          <a:effectLst/>
                          <a:latin typeface="+mn-lt"/>
                        </a:rPr>
                        <a:t>1</a:t>
                      </a:r>
                      <a:endParaRPr lang="pt-PT" sz="1000" b="0" i="0" u="none" strike="noStrike" kern="1200" dirty="0">
                        <a:solidFill>
                          <a:srgbClr val="000000"/>
                        </a:solidFill>
                        <a:effectLst/>
                        <a:latin typeface="+mn-lt"/>
                        <a:ea typeface="+mn-ea"/>
                        <a:cs typeface="+mn-cs"/>
                      </a:endParaRP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43055306"/>
                  </a:ext>
                </a:extLst>
              </a:tr>
              <a:tr h="208814">
                <a:tc>
                  <a:txBody>
                    <a:bodyPr/>
                    <a:lstStyle/>
                    <a:p>
                      <a:pPr marL="0" algn="l" defTabSz="914377" rtl="0" eaLnBrk="1" fontAlgn="b" latinLnBrk="0" hangingPunct="1"/>
                      <a:r>
                        <a:rPr lang="pt-PT" sz="700" kern="1200" cap="all" baseline="0" dirty="0">
                          <a:solidFill>
                            <a:schemeClr val="bg1"/>
                          </a:solidFill>
                          <a:latin typeface="+mn-lt"/>
                          <a:ea typeface="Segoe UI Black" panose="020B0A02040204020203" pitchFamily="34" charset="0"/>
                          <a:cs typeface="Segoe UI Semibold" panose="020B0702040204020203" pitchFamily="34" charset="0"/>
                        </a:rPr>
                        <a:t>MF Enterprise Developer Build Tool</a:t>
                      </a:r>
                    </a:p>
                  </a:txBody>
                  <a:tcPr marL="108000"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666666"/>
                    </a:solidFill>
                  </a:tcPr>
                </a:tc>
                <a:tc>
                  <a:txBody>
                    <a:bodyPr/>
                    <a:lstStyle/>
                    <a:p>
                      <a:pPr algn="l" fontAlgn="b"/>
                      <a:r>
                        <a:rPr lang="pt-PT" sz="1000" b="0" u="none" strike="noStrike" kern="1200" dirty="0">
                          <a:solidFill>
                            <a:srgbClr val="000000"/>
                          </a:solidFill>
                          <a:effectLst/>
                          <a:latin typeface="+mn-lt"/>
                        </a:rPr>
                        <a:t>Windows Server 2019</a:t>
                      </a:r>
                      <a:endParaRPr lang="pt-PT" sz="1000" b="0" i="0" u="none" strike="noStrike" kern="1200" dirty="0">
                        <a:solidFill>
                          <a:srgbClr val="000000"/>
                        </a:solidFill>
                        <a:effectLst/>
                        <a:latin typeface="+mn-lt"/>
                        <a:ea typeface="+mn-ea"/>
                        <a:cs typeface="+mn-cs"/>
                      </a:endParaRPr>
                    </a:p>
                  </a:txBody>
                  <a:tcPr marL="108000"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fontAlgn="b"/>
                      <a:r>
                        <a:rPr lang="pt-PT" sz="1000" b="0" u="none" strike="noStrike" kern="1200" dirty="0">
                          <a:solidFill>
                            <a:srgbClr val="000000"/>
                          </a:solidFill>
                          <a:effectLst/>
                          <a:latin typeface="+mn-lt"/>
                        </a:rPr>
                        <a:t>2</a:t>
                      </a:r>
                      <a:endParaRPr lang="pt-PT" sz="1000" b="0" i="0" u="none" strike="noStrike" kern="1200" dirty="0">
                        <a:solidFill>
                          <a:srgbClr val="000000"/>
                        </a:solidFill>
                        <a:effectLst/>
                        <a:latin typeface="+mn-lt"/>
                        <a:ea typeface="+mn-ea"/>
                        <a:cs typeface="+mn-cs"/>
                      </a:endParaRP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fontAlgn="b"/>
                      <a:r>
                        <a:rPr lang="pt-PT" sz="1000" b="0" u="none" strike="noStrike" kern="1200" dirty="0">
                          <a:solidFill>
                            <a:srgbClr val="000000"/>
                          </a:solidFill>
                          <a:effectLst/>
                          <a:latin typeface="+mn-lt"/>
                        </a:rPr>
                        <a:t>4 GB</a:t>
                      </a:r>
                      <a:endParaRPr lang="pt-PT" sz="1000" b="0" i="0" u="none" strike="noStrike" kern="1200" dirty="0">
                        <a:solidFill>
                          <a:srgbClr val="000000"/>
                        </a:solidFill>
                        <a:effectLst/>
                        <a:latin typeface="+mn-lt"/>
                        <a:ea typeface="+mn-ea"/>
                        <a:cs typeface="+mn-cs"/>
                      </a:endParaRP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marR="0" lvl="0" indent="0" algn="ctr" defTabSz="914377" rtl="0" eaLnBrk="1" fontAlgn="b" latinLnBrk="0" hangingPunct="1">
                        <a:lnSpc>
                          <a:spcPct val="100000"/>
                        </a:lnSpc>
                        <a:spcBef>
                          <a:spcPts val="0"/>
                        </a:spcBef>
                        <a:spcAft>
                          <a:spcPts val="0"/>
                        </a:spcAft>
                        <a:buClrTx/>
                        <a:buSzTx/>
                        <a:buFontTx/>
                        <a:buNone/>
                        <a:tabLst/>
                        <a:defRPr/>
                      </a:pPr>
                      <a:r>
                        <a:rPr kumimoji="0" lang="pt-PT" sz="1000" b="0" i="0" u="none" strike="noStrike" kern="1200" cap="none" spc="0" normalizeH="0" baseline="0" noProof="0">
                          <a:ln>
                            <a:noFill/>
                          </a:ln>
                          <a:solidFill>
                            <a:srgbClr val="000000"/>
                          </a:solidFill>
                          <a:effectLst/>
                          <a:uLnTx/>
                          <a:uFillTx/>
                          <a:latin typeface="+mn-lt"/>
                          <a:ea typeface="+mn-ea"/>
                          <a:cs typeface="+mn-cs"/>
                        </a:rPr>
                        <a:t>127 GB</a:t>
                      </a:r>
                      <a:endParaRPr kumimoji="0" lang="pt-PT" sz="1000" b="0" i="0" u="none" strike="noStrike" kern="1200" cap="none" spc="0" normalizeH="0" baseline="0" noProof="0" dirty="0">
                        <a:ln>
                          <a:noFill/>
                        </a:ln>
                        <a:solidFill>
                          <a:srgbClr val="000000"/>
                        </a:solidFill>
                        <a:effectLst/>
                        <a:uLnTx/>
                        <a:uFillTx/>
                        <a:latin typeface="+mn-lt"/>
                        <a:ea typeface="+mn-ea"/>
                        <a:cs typeface="+mn-cs"/>
                      </a:endParaRP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gridSpan="2">
                  <a:txBody>
                    <a:bodyPr/>
                    <a:lstStyle/>
                    <a:p>
                      <a:pPr algn="ctr" fontAlgn="b"/>
                      <a:endParaRPr lang="pt-PT" sz="1000" b="0" i="0" u="none" strike="noStrike" kern="1200" dirty="0">
                        <a:solidFill>
                          <a:srgbClr val="000000"/>
                        </a:solidFill>
                        <a:effectLst/>
                        <a:latin typeface="+mn-lt"/>
                        <a:ea typeface="+mn-ea"/>
                        <a:cs typeface="+mn-cs"/>
                      </a:endParaRP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hMerge="1">
                  <a:txBody>
                    <a:bodyPr/>
                    <a:lstStyle/>
                    <a:p>
                      <a:endParaRPr lang="en-US"/>
                    </a:p>
                  </a:txBody>
                  <a:tcPr/>
                </a:tc>
                <a:tc>
                  <a:txBody>
                    <a:bodyPr/>
                    <a:lstStyle/>
                    <a:p>
                      <a:pPr algn="ctr" fontAlgn="b"/>
                      <a:endParaRPr lang="pt-PT" sz="1000" b="0" i="0" u="none" strike="noStrike" kern="1200" dirty="0">
                        <a:solidFill>
                          <a:srgbClr val="000000"/>
                        </a:solidFill>
                        <a:effectLst/>
                        <a:latin typeface="+mn-lt"/>
                        <a:ea typeface="+mn-ea"/>
                        <a:cs typeface="+mn-cs"/>
                      </a:endParaRP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en-US" sz="1200">
                        <a:latin typeface="+mn-lt"/>
                      </a:endParaRP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r" fontAlgn="b"/>
                      <a:endParaRPr lang="pt-PT" sz="1000" b="0" i="0" u="none" strike="noStrike" kern="1200" dirty="0">
                        <a:solidFill>
                          <a:srgbClr val="000000"/>
                        </a:solidFill>
                        <a:effectLst/>
                        <a:latin typeface="+mn-lt"/>
                        <a:ea typeface="+mn-ea"/>
                        <a:cs typeface="+mn-cs"/>
                      </a:endParaRP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fontAlgn="b"/>
                      <a:r>
                        <a:rPr lang="pt-PT" sz="1000" b="0" u="none" strike="noStrike" kern="1200" dirty="0">
                          <a:solidFill>
                            <a:srgbClr val="000000"/>
                          </a:solidFill>
                          <a:effectLst/>
                          <a:latin typeface="+mn-lt"/>
                        </a:rPr>
                        <a:t>1</a:t>
                      </a:r>
                      <a:endParaRPr lang="pt-PT" sz="1000" b="0" i="0" u="none" strike="noStrike" kern="1200" dirty="0">
                        <a:solidFill>
                          <a:srgbClr val="000000"/>
                        </a:solidFill>
                        <a:effectLst/>
                        <a:latin typeface="+mn-lt"/>
                        <a:ea typeface="+mn-ea"/>
                        <a:cs typeface="+mn-cs"/>
                      </a:endParaRP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3044415326"/>
                  </a:ext>
                </a:extLst>
              </a:tr>
              <a:tr h="0">
                <a:tc>
                  <a:txBody>
                    <a:bodyPr/>
                    <a:lstStyle/>
                    <a:p>
                      <a:pPr marL="0" algn="l" defTabSz="914377" rtl="0" eaLnBrk="1" fontAlgn="ctr" latinLnBrk="0" hangingPunct="1"/>
                      <a:r>
                        <a:rPr lang="pt-PT" sz="700" kern="1200" cap="all" baseline="0">
                          <a:solidFill>
                            <a:schemeClr val="bg1"/>
                          </a:solidFill>
                          <a:latin typeface="+mn-lt"/>
                          <a:ea typeface="Segoe UI Black" panose="020B0A02040204020203" pitchFamily="34" charset="0"/>
                          <a:cs typeface="Segoe UI Semibold" panose="020B0702040204020203" pitchFamily="34" charset="0"/>
                        </a:rPr>
                        <a:t>Batch Scheduler (IWS) ​Testing</a:t>
                      </a:r>
                      <a:endParaRPr lang="pt-PT" sz="700" kern="1200" cap="all" baseline="0" dirty="0">
                        <a:solidFill>
                          <a:schemeClr val="bg1"/>
                        </a:solidFill>
                        <a:latin typeface="+mn-lt"/>
                        <a:ea typeface="Segoe UI Black" panose="020B0A02040204020203" pitchFamily="34" charset="0"/>
                        <a:cs typeface="Segoe UI Semibold" panose="020B0702040204020203" pitchFamily="34" charset="0"/>
                      </a:endParaRPr>
                    </a:p>
                  </a:txBody>
                  <a:tcPr marL="108000"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666666"/>
                    </a:solidFill>
                  </a:tcPr>
                </a:tc>
                <a:tc>
                  <a:txBody>
                    <a:bodyPr/>
                    <a:lstStyle/>
                    <a:p>
                      <a:pPr marL="0" marR="0" lvl="0" indent="0" algn="l" defTabSz="914377" rtl="0" eaLnBrk="1" fontAlgn="ctr" latinLnBrk="0" hangingPunct="1">
                        <a:lnSpc>
                          <a:spcPct val="100000"/>
                        </a:lnSpc>
                        <a:spcBef>
                          <a:spcPts val="0"/>
                        </a:spcBef>
                        <a:spcAft>
                          <a:spcPts val="0"/>
                        </a:spcAft>
                        <a:buClrTx/>
                        <a:buSzTx/>
                        <a:buFontTx/>
                        <a:buNone/>
                        <a:tabLst/>
                        <a:defRPr/>
                      </a:pPr>
                      <a:r>
                        <a:rPr lang="pt-PT" sz="1000" b="0" u="none" strike="noStrike" kern="1200" dirty="0">
                          <a:solidFill>
                            <a:srgbClr val="000000"/>
                          </a:solidFill>
                          <a:effectLst/>
                          <a:latin typeface="+mn-lt"/>
                        </a:rPr>
                        <a:t>Windows Server 2019</a:t>
                      </a:r>
                      <a:endParaRPr lang="pt-PT" sz="1000" b="0" i="0" u="none" strike="noStrike" kern="1200" dirty="0">
                        <a:solidFill>
                          <a:srgbClr val="000000"/>
                        </a:solidFill>
                        <a:effectLst/>
                        <a:latin typeface="+mn-lt"/>
                        <a:ea typeface="+mn-ea"/>
                        <a:cs typeface="+mn-cs"/>
                      </a:endParaRPr>
                    </a:p>
                  </a:txBody>
                  <a:tcPr marL="108000"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marR="0" lvl="0" indent="0" algn="ctr" defTabSz="914377" rtl="0" eaLnBrk="1" fontAlgn="ctr" latinLnBrk="0" hangingPunct="1">
                        <a:lnSpc>
                          <a:spcPct val="100000"/>
                        </a:lnSpc>
                        <a:spcBef>
                          <a:spcPts val="0"/>
                        </a:spcBef>
                        <a:spcAft>
                          <a:spcPts val="0"/>
                        </a:spcAft>
                        <a:buClrTx/>
                        <a:buSzTx/>
                        <a:buFontTx/>
                        <a:buNone/>
                        <a:tabLst/>
                        <a:defRPr/>
                      </a:pPr>
                      <a:r>
                        <a:rPr lang="pt-PT" sz="1000" b="0" u="none" strike="noStrike" kern="1200" dirty="0">
                          <a:solidFill>
                            <a:srgbClr val="000000"/>
                          </a:solidFill>
                          <a:effectLst/>
                          <a:latin typeface="+mn-lt"/>
                        </a:rPr>
                        <a:t>2</a:t>
                      </a:r>
                      <a:endParaRPr lang="pt-PT" sz="1000" b="0" i="0" u="none" strike="noStrike" kern="1200" dirty="0">
                        <a:solidFill>
                          <a:srgbClr val="000000"/>
                        </a:solidFill>
                        <a:effectLst/>
                        <a:latin typeface="+mn-lt"/>
                        <a:ea typeface="+mn-ea"/>
                        <a:cs typeface="+mn-cs"/>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fontAlgn="ctr"/>
                      <a:r>
                        <a:rPr lang="pt-PT" sz="1000" b="0" i="0" u="none" strike="noStrike" dirty="0">
                          <a:solidFill>
                            <a:srgbClr val="000000"/>
                          </a:solidFill>
                          <a:effectLst/>
                          <a:latin typeface="+mn-lt"/>
                        </a:rPr>
                        <a:t>8 GB</a:t>
                      </a: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marR="0" lvl="0" indent="0" algn="ctr" defTabSz="914377" rtl="0" eaLnBrk="1" fontAlgn="b" latinLnBrk="0" hangingPunct="1">
                        <a:lnSpc>
                          <a:spcPct val="100000"/>
                        </a:lnSpc>
                        <a:spcBef>
                          <a:spcPts val="0"/>
                        </a:spcBef>
                        <a:spcAft>
                          <a:spcPts val="0"/>
                        </a:spcAft>
                        <a:buClrTx/>
                        <a:buSzTx/>
                        <a:buFontTx/>
                        <a:buNone/>
                        <a:tabLst/>
                        <a:defRPr/>
                      </a:pPr>
                      <a:r>
                        <a:rPr kumimoji="0" lang="pt-PT" sz="1000" b="0" i="0" u="none" strike="noStrike" kern="1200" cap="none" spc="0" normalizeH="0" baseline="0" noProof="0">
                          <a:ln>
                            <a:noFill/>
                          </a:ln>
                          <a:solidFill>
                            <a:srgbClr val="000000"/>
                          </a:solidFill>
                          <a:effectLst/>
                          <a:uLnTx/>
                          <a:uFillTx/>
                          <a:latin typeface="+mn-lt"/>
                          <a:ea typeface="+mn-ea"/>
                          <a:cs typeface="+mn-cs"/>
                        </a:rPr>
                        <a:t>127 GB</a:t>
                      </a:r>
                      <a:endParaRPr kumimoji="0" lang="pt-PT" sz="1000" b="0" i="0" u="none" strike="noStrike" kern="1200" cap="none" spc="0" normalizeH="0" baseline="0" noProof="0" dirty="0">
                        <a:ln>
                          <a:noFill/>
                        </a:ln>
                        <a:solidFill>
                          <a:srgbClr val="000000"/>
                        </a:solidFill>
                        <a:effectLst/>
                        <a:uLnTx/>
                        <a:uFillTx/>
                        <a:latin typeface="+mn-lt"/>
                        <a:ea typeface="+mn-ea"/>
                        <a:cs typeface="+mn-cs"/>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gridSpan="2">
                  <a:txBody>
                    <a:bodyPr/>
                    <a:lstStyle/>
                    <a:p>
                      <a:pPr algn="ctr" fontAlgn="ctr"/>
                      <a:endParaRPr lang="pt-PT" sz="1000" b="0" i="0" u="none" strike="noStrike" dirty="0">
                        <a:solidFill>
                          <a:srgbClr val="000000"/>
                        </a:solidFill>
                        <a:effectLst/>
                        <a:latin typeface="+mn-lt"/>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hMerge="1">
                  <a:txBody>
                    <a:bodyPr/>
                    <a:lstStyle/>
                    <a:p>
                      <a:endParaRPr lang="en-US"/>
                    </a:p>
                  </a:txBody>
                  <a:tcPr/>
                </a:tc>
                <a:tc>
                  <a:txBody>
                    <a:bodyPr/>
                    <a:lstStyle/>
                    <a:p>
                      <a:pPr algn="ctr" fontAlgn="ctr"/>
                      <a:endParaRPr lang="pt-PT" sz="1000" b="0" i="0" u="none" strike="noStrike" dirty="0">
                        <a:solidFill>
                          <a:srgbClr val="000000"/>
                        </a:solidFill>
                        <a:effectLst/>
                        <a:latin typeface="+mn-lt"/>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en-US" sz="1200">
                        <a:latin typeface="+mn-lt"/>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r" fontAlgn="ctr"/>
                      <a:endParaRPr lang="pt-PT" sz="1000" b="0" i="0" u="none" strike="noStrike" dirty="0">
                        <a:solidFill>
                          <a:srgbClr val="000000"/>
                        </a:solidFill>
                        <a:effectLst/>
                        <a:latin typeface="+mn-lt"/>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fontAlgn="ctr"/>
                      <a:r>
                        <a:rPr lang="pt-PT" sz="1000" b="0" i="0" u="none" strike="noStrike" dirty="0">
                          <a:solidFill>
                            <a:srgbClr val="000000"/>
                          </a:solidFill>
                          <a:effectLst/>
                          <a:latin typeface="+mn-lt"/>
                        </a:rPr>
                        <a:t>1</a:t>
                      </a: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978002663"/>
                  </a:ext>
                </a:extLst>
              </a:tr>
              <a:tr h="0">
                <a:tc>
                  <a:txBody>
                    <a:bodyPr/>
                    <a:lstStyle/>
                    <a:p>
                      <a:pPr marL="0" algn="l" defTabSz="914377" rtl="0" eaLnBrk="1" fontAlgn="ctr" latinLnBrk="0" hangingPunct="1"/>
                      <a:r>
                        <a:rPr lang="pt-PT" sz="700" kern="1200" cap="all" baseline="0" dirty="0">
                          <a:solidFill>
                            <a:schemeClr val="bg1"/>
                          </a:solidFill>
                          <a:latin typeface="+mn-lt"/>
                          <a:ea typeface="Segoe UI Black" panose="020B0A02040204020203" pitchFamily="34" charset="0"/>
                          <a:cs typeface="Segoe UI Semibold" panose="020B0702040204020203" pitchFamily="34" charset="0"/>
                        </a:rPr>
                        <a:t>SFTP</a:t>
                      </a:r>
                    </a:p>
                  </a:txBody>
                  <a:tcPr marL="108000"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666666"/>
                    </a:solidFill>
                  </a:tcPr>
                </a:tc>
                <a:tc>
                  <a:txBody>
                    <a:bodyPr/>
                    <a:lstStyle/>
                    <a:p>
                      <a:pPr marL="0" marR="0" lvl="0" indent="0" algn="l" defTabSz="914377" rtl="0" eaLnBrk="1" fontAlgn="ctr" latinLnBrk="0" hangingPunct="1">
                        <a:lnSpc>
                          <a:spcPct val="100000"/>
                        </a:lnSpc>
                        <a:spcBef>
                          <a:spcPts val="0"/>
                        </a:spcBef>
                        <a:spcAft>
                          <a:spcPts val="0"/>
                        </a:spcAft>
                        <a:buClrTx/>
                        <a:buSzTx/>
                        <a:buFontTx/>
                        <a:buNone/>
                        <a:tabLst/>
                        <a:defRPr/>
                      </a:pPr>
                      <a:r>
                        <a:rPr lang="pt-PT" sz="1000" b="0" u="none" strike="noStrike" kern="1200" dirty="0">
                          <a:solidFill>
                            <a:srgbClr val="000000"/>
                          </a:solidFill>
                          <a:effectLst/>
                          <a:latin typeface="+mn-lt"/>
                        </a:rPr>
                        <a:t>Windows Server 2019</a:t>
                      </a:r>
                      <a:endParaRPr lang="pt-PT" sz="1000" b="0" i="0" u="none" strike="noStrike" kern="1200" dirty="0">
                        <a:solidFill>
                          <a:srgbClr val="000000"/>
                        </a:solidFill>
                        <a:effectLst/>
                        <a:latin typeface="+mn-lt"/>
                        <a:ea typeface="+mn-ea"/>
                        <a:cs typeface="+mn-cs"/>
                      </a:endParaRPr>
                    </a:p>
                  </a:txBody>
                  <a:tcPr marL="108000"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fontAlgn="ctr"/>
                      <a:r>
                        <a:rPr lang="pt-PT" sz="1000" b="0" i="0" u="none" strike="noStrike" dirty="0">
                          <a:solidFill>
                            <a:srgbClr val="000000"/>
                          </a:solidFill>
                          <a:effectLst/>
                          <a:latin typeface="+mn-lt"/>
                        </a:rPr>
                        <a:t>4</a:t>
                      </a: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fontAlgn="ctr"/>
                      <a:r>
                        <a:rPr lang="pt-PT" sz="1000" b="0" u="none" strike="noStrike" dirty="0">
                          <a:solidFill>
                            <a:srgbClr val="000000"/>
                          </a:solidFill>
                          <a:effectLst/>
                          <a:latin typeface="+mn-lt"/>
                        </a:rPr>
                        <a:t>8 GB</a:t>
                      </a:r>
                      <a:endParaRPr lang="pt-PT" sz="1000" b="0" i="0" u="none" strike="noStrike" dirty="0">
                        <a:solidFill>
                          <a:srgbClr val="000000"/>
                        </a:solidFill>
                        <a:effectLst/>
                        <a:latin typeface="+mn-lt"/>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marR="0" lvl="0" indent="0" algn="ctr" defTabSz="914377" rtl="0" eaLnBrk="1" fontAlgn="b" latinLnBrk="0" hangingPunct="1">
                        <a:lnSpc>
                          <a:spcPct val="100000"/>
                        </a:lnSpc>
                        <a:spcBef>
                          <a:spcPts val="0"/>
                        </a:spcBef>
                        <a:spcAft>
                          <a:spcPts val="0"/>
                        </a:spcAft>
                        <a:buClrTx/>
                        <a:buSzTx/>
                        <a:buFontTx/>
                        <a:buNone/>
                        <a:tabLst/>
                        <a:defRPr/>
                      </a:pPr>
                      <a:r>
                        <a:rPr kumimoji="0" lang="pt-PT" sz="1000" b="0" i="0" u="none" strike="noStrike" kern="1200" cap="none" spc="0" normalizeH="0" baseline="0" noProof="0">
                          <a:ln>
                            <a:noFill/>
                          </a:ln>
                          <a:solidFill>
                            <a:srgbClr val="000000"/>
                          </a:solidFill>
                          <a:effectLst/>
                          <a:uLnTx/>
                          <a:uFillTx/>
                          <a:latin typeface="+mn-lt"/>
                          <a:ea typeface="+mn-ea"/>
                          <a:cs typeface="+mn-cs"/>
                        </a:rPr>
                        <a:t>127 GB</a:t>
                      </a:r>
                      <a:endParaRPr kumimoji="0" lang="pt-PT" sz="1000" b="0" i="0" u="none" strike="noStrike" kern="1200" cap="none" spc="0" normalizeH="0" baseline="0" noProof="0" dirty="0">
                        <a:ln>
                          <a:noFill/>
                        </a:ln>
                        <a:solidFill>
                          <a:srgbClr val="000000"/>
                        </a:solidFill>
                        <a:effectLst/>
                        <a:uLnTx/>
                        <a:uFillTx/>
                        <a:latin typeface="+mn-lt"/>
                        <a:ea typeface="+mn-ea"/>
                        <a:cs typeface="+mn-cs"/>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gridSpan="2">
                  <a:txBody>
                    <a:bodyPr/>
                    <a:lstStyle/>
                    <a:p>
                      <a:pPr algn="ctr" fontAlgn="ctr"/>
                      <a:r>
                        <a:rPr lang="pt-PT" sz="1000" b="0" u="none" strike="noStrike" dirty="0">
                          <a:solidFill>
                            <a:srgbClr val="000000"/>
                          </a:solidFill>
                          <a:effectLst/>
                          <a:latin typeface="+mn-lt"/>
                        </a:rPr>
                        <a:t> </a:t>
                      </a:r>
                      <a:endParaRPr lang="pt-PT" sz="1000" b="0" i="0" u="none" strike="noStrike" dirty="0">
                        <a:solidFill>
                          <a:srgbClr val="000000"/>
                        </a:solidFill>
                        <a:effectLst/>
                        <a:latin typeface="+mn-lt"/>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hMerge="1">
                  <a:txBody>
                    <a:bodyPr/>
                    <a:lstStyle/>
                    <a:p>
                      <a:endParaRPr lang="en-US"/>
                    </a:p>
                  </a:txBody>
                  <a:tcPr/>
                </a:tc>
                <a:tc>
                  <a:txBody>
                    <a:bodyPr/>
                    <a:lstStyle/>
                    <a:p>
                      <a:pPr algn="ctr" fontAlgn="ctr"/>
                      <a:endParaRPr lang="pt-PT" sz="1000" b="0" i="0" u="none" strike="noStrike" dirty="0">
                        <a:solidFill>
                          <a:srgbClr val="000000"/>
                        </a:solidFill>
                        <a:effectLst/>
                        <a:latin typeface="+mn-lt"/>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en-US" sz="1200">
                        <a:latin typeface="+mn-lt"/>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r" fontAlgn="ctr"/>
                      <a:endParaRPr lang="pt-PT" sz="1000" b="0" i="0" u="none" strike="noStrike" dirty="0">
                        <a:solidFill>
                          <a:srgbClr val="000000"/>
                        </a:solidFill>
                        <a:effectLst/>
                        <a:latin typeface="+mn-lt"/>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fontAlgn="ctr"/>
                      <a:r>
                        <a:rPr lang="pt-PT" sz="1000" b="0" u="none" strike="noStrike" dirty="0">
                          <a:solidFill>
                            <a:srgbClr val="000000"/>
                          </a:solidFill>
                          <a:effectLst/>
                          <a:latin typeface="+mn-lt"/>
                        </a:rPr>
                        <a:t>1</a:t>
                      </a:r>
                      <a:endParaRPr lang="pt-PT" sz="1000" b="0" i="0" u="none" strike="noStrike" dirty="0">
                        <a:solidFill>
                          <a:srgbClr val="000000"/>
                        </a:solidFill>
                        <a:effectLst/>
                        <a:latin typeface="+mn-lt"/>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628221836"/>
                  </a:ext>
                </a:extLst>
              </a:tr>
              <a:tr h="0">
                <a:tc>
                  <a:txBody>
                    <a:bodyPr/>
                    <a:lstStyle/>
                    <a:p>
                      <a:pPr marL="0" marR="0" lvl="0" indent="0" algn="l" defTabSz="914377" rtl="0" eaLnBrk="1" fontAlgn="ctr" latinLnBrk="0" hangingPunct="1">
                        <a:lnSpc>
                          <a:spcPct val="100000"/>
                        </a:lnSpc>
                        <a:spcBef>
                          <a:spcPts val="0"/>
                        </a:spcBef>
                        <a:spcAft>
                          <a:spcPts val="0"/>
                        </a:spcAft>
                        <a:buClrTx/>
                        <a:buSzTx/>
                        <a:buFontTx/>
                        <a:buNone/>
                        <a:tabLst/>
                        <a:defRPr/>
                      </a:pPr>
                      <a:r>
                        <a:rPr lang="pt-PT" sz="700" kern="1200" cap="all" baseline="0" dirty="0">
                          <a:solidFill>
                            <a:schemeClr val="bg1"/>
                          </a:solidFill>
                          <a:latin typeface="+mn-lt"/>
                          <a:ea typeface="Segoe UI Black" panose="020B0A02040204020203" pitchFamily="34" charset="0"/>
                          <a:cs typeface="Segoe UI Semibold" panose="020B0702040204020203" pitchFamily="34" charset="0"/>
                        </a:rPr>
                        <a:t>AD/DC</a:t>
                      </a:r>
                    </a:p>
                  </a:txBody>
                  <a:tcPr marL="108000"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666666"/>
                    </a:solidFill>
                  </a:tcPr>
                </a:tc>
                <a:tc>
                  <a:txBody>
                    <a:bodyPr/>
                    <a:lstStyle/>
                    <a:p>
                      <a:pPr marL="0" marR="0" lvl="0" indent="0" algn="l" defTabSz="914377" rtl="0" eaLnBrk="1" fontAlgn="ctr" latinLnBrk="0" hangingPunct="1">
                        <a:lnSpc>
                          <a:spcPct val="100000"/>
                        </a:lnSpc>
                        <a:spcBef>
                          <a:spcPts val="0"/>
                        </a:spcBef>
                        <a:spcAft>
                          <a:spcPts val="0"/>
                        </a:spcAft>
                        <a:buClrTx/>
                        <a:buSzTx/>
                        <a:buFontTx/>
                        <a:buNone/>
                        <a:tabLst/>
                        <a:defRPr/>
                      </a:pPr>
                      <a:r>
                        <a:rPr lang="pt-PT" sz="1000" b="0" u="none" strike="noStrike" kern="1200" dirty="0">
                          <a:solidFill>
                            <a:srgbClr val="000000"/>
                          </a:solidFill>
                          <a:effectLst/>
                          <a:latin typeface="+mn-lt"/>
                        </a:rPr>
                        <a:t>Windows Server 2019</a:t>
                      </a:r>
                      <a:endParaRPr lang="pt-PT" sz="1000" b="0" i="0" u="none" strike="noStrike" kern="1200" dirty="0">
                        <a:solidFill>
                          <a:srgbClr val="000000"/>
                        </a:solidFill>
                        <a:effectLst/>
                        <a:latin typeface="+mn-lt"/>
                        <a:ea typeface="+mn-ea"/>
                        <a:cs typeface="+mn-cs"/>
                      </a:endParaRPr>
                    </a:p>
                  </a:txBody>
                  <a:tcPr marL="108000"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fontAlgn="ctr"/>
                      <a:r>
                        <a:rPr lang="pt-PT" sz="1000" b="0" i="0" u="none" strike="noStrike" dirty="0">
                          <a:solidFill>
                            <a:srgbClr val="000000"/>
                          </a:solidFill>
                          <a:effectLst/>
                          <a:latin typeface="+mn-lt"/>
                        </a:rPr>
                        <a:t>2</a:t>
                      </a: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fontAlgn="ctr"/>
                      <a:r>
                        <a:rPr lang="pt-PT" sz="1000" b="0" i="0" u="none" strike="noStrike" dirty="0">
                          <a:solidFill>
                            <a:srgbClr val="000000"/>
                          </a:solidFill>
                          <a:effectLst/>
                          <a:latin typeface="+mn-lt"/>
                        </a:rPr>
                        <a:t>4 GB</a:t>
                      </a: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marR="0" lvl="0" indent="0" algn="ctr" defTabSz="914377" rtl="0" eaLnBrk="1" fontAlgn="b" latinLnBrk="0" hangingPunct="1">
                        <a:lnSpc>
                          <a:spcPct val="100000"/>
                        </a:lnSpc>
                        <a:spcBef>
                          <a:spcPts val="0"/>
                        </a:spcBef>
                        <a:spcAft>
                          <a:spcPts val="0"/>
                        </a:spcAft>
                        <a:buClrTx/>
                        <a:buSzTx/>
                        <a:buFontTx/>
                        <a:buNone/>
                        <a:tabLst/>
                        <a:defRPr/>
                      </a:pPr>
                      <a:r>
                        <a:rPr kumimoji="0" lang="pt-PT" sz="1000" b="0" i="0" u="none" strike="noStrike" kern="1200" cap="none" spc="0" normalizeH="0" baseline="0" noProof="0" dirty="0">
                          <a:ln>
                            <a:noFill/>
                          </a:ln>
                          <a:solidFill>
                            <a:srgbClr val="000000"/>
                          </a:solidFill>
                          <a:effectLst/>
                          <a:uLnTx/>
                          <a:uFillTx/>
                          <a:latin typeface="+mn-lt"/>
                          <a:ea typeface="+mn-ea"/>
                          <a:cs typeface="+mn-cs"/>
                        </a:rPr>
                        <a:t>127 GB</a:t>
                      </a: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gridSpan="2">
                  <a:txBody>
                    <a:bodyPr/>
                    <a:lstStyle/>
                    <a:p>
                      <a:pPr algn="ctr" fontAlgn="ctr"/>
                      <a:endParaRPr lang="pt-PT" sz="1000" b="0" i="0" u="none" strike="noStrike" dirty="0">
                        <a:solidFill>
                          <a:srgbClr val="000000"/>
                        </a:solidFill>
                        <a:effectLst/>
                        <a:latin typeface="+mn-lt"/>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hMerge="1">
                  <a:txBody>
                    <a:bodyPr/>
                    <a:lstStyle/>
                    <a:p>
                      <a:endParaRPr lang="en-US"/>
                    </a:p>
                  </a:txBody>
                  <a:tcPr/>
                </a:tc>
                <a:tc>
                  <a:txBody>
                    <a:bodyPr/>
                    <a:lstStyle/>
                    <a:p>
                      <a:pPr algn="ctr" fontAlgn="ctr"/>
                      <a:endParaRPr lang="pt-PT" sz="1000" b="0" i="0" u="none" strike="noStrike" dirty="0">
                        <a:solidFill>
                          <a:srgbClr val="000000"/>
                        </a:solidFill>
                        <a:effectLst/>
                        <a:latin typeface="+mn-lt"/>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en-US" sz="1200">
                        <a:latin typeface="+mn-lt"/>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r" fontAlgn="ctr"/>
                      <a:endParaRPr lang="pt-PT" sz="1000" b="0" i="0" u="none" strike="noStrike" dirty="0">
                        <a:solidFill>
                          <a:srgbClr val="000000"/>
                        </a:solidFill>
                        <a:effectLst/>
                        <a:latin typeface="+mn-lt"/>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fontAlgn="ctr"/>
                      <a:r>
                        <a:rPr lang="pt-PT" sz="1000" b="0" i="0" u="none" strike="noStrike" dirty="0">
                          <a:solidFill>
                            <a:srgbClr val="000000"/>
                          </a:solidFill>
                          <a:effectLst/>
                          <a:latin typeface="+mn-lt"/>
                        </a:rPr>
                        <a:t>1</a:t>
                      </a: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916161958"/>
                  </a:ext>
                </a:extLst>
              </a:tr>
              <a:tr h="0">
                <a:tc>
                  <a:txBody>
                    <a:bodyPr/>
                    <a:lstStyle/>
                    <a:p>
                      <a:pPr marL="0" algn="l" defTabSz="914377" rtl="0" eaLnBrk="1" fontAlgn="ctr" latinLnBrk="0" hangingPunct="1"/>
                      <a:r>
                        <a:rPr lang="pt-PT" sz="700" kern="1200" cap="all" baseline="0" dirty="0">
                          <a:solidFill>
                            <a:schemeClr val="bg1"/>
                          </a:solidFill>
                          <a:latin typeface="+mn-lt"/>
                          <a:ea typeface="Segoe UI Black" panose="020B0A02040204020203" pitchFamily="34" charset="0"/>
                          <a:cs typeface="Segoe UI Semibold" panose="020B0702040204020203" pitchFamily="34" charset="0"/>
                        </a:rPr>
                        <a:t>MF Enterprise Developer for z</a:t>
                      </a:r>
                    </a:p>
                  </a:txBody>
                  <a:tcPr marL="108000"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666666"/>
                    </a:solidFill>
                  </a:tcPr>
                </a:tc>
                <a:tc>
                  <a:txBody>
                    <a:bodyPr/>
                    <a:lstStyle/>
                    <a:p>
                      <a:pPr algn="l" fontAlgn="ctr"/>
                      <a:r>
                        <a:rPr lang="pt-PT" sz="1000" b="0" u="none" strike="noStrike" dirty="0">
                          <a:solidFill>
                            <a:srgbClr val="000000"/>
                          </a:solidFill>
                          <a:effectLst/>
                          <a:latin typeface="+mn-lt"/>
                        </a:rPr>
                        <a:t>Windows 10</a:t>
                      </a:r>
                      <a:endParaRPr lang="pt-PT" sz="1000" b="0" i="0" u="none" strike="noStrike" dirty="0">
                        <a:solidFill>
                          <a:srgbClr val="000000"/>
                        </a:solidFill>
                        <a:effectLst/>
                        <a:latin typeface="+mn-lt"/>
                      </a:endParaRPr>
                    </a:p>
                  </a:txBody>
                  <a:tcPr marL="108000"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fontAlgn="ctr"/>
                      <a:r>
                        <a:rPr lang="pt-PT" sz="1000" b="0" u="none" strike="noStrike" dirty="0">
                          <a:solidFill>
                            <a:srgbClr val="000000"/>
                          </a:solidFill>
                          <a:effectLst/>
                          <a:latin typeface="+mn-lt"/>
                        </a:rPr>
                        <a:t>2</a:t>
                      </a:r>
                      <a:endParaRPr lang="pt-PT" sz="1000" b="0" i="0" u="none" strike="noStrike" dirty="0">
                        <a:solidFill>
                          <a:srgbClr val="000000"/>
                        </a:solidFill>
                        <a:effectLst/>
                        <a:latin typeface="+mn-lt"/>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fontAlgn="ctr"/>
                      <a:r>
                        <a:rPr lang="pt-PT" sz="1000" b="0" u="none" strike="noStrike" dirty="0">
                          <a:solidFill>
                            <a:srgbClr val="000000"/>
                          </a:solidFill>
                          <a:effectLst/>
                          <a:latin typeface="+mn-lt"/>
                        </a:rPr>
                        <a:t>8 GB</a:t>
                      </a:r>
                      <a:endParaRPr lang="pt-PT" sz="1000" b="0" i="0" u="none" strike="noStrike" dirty="0">
                        <a:solidFill>
                          <a:srgbClr val="000000"/>
                        </a:solidFill>
                        <a:effectLst/>
                        <a:latin typeface="+mn-lt"/>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fontAlgn="b"/>
                      <a:r>
                        <a:rPr lang="pt-PT" sz="1000" b="0" u="none" strike="noStrike" kern="1200" dirty="0">
                          <a:solidFill>
                            <a:srgbClr val="000000"/>
                          </a:solidFill>
                          <a:effectLst/>
                          <a:latin typeface="+mn-lt"/>
                        </a:rPr>
                        <a:t>127 GB</a:t>
                      </a:r>
                      <a:endParaRPr lang="pt-PT" sz="1000" b="0" i="0" u="none" strike="noStrike" kern="1200" dirty="0">
                        <a:solidFill>
                          <a:srgbClr val="000000"/>
                        </a:solidFill>
                        <a:effectLst/>
                        <a:latin typeface="+mn-lt"/>
                        <a:ea typeface="+mn-ea"/>
                        <a:cs typeface="+mn-cs"/>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gridSpan="2">
                  <a:txBody>
                    <a:bodyPr/>
                    <a:lstStyle/>
                    <a:p>
                      <a:pPr algn="ctr" fontAlgn="ctr"/>
                      <a:r>
                        <a:rPr lang="pt-PT" sz="1000" b="0" u="none" strike="noStrike" dirty="0">
                          <a:solidFill>
                            <a:srgbClr val="000000"/>
                          </a:solidFill>
                          <a:effectLst/>
                          <a:latin typeface="+mn-lt"/>
                        </a:rPr>
                        <a:t> </a:t>
                      </a:r>
                      <a:endParaRPr lang="pt-PT" sz="1000" b="0" i="0" u="none" strike="noStrike" dirty="0">
                        <a:solidFill>
                          <a:srgbClr val="000000"/>
                        </a:solidFill>
                        <a:effectLst/>
                        <a:latin typeface="+mn-lt"/>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hMerge="1">
                  <a:txBody>
                    <a:bodyPr/>
                    <a:lstStyle/>
                    <a:p>
                      <a:endParaRPr lang="en-US"/>
                    </a:p>
                  </a:txBody>
                  <a:tcPr/>
                </a:tc>
                <a:tc>
                  <a:txBody>
                    <a:bodyPr/>
                    <a:lstStyle/>
                    <a:p>
                      <a:pPr algn="ctr" fontAlgn="ctr"/>
                      <a:endParaRPr lang="pt-PT" sz="1000" b="0" i="0" u="none" strike="noStrike" dirty="0">
                        <a:solidFill>
                          <a:srgbClr val="000000"/>
                        </a:solidFill>
                        <a:effectLst/>
                        <a:latin typeface="+mn-lt"/>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en-US" sz="1200" dirty="0">
                        <a:latin typeface="+mn-lt"/>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r" fontAlgn="ctr"/>
                      <a:endParaRPr lang="pt-PT" sz="1000" b="0" i="0" u="none" strike="noStrike" dirty="0">
                        <a:solidFill>
                          <a:srgbClr val="000000"/>
                        </a:solidFill>
                        <a:effectLst/>
                        <a:latin typeface="+mn-lt"/>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fontAlgn="ctr"/>
                      <a:r>
                        <a:rPr lang="pt-PT" sz="1000" b="0" u="none" strike="noStrike" dirty="0">
                          <a:solidFill>
                            <a:srgbClr val="000000"/>
                          </a:solidFill>
                          <a:effectLst/>
                          <a:latin typeface="+mn-lt"/>
                        </a:rPr>
                        <a:t>5</a:t>
                      </a:r>
                      <a:endParaRPr lang="pt-PT" sz="1000" b="0" i="0" u="none" strike="noStrike" dirty="0">
                        <a:solidFill>
                          <a:srgbClr val="000000"/>
                        </a:solidFill>
                        <a:effectLst/>
                        <a:latin typeface="+mn-lt"/>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4140295048"/>
                  </a:ext>
                </a:extLst>
              </a:tr>
              <a:tr h="221563">
                <a:tc gridSpan="11">
                  <a:txBody>
                    <a:bodyPr/>
                    <a:lstStyle/>
                    <a:p>
                      <a:pPr algn="ctr" fontAlgn="ctr"/>
                      <a:r>
                        <a:rPr lang="pt-PT" sz="800" b="1" kern="1200" cap="all" baseline="0" dirty="0">
                          <a:solidFill>
                            <a:schemeClr val="bg1"/>
                          </a:solidFill>
                          <a:latin typeface="+mn-lt"/>
                          <a:ea typeface="+mn-ea"/>
                          <a:cs typeface="Segoe UI Semibold" panose="020B0702040204020203" pitchFamily="34" charset="0"/>
                        </a:rPr>
                        <a:t>Serviços PaaS</a:t>
                      </a:r>
                    </a:p>
                  </a:txBody>
                  <a:tcPr marL="108000" marR="9525" marT="9525" marB="0"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lumMod val="50000"/>
                      </a:schemeClr>
                    </a:solidFill>
                  </a:tcPr>
                </a:tc>
                <a:tc hMerge="1">
                  <a:txBody>
                    <a:bodyPr/>
                    <a:lstStyle/>
                    <a:p>
                      <a:pPr algn="l" fontAlgn="ctr"/>
                      <a:endParaRPr lang="pt-PT" sz="1200" b="0" i="0" u="none" strike="noStrike" dirty="0">
                        <a:solidFill>
                          <a:srgbClr val="000000"/>
                        </a:solidFill>
                        <a:effectLst/>
                        <a:latin typeface="Arial "/>
                      </a:endParaRPr>
                    </a:p>
                  </a:txBody>
                  <a:tcPr marL="108000" marR="9525" marT="9525" marB="0" anchor="ctr">
                    <a:lnT w="12700" cap="flat" cmpd="sng" algn="ctr">
                      <a:solidFill>
                        <a:schemeClr val="bg1"/>
                      </a:solidFill>
                      <a:prstDash val="solid"/>
                      <a:round/>
                      <a:headEnd type="none" w="med" len="med"/>
                      <a:tailEnd type="none" w="med" len="med"/>
                    </a:lnT>
                  </a:tcPr>
                </a:tc>
                <a:tc hMerge="1">
                  <a:txBody>
                    <a:bodyPr/>
                    <a:lstStyle/>
                    <a:p>
                      <a:pPr algn="r" fontAlgn="ctr"/>
                      <a:endParaRPr lang="pt-PT" sz="1200" b="0" i="0" u="none" strike="noStrike" dirty="0">
                        <a:solidFill>
                          <a:srgbClr val="000000"/>
                        </a:solidFill>
                        <a:effectLst/>
                        <a:latin typeface="Arial "/>
                      </a:endParaRPr>
                    </a:p>
                  </a:txBody>
                  <a:tcPr marL="9525" marR="9525" marT="9525" marB="0" anchor="ctr">
                    <a:lnT w="12700" cap="flat" cmpd="sng" algn="ctr">
                      <a:solidFill>
                        <a:schemeClr val="bg1"/>
                      </a:solidFill>
                      <a:prstDash val="solid"/>
                      <a:round/>
                      <a:headEnd type="none" w="med" len="med"/>
                      <a:tailEnd type="none" w="med" len="med"/>
                    </a:lnT>
                  </a:tcPr>
                </a:tc>
                <a:tc hMerge="1">
                  <a:txBody>
                    <a:bodyPr/>
                    <a:lstStyle/>
                    <a:p>
                      <a:pPr algn="r" fontAlgn="ctr"/>
                      <a:endParaRPr lang="pt-PT" sz="1200" b="0" i="0" u="none" strike="noStrike" dirty="0">
                        <a:solidFill>
                          <a:srgbClr val="000000"/>
                        </a:solidFill>
                        <a:effectLst/>
                        <a:latin typeface="Arial "/>
                      </a:endParaRPr>
                    </a:p>
                  </a:txBody>
                  <a:tcPr marL="9525" marR="9525" marT="9525" marB="0" anchor="ctr">
                    <a:lnT w="12700" cap="flat" cmpd="sng" algn="ctr">
                      <a:solidFill>
                        <a:schemeClr val="bg1"/>
                      </a:solidFill>
                      <a:prstDash val="solid"/>
                      <a:round/>
                      <a:headEnd type="none" w="med" len="med"/>
                      <a:tailEnd type="none" w="med" len="med"/>
                    </a:lnT>
                  </a:tcPr>
                </a:tc>
                <a:tc hMerge="1">
                  <a:txBody>
                    <a:bodyPr/>
                    <a:lstStyle/>
                    <a:p>
                      <a:pPr algn="r" fontAlgn="ctr"/>
                      <a:endParaRPr lang="pt-PT" sz="1200" b="0" i="0" u="none" strike="noStrike" dirty="0">
                        <a:solidFill>
                          <a:srgbClr val="000000"/>
                        </a:solidFill>
                        <a:effectLst/>
                        <a:latin typeface="Arial "/>
                      </a:endParaRPr>
                    </a:p>
                  </a:txBody>
                  <a:tcPr marL="9525" marR="9525" marT="9525" marB="0" anchor="ctr">
                    <a:lnT w="12700" cap="flat" cmpd="sng" algn="ctr">
                      <a:solidFill>
                        <a:schemeClr val="bg1"/>
                      </a:solidFill>
                      <a:prstDash val="solid"/>
                      <a:round/>
                      <a:headEnd type="none" w="med" len="med"/>
                      <a:tailEnd type="none" w="med" len="med"/>
                    </a:lnT>
                  </a:tcPr>
                </a:tc>
                <a:tc hMerge="1">
                  <a:txBody>
                    <a:bodyPr/>
                    <a:lstStyle/>
                    <a:p>
                      <a:pPr algn="r" fontAlgn="ctr"/>
                      <a:endParaRPr lang="pt-PT" sz="1200" b="0" i="0" u="none" strike="noStrike" dirty="0">
                        <a:solidFill>
                          <a:srgbClr val="000000"/>
                        </a:solidFill>
                        <a:effectLst/>
                        <a:latin typeface="Arial "/>
                      </a:endParaRPr>
                    </a:p>
                  </a:txBody>
                  <a:tcPr marL="9525" marR="9525" marT="9525" marB="0" anchor="ctr">
                    <a:lnT w="12700" cap="flat" cmpd="sng" algn="ctr">
                      <a:solidFill>
                        <a:schemeClr val="bg1"/>
                      </a:solidFill>
                      <a:prstDash val="solid"/>
                      <a:round/>
                      <a:headEnd type="none" w="med" len="med"/>
                      <a:tailEnd type="none" w="med" len="med"/>
                    </a:lnT>
                  </a:tcPr>
                </a:tc>
                <a:tc hMerge="1">
                  <a:txBody>
                    <a:bodyPr/>
                    <a:lstStyle/>
                    <a:p>
                      <a:endParaRPr lang="en-US"/>
                    </a:p>
                  </a:txBody>
                  <a:tcPr/>
                </a:tc>
                <a:tc hMerge="1">
                  <a:txBody>
                    <a:bodyPr/>
                    <a:lstStyle/>
                    <a:p>
                      <a:pPr algn="r" fontAlgn="ctr"/>
                      <a:endParaRPr lang="pt-PT" sz="1200" b="0" i="0" u="none" strike="noStrike" dirty="0">
                        <a:solidFill>
                          <a:srgbClr val="000000"/>
                        </a:solidFill>
                        <a:effectLst/>
                        <a:latin typeface="Arial "/>
                      </a:endParaRPr>
                    </a:p>
                  </a:txBody>
                  <a:tcPr marL="9525" marR="9525" marT="9525" marB="0" anchor="ctr">
                    <a:lnT w="12700" cap="flat" cmpd="sng" algn="ctr">
                      <a:solidFill>
                        <a:schemeClr val="bg1"/>
                      </a:solidFill>
                      <a:prstDash val="solid"/>
                      <a:round/>
                      <a:headEnd type="none" w="med" len="med"/>
                      <a:tailEnd type="none" w="med" len="med"/>
                    </a:lnT>
                  </a:tcPr>
                </a:tc>
                <a:tc hMerge="1">
                  <a:txBody>
                    <a:bodyPr/>
                    <a:lstStyle/>
                    <a:p>
                      <a:endParaRPr lang="en-US"/>
                    </a:p>
                  </a:txBody>
                  <a:tcPr/>
                </a:tc>
                <a:tc hMerge="1">
                  <a:txBody>
                    <a:bodyPr/>
                    <a:lstStyle/>
                    <a:p>
                      <a:pPr algn="r" fontAlgn="ctr"/>
                      <a:endParaRPr lang="pt-PT" sz="1200" b="0" i="0" u="none" strike="noStrike" dirty="0">
                        <a:solidFill>
                          <a:srgbClr val="000000"/>
                        </a:solidFill>
                        <a:effectLst/>
                        <a:latin typeface="Arial "/>
                      </a:endParaRPr>
                    </a:p>
                  </a:txBody>
                  <a:tcPr marL="9525" marR="9525" marT="9525" marB="0" anchor="ctr">
                    <a:lnT w="12700" cap="flat" cmpd="sng" algn="ctr">
                      <a:solidFill>
                        <a:schemeClr val="bg1"/>
                      </a:solidFill>
                      <a:prstDash val="solid"/>
                      <a:round/>
                      <a:headEnd type="none" w="med" len="med"/>
                      <a:tailEnd type="none" w="med" len="med"/>
                    </a:lnT>
                  </a:tcPr>
                </a:tc>
                <a:tc hMerge="1">
                  <a:txBody>
                    <a:bodyPr/>
                    <a:lstStyle/>
                    <a:p>
                      <a:pPr algn="ctr" fontAlgn="ctr"/>
                      <a:endParaRPr lang="pt-PT" sz="1000" b="1" kern="1200" cap="all" baseline="0" dirty="0">
                        <a:solidFill>
                          <a:schemeClr val="bg1"/>
                        </a:solidFill>
                        <a:latin typeface="Segoe UI Semibold" panose="020B0702040204020203" pitchFamily="34" charset="0"/>
                        <a:ea typeface="+mn-ea"/>
                        <a:cs typeface="Segoe UI Semibold" panose="020B0702040204020203" pitchFamily="34" charset="0"/>
                      </a:endParaRPr>
                    </a:p>
                  </a:txBody>
                  <a:tcPr marL="108000" marR="9525" marT="9525" marB="0"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3089766849"/>
                  </a:ext>
                </a:extLst>
              </a:tr>
              <a:tr h="221563">
                <a:tc>
                  <a:txBody>
                    <a:bodyPr/>
                    <a:lstStyle/>
                    <a:p>
                      <a:pPr algn="l" fontAlgn="ctr"/>
                      <a:r>
                        <a:rPr lang="pt-PT" sz="700" kern="1200" cap="all" baseline="0">
                          <a:solidFill>
                            <a:schemeClr val="bg1"/>
                          </a:solidFill>
                          <a:latin typeface="+mn-lt"/>
                          <a:ea typeface="Segoe UI Black" panose="020B0A02040204020203" pitchFamily="34" charset="0"/>
                          <a:cs typeface="Segoe UI Semibold" panose="020B0702040204020203" pitchFamily="34" charset="0"/>
                        </a:rPr>
                        <a:t>Recursos Identity</a:t>
                      </a:r>
                      <a:endParaRPr lang="pt-PT" sz="700" kern="1200" cap="all" baseline="0" dirty="0">
                        <a:solidFill>
                          <a:schemeClr val="bg1"/>
                        </a:solidFill>
                        <a:latin typeface="+mn-lt"/>
                        <a:ea typeface="Segoe UI Black" panose="020B0A02040204020203" pitchFamily="34" charset="0"/>
                        <a:cs typeface="Segoe UI Semibold" panose="020B0702040204020203" pitchFamily="34" charset="0"/>
                      </a:endParaRPr>
                    </a:p>
                  </a:txBody>
                  <a:tcPr marL="108000"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50000"/>
                        <a:lumOff val="50000"/>
                      </a:schemeClr>
                    </a:solidFill>
                  </a:tcPr>
                </a:tc>
                <a:tc gridSpan="10">
                  <a:txBody>
                    <a:bodyPr/>
                    <a:lstStyle/>
                    <a:p>
                      <a:pPr marL="628650" marR="0" lvl="1" indent="-171450" algn="l" defTabSz="914377" rtl="0" eaLnBrk="1" fontAlgn="ctr" latinLnBrk="0" hangingPunct="1">
                        <a:lnSpc>
                          <a:spcPct val="100000"/>
                        </a:lnSpc>
                        <a:spcBef>
                          <a:spcPts val="0"/>
                        </a:spcBef>
                        <a:spcAft>
                          <a:spcPts val="0"/>
                        </a:spcAft>
                        <a:buClrTx/>
                        <a:buSzTx/>
                        <a:buFont typeface="Arial" panose="020B0604020202020204" pitchFamily="34" charset="0"/>
                        <a:buChar char="•"/>
                        <a:tabLst/>
                        <a:defRPr/>
                      </a:pPr>
                      <a:r>
                        <a:rPr lang="en-US" sz="1000" kern="1200" dirty="0">
                          <a:solidFill>
                            <a:schemeClr val="dk1"/>
                          </a:solidFill>
                          <a:latin typeface="+mn-lt"/>
                          <a:ea typeface="+mn-ea"/>
                          <a:cs typeface="+mn-cs"/>
                        </a:rPr>
                        <a:t>Azure AD</a:t>
                      </a:r>
                    </a:p>
                  </a:txBody>
                  <a:tcPr marL="108000"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594662631"/>
                  </a:ext>
                </a:extLst>
              </a:tr>
              <a:tr h="221563">
                <a:tc>
                  <a:txBody>
                    <a:bodyPr/>
                    <a:lstStyle/>
                    <a:p>
                      <a:pPr algn="l" fontAlgn="ctr"/>
                      <a:r>
                        <a:rPr lang="en-US" sz="700" kern="1200" cap="all" baseline="0">
                          <a:solidFill>
                            <a:schemeClr val="bg1"/>
                          </a:solidFill>
                          <a:latin typeface="+mn-lt"/>
                          <a:ea typeface="Segoe UI Black" panose="020B0A02040204020203" pitchFamily="34" charset="0"/>
                          <a:cs typeface="Segoe UI Semibold" panose="020B0702040204020203" pitchFamily="34" charset="0"/>
                        </a:rPr>
                        <a:t>Recursos Operação</a:t>
                      </a:r>
                      <a:endParaRPr lang="pt-PT" sz="700" kern="1200" cap="all" baseline="0" dirty="0">
                        <a:solidFill>
                          <a:schemeClr val="bg1"/>
                        </a:solidFill>
                        <a:latin typeface="+mn-lt"/>
                        <a:ea typeface="Segoe UI Black" panose="020B0A02040204020203" pitchFamily="34" charset="0"/>
                        <a:cs typeface="Segoe UI Semibold" panose="020B0702040204020203" pitchFamily="34" charset="0"/>
                      </a:endParaRPr>
                    </a:p>
                  </a:txBody>
                  <a:tcPr marL="108000"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50000"/>
                        <a:lumOff val="50000"/>
                      </a:schemeClr>
                    </a:solidFill>
                  </a:tcPr>
                </a:tc>
                <a:tc gridSpan="5">
                  <a:txBody>
                    <a:bodyPr/>
                    <a:lstStyle/>
                    <a:p>
                      <a:pPr marL="628650" marR="0" lvl="1" indent="-171450" algn="l" defTabSz="914377" rtl="0" eaLnBrk="1" fontAlgn="ctr" latinLnBrk="0" hangingPunct="1">
                        <a:lnSpc>
                          <a:spcPct val="100000"/>
                        </a:lnSpc>
                        <a:spcBef>
                          <a:spcPts val="0"/>
                        </a:spcBef>
                        <a:spcAft>
                          <a:spcPts val="0"/>
                        </a:spcAft>
                        <a:buClrTx/>
                        <a:buSzTx/>
                        <a:buFont typeface="Arial" panose="020B0604020202020204" pitchFamily="34" charset="0"/>
                        <a:buChar char="•"/>
                        <a:tabLst/>
                        <a:defRPr/>
                      </a:pPr>
                      <a:r>
                        <a:rPr lang="en-US" sz="1000" kern="1200" dirty="0">
                          <a:solidFill>
                            <a:schemeClr val="dk1"/>
                          </a:solidFill>
                          <a:latin typeface="+mn-lt"/>
                          <a:ea typeface="+mn-ea"/>
                          <a:cs typeface="+mn-cs"/>
                        </a:rPr>
                        <a:t>Azure Monitor (</a:t>
                      </a:r>
                      <a:r>
                        <a:rPr lang="pt-PT" sz="1000" kern="1200" noProof="0" dirty="0">
                          <a:solidFill>
                            <a:schemeClr val="dk1"/>
                          </a:solidFill>
                          <a:latin typeface="+mn-lt"/>
                          <a:ea typeface="+mn-ea"/>
                          <a:cs typeface="+mn-cs"/>
                        </a:rPr>
                        <a:t>inclui</a:t>
                      </a:r>
                      <a:r>
                        <a:rPr lang="en-US" sz="1000" kern="1200" dirty="0">
                          <a:solidFill>
                            <a:schemeClr val="dk1"/>
                          </a:solidFill>
                          <a:latin typeface="+mn-lt"/>
                          <a:ea typeface="+mn-ea"/>
                          <a:cs typeface="+mn-cs"/>
                        </a:rPr>
                        <a:t> Log Analytics &amp; App Insights)</a:t>
                      </a:r>
                    </a:p>
                    <a:p>
                      <a:pPr marL="628650" marR="0" lvl="1" indent="-171450" algn="l" defTabSz="914377" rtl="0" eaLnBrk="1" fontAlgn="ctr" latinLnBrk="0" hangingPunct="1">
                        <a:lnSpc>
                          <a:spcPct val="100000"/>
                        </a:lnSpc>
                        <a:spcBef>
                          <a:spcPts val="0"/>
                        </a:spcBef>
                        <a:spcAft>
                          <a:spcPts val="0"/>
                        </a:spcAft>
                        <a:buClrTx/>
                        <a:buSzTx/>
                        <a:buFont typeface="Arial" panose="020B0604020202020204" pitchFamily="34" charset="0"/>
                        <a:buChar char="•"/>
                        <a:tabLst/>
                        <a:defRPr/>
                      </a:pPr>
                      <a:r>
                        <a:rPr lang="en-US" sz="1000" kern="1200" dirty="0">
                          <a:solidFill>
                            <a:schemeClr val="dk1"/>
                          </a:solidFill>
                          <a:latin typeface="+mn-lt"/>
                          <a:ea typeface="+mn-ea"/>
                          <a:cs typeface="+mn-cs"/>
                        </a:rPr>
                        <a:t>Recovery Services Vault (Backup &amp; Site Recovery)</a:t>
                      </a:r>
                    </a:p>
                    <a:p>
                      <a:pPr marL="628650" marR="0" lvl="1" indent="-171450" algn="l" defTabSz="914377" rtl="0" eaLnBrk="1" fontAlgn="ctr" latinLnBrk="0" hangingPunct="1">
                        <a:lnSpc>
                          <a:spcPct val="100000"/>
                        </a:lnSpc>
                        <a:spcBef>
                          <a:spcPts val="0"/>
                        </a:spcBef>
                        <a:spcAft>
                          <a:spcPts val="0"/>
                        </a:spcAft>
                        <a:buClrTx/>
                        <a:buSzTx/>
                        <a:buFont typeface="Arial" panose="020B0604020202020204" pitchFamily="34" charset="0"/>
                        <a:buChar char="•"/>
                        <a:tabLst/>
                        <a:defRPr/>
                      </a:pPr>
                      <a:r>
                        <a:rPr lang="en-US" sz="1000" kern="1200" dirty="0">
                          <a:solidFill>
                            <a:schemeClr val="dk1"/>
                          </a:solidFill>
                          <a:latin typeface="+mn-lt"/>
                          <a:ea typeface="+mn-ea"/>
                          <a:cs typeface="+mn-cs"/>
                        </a:rPr>
                        <a:t>Cost Management &amp; Billing</a:t>
                      </a:r>
                    </a:p>
                    <a:p>
                      <a:pPr marL="628650" marR="0" lvl="1" indent="-171450" algn="l" defTabSz="914377" rtl="0" eaLnBrk="1" fontAlgn="ctr" latinLnBrk="0" hangingPunct="1">
                        <a:lnSpc>
                          <a:spcPct val="100000"/>
                        </a:lnSpc>
                        <a:spcBef>
                          <a:spcPts val="0"/>
                        </a:spcBef>
                        <a:spcAft>
                          <a:spcPts val="0"/>
                        </a:spcAft>
                        <a:buClrTx/>
                        <a:buSzTx/>
                        <a:buFont typeface="Arial" panose="020B0604020202020204" pitchFamily="34" charset="0"/>
                        <a:buChar char="•"/>
                        <a:tabLst/>
                        <a:defRPr/>
                      </a:pPr>
                      <a:r>
                        <a:rPr lang="en-US" sz="1000" kern="1200" dirty="0">
                          <a:solidFill>
                            <a:schemeClr val="dk1"/>
                          </a:solidFill>
                          <a:latin typeface="+mn-lt"/>
                          <a:ea typeface="+mn-ea"/>
                          <a:cs typeface="+mn-cs"/>
                        </a:rPr>
                        <a:t>Azure Policy</a:t>
                      </a:r>
                    </a:p>
                  </a:txBody>
                  <a:tcPr marL="108000"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hMerge="1">
                  <a:txBody>
                    <a:bodyPr/>
                    <a:lstStyle/>
                    <a:p>
                      <a:pPr algn="r" fontAlgn="ctr"/>
                      <a:endParaRPr lang="pt-PT" sz="1200" b="0" i="0" u="none" strike="noStrike" dirty="0">
                        <a:solidFill>
                          <a:srgbClr val="000000"/>
                        </a:solidFill>
                        <a:effectLst/>
                        <a:latin typeface="Arial "/>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hMerge="1">
                  <a:txBody>
                    <a:bodyPr/>
                    <a:lstStyle/>
                    <a:p>
                      <a:pPr algn="r" fontAlgn="ctr"/>
                      <a:endParaRPr lang="pt-PT" sz="1200" b="0" i="0" u="none" strike="noStrike" dirty="0">
                        <a:solidFill>
                          <a:srgbClr val="000000"/>
                        </a:solidFill>
                        <a:effectLst/>
                        <a:latin typeface="Arial "/>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hMerge="1">
                  <a:txBody>
                    <a:bodyPr/>
                    <a:lstStyle/>
                    <a:p>
                      <a:pPr algn="r" fontAlgn="ctr"/>
                      <a:endParaRPr lang="pt-PT" sz="1200" b="0" i="0" u="none" strike="noStrike" dirty="0">
                        <a:solidFill>
                          <a:srgbClr val="000000"/>
                        </a:solidFill>
                        <a:effectLst/>
                        <a:latin typeface="Arial "/>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hMerge="1">
                  <a:txBody>
                    <a:bodyPr/>
                    <a:lstStyle/>
                    <a:p>
                      <a:pPr algn="r" fontAlgn="ctr"/>
                      <a:endParaRPr lang="pt-PT" sz="1200" b="0" i="0" u="none" strike="noStrike" dirty="0">
                        <a:solidFill>
                          <a:srgbClr val="000000"/>
                        </a:solidFill>
                        <a:effectLst/>
                        <a:latin typeface="Arial "/>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gridSpan="5">
                  <a:txBody>
                    <a:bodyPr/>
                    <a:lstStyle/>
                    <a:p>
                      <a:pPr marL="628650" marR="0" lvl="1" indent="-171450" algn="l" defTabSz="914377" rtl="0" eaLnBrk="1" fontAlgn="ctr" latinLnBrk="0" hangingPunct="1">
                        <a:lnSpc>
                          <a:spcPct val="100000"/>
                        </a:lnSpc>
                        <a:spcBef>
                          <a:spcPts val="0"/>
                        </a:spcBef>
                        <a:spcAft>
                          <a:spcPts val="0"/>
                        </a:spcAft>
                        <a:buClrTx/>
                        <a:buSzTx/>
                        <a:buFont typeface="Arial" panose="020B0604020202020204" pitchFamily="34" charset="0"/>
                        <a:buChar char="•"/>
                        <a:tabLst/>
                        <a:defRPr/>
                      </a:pPr>
                      <a:r>
                        <a:rPr lang="en-US" sz="1000" kern="1200" dirty="0">
                          <a:solidFill>
                            <a:schemeClr val="dk1"/>
                          </a:solidFill>
                          <a:latin typeface="+mn-lt"/>
                          <a:ea typeface="+mn-ea"/>
                          <a:cs typeface="+mn-cs"/>
                        </a:rPr>
                        <a:t>Azure Advisor</a:t>
                      </a:r>
                    </a:p>
                    <a:p>
                      <a:pPr marL="628650" marR="0" lvl="1" indent="-171450" algn="l" defTabSz="914377" rtl="0" eaLnBrk="1" fontAlgn="ctr" latinLnBrk="0" hangingPunct="1">
                        <a:lnSpc>
                          <a:spcPct val="100000"/>
                        </a:lnSpc>
                        <a:spcBef>
                          <a:spcPts val="0"/>
                        </a:spcBef>
                        <a:spcAft>
                          <a:spcPts val="0"/>
                        </a:spcAft>
                        <a:buClrTx/>
                        <a:buSzTx/>
                        <a:buFont typeface="Arial" panose="020B0604020202020204" pitchFamily="34" charset="0"/>
                        <a:buChar char="•"/>
                        <a:tabLst/>
                        <a:defRPr/>
                      </a:pPr>
                      <a:r>
                        <a:rPr lang="en-US" sz="1000" kern="1200" dirty="0">
                          <a:solidFill>
                            <a:schemeClr val="dk1"/>
                          </a:solidFill>
                          <a:latin typeface="+mn-lt"/>
                          <a:ea typeface="+mn-ea"/>
                          <a:cs typeface="+mn-cs"/>
                        </a:rPr>
                        <a:t>Azure Automation</a:t>
                      </a:r>
                    </a:p>
                    <a:p>
                      <a:pPr marL="628650" marR="0" lvl="1" indent="-171450" algn="l" defTabSz="914377" rtl="0" eaLnBrk="1" fontAlgn="ctr" latinLnBrk="0" hangingPunct="1">
                        <a:lnSpc>
                          <a:spcPct val="100000"/>
                        </a:lnSpc>
                        <a:spcBef>
                          <a:spcPts val="0"/>
                        </a:spcBef>
                        <a:spcAft>
                          <a:spcPts val="0"/>
                        </a:spcAft>
                        <a:buClrTx/>
                        <a:buSzTx/>
                        <a:buFont typeface="Arial" panose="020B0604020202020204" pitchFamily="34" charset="0"/>
                        <a:buChar char="•"/>
                        <a:tabLst/>
                        <a:defRPr/>
                      </a:pPr>
                      <a:r>
                        <a:rPr lang="en-US" sz="1000" kern="1200" dirty="0">
                          <a:solidFill>
                            <a:schemeClr val="dk1"/>
                          </a:solidFill>
                          <a:latin typeface="+mn-lt"/>
                          <a:ea typeface="+mn-ea"/>
                          <a:cs typeface="+mn-cs"/>
                        </a:rPr>
                        <a:t>Azure Bastion</a:t>
                      </a:r>
                    </a:p>
                    <a:p>
                      <a:pPr marL="628650" marR="0" lvl="1" indent="-171450" algn="l" defTabSz="914377" rtl="0" eaLnBrk="1" fontAlgn="ctr" latinLnBrk="0" hangingPunct="1">
                        <a:lnSpc>
                          <a:spcPct val="100000"/>
                        </a:lnSpc>
                        <a:spcBef>
                          <a:spcPts val="0"/>
                        </a:spcBef>
                        <a:spcAft>
                          <a:spcPts val="0"/>
                        </a:spcAft>
                        <a:buClrTx/>
                        <a:buSzTx/>
                        <a:buFont typeface="Arial" panose="020B0604020202020204" pitchFamily="34" charset="0"/>
                        <a:buChar char="•"/>
                        <a:tabLst/>
                        <a:defRPr/>
                      </a:pPr>
                      <a:endParaRPr lang="en-US" sz="1000" kern="1200" dirty="0">
                        <a:solidFill>
                          <a:schemeClr val="dk1"/>
                        </a:solidFill>
                        <a:latin typeface="+mn-lt"/>
                        <a:ea typeface="+mn-ea"/>
                        <a:cs typeface="+mn-cs"/>
                      </a:endParaRPr>
                    </a:p>
                  </a:txBody>
                  <a:tcPr marL="108000"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hMerge="1">
                  <a:txBody>
                    <a:bodyPr/>
                    <a:lstStyle/>
                    <a:p>
                      <a:pPr algn="r" fontAlgn="ctr"/>
                      <a:endParaRPr lang="pt-PT" sz="1200" b="0" i="0" u="none" strike="noStrike" dirty="0">
                        <a:solidFill>
                          <a:srgbClr val="000000"/>
                        </a:solidFill>
                        <a:effectLst/>
                        <a:latin typeface="Arial "/>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hMerge="1">
                  <a:txBody>
                    <a:bodyPr/>
                    <a:lstStyle/>
                    <a:p>
                      <a:pPr algn="r" fontAlgn="ctr"/>
                      <a:endParaRPr lang="pt-PT" sz="1200" b="0" i="0" u="none" strike="noStrike" dirty="0">
                        <a:solidFill>
                          <a:srgbClr val="000000"/>
                        </a:solidFill>
                        <a:effectLst/>
                        <a:latin typeface="Arial "/>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hMerge="1">
                  <a:txBody>
                    <a:bodyPr/>
                    <a:lstStyle/>
                    <a:p>
                      <a:pPr algn="r" fontAlgn="ctr"/>
                      <a:endParaRPr lang="pt-PT" sz="1200" b="0" i="0" u="none" strike="noStrike" dirty="0">
                        <a:solidFill>
                          <a:srgbClr val="000000"/>
                        </a:solidFill>
                        <a:effectLst/>
                        <a:latin typeface="Arial "/>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hMerge="1">
                  <a:txBody>
                    <a:bodyPr/>
                    <a:lstStyle/>
                    <a:p>
                      <a:pPr algn="r" fontAlgn="ctr"/>
                      <a:endParaRPr lang="pt-PT" sz="1200" b="0" i="0" u="none" strike="noStrike" dirty="0">
                        <a:solidFill>
                          <a:srgbClr val="000000"/>
                        </a:solidFill>
                        <a:effectLst/>
                        <a:latin typeface="Arial "/>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2281327374"/>
                  </a:ext>
                </a:extLst>
              </a:tr>
              <a:tr h="221563">
                <a:tc>
                  <a:txBody>
                    <a:bodyPr/>
                    <a:lstStyle/>
                    <a:p>
                      <a:pPr marL="0" algn="l" defTabSz="914377" rtl="0" eaLnBrk="1" fontAlgn="ctr" latinLnBrk="0" hangingPunct="1"/>
                      <a:r>
                        <a:rPr lang="en-US" sz="700" kern="1200" cap="all" baseline="0">
                          <a:solidFill>
                            <a:schemeClr val="bg1"/>
                          </a:solidFill>
                          <a:latin typeface="+mn-lt"/>
                          <a:ea typeface="Segoe UI Black" panose="020B0A02040204020203" pitchFamily="34" charset="0"/>
                          <a:cs typeface="Segoe UI Semibold" panose="020B0702040204020203" pitchFamily="34" charset="0"/>
                        </a:rPr>
                        <a:t>Recursos Security&amp;Network</a:t>
                      </a:r>
                      <a:endParaRPr lang="pt-PT" sz="700" kern="1200" cap="all" baseline="0" dirty="0">
                        <a:solidFill>
                          <a:schemeClr val="bg1"/>
                        </a:solidFill>
                        <a:latin typeface="+mn-lt"/>
                        <a:ea typeface="Segoe UI Black" panose="020B0A02040204020203" pitchFamily="34" charset="0"/>
                        <a:cs typeface="Segoe UI Semibold" panose="020B0702040204020203" pitchFamily="34" charset="0"/>
                      </a:endParaRPr>
                    </a:p>
                  </a:txBody>
                  <a:tcPr marL="108000"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50000"/>
                        <a:lumOff val="50000"/>
                      </a:schemeClr>
                    </a:solidFill>
                  </a:tcPr>
                </a:tc>
                <a:tc gridSpan="10">
                  <a:txBody>
                    <a:bodyPr/>
                    <a:lstStyle/>
                    <a:p>
                      <a:pPr marL="628650" marR="0" lvl="1" indent="-171450" algn="l" defTabSz="914377" rtl="0" eaLnBrk="1" fontAlgn="ctr" latinLnBrk="0" hangingPunct="1">
                        <a:lnSpc>
                          <a:spcPct val="100000"/>
                        </a:lnSpc>
                        <a:spcBef>
                          <a:spcPts val="0"/>
                        </a:spcBef>
                        <a:spcAft>
                          <a:spcPts val="0"/>
                        </a:spcAft>
                        <a:buClrTx/>
                        <a:buSzTx/>
                        <a:buFont typeface="Arial" panose="020B0604020202020204" pitchFamily="34" charset="0"/>
                        <a:buChar char="•"/>
                        <a:tabLst/>
                        <a:defRPr/>
                      </a:pPr>
                      <a:r>
                        <a:rPr lang="en-US" sz="1000" kern="1200" dirty="0">
                          <a:solidFill>
                            <a:schemeClr val="dk1"/>
                          </a:solidFill>
                          <a:latin typeface="+mn-lt"/>
                          <a:ea typeface="+mn-ea"/>
                          <a:cs typeface="+mn-cs"/>
                        </a:rPr>
                        <a:t>Azure Network Watcher</a:t>
                      </a:r>
                    </a:p>
                    <a:p>
                      <a:pPr marL="628650" marR="0" lvl="1" indent="-171450" algn="l" defTabSz="914377" rtl="0" eaLnBrk="1" fontAlgn="ctr" latinLnBrk="0" hangingPunct="1">
                        <a:lnSpc>
                          <a:spcPct val="100000"/>
                        </a:lnSpc>
                        <a:spcBef>
                          <a:spcPts val="0"/>
                        </a:spcBef>
                        <a:spcAft>
                          <a:spcPts val="0"/>
                        </a:spcAft>
                        <a:buClrTx/>
                        <a:buSzTx/>
                        <a:buFont typeface="Arial" panose="020B0604020202020204" pitchFamily="34" charset="0"/>
                        <a:buChar char="•"/>
                        <a:tabLst/>
                        <a:defRPr/>
                      </a:pPr>
                      <a:r>
                        <a:rPr lang="en-US" sz="1000" kern="1200" dirty="0">
                          <a:solidFill>
                            <a:schemeClr val="dk1"/>
                          </a:solidFill>
                          <a:latin typeface="+mn-lt"/>
                          <a:ea typeface="+mn-ea"/>
                          <a:cs typeface="+mn-cs"/>
                        </a:rPr>
                        <a:t>Security Center</a:t>
                      </a:r>
                    </a:p>
                  </a:txBody>
                  <a:tcPr marL="108000"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hMerge="1">
                  <a:txBody>
                    <a:bodyPr/>
                    <a:lstStyle/>
                    <a:p>
                      <a:pPr algn="r" fontAlgn="ctr"/>
                      <a:endParaRPr lang="pt-PT" sz="1200" b="0" i="0" u="none" strike="noStrike" dirty="0">
                        <a:solidFill>
                          <a:srgbClr val="000000"/>
                        </a:solidFill>
                        <a:effectLst/>
                        <a:latin typeface="Arial "/>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hMerge="1">
                  <a:txBody>
                    <a:bodyPr/>
                    <a:lstStyle/>
                    <a:p>
                      <a:pPr algn="r" fontAlgn="ctr"/>
                      <a:endParaRPr lang="pt-PT" sz="1200" b="0" i="0" u="none" strike="noStrike" dirty="0">
                        <a:solidFill>
                          <a:srgbClr val="000000"/>
                        </a:solidFill>
                        <a:effectLst/>
                        <a:latin typeface="Arial "/>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hMerge="1">
                  <a:txBody>
                    <a:bodyPr/>
                    <a:lstStyle/>
                    <a:p>
                      <a:pPr algn="r" fontAlgn="ctr"/>
                      <a:endParaRPr lang="pt-PT" sz="1200" b="0" i="0" u="none" strike="noStrike" dirty="0">
                        <a:solidFill>
                          <a:srgbClr val="000000"/>
                        </a:solidFill>
                        <a:effectLst/>
                        <a:latin typeface="Arial "/>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hMerge="1">
                  <a:txBody>
                    <a:bodyPr/>
                    <a:lstStyle/>
                    <a:p>
                      <a:pPr algn="r" fontAlgn="ctr"/>
                      <a:endParaRPr lang="pt-PT" sz="1200" b="0" i="0" u="none" strike="noStrike" dirty="0">
                        <a:solidFill>
                          <a:srgbClr val="000000"/>
                        </a:solidFill>
                        <a:effectLst/>
                        <a:latin typeface="Arial "/>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hMerge="1">
                  <a:txBody>
                    <a:bodyPr/>
                    <a:lstStyle/>
                    <a:p>
                      <a:endParaRPr lang="en-US"/>
                    </a:p>
                  </a:txBody>
                  <a:tcPr/>
                </a:tc>
                <a:tc hMerge="1">
                  <a:txBody>
                    <a:bodyPr/>
                    <a:lstStyle/>
                    <a:p>
                      <a:pPr algn="r" fontAlgn="ctr"/>
                      <a:endParaRPr lang="pt-PT" sz="1200" b="0" i="0" u="none" strike="noStrike" dirty="0">
                        <a:solidFill>
                          <a:srgbClr val="000000"/>
                        </a:solidFill>
                        <a:effectLst/>
                        <a:latin typeface="Arial "/>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hMerge="1">
                  <a:txBody>
                    <a:bodyPr/>
                    <a:lstStyle/>
                    <a:p>
                      <a:pPr algn="r" fontAlgn="ctr"/>
                      <a:endParaRPr lang="pt-PT" sz="1200" b="0" i="0" u="none" strike="noStrike" dirty="0">
                        <a:solidFill>
                          <a:srgbClr val="000000"/>
                        </a:solidFill>
                        <a:effectLst/>
                        <a:latin typeface="Arial "/>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hMerge="1">
                  <a:txBody>
                    <a:bodyPr/>
                    <a:lstStyle/>
                    <a:p>
                      <a:pPr algn="r" fontAlgn="ctr"/>
                      <a:endParaRPr lang="pt-PT" sz="1200" b="0" i="0" u="none" strike="noStrike" dirty="0">
                        <a:solidFill>
                          <a:srgbClr val="000000"/>
                        </a:solidFill>
                        <a:effectLst/>
                        <a:latin typeface="Arial "/>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hMerge="1">
                  <a:txBody>
                    <a:bodyPr/>
                    <a:lstStyle/>
                    <a:p>
                      <a:pPr algn="r" fontAlgn="ctr"/>
                      <a:endParaRPr lang="pt-PT" sz="1200" b="0" i="0" u="none" strike="noStrike" dirty="0">
                        <a:solidFill>
                          <a:srgbClr val="000000"/>
                        </a:solidFill>
                        <a:effectLst/>
                        <a:latin typeface="Arial "/>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400725386"/>
                  </a:ext>
                </a:extLst>
              </a:tr>
            </a:tbl>
          </a:graphicData>
        </a:graphic>
      </p:graphicFrame>
      <p:pic>
        <p:nvPicPr>
          <p:cNvPr id="8" name="Picture 7">
            <a:extLst>
              <a:ext uri="{FF2B5EF4-FFF2-40B4-BE49-F238E27FC236}">
                <a16:creationId xmlns:a16="http://schemas.microsoft.com/office/drawing/2014/main" id="{241880BB-4F3C-012A-0773-6AD11942B1AA}"/>
              </a:ext>
            </a:extLst>
          </p:cNvPr>
          <p:cNvPicPr>
            <a:picLocks noChangeAspect="1"/>
          </p:cNvPicPr>
          <p:nvPr/>
        </p:nvPicPr>
        <p:blipFill>
          <a:blip r:embed="rId3"/>
          <a:stretch>
            <a:fillRect/>
          </a:stretch>
        </p:blipFill>
        <p:spPr>
          <a:xfrm>
            <a:off x="8964964" y="80689"/>
            <a:ext cx="3198028" cy="1766250"/>
          </a:xfrm>
          <a:prstGeom prst="rect">
            <a:avLst/>
          </a:prstGeom>
        </p:spPr>
      </p:pic>
      <p:sp>
        <p:nvSpPr>
          <p:cNvPr id="9" name="TextBox 8">
            <a:extLst>
              <a:ext uri="{FF2B5EF4-FFF2-40B4-BE49-F238E27FC236}">
                <a16:creationId xmlns:a16="http://schemas.microsoft.com/office/drawing/2014/main" id="{139BB03F-E161-6427-F9F8-1838D2D6BBD7}"/>
              </a:ext>
            </a:extLst>
          </p:cNvPr>
          <p:cNvSpPr txBox="1"/>
          <p:nvPr/>
        </p:nvSpPr>
        <p:spPr>
          <a:xfrm>
            <a:off x="6407162" y="6499876"/>
            <a:ext cx="2849732" cy="400110"/>
          </a:xfrm>
          <a:prstGeom prst="rect">
            <a:avLst/>
          </a:prstGeom>
          <a:noFill/>
        </p:spPr>
        <p:txBody>
          <a:bodyPr wrap="square">
            <a:spAutoFit/>
          </a:bodyPr>
          <a:lstStyle/>
          <a:p>
            <a:r>
              <a:rPr lang="en-US" sz="1000" dirty="0">
                <a:hlinkClick r:id="rId4"/>
              </a:rPr>
              <a:t>Landing Platform - Tot Cloud Azure – Confluence</a:t>
            </a:r>
            <a:r>
              <a:rPr lang="en-US" sz="1000" dirty="0"/>
              <a:t> </a:t>
            </a:r>
            <a:r>
              <a:rPr lang="en-US" sz="1000" b="1" dirty="0"/>
              <a:t>(</a:t>
            </a:r>
            <a:r>
              <a:rPr lang="en-US" sz="1000" b="1" dirty="0" err="1"/>
              <a:t>Alterar</a:t>
            </a:r>
            <a:r>
              <a:rPr lang="en-US" sz="1000" b="1" dirty="0"/>
              <a:t> </a:t>
            </a:r>
            <a:r>
              <a:rPr lang="en-US" sz="1000" b="1" dirty="0" err="1"/>
              <a:t>em</a:t>
            </a:r>
            <a:r>
              <a:rPr lang="en-US" sz="1000" b="1" dirty="0"/>
              <a:t> </a:t>
            </a:r>
            <a:r>
              <a:rPr lang="en-US" sz="1000" b="1" dirty="0" err="1"/>
              <a:t>função</a:t>
            </a:r>
            <a:r>
              <a:rPr lang="en-US" sz="1000" b="1" dirty="0"/>
              <a:t> do </a:t>
            </a:r>
            <a:r>
              <a:rPr lang="en-US" sz="1000" b="1" dirty="0" err="1"/>
              <a:t>projecto</a:t>
            </a:r>
            <a:r>
              <a:rPr lang="en-US" sz="1000" b="1" dirty="0"/>
              <a:t>)</a:t>
            </a:r>
            <a:endParaRPr lang="pt-PT" sz="1000" b="1" dirty="0"/>
          </a:p>
        </p:txBody>
      </p:sp>
      <p:sp>
        <p:nvSpPr>
          <p:cNvPr id="10" name="Text Placeholder 18">
            <a:extLst>
              <a:ext uri="{FF2B5EF4-FFF2-40B4-BE49-F238E27FC236}">
                <a16:creationId xmlns:a16="http://schemas.microsoft.com/office/drawing/2014/main" id="{3DAF2611-7C8A-581D-CFC0-5D0DE1A344EB}"/>
              </a:ext>
            </a:extLst>
          </p:cNvPr>
          <p:cNvSpPr txBox="1">
            <a:spLocks/>
          </p:cNvSpPr>
          <p:nvPr/>
        </p:nvSpPr>
        <p:spPr>
          <a:xfrm rot="3188749">
            <a:off x="8207753" y="3840686"/>
            <a:ext cx="2407303" cy="374498"/>
          </a:xfrm>
          <a:prstGeom prst="rect">
            <a:avLst/>
          </a:prstGeom>
          <a:solidFill>
            <a:schemeClr val="bg1"/>
          </a:solidFill>
          <a:ln>
            <a:solidFill>
              <a:schemeClr val="accent1"/>
            </a:solidFill>
          </a:ln>
        </p:spPr>
        <p:txBody>
          <a:bodyPr vert="horz" lIns="91440" tIns="45720" rIns="91440" bIns="45720" rtlCol="0" anchor="t">
            <a:noAutofit/>
          </a:bodyPr>
          <a:lstStyle>
            <a:lvl1pPr marL="0" indent="0" algn="l" defTabSz="914400" rtl="0" eaLnBrk="1" latinLnBrk="0" hangingPunct="1">
              <a:lnSpc>
                <a:spcPct val="90000"/>
              </a:lnSpc>
              <a:spcBef>
                <a:spcPts val="1000"/>
              </a:spcBef>
              <a:buFontTx/>
              <a:buNone/>
              <a:defRPr sz="1300" kern="1200">
                <a:solidFill>
                  <a:schemeClr val="accent1"/>
                </a:solidFill>
                <a:latin typeface="+mn-lt"/>
                <a:ea typeface="+mn-ea"/>
                <a:cs typeface="+mn-cs"/>
              </a:defRPr>
            </a:lvl1pPr>
            <a:lvl2pPr marL="457200" indent="0" algn="l" defTabSz="914400" rtl="0" eaLnBrk="1" latinLnBrk="0" hangingPunct="1">
              <a:lnSpc>
                <a:spcPct val="90000"/>
              </a:lnSpc>
              <a:spcBef>
                <a:spcPts val="500"/>
              </a:spcBef>
              <a:buFontTx/>
              <a:buNone/>
              <a:defRPr sz="11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Tx/>
              <a:buNone/>
              <a:defRPr sz="105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Tx/>
              <a:buNone/>
              <a:defRPr sz="10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Tx/>
              <a:buNone/>
              <a:defRPr sz="1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pt-PT" sz="2400" dirty="0"/>
              <a:t>ILUSTRATIVO</a:t>
            </a:r>
          </a:p>
        </p:txBody>
      </p:sp>
      <p:sp>
        <p:nvSpPr>
          <p:cNvPr id="11" name="Rectangle 10">
            <a:extLst>
              <a:ext uri="{FF2B5EF4-FFF2-40B4-BE49-F238E27FC236}">
                <a16:creationId xmlns:a16="http://schemas.microsoft.com/office/drawing/2014/main" id="{3673C244-3427-2210-CCA1-60ACD74BDA98}"/>
              </a:ext>
            </a:extLst>
          </p:cNvPr>
          <p:cNvSpPr/>
          <p:nvPr/>
        </p:nvSpPr>
        <p:spPr>
          <a:xfrm>
            <a:off x="9774319" y="232836"/>
            <a:ext cx="1265190" cy="1551573"/>
          </a:xfrm>
          <a:prstGeom prst="rect">
            <a:avLst/>
          </a:prstGeom>
          <a:solidFill>
            <a:schemeClr val="accent1">
              <a:alpha val="40000"/>
            </a:schemeClr>
          </a:solid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07673"/>
            <a:endParaRPr lang="pt-PT" sz="2400">
              <a:solidFill>
                <a:prstClr val="white"/>
              </a:solidFill>
              <a:latin typeface="Segoe UI"/>
            </a:endParaRPr>
          </a:p>
        </p:txBody>
      </p:sp>
      <p:sp>
        <p:nvSpPr>
          <p:cNvPr id="12" name="Isosceles Triangle 11">
            <a:extLst>
              <a:ext uri="{FF2B5EF4-FFF2-40B4-BE49-F238E27FC236}">
                <a16:creationId xmlns:a16="http://schemas.microsoft.com/office/drawing/2014/main" id="{232CAD72-DE04-CEE0-44F9-3DCF0144652B}"/>
              </a:ext>
            </a:extLst>
          </p:cNvPr>
          <p:cNvSpPr/>
          <p:nvPr/>
        </p:nvSpPr>
        <p:spPr>
          <a:xfrm rot="1279662">
            <a:off x="9270755" y="1818461"/>
            <a:ext cx="1122299" cy="287544"/>
          </a:xfrm>
          <a:prstGeom prst="triangl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07673"/>
            <a:endParaRPr lang="pt-PT" sz="2400">
              <a:solidFill>
                <a:prstClr val="white"/>
              </a:solidFill>
              <a:latin typeface="Segoe UI"/>
            </a:endParaRPr>
          </a:p>
        </p:txBody>
      </p:sp>
      <p:sp>
        <p:nvSpPr>
          <p:cNvPr id="13" name="Rectangle 12">
            <a:extLst>
              <a:ext uri="{FF2B5EF4-FFF2-40B4-BE49-F238E27FC236}">
                <a16:creationId xmlns:a16="http://schemas.microsoft.com/office/drawing/2014/main" id="{51776006-5058-E053-7FA9-61B4DD75E7A4}"/>
              </a:ext>
            </a:extLst>
          </p:cNvPr>
          <p:cNvSpPr/>
          <p:nvPr/>
        </p:nvSpPr>
        <p:spPr>
          <a:xfrm>
            <a:off x="2506463" y="6515265"/>
            <a:ext cx="4046589" cy="215444"/>
          </a:xfrm>
          <a:prstGeom prst="rect">
            <a:avLst/>
          </a:prstGeom>
        </p:spPr>
        <p:txBody>
          <a:bodyPr wrap="square">
            <a:spAutoFit/>
          </a:bodyPr>
          <a:lstStyle/>
          <a:p>
            <a:r>
              <a:rPr lang="pt-PT" sz="800" b="1" u="sng" dirty="0"/>
              <a:t>*Os detalhes das configuração, ilustradas neste documento, serão feitos no </a:t>
            </a:r>
            <a:r>
              <a:rPr lang="pt-PT" sz="800" b="1" u="sng" dirty="0" err="1"/>
              <a:t>confluence</a:t>
            </a:r>
            <a:r>
              <a:rPr lang="pt-PT" sz="800" b="1" u="sng" dirty="0"/>
              <a:t>:</a:t>
            </a:r>
            <a:endParaRPr lang="pt-PT" sz="700" dirty="0"/>
          </a:p>
        </p:txBody>
      </p:sp>
    </p:spTree>
    <p:extLst>
      <p:ext uri="{BB962C8B-B14F-4D97-AF65-F5344CB8AC3E}">
        <p14:creationId xmlns:p14="http://schemas.microsoft.com/office/powerpoint/2010/main" val="34956624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F6400C-6F41-C428-0B13-519650D1D1FA}"/>
            </a:ext>
          </a:extLst>
        </p:cNvPr>
        <p:cNvGrpSpPr/>
        <p:nvPr/>
      </p:nvGrpSpPr>
      <p:grpSpPr>
        <a:xfrm>
          <a:off x="0" y="0"/>
          <a:ext cx="0" cy="0"/>
          <a:chOff x="0" y="0"/>
          <a:chExt cx="0" cy="0"/>
        </a:xfrm>
      </p:grpSpPr>
      <p:sp>
        <p:nvSpPr>
          <p:cNvPr id="2" name="Slide Number Placeholder 3">
            <a:extLst>
              <a:ext uri="{FF2B5EF4-FFF2-40B4-BE49-F238E27FC236}">
                <a16:creationId xmlns:a16="http://schemas.microsoft.com/office/drawing/2014/main" id="{59BCA96E-DA7A-B627-BEB4-19766E950533}"/>
              </a:ext>
            </a:extLst>
          </p:cNvPr>
          <p:cNvSpPr>
            <a:spLocks noGrp="1"/>
          </p:cNvSpPr>
          <p:nvPr>
            <p:ph type="sldNum" sz="quarter" idx="12"/>
          </p:nvPr>
        </p:nvSpPr>
        <p:spPr>
          <a:xfrm>
            <a:off x="8730845" y="6209600"/>
            <a:ext cx="2743200" cy="365125"/>
          </a:xfrm>
        </p:spPr>
        <p:txBody>
          <a:bodyPr/>
          <a:lstStyle/>
          <a:p>
            <a:fld id="{BC0D97B6-E32F-4D7D-B839-7C3B51F2640F}" type="slidenum">
              <a:rPr lang="pt-PT" smtClean="0"/>
              <a:pPr/>
              <a:t>34</a:t>
            </a:fld>
            <a:endParaRPr lang="pt-PT" dirty="0"/>
          </a:p>
        </p:txBody>
      </p:sp>
      <p:sp>
        <p:nvSpPr>
          <p:cNvPr id="7" name="Marcador de texto 5">
            <a:extLst>
              <a:ext uri="{FF2B5EF4-FFF2-40B4-BE49-F238E27FC236}">
                <a16:creationId xmlns:a16="http://schemas.microsoft.com/office/drawing/2014/main" id="{46CDA1E0-D653-2D03-D24A-B199B7DFBEC8}"/>
              </a:ext>
            </a:extLst>
          </p:cNvPr>
          <p:cNvSpPr>
            <a:spLocks noGrp="1"/>
          </p:cNvSpPr>
          <p:nvPr>
            <p:ph type="body" sz="quarter" idx="14"/>
          </p:nvPr>
        </p:nvSpPr>
        <p:spPr>
          <a:xfrm>
            <a:off x="106420" y="114373"/>
            <a:ext cx="11547776" cy="538770"/>
          </a:xfrm>
        </p:spPr>
        <p:txBody>
          <a:bodyPr/>
          <a:lstStyle/>
          <a:p>
            <a:r>
              <a:rPr lang="pt-PT" sz="2400" dirty="0"/>
              <a:t>Desenho de Infraestrutura + LLD</a:t>
            </a:r>
            <a:br>
              <a:rPr lang="pt-PT" sz="2400" dirty="0"/>
            </a:br>
            <a:r>
              <a:rPr lang="pt-PT" sz="1800" dirty="0">
                <a:solidFill>
                  <a:schemeClr val="tx1">
                    <a:lumMod val="75000"/>
                    <a:lumOff val="25000"/>
                  </a:schemeClr>
                </a:solidFill>
              </a:rPr>
              <a:t>Arquitectura (Cloud Pública)</a:t>
            </a:r>
            <a:br>
              <a:rPr lang="pt-PT" sz="1800" dirty="0">
                <a:solidFill>
                  <a:schemeClr val="tx1">
                    <a:lumMod val="75000"/>
                    <a:lumOff val="25000"/>
                  </a:schemeClr>
                </a:solidFill>
              </a:rPr>
            </a:br>
            <a:r>
              <a:rPr lang="pt-PT" sz="1800" dirty="0" err="1">
                <a:solidFill>
                  <a:schemeClr val="accent2">
                    <a:lumMod val="50000"/>
                  </a:schemeClr>
                </a:solidFill>
              </a:rPr>
              <a:t>Workload</a:t>
            </a:r>
            <a:r>
              <a:rPr lang="pt-PT" sz="1800" dirty="0">
                <a:solidFill>
                  <a:schemeClr val="accent2">
                    <a:lumMod val="50000"/>
                  </a:schemeClr>
                </a:solidFill>
              </a:rPr>
              <a:t> por Ambiente</a:t>
            </a:r>
          </a:p>
        </p:txBody>
      </p:sp>
      <p:sp>
        <p:nvSpPr>
          <p:cNvPr id="3" name="TextBox 2">
            <a:extLst>
              <a:ext uri="{FF2B5EF4-FFF2-40B4-BE49-F238E27FC236}">
                <a16:creationId xmlns:a16="http://schemas.microsoft.com/office/drawing/2014/main" id="{6D33B7F3-FCC4-46C0-609D-1ADAE79EA6BA}"/>
              </a:ext>
            </a:extLst>
          </p:cNvPr>
          <p:cNvSpPr txBox="1"/>
          <p:nvPr/>
        </p:nvSpPr>
        <p:spPr>
          <a:xfrm>
            <a:off x="6407162" y="6499876"/>
            <a:ext cx="2849732" cy="400110"/>
          </a:xfrm>
          <a:prstGeom prst="rect">
            <a:avLst/>
          </a:prstGeom>
          <a:noFill/>
        </p:spPr>
        <p:txBody>
          <a:bodyPr wrap="square">
            <a:spAutoFit/>
          </a:bodyPr>
          <a:lstStyle/>
          <a:p>
            <a:r>
              <a:rPr lang="en-US" sz="1000" dirty="0">
                <a:hlinkClick r:id="rId3"/>
              </a:rPr>
              <a:t>Landing Platform - Tot Cloud Azure – Confluence</a:t>
            </a:r>
            <a:r>
              <a:rPr lang="en-US" sz="1000" dirty="0"/>
              <a:t> </a:t>
            </a:r>
            <a:r>
              <a:rPr lang="en-US" sz="1000" b="1" dirty="0"/>
              <a:t>(</a:t>
            </a:r>
            <a:r>
              <a:rPr lang="en-US" sz="1000" b="1" dirty="0" err="1"/>
              <a:t>Alterar</a:t>
            </a:r>
            <a:r>
              <a:rPr lang="en-US" sz="1000" b="1" dirty="0"/>
              <a:t> </a:t>
            </a:r>
            <a:r>
              <a:rPr lang="en-US" sz="1000" b="1" dirty="0" err="1"/>
              <a:t>em</a:t>
            </a:r>
            <a:r>
              <a:rPr lang="en-US" sz="1000" b="1" dirty="0"/>
              <a:t> </a:t>
            </a:r>
            <a:r>
              <a:rPr lang="en-US" sz="1000" b="1" dirty="0" err="1"/>
              <a:t>função</a:t>
            </a:r>
            <a:r>
              <a:rPr lang="en-US" sz="1000" b="1" dirty="0"/>
              <a:t> do </a:t>
            </a:r>
            <a:r>
              <a:rPr lang="en-US" sz="1000" b="1" dirty="0" err="1"/>
              <a:t>projecto</a:t>
            </a:r>
            <a:r>
              <a:rPr lang="en-US" sz="1000" b="1" dirty="0"/>
              <a:t>)</a:t>
            </a:r>
            <a:endParaRPr lang="pt-PT" sz="1000" b="1" dirty="0"/>
          </a:p>
        </p:txBody>
      </p:sp>
      <p:sp>
        <p:nvSpPr>
          <p:cNvPr id="4" name="Rectangle 3">
            <a:extLst>
              <a:ext uri="{FF2B5EF4-FFF2-40B4-BE49-F238E27FC236}">
                <a16:creationId xmlns:a16="http://schemas.microsoft.com/office/drawing/2014/main" id="{F1C465CF-B79C-4B55-B002-034E23E62777}"/>
              </a:ext>
            </a:extLst>
          </p:cNvPr>
          <p:cNvSpPr/>
          <p:nvPr/>
        </p:nvSpPr>
        <p:spPr>
          <a:xfrm>
            <a:off x="2506463" y="6515265"/>
            <a:ext cx="4046589" cy="215444"/>
          </a:xfrm>
          <a:prstGeom prst="rect">
            <a:avLst/>
          </a:prstGeom>
        </p:spPr>
        <p:txBody>
          <a:bodyPr wrap="square">
            <a:spAutoFit/>
          </a:bodyPr>
          <a:lstStyle/>
          <a:p>
            <a:r>
              <a:rPr lang="pt-PT" sz="800" b="1" u="sng" dirty="0"/>
              <a:t>*Os detalhes das configuração, ilustradas neste documento, serão feitos no </a:t>
            </a:r>
            <a:r>
              <a:rPr lang="pt-PT" sz="800" b="1" u="sng" dirty="0" err="1"/>
              <a:t>confluence</a:t>
            </a:r>
            <a:r>
              <a:rPr lang="pt-PT" sz="800" b="1" u="sng" dirty="0"/>
              <a:t>:</a:t>
            </a:r>
            <a:endParaRPr lang="pt-PT" sz="700" dirty="0"/>
          </a:p>
        </p:txBody>
      </p:sp>
      <p:pic>
        <p:nvPicPr>
          <p:cNvPr id="5" name="Picture 4">
            <a:extLst>
              <a:ext uri="{FF2B5EF4-FFF2-40B4-BE49-F238E27FC236}">
                <a16:creationId xmlns:a16="http://schemas.microsoft.com/office/drawing/2014/main" id="{D48B98A8-9074-A530-3C7B-D34284EBE3FF}"/>
              </a:ext>
            </a:extLst>
          </p:cNvPr>
          <p:cNvPicPr>
            <a:picLocks noChangeAspect="1"/>
          </p:cNvPicPr>
          <p:nvPr/>
        </p:nvPicPr>
        <p:blipFill>
          <a:blip r:embed="rId4"/>
          <a:stretch>
            <a:fillRect/>
          </a:stretch>
        </p:blipFill>
        <p:spPr>
          <a:xfrm>
            <a:off x="307975" y="1232496"/>
            <a:ext cx="5944115" cy="3346994"/>
          </a:xfrm>
          <a:prstGeom prst="rect">
            <a:avLst/>
          </a:prstGeom>
        </p:spPr>
      </p:pic>
      <p:graphicFrame>
        <p:nvGraphicFramePr>
          <p:cNvPr id="6" name="Table 5">
            <a:extLst>
              <a:ext uri="{FF2B5EF4-FFF2-40B4-BE49-F238E27FC236}">
                <a16:creationId xmlns:a16="http://schemas.microsoft.com/office/drawing/2014/main" id="{C6F2B50F-A9D6-9827-3A06-C03671B03435}"/>
              </a:ext>
            </a:extLst>
          </p:cNvPr>
          <p:cNvGraphicFramePr>
            <a:graphicFrameLocks noGrp="1"/>
          </p:cNvGraphicFramePr>
          <p:nvPr>
            <p:extLst>
              <p:ext uri="{D42A27DB-BD31-4B8C-83A1-F6EECF244321}">
                <p14:modId xmlns:p14="http://schemas.microsoft.com/office/powerpoint/2010/main" val="3509655765"/>
              </p:ext>
            </p:extLst>
          </p:nvPr>
        </p:nvGraphicFramePr>
        <p:xfrm>
          <a:off x="6100445" y="3534622"/>
          <a:ext cx="5783580" cy="2529840"/>
        </p:xfrm>
        <a:graphic>
          <a:graphicData uri="http://schemas.openxmlformats.org/drawingml/2006/table">
            <a:tbl>
              <a:tblPr firstRow="1" firstCol="1" bandRow="1"/>
              <a:tblGrid>
                <a:gridCol w="412750">
                  <a:extLst>
                    <a:ext uri="{9D8B030D-6E8A-4147-A177-3AD203B41FA5}">
                      <a16:colId xmlns:a16="http://schemas.microsoft.com/office/drawing/2014/main" val="134125031"/>
                    </a:ext>
                  </a:extLst>
                </a:gridCol>
                <a:gridCol w="2834640">
                  <a:extLst>
                    <a:ext uri="{9D8B030D-6E8A-4147-A177-3AD203B41FA5}">
                      <a16:colId xmlns:a16="http://schemas.microsoft.com/office/drawing/2014/main" val="3130458890"/>
                    </a:ext>
                  </a:extLst>
                </a:gridCol>
                <a:gridCol w="1104900">
                  <a:extLst>
                    <a:ext uri="{9D8B030D-6E8A-4147-A177-3AD203B41FA5}">
                      <a16:colId xmlns:a16="http://schemas.microsoft.com/office/drawing/2014/main" val="1763302441"/>
                    </a:ext>
                  </a:extLst>
                </a:gridCol>
                <a:gridCol w="721995">
                  <a:extLst>
                    <a:ext uri="{9D8B030D-6E8A-4147-A177-3AD203B41FA5}">
                      <a16:colId xmlns:a16="http://schemas.microsoft.com/office/drawing/2014/main" val="1795720738"/>
                    </a:ext>
                  </a:extLst>
                </a:gridCol>
                <a:gridCol w="709295">
                  <a:extLst>
                    <a:ext uri="{9D8B030D-6E8A-4147-A177-3AD203B41FA5}">
                      <a16:colId xmlns:a16="http://schemas.microsoft.com/office/drawing/2014/main" val="3856598988"/>
                    </a:ext>
                  </a:extLst>
                </a:gridCol>
              </a:tblGrid>
              <a:tr h="0">
                <a:tc>
                  <a:txBody>
                    <a:bodyPr/>
                    <a:lstStyle/>
                    <a:p>
                      <a:pPr marL="226695" indent="-226695" algn="ctr">
                        <a:spcAft>
                          <a:spcPts val="600"/>
                        </a:spcAft>
                      </a:pPr>
                      <a:r>
                        <a:rPr lang="en-US" sz="900" b="1" cap="all" dirty="0">
                          <a:solidFill>
                            <a:srgbClr val="FFFFFF"/>
                          </a:solidFill>
                          <a:effectLst/>
                          <a:latin typeface="Santander Text Light" panose="020B0304020201020104" pitchFamily="34" charset="0"/>
                          <a:ea typeface="Times New Roman" panose="02020603050405020304" pitchFamily="18" charset="0"/>
                          <a:cs typeface="Times New Roman" panose="02020603050405020304" pitchFamily="18" charset="0"/>
                        </a:rPr>
                        <a:t>QTY</a:t>
                      </a:r>
                      <a:endParaRPr lang="pt-PT" sz="1000" b="1" dirty="0">
                        <a:effectLst/>
                        <a:latin typeface="Santander Text Light" panose="020B0304020201020104" pitchFamily="34" charset="0"/>
                        <a:ea typeface="Arial" panose="020B0604020202020204" pitchFamily="34" charset="0"/>
                        <a:cs typeface="Times New Roman" panose="02020603050405020304" pitchFamily="18" charset="0"/>
                      </a:endParaRPr>
                    </a:p>
                  </a:txBody>
                  <a:tcPr marL="73025" marR="73025" marT="36830" marB="36830" anchor="ctr">
                    <a:lnL>
                      <a:noFill/>
                    </a:lnL>
                    <a:lnR>
                      <a:noFill/>
                    </a:lnR>
                    <a:lnT>
                      <a:noFill/>
                    </a:lnT>
                    <a:lnB>
                      <a:noFill/>
                    </a:lnB>
                    <a:solidFill>
                      <a:srgbClr val="EB0000"/>
                    </a:solidFill>
                  </a:tcPr>
                </a:tc>
                <a:tc>
                  <a:txBody>
                    <a:bodyPr/>
                    <a:lstStyle/>
                    <a:p>
                      <a:pPr marL="226695" indent="-226695" algn="ctr">
                        <a:spcAft>
                          <a:spcPts val="600"/>
                        </a:spcAft>
                      </a:pPr>
                      <a:r>
                        <a:rPr lang="en-US" sz="900" b="1" cap="all" dirty="0">
                          <a:solidFill>
                            <a:srgbClr val="FFFFFF"/>
                          </a:solidFill>
                          <a:effectLst/>
                          <a:latin typeface="Santander Text Light" panose="020B0304020201020104" pitchFamily="34" charset="0"/>
                          <a:ea typeface="Times New Roman" panose="02020603050405020304" pitchFamily="18" charset="0"/>
                          <a:cs typeface="Times New Roman" panose="02020603050405020304" pitchFamily="18" charset="0"/>
                        </a:rPr>
                        <a:t>name</a:t>
                      </a:r>
                      <a:endParaRPr lang="pt-PT" sz="1000" b="1" dirty="0">
                        <a:effectLst/>
                        <a:latin typeface="Santander Text Light" panose="020B0304020201020104" pitchFamily="34" charset="0"/>
                        <a:ea typeface="Arial" panose="020B0604020202020204" pitchFamily="34" charset="0"/>
                        <a:cs typeface="Times New Roman" panose="02020603050405020304" pitchFamily="18" charset="0"/>
                      </a:endParaRPr>
                    </a:p>
                  </a:txBody>
                  <a:tcPr marL="73025" marR="73025" marT="36830" marB="36830" anchor="ctr">
                    <a:lnL>
                      <a:noFill/>
                    </a:lnL>
                    <a:lnR>
                      <a:noFill/>
                    </a:lnR>
                    <a:lnT>
                      <a:noFill/>
                    </a:lnT>
                    <a:lnB>
                      <a:noFill/>
                    </a:lnB>
                    <a:solidFill>
                      <a:srgbClr val="EB0000"/>
                    </a:solidFill>
                  </a:tcPr>
                </a:tc>
                <a:tc>
                  <a:txBody>
                    <a:bodyPr/>
                    <a:lstStyle/>
                    <a:p>
                      <a:pPr marL="226695" indent="-226695" algn="ctr">
                        <a:spcAft>
                          <a:spcPts val="600"/>
                        </a:spcAft>
                      </a:pPr>
                      <a:r>
                        <a:rPr lang="en-US" sz="900" b="1" cap="all" dirty="0">
                          <a:solidFill>
                            <a:srgbClr val="FFFFFF"/>
                          </a:solidFill>
                          <a:effectLst/>
                          <a:latin typeface="Santander Text Light" panose="020B0304020201020104" pitchFamily="34" charset="0"/>
                          <a:ea typeface="Times New Roman" panose="02020603050405020304" pitchFamily="18" charset="0"/>
                          <a:cs typeface="Times New Roman" panose="02020603050405020304" pitchFamily="18" charset="0"/>
                        </a:rPr>
                        <a:t>Environment</a:t>
                      </a:r>
                      <a:endParaRPr lang="pt-PT" sz="1000" b="1" dirty="0">
                        <a:effectLst/>
                        <a:latin typeface="Santander Text Light" panose="020B0304020201020104" pitchFamily="34" charset="0"/>
                        <a:ea typeface="Arial" panose="020B0604020202020204" pitchFamily="34" charset="0"/>
                        <a:cs typeface="Times New Roman" panose="02020603050405020304" pitchFamily="18" charset="0"/>
                      </a:endParaRPr>
                    </a:p>
                  </a:txBody>
                  <a:tcPr marL="73025" marR="73025" marT="36830" marB="36830" anchor="ctr">
                    <a:lnL>
                      <a:noFill/>
                    </a:lnL>
                    <a:lnR>
                      <a:noFill/>
                    </a:lnR>
                    <a:lnT>
                      <a:noFill/>
                    </a:lnT>
                    <a:lnB>
                      <a:noFill/>
                    </a:lnB>
                    <a:solidFill>
                      <a:srgbClr val="EB0000"/>
                    </a:solidFill>
                  </a:tcPr>
                </a:tc>
                <a:tc gridSpan="2">
                  <a:txBody>
                    <a:bodyPr/>
                    <a:lstStyle/>
                    <a:p>
                      <a:pPr marL="226695" indent="-226695" algn="ctr">
                        <a:spcAft>
                          <a:spcPts val="600"/>
                        </a:spcAft>
                      </a:pPr>
                      <a:r>
                        <a:rPr lang="en-US" sz="900" b="1" cap="all" dirty="0">
                          <a:solidFill>
                            <a:srgbClr val="FFFFFF"/>
                          </a:solidFill>
                          <a:effectLst/>
                          <a:latin typeface="Santander Text Light" panose="020B0304020201020104" pitchFamily="34" charset="0"/>
                          <a:ea typeface="Times New Roman" panose="02020603050405020304" pitchFamily="18" charset="0"/>
                          <a:cs typeface="Times New Roman" panose="02020603050405020304" pitchFamily="18" charset="0"/>
                        </a:rPr>
                        <a:t>type</a:t>
                      </a:r>
                      <a:endParaRPr lang="pt-PT" sz="1000" b="1" dirty="0">
                        <a:effectLst/>
                        <a:latin typeface="Santander Text Light" panose="020B0304020201020104" pitchFamily="34" charset="0"/>
                        <a:ea typeface="Arial" panose="020B0604020202020204" pitchFamily="34" charset="0"/>
                        <a:cs typeface="Times New Roman" panose="02020603050405020304" pitchFamily="18" charset="0"/>
                      </a:endParaRPr>
                    </a:p>
                  </a:txBody>
                  <a:tcPr marL="73025" marR="73025" marT="36830" marB="36830" anchor="ctr">
                    <a:lnL>
                      <a:noFill/>
                    </a:lnL>
                    <a:lnR>
                      <a:noFill/>
                    </a:lnR>
                    <a:lnT>
                      <a:noFill/>
                    </a:lnT>
                    <a:lnB>
                      <a:noFill/>
                    </a:lnB>
                    <a:solidFill>
                      <a:srgbClr val="EB0000"/>
                    </a:solidFill>
                  </a:tcPr>
                </a:tc>
                <a:tc hMerge="1">
                  <a:txBody>
                    <a:bodyPr/>
                    <a:lstStyle/>
                    <a:p>
                      <a:endParaRPr lang="pt-PT"/>
                    </a:p>
                  </a:txBody>
                  <a:tcPr/>
                </a:tc>
                <a:extLst>
                  <a:ext uri="{0D108BD9-81ED-4DB2-BD59-A6C34878D82A}">
                    <a16:rowId xmlns:a16="http://schemas.microsoft.com/office/drawing/2014/main" val="34553838"/>
                  </a:ext>
                </a:extLst>
              </a:tr>
              <a:tr h="0">
                <a:tc gridSpan="5">
                  <a:txBody>
                    <a:bodyPr/>
                    <a:lstStyle/>
                    <a:p>
                      <a:pPr indent="-228600" algn="just">
                        <a:spcAft>
                          <a:spcPts val="600"/>
                        </a:spcAft>
                      </a:pPr>
                      <a:r>
                        <a:rPr lang="en-US" sz="900" b="1" dirty="0">
                          <a:solidFill>
                            <a:srgbClr val="FFFFFF"/>
                          </a:solidFill>
                          <a:effectLst/>
                          <a:latin typeface="Santander Text Light" panose="020B0304020201020104" pitchFamily="34" charset="0"/>
                          <a:ea typeface="Times New Roman" panose="02020603050405020304" pitchFamily="18" charset="0"/>
                          <a:cs typeface="Times New Roman" panose="02020603050405020304" pitchFamily="18" charset="0"/>
                        </a:rPr>
                        <a:t>Shared Services</a:t>
                      </a:r>
                      <a:endParaRPr lang="pt-PT" sz="1000" dirty="0">
                        <a:effectLst/>
                        <a:latin typeface="Santander Text Light" panose="020B0304020201020104" pitchFamily="34" charset="0"/>
                        <a:ea typeface="Arial" panose="020B0604020202020204" pitchFamily="34" charset="0"/>
                        <a:cs typeface="Times New Roman" panose="02020603050405020304" pitchFamily="18" charset="0"/>
                      </a:endParaRPr>
                    </a:p>
                  </a:txBody>
                  <a:tcPr marL="73025" marR="73025" marT="36830" marB="36830" anchor="ctr">
                    <a:lnL>
                      <a:noFill/>
                    </a:lnL>
                    <a:lnR>
                      <a:noFill/>
                    </a:lnR>
                    <a:lnT>
                      <a:noFill/>
                    </a:lnT>
                    <a:lnB>
                      <a:noFill/>
                    </a:lnB>
                    <a:solidFill>
                      <a:srgbClr val="595959"/>
                    </a:solidFill>
                  </a:tcPr>
                </a:tc>
                <a:tc hMerge="1">
                  <a:txBody>
                    <a:bodyPr/>
                    <a:lstStyle/>
                    <a:p>
                      <a:endParaRPr lang="pt-PT"/>
                    </a:p>
                  </a:txBody>
                  <a:tcPr/>
                </a:tc>
                <a:tc hMerge="1">
                  <a:txBody>
                    <a:bodyPr/>
                    <a:lstStyle/>
                    <a:p>
                      <a:endParaRPr lang="pt-PT"/>
                    </a:p>
                  </a:txBody>
                  <a:tcPr/>
                </a:tc>
                <a:tc hMerge="1">
                  <a:txBody>
                    <a:bodyPr/>
                    <a:lstStyle/>
                    <a:p>
                      <a:endParaRPr lang="pt-PT"/>
                    </a:p>
                  </a:txBody>
                  <a:tcPr/>
                </a:tc>
                <a:tc hMerge="1">
                  <a:txBody>
                    <a:bodyPr/>
                    <a:lstStyle/>
                    <a:p>
                      <a:endParaRPr lang="pt-PT"/>
                    </a:p>
                  </a:txBody>
                  <a:tcPr/>
                </a:tc>
                <a:extLst>
                  <a:ext uri="{0D108BD9-81ED-4DB2-BD59-A6C34878D82A}">
                    <a16:rowId xmlns:a16="http://schemas.microsoft.com/office/drawing/2014/main" val="1183356275"/>
                  </a:ext>
                </a:extLst>
              </a:tr>
              <a:tr h="0">
                <a:tc>
                  <a:txBody>
                    <a:bodyPr/>
                    <a:lstStyle/>
                    <a:p>
                      <a:pPr indent="-228600" algn="ctr">
                        <a:spcAft>
                          <a:spcPts val="600"/>
                        </a:spcAft>
                      </a:pPr>
                      <a:r>
                        <a:rPr lang="en-US" sz="900" b="1">
                          <a:solidFill>
                            <a:srgbClr val="000000"/>
                          </a:solidFill>
                          <a:effectLst/>
                          <a:latin typeface="Santander Text Light" panose="020B0304020201020104" pitchFamily="34" charset="0"/>
                          <a:ea typeface="Times New Roman" panose="02020603050405020304" pitchFamily="18" charset="0"/>
                          <a:cs typeface="Times New Roman" panose="02020603050405020304" pitchFamily="18" charset="0"/>
                        </a:rPr>
                        <a:t>N</a:t>
                      </a:r>
                      <a:endParaRPr lang="pt-PT" sz="1000">
                        <a:effectLst/>
                        <a:latin typeface="Santander Text Light" panose="020B0304020201020104" pitchFamily="34" charset="0"/>
                        <a:ea typeface="Arial" panose="020B0604020202020204" pitchFamily="34" charset="0"/>
                        <a:cs typeface="Times New Roman" panose="02020603050405020304" pitchFamily="18" charset="0"/>
                      </a:endParaRPr>
                    </a:p>
                  </a:txBody>
                  <a:tcPr marL="73025" marR="73025" marT="36830" marB="36830" anchor="ctr">
                    <a:lnL>
                      <a:noFill/>
                    </a:lnL>
                    <a:lnR>
                      <a:noFill/>
                    </a:lnR>
                    <a:lnT>
                      <a:noFill/>
                    </a:lnT>
                    <a:lnB>
                      <a:noFill/>
                    </a:lnB>
                    <a:solidFill>
                      <a:srgbClr val="DDDDDD"/>
                    </a:solidFill>
                  </a:tcPr>
                </a:tc>
                <a:tc>
                  <a:txBody>
                    <a:bodyPr/>
                    <a:lstStyle/>
                    <a:p>
                      <a:pPr indent="-228600" algn="just">
                        <a:spcAft>
                          <a:spcPts val="600"/>
                        </a:spcAft>
                      </a:pPr>
                      <a:r>
                        <a:rPr lang="en-US" sz="900">
                          <a:solidFill>
                            <a:srgbClr val="000000"/>
                          </a:solidFill>
                          <a:effectLst/>
                          <a:latin typeface="Santander Text Light" panose="020B0304020201020104" pitchFamily="34" charset="0"/>
                          <a:ea typeface="Times New Roman" panose="02020603050405020304" pitchFamily="18" charset="0"/>
                          <a:cs typeface="Times New Roman" panose="02020603050405020304" pitchFamily="18" charset="0"/>
                        </a:rPr>
                        <a:t>Azure Log Analytics </a:t>
                      </a:r>
                      <a:endParaRPr lang="pt-PT" sz="1000">
                        <a:effectLst/>
                        <a:latin typeface="Santander Text Light" panose="020B0304020201020104" pitchFamily="34" charset="0"/>
                        <a:ea typeface="Arial" panose="020B0604020202020204" pitchFamily="34" charset="0"/>
                        <a:cs typeface="Times New Roman" panose="02020603050405020304" pitchFamily="18" charset="0"/>
                      </a:endParaRPr>
                    </a:p>
                  </a:txBody>
                  <a:tcPr marL="73025" marR="73025" marT="36830" marB="36830" anchor="ctr">
                    <a:lnL>
                      <a:noFill/>
                    </a:lnL>
                    <a:lnR>
                      <a:noFill/>
                    </a:lnR>
                    <a:lnT>
                      <a:noFill/>
                    </a:lnT>
                    <a:lnB>
                      <a:noFill/>
                    </a:lnB>
                    <a:solidFill>
                      <a:srgbClr val="DDDDDD"/>
                    </a:solidFill>
                  </a:tcPr>
                </a:tc>
                <a:tc>
                  <a:txBody>
                    <a:bodyPr/>
                    <a:lstStyle/>
                    <a:p>
                      <a:pPr indent="-228600" algn="ctr">
                        <a:spcAft>
                          <a:spcPts val="600"/>
                        </a:spcAft>
                      </a:pPr>
                      <a:r>
                        <a:rPr lang="en-US" sz="900" dirty="0">
                          <a:solidFill>
                            <a:srgbClr val="000000"/>
                          </a:solidFill>
                          <a:effectLst/>
                          <a:latin typeface="Santander Text Light" panose="020B0304020201020104" pitchFamily="34" charset="0"/>
                          <a:ea typeface="Times New Roman" panose="02020603050405020304" pitchFamily="18" charset="0"/>
                          <a:cs typeface="Times New Roman" panose="02020603050405020304" pitchFamily="18" charset="0"/>
                        </a:rPr>
                        <a:t>Production </a:t>
                      </a:r>
                      <a:endParaRPr lang="pt-PT" sz="1000" dirty="0">
                        <a:effectLst/>
                        <a:latin typeface="Santander Text Light" panose="020B0304020201020104" pitchFamily="34" charset="0"/>
                        <a:ea typeface="Arial" panose="020B0604020202020204" pitchFamily="34" charset="0"/>
                        <a:cs typeface="Times New Roman" panose="02020603050405020304" pitchFamily="18" charset="0"/>
                      </a:endParaRPr>
                    </a:p>
                  </a:txBody>
                  <a:tcPr marL="73025" marR="73025" marT="36830" marB="36830" anchor="ctr">
                    <a:lnL>
                      <a:noFill/>
                    </a:lnL>
                    <a:lnR>
                      <a:noFill/>
                    </a:lnR>
                    <a:lnT>
                      <a:noFill/>
                    </a:lnT>
                    <a:lnB>
                      <a:noFill/>
                    </a:lnB>
                    <a:solidFill>
                      <a:srgbClr val="DDDDDD"/>
                    </a:solidFill>
                  </a:tcPr>
                </a:tc>
                <a:tc gridSpan="2">
                  <a:txBody>
                    <a:bodyPr/>
                    <a:lstStyle/>
                    <a:p>
                      <a:pPr indent="-228600" algn="ctr">
                        <a:spcAft>
                          <a:spcPts val="600"/>
                        </a:spcAft>
                      </a:pPr>
                      <a:r>
                        <a:rPr lang="en-US" sz="900">
                          <a:solidFill>
                            <a:srgbClr val="FFFFFF"/>
                          </a:solidFill>
                          <a:effectLst/>
                          <a:latin typeface="Santander Text Light" panose="020B0304020201020104" pitchFamily="34" charset="0"/>
                          <a:ea typeface="Times New Roman" panose="02020603050405020304" pitchFamily="18" charset="0"/>
                          <a:cs typeface="Times New Roman" panose="02020603050405020304" pitchFamily="18" charset="0"/>
                        </a:rPr>
                        <a:t>PaaS</a:t>
                      </a:r>
                      <a:endParaRPr lang="pt-PT" sz="1000">
                        <a:effectLst/>
                        <a:latin typeface="Santander Text Light" panose="020B0304020201020104" pitchFamily="34" charset="0"/>
                        <a:ea typeface="Arial" panose="020B0604020202020204" pitchFamily="34" charset="0"/>
                        <a:cs typeface="Times New Roman" panose="02020603050405020304" pitchFamily="18" charset="0"/>
                      </a:endParaRPr>
                    </a:p>
                  </a:txBody>
                  <a:tcPr marL="73025" marR="73025" marT="36830" marB="36830" anchor="ctr">
                    <a:lnL>
                      <a:noFill/>
                    </a:lnL>
                    <a:lnR>
                      <a:noFill/>
                    </a:lnR>
                    <a:lnT>
                      <a:noFill/>
                    </a:lnT>
                    <a:lnB>
                      <a:noFill/>
                    </a:lnB>
                    <a:solidFill>
                      <a:srgbClr val="0070C0"/>
                    </a:solidFill>
                  </a:tcPr>
                </a:tc>
                <a:tc hMerge="1">
                  <a:txBody>
                    <a:bodyPr/>
                    <a:lstStyle/>
                    <a:p>
                      <a:endParaRPr lang="pt-PT"/>
                    </a:p>
                  </a:txBody>
                  <a:tcPr/>
                </a:tc>
                <a:extLst>
                  <a:ext uri="{0D108BD9-81ED-4DB2-BD59-A6C34878D82A}">
                    <a16:rowId xmlns:a16="http://schemas.microsoft.com/office/drawing/2014/main" val="645645932"/>
                  </a:ext>
                </a:extLst>
              </a:tr>
              <a:tr h="0">
                <a:tc>
                  <a:txBody>
                    <a:bodyPr/>
                    <a:lstStyle/>
                    <a:p>
                      <a:pPr indent="-228600" algn="ctr">
                        <a:spcAft>
                          <a:spcPts val="600"/>
                        </a:spcAft>
                      </a:pPr>
                      <a:r>
                        <a:rPr lang="en-US" sz="900" b="1">
                          <a:solidFill>
                            <a:srgbClr val="000000"/>
                          </a:solidFill>
                          <a:effectLst/>
                          <a:latin typeface="Santander Text Light" panose="020B0304020201020104" pitchFamily="34" charset="0"/>
                          <a:ea typeface="Times New Roman" panose="02020603050405020304" pitchFamily="18" charset="0"/>
                          <a:cs typeface="Times New Roman" panose="02020603050405020304" pitchFamily="18" charset="0"/>
                        </a:rPr>
                        <a:t>1</a:t>
                      </a:r>
                      <a:endParaRPr lang="pt-PT" sz="1000">
                        <a:effectLst/>
                        <a:latin typeface="Santander Text Light" panose="020B0304020201020104" pitchFamily="34" charset="0"/>
                        <a:ea typeface="Arial" panose="020B0604020202020204" pitchFamily="34" charset="0"/>
                        <a:cs typeface="Times New Roman" panose="02020603050405020304" pitchFamily="18" charset="0"/>
                      </a:endParaRPr>
                    </a:p>
                  </a:txBody>
                  <a:tcPr marL="73025" marR="73025" marT="36830" marB="36830" anchor="ctr">
                    <a:lnL>
                      <a:noFill/>
                    </a:lnL>
                    <a:lnR>
                      <a:noFill/>
                    </a:lnR>
                    <a:lnT>
                      <a:noFill/>
                    </a:lnT>
                    <a:lnB>
                      <a:noFill/>
                    </a:lnB>
                    <a:solidFill>
                      <a:srgbClr val="F2F2F2"/>
                    </a:solidFill>
                  </a:tcPr>
                </a:tc>
                <a:tc>
                  <a:txBody>
                    <a:bodyPr/>
                    <a:lstStyle/>
                    <a:p>
                      <a:pPr indent="-228600" algn="just">
                        <a:spcAft>
                          <a:spcPts val="600"/>
                        </a:spcAft>
                      </a:pPr>
                      <a:r>
                        <a:rPr lang="en-US" sz="900">
                          <a:solidFill>
                            <a:srgbClr val="000000"/>
                          </a:solidFill>
                          <a:effectLst/>
                          <a:latin typeface="Santander Text Light" panose="020B0304020201020104" pitchFamily="34" charset="0"/>
                          <a:ea typeface="Times New Roman" panose="02020603050405020304" pitchFamily="18" charset="0"/>
                          <a:cs typeface="Times New Roman" panose="02020603050405020304" pitchFamily="18" charset="0"/>
                        </a:rPr>
                        <a:t>Azure Automation</a:t>
                      </a:r>
                      <a:endParaRPr lang="pt-PT" sz="1000">
                        <a:effectLst/>
                        <a:latin typeface="Santander Text Light" panose="020B0304020201020104" pitchFamily="34" charset="0"/>
                        <a:ea typeface="Arial" panose="020B0604020202020204" pitchFamily="34" charset="0"/>
                        <a:cs typeface="Times New Roman" panose="02020603050405020304" pitchFamily="18" charset="0"/>
                      </a:endParaRPr>
                    </a:p>
                  </a:txBody>
                  <a:tcPr marL="73025" marR="73025" marT="36830" marB="36830" anchor="ctr">
                    <a:lnL>
                      <a:noFill/>
                    </a:lnL>
                    <a:lnR>
                      <a:noFill/>
                    </a:lnR>
                    <a:lnT>
                      <a:noFill/>
                    </a:lnT>
                    <a:lnB>
                      <a:noFill/>
                    </a:lnB>
                    <a:solidFill>
                      <a:srgbClr val="F2F2F2"/>
                    </a:solidFill>
                  </a:tcPr>
                </a:tc>
                <a:tc>
                  <a:txBody>
                    <a:bodyPr/>
                    <a:lstStyle/>
                    <a:p>
                      <a:pPr indent="-228600" algn="ctr">
                        <a:spcAft>
                          <a:spcPts val="600"/>
                        </a:spcAft>
                      </a:pPr>
                      <a:r>
                        <a:rPr lang="en-US" sz="900">
                          <a:solidFill>
                            <a:srgbClr val="000000"/>
                          </a:solidFill>
                          <a:effectLst/>
                          <a:latin typeface="Santander Text Light" panose="020B0304020201020104" pitchFamily="34" charset="0"/>
                          <a:ea typeface="Times New Roman" panose="02020603050405020304" pitchFamily="18" charset="0"/>
                          <a:cs typeface="Times New Roman" panose="02020603050405020304" pitchFamily="18" charset="0"/>
                        </a:rPr>
                        <a:t>Production</a:t>
                      </a:r>
                      <a:endParaRPr lang="pt-PT" sz="1000">
                        <a:effectLst/>
                        <a:latin typeface="Santander Text Light" panose="020B0304020201020104" pitchFamily="34" charset="0"/>
                        <a:ea typeface="Arial" panose="020B0604020202020204" pitchFamily="34" charset="0"/>
                        <a:cs typeface="Times New Roman" panose="02020603050405020304" pitchFamily="18" charset="0"/>
                      </a:endParaRPr>
                    </a:p>
                  </a:txBody>
                  <a:tcPr marL="73025" marR="73025" marT="36830" marB="36830">
                    <a:lnL>
                      <a:noFill/>
                    </a:lnL>
                    <a:lnR>
                      <a:noFill/>
                    </a:lnR>
                    <a:lnT>
                      <a:noFill/>
                    </a:lnT>
                    <a:lnB>
                      <a:noFill/>
                    </a:lnB>
                    <a:solidFill>
                      <a:srgbClr val="F2F2F2"/>
                    </a:solidFill>
                  </a:tcPr>
                </a:tc>
                <a:tc gridSpan="2">
                  <a:txBody>
                    <a:bodyPr/>
                    <a:lstStyle/>
                    <a:p>
                      <a:pPr indent="-228600" algn="ctr">
                        <a:spcAft>
                          <a:spcPts val="600"/>
                        </a:spcAft>
                      </a:pPr>
                      <a:r>
                        <a:rPr lang="en-US" sz="900">
                          <a:solidFill>
                            <a:srgbClr val="FFFFFF"/>
                          </a:solidFill>
                          <a:effectLst/>
                          <a:latin typeface="Santander Text Light" panose="020B0304020201020104" pitchFamily="34" charset="0"/>
                          <a:ea typeface="Times New Roman" panose="02020603050405020304" pitchFamily="18" charset="0"/>
                          <a:cs typeface="Times New Roman" panose="02020603050405020304" pitchFamily="18" charset="0"/>
                        </a:rPr>
                        <a:t>PaaS</a:t>
                      </a:r>
                      <a:endParaRPr lang="pt-PT" sz="1000">
                        <a:effectLst/>
                        <a:latin typeface="Santander Text Light" panose="020B0304020201020104" pitchFamily="34" charset="0"/>
                        <a:ea typeface="Arial" panose="020B0604020202020204" pitchFamily="34" charset="0"/>
                        <a:cs typeface="Times New Roman" panose="02020603050405020304" pitchFamily="18" charset="0"/>
                      </a:endParaRPr>
                    </a:p>
                  </a:txBody>
                  <a:tcPr marL="73025" marR="73025" marT="36830" marB="36830" anchor="ctr">
                    <a:lnL>
                      <a:noFill/>
                    </a:lnL>
                    <a:lnR>
                      <a:noFill/>
                    </a:lnR>
                    <a:lnT>
                      <a:noFill/>
                    </a:lnT>
                    <a:lnB>
                      <a:noFill/>
                    </a:lnB>
                    <a:solidFill>
                      <a:srgbClr val="0070C0"/>
                    </a:solidFill>
                  </a:tcPr>
                </a:tc>
                <a:tc hMerge="1">
                  <a:txBody>
                    <a:bodyPr/>
                    <a:lstStyle/>
                    <a:p>
                      <a:endParaRPr lang="pt-PT"/>
                    </a:p>
                  </a:txBody>
                  <a:tcPr/>
                </a:tc>
                <a:extLst>
                  <a:ext uri="{0D108BD9-81ED-4DB2-BD59-A6C34878D82A}">
                    <a16:rowId xmlns:a16="http://schemas.microsoft.com/office/drawing/2014/main" val="684255130"/>
                  </a:ext>
                </a:extLst>
              </a:tr>
              <a:tr h="0">
                <a:tc>
                  <a:txBody>
                    <a:bodyPr/>
                    <a:lstStyle/>
                    <a:p>
                      <a:pPr indent="-228600" algn="ctr">
                        <a:spcAft>
                          <a:spcPts val="600"/>
                        </a:spcAft>
                      </a:pPr>
                      <a:r>
                        <a:rPr lang="en-US" sz="900" b="1">
                          <a:solidFill>
                            <a:srgbClr val="000000"/>
                          </a:solidFill>
                          <a:effectLst/>
                          <a:latin typeface="Santander Text Light" panose="020B0304020201020104" pitchFamily="34" charset="0"/>
                          <a:ea typeface="Times New Roman" panose="02020603050405020304" pitchFamily="18" charset="0"/>
                          <a:cs typeface="Times New Roman" panose="02020603050405020304" pitchFamily="18" charset="0"/>
                        </a:rPr>
                        <a:t>2</a:t>
                      </a:r>
                      <a:endParaRPr lang="pt-PT" sz="1000">
                        <a:effectLst/>
                        <a:latin typeface="Santander Text Light" panose="020B0304020201020104" pitchFamily="34" charset="0"/>
                        <a:ea typeface="Arial" panose="020B0604020202020204" pitchFamily="34" charset="0"/>
                        <a:cs typeface="Times New Roman" panose="02020603050405020304" pitchFamily="18" charset="0"/>
                      </a:endParaRPr>
                    </a:p>
                  </a:txBody>
                  <a:tcPr marL="73025" marR="73025" marT="36830" marB="36830" anchor="ctr">
                    <a:lnL>
                      <a:noFill/>
                    </a:lnL>
                    <a:lnR>
                      <a:noFill/>
                    </a:lnR>
                    <a:lnT>
                      <a:noFill/>
                    </a:lnT>
                    <a:lnB>
                      <a:noFill/>
                    </a:lnB>
                    <a:solidFill>
                      <a:srgbClr val="DDDDDD"/>
                    </a:solidFill>
                  </a:tcPr>
                </a:tc>
                <a:tc>
                  <a:txBody>
                    <a:bodyPr/>
                    <a:lstStyle/>
                    <a:p>
                      <a:pPr indent="-228600" algn="just">
                        <a:spcAft>
                          <a:spcPts val="600"/>
                        </a:spcAft>
                      </a:pPr>
                      <a:r>
                        <a:rPr lang="en-US" sz="900" dirty="0">
                          <a:solidFill>
                            <a:srgbClr val="000000"/>
                          </a:solidFill>
                          <a:effectLst/>
                          <a:latin typeface="Santander Text Light" panose="020B0304020201020104" pitchFamily="34" charset="0"/>
                          <a:ea typeface="Times New Roman" panose="02020603050405020304" pitchFamily="18" charset="0"/>
                          <a:cs typeface="Times New Roman" panose="02020603050405020304" pitchFamily="18" charset="0"/>
                        </a:rPr>
                        <a:t>Azure Key Vault (</a:t>
                      </a:r>
                      <a:r>
                        <a:rPr lang="en-US" sz="900" i="1" dirty="0">
                          <a:solidFill>
                            <a:srgbClr val="000000"/>
                          </a:solidFill>
                          <a:effectLst/>
                          <a:latin typeface="Santander Text Light" panose="020B0304020201020104" pitchFamily="34" charset="0"/>
                          <a:ea typeface="Times New Roman" panose="02020603050405020304" pitchFamily="18" charset="0"/>
                          <a:cs typeface="Times New Roman" panose="02020603050405020304" pitchFamily="18" charset="0"/>
                        </a:rPr>
                        <a:t>OPs – Infra &amp; DEV – APP</a:t>
                      </a:r>
                      <a:r>
                        <a:rPr lang="en-US" sz="900" dirty="0">
                          <a:solidFill>
                            <a:srgbClr val="000000"/>
                          </a:solidFill>
                          <a:effectLst/>
                          <a:latin typeface="Santander Text Light" panose="020B0304020201020104" pitchFamily="34" charset="0"/>
                          <a:ea typeface="Times New Roman" panose="02020603050405020304" pitchFamily="18" charset="0"/>
                          <a:cs typeface="Times New Roman" panose="02020603050405020304" pitchFamily="18" charset="0"/>
                        </a:rPr>
                        <a:t>)</a:t>
                      </a:r>
                      <a:endParaRPr lang="pt-PT" sz="1000" dirty="0">
                        <a:effectLst/>
                        <a:latin typeface="Santander Text Light" panose="020B0304020201020104" pitchFamily="34" charset="0"/>
                        <a:ea typeface="Arial" panose="020B0604020202020204" pitchFamily="34" charset="0"/>
                        <a:cs typeface="Times New Roman" panose="02020603050405020304" pitchFamily="18" charset="0"/>
                      </a:endParaRPr>
                    </a:p>
                  </a:txBody>
                  <a:tcPr marL="73025" marR="73025" marT="36830" marB="36830" anchor="ctr">
                    <a:lnL>
                      <a:noFill/>
                    </a:lnL>
                    <a:lnR>
                      <a:noFill/>
                    </a:lnR>
                    <a:lnT>
                      <a:noFill/>
                    </a:lnT>
                    <a:lnB>
                      <a:noFill/>
                    </a:lnB>
                    <a:solidFill>
                      <a:srgbClr val="DDDDDD"/>
                    </a:solidFill>
                  </a:tcPr>
                </a:tc>
                <a:tc>
                  <a:txBody>
                    <a:bodyPr/>
                    <a:lstStyle/>
                    <a:p>
                      <a:pPr indent="-228600" algn="ctr">
                        <a:spcAft>
                          <a:spcPts val="600"/>
                        </a:spcAft>
                      </a:pPr>
                      <a:r>
                        <a:rPr lang="en-US" sz="900" dirty="0">
                          <a:solidFill>
                            <a:srgbClr val="000000"/>
                          </a:solidFill>
                          <a:effectLst/>
                          <a:latin typeface="Santander Text Light" panose="020B0304020201020104" pitchFamily="34" charset="0"/>
                          <a:ea typeface="Times New Roman" panose="02020603050405020304" pitchFamily="18" charset="0"/>
                          <a:cs typeface="Times New Roman" panose="02020603050405020304" pitchFamily="18" charset="0"/>
                        </a:rPr>
                        <a:t>Production</a:t>
                      </a:r>
                      <a:endParaRPr lang="pt-PT" sz="1000" dirty="0">
                        <a:effectLst/>
                        <a:latin typeface="Santander Text Light" panose="020B0304020201020104" pitchFamily="34" charset="0"/>
                        <a:ea typeface="Arial" panose="020B0604020202020204" pitchFamily="34" charset="0"/>
                        <a:cs typeface="Times New Roman" panose="02020603050405020304" pitchFamily="18" charset="0"/>
                      </a:endParaRPr>
                    </a:p>
                  </a:txBody>
                  <a:tcPr marL="73025" marR="73025" marT="36830" marB="36830">
                    <a:lnL>
                      <a:noFill/>
                    </a:lnL>
                    <a:lnR>
                      <a:noFill/>
                    </a:lnR>
                    <a:lnT>
                      <a:noFill/>
                    </a:lnT>
                    <a:lnB>
                      <a:noFill/>
                    </a:lnB>
                    <a:solidFill>
                      <a:srgbClr val="DDDDDD"/>
                    </a:solidFill>
                  </a:tcPr>
                </a:tc>
                <a:tc gridSpan="2">
                  <a:txBody>
                    <a:bodyPr/>
                    <a:lstStyle/>
                    <a:p>
                      <a:pPr indent="-228600" algn="ctr">
                        <a:spcAft>
                          <a:spcPts val="600"/>
                        </a:spcAft>
                      </a:pPr>
                      <a:r>
                        <a:rPr lang="en-US" sz="900">
                          <a:solidFill>
                            <a:srgbClr val="FFFFFF"/>
                          </a:solidFill>
                          <a:effectLst/>
                          <a:latin typeface="Santander Text Light" panose="020B0304020201020104" pitchFamily="34" charset="0"/>
                          <a:ea typeface="Times New Roman" panose="02020603050405020304" pitchFamily="18" charset="0"/>
                          <a:cs typeface="Times New Roman" panose="02020603050405020304" pitchFamily="18" charset="0"/>
                        </a:rPr>
                        <a:t>PaaS</a:t>
                      </a:r>
                      <a:endParaRPr lang="pt-PT" sz="1000">
                        <a:effectLst/>
                        <a:latin typeface="Santander Text Light" panose="020B0304020201020104" pitchFamily="34" charset="0"/>
                        <a:ea typeface="Arial" panose="020B0604020202020204" pitchFamily="34" charset="0"/>
                        <a:cs typeface="Times New Roman" panose="02020603050405020304" pitchFamily="18" charset="0"/>
                      </a:endParaRPr>
                    </a:p>
                  </a:txBody>
                  <a:tcPr marL="73025" marR="73025" marT="36830" marB="36830" anchor="ctr">
                    <a:lnL>
                      <a:noFill/>
                    </a:lnL>
                    <a:lnR>
                      <a:noFill/>
                    </a:lnR>
                    <a:lnT>
                      <a:noFill/>
                    </a:lnT>
                    <a:lnB>
                      <a:noFill/>
                    </a:lnB>
                    <a:solidFill>
                      <a:srgbClr val="0070C0"/>
                    </a:solidFill>
                  </a:tcPr>
                </a:tc>
                <a:tc hMerge="1">
                  <a:txBody>
                    <a:bodyPr/>
                    <a:lstStyle/>
                    <a:p>
                      <a:endParaRPr lang="pt-PT"/>
                    </a:p>
                  </a:txBody>
                  <a:tcPr/>
                </a:tc>
                <a:extLst>
                  <a:ext uri="{0D108BD9-81ED-4DB2-BD59-A6C34878D82A}">
                    <a16:rowId xmlns:a16="http://schemas.microsoft.com/office/drawing/2014/main" val="190234365"/>
                  </a:ext>
                </a:extLst>
              </a:tr>
              <a:tr h="0">
                <a:tc gridSpan="5">
                  <a:txBody>
                    <a:bodyPr/>
                    <a:lstStyle/>
                    <a:p>
                      <a:pPr indent="-228600" algn="just">
                        <a:spcAft>
                          <a:spcPts val="600"/>
                        </a:spcAft>
                      </a:pPr>
                      <a:r>
                        <a:rPr lang="en-US" sz="900" b="1">
                          <a:solidFill>
                            <a:srgbClr val="FFFFFF"/>
                          </a:solidFill>
                          <a:effectLst/>
                          <a:latin typeface="Santander Text Light" panose="020B0304020201020104" pitchFamily="34" charset="0"/>
                          <a:ea typeface="Times New Roman" panose="02020603050405020304" pitchFamily="18" charset="0"/>
                          <a:cs typeface="Times New Roman" panose="02020603050405020304" pitchFamily="18" charset="0"/>
                        </a:rPr>
                        <a:t>Azure Kubernetes Services (AKS)</a:t>
                      </a:r>
                      <a:endParaRPr lang="pt-PT" sz="1000">
                        <a:effectLst/>
                        <a:latin typeface="Santander Text Light" panose="020B0304020201020104" pitchFamily="34" charset="0"/>
                        <a:ea typeface="Arial" panose="020B0604020202020204" pitchFamily="34" charset="0"/>
                        <a:cs typeface="Times New Roman" panose="02020603050405020304" pitchFamily="18" charset="0"/>
                      </a:endParaRPr>
                    </a:p>
                  </a:txBody>
                  <a:tcPr marL="73025" marR="73025" marT="36830" marB="36830" anchor="ctr">
                    <a:lnL>
                      <a:noFill/>
                    </a:lnL>
                    <a:lnR>
                      <a:noFill/>
                    </a:lnR>
                    <a:lnT>
                      <a:noFill/>
                    </a:lnT>
                    <a:lnB>
                      <a:noFill/>
                    </a:lnB>
                    <a:solidFill>
                      <a:srgbClr val="595959"/>
                    </a:solidFill>
                  </a:tcPr>
                </a:tc>
                <a:tc hMerge="1">
                  <a:txBody>
                    <a:bodyPr/>
                    <a:lstStyle/>
                    <a:p>
                      <a:endParaRPr lang="pt-PT"/>
                    </a:p>
                  </a:txBody>
                  <a:tcPr/>
                </a:tc>
                <a:tc hMerge="1">
                  <a:txBody>
                    <a:bodyPr/>
                    <a:lstStyle/>
                    <a:p>
                      <a:endParaRPr lang="pt-PT"/>
                    </a:p>
                  </a:txBody>
                  <a:tcPr/>
                </a:tc>
                <a:tc hMerge="1">
                  <a:txBody>
                    <a:bodyPr/>
                    <a:lstStyle/>
                    <a:p>
                      <a:endParaRPr lang="pt-PT"/>
                    </a:p>
                  </a:txBody>
                  <a:tcPr/>
                </a:tc>
                <a:tc hMerge="1">
                  <a:txBody>
                    <a:bodyPr/>
                    <a:lstStyle/>
                    <a:p>
                      <a:endParaRPr lang="pt-PT"/>
                    </a:p>
                  </a:txBody>
                  <a:tcPr/>
                </a:tc>
                <a:extLst>
                  <a:ext uri="{0D108BD9-81ED-4DB2-BD59-A6C34878D82A}">
                    <a16:rowId xmlns:a16="http://schemas.microsoft.com/office/drawing/2014/main" val="2417727083"/>
                  </a:ext>
                </a:extLst>
              </a:tr>
              <a:tr h="0">
                <a:tc>
                  <a:txBody>
                    <a:bodyPr/>
                    <a:lstStyle/>
                    <a:p>
                      <a:pPr indent="-228600" algn="ctr">
                        <a:spcAft>
                          <a:spcPts val="600"/>
                        </a:spcAft>
                      </a:pPr>
                      <a:r>
                        <a:rPr lang="en-US" sz="900" b="1">
                          <a:solidFill>
                            <a:srgbClr val="000000"/>
                          </a:solidFill>
                          <a:effectLst/>
                          <a:latin typeface="Santander Text Light" panose="020B0304020201020104" pitchFamily="34" charset="0"/>
                          <a:ea typeface="Times New Roman" panose="02020603050405020304" pitchFamily="18" charset="0"/>
                          <a:cs typeface="Times New Roman" panose="02020603050405020304" pitchFamily="18" charset="0"/>
                        </a:rPr>
                        <a:t>1</a:t>
                      </a:r>
                      <a:endParaRPr lang="pt-PT" sz="1000">
                        <a:effectLst/>
                        <a:latin typeface="Santander Text Light" panose="020B0304020201020104" pitchFamily="34" charset="0"/>
                        <a:ea typeface="Arial" panose="020B0604020202020204" pitchFamily="34" charset="0"/>
                        <a:cs typeface="Times New Roman" panose="02020603050405020304" pitchFamily="18" charset="0"/>
                      </a:endParaRPr>
                    </a:p>
                  </a:txBody>
                  <a:tcPr marL="73025" marR="73025" marT="36830" marB="36830" anchor="ctr">
                    <a:lnL>
                      <a:noFill/>
                    </a:lnL>
                    <a:lnR>
                      <a:noFill/>
                    </a:lnR>
                    <a:lnT>
                      <a:noFill/>
                    </a:lnT>
                    <a:lnB>
                      <a:noFill/>
                    </a:lnB>
                    <a:solidFill>
                      <a:srgbClr val="DDDDDD"/>
                    </a:solidFill>
                  </a:tcPr>
                </a:tc>
                <a:tc>
                  <a:txBody>
                    <a:bodyPr/>
                    <a:lstStyle/>
                    <a:p>
                      <a:pPr indent="-228600" algn="just">
                        <a:spcAft>
                          <a:spcPts val="600"/>
                        </a:spcAft>
                      </a:pPr>
                      <a:r>
                        <a:rPr lang="en-US" sz="900">
                          <a:solidFill>
                            <a:srgbClr val="000000"/>
                          </a:solidFill>
                          <a:effectLst/>
                          <a:latin typeface="Santander Text Light" panose="020B0304020201020104" pitchFamily="34" charset="0"/>
                          <a:ea typeface="Times New Roman" panose="02020603050405020304" pitchFamily="18" charset="0"/>
                          <a:cs typeface="Times New Roman" panose="02020603050405020304" pitchFamily="18" charset="0"/>
                        </a:rPr>
                        <a:t>Azure Kubernetes Services (AKS) Cluster</a:t>
                      </a:r>
                      <a:endParaRPr lang="pt-PT" sz="1000">
                        <a:effectLst/>
                        <a:latin typeface="Santander Text Light" panose="020B0304020201020104" pitchFamily="34" charset="0"/>
                        <a:ea typeface="Arial" panose="020B0604020202020204" pitchFamily="34" charset="0"/>
                        <a:cs typeface="Times New Roman" panose="02020603050405020304" pitchFamily="18" charset="0"/>
                      </a:endParaRPr>
                    </a:p>
                  </a:txBody>
                  <a:tcPr marL="73025" marR="73025" marT="36830" marB="36830" anchor="ctr">
                    <a:lnL>
                      <a:noFill/>
                    </a:lnL>
                    <a:lnR>
                      <a:noFill/>
                    </a:lnR>
                    <a:lnT>
                      <a:noFill/>
                    </a:lnT>
                    <a:lnB>
                      <a:noFill/>
                    </a:lnB>
                    <a:solidFill>
                      <a:srgbClr val="DDDDDD"/>
                    </a:solidFill>
                  </a:tcPr>
                </a:tc>
                <a:tc>
                  <a:txBody>
                    <a:bodyPr/>
                    <a:lstStyle/>
                    <a:p>
                      <a:pPr indent="-228600" algn="ctr">
                        <a:spcAft>
                          <a:spcPts val="600"/>
                        </a:spcAft>
                      </a:pPr>
                      <a:r>
                        <a:rPr lang="en-US" sz="900" dirty="0">
                          <a:solidFill>
                            <a:srgbClr val="000000"/>
                          </a:solidFill>
                          <a:effectLst/>
                          <a:latin typeface="Santander Text Light" panose="020B0304020201020104" pitchFamily="34" charset="0"/>
                          <a:ea typeface="Times New Roman" panose="02020603050405020304" pitchFamily="18" charset="0"/>
                          <a:cs typeface="Times New Roman" panose="02020603050405020304" pitchFamily="18" charset="0"/>
                        </a:rPr>
                        <a:t>Production</a:t>
                      </a:r>
                      <a:endParaRPr lang="pt-PT" sz="1000" dirty="0">
                        <a:effectLst/>
                        <a:latin typeface="Santander Text Light" panose="020B0304020201020104" pitchFamily="34" charset="0"/>
                        <a:ea typeface="Arial" panose="020B0604020202020204" pitchFamily="34" charset="0"/>
                        <a:cs typeface="Times New Roman" panose="02020603050405020304" pitchFamily="18" charset="0"/>
                      </a:endParaRPr>
                    </a:p>
                  </a:txBody>
                  <a:tcPr marL="73025" marR="73025" marT="36830" marB="36830">
                    <a:lnL>
                      <a:noFill/>
                    </a:lnL>
                    <a:lnR>
                      <a:noFill/>
                    </a:lnR>
                    <a:lnT>
                      <a:noFill/>
                    </a:lnT>
                    <a:lnB>
                      <a:noFill/>
                    </a:lnB>
                    <a:solidFill>
                      <a:srgbClr val="DDDDDD"/>
                    </a:solidFill>
                  </a:tcPr>
                </a:tc>
                <a:tc gridSpan="2">
                  <a:txBody>
                    <a:bodyPr/>
                    <a:lstStyle/>
                    <a:p>
                      <a:pPr indent="-228600" algn="ctr">
                        <a:spcAft>
                          <a:spcPts val="600"/>
                        </a:spcAft>
                      </a:pPr>
                      <a:r>
                        <a:rPr lang="en-US" sz="900">
                          <a:solidFill>
                            <a:srgbClr val="FFFFFF"/>
                          </a:solidFill>
                          <a:effectLst/>
                          <a:latin typeface="Santander Text Light" panose="020B0304020201020104" pitchFamily="34" charset="0"/>
                          <a:ea typeface="Times New Roman" panose="02020603050405020304" pitchFamily="18" charset="0"/>
                          <a:cs typeface="Times New Roman" panose="02020603050405020304" pitchFamily="18" charset="0"/>
                        </a:rPr>
                        <a:t>PaaS</a:t>
                      </a:r>
                      <a:endParaRPr lang="pt-PT" sz="1000">
                        <a:effectLst/>
                        <a:latin typeface="Santander Text Light" panose="020B0304020201020104" pitchFamily="34" charset="0"/>
                        <a:ea typeface="Arial" panose="020B0604020202020204" pitchFamily="34" charset="0"/>
                        <a:cs typeface="Times New Roman" panose="02020603050405020304" pitchFamily="18" charset="0"/>
                      </a:endParaRPr>
                    </a:p>
                  </a:txBody>
                  <a:tcPr marL="73025" marR="73025" marT="36830" marB="36830" anchor="ctr">
                    <a:lnL>
                      <a:noFill/>
                    </a:lnL>
                    <a:lnR>
                      <a:noFill/>
                    </a:lnR>
                    <a:lnT>
                      <a:noFill/>
                    </a:lnT>
                    <a:lnB>
                      <a:noFill/>
                    </a:lnB>
                    <a:solidFill>
                      <a:srgbClr val="0070C0"/>
                    </a:solidFill>
                  </a:tcPr>
                </a:tc>
                <a:tc hMerge="1">
                  <a:txBody>
                    <a:bodyPr/>
                    <a:lstStyle/>
                    <a:p>
                      <a:endParaRPr lang="pt-PT"/>
                    </a:p>
                  </a:txBody>
                  <a:tcPr/>
                </a:tc>
                <a:extLst>
                  <a:ext uri="{0D108BD9-81ED-4DB2-BD59-A6C34878D82A}">
                    <a16:rowId xmlns:a16="http://schemas.microsoft.com/office/drawing/2014/main" val="2161430179"/>
                  </a:ext>
                </a:extLst>
              </a:tr>
              <a:tr h="0">
                <a:tc>
                  <a:txBody>
                    <a:bodyPr/>
                    <a:lstStyle/>
                    <a:p>
                      <a:pPr indent="-228600" algn="ctr">
                        <a:spcAft>
                          <a:spcPts val="600"/>
                        </a:spcAft>
                      </a:pPr>
                      <a:r>
                        <a:rPr lang="en-US" sz="900" b="1">
                          <a:solidFill>
                            <a:srgbClr val="000000"/>
                          </a:solidFill>
                          <a:effectLst/>
                          <a:latin typeface="Santander Text Light" panose="020B0304020201020104" pitchFamily="34" charset="0"/>
                          <a:ea typeface="Times New Roman" panose="02020603050405020304" pitchFamily="18" charset="0"/>
                          <a:cs typeface="Times New Roman" panose="02020603050405020304" pitchFamily="18" charset="0"/>
                        </a:rPr>
                        <a:t>N</a:t>
                      </a:r>
                      <a:endParaRPr lang="pt-PT" sz="1000">
                        <a:effectLst/>
                        <a:latin typeface="Santander Text Light" panose="020B0304020201020104" pitchFamily="34" charset="0"/>
                        <a:ea typeface="Arial" panose="020B0604020202020204" pitchFamily="34" charset="0"/>
                        <a:cs typeface="Times New Roman" panose="02020603050405020304" pitchFamily="18" charset="0"/>
                      </a:endParaRPr>
                    </a:p>
                  </a:txBody>
                  <a:tcPr marL="73025" marR="73025" marT="36830" marB="36830" anchor="ctr">
                    <a:lnL>
                      <a:noFill/>
                    </a:lnL>
                    <a:lnR>
                      <a:noFill/>
                    </a:lnR>
                    <a:lnT>
                      <a:noFill/>
                    </a:lnT>
                    <a:lnB>
                      <a:noFill/>
                    </a:lnB>
                    <a:solidFill>
                      <a:srgbClr val="F2F2F2"/>
                    </a:solidFill>
                  </a:tcPr>
                </a:tc>
                <a:tc>
                  <a:txBody>
                    <a:bodyPr/>
                    <a:lstStyle/>
                    <a:p>
                      <a:pPr indent="-228600" algn="just">
                        <a:spcAft>
                          <a:spcPts val="600"/>
                        </a:spcAft>
                      </a:pPr>
                      <a:r>
                        <a:rPr lang="en-US" sz="900">
                          <a:solidFill>
                            <a:srgbClr val="000000"/>
                          </a:solidFill>
                          <a:effectLst/>
                          <a:latin typeface="Santander Text Light" panose="020B0304020201020104" pitchFamily="34" charset="0"/>
                          <a:ea typeface="Times New Roman" panose="02020603050405020304" pitchFamily="18" charset="0"/>
                          <a:cs typeface="Times New Roman" panose="02020603050405020304" pitchFamily="18" charset="0"/>
                        </a:rPr>
                        <a:t>AKS nodes</a:t>
                      </a:r>
                      <a:endParaRPr lang="pt-PT" sz="1000">
                        <a:effectLst/>
                        <a:latin typeface="Santander Text Light" panose="020B0304020201020104" pitchFamily="34" charset="0"/>
                        <a:ea typeface="Arial" panose="020B0604020202020204" pitchFamily="34" charset="0"/>
                        <a:cs typeface="Times New Roman" panose="02020603050405020304" pitchFamily="18" charset="0"/>
                      </a:endParaRPr>
                    </a:p>
                  </a:txBody>
                  <a:tcPr marL="73025" marR="73025" marT="36830" marB="36830" anchor="ctr">
                    <a:lnL>
                      <a:noFill/>
                    </a:lnL>
                    <a:lnR>
                      <a:noFill/>
                    </a:lnR>
                    <a:lnT>
                      <a:noFill/>
                    </a:lnT>
                    <a:lnB>
                      <a:noFill/>
                    </a:lnB>
                    <a:solidFill>
                      <a:srgbClr val="F2F2F2"/>
                    </a:solidFill>
                  </a:tcPr>
                </a:tc>
                <a:tc>
                  <a:txBody>
                    <a:bodyPr/>
                    <a:lstStyle/>
                    <a:p>
                      <a:pPr indent="-228600" algn="ctr">
                        <a:spcAft>
                          <a:spcPts val="600"/>
                        </a:spcAft>
                      </a:pPr>
                      <a:r>
                        <a:rPr lang="en-US" sz="900" dirty="0">
                          <a:solidFill>
                            <a:srgbClr val="000000"/>
                          </a:solidFill>
                          <a:effectLst/>
                          <a:latin typeface="Santander Text Light" panose="020B0304020201020104" pitchFamily="34" charset="0"/>
                          <a:ea typeface="Times New Roman" panose="02020603050405020304" pitchFamily="18" charset="0"/>
                          <a:cs typeface="Times New Roman" panose="02020603050405020304" pitchFamily="18" charset="0"/>
                        </a:rPr>
                        <a:t>Production</a:t>
                      </a:r>
                      <a:endParaRPr lang="pt-PT" sz="1000" dirty="0">
                        <a:effectLst/>
                        <a:latin typeface="Santander Text Light" panose="020B0304020201020104" pitchFamily="34" charset="0"/>
                        <a:ea typeface="Arial" panose="020B0604020202020204" pitchFamily="34" charset="0"/>
                        <a:cs typeface="Times New Roman" panose="02020603050405020304" pitchFamily="18" charset="0"/>
                      </a:endParaRPr>
                    </a:p>
                  </a:txBody>
                  <a:tcPr marL="73025" marR="73025" marT="36830" marB="36830">
                    <a:lnL>
                      <a:noFill/>
                    </a:lnL>
                    <a:lnR>
                      <a:noFill/>
                    </a:lnR>
                    <a:lnT>
                      <a:noFill/>
                    </a:lnT>
                    <a:lnB>
                      <a:noFill/>
                    </a:lnB>
                    <a:solidFill>
                      <a:srgbClr val="F2F2F2"/>
                    </a:solidFill>
                  </a:tcPr>
                </a:tc>
                <a:tc>
                  <a:txBody>
                    <a:bodyPr/>
                    <a:lstStyle/>
                    <a:p>
                      <a:pPr indent="-228600" algn="ctr">
                        <a:spcAft>
                          <a:spcPts val="600"/>
                        </a:spcAft>
                      </a:pPr>
                      <a:r>
                        <a:rPr lang="en-US" sz="900">
                          <a:solidFill>
                            <a:srgbClr val="FFFFFF"/>
                          </a:solidFill>
                          <a:effectLst/>
                          <a:latin typeface="Santander Text Light" panose="020B0304020201020104" pitchFamily="34" charset="0"/>
                          <a:ea typeface="Times New Roman" panose="02020603050405020304" pitchFamily="18" charset="0"/>
                          <a:cs typeface="Times New Roman" panose="02020603050405020304" pitchFamily="18" charset="0"/>
                        </a:rPr>
                        <a:t>PaaS</a:t>
                      </a:r>
                      <a:endParaRPr lang="pt-PT" sz="1000">
                        <a:effectLst/>
                        <a:latin typeface="Santander Text Light" panose="020B0304020201020104" pitchFamily="34" charset="0"/>
                        <a:ea typeface="Arial" panose="020B0604020202020204" pitchFamily="34" charset="0"/>
                        <a:cs typeface="Times New Roman" panose="02020603050405020304" pitchFamily="18" charset="0"/>
                      </a:endParaRPr>
                    </a:p>
                  </a:txBody>
                  <a:tcPr marL="73025" marR="73025" marT="36830" marB="36830" anchor="ctr">
                    <a:lnL>
                      <a:noFill/>
                    </a:lnL>
                    <a:lnR>
                      <a:noFill/>
                    </a:lnR>
                    <a:lnT>
                      <a:noFill/>
                    </a:lnT>
                    <a:lnB>
                      <a:noFill/>
                    </a:lnB>
                    <a:solidFill>
                      <a:srgbClr val="0070C0"/>
                    </a:solidFill>
                  </a:tcPr>
                </a:tc>
                <a:tc>
                  <a:txBody>
                    <a:bodyPr/>
                    <a:lstStyle/>
                    <a:p>
                      <a:pPr indent="-228600" algn="ctr">
                        <a:spcAft>
                          <a:spcPts val="600"/>
                        </a:spcAft>
                      </a:pPr>
                      <a:r>
                        <a:rPr lang="en-US" sz="900">
                          <a:solidFill>
                            <a:srgbClr val="FFFFFF"/>
                          </a:solidFill>
                          <a:effectLst/>
                          <a:latin typeface="Santander Text Light" panose="020B0304020201020104" pitchFamily="34" charset="0"/>
                          <a:ea typeface="Times New Roman" panose="02020603050405020304" pitchFamily="18" charset="0"/>
                          <a:cs typeface="Times New Roman" panose="02020603050405020304" pitchFamily="18" charset="0"/>
                        </a:rPr>
                        <a:t>IaaS</a:t>
                      </a:r>
                      <a:endParaRPr lang="pt-PT" sz="1000">
                        <a:effectLst/>
                        <a:latin typeface="Santander Text Light" panose="020B0304020201020104" pitchFamily="34" charset="0"/>
                        <a:ea typeface="Arial" panose="020B0604020202020204" pitchFamily="34" charset="0"/>
                        <a:cs typeface="Times New Roman" panose="02020603050405020304" pitchFamily="18" charset="0"/>
                      </a:endParaRPr>
                    </a:p>
                  </a:txBody>
                  <a:tcPr marL="73025" marR="73025" marT="36830" marB="36830" anchor="ctr">
                    <a:lnL>
                      <a:noFill/>
                    </a:lnL>
                    <a:lnR>
                      <a:noFill/>
                    </a:lnR>
                    <a:lnT>
                      <a:noFill/>
                    </a:lnT>
                    <a:lnB>
                      <a:noFill/>
                    </a:lnB>
                    <a:solidFill>
                      <a:srgbClr val="A6A6A6"/>
                    </a:solidFill>
                  </a:tcPr>
                </a:tc>
                <a:extLst>
                  <a:ext uri="{0D108BD9-81ED-4DB2-BD59-A6C34878D82A}">
                    <a16:rowId xmlns:a16="http://schemas.microsoft.com/office/drawing/2014/main" val="1973529367"/>
                  </a:ext>
                </a:extLst>
              </a:tr>
              <a:tr h="0">
                <a:tc gridSpan="5">
                  <a:txBody>
                    <a:bodyPr/>
                    <a:lstStyle/>
                    <a:p>
                      <a:pPr indent="-228600" algn="l">
                        <a:spcAft>
                          <a:spcPts val="600"/>
                        </a:spcAft>
                      </a:pPr>
                      <a:r>
                        <a:rPr lang="en-US" sz="900" b="1">
                          <a:solidFill>
                            <a:srgbClr val="FFFFFF"/>
                          </a:solidFill>
                          <a:effectLst/>
                          <a:latin typeface="Santander Text Light" panose="020B0304020201020104" pitchFamily="34" charset="0"/>
                          <a:ea typeface="Times New Roman" panose="02020603050405020304" pitchFamily="18" charset="0"/>
                          <a:cs typeface="Times New Roman" panose="02020603050405020304" pitchFamily="18" charset="0"/>
                        </a:rPr>
                        <a:t>API Manager</a:t>
                      </a:r>
                      <a:endParaRPr lang="pt-PT" sz="1000">
                        <a:effectLst/>
                        <a:latin typeface="Santander Text Light" panose="020B0304020201020104" pitchFamily="34" charset="0"/>
                        <a:ea typeface="Arial" panose="020B0604020202020204" pitchFamily="34" charset="0"/>
                        <a:cs typeface="Times New Roman" panose="02020603050405020304" pitchFamily="18" charset="0"/>
                      </a:endParaRPr>
                    </a:p>
                  </a:txBody>
                  <a:tcPr marL="73025" marR="73025" marT="36830" marB="36830" anchor="ctr">
                    <a:lnL>
                      <a:noFill/>
                    </a:lnL>
                    <a:lnR>
                      <a:noFill/>
                    </a:lnR>
                    <a:lnT>
                      <a:noFill/>
                    </a:lnT>
                    <a:lnB>
                      <a:noFill/>
                    </a:lnB>
                    <a:solidFill>
                      <a:srgbClr val="595959"/>
                    </a:solidFill>
                  </a:tcPr>
                </a:tc>
                <a:tc hMerge="1">
                  <a:txBody>
                    <a:bodyPr/>
                    <a:lstStyle/>
                    <a:p>
                      <a:endParaRPr lang="pt-PT"/>
                    </a:p>
                  </a:txBody>
                  <a:tcPr/>
                </a:tc>
                <a:tc hMerge="1">
                  <a:txBody>
                    <a:bodyPr/>
                    <a:lstStyle/>
                    <a:p>
                      <a:endParaRPr lang="pt-PT"/>
                    </a:p>
                  </a:txBody>
                  <a:tcPr/>
                </a:tc>
                <a:tc hMerge="1">
                  <a:txBody>
                    <a:bodyPr/>
                    <a:lstStyle/>
                    <a:p>
                      <a:endParaRPr lang="pt-PT"/>
                    </a:p>
                  </a:txBody>
                  <a:tcPr/>
                </a:tc>
                <a:tc hMerge="1">
                  <a:txBody>
                    <a:bodyPr/>
                    <a:lstStyle/>
                    <a:p>
                      <a:endParaRPr lang="pt-PT"/>
                    </a:p>
                  </a:txBody>
                  <a:tcPr/>
                </a:tc>
                <a:extLst>
                  <a:ext uri="{0D108BD9-81ED-4DB2-BD59-A6C34878D82A}">
                    <a16:rowId xmlns:a16="http://schemas.microsoft.com/office/drawing/2014/main" val="2817947111"/>
                  </a:ext>
                </a:extLst>
              </a:tr>
              <a:tr h="0">
                <a:tc>
                  <a:txBody>
                    <a:bodyPr/>
                    <a:lstStyle/>
                    <a:p>
                      <a:pPr indent="-228600" algn="ctr">
                        <a:spcAft>
                          <a:spcPts val="600"/>
                        </a:spcAft>
                      </a:pPr>
                      <a:r>
                        <a:rPr lang="en-US" sz="900" b="1">
                          <a:solidFill>
                            <a:srgbClr val="000000"/>
                          </a:solidFill>
                          <a:effectLst/>
                          <a:latin typeface="Santander Text Light" panose="020B0304020201020104" pitchFamily="34" charset="0"/>
                          <a:ea typeface="Times New Roman" panose="02020603050405020304" pitchFamily="18" charset="0"/>
                          <a:cs typeface="Times New Roman" panose="02020603050405020304" pitchFamily="18" charset="0"/>
                        </a:rPr>
                        <a:t>2</a:t>
                      </a:r>
                      <a:endParaRPr lang="pt-PT" sz="1000">
                        <a:effectLst/>
                        <a:latin typeface="Santander Text Light" panose="020B0304020201020104" pitchFamily="34" charset="0"/>
                        <a:ea typeface="Arial" panose="020B0604020202020204" pitchFamily="34" charset="0"/>
                        <a:cs typeface="Times New Roman" panose="02020603050405020304" pitchFamily="18" charset="0"/>
                      </a:endParaRPr>
                    </a:p>
                  </a:txBody>
                  <a:tcPr marL="73025" marR="73025" marT="36830" marB="36830" anchor="ctr">
                    <a:lnL>
                      <a:noFill/>
                    </a:lnL>
                    <a:lnR>
                      <a:noFill/>
                    </a:lnR>
                    <a:lnT>
                      <a:noFill/>
                    </a:lnT>
                    <a:lnB>
                      <a:noFill/>
                    </a:lnB>
                    <a:solidFill>
                      <a:srgbClr val="F2F2F2"/>
                    </a:solidFill>
                  </a:tcPr>
                </a:tc>
                <a:tc>
                  <a:txBody>
                    <a:bodyPr/>
                    <a:lstStyle/>
                    <a:p>
                      <a:pPr indent="-228600" algn="just">
                        <a:spcAft>
                          <a:spcPts val="600"/>
                        </a:spcAft>
                      </a:pPr>
                      <a:r>
                        <a:rPr lang="en-US" sz="900">
                          <a:solidFill>
                            <a:srgbClr val="000000"/>
                          </a:solidFill>
                          <a:effectLst/>
                          <a:latin typeface="Santander Text Light" panose="020B0304020201020104" pitchFamily="34" charset="0"/>
                          <a:ea typeface="Times New Roman" panose="02020603050405020304" pitchFamily="18" charset="0"/>
                          <a:cs typeface="Times New Roman" panose="02020603050405020304" pitchFamily="18" charset="0"/>
                        </a:rPr>
                        <a:t>API Manager (</a:t>
                      </a:r>
                      <a:r>
                        <a:rPr lang="en-US" sz="900" i="1">
                          <a:solidFill>
                            <a:srgbClr val="000000"/>
                          </a:solidFill>
                          <a:effectLst/>
                          <a:latin typeface="Santander Text Light" panose="020B0304020201020104" pitchFamily="34" charset="0"/>
                          <a:ea typeface="Times New Roman" panose="02020603050405020304" pitchFamily="18" charset="0"/>
                          <a:cs typeface="Times New Roman" panose="02020603050405020304" pitchFamily="18" charset="0"/>
                        </a:rPr>
                        <a:t>Internal &amp; External</a:t>
                      </a:r>
                      <a:r>
                        <a:rPr lang="en-US" sz="900">
                          <a:solidFill>
                            <a:srgbClr val="000000"/>
                          </a:solidFill>
                          <a:effectLst/>
                          <a:latin typeface="Santander Text Light" panose="020B0304020201020104" pitchFamily="34" charset="0"/>
                          <a:ea typeface="Times New Roman" panose="02020603050405020304" pitchFamily="18" charset="0"/>
                          <a:cs typeface="Times New Roman" panose="02020603050405020304" pitchFamily="18" charset="0"/>
                        </a:rPr>
                        <a:t>)</a:t>
                      </a:r>
                      <a:endParaRPr lang="pt-PT" sz="1000">
                        <a:effectLst/>
                        <a:latin typeface="Santander Text Light" panose="020B0304020201020104" pitchFamily="34" charset="0"/>
                        <a:ea typeface="Arial" panose="020B0604020202020204" pitchFamily="34" charset="0"/>
                        <a:cs typeface="Times New Roman" panose="02020603050405020304" pitchFamily="18" charset="0"/>
                      </a:endParaRPr>
                    </a:p>
                  </a:txBody>
                  <a:tcPr marL="73025" marR="73025" marT="36830" marB="36830" anchor="ctr">
                    <a:lnL>
                      <a:noFill/>
                    </a:lnL>
                    <a:lnR>
                      <a:noFill/>
                    </a:lnR>
                    <a:lnT>
                      <a:noFill/>
                    </a:lnT>
                    <a:lnB>
                      <a:noFill/>
                    </a:lnB>
                    <a:solidFill>
                      <a:srgbClr val="F2F2F2"/>
                    </a:solidFill>
                  </a:tcPr>
                </a:tc>
                <a:tc>
                  <a:txBody>
                    <a:bodyPr/>
                    <a:lstStyle/>
                    <a:p>
                      <a:pPr indent="-228600" algn="ctr">
                        <a:spcAft>
                          <a:spcPts val="600"/>
                        </a:spcAft>
                      </a:pPr>
                      <a:r>
                        <a:rPr lang="en-US" sz="900" dirty="0">
                          <a:solidFill>
                            <a:srgbClr val="000000"/>
                          </a:solidFill>
                          <a:effectLst/>
                          <a:latin typeface="Santander Text Light" panose="020B0304020201020104" pitchFamily="34" charset="0"/>
                          <a:ea typeface="Times New Roman" panose="02020603050405020304" pitchFamily="18" charset="0"/>
                          <a:cs typeface="Times New Roman" panose="02020603050405020304" pitchFamily="18" charset="0"/>
                        </a:rPr>
                        <a:t>Production</a:t>
                      </a:r>
                      <a:endParaRPr lang="pt-PT" sz="1000" dirty="0">
                        <a:effectLst/>
                        <a:latin typeface="Santander Text Light" panose="020B0304020201020104" pitchFamily="34" charset="0"/>
                        <a:ea typeface="Arial" panose="020B0604020202020204" pitchFamily="34" charset="0"/>
                        <a:cs typeface="Times New Roman" panose="02020603050405020304" pitchFamily="18" charset="0"/>
                      </a:endParaRPr>
                    </a:p>
                  </a:txBody>
                  <a:tcPr marL="73025" marR="73025" marT="36830" marB="36830">
                    <a:lnL>
                      <a:noFill/>
                    </a:lnL>
                    <a:lnR>
                      <a:noFill/>
                    </a:lnR>
                    <a:lnT>
                      <a:noFill/>
                    </a:lnT>
                    <a:lnB>
                      <a:noFill/>
                    </a:lnB>
                    <a:solidFill>
                      <a:srgbClr val="F2F2F2"/>
                    </a:solidFill>
                  </a:tcPr>
                </a:tc>
                <a:tc gridSpan="2">
                  <a:txBody>
                    <a:bodyPr/>
                    <a:lstStyle/>
                    <a:p>
                      <a:pPr indent="-228600" algn="ctr">
                        <a:spcAft>
                          <a:spcPts val="600"/>
                        </a:spcAft>
                      </a:pPr>
                      <a:r>
                        <a:rPr lang="en-US" sz="900">
                          <a:solidFill>
                            <a:srgbClr val="FFFFFF"/>
                          </a:solidFill>
                          <a:effectLst/>
                          <a:latin typeface="Santander Text Light" panose="020B0304020201020104" pitchFamily="34" charset="0"/>
                          <a:ea typeface="Times New Roman" panose="02020603050405020304" pitchFamily="18" charset="0"/>
                          <a:cs typeface="Times New Roman" panose="02020603050405020304" pitchFamily="18" charset="0"/>
                        </a:rPr>
                        <a:t>PaaS</a:t>
                      </a:r>
                      <a:endParaRPr lang="pt-PT" sz="1000">
                        <a:effectLst/>
                        <a:latin typeface="Santander Text Light" panose="020B0304020201020104" pitchFamily="34" charset="0"/>
                        <a:ea typeface="Arial" panose="020B0604020202020204" pitchFamily="34" charset="0"/>
                        <a:cs typeface="Times New Roman" panose="02020603050405020304" pitchFamily="18" charset="0"/>
                      </a:endParaRPr>
                    </a:p>
                  </a:txBody>
                  <a:tcPr marL="73025" marR="73025" marT="36830" marB="36830" anchor="ctr">
                    <a:lnL>
                      <a:noFill/>
                    </a:lnL>
                    <a:lnR>
                      <a:noFill/>
                    </a:lnR>
                    <a:lnT>
                      <a:noFill/>
                    </a:lnT>
                    <a:lnB>
                      <a:noFill/>
                    </a:lnB>
                    <a:solidFill>
                      <a:srgbClr val="0070C0"/>
                    </a:solidFill>
                  </a:tcPr>
                </a:tc>
                <a:tc hMerge="1">
                  <a:txBody>
                    <a:bodyPr/>
                    <a:lstStyle/>
                    <a:p>
                      <a:endParaRPr lang="pt-PT"/>
                    </a:p>
                  </a:txBody>
                  <a:tcPr/>
                </a:tc>
                <a:extLst>
                  <a:ext uri="{0D108BD9-81ED-4DB2-BD59-A6C34878D82A}">
                    <a16:rowId xmlns:a16="http://schemas.microsoft.com/office/drawing/2014/main" val="3701534265"/>
                  </a:ext>
                </a:extLst>
              </a:tr>
              <a:tr h="0">
                <a:tc gridSpan="5">
                  <a:txBody>
                    <a:bodyPr/>
                    <a:lstStyle/>
                    <a:p>
                      <a:pPr indent="-228600" algn="l">
                        <a:spcAft>
                          <a:spcPts val="600"/>
                        </a:spcAft>
                      </a:pPr>
                      <a:r>
                        <a:rPr lang="en-US" sz="900" b="1" dirty="0">
                          <a:solidFill>
                            <a:srgbClr val="FFFFFF"/>
                          </a:solidFill>
                          <a:effectLst/>
                          <a:latin typeface="Santander Text Light" panose="020B0304020201020104" pitchFamily="34" charset="0"/>
                          <a:ea typeface="Times New Roman" panose="02020603050405020304" pitchFamily="18" charset="0"/>
                          <a:cs typeface="Times New Roman" panose="02020603050405020304" pitchFamily="18" charset="0"/>
                        </a:rPr>
                        <a:t>Elastic Search</a:t>
                      </a:r>
                      <a:endParaRPr lang="pt-PT" sz="1000" dirty="0">
                        <a:effectLst/>
                        <a:latin typeface="Santander Text Light" panose="020B0304020201020104" pitchFamily="34" charset="0"/>
                        <a:ea typeface="Arial" panose="020B0604020202020204" pitchFamily="34" charset="0"/>
                        <a:cs typeface="Times New Roman" panose="02020603050405020304" pitchFamily="18" charset="0"/>
                      </a:endParaRPr>
                    </a:p>
                  </a:txBody>
                  <a:tcPr marL="73025" marR="73025" marT="36830" marB="36830" anchor="ctr">
                    <a:lnL>
                      <a:noFill/>
                    </a:lnL>
                    <a:lnR>
                      <a:noFill/>
                    </a:lnR>
                    <a:lnT>
                      <a:noFill/>
                    </a:lnT>
                    <a:lnB>
                      <a:noFill/>
                    </a:lnB>
                    <a:solidFill>
                      <a:srgbClr val="595959"/>
                    </a:solidFill>
                  </a:tcPr>
                </a:tc>
                <a:tc hMerge="1">
                  <a:txBody>
                    <a:bodyPr/>
                    <a:lstStyle/>
                    <a:p>
                      <a:endParaRPr lang="pt-PT"/>
                    </a:p>
                  </a:txBody>
                  <a:tcPr/>
                </a:tc>
                <a:tc hMerge="1">
                  <a:txBody>
                    <a:bodyPr/>
                    <a:lstStyle/>
                    <a:p>
                      <a:endParaRPr lang="pt-PT"/>
                    </a:p>
                  </a:txBody>
                  <a:tcPr/>
                </a:tc>
                <a:tc hMerge="1">
                  <a:txBody>
                    <a:bodyPr/>
                    <a:lstStyle/>
                    <a:p>
                      <a:endParaRPr lang="pt-PT"/>
                    </a:p>
                  </a:txBody>
                  <a:tcPr/>
                </a:tc>
                <a:tc hMerge="1">
                  <a:txBody>
                    <a:bodyPr/>
                    <a:lstStyle/>
                    <a:p>
                      <a:endParaRPr lang="pt-PT"/>
                    </a:p>
                  </a:txBody>
                  <a:tcPr/>
                </a:tc>
                <a:extLst>
                  <a:ext uri="{0D108BD9-81ED-4DB2-BD59-A6C34878D82A}">
                    <a16:rowId xmlns:a16="http://schemas.microsoft.com/office/drawing/2014/main" val="641234487"/>
                  </a:ext>
                </a:extLst>
              </a:tr>
              <a:tr h="0">
                <a:tc>
                  <a:txBody>
                    <a:bodyPr/>
                    <a:lstStyle/>
                    <a:p>
                      <a:pPr indent="-228600" algn="ctr">
                        <a:spcAft>
                          <a:spcPts val="600"/>
                        </a:spcAft>
                      </a:pPr>
                      <a:r>
                        <a:rPr lang="en-US" sz="900" b="1">
                          <a:solidFill>
                            <a:srgbClr val="000000"/>
                          </a:solidFill>
                          <a:effectLst/>
                          <a:latin typeface="Santander Text Light" panose="020B0304020201020104" pitchFamily="34" charset="0"/>
                          <a:ea typeface="Times New Roman" panose="02020603050405020304" pitchFamily="18" charset="0"/>
                          <a:cs typeface="Times New Roman" panose="02020603050405020304" pitchFamily="18" charset="0"/>
                        </a:rPr>
                        <a:t>1</a:t>
                      </a:r>
                      <a:endParaRPr lang="pt-PT" sz="1000">
                        <a:effectLst/>
                        <a:latin typeface="Santander Text Light" panose="020B0304020201020104" pitchFamily="34" charset="0"/>
                        <a:ea typeface="Arial" panose="020B0604020202020204" pitchFamily="34" charset="0"/>
                        <a:cs typeface="Times New Roman" panose="02020603050405020304" pitchFamily="18" charset="0"/>
                      </a:endParaRPr>
                    </a:p>
                  </a:txBody>
                  <a:tcPr marL="73025" marR="73025" marT="36830" marB="36830" anchor="ctr">
                    <a:lnL>
                      <a:noFill/>
                    </a:lnL>
                    <a:lnR>
                      <a:noFill/>
                    </a:lnR>
                    <a:lnT>
                      <a:noFill/>
                    </a:lnT>
                    <a:lnB>
                      <a:noFill/>
                    </a:lnB>
                    <a:solidFill>
                      <a:srgbClr val="F2F2F2"/>
                    </a:solidFill>
                  </a:tcPr>
                </a:tc>
                <a:tc>
                  <a:txBody>
                    <a:bodyPr/>
                    <a:lstStyle/>
                    <a:p>
                      <a:pPr indent="-228600" algn="just">
                        <a:spcAft>
                          <a:spcPts val="600"/>
                        </a:spcAft>
                      </a:pPr>
                      <a:r>
                        <a:rPr lang="en-US" sz="900" dirty="0">
                          <a:solidFill>
                            <a:srgbClr val="000000"/>
                          </a:solidFill>
                          <a:effectLst/>
                          <a:latin typeface="Santander Text Light" panose="020B0304020201020104" pitchFamily="34" charset="0"/>
                          <a:ea typeface="Times New Roman" panose="02020603050405020304" pitchFamily="18" charset="0"/>
                          <a:cs typeface="Times New Roman" panose="02020603050405020304" pitchFamily="18" charset="0"/>
                        </a:rPr>
                        <a:t>Elastic Search</a:t>
                      </a:r>
                      <a:endParaRPr lang="pt-PT" sz="1000" dirty="0">
                        <a:effectLst/>
                        <a:latin typeface="Santander Text Light" panose="020B0304020201020104" pitchFamily="34" charset="0"/>
                        <a:ea typeface="Arial" panose="020B0604020202020204" pitchFamily="34" charset="0"/>
                        <a:cs typeface="Times New Roman" panose="02020603050405020304" pitchFamily="18" charset="0"/>
                      </a:endParaRPr>
                    </a:p>
                  </a:txBody>
                  <a:tcPr marL="73025" marR="73025" marT="36830" marB="36830" anchor="ctr">
                    <a:lnL>
                      <a:noFill/>
                    </a:lnL>
                    <a:lnR>
                      <a:noFill/>
                    </a:lnR>
                    <a:lnT>
                      <a:noFill/>
                    </a:lnT>
                    <a:lnB>
                      <a:noFill/>
                    </a:lnB>
                    <a:solidFill>
                      <a:srgbClr val="F2F2F2"/>
                    </a:solidFill>
                  </a:tcPr>
                </a:tc>
                <a:tc>
                  <a:txBody>
                    <a:bodyPr/>
                    <a:lstStyle/>
                    <a:p>
                      <a:pPr indent="-228600" algn="ctr">
                        <a:spcAft>
                          <a:spcPts val="600"/>
                        </a:spcAft>
                      </a:pPr>
                      <a:r>
                        <a:rPr lang="en-US" sz="900" dirty="0">
                          <a:solidFill>
                            <a:srgbClr val="000000"/>
                          </a:solidFill>
                          <a:effectLst/>
                          <a:latin typeface="Santander Text Light" panose="020B0304020201020104" pitchFamily="34" charset="0"/>
                          <a:ea typeface="Times New Roman" panose="02020603050405020304" pitchFamily="18" charset="0"/>
                          <a:cs typeface="Times New Roman" panose="02020603050405020304" pitchFamily="18" charset="0"/>
                        </a:rPr>
                        <a:t>Production</a:t>
                      </a:r>
                      <a:endParaRPr lang="pt-PT" sz="1000" dirty="0">
                        <a:effectLst/>
                        <a:latin typeface="Santander Text Light" panose="020B0304020201020104" pitchFamily="34" charset="0"/>
                        <a:ea typeface="Arial" panose="020B0604020202020204" pitchFamily="34" charset="0"/>
                        <a:cs typeface="Times New Roman" panose="02020603050405020304" pitchFamily="18" charset="0"/>
                      </a:endParaRPr>
                    </a:p>
                  </a:txBody>
                  <a:tcPr marL="73025" marR="73025" marT="36830" marB="36830">
                    <a:lnL>
                      <a:noFill/>
                    </a:lnL>
                    <a:lnR>
                      <a:noFill/>
                    </a:lnR>
                    <a:lnT>
                      <a:noFill/>
                    </a:lnT>
                    <a:lnB>
                      <a:noFill/>
                    </a:lnB>
                    <a:solidFill>
                      <a:srgbClr val="F2F2F2"/>
                    </a:solidFill>
                  </a:tcPr>
                </a:tc>
                <a:tc gridSpan="2">
                  <a:txBody>
                    <a:bodyPr/>
                    <a:lstStyle/>
                    <a:p>
                      <a:pPr indent="-228600" algn="ctr">
                        <a:spcAft>
                          <a:spcPts val="600"/>
                        </a:spcAft>
                      </a:pPr>
                      <a:r>
                        <a:rPr lang="en-US" sz="900" dirty="0">
                          <a:solidFill>
                            <a:srgbClr val="FFFFFF"/>
                          </a:solidFill>
                          <a:effectLst/>
                          <a:latin typeface="Santander Text Light" panose="020B0304020201020104" pitchFamily="34" charset="0"/>
                          <a:ea typeface="Times New Roman" panose="02020603050405020304" pitchFamily="18" charset="0"/>
                          <a:cs typeface="Times New Roman" panose="02020603050405020304" pitchFamily="18" charset="0"/>
                        </a:rPr>
                        <a:t>PaaS</a:t>
                      </a:r>
                      <a:endParaRPr lang="pt-PT" sz="1000" dirty="0">
                        <a:effectLst/>
                        <a:latin typeface="Santander Text Light" panose="020B0304020201020104" pitchFamily="34" charset="0"/>
                        <a:ea typeface="Arial" panose="020B0604020202020204" pitchFamily="34" charset="0"/>
                        <a:cs typeface="Times New Roman" panose="02020603050405020304" pitchFamily="18" charset="0"/>
                      </a:endParaRPr>
                    </a:p>
                  </a:txBody>
                  <a:tcPr marL="73025" marR="73025" marT="36830" marB="36830" anchor="ctr">
                    <a:lnL>
                      <a:noFill/>
                    </a:lnL>
                    <a:lnR>
                      <a:noFill/>
                    </a:lnR>
                    <a:lnT>
                      <a:noFill/>
                    </a:lnT>
                    <a:lnB>
                      <a:noFill/>
                    </a:lnB>
                    <a:solidFill>
                      <a:srgbClr val="0070C0"/>
                    </a:solidFill>
                  </a:tcPr>
                </a:tc>
                <a:tc hMerge="1">
                  <a:txBody>
                    <a:bodyPr/>
                    <a:lstStyle/>
                    <a:p>
                      <a:endParaRPr lang="pt-PT"/>
                    </a:p>
                  </a:txBody>
                  <a:tcPr/>
                </a:tc>
                <a:extLst>
                  <a:ext uri="{0D108BD9-81ED-4DB2-BD59-A6C34878D82A}">
                    <a16:rowId xmlns:a16="http://schemas.microsoft.com/office/drawing/2014/main" val="222369009"/>
                  </a:ext>
                </a:extLst>
              </a:tr>
            </a:tbl>
          </a:graphicData>
        </a:graphic>
      </p:graphicFrame>
      <p:sp>
        <p:nvSpPr>
          <p:cNvPr id="8" name="Text Placeholder 18">
            <a:extLst>
              <a:ext uri="{FF2B5EF4-FFF2-40B4-BE49-F238E27FC236}">
                <a16:creationId xmlns:a16="http://schemas.microsoft.com/office/drawing/2014/main" id="{79409ABC-7B0E-A1C6-3C42-F0D957009AF6}"/>
              </a:ext>
            </a:extLst>
          </p:cNvPr>
          <p:cNvSpPr txBox="1">
            <a:spLocks/>
          </p:cNvSpPr>
          <p:nvPr/>
        </p:nvSpPr>
        <p:spPr>
          <a:xfrm rot="3188749">
            <a:off x="5349401" y="3265874"/>
            <a:ext cx="2407303" cy="374498"/>
          </a:xfrm>
          <a:prstGeom prst="rect">
            <a:avLst/>
          </a:prstGeom>
          <a:solidFill>
            <a:schemeClr val="bg1"/>
          </a:solidFill>
          <a:ln>
            <a:solidFill>
              <a:schemeClr val="accent1"/>
            </a:solidFill>
          </a:ln>
        </p:spPr>
        <p:txBody>
          <a:bodyPr vert="horz" lIns="91440" tIns="45720" rIns="91440" bIns="45720" rtlCol="0" anchor="t">
            <a:noAutofit/>
          </a:bodyPr>
          <a:lstStyle>
            <a:lvl1pPr marL="0" indent="0" algn="l" defTabSz="914400" rtl="0" eaLnBrk="1" latinLnBrk="0" hangingPunct="1">
              <a:lnSpc>
                <a:spcPct val="90000"/>
              </a:lnSpc>
              <a:spcBef>
                <a:spcPts val="1000"/>
              </a:spcBef>
              <a:buFontTx/>
              <a:buNone/>
              <a:defRPr sz="1300" kern="1200">
                <a:solidFill>
                  <a:schemeClr val="accent1"/>
                </a:solidFill>
                <a:latin typeface="+mn-lt"/>
                <a:ea typeface="+mn-ea"/>
                <a:cs typeface="+mn-cs"/>
              </a:defRPr>
            </a:lvl1pPr>
            <a:lvl2pPr marL="457200" indent="0" algn="l" defTabSz="914400" rtl="0" eaLnBrk="1" latinLnBrk="0" hangingPunct="1">
              <a:lnSpc>
                <a:spcPct val="90000"/>
              </a:lnSpc>
              <a:spcBef>
                <a:spcPts val="500"/>
              </a:spcBef>
              <a:buFontTx/>
              <a:buNone/>
              <a:defRPr sz="11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Tx/>
              <a:buNone/>
              <a:defRPr sz="105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Tx/>
              <a:buNone/>
              <a:defRPr sz="10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Tx/>
              <a:buNone/>
              <a:defRPr sz="1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pt-PT" sz="2400" dirty="0"/>
              <a:t>ILUSTRATIVO</a:t>
            </a:r>
          </a:p>
        </p:txBody>
      </p:sp>
    </p:spTree>
    <p:extLst>
      <p:ext uri="{BB962C8B-B14F-4D97-AF65-F5344CB8AC3E}">
        <p14:creationId xmlns:p14="http://schemas.microsoft.com/office/powerpoint/2010/main" val="25053406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F6400C-6F41-C428-0B13-519650D1D1FA}"/>
            </a:ext>
          </a:extLst>
        </p:cNvPr>
        <p:cNvGrpSpPr/>
        <p:nvPr/>
      </p:nvGrpSpPr>
      <p:grpSpPr>
        <a:xfrm>
          <a:off x="0" y="0"/>
          <a:ext cx="0" cy="0"/>
          <a:chOff x="0" y="0"/>
          <a:chExt cx="0" cy="0"/>
        </a:xfrm>
      </p:grpSpPr>
      <p:sp>
        <p:nvSpPr>
          <p:cNvPr id="2" name="Slide Number Placeholder 3">
            <a:extLst>
              <a:ext uri="{FF2B5EF4-FFF2-40B4-BE49-F238E27FC236}">
                <a16:creationId xmlns:a16="http://schemas.microsoft.com/office/drawing/2014/main" id="{59BCA96E-DA7A-B627-BEB4-19766E950533}"/>
              </a:ext>
            </a:extLst>
          </p:cNvPr>
          <p:cNvSpPr>
            <a:spLocks noGrp="1"/>
          </p:cNvSpPr>
          <p:nvPr>
            <p:ph type="sldNum" sz="quarter" idx="12"/>
          </p:nvPr>
        </p:nvSpPr>
        <p:spPr>
          <a:xfrm>
            <a:off x="8730845" y="6209600"/>
            <a:ext cx="2743200" cy="365125"/>
          </a:xfrm>
        </p:spPr>
        <p:txBody>
          <a:bodyPr/>
          <a:lstStyle/>
          <a:p>
            <a:fld id="{BC0D97B6-E32F-4D7D-B839-7C3B51F2640F}" type="slidenum">
              <a:rPr lang="pt-PT" smtClean="0"/>
              <a:pPr/>
              <a:t>35</a:t>
            </a:fld>
            <a:endParaRPr lang="pt-PT" dirty="0"/>
          </a:p>
        </p:txBody>
      </p:sp>
      <p:sp>
        <p:nvSpPr>
          <p:cNvPr id="7" name="Marcador de texto 5">
            <a:extLst>
              <a:ext uri="{FF2B5EF4-FFF2-40B4-BE49-F238E27FC236}">
                <a16:creationId xmlns:a16="http://schemas.microsoft.com/office/drawing/2014/main" id="{46CDA1E0-D653-2D03-D24A-B199B7DFBEC8}"/>
              </a:ext>
            </a:extLst>
          </p:cNvPr>
          <p:cNvSpPr>
            <a:spLocks noGrp="1"/>
          </p:cNvSpPr>
          <p:nvPr>
            <p:ph type="body" sz="quarter" idx="14"/>
          </p:nvPr>
        </p:nvSpPr>
        <p:spPr>
          <a:xfrm>
            <a:off x="106420" y="114373"/>
            <a:ext cx="11547776" cy="538770"/>
          </a:xfrm>
        </p:spPr>
        <p:txBody>
          <a:bodyPr/>
          <a:lstStyle/>
          <a:p>
            <a:r>
              <a:rPr lang="pt-PT" sz="2400" dirty="0"/>
              <a:t>Desenho de Infraestrutura + LLD</a:t>
            </a:r>
            <a:br>
              <a:rPr lang="pt-PT" sz="2400" dirty="0"/>
            </a:br>
            <a:r>
              <a:rPr lang="pt-PT" sz="1800" dirty="0">
                <a:solidFill>
                  <a:schemeClr val="tx1">
                    <a:lumMod val="75000"/>
                    <a:lumOff val="25000"/>
                  </a:schemeClr>
                </a:solidFill>
              </a:rPr>
              <a:t>Arquitectura (Cloud Privada)</a:t>
            </a:r>
            <a:br>
              <a:rPr lang="pt-PT" sz="1800" dirty="0">
                <a:solidFill>
                  <a:schemeClr val="tx1">
                    <a:lumMod val="75000"/>
                    <a:lumOff val="25000"/>
                  </a:schemeClr>
                </a:solidFill>
              </a:rPr>
            </a:br>
            <a:r>
              <a:rPr lang="pt-PT" sz="1800" dirty="0" err="1">
                <a:solidFill>
                  <a:schemeClr val="accent2">
                    <a:lumMod val="50000"/>
                  </a:schemeClr>
                </a:solidFill>
              </a:rPr>
              <a:t>Overview</a:t>
            </a:r>
            <a:endParaRPr lang="pt-PT" sz="1800" dirty="0">
              <a:solidFill>
                <a:schemeClr val="accent2">
                  <a:lumMod val="50000"/>
                </a:schemeClr>
              </a:solidFill>
            </a:endParaRPr>
          </a:p>
        </p:txBody>
      </p:sp>
      <p:pic>
        <p:nvPicPr>
          <p:cNvPr id="9" name="Picture 8">
            <a:extLst>
              <a:ext uri="{FF2B5EF4-FFF2-40B4-BE49-F238E27FC236}">
                <a16:creationId xmlns:a16="http://schemas.microsoft.com/office/drawing/2014/main" id="{B2703AE8-2ED8-CE3E-4899-B4A8DF32DA0C}"/>
              </a:ext>
            </a:extLst>
          </p:cNvPr>
          <p:cNvPicPr>
            <a:picLocks noChangeAspect="1"/>
          </p:cNvPicPr>
          <p:nvPr/>
        </p:nvPicPr>
        <p:blipFill>
          <a:blip r:embed="rId3"/>
          <a:stretch>
            <a:fillRect/>
          </a:stretch>
        </p:blipFill>
        <p:spPr>
          <a:xfrm>
            <a:off x="6238772" y="1461622"/>
            <a:ext cx="5772927" cy="2150855"/>
          </a:xfrm>
          <a:prstGeom prst="rect">
            <a:avLst/>
          </a:prstGeom>
        </p:spPr>
      </p:pic>
      <p:sp>
        <p:nvSpPr>
          <p:cNvPr id="10" name="Text Placeholder 18">
            <a:extLst>
              <a:ext uri="{FF2B5EF4-FFF2-40B4-BE49-F238E27FC236}">
                <a16:creationId xmlns:a16="http://schemas.microsoft.com/office/drawing/2014/main" id="{55225BDA-866E-9C0E-4B98-6FD6F6417458}"/>
              </a:ext>
            </a:extLst>
          </p:cNvPr>
          <p:cNvSpPr txBox="1">
            <a:spLocks/>
          </p:cNvSpPr>
          <p:nvPr/>
        </p:nvSpPr>
        <p:spPr>
          <a:xfrm rot="3188749">
            <a:off x="9441748" y="1179990"/>
            <a:ext cx="2407303" cy="374498"/>
          </a:xfrm>
          <a:prstGeom prst="rect">
            <a:avLst/>
          </a:prstGeom>
          <a:solidFill>
            <a:schemeClr val="bg1"/>
          </a:solidFill>
          <a:ln>
            <a:solidFill>
              <a:schemeClr val="accent1"/>
            </a:solidFill>
          </a:ln>
        </p:spPr>
        <p:txBody>
          <a:bodyPr vert="horz" lIns="91440" tIns="45720" rIns="91440" bIns="45720" rtlCol="0" anchor="t">
            <a:noAutofit/>
          </a:bodyPr>
          <a:lstStyle>
            <a:lvl1pPr marL="0" indent="0" algn="l" defTabSz="914400" rtl="0" eaLnBrk="1" latinLnBrk="0" hangingPunct="1">
              <a:lnSpc>
                <a:spcPct val="90000"/>
              </a:lnSpc>
              <a:spcBef>
                <a:spcPts val="1000"/>
              </a:spcBef>
              <a:buFontTx/>
              <a:buNone/>
              <a:defRPr sz="1300" kern="1200">
                <a:solidFill>
                  <a:schemeClr val="accent1"/>
                </a:solidFill>
                <a:latin typeface="+mn-lt"/>
                <a:ea typeface="+mn-ea"/>
                <a:cs typeface="+mn-cs"/>
              </a:defRPr>
            </a:lvl1pPr>
            <a:lvl2pPr marL="457200" indent="0" algn="l" defTabSz="914400" rtl="0" eaLnBrk="1" latinLnBrk="0" hangingPunct="1">
              <a:lnSpc>
                <a:spcPct val="90000"/>
              </a:lnSpc>
              <a:spcBef>
                <a:spcPts val="500"/>
              </a:spcBef>
              <a:buFontTx/>
              <a:buNone/>
              <a:defRPr sz="11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Tx/>
              <a:buNone/>
              <a:defRPr sz="105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Tx/>
              <a:buNone/>
              <a:defRPr sz="10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Tx/>
              <a:buNone/>
              <a:defRPr sz="1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pt-PT" sz="2400" dirty="0"/>
              <a:t>ILUSTRATIVO</a:t>
            </a:r>
          </a:p>
        </p:txBody>
      </p:sp>
      <p:pic>
        <p:nvPicPr>
          <p:cNvPr id="11" name="Picture 10">
            <a:extLst>
              <a:ext uri="{FF2B5EF4-FFF2-40B4-BE49-F238E27FC236}">
                <a16:creationId xmlns:a16="http://schemas.microsoft.com/office/drawing/2014/main" id="{B0A6B221-E588-1555-A7B7-D5536C33ADB8}"/>
              </a:ext>
            </a:extLst>
          </p:cNvPr>
          <p:cNvPicPr>
            <a:picLocks noChangeAspect="1"/>
          </p:cNvPicPr>
          <p:nvPr/>
        </p:nvPicPr>
        <p:blipFill>
          <a:blip r:embed="rId4"/>
          <a:stretch>
            <a:fillRect/>
          </a:stretch>
        </p:blipFill>
        <p:spPr>
          <a:xfrm>
            <a:off x="27460" y="2201662"/>
            <a:ext cx="5810635" cy="3171820"/>
          </a:xfrm>
          <a:prstGeom prst="rect">
            <a:avLst/>
          </a:prstGeom>
        </p:spPr>
      </p:pic>
      <p:sp>
        <p:nvSpPr>
          <p:cNvPr id="12" name="TextBox 11">
            <a:extLst>
              <a:ext uri="{FF2B5EF4-FFF2-40B4-BE49-F238E27FC236}">
                <a16:creationId xmlns:a16="http://schemas.microsoft.com/office/drawing/2014/main" id="{7DEA705B-90E4-0A17-2DD3-332626DA82E7}"/>
              </a:ext>
            </a:extLst>
          </p:cNvPr>
          <p:cNvSpPr txBox="1"/>
          <p:nvPr/>
        </p:nvSpPr>
        <p:spPr>
          <a:xfrm>
            <a:off x="4811697" y="6543292"/>
            <a:ext cx="2849732" cy="246221"/>
          </a:xfrm>
          <a:prstGeom prst="rect">
            <a:avLst/>
          </a:prstGeom>
          <a:noFill/>
        </p:spPr>
        <p:txBody>
          <a:bodyPr wrap="square">
            <a:spAutoFit/>
          </a:bodyPr>
          <a:lstStyle/>
          <a:p>
            <a:r>
              <a:rPr lang="en-US" sz="1000" dirty="0">
                <a:hlinkClick r:id="rId5"/>
              </a:rPr>
              <a:t>OHE</a:t>
            </a:r>
            <a:endParaRPr lang="pt-PT" sz="1000" dirty="0"/>
          </a:p>
        </p:txBody>
      </p:sp>
      <p:sp>
        <p:nvSpPr>
          <p:cNvPr id="13" name="TextBox 12">
            <a:extLst>
              <a:ext uri="{FF2B5EF4-FFF2-40B4-BE49-F238E27FC236}">
                <a16:creationId xmlns:a16="http://schemas.microsoft.com/office/drawing/2014/main" id="{ABC6DE6A-4A31-ACA8-BE5B-7C17EEAD6C1A}"/>
              </a:ext>
            </a:extLst>
          </p:cNvPr>
          <p:cNvSpPr txBox="1"/>
          <p:nvPr/>
        </p:nvSpPr>
        <p:spPr>
          <a:xfrm>
            <a:off x="3768980" y="6524615"/>
            <a:ext cx="1042717" cy="261610"/>
          </a:xfrm>
          <a:prstGeom prst="rect">
            <a:avLst/>
          </a:prstGeom>
          <a:noFill/>
        </p:spPr>
        <p:txBody>
          <a:bodyPr wrap="square" rtlCol="0">
            <a:spAutoFit/>
          </a:bodyPr>
          <a:lstStyle/>
          <a:p>
            <a:r>
              <a:rPr lang="pt-PT" sz="1100" u="sng" kern="0" dirty="0">
                <a:solidFill>
                  <a:srgbClr val="080808"/>
                </a:solidFill>
                <a:latin typeface="Santander Headline" panose="020B0504020201020104" pitchFamily="34" charset="0"/>
                <a:cs typeface="Arial" charset="0"/>
              </a:rPr>
              <a:t>Mais detalhe:</a:t>
            </a:r>
          </a:p>
        </p:txBody>
      </p:sp>
      <p:pic>
        <p:nvPicPr>
          <p:cNvPr id="14" name="Picture 13">
            <a:extLst>
              <a:ext uri="{FF2B5EF4-FFF2-40B4-BE49-F238E27FC236}">
                <a16:creationId xmlns:a16="http://schemas.microsoft.com/office/drawing/2014/main" id="{354809C4-6D2C-8707-DBBA-56D36797E071}"/>
              </a:ext>
            </a:extLst>
          </p:cNvPr>
          <p:cNvPicPr>
            <a:picLocks noChangeAspect="1"/>
          </p:cNvPicPr>
          <p:nvPr/>
        </p:nvPicPr>
        <p:blipFill>
          <a:blip r:embed="rId6"/>
          <a:stretch>
            <a:fillRect/>
          </a:stretch>
        </p:blipFill>
        <p:spPr>
          <a:xfrm>
            <a:off x="6296339" y="3855333"/>
            <a:ext cx="5657792" cy="2368913"/>
          </a:xfrm>
          <a:prstGeom prst="rect">
            <a:avLst/>
          </a:prstGeom>
        </p:spPr>
      </p:pic>
    </p:spTree>
    <p:extLst>
      <p:ext uri="{BB962C8B-B14F-4D97-AF65-F5344CB8AC3E}">
        <p14:creationId xmlns:p14="http://schemas.microsoft.com/office/powerpoint/2010/main" val="22705674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9C2C7E-3A16-C0D2-49E0-134BE8931592}"/>
            </a:ext>
          </a:extLst>
        </p:cNvPr>
        <p:cNvGrpSpPr/>
        <p:nvPr/>
      </p:nvGrpSpPr>
      <p:grpSpPr>
        <a:xfrm>
          <a:off x="0" y="0"/>
          <a:ext cx="0" cy="0"/>
          <a:chOff x="0" y="0"/>
          <a:chExt cx="0" cy="0"/>
        </a:xfrm>
      </p:grpSpPr>
      <p:sp>
        <p:nvSpPr>
          <p:cNvPr id="2" name="Slide Number Placeholder 3">
            <a:extLst>
              <a:ext uri="{FF2B5EF4-FFF2-40B4-BE49-F238E27FC236}">
                <a16:creationId xmlns:a16="http://schemas.microsoft.com/office/drawing/2014/main" id="{E6153E0C-EEAB-E431-5ACD-94BA987481E9}"/>
              </a:ext>
            </a:extLst>
          </p:cNvPr>
          <p:cNvSpPr>
            <a:spLocks noGrp="1"/>
          </p:cNvSpPr>
          <p:nvPr>
            <p:ph type="sldNum" sz="quarter" idx="12"/>
          </p:nvPr>
        </p:nvSpPr>
        <p:spPr>
          <a:xfrm>
            <a:off x="8730845" y="6209600"/>
            <a:ext cx="2743200" cy="365125"/>
          </a:xfrm>
        </p:spPr>
        <p:txBody>
          <a:bodyPr/>
          <a:lstStyle/>
          <a:p>
            <a:fld id="{BC0D97B6-E32F-4D7D-B839-7C3B51F2640F}" type="slidenum">
              <a:rPr lang="pt-PT" smtClean="0"/>
              <a:pPr/>
              <a:t>36</a:t>
            </a:fld>
            <a:endParaRPr lang="pt-PT" dirty="0"/>
          </a:p>
        </p:txBody>
      </p:sp>
      <p:sp>
        <p:nvSpPr>
          <p:cNvPr id="7" name="Marcador de texto 5">
            <a:extLst>
              <a:ext uri="{FF2B5EF4-FFF2-40B4-BE49-F238E27FC236}">
                <a16:creationId xmlns:a16="http://schemas.microsoft.com/office/drawing/2014/main" id="{B4702206-DC76-EA8E-9DB2-88DE0424DF7B}"/>
              </a:ext>
            </a:extLst>
          </p:cNvPr>
          <p:cNvSpPr>
            <a:spLocks noGrp="1"/>
          </p:cNvSpPr>
          <p:nvPr>
            <p:ph type="body" sz="quarter" idx="14"/>
          </p:nvPr>
        </p:nvSpPr>
        <p:spPr>
          <a:xfrm>
            <a:off x="106420" y="114373"/>
            <a:ext cx="11547776" cy="538770"/>
          </a:xfrm>
        </p:spPr>
        <p:txBody>
          <a:bodyPr/>
          <a:lstStyle/>
          <a:p>
            <a:r>
              <a:rPr lang="pt-PT" sz="2400" dirty="0"/>
              <a:t>Desenho de Infraestrutura + LLD</a:t>
            </a:r>
            <a:br>
              <a:rPr lang="pt-PT" sz="2400" dirty="0"/>
            </a:br>
            <a:r>
              <a:rPr lang="pt-PT" sz="1800" dirty="0">
                <a:solidFill>
                  <a:schemeClr val="tx1">
                    <a:lumMod val="75000"/>
                    <a:lumOff val="25000"/>
                  </a:schemeClr>
                </a:solidFill>
              </a:rPr>
              <a:t>Arquitectura (Cloud Privada - </a:t>
            </a:r>
            <a:r>
              <a:rPr lang="pt-PT" sz="1800" dirty="0" err="1">
                <a:solidFill>
                  <a:schemeClr val="tx1">
                    <a:lumMod val="75000"/>
                    <a:lumOff val="25000"/>
                  </a:schemeClr>
                </a:solidFill>
              </a:rPr>
              <a:t>BoM</a:t>
            </a:r>
            <a:r>
              <a:rPr lang="pt-PT" sz="1800" dirty="0">
                <a:solidFill>
                  <a:schemeClr val="tx1">
                    <a:lumMod val="75000"/>
                    <a:lumOff val="25000"/>
                  </a:schemeClr>
                </a:solidFill>
              </a:rPr>
              <a:t>)</a:t>
            </a:r>
            <a:br>
              <a:rPr lang="pt-PT" sz="1800" dirty="0">
                <a:solidFill>
                  <a:schemeClr val="tx1">
                    <a:lumMod val="75000"/>
                    <a:lumOff val="25000"/>
                  </a:schemeClr>
                </a:solidFill>
              </a:rPr>
            </a:br>
            <a:r>
              <a:rPr lang="pt-PT" sz="1800" dirty="0">
                <a:solidFill>
                  <a:schemeClr val="accent2">
                    <a:lumMod val="50000"/>
                  </a:schemeClr>
                </a:solidFill>
              </a:rPr>
              <a:t>Bill </a:t>
            </a:r>
            <a:r>
              <a:rPr lang="pt-PT" sz="1800" dirty="0" err="1">
                <a:solidFill>
                  <a:schemeClr val="accent2">
                    <a:lumMod val="50000"/>
                  </a:schemeClr>
                </a:solidFill>
              </a:rPr>
              <a:t>Of</a:t>
            </a:r>
            <a:r>
              <a:rPr lang="pt-PT" sz="1800" dirty="0">
                <a:solidFill>
                  <a:schemeClr val="accent2">
                    <a:lumMod val="50000"/>
                  </a:schemeClr>
                </a:solidFill>
              </a:rPr>
              <a:t> </a:t>
            </a:r>
            <a:r>
              <a:rPr lang="pt-PT" sz="1800" dirty="0" err="1">
                <a:solidFill>
                  <a:schemeClr val="accent2">
                    <a:lumMod val="50000"/>
                  </a:schemeClr>
                </a:solidFill>
              </a:rPr>
              <a:t>Materials</a:t>
            </a:r>
            <a:endParaRPr lang="pt-PT" sz="1800" dirty="0">
              <a:solidFill>
                <a:schemeClr val="accent2">
                  <a:lumMod val="50000"/>
                </a:schemeClr>
              </a:solidFill>
            </a:endParaRPr>
          </a:p>
        </p:txBody>
      </p:sp>
      <p:graphicFrame>
        <p:nvGraphicFramePr>
          <p:cNvPr id="3" name="Table 2">
            <a:extLst>
              <a:ext uri="{FF2B5EF4-FFF2-40B4-BE49-F238E27FC236}">
                <a16:creationId xmlns:a16="http://schemas.microsoft.com/office/drawing/2014/main" id="{1ED45197-B22B-3CC1-E2F9-49BE9C543206}"/>
              </a:ext>
            </a:extLst>
          </p:cNvPr>
          <p:cNvGraphicFramePr>
            <a:graphicFrameLocks noGrp="1"/>
          </p:cNvGraphicFramePr>
          <p:nvPr/>
        </p:nvGraphicFramePr>
        <p:xfrm>
          <a:off x="155575" y="2077525"/>
          <a:ext cx="9827511" cy="3607342"/>
        </p:xfrm>
        <a:graphic>
          <a:graphicData uri="http://schemas.openxmlformats.org/drawingml/2006/table">
            <a:tbl>
              <a:tblPr firstRow="1" bandRow="1">
                <a:tableStyleId>{9DCAF9ED-07DC-4A11-8D7F-57B35C25682E}</a:tableStyleId>
              </a:tblPr>
              <a:tblGrid>
                <a:gridCol w="1682800">
                  <a:extLst>
                    <a:ext uri="{9D8B030D-6E8A-4147-A177-3AD203B41FA5}">
                      <a16:colId xmlns:a16="http://schemas.microsoft.com/office/drawing/2014/main" val="615284914"/>
                    </a:ext>
                  </a:extLst>
                </a:gridCol>
                <a:gridCol w="1832025">
                  <a:extLst>
                    <a:ext uri="{9D8B030D-6E8A-4147-A177-3AD203B41FA5}">
                      <a16:colId xmlns:a16="http://schemas.microsoft.com/office/drawing/2014/main" val="3612007039"/>
                    </a:ext>
                  </a:extLst>
                </a:gridCol>
                <a:gridCol w="405007">
                  <a:extLst>
                    <a:ext uri="{9D8B030D-6E8A-4147-A177-3AD203B41FA5}">
                      <a16:colId xmlns:a16="http://schemas.microsoft.com/office/drawing/2014/main" val="3375264505"/>
                    </a:ext>
                  </a:extLst>
                </a:gridCol>
                <a:gridCol w="411162">
                  <a:extLst>
                    <a:ext uri="{9D8B030D-6E8A-4147-A177-3AD203B41FA5}">
                      <a16:colId xmlns:a16="http://schemas.microsoft.com/office/drawing/2014/main" val="52941497"/>
                    </a:ext>
                  </a:extLst>
                </a:gridCol>
                <a:gridCol w="1138238">
                  <a:extLst>
                    <a:ext uri="{9D8B030D-6E8A-4147-A177-3AD203B41FA5}">
                      <a16:colId xmlns:a16="http://schemas.microsoft.com/office/drawing/2014/main" val="576092174"/>
                    </a:ext>
                  </a:extLst>
                </a:gridCol>
                <a:gridCol w="190479">
                  <a:extLst>
                    <a:ext uri="{9D8B030D-6E8A-4147-A177-3AD203B41FA5}">
                      <a16:colId xmlns:a16="http://schemas.microsoft.com/office/drawing/2014/main" val="3153357383"/>
                    </a:ext>
                  </a:extLst>
                </a:gridCol>
                <a:gridCol w="777896">
                  <a:extLst>
                    <a:ext uri="{9D8B030D-6E8A-4147-A177-3AD203B41FA5}">
                      <a16:colId xmlns:a16="http://schemas.microsoft.com/office/drawing/2014/main" val="4176510712"/>
                    </a:ext>
                  </a:extLst>
                </a:gridCol>
                <a:gridCol w="863600">
                  <a:extLst>
                    <a:ext uri="{9D8B030D-6E8A-4147-A177-3AD203B41FA5}">
                      <a16:colId xmlns:a16="http://schemas.microsoft.com/office/drawing/2014/main" val="1227048691"/>
                    </a:ext>
                  </a:extLst>
                </a:gridCol>
                <a:gridCol w="879475">
                  <a:extLst>
                    <a:ext uri="{9D8B030D-6E8A-4147-A177-3AD203B41FA5}">
                      <a16:colId xmlns:a16="http://schemas.microsoft.com/office/drawing/2014/main" val="3474778625"/>
                    </a:ext>
                  </a:extLst>
                </a:gridCol>
                <a:gridCol w="1246759">
                  <a:extLst>
                    <a:ext uri="{9D8B030D-6E8A-4147-A177-3AD203B41FA5}">
                      <a16:colId xmlns:a16="http://schemas.microsoft.com/office/drawing/2014/main" val="1351957385"/>
                    </a:ext>
                  </a:extLst>
                </a:gridCol>
                <a:gridCol w="400070">
                  <a:extLst>
                    <a:ext uri="{9D8B030D-6E8A-4147-A177-3AD203B41FA5}">
                      <a16:colId xmlns:a16="http://schemas.microsoft.com/office/drawing/2014/main" val="1966587045"/>
                    </a:ext>
                  </a:extLst>
                </a:gridCol>
              </a:tblGrid>
              <a:tr h="294465">
                <a:tc>
                  <a:txBody>
                    <a:bodyPr/>
                    <a:lstStyle/>
                    <a:p>
                      <a:pPr algn="ctr" fontAlgn="ctr"/>
                      <a:r>
                        <a:rPr lang="pt-PT" sz="1000" b="1" u="none" strike="noStrike" dirty="0">
                          <a:solidFill>
                            <a:srgbClr val="FFFFFF"/>
                          </a:solidFill>
                          <a:effectLst/>
                          <a:latin typeface="+mn-lt"/>
                        </a:rPr>
                        <a:t>Produto*</a:t>
                      </a:r>
                      <a:endParaRPr lang="pt-PT" sz="1000" b="1" i="0" u="none" strike="noStrike" dirty="0">
                        <a:solidFill>
                          <a:srgbClr val="FFFFFF"/>
                        </a:solidFill>
                        <a:effectLst/>
                        <a:latin typeface="+mn-lt"/>
                      </a:endParaRPr>
                    </a:p>
                  </a:txBody>
                  <a:tcPr marL="9525" marR="9525" marT="9525" marB="0" anchor="ctr">
                    <a:lnB w="12700" cap="flat" cmpd="sng" algn="ctr">
                      <a:solidFill>
                        <a:schemeClr val="bg1"/>
                      </a:solidFill>
                      <a:prstDash val="solid"/>
                      <a:round/>
                      <a:headEnd type="none" w="med" len="med"/>
                      <a:tailEnd type="none" w="med" len="med"/>
                    </a:lnB>
                    <a:solidFill>
                      <a:schemeClr val="accent1"/>
                    </a:solidFill>
                  </a:tcPr>
                </a:tc>
                <a:tc>
                  <a:txBody>
                    <a:bodyPr/>
                    <a:lstStyle/>
                    <a:p>
                      <a:pPr algn="ctr" fontAlgn="ctr"/>
                      <a:r>
                        <a:rPr lang="pt-PT" sz="1000" b="1" u="none" strike="noStrike" dirty="0">
                          <a:solidFill>
                            <a:srgbClr val="FFFFFF"/>
                          </a:solidFill>
                          <a:effectLst/>
                          <a:latin typeface="+mn-lt"/>
                        </a:rPr>
                        <a:t>S.O.</a:t>
                      </a:r>
                      <a:endParaRPr lang="pt-PT" sz="1000" b="1" i="0" u="none" strike="noStrike" dirty="0">
                        <a:solidFill>
                          <a:srgbClr val="FFFFFF"/>
                        </a:solidFill>
                        <a:effectLst/>
                        <a:latin typeface="+mn-lt"/>
                      </a:endParaRPr>
                    </a:p>
                  </a:txBody>
                  <a:tcPr marL="9525" marR="9525" marT="9525" marB="0" anchor="ctr">
                    <a:lnB w="12700" cap="flat" cmpd="sng" algn="ctr">
                      <a:solidFill>
                        <a:schemeClr val="bg1"/>
                      </a:solidFill>
                      <a:prstDash val="solid"/>
                      <a:round/>
                      <a:headEnd type="none" w="med" len="med"/>
                      <a:tailEnd type="none" w="med" len="med"/>
                    </a:lnB>
                    <a:solidFill>
                      <a:schemeClr val="accent1"/>
                    </a:solidFill>
                  </a:tcPr>
                </a:tc>
                <a:tc>
                  <a:txBody>
                    <a:bodyPr/>
                    <a:lstStyle/>
                    <a:p>
                      <a:pPr algn="ctr" fontAlgn="ctr"/>
                      <a:r>
                        <a:rPr lang="pt-PT" sz="1000" b="1" u="none" strike="noStrike" dirty="0">
                          <a:solidFill>
                            <a:srgbClr val="FFFFFF"/>
                          </a:solidFill>
                          <a:effectLst/>
                          <a:latin typeface="+mn-lt"/>
                        </a:rPr>
                        <a:t>CPU</a:t>
                      </a:r>
                      <a:endParaRPr lang="pt-PT" sz="1000" b="1" i="0" u="none" strike="noStrike" dirty="0">
                        <a:solidFill>
                          <a:srgbClr val="FFFFFF"/>
                        </a:solidFill>
                        <a:effectLst/>
                        <a:latin typeface="+mn-lt"/>
                      </a:endParaRPr>
                    </a:p>
                  </a:txBody>
                  <a:tcPr marL="9525" marR="9525" marT="9525" marB="0" anchor="ctr">
                    <a:lnB w="12700" cap="flat" cmpd="sng" algn="ctr">
                      <a:solidFill>
                        <a:schemeClr val="bg1"/>
                      </a:solidFill>
                      <a:prstDash val="solid"/>
                      <a:round/>
                      <a:headEnd type="none" w="med" len="med"/>
                      <a:tailEnd type="none" w="med" len="med"/>
                    </a:lnB>
                    <a:solidFill>
                      <a:schemeClr val="accent1"/>
                    </a:solidFill>
                  </a:tcPr>
                </a:tc>
                <a:tc>
                  <a:txBody>
                    <a:bodyPr/>
                    <a:lstStyle/>
                    <a:p>
                      <a:pPr algn="ctr" fontAlgn="ctr"/>
                      <a:r>
                        <a:rPr lang="pt-PT" sz="1000" b="1" u="none" strike="noStrike" dirty="0">
                          <a:solidFill>
                            <a:srgbClr val="FFFFFF"/>
                          </a:solidFill>
                          <a:effectLst/>
                          <a:latin typeface="+mn-lt"/>
                        </a:rPr>
                        <a:t>RAM</a:t>
                      </a:r>
                      <a:endParaRPr lang="pt-PT" sz="1000" b="1" i="0" u="none" strike="noStrike" dirty="0">
                        <a:solidFill>
                          <a:srgbClr val="FFFFFF"/>
                        </a:solidFill>
                        <a:effectLst/>
                        <a:latin typeface="+mn-lt"/>
                      </a:endParaRPr>
                    </a:p>
                  </a:txBody>
                  <a:tcPr marL="9525" marR="9525" marT="9525" marB="0" anchor="ctr">
                    <a:lnB w="12700" cap="flat" cmpd="sng" algn="ctr">
                      <a:solidFill>
                        <a:schemeClr val="bg1"/>
                      </a:solidFill>
                      <a:prstDash val="solid"/>
                      <a:round/>
                      <a:headEnd type="none" w="med" len="med"/>
                      <a:tailEnd type="none" w="med" len="med"/>
                    </a:lnB>
                    <a:solidFill>
                      <a:schemeClr val="accent1"/>
                    </a:solidFill>
                  </a:tcPr>
                </a:tc>
                <a:tc>
                  <a:txBody>
                    <a:bodyPr/>
                    <a:lstStyle/>
                    <a:p>
                      <a:pPr algn="ctr" fontAlgn="ctr"/>
                      <a:r>
                        <a:rPr lang="pt-PT" sz="1000" b="1" u="none" strike="noStrike" dirty="0">
                          <a:solidFill>
                            <a:srgbClr val="FFFFFF"/>
                          </a:solidFill>
                          <a:effectLst/>
                          <a:latin typeface="+mn-lt"/>
                        </a:rPr>
                        <a:t>C: </a:t>
                      </a:r>
                      <a:r>
                        <a:rPr lang="pt-PT" sz="1000" b="1" u="none" strike="noStrike" dirty="0" err="1">
                          <a:solidFill>
                            <a:srgbClr val="FFFFFF"/>
                          </a:solidFill>
                          <a:effectLst/>
                          <a:latin typeface="+mn-lt"/>
                        </a:rPr>
                        <a:t>Disk</a:t>
                      </a:r>
                      <a:r>
                        <a:rPr lang="pt-PT" sz="1000" b="1" u="none" strike="noStrike" dirty="0">
                          <a:solidFill>
                            <a:srgbClr val="FFFFFF"/>
                          </a:solidFill>
                          <a:effectLst/>
                          <a:latin typeface="+mn-lt"/>
                        </a:rPr>
                        <a:t> (SO e SW)</a:t>
                      </a:r>
                      <a:endParaRPr lang="pt-PT" sz="1000" b="1" i="0" u="none" strike="noStrike" dirty="0">
                        <a:solidFill>
                          <a:srgbClr val="FFFFFF"/>
                        </a:solidFill>
                        <a:effectLst/>
                        <a:latin typeface="+mn-lt"/>
                      </a:endParaRPr>
                    </a:p>
                  </a:txBody>
                  <a:tcPr marL="9525" marR="9525" marT="9525" marB="0" anchor="ctr">
                    <a:lnB w="12700" cap="flat" cmpd="sng" algn="ctr">
                      <a:solidFill>
                        <a:schemeClr val="bg1"/>
                      </a:solidFill>
                      <a:prstDash val="solid"/>
                      <a:round/>
                      <a:headEnd type="none" w="med" len="med"/>
                      <a:tailEnd type="none" w="med" len="med"/>
                    </a:lnB>
                    <a:solidFill>
                      <a:schemeClr val="accent1"/>
                    </a:solidFill>
                  </a:tcPr>
                </a:tc>
                <a:tc gridSpan="2">
                  <a:txBody>
                    <a:bodyPr/>
                    <a:lstStyle/>
                    <a:p>
                      <a:pPr algn="ctr" fontAlgn="ctr"/>
                      <a:r>
                        <a:rPr lang="pt-PT" sz="1000" b="1" u="none" strike="noStrike" dirty="0">
                          <a:solidFill>
                            <a:srgbClr val="FFFFFF"/>
                          </a:solidFill>
                          <a:effectLst/>
                          <a:latin typeface="+mn-lt"/>
                        </a:rPr>
                        <a:t>D: </a:t>
                      </a:r>
                      <a:r>
                        <a:rPr lang="pt-PT" sz="1000" b="1" u="none" strike="noStrike" dirty="0" err="1">
                          <a:solidFill>
                            <a:srgbClr val="FFFFFF"/>
                          </a:solidFill>
                          <a:effectLst/>
                          <a:latin typeface="+mn-lt"/>
                        </a:rPr>
                        <a:t>Disk</a:t>
                      </a:r>
                      <a:r>
                        <a:rPr lang="pt-PT" sz="1000" b="1" u="none" strike="noStrike" dirty="0">
                          <a:solidFill>
                            <a:srgbClr val="FFFFFF"/>
                          </a:solidFill>
                          <a:effectLst/>
                          <a:latin typeface="+mn-lt"/>
                        </a:rPr>
                        <a:t> (cache)</a:t>
                      </a:r>
                      <a:endParaRPr lang="pt-PT" sz="1000" b="1" i="0" u="none" strike="noStrike" dirty="0">
                        <a:solidFill>
                          <a:srgbClr val="FFFFFF"/>
                        </a:solidFill>
                        <a:effectLst/>
                        <a:latin typeface="+mn-lt"/>
                      </a:endParaRPr>
                    </a:p>
                  </a:txBody>
                  <a:tcPr marL="9525" marR="9525" marT="9525" marB="0" anchor="ctr">
                    <a:lnB w="12700" cap="flat" cmpd="sng" algn="ctr">
                      <a:solidFill>
                        <a:schemeClr val="bg1"/>
                      </a:solidFill>
                      <a:prstDash val="solid"/>
                      <a:round/>
                      <a:headEnd type="none" w="med" len="med"/>
                      <a:tailEnd type="none" w="med" len="med"/>
                    </a:lnB>
                    <a:solidFill>
                      <a:schemeClr val="accent1"/>
                    </a:solidFill>
                  </a:tcPr>
                </a:tc>
                <a:tc hMerge="1">
                  <a:txBody>
                    <a:bodyPr/>
                    <a:lstStyle/>
                    <a:p>
                      <a:endParaRPr lang="en-US"/>
                    </a:p>
                  </a:txBody>
                  <a:tcPr/>
                </a:tc>
                <a:tc>
                  <a:txBody>
                    <a:bodyPr/>
                    <a:lstStyle/>
                    <a:p>
                      <a:pPr algn="ctr" fontAlgn="ctr"/>
                      <a:r>
                        <a:rPr lang="pt-PT" sz="1000" b="1" u="none" strike="noStrike" dirty="0">
                          <a:solidFill>
                            <a:srgbClr val="FFFFFF"/>
                          </a:solidFill>
                          <a:effectLst/>
                          <a:latin typeface="+mn-lt"/>
                        </a:rPr>
                        <a:t>E: </a:t>
                      </a:r>
                      <a:r>
                        <a:rPr lang="pt-PT" sz="1000" b="1" u="none" strike="noStrike" dirty="0" err="1">
                          <a:solidFill>
                            <a:srgbClr val="FFFFFF"/>
                          </a:solidFill>
                          <a:effectLst/>
                          <a:latin typeface="+mn-lt"/>
                        </a:rPr>
                        <a:t>Disk</a:t>
                      </a:r>
                      <a:r>
                        <a:rPr lang="pt-PT" sz="1000" b="1" u="none" strike="noStrike" dirty="0">
                          <a:solidFill>
                            <a:srgbClr val="FFFFFF"/>
                          </a:solidFill>
                          <a:effectLst/>
                          <a:latin typeface="+mn-lt"/>
                        </a:rPr>
                        <a:t> (DEV)</a:t>
                      </a:r>
                      <a:endParaRPr lang="pt-PT" sz="1000" b="1" i="0" u="none" strike="noStrike" dirty="0">
                        <a:solidFill>
                          <a:srgbClr val="FFFFFF"/>
                        </a:solidFill>
                        <a:effectLst/>
                        <a:latin typeface="+mn-lt"/>
                      </a:endParaRPr>
                    </a:p>
                  </a:txBody>
                  <a:tcPr marL="9525" marR="9525" marT="9525" marB="0" anchor="ctr">
                    <a:lnB w="12700" cap="flat" cmpd="sng" algn="ctr">
                      <a:solidFill>
                        <a:schemeClr val="bg1"/>
                      </a:solidFill>
                      <a:prstDash val="solid"/>
                      <a:round/>
                      <a:headEnd type="none" w="med" len="med"/>
                      <a:tailEnd type="none" w="med" len="med"/>
                    </a:lnB>
                    <a:solidFill>
                      <a:schemeClr val="accent1"/>
                    </a:solidFill>
                  </a:tcPr>
                </a:tc>
                <a:tc>
                  <a:txBody>
                    <a:bodyPr/>
                    <a:lstStyle/>
                    <a:p>
                      <a:r>
                        <a:rPr lang="pt-PT" sz="1000" b="1" u="none" strike="noStrike" dirty="0">
                          <a:solidFill>
                            <a:srgbClr val="FFFFFF"/>
                          </a:solidFill>
                          <a:effectLst/>
                          <a:latin typeface="+mn-lt"/>
                        </a:rPr>
                        <a:t>F: </a:t>
                      </a:r>
                      <a:r>
                        <a:rPr lang="pt-PT" sz="1000" b="1" u="none" strike="noStrike" dirty="0" err="1">
                          <a:solidFill>
                            <a:srgbClr val="FFFFFF"/>
                          </a:solidFill>
                          <a:effectLst/>
                          <a:latin typeface="+mn-lt"/>
                        </a:rPr>
                        <a:t>Disk</a:t>
                      </a:r>
                      <a:r>
                        <a:rPr lang="pt-PT" sz="1000" b="1" u="none" strike="noStrike" dirty="0">
                          <a:solidFill>
                            <a:srgbClr val="FFFFFF"/>
                          </a:solidFill>
                          <a:effectLst/>
                          <a:latin typeface="+mn-lt"/>
                        </a:rPr>
                        <a:t> (QUA)</a:t>
                      </a:r>
                      <a:endParaRPr lang="en-US" sz="1200" dirty="0">
                        <a:latin typeface="+mn-lt"/>
                      </a:endParaRPr>
                    </a:p>
                  </a:txBody>
                  <a:tcPr marL="9525" marR="9525" marT="9525" marB="0" anchor="ctr">
                    <a:lnB w="12700" cap="flat" cmpd="sng" algn="ctr">
                      <a:solidFill>
                        <a:schemeClr val="bg1"/>
                      </a:solidFill>
                      <a:prstDash val="solid"/>
                      <a:round/>
                      <a:headEnd type="none" w="med" len="med"/>
                      <a:tailEnd type="none" w="med" len="med"/>
                    </a:lnB>
                    <a:solidFill>
                      <a:schemeClr val="accent1"/>
                    </a:solidFill>
                  </a:tcPr>
                </a:tc>
                <a:tc>
                  <a:txBody>
                    <a:bodyPr/>
                    <a:lstStyle/>
                    <a:p>
                      <a:pPr algn="ctr" fontAlgn="ctr"/>
                      <a:r>
                        <a:rPr lang="pt-PT" sz="1000" b="1" u="none" strike="noStrike" dirty="0">
                          <a:solidFill>
                            <a:srgbClr val="FFFFFF"/>
                          </a:solidFill>
                          <a:effectLst/>
                          <a:latin typeface="+mn-lt"/>
                        </a:rPr>
                        <a:t>T: </a:t>
                      </a:r>
                      <a:r>
                        <a:rPr lang="pt-PT" sz="1000" b="1" u="none" strike="noStrike" dirty="0" err="1">
                          <a:solidFill>
                            <a:srgbClr val="FFFFFF"/>
                          </a:solidFill>
                          <a:effectLst/>
                          <a:latin typeface="+mn-lt"/>
                        </a:rPr>
                        <a:t>Disk</a:t>
                      </a:r>
                      <a:r>
                        <a:rPr lang="pt-PT" sz="1000" b="1" u="none" strike="noStrike" dirty="0">
                          <a:solidFill>
                            <a:srgbClr val="FFFFFF"/>
                          </a:solidFill>
                          <a:effectLst/>
                          <a:latin typeface="+mn-lt"/>
                        </a:rPr>
                        <a:t> (Backup)</a:t>
                      </a:r>
                      <a:endParaRPr lang="pt-PT" sz="1000" b="1" i="0" u="none" strike="noStrike" dirty="0">
                        <a:solidFill>
                          <a:srgbClr val="FFFFFF"/>
                        </a:solidFill>
                        <a:effectLst/>
                        <a:latin typeface="+mn-lt"/>
                      </a:endParaRPr>
                    </a:p>
                  </a:txBody>
                  <a:tcPr marL="9525" marR="9525" marT="9525" marB="0" anchor="ctr">
                    <a:lnB w="12700" cap="flat" cmpd="sng" algn="ctr">
                      <a:solidFill>
                        <a:schemeClr val="bg1"/>
                      </a:solidFill>
                      <a:prstDash val="solid"/>
                      <a:round/>
                      <a:headEnd type="none" w="med" len="med"/>
                      <a:tailEnd type="none" w="med" len="med"/>
                    </a:lnB>
                    <a:solidFill>
                      <a:schemeClr val="accent1"/>
                    </a:solidFill>
                  </a:tcPr>
                </a:tc>
                <a:tc>
                  <a:txBody>
                    <a:bodyPr/>
                    <a:lstStyle/>
                    <a:p>
                      <a:pPr algn="ctr" fontAlgn="ctr"/>
                      <a:r>
                        <a:rPr lang="pt-PT" sz="1000" b="1" u="none" strike="noStrike" dirty="0">
                          <a:solidFill>
                            <a:srgbClr val="FFFFFF"/>
                          </a:solidFill>
                          <a:effectLst/>
                          <a:latin typeface="+mn-lt"/>
                        </a:rPr>
                        <a:t> #</a:t>
                      </a:r>
                      <a:endParaRPr lang="pt-PT" sz="1000" b="1" i="0" u="none" strike="noStrike" dirty="0">
                        <a:solidFill>
                          <a:srgbClr val="FFFFFF"/>
                        </a:solidFill>
                        <a:effectLst/>
                        <a:latin typeface="+mn-lt"/>
                      </a:endParaRPr>
                    </a:p>
                  </a:txBody>
                  <a:tcPr marL="9525" marR="9525" marT="9525" marB="0" anchor="ctr">
                    <a:lnB w="12700" cap="flat" cmpd="sng" algn="ctr">
                      <a:solidFill>
                        <a:schemeClr val="bg1"/>
                      </a:solidFill>
                      <a:prstDash val="solid"/>
                      <a:round/>
                      <a:headEnd type="none" w="med" len="med"/>
                      <a:tailEnd type="none" w="med" len="med"/>
                    </a:lnB>
                    <a:solidFill>
                      <a:schemeClr val="accent1"/>
                    </a:solidFill>
                  </a:tcPr>
                </a:tc>
                <a:extLst>
                  <a:ext uri="{0D108BD9-81ED-4DB2-BD59-A6C34878D82A}">
                    <a16:rowId xmlns:a16="http://schemas.microsoft.com/office/drawing/2014/main" val="2901569690"/>
                  </a:ext>
                </a:extLst>
              </a:tr>
              <a:tr h="193151">
                <a:tc>
                  <a:txBody>
                    <a:bodyPr/>
                    <a:lstStyle/>
                    <a:p>
                      <a:pPr marL="0" algn="l" defTabSz="914377" rtl="0" eaLnBrk="1" fontAlgn="b" latinLnBrk="0" hangingPunct="1"/>
                      <a:r>
                        <a:rPr lang="pt-PT" sz="700" kern="1200" cap="all" baseline="0" dirty="0">
                          <a:solidFill>
                            <a:schemeClr val="bg1"/>
                          </a:solidFill>
                          <a:latin typeface="+mn-lt"/>
                          <a:ea typeface="Segoe UI Black" panose="020B0A02040204020203" pitchFamily="34" charset="0"/>
                          <a:cs typeface="Segoe UI Semibold" panose="020B0702040204020203" pitchFamily="34" charset="0"/>
                        </a:rPr>
                        <a:t>MF Enterprise </a:t>
                      </a:r>
                      <a:r>
                        <a:rPr lang="pt-PT" sz="700" kern="1200" cap="all" baseline="0" dirty="0" err="1">
                          <a:solidFill>
                            <a:schemeClr val="bg1"/>
                          </a:solidFill>
                          <a:latin typeface="+mn-lt"/>
                          <a:ea typeface="Segoe UI Black" panose="020B0A02040204020203" pitchFamily="34" charset="0"/>
                          <a:cs typeface="Segoe UI Semibold" panose="020B0702040204020203" pitchFamily="34" charset="0"/>
                        </a:rPr>
                        <a:t>Test</a:t>
                      </a:r>
                      <a:r>
                        <a:rPr lang="pt-PT" sz="700" kern="1200" cap="all" baseline="0" dirty="0">
                          <a:solidFill>
                            <a:schemeClr val="bg1"/>
                          </a:solidFill>
                          <a:latin typeface="+mn-lt"/>
                          <a:ea typeface="Segoe UI Black" panose="020B0A02040204020203" pitchFamily="34" charset="0"/>
                          <a:cs typeface="Segoe UI Semibold" panose="020B0702040204020203" pitchFamily="34" charset="0"/>
                        </a:rPr>
                        <a:t> Server</a:t>
                      </a:r>
                    </a:p>
                  </a:txBody>
                  <a:tcPr marL="108000"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666666"/>
                    </a:solidFill>
                  </a:tcPr>
                </a:tc>
                <a:tc>
                  <a:txBody>
                    <a:bodyPr/>
                    <a:lstStyle/>
                    <a:p>
                      <a:pPr algn="l" fontAlgn="b"/>
                      <a:r>
                        <a:rPr lang="pt-PT" sz="1000" b="0" u="none" strike="noStrike" kern="1200" dirty="0">
                          <a:solidFill>
                            <a:srgbClr val="000000"/>
                          </a:solidFill>
                          <a:effectLst/>
                          <a:latin typeface="+mn-lt"/>
                        </a:rPr>
                        <a:t>Windows Server 2019</a:t>
                      </a:r>
                      <a:endParaRPr lang="pt-PT" sz="1000" b="0" i="0" u="none" strike="noStrike" kern="1200" dirty="0">
                        <a:solidFill>
                          <a:srgbClr val="000000"/>
                        </a:solidFill>
                        <a:effectLst/>
                        <a:latin typeface="+mn-lt"/>
                        <a:ea typeface="+mn-ea"/>
                        <a:cs typeface="+mn-cs"/>
                      </a:endParaRPr>
                    </a:p>
                  </a:txBody>
                  <a:tcPr marL="108000"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fontAlgn="b"/>
                      <a:r>
                        <a:rPr lang="pt-PT" sz="1000" b="0" u="none" strike="noStrike" kern="1200" dirty="0">
                          <a:solidFill>
                            <a:srgbClr val="000000"/>
                          </a:solidFill>
                          <a:effectLst/>
                          <a:latin typeface="+mn-lt"/>
                        </a:rPr>
                        <a:t>4</a:t>
                      </a:r>
                      <a:endParaRPr lang="pt-PT" sz="1000" b="0" i="0" u="none" strike="noStrike" kern="1200" dirty="0">
                        <a:solidFill>
                          <a:srgbClr val="000000"/>
                        </a:solidFill>
                        <a:effectLst/>
                        <a:latin typeface="+mn-lt"/>
                        <a:ea typeface="+mn-ea"/>
                        <a:cs typeface="+mn-cs"/>
                      </a:endParaRP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fontAlgn="b"/>
                      <a:r>
                        <a:rPr lang="pt-PT" sz="1000" b="0" u="none" strike="noStrike" kern="1200" dirty="0">
                          <a:solidFill>
                            <a:srgbClr val="000000"/>
                          </a:solidFill>
                          <a:effectLst/>
                          <a:latin typeface="+mn-lt"/>
                        </a:rPr>
                        <a:t>16 GB</a:t>
                      </a:r>
                      <a:endParaRPr lang="pt-PT" sz="1000" b="0" i="0" u="none" strike="noStrike" kern="1200" dirty="0">
                        <a:solidFill>
                          <a:srgbClr val="000000"/>
                        </a:solidFill>
                        <a:effectLst/>
                        <a:latin typeface="+mn-lt"/>
                        <a:ea typeface="+mn-ea"/>
                        <a:cs typeface="+mn-cs"/>
                      </a:endParaRP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fontAlgn="b"/>
                      <a:r>
                        <a:rPr lang="pt-PT" sz="1000" b="0" u="none" strike="noStrike" kern="1200" dirty="0">
                          <a:solidFill>
                            <a:srgbClr val="000000"/>
                          </a:solidFill>
                          <a:effectLst/>
                          <a:latin typeface="+mn-lt"/>
                        </a:rPr>
                        <a:t>127 GB</a:t>
                      </a:r>
                      <a:endParaRPr lang="pt-PT" sz="1000" b="0" i="0" u="none" strike="noStrike" kern="1200" dirty="0">
                        <a:solidFill>
                          <a:srgbClr val="000000"/>
                        </a:solidFill>
                        <a:effectLst/>
                        <a:latin typeface="+mn-lt"/>
                        <a:ea typeface="+mn-ea"/>
                        <a:cs typeface="+mn-cs"/>
                      </a:endParaRP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gridSpan="2">
                  <a:txBody>
                    <a:bodyPr/>
                    <a:lstStyle/>
                    <a:p>
                      <a:pPr algn="ctr" fontAlgn="b"/>
                      <a:r>
                        <a:rPr lang="pt-PT" sz="1000" b="0" u="none" strike="noStrike" kern="1200" dirty="0">
                          <a:solidFill>
                            <a:srgbClr val="000000"/>
                          </a:solidFill>
                          <a:effectLst/>
                          <a:latin typeface="+mn-lt"/>
                        </a:rPr>
                        <a:t>500 GB</a:t>
                      </a:r>
                      <a:endParaRPr lang="pt-PT" sz="1000" b="0" i="0" u="none" strike="noStrike" kern="1200" dirty="0">
                        <a:solidFill>
                          <a:srgbClr val="000000"/>
                        </a:solidFill>
                        <a:effectLst/>
                        <a:latin typeface="+mn-lt"/>
                        <a:ea typeface="+mn-ea"/>
                        <a:cs typeface="+mn-cs"/>
                      </a:endParaRP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hMerge="1">
                  <a:txBody>
                    <a:bodyPr/>
                    <a:lstStyle/>
                    <a:p>
                      <a:endParaRPr lang="en-US"/>
                    </a:p>
                  </a:txBody>
                  <a:tcPr/>
                </a:tc>
                <a:tc>
                  <a:txBody>
                    <a:bodyPr/>
                    <a:lstStyle/>
                    <a:p>
                      <a:pPr algn="ctr" fontAlgn="b"/>
                      <a:r>
                        <a:rPr lang="pt-PT" sz="1000" b="0" u="none" strike="noStrike" kern="1200" dirty="0">
                          <a:solidFill>
                            <a:srgbClr val="000000"/>
                          </a:solidFill>
                          <a:effectLst/>
                          <a:latin typeface="+mn-lt"/>
                        </a:rPr>
                        <a:t>100 GB</a:t>
                      </a:r>
                      <a:endParaRPr lang="pt-PT" sz="1000" b="0" i="0" u="none" strike="noStrike" kern="1200" dirty="0">
                        <a:solidFill>
                          <a:srgbClr val="000000"/>
                        </a:solidFill>
                        <a:effectLst/>
                        <a:latin typeface="+mn-lt"/>
                        <a:ea typeface="+mn-ea"/>
                        <a:cs typeface="+mn-cs"/>
                      </a:endParaRP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r>
                        <a:rPr lang="pt-PT" sz="1000" b="0" u="none" strike="noStrike" kern="1200">
                          <a:solidFill>
                            <a:srgbClr val="000000"/>
                          </a:solidFill>
                          <a:effectLst/>
                          <a:latin typeface="+mn-lt"/>
                        </a:rPr>
                        <a:t>100 GB</a:t>
                      </a:r>
                      <a:endParaRPr lang="en-US" sz="1200">
                        <a:latin typeface="+mn-lt"/>
                      </a:endParaRP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r" fontAlgn="b"/>
                      <a:endParaRPr lang="pt-PT" sz="1000" b="0" i="0" u="none" strike="noStrike" kern="1200" dirty="0">
                        <a:solidFill>
                          <a:srgbClr val="000000"/>
                        </a:solidFill>
                        <a:effectLst/>
                        <a:latin typeface="+mn-lt"/>
                        <a:ea typeface="+mn-ea"/>
                        <a:cs typeface="+mn-cs"/>
                      </a:endParaRP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fontAlgn="b"/>
                      <a:r>
                        <a:rPr lang="pt-PT" sz="1000" b="0" u="none" strike="noStrike" kern="1200">
                          <a:solidFill>
                            <a:srgbClr val="000000"/>
                          </a:solidFill>
                          <a:effectLst/>
                          <a:latin typeface="+mn-lt"/>
                        </a:rPr>
                        <a:t>1</a:t>
                      </a:r>
                      <a:endParaRPr lang="pt-PT" sz="1000" b="0" i="0" u="none" strike="noStrike" kern="1200" dirty="0">
                        <a:solidFill>
                          <a:srgbClr val="000000"/>
                        </a:solidFill>
                        <a:effectLst/>
                        <a:latin typeface="+mn-lt"/>
                        <a:ea typeface="+mn-ea"/>
                        <a:cs typeface="+mn-cs"/>
                      </a:endParaRP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268389382"/>
                  </a:ext>
                </a:extLst>
              </a:tr>
              <a:tr h="0">
                <a:tc>
                  <a:txBody>
                    <a:bodyPr/>
                    <a:lstStyle/>
                    <a:p>
                      <a:pPr marL="0" algn="l" defTabSz="914377" rtl="0" eaLnBrk="1" fontAlgn="b" latinLnBrk="0" hangingPunct="1"/>
                      <a:r>
                        <a:rPr lang="pt-PT" sz="700" kern="1200" cap="all" baseline="0" dirty="0" err="1">
                          <a:solidFill>
                            <a:schemeClr val="bg1"/>
                          </a:solidFill>
                          <a:latin typeface="+mn-lt"/>
                          <a:ea typeface="Segoe UI Black" panose="020B0A02040204020203" pitchFamily="34" charset="0"/>
                          <a:cs typeface="Segoe UI Semibold" panose="020B0702040204020203" pitchFamily="34" charset="0"/>
                        </a:rPr>
                        <a:t>Db</a:t>
                      </a:r>
                      <a:r>
                        <a:rPr lang="pt-PT" sz="700" kern="1200" cap="all" baseline="0" dirty="0">
                          <a:solidFill>
                            <a:schemeClr val="bg1"/>
                          </a:solidFill>
                          <a:latin typeface="+mn-lt"/>
                          <a:ea typeface="Segoe UI Black" panose="020B0A02040204020203" pitchFamily="34" charset="0"/>
                          <a:cs typeface="Segoe UI Semibold" panose="020B0702040204020203" pitchFamily="34" charset="0"/>
                        </a:rPr>
                        <a:t> LUW </a:t>
                      </a:r>
                    </a:p>
                  </a:txBody>
                  <a:tcPr marL="108000"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666666"/>
                    </a:solidFill>
                  </a:tcPr>
                </a:tc>
                <a:tc>
                  <a:txBody>
                    <a:bodyPr/>
                    <a:lstStyle/>
                    <a:p>
                      <a:pPr algn="l" fontAlgn="b"/>
                      <a:r>
                        <a:rPr lang="pt-PT" sz="1000" b="0" u="none" strike="noStrike" kern="1200" dirty="0">
                          <a:solidFill>
                            <a:srgbClr val="000000"/>
                          </a:solidFill>
                          <a:effectLst/>
                          <a:latin typeface="+mn-lt"/>
                        </a:rPr>
                        <a:t>Windows Server 2019</a:t>
                      </a:r>
                      <a:endParaRPr lang="pt-PT" sz="1000" b="0" i="0" u="none" strike="noStrike" kern="1200" dirty="0">
                        <a:solidFill>
                          <a:srgbClr val="000000"/>
                        </a:solidFill>
                        <a:effectLst/>
                        <a:latin typeface="+mn-lt"/>
                        <a:ea typeface="+mn-ea"/>
                        <a:cs typeface="+mn-cs"/>
                      </a:endParaRPr>
                    </a:p>
                  </a:txBody>
                  <a:tcPr marL="108000"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fontAlgn="b"/>
                      <a:r>
                        <a:rPr lang="pt-PT" sz="1000" b="0" u="none" strike="noStrike" kern="1200" dirty="0">
                          <a:solidFill>
                            <a:srgbClr val="000000"/>
                          </a:solidFill>
                          <a:effectLst/>
                          <a:latin typeface="+mn-lt"/>
                        </a:rPr>
                        <a:t>2</a:t>
                      </a:r>
                      <a:endParaRPr lang="pt-PT" sz="1000" b="0" i="0" u="none" strike="noStrike" kern="1200" dirty="0">
                        <a:solidFill>
                          <a:srgbClr val="000000"/>
                        </a:solidFill>
                        <a:effectLst/>
                        <a:latin typeface="+mn-lt"/>
                        <a:ea typeface="+mn-ea"/>
                        <a:cs typeface="+mn-cs"/>
                      </a:endParaRP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fontAlgn="b"/>
                      <a:r>
                        <a:rPr lang="pt-PT" sz="1000" b="0" u="none" strike="noStrike" kern="1200" dirty="0">
                          <a:solidFill>
                            <a:srgbClr val="000000"/>
                          </a:solidFill>
                          <a:effectLst/>
                          <a:latin typeface="+mn-lt"/>
                        </a:rPr>
                        <a:t>16 GB</a:t>
                      </a:r>
                      <a:endParaRPr lang="pt-PT" sz="1000" b="0" i="0" u="none" strike="noStrike" kern="1200" dirty="0">
                        <a:solidFill>
                          <a:srgbClr val="000000"/>
                        </a:solidFill>
                        <a:effectLst/>
                        <a:latin typeface="+mn-lt"/>
                        <a:ea typeface="+mn-ea"/>
                        <a:cs typeface="+mn-cs"/>
                      </a:endParaRP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marR="0" lvl="0" indent="0" algn="ctr" defTabSz="914377" rtl="0" eaLnBrk="1" fontAlgn="b" latinLnBrk="0" hangingPunct="1">
                        <a:lnSpc>
                          <a:spcPct val="100000"/>
                        </a:lnSpc>
                        <a:spcBef>
                          <a:spcPts val="0"/>
                        </a:spcBef>
                        <a:spcAft>
                          <a:spcPts val="0"/>
                        </a:spcAft>
                        <a:buClrTx/>
                        <a:buSzTx/>
                        <a:buFontTx/>
                        <a:buNone/>
                        <a:tabLst/>
                        <a:defRPr/>
                      </a:pPr>
                      <a:r>
                        <a:rPr kumimoji="0" lang="pt-PT" sz="1000" b="0" i="0" u="none" strike="noStrike" kern="1200" cap="none" spc="0" normalizeH="0" baseline="0" noProof="0" dirty="0">
                          <a:ln>
                            <a:noFill/>
                          </a:ln>
                          <a:solidFill>
                            <a:srgbClr val="000000"/>
                          </a:solidFill>
                          <a:effectLst/>
                          <a:uLnTx/>
                          <a:uFillTx/>
                          <a:latin typeface="+mn-lt"/>
                          <a:ea typeface="+mn-ea"/>
                          <a:cs typeface="+mn-cs"/>
                        </a:rPr>
                        <a:t>127 GB</a:t>
                      </a: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gridSpan="2">
                  <a:txBody>
                    <a:bodyPr/>
                    <a:lstStyle/>
                    <a:p>
                      <a:pPr algn="ctr" fontAlgn="b"/>
                      <a:r>
                        <a:rPr lang="pt-PT" sz="1000" b="0" u="none" strike="noStrike" kern="1200" dirty="0">
                          <a:solidFill>
                            <a:srgbClr val="000000"/>
                          </a:solidFill>
                          <a:effectLst/>
                          <a:latin typeface="+mn-lt"/>
                        </a:rPr>
                        <a:t>500 GB</a:t>
                      </a:r>
                      <a:endParaRPr lang="pt-PT" sz="1000" b="0" i="0" u="none" strike="noStrike" kern="1200" dirty="0">
                        <a:solidFill>
                          <a:srgbClr val="000000"/>
                        </a:solidFill>
                        <a:effectLst/>
                        <a:latin typeface="+mn-lt"/>
                        <a:ea typeface="+mn-ea"/>
                        <a:cs typeface="+mn-cs"/>
                      </a:endParaRP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hMerge="1">
                  <a:txBody>
                    <a:bodyPr/>
                    <a:lstStyle/>
                    <a:p>
                      <a:endParaRPr lang="en-US"/>
                    </a:p>
                  </a:txBody>
                  <a:tcPr/>
                </a:tc>
                <a:tc>
                  <a:txBody>
                    <a:bodyPr/>
                    <a:lstStyle/>
                    <a:p>
                      <a:pPr algn="ctr" fontAlgn="b"/>
                      <a:r>
                        <a:rPr lang="pt-PT" sz="1000" b="0" u="none" strike="noStrike" kern="1200" dirty="0">
                          <a:solidFill>
                            <a:srgbClr val="000000"/>
                          </a:solidFill>
                          <a:effectLst/>
                          <a:latin typeface="+mn-lt"/>
                        </a:rPr>
                        <a:t>100 GB</a:t>
                      </a:r>
                      <a:endParaRPr lang="pt-PT" sz="1000" b="0" i="0" u="none" strike="noStrike" kern="1200" dirty="0">
                        <a:solidFill>
                          <a:srgbClr val="000000"/>
                        </a:solidFill>
                        <a:effectLst/>
                        <a:latin typeface="+mn-lt"/>
                        <a:ea typeface="+mn-ea"/>
                        <a:cs typeface="+mn-cs"/>
                      </a:endParaRP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r>
                        <a:rPr lang="pt-PT" sz="1000" b="0" u="none" strike="noStrike" kern="1200" dirty="0">
                          <a:solidFill>
                            <a:srgbClr val="000000"/>
                          </a:solidFill>
                          <a:effectLst/>
                          <a:latin typeface="+mn-lt"/>
                        </a:rPr>
                        <a:t>100 GB</a:t>
                      </a:r>
                      <a:endParaRPr lang="en-US" sz="1200" dirty="0">
                        <a:latin typeface="+mn-lt"/>
                      </a:endParaRP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r" fontAlgn="b"/>
                      <a:r>
                        <a:rPr lang="pt-PT" sz="1000" b="0" u="none" strike="noStrike" kern="1200">
                          <a:solidFill>
                            <a:srgbClr val="000000"/>
                          </a:solidFill>
                          <a:effectLst/>
                          <a:latin typeface="+mn-lt"/>
                        </a:rPr>
                        <a:t>500 GB</a:t>
                      </a:r>
                      <a:endParaRPr lang="pt-PT" sz="1000" b="0" i="0" u="none" strike="noStrike" kern="1200" dirty="0">
                        <a:solidFill>
                          <a:srgbClr val="000000"/>
                        </a:solidFill>
                        <a:effectLst/>
                        <a:latin typeface="+mn-lt"/>
                        <a:ea typeface="+mn-ea"/>
                        <a:cs typeface="+mn-cs"/>
                      </a:endParaRP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fontAlgn="b"/>
                      <a:r>
                        <a:rPr lang="pt-PT" sz="1000" b="0" u="none" strike="noStrike" kern="1200">
                          <a:solidFill>
                            <a:srgbClr val="000000"/>
                          </a:solidFill>
                          <a:effectLst/>
                          <a:latin typeface="+mn-lt"/>
                        </a:rPr>
                        <a:t>1</a:t>
                      </a:r>
                      <a:endParaRPr lang="pt-PT" sz="1000" b="0" i="0" u="none" strike="noStrike" kern="1200" dirty="0">
                        <a:solidFill>
                          <a:srgbClr val="000000"/>
                        </a:solidFill>
                        <a:effectLst/>
                        <a:latin typeface="+mn-lt"/>
                        <a:ea typeface="+mn-ea"/>
                        <a:cs typeface="+mn-cs"/>
                      </a:endParaRP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2851257530"/>
                  </a:ext>
                </a:extLst>
              </a:tr>
              <a:tr h="106332">
                <a:tc>
                  <a:txBody>
                    <a:bodyPr/>
                    <a:lstStyle/>
                    <a:p>
                      <a:pPr marL="0" algn="l" defTabSz="914377" rtl="0" eaLnBrk="1" fontAlgn="b" latinLnBrk="0" hangingPunct="1"/>
                      <a:r>
                        <a:rPr lang="pt-PT" sz="700" kern="1200" cap="all" baseline="0" dirty="0" err="1">
                          <a:solidFill>
                            <a:schemeClr val="bg1"/>
                          </a:solidFill>
                          <a:latin typeface="+mn-lt"/>
                          <a:ea typeface="Segoe UI Black" panose="020B0A02040204020203" pitchFamily="34" charset="0"/>
                          <a:cs typeface="Segoe UI Semibold" panose="020B0702040204020203" pitchFamily="34" charset="0"/>
                        </a:rPr>
                        <a:t>Frontend</a:t>
                      </a:r>
                      <a:r>
                        <a:rPr lang="pt-PT" sz="700" kern="1200" cap="all" baseline="0" dirty="0">
                          <a:solidFill>
                            <a:schemeClr val="bg1"/>
                          </a:solidFill>
                          <a:latin typeface="+mn-lt"/>
                          <a:ea typeface="Segoe UI Black" panose="020B0A02040204020203" pitchFamily="34" charset="0"/>
                          <a:cs typeface="Segoe UI Semibold" panose="020B0702040204020203" pitchFamily="34" charset="0"/>
                        </a:rPr>
                        <a:t> – Copy for testing</a:t>
                      </a:r>
                    </a:p>
                  </a:txBody>
                  <a:tcPr marL="108000"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666666"/>
                    </a:solidFill>
                  </a:tcPr>
                </a:tc>
                <a:tc>
                  <a:txBody>
                    <a:bodyPr/>
                    <a:lstStyle/>
                    <a:p>
                      <a:pPr marL="0" marR="0" lvl="0" indent="0" algn="l" defTabSz="914377" rtl="0" eaLnBrk="1" fontAlgn="b" latinLnBrk="0" hangingPunct="1">
                        <a:lnSpc>
                          <a:spcPct val="100000"/>
                        </a:lnSpc>
                        <a:spcBef>
                          <a:spcPts val="0"/>
                        </a:spcBef>
                        <a:spcAft>
                          <a:spcPts val="0"/>
                        </a:spcAft>
                        <a:buClrTx/>
                        <a:buSzTx/>
                        <a:buFontTx/>
                        <a:buNone/>
                        <a:tabLst/>
                        <a:defRPr/>
                      </a:pPr>
                      <a:r>
                        <a:rPr kumimoji="0" lang="pt-PT" sz="1000" b="0" i="0" u="none" strike="noStrike" kern="1200" cap="none" spc="0" normalizeH="0" baseline="0" noProof="0" dirty="0">
                          <a:ln>
                            <a:noFill/>
                          </a:ln>
                          <a:solidFill>
                            <a:srgbClr val="000000"/>
                          </a:solidFill>
                          <a:effectLst/>
                          <a:uLnTx/>
                          <a:uFillTx/>
                          <a:latin typeface="+mn-lt"/>
                          <a:ea typeface="+mn-ea"/>
                          <a:cs typeface="+mn-cs"/>
                        </a:rPr>
                        <a:t>Windows Server 2019</a:t>
                      </a:r>
                    </a:p>
                  </a:txBody>
                  <a:tcPr marL="108000"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fontAlgn="b"/>
                      <a:r>
                        <a:rPr lang="pt-PT" sz="1000" b="0" u="none" strike="noStrike" kern="1200" dirty="0">
                          <a:solidFill>
                            <a:srgbClr val="000000"/>
                          </a:solidFill>
                          <a:effectLst/>
                          <a:latin typeface="+mn-lt"/>
                        </a:rPr>
                        <a:t>4</a:t>
                      </a:r>
                      <a:endParaRPr lang="pt-PT" sz="1000" b="0" i="0" u="none" strike="noStrike" kern="1200" dirty="0">
                        <a:solidFill>
                          <a:srgbClr val="000000"/>
                        </a:solidFill>
                        <a:effectLst/>
                        <a:latin typeface="+mn-lt"/>
                        <a:ea typeface="+mn-ea"/>
                        <a:cs typeface="+mn-cs"/>
                      </a:endParaRP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fontAlgn="b"/>
                      <a:r>
                        <a:rPr lang="pt-PT" sz="1000" b="0" u="none" strike="noStrike" kern="1200" dirty="0">
                          <a:solidFill>
                            <a:srgbClr val="000000"/>
                          </a:solidFill>
                          <a:effectLst/>
                          <a:latin typeface="+mn-lt"/>
                        </a:rPr>
                        <a:t>16 GB</a:t>
                      </a:r>
                      <a:endParaRPr lang="pt-PT" sz="1000" b="0" i="0" u="none" strike="noStrike" kern="1200" dirty="0">
                        <a:solidFill>
                          <a:srgbClr val="000000"/>
                        </a:solidFill>
                        <a:effectLst/>
                        <a:latin typeface="+mn-lt"/>
                        <a:ea typeface="+mn-ea"/>
                        <a:cs typeface="+mn-cs"/>
                      </a:endParaRP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marR="0" lvl="0" indent="0" algn="ctr" defTabSz="914377" rtl="0" eaLnBrk="1" fontAlgn="b" latinLnBrk="0" hangingPunct="1">
                        <a:lnSpc>
                          <a:spcPct val="100000"/>
                        </a:lnSpc>
                        <a:spcBef>
                          <a:spcPts val="0"/>
                        </a:spcBef>
                        <a:spcAft>
                          <a:spcPts val="0"/>
                        </a:spcAft>
                        <a:buClrTx/>
                        <a:buSzTx/>
                        <a:buFontTx/>
                        <a:buNone/>
                        <a:tabLst/>
                        <a:defRPr/>
                      </a:pPr>
                      <a:r>
                        <a:rPr kumimoji="0" lang="pt-PT" sz="1000" b="0" i="0" u="none" strike="noStrike" kern="1200" cap="none" spc="0" normalizeH="0" baseline="0" noProof="0">
                          <a:ln>
                            <a:noFill/>
                          </a:ln>
                          <a:solidFill>
                            <a:srgbClr val="000000"/>
                          </a:solidFill>
                          <a:effectLst/>
                          <a:uLnTx/>
                          <a:uFillTx/>
                          <a:latin typeface="+mn-lt"/>
                          <a:ea typeface="+mn-ea"/>
                          <a:cs typeface="+mn-cs"/>
                        </a:rPr>
                        <a:t>127 GB</a:t>
                      </a:r>
                      <a:endParaRPr kumimoji="0" lang="pt-PT" sz="1000" b="0" i="0" u="none" strike="noStrike" kern="1200" cap="none" spc="0" normalizeH="0" baseline="0" noProof="0" dirty="0">
                        <a:ln>
                          <a:noFill/>
                        </a:ln>
                        <a:solidFill>
                          <a:srgbClr val="000000"/>
                        </a:solidFill>
                        <a:effectLst/>
                        <a:uLnTx/>
                        <a:uFillTx/>
                        <a:latin typeface="+mn-lt"/>
                        <a:ea typeface="+mn-ea"/>
                        <a:cs typeface="+mn-cs"/>
                      </a:endParaRP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gridSpan="2">
                  <a:txBody>
                    <a:bodyPr/>
                    <a:lstStyle/>
                    <a:p>
                      <a:pPr algn="ctr" fontAlgn="b"/>
                      <a:r>
                        <a:rPr lang="pt-PT" sz="1000" b="0" u="none" strike="noStrike" kern="1200" dirty="0">
                          <a:solidFill>
                            <a:srgbClr val="000000"/>
                          </a:solidFill>
                          <a:effectLst/>
                          <a:latin typeface="+mn-lt"/>
                        </a:rPr>
                        <a:t> 500 GB</a:t>
                      </a:r>
                      <a:endParaRPr lang="pt-PT" sz="1000" b="0" i="0" u="none" strike="noStrike" kern="1200" dirty="0">
                        <a:solidFill>
                          <a:srgbClr val="000000"/>
                        </a:solidFill>
                        <a:effectLst/>
                        <a:latin typeface="+mn-lt"/>
                        <a:ea typeface="+mn-ea"/>
                        <a:cs typeface="+mn-cs"/>
                      </a:endParaRP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hMerge="1">
                  <a:txBody>
                    <a:bodyPr/>
                    <a:lstStyle/>
                    <a:p>
                      <a:endParaRPr lang="en-US"/>
                    </a:p>
                  </a:txBody>
                  <a:tcPr/>
                </a:tc>
                <a:tc>
                  <a:txBody>
                    <a:bodyPr/>
                    <a:lstStyle/>
                    <a:p>
                      <a:pPr algn="ctr" fontAlgn="b"/>
                      <a:endParaRPr lang="pt-PT" sz="1000" b="0" i="0" u="none" strike="noStrike" kern="1200" dirty="0">
                        <a:solidFill>
                          <a:srgbClr val="000000"/>
                        </a:solidFill>
                        <a:effectLst/>
                        <a:latin typeface="+mn-lt"/>
                        <a:ea typeface="+mn-ea"/>
                        <a:cs typeface="+mn-cs"/>
                      </a:endParaRP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en-US" sz="1200" dirty="0">
                        <a:latin typeface="+mn-lt"/>
                      </a:endParaRP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r" fontAlgn="b"/>
                      <a:endParaRPr lang="pt-PT" sz="1000" b="0" i="0" u="none" strike="noStrike" kern="1200" dirty="0">
                        <a:solidFill>
                          <a:srgbClr val="000000"/>
                        </a:solidFill>
                        <a:effectLst/>
                        <a:latin typeface="+mn-lt"/>
                        <a:ea typeface="+mn-ea"/>
                        <a:cs typeface="+mn-cs"/>
                      </a:endParaRP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fontAlgn="b"/>
                      <a:r>
                        <a:rPr lang="pt-PT" sz="1000" b="0" u="none" strike="noStrike" kern="1200">
                          <a:solidFill>
                            <a:srgbClr val="000000"/>
                          </a:solidFill>
                          <a:effectLst/>
                          <a:latin typeface="+mn-lt"/>
                        </a:rPr>
                        <a:t>1</a:t>
                      </a:r>
                      <a:endParaRPr lang="pt-PT" sz="1000" b="0" i="0" u="none" strike="noStrike" kern="1200" dirty="0">
                        <a:solidFill>
                          <a:srgbClr val="000000"/>
                        </a:solidFill>
                        <a:effectLst/>
                        <a:latin typeface="+mn-lt"/>
                        <a:ea typeface="+mn-ea"/>
                        <a:cs typeface="+mn-cs"/>
                      </a:endParaRP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3278109689"/>
                  </a:ext>
                </a:extLst>
              </a:tr>
              <a:tr h="217981">
                <a:tc>
                  <a:txBody>
                    <a:bodyPr/>
                    <a:lstStyle/>
                    <a:p>
                      <a:pPr marL="0" algn="l" defTabSz="914377" rtl="0" eaLnBrk="1" fontAlgn="b" latinLnBrk="0" hangingPunct="1"/>
                      <a:r>
                        <a:rPr lang="pt-PT" sz="700" kern="1200" cap="all" baseline="0" dirty="0">
                          <a:solidFill>
                            <a:schemeClr val="bg1"/>
                          </a:solidFill>
                          <a:latin typeface="+mn-lt"/>
                          <a:ea typeface="Segoe UI Black" panose="020B0A02040204020203" pitchFamily="34" charset="0"/>
                          <a:cs typeface="Segoe UI Semibold" panose="020B0702040204020203" pitchFamily="34" charset="0"/>
                        </a:rPr>
                        <a:t>CICS Transaction Gateway (CTG)</a:t>
                      </a:r>
                    </a:p>
                  </a:txBody>
                  <a:tcPr marL="108000"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666666"/>
                    </a:solidFill>
                  </a:tcPr>
                </a:tc>
                <a:tc>
                  <a:txBody>
                    <a:bodyPr/>
                    <a:lstStyle/>
                    <a:p>
                      <a:pPr marL="0" marR="0" lvl="0" indent="0" algn="l" defTabSz="914377" rtl="0" eaLnBrk="1" fontAlgn="b" latinLnBrk="0" hangingPunct="1">
                        <a:lnSpc>
                          <a:spcPct val="100000"/>
                        </a:lnSpc>
                        <a:spcBef>
                          <a:spcPts val="0"/>
                        </a:spcBef>
                        <a:spcAft>
                          <a:spcPts val="0"/>
                        </a:spcAft>
                        <a:buClrTx/>
                        <a:buSzTx/>
                        <a:buFontTx/>
                        <a:buNone/>
                        <a:tabLst/>
                        <a:defRPr/>
                      </a:pPr>
                      <a:r>
                        <a:rPr kumimoji="0" lang="pt-PT" sz="1000" b="0" i="0" u="none" strike="noStrike" kern="1200" cap="none" spc="0" normalizeH="0" baseline="0" noProof="0" dirty="0">
                          <a:ln>
                            <a:noFill/>
                          </a:ln>
                          <a:solidFill>
                            <a:srgbClr val="000000"/>
                          </a:solidFill>
                          <a:effectLst/>
                          <a:uLnTx/>
                          <a:uFillTx/>
                          <a:latin typeface="+mn-lt"/>
                          <a:ea typeface="+mn-ea"/>
                          <a:cs typeface="+mn-cs"/>
                        </a:rPr>
                        <a:t>Windows Server 2019</a:t>
                      </a:r>
                    </a:p>
                  </a:txBody>
                  <a:tcPr marL="108000"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fontAlgn="b"/>
                      <a:r>
                        <a:rPr lang="pt-PT" sz="1000" b="0" u="none" strike="noStrike" kern="1200" dirty="0">
                          <a:solidFill>
                            <a:srgbClr val="000000"/>
                          </a:solidFill>
                          <a:effectLst/>
                          <a:latin typeface="+mn-lt"/>
                        </a:rPr>
                        <a:t>2</a:t>
                      </a:r>
                      <a:endParaRPr lang="pt-PT" sz="1000" b="0" i="0" u="none" strike="noStrike" kern="1200" dirty="0">
                        <a:solidFill>
                          <a:srgbClr val="000000"/>
                        </a:solidFill>
                        <a:effectLst/>
                        <a:latin typeface="+mn-lt"/>
                        <a:ea typeface="+mn-ea"/>
                        <a:cs typeface="+mn-cs"/>
                      </a:endParaRP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fontAlgn="b"/>
                      <a:r>
                        <a:rPr lang="pt-PT" sz="1000" b="0" u="none" strike="noStrike" kern="1200" dirty="0">
                          <a:solidFill>
                            <a:srgbClr val="000000"/>
                          </a:solidFill>
                          <a:effectLst/>
                          <a:latin typeface="+mn-lt"/>
                        </a:rPr>
                        <a:t>8 GB</a:t>
                      </a:r>
                      <a:endParaRPr lang="pt-PT" sz="1000" b="0" i="0" u="none" strike="noStrike" kern="1200" dirty="0">
                        <a:solidFill>
                          <a:srgbClr val="000000"/>
                        </a:solidFill>
                        <a:effectLst/>
                        <a:latin typeface="+mn-lt"/>
                        <a:ea typeface="+mn-ea"/>
                        <a:cs typeface="+mn-cs"/>
                      </a:endParaRP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marR="0" lvl="0" indent="0" algn="ctr" defTabSz="914377" rtl="0" eaLnBrk="1" fontAlgn="b" latinLnBrk="0" hangingPunct="1">
                        <a:lnSpc>
                          <a:spcPct val="100000"/>
                        </a:lnSpc>
                        <a:spcBef>
                          <a:spcPts val="0"/>
                        </a:spcBef>
                        <a:spcAft>
                          <a:spcPts val="0"/>
                        </a:spcAft>
                        <a:buClrTx/>
                        <a:buSzTx/>
                        <a:buFontTx/>
                        <a:buNone/>
                        <a:tabLst/>
                        <a:defRPr/>
                      </a:pPr>
                      <a:r>
                        <a:rPr kumimoji="0" lang="pt-PT" sz="1000" b="0" i="0" u="none" strike="noStrike" kern="1200" cap="none" spc="0" normalizeH="0" baseline="0" noProof="0" dirty="0">
                          <a:ln>
                            <a:noFill/>
                          </a:ln>
                          <a:solidFill>
                            <a:srgbClr val="000000"/>
                          </a:solidFill>
                          <a:effectLst/>
                          <a:uLnTx/>
                          <a:uFillTx/>
                          <a:latin typeface="+mn-lt"/>
                          <a:ea typeface="+mn-ea"/>
                          <a:cs typeface="+mn-cs"/>
                        </a:rPr>
                        <a:t>127 GB</a:t>
                      </a: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gridSpan="2">
                  <a:txBody>
                    <a:bodyPr/>
                    <a:lstStyle/>
                    <a:p>
                      <a:pPr algn="ctr" fontAlgn="b"/>
                      <a:endParaRPr lang="pt-PT" sz="1000" b="0" i="0" u="none" strike="noStrike" kern="1200" dirty="0">
                        <a:solidFill>
                          <a:srgbClr val="000000"/>
                        </a:solidFill>
                        <a:effectLst/>
                        <a:latin typeface="+mn-lt"/>
                        <a:ea typeface="+mn-ea"/>
                        <a:cs typeface="+mn-cs"/>
                      </a:endParaRP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hMerge="1">
                  <a:txBody>
                    <a:bodyPr/>
                    <a:lstStyle/>
                    <a:p>
                      <a:endParaRPr lang="en-US"/>
                    </a:p>
                  </a:txBody>
                  <a:tcPr/>
                </a:tc>
                <a:tc>
                  <a:txBody>
                    <a:bodyPr/>
                    <a:lstStyle/>
                    <a:p>
                      <a:pPr algn="ctr" fontAlgn="b"/>
                      <a:endParaRPr lang="pt-PT" sz="1000" b="0" i="0" u="none" strike="noStrike" kern="1200" dirty="0">
                        <a:solidFill>
                          <a:srgbClr val="000000"/>
                        </a:solidFill>
                        <a:effectLst/>
                        <a:latin typeface="+mn-lt"/>
                        <a:ea typeface="+mn-ea"/>
                        <a:cs typeface="+mn-cs"/>
                      </a:endParaRP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en-US" sz="1200" dirty="0">
                        <a:latin typeface="+mn-lt"/>
                      </a:endParaRP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r" fontAlgn="b"/>
                      <a:endParaRPr lang="pt-PT" sz="1000" b="0" i="0" u="none" strike="noStrike" kern="1200" dirty="0">
                        <a:solidFill>
                          <a:srgbClr val="000000"/>
                        </a:solidFill>
                        <a:effectLst/>
                        <a:latin typeface="+mn-lt"/>
                        <a:ea typeface="+mn-ea"/>
                        <a:cs typeface="+mn-cs"/>
                      </a:endParaRP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fontAlgn="b"/>
                      <a:r>
                        <a:rPr lang="pt-PT" sz="1000" b="0" i="0" u="none" strike="noStrike" kern="1200">
                          <a:solidFill>
                            <a:srgbClr val="000000"/>
                          </a:solidFill>
                          <a:effectLst/>
                          <a:latin typeface="+mn-lt"/>
                          <a:ea typeface="+mn-ea"/>
                          <a:cs typeface="+mn-cs"/>
                        </a:rPr>
                        <a:t>1</a:t>
                      </a:r>
                      <a:endParaRPr lang="pt-PT" sz="1000" b="0" i="0" u="none" strike="noStrike" kern="1200" dirty="0">
                        <a:solidFill>
                          <a:srgbClr val="000000"/>
                        </a:solidFill>
                        <a:effectLst/>
                        <a:latin typeface="+mn-lt"/>
                        <a:ea typeface="+mn-ea"/>
                        <a:cs typeface="+mn-cs"/>
                      </a:endParaRP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2969394230"/>
                  </a:ext>
                </a:extLst>
              </a:tr>
              <a:tr h="0">
                <a:tc>
                  <a:txBody>
                    <a:bodyPr/>
                    <a:lstStyle/>
                    <a:p>
                      <a:pPr marL="0" algn="l" defTabSz="914377" rtl="0" eaLnBrk="1" fontAlgn="b" latinLnBrk="0" hangingPunct="1"/>
                      <a:r>
                        <a:rPr lang="pt-PT" sz="700" kern="1200" cap="all" baseline="0" dirty="0">
                          <a:solidFill>
                            <a:schemeClr val="bg1"/>
                          </a:solidFill>
                          <a:latin typeface="+mn-lt"/>
                          <a:ea typeface="Segoe UI Black" panose="020B0A02040204020203" pitchFamily="34" charset="0"/>
                          <a:cs typeface="Segoe UI Semibold" panose="020B0702040204020203" pitchFamily="34" charset="0"/>
                        </a:rPr>
                        <a:t>OBSR</a:t>
                      </a:r>
                    </a:p>
                  </a:txBody>
                  <a:tcPr marL="108000"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666666"/>
                    </a:solidFill>
                  </a:tcPr>
                </a:tc>
                <a:tc>
                  <a:txBody>
                    <a:bodyPr/>
                    <a:lstStyle/>
                    <a:p>
                      <a:pPr algn="l" fontAlgn="b"/>
                      <a:r>
                        <a:rPr lang="pt-PT" sz="1000" b="0" u="none" strike="noStrike" kern="1200" dirty="0">
                          <a:solidFill>
                            <a:srgbClr val="000000"/>
                          </a:solidFill>
                          <a:effectLst/>
                          <a:latin typeface="+mn-lt"/>
                        </a:rPr>
                        <a:t>Windows Server 2019</a:t>
                      </a:r>
                      <a:endParaRPr lang="pt-PT" sz="1000" b="0" i="0" u="none" strike="noStrike" kern="1200" dirty="0">
                        <a:solidFill>
                          <a:srgbClr val="000000"/>
                        </a:solidFill>
                        <a:effectLst/>
                        <a:latin typeface="+mn-lt"/>
                        <a:ea typeface="+mn-ea"/>
                        <a:cs typeface="+mn-cs"/>
                      </a:endParaRPr>
                    </a:p>
                  </a:txBody>
                  <a:tcPr marL="108000"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fontAlgn="b"/>
                      <a:r>
                        <a:rPr lang="pt-PT" sz="1000" b="0" u="none" strike="noStrike" kern="1200" dirty="0">
                          <a:solidFill>
                            <a:srgbClr val="000000"/>
                          </a:solidFill>
                          <a:effectLst/>
                          <a:latin typeface="+mn-lt"/>
                        </a:rPr>
                        <a:t>4</a:t>
                      </a:r>
                      <a:endParaRPr lang="pt-PT" sz="1000" b="0" i="0" u="none" strike="noStrike" kern="1200" dirty="0">
                        <a:solidFill>
                          <a:srgbClr val="000000"/>
                        </a:solidFill>
                        <a:effectLst/>
                        <a:latin typeface="+mn-lt"/>
                        <a:ea typeface="+mn-ea"/>
                        <a:cs typeface="+mn-cs"/>
                      </a:endParaRP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fontAlgn="b"/>
                      <a:r>
                        <a:rPr lang="pt-PT" sz="1000" b="0" u="none" strike="noStrike" kern="1200" dirty="0">
                          <a:solidFill>
                            <a:srgbClr val="000000"/>
                          </a:solidFill>
                          <a:effectLst/>
                          <a:latin typeface="+mn-lt"/>
                        </a:rPr>
                        <a:t>16 GB</a:t>
                      </a:r>
                      <a:endParaRPr lang="pt-PT" sz="1000" b="0" i="0" u="none" strike="noStrike" kern="1200" dirty="0">
                        <a:solidFill>
                          <a:srgbClr val="000000"/>
                        </a:solidFill>
                        <a:effectLst/>
                        <a:latin typeface="+mn-lt"/>
                        <a:ea typeface="+mn-ea"/>
                        <a:cs typeface="+mn-cs"/>
                      </a:endParaRP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fontAlgn="b"/>
                      <a:r>
                        <a:rPr lang="pt-PT" sz="1000" b="0" u="none" strike="noStrike" kern="1200" dirty="0">
                          <a:solidFill>
                            <a:srgbClr val="000000"/>
                          </a:solidFill>
                          <a:effectLst/>
                          <a:latin typeface="+mn-lt"/>
                        </a:rPr>
                        <a:t>1 TB</a:t>
                      </a:r>
                      <a:endParaRPr lang="pt-PT" sz="1000" b="0" i="0" u="none" strike="noStrike" kern="1200" dirty="0">
                        <a:solidFill>
                          <a:srgbClr val="000000"/>
                        </a:solidFill>
                        <a:effectLst/>
                        <a:latin typeface="+mn-lt"/>
                        <a:ea typeface="+mn-ea"/>
                        <a:cs typeface="+mn-cs"/>
                      </a:endParaRP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gridSpan="2">
                  <a:txBody>
                    <a:bodyPr/>
                    <a:lstStyle/>
                    <a:p>
                      <a:pPr algn="ctr" fontAlgn="b"/>
                      <a:endParaRPr lang="pt-PT" sz="1000" b="0" i="0" u="none" strike="noStrike" kern="1200" dirty="0">
                        <a:solidFill>
                          <a:srgbClr val="000000"/>
                        </a:solidFill>
                        <a:effectLst/>
                        <a:latin typeface="+mn-lt"/>
                        <a:ea typeface="+mn-ea"/>
                        <a:cs typeface="+mn-cs"/>
                      </a:endParaRP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hMerge="1">
                  <a:txBody>
                    <a:bodyPr/>
                    <a:lstStyle/>
                    <a:p>
                      <a:endParaRPr lang="en-US"/>
                    </a:p>
                  </a:txBody>
                  <a:tcPr/>
                </a:tc>
                <a:tc>
                  <a:txBody>
                    <a:bodyPr/>
                    <a:lstStyle/>
                    <a:p>
                      <a:pPr algn="ctr" fontAlgn="b"/>
                      <a:endParaRPr lang="pt-PT" sz="1000" b="0" i="0" u="none" strike="noStrike" kern="1200" dirty="0">
                        <a:solidFill>
                          <a:srgbClr val="000000"/>
                        </a:solidFill>
                        <a:effectLst/>
                        <a:latin typeface="+mn-lt"/>
                        <a:ea typeface="+mn-ea"/>
                        <a:cs typeface="+mn-cs"/>
                      </a:endParaRP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en-US" sz="1200" dirty="0">
                        <a:latin typeface="+mn-lt"/>
                      </a:endParaRP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r" fontAlgn="b"/>
                      <a:endParaRPr lang="pt-PT" sz="1000" b="0" i="0" u="none" strike="noStrike" kern="1200" dirty="0">
                        <a:solidFill>
                          <a:srgbClr val="000000"/>
                        </a:solidFill>
                        <a:effectLst/>
                        <a:latin typeface="+mn-lt"/>
                        <a:ea typeface="+mn-ea"/>
                        <a:cs typeface="+mn-cs"/>
                      </a:endParaRP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fontAlgn="b"/>
                      <a:r>
                        <a:rPr lang="pt-PT" sz="1000" b="0" u="none" strike="noStrike" kern="1200" dirty="0">
                          <a:solidFill>
                            <a:srgbClr val="000000"/>
                          </a:solidFill>
                          <a:effectLst/>
                          <a:latin typeface="+mn-lt"/>
                        </a:rPr>
                        <a:t>1</a:t>
                      </a:r>
                      <a:endParaRPr lang="pt-PT" sz="1000" b="0" i="0" u="none" strike="noStrike" kern="1200" dirty="0">
                        <a:solidFill>
                          <a:srgbClr val="000000"/>
                        </a:solidFill>
                        <a:effectLst/>
                        <a:latin typeface="+mn-lt"/>
                        <a:ea typeface="+mn-ea"/>
                        <a:cs typeface="+mn-cs"/>
                      </a:endParaRP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43055306"/>
                  </a:ext>
                </a:extLst>
              </a:tr>
              <a:tr h="208814">
                <a:tc>
                  <a:txBody>
                    <a:bodyPr/>
                    <a:lstStyle/>
                    <a:p>
                      <a:pPr marL="0" algn="l" defTabSz="914377" rtl="0" eaLnBrk="1" fontAlgn="b" latinLnBrk="0" hangingPunct="1"/>
                      <a:r>
                        <a:rPr lang="pt-PT" sz="700" kern="1200" cap="all" baseline="0" dirty="0">
                          <a:solidFill>
                            <a:schemeClr val="bg1"/>
                          </a:solidFill>
                          <a:latin typeface="+mn-lt"/>
                          <a:ea typeface="Segoe UI Black" panose="020B0A02040204020203" pitchFamily="34" charset="0"/>
                          <a:cs typeface="Segoe UI Semibold" panose="020B0702040204020203" pitchFamily="34" charset="0"/>
                        </a:rPr>
                        <a:t>MF Enterprise Developer Build Tool</a:t>
                      </a:r>
                    </a:p>
                  </a:txBody>
                  <a:tcPr marL="108000"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666666"/>
                    </a:solidFill>
                  </a:tcPr>
                </a:tc>
                <a:tc>
                  <a:txBody>
                    <a:bodyPr/>
                    <a:lstStyle/>
                    <a:p>
                      <a:pPr algn="l" fontAlgn="b"/>
                      <a:r>
                        <a:rPr lang="pt-PT" sz="1000" b="0" u="none" strike="noStrike" kern="1200" dirty="0">
                          <a:solidFill>
                            <a:srgbClr val="000000"/>
                          </a:solidFill>
                          <a:effectLst/>
                          <a:latin typeface="+mn-lt"/>
                        </a:rPr>
                        <a:t>Windows Server 2019</a:t>
                      </a:r>
                      <a:endParaRPr lang="pt-PT" sz="1000" b="0" i="0" u="none" strike="noStrike" kern="1200" dirty="0">
                        <a:solidFill>
                          <a:srgbClr val="000000"/>
                        </a:solidFill>
                        <a:effectLst/>
                        <a:latin typeface="+mn-lt"/>
                        <a:ea typeface="+mn-ea"/>
                        <a:cs typeface="+mn-cs"/>
                      </a:endParaRPr>
                    </a:p>
                  </a:txBody>
                  <a:tcPr marL="108000"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fontAlgn="b"/>
                      <a:r>
                        <a:rPr lang="pt-PT" sz="1000" b="0" u="none" strike="noStrike" kern="1200" dirty="0">
                          <a:solidFill>
                            <a:srgbClr val="000000"/>
                          </a:solidFill>
                          <a:effectLst/>
                          <a:latin typeface="+mn-lt"/>
                        </a:rPr>
                        <a:t>2</a:t>
                      </a:r>
                      <a:endParaRPr lang="pt-PT" sz="1000" b="0" i="0" u="none" strike="noStrike" kern="1200" dirty="0">
                        <a:solidFill>
                          <a:srgbClr val="000000"/>
                        </a:solidFill>
                        <a:effectLst/>
                        <a:latin typeface="+mn-lt"/>
                        <a:ea typeface="+mn-ea"/>
                        <a:cs typeface="+mn-cs"/>
                      </a:endParaRP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fontAlgn="b"/>
                      <a:r>
                        <a:rPr lang="pt-PT" sz="1000" b="0" u="none" strike="noStrike" kern="1200" dirty="0">
                          <a:solidFill>
                            <a:srgbClr val="000000"/>
                          </a:solidFill>
                          <a:effectLst/>
                          <a:latin typeface="+mn-lt"/>
                        </a:rPr>
                        <a:t>4 GB</a:t>
                      </a:r>
                      <a:endParaRPr lang="pt-PT" sz="1000" b="0" i="0" u="none" strike="noStrike" kern="1200" dirty="0">
                        <a:solidFill>
                          <a:srgbClr val="000000"/>
                        </a:solidFill>
                        <a:effectLst/>
                        <a:latin typeface="+mn-lt"/>
                        <a:ea typeface="+mn-ea"/>
                        <a:cs typeface="+mn-cs"/>
                      </a:endParaRP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marR="0" lvl="0" indent="0" algn="ctr" defTabSz="914377" rtl="0" eaLnBrk="1" fontAlgn="b" latinLnBrk="0" hangingPunct="1">
                        <a:lnSpc>
                          <a:spcPct val="100000"/>
                        </a:lnSpc>
                        <a:spcBef>
                          <a:spcPts val="0"/>
                        </a:spcBef>
                        <a:spcAft>
                          <a:spcPts val="0"/>
                        </a:spcAft>
                        <a:buClrTx/>
                        <a:buSzTx/>
                        <a:buFontTx/>
                        <a:buNone/>
                        <a:tabLst/>
                        <a:defRPr/>
                      </a:pPr>
                      <a:r>
                        <a:rPr kumimoji="0" lang="pt-PT" sz="1000" b="0" i="0" u="none" strike="noStrike" kern="1200" cap="none" spc="0" normalizeH="0" baseline="0" noProof="0">
                          <a:ln>
                            <a:noFill/>
                          </a:ln>
                          <a:solidFill>
                            <a:srgbClr val="000000"/>
                          </a:solidFill>
                          <a:effectLst/>
                          <a:uLnTx/>
                          <a:uFillTx/>
                          <a:latin typeface="+mn-lt"/>
                          <a:ea typeface="+mn-ea"/>
                          <a:cs typeface="+mn-cs"/>
                        </a:rPr>
                        <a:t>127 GB</a:t>
                      </a:r>
                      <a:endParaRPr kumimoji="0" lang="pt-PT" sz="1000" b="0" i="0" u="none" strike="noStrike" kern="1200" cap="none" spc="0" normalizeH="0" baseline="0" noProof="0" dirty="0">
                        <a:ln>
                          <a:noFill/>
                        </a:ln>
                        <a:solidFill>
                          <a:srgbClr val="000000"/>
                        </a:solidFill>
                        <a:effectLst/>
                        <a:uLnTx/>
                        <a:uFillTx/>
                        <a:latin typeface="+mn-lt"/>
                        <a:ea typeface="+mn-ea"/>
                        <a:cs typeface="+mn-cs"/>
                      </a:endParaRP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gridSpan="2">
                  <a:txBody>
                    <a:bodyPr/>
                    <a:lstStyle/>
                    <a:p>
                      <a:pPr algn="ctr" fontAlgn="b"/>
                      <a:endParaRPr lang="pt-PT" sz="1000" b="0" i="0" u="none" strike="noStrike" kern="1200" dirty="0">
                        <a:solidFill>
                          <a:srgbClr val="000000"/>
                        </a:solidFill>
                        <a:effectLst/>
                        <a:latin typeface="+mn-lt"/>
                        <a:ea typeface="+mn-ea"/>
                        <a:cs typeface="+mn-cs"/>
                      </a:endParaRP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hMerge="1">
                  <a:txBody>
                    <a:bodyPr/>
                    <a:lstStyle/>
                    <a:p>
                      <a:endParaRPr lang="en-US"/>
                    </a:p>
                  </a:txBody>
                  <a:tcPr/>
                </a:tc>
                <a:tc>
                  <a:txBody>
                    <a:bodyPr/>
                    <a:lstStyle/>
                    <a:p>
                      <a:pPr algn="ctr" fontAlgn="b"/>
                      <a:endParaRPr lang="pt-PT" sz="1000" b="0" i="0" u="none" strike="noStrike" kern="1200" dirty="0">
                        <a:solidFill>
                          <a:srgbClr val="000000"/>
                        </a:solidFill>
                        <a:effectLst/>
                        <a:latin typeface="+mn-lt"/>
                        <a:ea typeface="+mn-ea"/>
                        <a:cs typeface="+mn-cs"/>
                      </a:endParaRP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en-US" sz="1200">
                        <a:latin typeface="+mn-lt"/>
                      </a:endParaRP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r" fontAlgn="b"/>
                      <a:endParaRPr lang="pt-PT" sz="1000" b="0" i="0" u="none" strike="noStrike" kern="1200" dirty="0">
                        <a:solidFill>
                          <a:srgbClr val="000000"/>
                        </a:solidFill>
                        <a:effectLst/>
                        <a:latin typeface="+mn-lt"/>
                        <a:ea typeface="+mn-ea"/>
                        <a:cs typeface="+mn-cs"/>
                      </a:endParaRP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fontAlgn="b"/>
                      <a:r>
                        <a:rPr lang="pt-PT" sz="1000" b="0" u="none" strike="noStrike" kern="1200" dirty="0">
                          <a:solidFill>
                            <a:srgbClr val="000000"/>
                          </a:solidFill>
                          <a:effectLst/>
                          <a:latin typeface="+mn-lt"/>
                        </a:rPr>
                        <a:t>1</a:t>
                      </a:r>
                      <a:endParaRPr lang="pt-PT" sz="1000" b="0" i="0" u="none" strike="noStrike" kern="1200" dirty="0">
                        <a:solidFill>
                          <a:srgbClr val="000000"/>
                        </a:solidFill>
                        <a:effectLst/>
                        <a:latin typeface="+mn-lt"/>
                        <a:ea typeface="+mn-ea"/>
                        <a:cs typeface="+mn-cs"/>
                      </a:endParaRP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3044415326"/>
                  </a:ext>
                </a:extLst>
              </a:tr>
              <a:tr h="0">
                <a:tc>
                  <a:txBody>
                    <a:bodyPr/>
                    <a:lstStyle/>
                    <a:p>
                      <a:pPr marL="0" algn="l" defTabSz="914377" rtl="0" eaLnBrk="1" fontAlgn="ctr" latinLnBrk="0" hangingPunct="1"/>
                      <a:r>
                        <a:rPr lang="pt-PT" sz="700" kern="1200" cap="all" baseline="0">
                          <a:solidFill>
                            <a:schemeClr val="bg1"/>
                          </a:solidFill>
                          <a:latin typeface="+mn-lt"/>
                          <a:ea typeface="Segoe UI Black" panose="020B0A02040204020203" pitchFamily="34" charset="0"/>
                          <a:cs typeface="Segoe UI Semibold" panose="020B0702040204020203" pitchFamily="34" charset="0"/>
                        </a:rPr>
                        <a:t>Batch Scheduler (IWS) ​Testing</a:t>
                      </a:r>
                      <a:endParaRPr lang="pt-PT" sz="700" kern="1200" cap="all" baseline="0" dirty="0">
                        <a:solidFill>
                          <a:schemeClr val="bg1"/>
                        </a:solidFill>
                        <a:latin typeface="+mn-lt"/>
                        <a:ea typeface="Segoe UI Black" panose="020B0A02040204020203" pitchFamily="34" charset="0"/>
                        <a:cs typeface="Segoe UI Semibold" panose="020B0702040204020203" pitchFamily="34" charset="0"/>
                      </a:endParaRPr>
                    </a:p>
                  </a:txBody>
                  <a:tcPr marL="108000"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666666"/>
                    </a:solidFill>
                  </a:tcPr>
                </a:tc>
                <a:tc>
                  <a:txBody>
                    <a:bodyPr/>
                    <a:lstStyle/>
                    <a:p>
                      <a:pPr marL="0" marR="0" lvl="0" indent="0" algn="l" defTabSz="914377" rtl="0" eaLnBrk="1" fontAlgn="ctr" latinLnBrk="0" hangingPunct="1">
                        <a:lnSpc>
                          <a:spcPct val="100000"/>
                        </a:lnSpc>
                        <a:spcBef>
                          <a:spcPts val="0"/>
                        </a:spcBef>
                        <a:spcAft>
                          <a:spcPts val="0"/>
                        </a:spcAft>
                        <a:buClrTx/>
                        <a:buSzTx/>
                        <a:buFontTx/>
                        <a:buNone/>
                        <a:tabLst/>
                        <a:defRPr/>
                      </a:pPr>
                      <a:r>
                        <a:rPr lang="pt-PT" sz="1000" b="0" u="none" strike="noStrike" kern="1200" dirty="0">
                          <a:solidFill>
                            <a:srgbClr val="000000"/>
                          </a:solidFill>
                          <a:effectLst/>
                          <a:latin typeface="+mn-lt"/>
                        </a:rPr>
                        <a:t>Windows Server 2019</a:t>
                      </a:r>
                      <a:endParaRPr lang="pt-PT" sz="1000" b="0" i="0" u="none" strike="noStrike" kern="1200" dirty="0">
                        <a:solidFill>
                          <a:srgbClr val="000000"/>
                        </a:solidFill>
                        <a:effectLst/>
                        <a:latin typeface="+mn-lt"/>
                        <a:ea typeface="+mn-ea"/>
                        <a:cs typeface="+mn-cs"/>
                      </a:endParaRPr>
                    </a:p>
                  </a:txBody>
                  <a:tcPr marL="108000"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marR="0" lvl="0" indent="0" algn="ctr" defTabSz="914377" rtl="0" eaLnBrk="1" fontAlgn="ctr" latinLnBrk="0" hangingPunct="1">
                        <a:lnSpc>
                          <a:spcPct val="100000"/>
                        </a:lnSpc>
                        <a:spcBef>
                          <a:spcPts val="0"/>
                        </a:spcBef>
                        <a:spcAft>
                          <a:spcPts val="0"/>
                        </a:spcAft>
                        <a:buClrTx/>
                        <a:buSzTx/>
                        <a:buFontTx/>
                        <a:buNone/>
                        <a:tabLst/>
                        <a:defRPr/>
                      </a:pPr>
                      <a:r>
                        <a:rPr lang="pt-PT" sz="1000" b="0" u="none" strike="noStrike" kern="1200" dirty="0">
                          <a:solidFill>
                            <a:srgbClr val="000000"/>
                          </a:solidFill>
                          <a:effectLst/>
                          <a:latin typeface="+mn-lt"/>
                        </a:rPr>
                        <a:t>2</a:t>
                      </a:r>
                      <a:endParaRPr lang="pt-PT" sz="1000" b="0" i="0" u="none" strike="noStrike" kern="1200" dirty="0">
                        <a:solidFill>
                          <a:srgbClr val="000000"/>
                        </a:solidFill>
                        <a:effectLst/>
                        <a:latin typeface="+mn-lt"/>
                        <a:ea typeface="+mn-ea"/>
                        <a:cs typeface="+mn-cs"/>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fontAlgn="ctr"/>
                      <a:r>
                        <a:rPr lang="pt-PT" sz="1000" b="0" i="0" u="none" strike="noStrike" dirty="0">
                          <a:solidFill>
                            <a:srgbClr val="000000"/>
                          </a:solidFill>
                          <a:effectLst/>
                          <a:latin typeface="+mn-lt"/>
                        </a:rPr>
                        <a:t>8 GB</a:t>
                      </a: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marR="0" lvl="0" indent="0" algn="ctr" defTabSz="914377" rtl="0" eaLnBrk="1" fontAlgn="b" latinLnBrk="0" hangingPunct="1">
                        <a:lnSpc>
                          <a:spcPct val="100000"/>
                        </a:lnSpc>
                        <a:spcBef>
                          <a:spcPts val="0"/>
                        </a:spcBef>
                        <a:spcAft>
                          <a:spcPts val="0"/>
                        </a:spcAft>
                        <a:buClrTx/>
                        <a:buSzTx/>
                        <a:buFontTx/>
                        <a:buNone/>
                        <a:tabLst/>
                        <a:defRPr/>
                      </a:pPr>
                      <a:r>
                        <a:rPr kumimoji="0" lang="pt-PT" sz="1000" b="0" i="0" u="none" strike="noStrike" kern="1200" cap="none" spc="0" normalizeH="0" baseline="0" noProof="0">
                          <a:ln>
                            <a:noFill/>
                          </a:ln>
                          <a:solidFill>
                            <a:srgbClr val="000000"/>
                          </a:solidFill>
                          <a:effectLst/>
                          <a:uLnTx/>
                          <a:uFillTx/>
                          <a:latin typeface="+mn-lt"/>
                          <a:ea typeface="+mn-ea"/>
                          <a:cs typeface="+mn-cs"/>
                        </a:rPr>
                        <a:t>127 GB</a:t>
                      </a:r>
                      <a:endParaRPr kumimoji="0" lang="pt-PT" sz="1000" b="0" i="0" u="none" strike="noStrike" kern="1200" cap="none" spc="0" normalizeH="0" baseline="0" noProof="0" dirty="0">
                        <a:ln>
                          <a:noFill/>
                        </a:ln>
                        <a:solidFill>
                          <a:srgbClr val="000000"/>
                        </a:solidFill>
                        <a:effectLst/>
                        <a:uLnTx/>
                        <a:uFillTx/>
                        <a:latin typeface="+mn-lt"/>
                        <a:ea typeface="+mn-ea"/>
                        <a:cs typeface="+mn-cs"/>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gridSpan="2">
                  <a:txBody>
                    <a:bodyPr/>
                    <a:lstStyle/>
                    <a:p>
                      <a:pPr algn="ctr" fontAlgn="ctr"/>
                      <a:endParaRPr lang="pt-PT" sz="1000" b="0" i="0" u="none" strike="noStrike" dirty="0">
                        <a:solidFill>
                          <a:srgbClr val="000000"/>
                        </a:solidFill>
                        <a:effectLst/>
                        <a:latin typeface="+mn-lt"/>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hMerge="1">
                  <a:txBody>
                    <a:bodyPr/>
                    <a:lstStyle/>
                    <a:p>
                      <a:endParaRPr lang="en-US"/>
                    </a:p>
                  </a:txBody>
                  <a:tcPr/>
                </a:tc>
                <a:tc>
                  <a:txBody>
                    <a:bodyPr/>
                    <a:lstStyle/>
                    <a:p>
                      <a:pPr algn="ctr" fontAlgn="ctr"/>
                      <a:endParaRPr lang="pt-PT" sz="1000" b="0" i="0" u="none" strike="noStrike" dirty="0">
                        <a:solidFill>
                          <a:srgbClr val="000000"/>
                        </a:solidFill>
                        <a:effectLst/>
                        <a:latin typeface="+mn-lt"/>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en-US" sz="1200">
                        <a:latin typeface="+mn-lt"/>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r" fontAlgn="ctr"/>
                      <a:endParaRPr lang="pt-PT" sz="1000" b="0" i="0" u="none" strike="noStrike" dirty="0">
                        <a:solidFill>
                          <a:srgbClr val="000000"/>
                        </a:solidFill>
                        <a:effectLst/>
                        <a:latin typeface="+mn-lt"/>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fontAlgn="ctr"/>
                      <a:r>
                        <a:rPr lang="pt-PT" sz="1000" b="0" i="0" u="none" strike="noStrike" dirty="0">
                          <a:solidFill>
                            <a:srgbClr val="000000"/>
                          </a:solidFill>
                          <a:effectLst/>
                          <a:latin typeface="+mn-lt"/>
                        </a:rPr>
                        <a:t>1</a:t>
                      </a: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978002663"/>
                  </a:ext>
                </a:extLst>
              </a:tr>
              <a:tr h="0">
                <a:tc>
                  <a:txBody>
                    <a:bodyPr/>
                    <a:lstStyle/>
                    <a:p>
                      <a:pPr marL="0" algn="l" defTabSz="914377" rtl="0" eaLnBrk="1" fontAlgn="ctr" latinLnBrk="0" hangingPunct="1"/>
                      <a:r>
                        <a:rPr lang="pt-PT" sz="700" kern="1200" cap="all" baseline="0" dirty="0">
                          <a:solidFill>
                            <a:schemeClr val="bg1"/>
                          </a:solidFill>
                          <a:latin typeface="+mn-lt"/>
                          <a:ea typeface="Segoe UI Black" panose="020B0A02040204020203" pitchFamily="34" charset="0"/>
                          <a:cs typeface="Segoe UI Semibold" panose="020B0702040204020203" pitchFamily="34" charset="0"/>
                        </a:rPr>
                        <a:t>SFTP</a:t>
                      </a:r>
                    </a:p>
                  </a:txBody>
                  <a:tcPr marL="108000"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666666"/>
                    </a:solidFill>
                  </a:tcPr>
                </a:tc>
                <a:tc>
                  <a:txBody>
                    <a:bodyPr/>
                    <a:lstStyle/>
                    <a:p>
                      <a:pPr marL="0" marR="0" lvl="0" indent="0" algn="l" defTabSz="914377" rtl="0" eaLnBrk="1" fontAlgn="ctr" latinLnBrk="0" hangingPunct="1">
                        <a:lnSpc>
                          <a:spcPct val="100000"/>
                        </a:lnSpc>
                        <a:spcBef>
                          <a:spcPts val="0"/>
                        </a:spcBef>
                        <a:spcAft>
                          <a:spcPts val="0"/>
                        </a:spcAft>
                        <a:buClrTx/>
                        <a:buSzTx/>
                        <a:buFontTx/>
                        <a:buNone/>
                        <a:tabLst/>
                        <a:defRPr/>
                      </a:pPr>
                      <a:r>
                        <a:rPr lang="pt-PT" sz="1000" b="0" u="none" strike="noStrike" kern="1200" dirty="0">
                          <a:solidFill>
                            <a:srgbClr val="000000"/>
                          </a:solidFill>
                          <a:effectLst/>
                          <a:latin typeface="+mn-lt"/>
                        </a:rPr>
                        <a:t>Windows Server 2019</a:t>
                      </a:r>
                      <a:endParaRPr lang="pt-PT" sz="1000" b="0" i="0" u="none" strike="noStrike" kern="1200" dirty="0">
                        <a:solidFill>
                          <a:srgbClr val="000000"/>
                        </a:solidFill>
                        <a:effectLst/>
                        <a:latin typeface="+mn-lt"/>
                        <a:ea typeface="+mn-ea"/>
                        <a:cs typeface="+mn-cs"/>
                      </a:endParaRPr>
                    </a:p>
                  </a:txBody>
                  <a:tcPr marL="108000"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fontAlgn="ctr"/>
                      <a:r>
                        <a:rPr lang="pt-PT" sz="1000" b="0" i="0" u="none" strike="noStrike" dirty="0">
                          <a:solidFill>
                            <a:srgbClr val="000000"/>
                          </a:solidFill>
                          <a:effectLst/>
                          <a:latin typeface="+mn-lt"/>
                        </a:rPr>
                        <a:t>4</a:t>
                      </a: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fontAlgn="ctr"/>
                      <a:r>
                        <a:rPr lang="pt-PT" sz="1000" b="0" u="none" strike="noStrike" dirty="0">
                          <a:solidFill>
                            <a:srgbClr val="000000"/>
                          </a:solidFill>
                          <a:effectLst/>
                          <a:latin typeface="+mn-lt"/>
                        </a:rPr>
                        <a:t>8 GB</a:t>
                      </a:r>
                      <a:endParaRPr lang="pt-PT" sz="1000" b="0" i="0" u="none" strike="noStrike" dirty="0">
                        <a:solidFill>
                          <a:srgbClr val="000000"/>
                        </a:solidFill>
                        <a:effectLst/>
                        <a:latin typeface="+mn-lt"/>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marR="0" lvl="0" indent="0" algn="ctr" defTabSz="914377" rtl="0" eaLnBrk="1" fontAlgn="b" latinLnBrk="0" hangingPunct="1">
                        <a:lnSpc>
                          <a:spcPct val="100000"/>
                        </a:lnSpc>
                        <a:spcBef>
                          <a:spcPts val="0"/>
                        </a:spcBef>
                        <a:spcAft>
                          <a:spcPts val="0"/>
                        </a:spcAft>
                        <a:buClrTx/>
                        <a:buSzTx/>
                        <a:buFontTx/>
                        <a:buNone/>
                        <a:tabLst/>
                        <a:defRPr/>
                      </a:pPr>
                      <a:r>
                        <a:rPr kumimoji="0" lang="pt-PT" sz="1000" b="0" i="0" u="none" strike="noStrike" kern="1200" cap="none" spc="0" normalizeH="0" baseline="0" noProof="0">
                          <a:ln>
                            <a:noFill/>
                          </a:ln>
                          <a:solidFill>
                            <a:srgbClr val="000000"/>
                          </a:solidFill>
                          <a:effectLst/>
                          <a:uLnTx/>
                          <a:uFillTx/>
                          <a:latin typeface="+mn-lt"/>
                          <a:ea typeface="+mn-ea"/>
                          <a:cs typeface="+mn-cs"/>
                        </a:rPr>
                        <a:t>127 GB</a:t>
                      </a:r>
                      <a:endParaRPr kumimoji="0" lang="pt-PT" sz="1000" b="0" i="0" u="none" strike="noStrike" kern="1200" cap="none" spc="0" normalizeH="0" baseline="0" noProof="0" dirty="0">
                        <a:ln>
                          <a:noFill/>
                        </a:ln>
                        <a:solidFill>
                          <a:srgbClr val="000000"/>
                        </a:solidFill>
                        <a:effectLst/>
                        <a:uLnTx/>
                        <a:uFillTx/>
                        <a:latin typeface="+mn-lt"/>
                        <a:ea typeface="+mn-ea"/>
                        <a:cs typeface="+mn-cs"/>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gridSpan="2">
                  <a:txBody>
                    <a:bodyPr/>
                    <a:lstStyle/>
                    <a:p>
                      <a:pPr algn="ctr" fontAlgn="ctr"/>
                      <a:r>
                        <a:rPr lang="pt-PT" sz="1000" b="0" u="none" strike="noStrike" dirty="0">
                          <a:solidFill>
                            <a:srgbClr val="000000"/>
                          </a:solidFill>
                          <a:effectLst/>
                          <a:latin typeface="+mn-lt"/>
                        </a:rPr>
                        <a:t> </a:t>
                      </a:r>
                      <a:endParaRPr lang="pt-PT" sz="1000" b="0" i="0" u="none" strike="noStrike" dirty="0">
                        <a:solidFill>
                          <a:srgbClr val="000000"/>
                        </a:solidFill>
                        <a:effectLst/>
                        <a:latin typeface="+mn-lt"/>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hMerge="1">
                  <a:txBody>
                    <a:bodyPr/>
                    <a:lstStyle/>
                    <a:p>
                      <a:endParaRPr lang="en-US"/>
                    </a:p>
                  </a:txBody>
                  <a:tcPr/>
                </a:tc>
                <a:tc>
                  <a:txBody>
                    <a:bodyPr/>
                    <a:lstStyle/>
                    <a:p>
                      <a:pPr algn="ctr" fontAlgn="ctr"/>
                      <a:endParaRPr lang="pt-PT" sz="1000" b="0" i="0" u="none" strike="noStrike" dirty="0">
                        <a:solidFill>
                          <a:srgbClr val="000000"/>
                        </a:solidFill>
                        <a:effectLst/>
                        <a:latin typeface="+mn-lt"/>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en-US" sz="1200">
                        <a:latin typeface="+mn-lt"/>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r" fontAlgn="ctr"/>
                      <a:endParaRPr lang="pt-PT" sz="1000" b="0" i="0" u="none" strike="noStrike" dirty="0">
                        <a:solidFill>
                          <a:srgbClr val="000000"/>
                        </a:solidFill>
                        <a:effectLst/>
                        <a:latin typeface="+mn-lt"/>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fontAlgn="ctr"/>
                      <a:r>
                        <a:rPr lang="pt-PT" sz="1000" b="0" u="none" strike="noStrike" dirty="0">
                          <a:solidFill>
                            <a:srgbClr val="000000"/>
                          </a:solidFill>
                          <a:effectLst/>
                          <a:latin typeface="+mn-lt"/>
                        </a:rPr>
                        <a:t>1</a:t>
                      </a:r>
                      <a:endParaRPr lang="pt-PT" sz="1000" b="0" i="0" u="none" strike="noStrike" dirty="0">
                        <a:solidFill>
                          <a:srgbClr val="000000"/>
                        </a:solidFill>
                        <a:effectLst/>
                        <a:latin typeface="+mn-lt"/>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628221836"/>
                  </a:ext>
                </a:extLst>
              </a:tr>
              <a:tr h="0">
                <a:tc>
                  <a:txBody>
                    <a:bodyPr/>
                    <a:lstStyle/>
                    <a:p>
                      <a:pPr marL="0" marR="0" lvl="0" indent="0" algn="l" defTabSz="914377" rtl="0" eaLnBrk="1" fontAlgn="ctr" latinLnBrk="0" hangingPunct="1">
                        <a:lnSpc>
                          <a:spcPct val="100000"/>
                        </a:lnSpc>
                        <a:spcBef>
                          <a:spcPts val="0"/>
                        </a:spcBef>
                        <a:spcAft>
                          <a:spcPts val="0"/>
                        </a:spcAft>
                        <a:buClrTx/>
                        <a:buSzTx/>
                        <a:buFontTx/>
                        <a:buNone/>
                        <a:tabLst/>
                        <a:defRPr/>
                      </a:pPr>
                      <a:r>
                        <a:rPr lang="pt-PT" sz="700" kern="1200" cap="all" baseline="0" dirty="0">
                          <a:solidFill>
                            <a:schemeClr val="bg1"/>
                          </a:solidFill>
                          <a:latin typeface="+mn-lt"/>
                          <a:ea typeface="Segoe UI Black" panose="020B0A02040204020203" pitchFamily="34" charset="0"/>
                          <a:cs typeface="Segoe UI Semibold" panose="020B0702040204020203" pitchFamily="34" charset="0"/>
                        </a:rPr>
                        <a:t>AD/DC</a:t>
                      </a:r>
                    </a:p>
                  </a:txBody>
                  <a:tcPr marL="108000"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666666"/>
                    </a:solidFill>
                  </a:tcPr>
                </a:tc>
                <a:tc>
                  <a:txBody>
                    <a:bodyPr/>
                    <a:lstStyle/>
                    <a:p>
                      <a:pPr marL="0" marR="0" lvl="0" indent="0" algn="l" defTabSz="914377" rtl="0" eaLnBrk="1" fontAlgn="ctr" latinLnBrk="0" hangingPunct="1">
                        <a:lnSpc>
                          <a:spcPct val="100000"/>
                        </a:lnSpc>
                        <a:spcBef>
                          <a:spcPts val="0"/>
                        </a:spcBef>
                        <a:spcAft>
                          <a:spcPts val="0"/>
                        </a:spcAft>
                        <a:buClrTx/>
                        <a:buSzTx/>
                        <a:buFontTx/>
                        <a:buNone/>
                        <a:tabLst/>
                        <a:defRPr/>
                      </a:pPr>
                      <a:r>
                        <a:rPr lang="pt-PT" sz="1000" b="0" u="none" strike="noStrike" kern="1200" dirty="0">
                          <a:solidFill>
                            <a:srgbClr val="000000"/>
                          </a:solidFill>
                          <a:effectLst/>
                          <a:latin typeface="+mn-lt"/>
                        </a:rPr>
                        <a:t>Windows Server 2019</a:t>
                      </a:r>
                      <a:endParaRPr lang="pt-PT" sz="1000" b="0" i="0" u="none" strike="noStrike" kern="1200" dirty="0">
                        <a:solidFill>
                          <a:srgbClr val="000000"/>
                        </a:solidFill>
                        <a:effectLst/>
                        <a:latin typeface="+mn-lt"/>
                        <a:ea typeface="+mn-ea"/>
                        <a:cs typeface="+mn-cs"/>
                      </a:endParaRPr>
                    </a:p>
                  </a:txBody>
                  <a:tcPr marL="108000"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fontAlgn="ctr"/>
                      <a:r>
                        <a:rPr lang="pt-PT" sz="1000" b="0" i="0" u="none" strike="noStrike" dirty="0">
                          <a:solidFill>
                            <a:srgbClr val="000000"/>
                          </a:solidFill>
                          <a:effectLst/>
                          <a:latin typeface="+mn-lt"/>
                        </a:rPr>
                        <a:t>2</a:t>
                      </a: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fontAlgn="ctr"/>
                      <a:r>
                        <a:rPr lang="pt-PT" sz="1000" b="0" i="0" u="none" strike="noStrike" dirty="0">
                          <a:solidFill>
                            <a:srgbClr val="000000"/>
                          </a:solidFill>
                          <a:effectLst/>
                          <a:latin typeface="+mn-lt"/>
                        </a:rPr>
                        <a:t>4 GB</a:t>
                      </a: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marR="0" lvl="0" indent="0" algn="ctr" defTabSz="914377" rtl="0" eaLnBrk="1" fontAlgn="b" latinLnBrk="0" hangingPunct="1">
                        <a:lnSpc>
                          <a:spcPct val="100000"/>
                        </a:lnSpc>
                        <a:spcBef>
                          <a:spcPts val="0"/>
                        </a:spcBef>
                        <a:spcAft>
                          <a:spcPts val="0"/>
                        </a:spcAft>
                        <a:buClrTx/>
                        <a:buSzTx/>
                        <a:buFontTx/>
                        <a:buNone/>
                        <a:tabLst/>
                        <a:defRPr/>
                      </a:pPr>
                      <a:r>
                        <a:rPr kumimoji="0" lang="pt-PT" sz="1000" b="0" i="0" u="none" strike="noStrike" kern="1200" cap="none" spc="0" normalizeH="0" baseline="0" noProof="0" dirty="0">
                          <a:ln>
                            <a:noFill/>
                          </a:ln>
                          <a:solidFill>
                            <a:srgbClr val="000000"/>
                          </a:solidFill>
                          <a:effectLst/>
                          <a:uLnTx/>
                          <a:uFillTx/>
                          <a:latin typeface="+mn-lt"/>
                          <a:ea typeface="+mn-ea"/>
                          <a:cs typeface="+mn-cs"/>
                        </a:rPr>
                        <a:t>127 GB</a:t>
                      </a: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gridSpan="2">
                  <a:txBody>
                    <a:bodyPr/>
                    <a:lstStyle/>
                    <a:p>
                      <a:pPr algn="ctr" fontAlgn="ctr"/>
                      <a:endParaRPr lang="pt-PT" sz="1000" b="0" i="0" u="none" strike="noStrike" dirty="0">
                        <a:solidFill>
                          <a:srgbClr val="000000"/>
                        </a:solidFill>
                        <a:effectLst/>
                        <a:latin typeface="+mn-lt"/>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hMerge="1">
                  <a:txBody>
                    <a:bodyPr/>
                    <a:lstStyle/>
                    <a:p>
                      <a:endParaRPr lang="en-US"/>
                    </a:p>
                  </a:txBody>
                  <a:tcPr/>
                </a:tc>
                <a:tc>
                  <a:txBody>
                    <a:bodyPr/>
                    <a:lstStyle/>
                    <a:p>
                      <a:pPr algn="ctr" fontAlgn="ctr"/>
                      <a:endParaRPr lang="pt-PT" sz="1000" b="0" i="0" u="none" strike="noStrike" dirty="0">
                        <a:solidFill>
                          <a:srgbClr val="000000"/>
                        </a:solidFill>
                        <a:effectLst/>
                        <a:latin typeface="+mn-lt"/>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en-US" sz="1200">
                        <a:latin typeface="+mn-lt"/>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r" fontAlgn="ctr"/>
                      <a:endParaRPr lang="pt-PT" sz="1000" b="0" i="0" u="none" strike="noStrike" dirty="0">
                        <a:solidFill>
                          <a:srgbClr val="000000"/>
                        </a:solidFill>
                        <a:effectLst/>
                        <a:latin typeface="+mn-lt"/>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fontAlgn="ctr"/>
                      <a:r>
                        <a:rPr lang="pt-PT" sz="1000" b="0" i="0" u="none" strike="noStrike" dirty="0">
                          <a:solidFill>
                            <a:srgbClr val="000000"/>
                          </a:solidFill>
                          <a:effectLst/>
                          <a:latin typeface="+mn-lt"/>
                        </a:rPr>
                        <a:t>1</a:t>
                      </a: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916161958"/>
                  </a:ext>
                </a:extLst>
              </a:tr>
              <a:tr h="0">
                <a:tc>
                  <a:txBody>
                    <a:bodyPr/>
                    <a:lstStyle/>
                    <a:p>
                      <a:pPr marL="0" algn="l" defTabSz="914377" rtl="0" eaLnBrk="1" fontAlgn="ctr" latinLnBrk="0" hangingPunct="1"/>
                      <a:r>
                        <a:rPr lang="pt-PT" sz="700" kern="1200" cap="all" baseline="0" dirty="0">
                          <a:solidFill>
                            <a:schemeClr val="bg1"/>
                          </a:solidFill>
                          <a:latin typeface="+mn-lt"/>
                          <a:ea typeface="Segoe UI Black" panose="020B0A02040204020203" pitchFamily="34" charset="0"/>
                          <a:cs typeface="Segoe UI Semibold" panose="020B0702040204020203" pitchFamily="34" charset="0"/>
                        </a:rPr>
                        <a:t>MF Enterprise Developer for z</a:t>
                      </a:r>
                    </a:p>
                  </a:txBody>
                  <a:tcPr marL="108000"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666666"/>
                    </a:solidFill>
                  </a:tcPr>
                </a:tc>
                <a:tc>
                  <a:txBody>
                    <a:bodyPr/>
                    <a:lstStyle/>
                    <a:p>
                      <a:pPr algn="l" fontAlgn="ctr"/>
                      <a:r>
                        <a:rPr lang="pt-PT" sz="1000" b="0" u="none" strike="noStrike" dirty="0">
                          <a:solidFill>
                            <a:srgbClr val="000000"/>
                          </a:solidFill>
                          <a:effectLst/>
                          <a:latin typeface="+mn-lt"/>
                        </a:rPr>
                        <a:t>Windows 10</a:t>
                      </a:r>
                      <a:endParaRPr lang="pt-PT" sz="1000" b="0" i="0" u="none" strike="noStrike" dirty="0">
                        <a:solidFill>
                          <a:srgbClr val="000000"/>
                        </a:solidFill>
                        <a:effectLst/>
                        <a:latin typeface="+mn-lt"/>
                      </a:endParaRPr>
                    </a:p>
                  </a:txBody>
                  <a:tcPr marL="108000"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fontAlgn="ctr"/>
                      <a:r>
                        <a:rPr lang="pt-PT" sz="1000" b="0" u="none" strike="noStrike" dirty="0">
                          <a:solidFill>
                            <a:srgbClr val="000000"/>
                          </a:solidFill>
                          <a:effectLst/>
                          <a:latin typeface="+mn-lt"/>
                        </a:rPr>
                        <a:t>2</a:t>
                      </a:r>
                      <a:endParaRPr lang="pt-PT" sz="1000" b="0" i="0" u="none" strike="noStrike" dirty="0">
                        <a:solidFill>
                          <a:srgbClr val="000000"/>
                        </a:solidFill>
                        <a:effectLst/>
                        <a:latin typeface="+mn-lt"/>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fontAlgn="ctr"/>
                      <a:r>
                        <a:rPr lang="pt-PT" sz="1000" b="0" u="none" strike="noStrike" dirty="0">
                          <a:solidFill>
                            <a:srgbClr val="000000"/>
                          </a:solidFill>
                          <a:effectLst/>
                          <a:latin typeface="+mn-lt"/>
                        </a:rPr>
                        <a:t>8 GB</a:t>
                      </a:r>
                      <a:endParaRPr lang="pt-PT" sz="1000" b="0" i="0" u="none" strike="noStrike" dirty="0">
                        <a:solidFill>
                          <a:srgbClr val="000000"/>
                        </a:solidFill>
                        <a:effectLst/>
                        <a:latin typeface="+mn-lt"/>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fontAlgn="b"/>
                      <a:r>
                        <a:rPr lang="pt-PT" sz="1000" b="0" u="none" strike="noStrike" kern="1200" dirty="0">
                          <a:solidFill>
                            <a:srgbClr val="000000"/>
                          </a:solidFill>
                          <a:effectLst/>
                          <a:latin typeface="+mn-lt"/>
                        </a:rPr>
                        <a:t>127 GB</a:t>
                      </a:r>
                      <a:endParaRPr lang="pt-PT" sz="1000" b="0" i="0" u="none" strike="noStrike" kern="1200" dirty="0">
                        <a:solidFill>
                          <a:srgbClr val="000000"/>
                        </a:solidFill>
                        <a:effectLst/>
                        <a:latin typeface="+mn-lt"/>
                        <a:ea typeface="+mn-ea"/>
                        <a:cs typeface="+mn-cs"/>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gridSpan="2">
                  <a:txBody>
                    <a:bodyPr/>
                    <a:lstStyle/>
                    <a:p>
                      <a:pPr algn="ctr" fontAlgn="ctr"/>
                      <a:r>
                        <a:rPr lang="pt-PT" sz="1000" b="0" u="none" strike="noStrike" dirty="0">
                          <a:solidFill>
                            <a:srgbClr val="000000"/>
                          </a:solidFill>
                          <a:effectLst/>
                          <a:latin typeface="+mn-lt"/>
                        </a:rPr>
                        <a:t> </a:t>
                      </a:r>
                      <a:endParaRPr lang="pt-PT" sz="1000" b="0" i="0" u="none" strike="noStrike" dirty="0">
                        <a:solidFill>
                          <a:srgbClr val="000000"/>
                        </a:solidFill>
                        <a:effectLst/>
                        <a:latin typeface="+mn-lt"/>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hMerge="1">
                  <a:txBody>
                    <a:bodyPr/>
                    <a:lstStyle/>
                    <a:p>
                      <a:endParaRPr lang="en-US"/>
                    </a:p>
                  </a:txBody>
                  <a:tcPr/>
                </a:tc>
                <a:tc>
                  <a:txBody>
                    <a:bodyPr/>
                    <a:lstStyle/>
                    <a:p>
                      <a:pPr algn="ctr" fontAlgn="ctr"/>
                      <a:endParaRPr lang="pt-PT" sz="1000" b="0" i="0" u="none" strike="noStrike" dirty="0">
                        <a:solidFill>
                          <a:srgbClr val="000000"/>
                        </a:solidFill>
                        <a:effectLst/>
                        <a:latin typeface="+mn-lt"/>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en-US" sz="1200" dirty="0">
                        <a:latin typeface="+mn-lt"/>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r" fontAlgn="ctr"/>
                      <a:endParaRPr lang="pt-PT" sz="1000" b="0" i="0" u="none" strike="noStrike" dirty="0">
                        <a:solidFill>
                          <a:srgbClr val="000000"/>
                        </a:solidFill>
                        <a:effectLst/>
                        <a:latin typeface="+mn-lt"/>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fontAlgn="ctr"/>
                      <a:r>
                        <a:rPr lang="pt-PT" sz="1000" b="0" u="none" strike="noStrike" dirty="0">
                          <a:solidFill>
                            <a:srgbClr val="000000"/>
                          </a:solidFill>
                          <a:effectLst/>
                          <a:latin typeface="+mn-lt"/>
                        </a:rPr>
                        <a:t>5</a:t>
                      </a:r>
                      <a:endParaRPr lang="pt-PT" sz="1000" b="0" i="0" u="none" strike="noStrike" dirty="0">
                        <a:solidFill>
                          <a:srgbClr val="000000"/>
                        </a:solidFill>
                        <a:effectLst/>
                        <a:latin typeface="+mn-lt"/>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4140295048"/>
                  </a:ext>
                </a:extLst>
              </a:tr>
              <a:tr h="221563">
                <a:tc gridSpan="11">
                  <a:txBody>
                    <a:bodyPr/>
                    <a:lstStyle/>
                    <a:p>
                      <a:pPr algn="ctr" fontAlgn="ctr"/>
                      <a:r>
                        <a:rPr lang="pt-PT" sz="800" b="1" kern="1200" cap="all" baseline="0" dirty="0">
                          <a:solidFill>
                            <a:schemeClr val="bg1"/>
                          </a:solidFill>
                          <a:latin typeface="+mn-lt"/>
                          <a:ea typeface="+mn-ea"/>
                          <a:cs typeface="Segoe UI Semibold" panose="020B0702040204020203" pitchFamily="34" charset="0"/>
                        </a:rPr>
                        <a:t>Serviços PaaS</a:t>
                      </a:r>
                    </a:p>
                  </a:txBody>
                  <a:tcPr marL="108000" marR="9525" marT="9525" marB="0"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lumMod val="50000"/>
                      </a:schemeClr>
                    </a:solidFill>
                  </a:tcPr>
                </a:tc>
                <a:tc hMerge="1">
                  <a:txBody>
                    <a:bodyPr/>
                    <a:lstStyle/>
                    <a:p>
                      <a:pPr algn="l" fontAlgn="ctr"/>
                      <a:endParaRPr lang="pt-PT" sz="1200" b="0" i="0" u="none" strike="noStrike" dirty="0">
                        <a:solidFill>
                          <a:srgbClr val="000000"/>
                        </a:solidFill>
                        <a:effectLst/>
                        <a:latin typeface="Arial "/>
                      </a:endParaRPr>
                    </a:p>
                  </a:txBody>
                  <a:tcPr marL="108000" marR="9525" marT="9525" marB="0" anchor="ctr">
                    <a:lnT w="12700" cap="flat" cmpd="sng" algn="ctr">
                      <a:solidFill>
                        <a:schemeClr val="bg1"/>
                      </a:solidFill>
                      <a:prstDash val="solid"/>
                      <a:round/>
                      <a:headEnd type="none" w="med" len="med"/>
                      <a:tailEnd type="none" w="med" len="med"/>
                    </a:lnT>
                  </a:tcPr>
                </a:tc>
                <a:tc hMerge="1">
                  <a:txBody>
                    <a:bodyPr/>
                    <a:lstStyle/>
                    <a:p>
                      <a:pPr algn="r" fontAlgn="ctr"/>
                      <a:endParaRPr lang="pt-PT" sz="1200" b="0" i="0" u="none" strike="noStrike" dirty="0">
                        <a:solidFill>
                          <a:srgbClr val="000000"/>
                        </a:solidFill>
                        <a:effectLst/>
                        <a:latin typeface="Arial "/>
                      </a:endParaRPr>
                    </a:p>
                  </a:txBody>
                  <a:tcPr marL="9525" marR="9525" marT="9525" marB="0" anchor="ctr">
                    <a:lnT w="12700" cap="flat" cmpd="sng" algn="ctr">
                      <a:solidFill>
                        <a:schemeClr val="bg1"/>
                      </a:solidFill>
                      <a:prstDash val="solid"/>
                      <a:round/>
                      <a:headEnd type="none" w="med" len="med"/>
                      <a:tailEnd type="none" w="med" len="med"/>
                    </a:lnT>
                  </a:tcPr>
                </a:tc>
                <a:tc hMerge="1">
                  <a:txBody>
                    <a:bodyPr/>
                    <a:lstStyle/>
                    <a:p>
                      <a:pPr algn="r" fontAlgn="ctr"/>
                      <a:endParaRPr lang="pt-PT" sz="1200" b="0" i="0" u="none" strike="noStrike" dirty="0">
                        <a:solidFill>
                          <a:srgbClr val="000000"/>
                        </a:solidFill>
                        <a:effectLst/>
                        <a:latin typeface="Arial "/>
                      </a:endParaRPr>
                    </a:p>
                  </a:txBody>
                  <a:tcPr marL="9525" marR="9525" marT="9525" marB="0" anchor="ctr">
                    <a:lnT w="12700" cap="flat" cmpd="sng" algn="ctr">
                      <a:solidFill>
                        <a:schemeClr val="bg1"/>
                      </a:solidFill>
                      <a:prstDash val="solid"/>
                      <a:round/>
                      <a:headEnd type="none" w="med" len="med"/>
                      <a:tailEnd type="none" w="med" len="med"/>
                    </a:lnT>
                  </a:tcPr>
                </a:tc>
                <a:tc hMerge="1">
                  <a:txBody>
                    <a:bodyPr/>
                    <a:lstStyle/>
                    <a:p>
                      <a:pPr algn="r" fontAlgn="ctr"/>
                      <a:endParaRPr lang="pt-PT" sz="1200" b="0" i="0" u="none" strike="noStrike" dirty="0">
                        <a:solidFill>
                          <a:srgbClr val="000000"/>
                        </a:solidFill>
                        <a:effectLst/>
                        <a:latin typeface="Arial "/>
                      </a:endParaRPr>
                    </a:p>
                  </a:txBody>
                  <a:tcPr marL="9525" marR="9525" marT="9525" marB="0" anchor="ctr">
                    <a:lnT w="12700" cap="flat" cmpd="sng" algn="ctr">
                      <a:solidFill>
                        <a:schemeClr val="bg1"/>
                      </a:solidFill>
                      <a:prstDash val="solid"/>
                      <a:round/>
                      <a:headEnd type="none" w="med" len="med"/>
                      <a:tailEnd type="none" w="med" len="med"/>
                    </a:lnT>
                  </a:tcPr>
                </a:tc>
                <a:tc hMerge="1">
                  <a:txBody>
                    <a:bodyPr/>
                    <a:lstStyle/>
                    <a:p>
                      <a:pPr algn="r" fontAlgn="ctr"/>
                      <a:endParaRPr lang="pt-PT" sz="1200" b="0" i="0" u="none" strike="noStrike" dirty="0">
                        <a:solidFill>
                          <a:srgbClr val="000000"/>
                        </a:solidFill>
                        <a:effectLst/>
                        <a:latin typeface="Arial "/>
                      </a:endParaRPr>
                    </a:p>
                  </a:txBody>
                  <a:tcPr marL="9525" marR="9525" marT="9525" marB="0" anchor="ctr">
                    <a:lnT w="12700" cap="flat" cmpd="sng" algn="ctr">
                      <a:solidFill>
                        <a:schemeClr val="bg1"/>
                      </a:solidFill>
                      <a:prstDash val="solid"/>
                      <a:round/>
                      <a:headEnd type="none" w="med" len="med"/>
                      <a:tailEnd type="none" w="med" len="med"/>
                    </a:lnT>
                  </a:tcPr>
                </a:tc>
                <a:tc hMerge="1">
                  <a:txBody>
                    <a:bodyPr/>
                    <a:lstStyle/>
                    <a:p>
                      <a:endParaRPr lang="en-US"/>
                    </a:p>
                  </a:txBody>
                  <a:tcPr/>
                </a:tc>
                <a:tc hMerge="1">
                  <a:txBody>
                    <a:bodyPr/>
                    <a:lstStyle/>
                    <a:p>
                      <a:pPr algn="r" fontAlgn="ctr"/>
                      <a:endParaRPr lang="pt-PT" sz="1200" b="0" i="0" u="none" strike="noStrike" dirty="0">
                        <a:solidFill>
                          <a:srgbClr val="000000"/>
                        </a:solidFill>
                        <a:effectLst/>
                        <a:latin typeface="Arial "/>
                      </a:endParaRPr>
                    </a:p>
                  </a:txBody>
                  <a:tcPr marL="9525" marR="9525" marT="9525" marB="0" anchor="ctr">
                    <a:lnT w="12700" cap="flat" cmpd="sng" algn="ctr">
                      <a:solidFill>
                        <a:schemeClr val="bg1"/>
                      </a:solidFill>
                      <a:prstDash val="solid"/>
                      <a:round/>
                      <a:headEnd type="none" w="med" len="med"/>
                      <a:tailEnd type="none" w="med" len="med"/>
                    </a:lnT>
                  </a:tcPr>
                </a:tc>
                <a:tc hMerge="1">
                  <a:txBody>
                    <a:bodyPr/>
                    <a:lstStyle/>
                    <a:p>
                      <a:endParaRPr lang="en-US"/>
                    </a:p>
                  </a:txBody>
                  <a:tcPr/>
                </a:tc>
                <a:tc hMerge="1">
                  <a:txBody>
                    <a:bodyPr/>
                    <a:lstStyle/>
                    <a:p>
                      <a:pPr algn="r" fontAlgn="ctr"/>
                      <a:endParaRPr lang="pt-PT" sz="1200" b="0" i="0" u="none" strike="noStrike" dirty="0">
                        <a:solidFill>
                          <a:srgbClr val="000000"/>
                        </a:solidFill>
                        <a:effectLst/>
                        <a:latin typeface="Arial "/>
                      </a:endParaRPr>
                    </a:p>
                  </a:txBody>
                  <a:tcPr marL="9525" marR="9525" marT="9525" marB="0" anchor="ctr">
                    <a:lnT w="12700" cap="flat" cmpd="sng" algn="ctr">
                      <a:solidFill>
                        <a:schemeClr val="bg1"/>
                      </a:solidFill>
                      <a:prstDash val="solid"/>
                      <a:round/>
                      <a:headEnd type="none" w="med" len="med"/>
                      <a:tailEnd type="none" w="med" len="med"/>
                    </a:lnT>
                  </a:tcPr>
                </a:tc>
                <a:tc hMerge="1">
                  <a:txBody>
                    <a:bodyPr/>
                    <a:lstStyle/>
                    <a:p>
                      <a:pPr algn="ctr" fontAlgn="ctr"/>
                      <a:endParaRPr lang="pt-PT" sz="1000" b="1" kern="1200" cap="all" baseline="0" dirty="0">
                        <a:solidFill>
                          <a:schemeClr val="bg1"/>
                        </a:solidFill>
                        <a:latin typeface="Segoe UI Semibold" panose="020B0702040204020203" pitchFamily="34" charset="0"/>
                        <a:ea typeface="+mn-ea"/>
                        <a:cs typeface="Segoe UI Semibold" panose="020B0702040204020203" pitchFamily="34" charset="0"/>
                      </a:endParaRPr>
                    </a:p>
                  </a:txBody>
                  <a:tcPr marL="108000" marR="9525" marT="9525" marB="0"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3089766849"/>
                  </a:ext>
                </a:extLst>
              </a:tr>
              <a:tr h="221563">
                <a:tc>
                  <a:txBody>
                    <a:bodyPr/>
                    <a:lstStyle/>
                    <a:p>
                      <a:pPr algn="l" fontAlgn="ctr"/>
                      <a:r>
                        <a:rPr lang="pt-PT" sz="700" kern="1200" cap="all" baseline="0">
                          <a:solidFill>
                            <a:schemeClr val="bg1"/>
                          </a:solidFill>
                          <a:latin typeface="+mn-lt"/>
                          <a:ea typeface="Segoe UI Black" panose="020B0A02040204020203" pitchFamily="34" charset="0"/>
                          <a:cs typeface="Segoe UI Semibold" panose="020B0702040204020203" pitchFamily="34" charset="0"/>
                        </a:rPr>
                        <a:t>Recursos Identity</a:t>
                      </a:r>
                      <a:endParaRPr lang="pt-PT" sz="700" kern="1200" cap="all" baseline="0" dirty="0">
                        <a:solidFill>
                          <a:schemeClr val="bg1"/>
                        </a:solidFill>
                        <a:latin typeface="+mn-lt"/>
                        <a:ea typeface="Segoe UI Black" panose="020B0A02040204020203" pitchFamily="34" charset="0"/>
                        <a:cs typeface="Segoe UI Semibold" panose="020B0702040204020203" pitchFamily="34" charset="0"/>
                      </a:endParaRPr>
                    </a:p>
                  </a:txBody>
                  <a:tcPr marL="108000"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50000"/>
                        <a:lumOff val="50000"/>
                      </a:schemeClr>
                    </a:solidFill>
                  </a:tcPr>
                </a:tc>
                <a:tc gridSpan="10">
                  <a:txBody>
                    <a:bodyPr/>
                    <a:lstStyle/>
                    <a:p>
                      <a:pPr marL="628650" marR="0" lvl="1" indent="-171450" algn="l" defTabSz="914377" rtl="0" eaLnBrk="1" fontAlgn="ctr" latinLnBrk="0" hangingPunct="1">
                        <a:lnSpc>
                          <a:spcPct val="100000"/>
                        </a:lnSpc>
                        <a:spcBef>
                          <a:spcPts val="0"/>
                        </a:spcBef>
                        <a:spcAft>
                          <a:spcPts val="0"/>
                        </a:spcAft>
                        <a:buClrTx/>
                        <a:buSzTx/>
                        <a:buFont typeface="Arial" panose="020B0604020202020204" pitchFamily="34" charset="0"/>
                        <a:buChar char="•"/>
                        <a:tabLst/>
                        <a:defRPr/>
                      </a:pPr>
                      <a:r>
                        <a:rPr lang="en-US" sz="1000" kern="1200" dirty="0">
                          <a:solidFill>
                            <a:schemeClr val="dk1"/>
                          </a:solidFill>
                          <a:latin typeface="+mn-lt"/>
                          <a:ea typeface="+mn-ea"/>
                          <a:cs typeface="+mn-cs"/>
                        </a:rPr>
                        <a:t>Azure AD</a:t>
                      </a:r>
                    </a:p>
                  </a:txBody>
                  <a:tcPr marL="108000"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594662631"/>
                  </a:ext>
                </a:extLst>
              </a:tr>
              <a:tr h="221563">
                <a:tc>
                  <a:txBody>
                    <a:bodyPr/>
                    <a:lstStyle/>
                    <a:p>
                      <a:pPr algn="l" fontAlgn="ctr"/>
                      <a:r>
                        <a:rPr lang="en-US" sz="700" kern="1200" cap="all" baseline="0">
                          <a:solidFill>
                            <a:schemeClr val="bg1"/>
                          </a:solidFill>
                          <a:latin typeface="+mn-lt"/>
                          <a:ea typeface="Segoe UI Black" panose="020B0A02040204020203" pitchFamily="34" charset="0"/>
                          <a:cs typeface="Segoe UI Semibold" panose="020B0702040204020203" pitchFamily="34" charset="0"/>
                        </a:rPr>
                        <a:t>Recursos Operação</a:t>
                      </a:r>
                      <a:endParaRPr lang="pt-PT" sz="700" kern="1200" cap="all" baseline="0" dirty="0">
                        <a:solidFill>
                          <a:schemeClr val="bg1"/>
                        </a:solidFill>
                        <a:latin typeface="+mn-lt"/>
                        <a:ea typeface="Segoe UI Black" panose="020B0A02040204020203" pitchFamily="34" charset="0"/>
                        <a:cs typeface="Segoe UI Semibold" panose="020B0702040204020203" pitchFamily="34" charset="0"/>
                      </a:endParaRPr>
                    </a:p>
                  </a:txBody>
                  <a:tcPr marL="108000"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50000"/>
                        <a:lumOff val="50000"/>
                      </a:schemeClr>
                    </a:solidFill>
                  </a:tcPr>
                </a:tc>
                <a:tc gridSpan="5">
                  <a:txBody>
                    <a:bodyPr/>
                    <a:lstStyle/>
                    <a:p>
                      <a:pPr marL="628650" marR="0" lvl="1" indent="-171450" algn="l" defTabSz="914377" rtl="0" eaLnBrk="1" fontAlgn="ctr" latinLnBrk="0" hangingPunct="1">
                        <a:lnSpc>
                          <a:spcPct val="100000"/>
                        </a:lnSpc>
                        <a:spcBef>
                          <a:spcPts val="0"/>
                        </a:spcBef>
                        <a:spcAft>
                          <a:spcPts val="0"/>
                        </a:spcAft>
                        <a:buClrTx/>
                        <a:buSzTx/>
                        <a:buFont typeface="Arial" panose="020B0604020202020204" pitchFamily="34" charset="0"/>
                        <a:buChar char="•"/>
                        <a:tabLst/>
                        <a:defRPr/>
                      </a:pPr>
                      <a:r>
                        <a:rPr lang="en-US" sz="1000" kern="1200" dirty="0">
                          <a:solidFill>
                            <a:schemeClr val="dk1"/>
                          </a:solidFill>
                          <a:latin typeface="+mn-lt"/>
                          <a:ea typeface="+mn-ea"/>
                          <a:cs typeface="+mn-cs"/>
                        </a:rPr>
                        <a:t>Azure Monitor (</a:t>
                      </a:r>
                      <a:r>
                        <a:rPr lang="pt-PT" sz="1000" kern="1200" noProof="0" dirty="0">
                          <a:solidFill>
                            <a:schemeClr val="dk1"/>
                          </a:solidFill>
                          <a:latin typeface="+mn-lt"/>
                          <a:ea typeface="+mn-ea"/>
                          <a:cs typeface="+mn-cs"/>
                        </a:rPr>
                        <a:t>inclui</a:t>
                      </a:r>
                      <a:r>
                        <a:rPr lang="en-US" sz="1000" kern="1200" dirty="0">
                          <a:solidFill>
                            <a:schemeClr val="dk1"/>
                          </a:solidFill>
                          <a:latin typeface="+mn-lt"/>
                          <a:ea typeface="+mn-ea"/>
                          <a:cs typeface="+mn-cs"/>
                        </a:rPr>
                        <a:t> Log Analytics &amp; App Insights)</a:t>
                      </a:r>
                    </a:p>
                    <a:p>
                      <a:pPr marL="628650" marR="0" lvl="1" indent="-171450" algn="l" defTabSz="914377" rtl="0" eaLnBrk="1" fontAlgn="ctr" latinLnBrk="0" hangingPunct="1">
                        <a:lnSpc>
                          <a:spcPct val="100000"/>
                        </a:lnSpc>
                        <a:spcBef>
                          <a:spcPts val="0"/>
                        </a:spcBef>
                        <a:spcAft>
                          <a:spcPts val="0"/>
                        </a:spcAft>
                        <a:buClrTx/>
                        <a:buSzTx/>
                        <a:buFont typeface="Arial" panose="020B0604020202020204" pitchFamily="34" charset="0"/>
                        <a:buChar char="•"/>
                        <a:tabLst/>
                        <a:defRPr/>
                      </a:pPr>
                      <a:r>
                        <a:rPr lang="en-US" sz="1000" kern="1200" dirty="0">
                          <a:solidFill>
                            <a:schemeClr val="dk1"/>
                          </a:solidFill>
                          <a:latin typeface="+mn-lt"/>
                          <a:ea typeface="+mn-ea"/>
                          <a:cs typeface="+mn-cs"/>
                        </a:rPr>
                        <a:t>Recovery Services Vault (Backup &amp; Site Recovery)</a:t>
                      </a:r>
                    </a:p>
                    <a:p>
                      <a:pPr marL="628650" marR="0" lvl="1" indent="-171450" algn="l" defTabSz="914377" rtl="0" eaLnBrk="1" fontAlgn="ctr" latinLnBrk="0" hangingPunct="1">
                        <a:lnSpc>
                          <a:spcPct val="100000"/>
                        </a:lnSpc>
                        <a:spcBef>
                          <a:spcPts val="0"/>
                        </a:spcBef>
                        <a:spcAft>
                          <a:spcPts val="0"/>
                        </a:spcAft>
                        <a:buClrTx/>
                        <a:buSzTx/>
                        <a:buFont typeface="Arial" panose="020B0604020202020204" pitchFamily="34" charset="0"/>
                        <a:buChar char="•"/>
                        <a:tabLst/>
                        <a:defRPr/>
                      </a:pPr>
                      <a:r>
                        <a:rPr lang="en-US" sz="1000" kern="1200" dirty="0">
                          <a:solidFill>
                            <a:schemeClr val="dk1"/>
                          </a:solidFill>
                          <a:latin typeface="+mn-lt"/>
                          <a:ea typeface="+mn-ea"/>
                          <a:cs typeface="+mn-cs"/>
                        </a:rPr>
                        <a:t>Cost Management &amp; Billing</a:t>
                      </a:r>
                    </a:p>
                    <a:p>
                      <a:pPr marL="628650" marR="0" lvl="1" indent="-171450" algn="l" defTabSz="914377" rtl="0" eaLnBrk="1" fontAlgn="ctr" latinLnBrk="0" hangingPunct="1">
                        <a:lnSpc>
                          <a:spcPct val="100000"/>
                        </a:lnSpc>
                        <a:spcBef>
                          <a:spcPts val="0"/>
                        </a:spcBef>
                        <a:spcAft>
                          <a:spcPts val="0"/>
                        </a:spcAft>
                        <a:buClrTx/>
                        <a:buSzTx/>
                        <a:buFont typeface="Arial" panose="020B0604020202020204" pitchFamily="34" charset="0"/>
                        <a:buChar char="•"/>
                        <a:tabLst/>
                        <a:defRPr/>
                      </a:pPr>
                      <a:r>
                        <a:rPr lang="en-US" sz="1000" kern="1200" dirty="0">
                          <a:solidFill>
                            <a:schemeClr val="dk1"/>
                          </a:solidFill>
                          <a:latin typeface="+mn-lt"/>
                          <a:ea typeface="+mn-ea"/>
                          <a:cs typeface="+mn-cs"/>
                        </a:rPr>
                        <a:t>Azure Policy</a:t>
                      </a:r>
                    </a:p>
                  </a:txBody>
                  <a:tcPr marL="108000"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hMerge="1">
                  <a:txBody>
                    <a:bodyPr/>
                    <a:lstStyle/>
                    <a:p>
                      <a:pPr algn="r" fontAlgn="ctr"/>
                      <a:endParaRPr lang="pt-PT" sz="1200" b="0" i="0" u="none" strike="noStrike" dirty="0">
                        <a:solidFill>
                          <a:srgbClr val="000000"/>
                        </a:solidFill>
                        <a:effectLst/>
                        <a:latin typeface="Arial "/>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hMerge="1">
                  <a:txBody>
                    <a:bodyPr/>
                    <a:lstStyle/>
                    <a:p>
                      <a:pPr algn="r" fontAlgn="ctr"/>
                      <a:endParaRPr lang="pt-PT" sz="1200" b="0" i="0" u="none" strike="noStrike" dirty="0">
                        <a:solidFill>
                          <a:srgbClr val="000000"/>
                        </a:solidFill>
                        <a:effectLst/>
                        <a:latin typeface="Arial "/>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hMerge="1">
                  <a:txBody>
                    <a:bodyPr/>
                    <a:lstStyle/>
                    <a:p>
                      <a:pPr algn="r" fontAlgn="ctr"/>
                      <a:endParaRPr lang="pt-PT" sz="1200" b="0" i="0" u="none" strike="noStrike" dirty="0">
                        <a:solidFill>
                          <a:srgbClr val="000000"/>
                        </a:solidFill>
                        <a:effectLst/>
                        <a:latin typeface="Arial "/>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hMerge="1">
                  <a:txBody>
                    <a:bodyPr/>
                    <a:lstStyle/>
                    <a:p>
                      <a:pPr algn="r" fontAlgn="ctr"/>
                      <a:endParaRPr lang="pt-PT" sz="1200" b="0" i="0" u="none" strike="noStrike" dirty="0">
                        <a:solidFill>
                          <a:srgbClr val="000000"/>
                        </a:solidFill>
                        <a:effectLst/>
                        <a:latin typeface="Arial "/>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gridSpan="5">
                  <a:txBody>
                    <a:bodyPr/>
                    <a:lstStyle/>
                    <a:p>
                      <a:pPr marL="628650" marR="0" lvl="1" indent="-171450" algn="l" defTabSz="914377" rtl="0" eaLnBrk="1" fontAlgn="ctr" latinLnBrk="0" hangingPunct="1">
                        <a:lnSpc>
                          <a:spcPct val="100000"/>
                        </a:lnSpc>
                        <a:spcBef>
                          <a:spcPts val="0"/>
                        </a:spcBef>
                        <a:spcAft>
                          <a:spcPts val="0"/>
                        </a:spcAft>
                        <a:buClrTx/>
                        <a:buSzTx/>
                        <a:buFont typeface="Arial" panose="020B0604020202020204" pitchFamily="34" charset="0"/>
                        <a:buChar char="•"/>
                        <a:tabLst/>
                        <a:defRPr/>
                      </a:pPr>
                      <a:r>
                        <a:rPr lang="en-US" sz="1000" kern="1200" dirty="0">
                          <a:solidFill>
                            <a:schemeClr val="dk1"/>
                          </a:solidFill>
                          <a:latin typeface="+mn-lt"/>
                          <a:ea typeface="+mn-ea"/>
                          <a:cs typeface="+mn-cs"/>
                        </a:rPr>
                        <a:t>Azure Advisor</a:t>
                      </a:r>
                    </a:p>
                    <a:p>
                      <a:pPr marL="628650" marR="0" lvl="1" indent="-171450" algn="l" defTabSz="914377" rtl="0" eaLnBrk="1" fontAlgn="ctr" latinLnBrk="0" hangingPunct="1">
                        <a:lnSpc>
                          <a:spcPct val="100000"/>
                        </a:lnSpc>
                        <a:spcBef>
                          <a:spcPts val="0"/>
                        </a:spcBef>
                        <a:spcAft>
                          <a:spcPts val="0"/>
                        </a:spcAft>
                        <a:buClrTx/>
                        <a:buSzTx/>
                        <a:buFont typeface="Arial" panose="020B0604020202020204" pitchFamily="34" charset="0"/>
                        <a:buChar char="•"/>
                        <a:tabLst/>
                        <a:defRPr/>
                      </a:pPr>
                      <a:r>
                        <a:rPr lang="en-US" sz="1000" kern="1200" dirty="0">
                          <a:solidFill>
                            <a:schemeClr val="dk1"/>
                          </a:solidFill>
                          <a:latin typeface="+mn-lt"/>
                          <a:ea typeface="+mn-ea"/>
                          <a:cs typeface="+mn-cs"/>
                        </a:rPr>
                        <a:t>Azure Automation</a:t>
                      </a:r>
                    </a:p>
                    <a:p>
                      <a:pPr marL="628650" marR="0" lvl="1" indent="-171450" algn="l" defTabSz="914377" rtl="0" eaLnBrk="1" fontAlgn="ctr" latinLnBrk="0" hangingPunct="1">
                        <a:lnSpc>
                          <a:spcPct val="100000"/>
                        </a:lnSpc>
                        <a:spcBef>
                          <a:spcPts val="0"/>
                        </a:spcBef>
                        <a:spcAft>
                          <a:spcPts val="0"/>
                        </a:spcAft>
                        <a:buClrTx/>
                        <a:buSzTx/>
                        <a:buFont typeface="Arial" panose="020B0604020202020204" pitchFamily="34" charset="0"/>
                        <a:buChar char="•"/>
                        <a:tabLst/>
                        <a:defRPr/>
                      </a:pPr>
                      <a:r>
                        <a:rPr lang="en-US" sz="1000" kern="1200" dirty="0">
                          <a:solidFill>
                            <a:schemeClr val="dk1"/>
                          </a:solidFill>
                          <a:latin typeface="+mn-lt"/>
                          <a:ea typeface="+mn-ea"/>
                          <a:cs typeface="+mn-cs"/>
                        </a:rPr>
                        <a:t>Azure Bastion</a:t>
                      </a:r>
                    </a:p>
                    <a:p>
                      <a:pPr marL="628650" marR="0" lvl="1" indent="-171450" algn="l" defTabSz="914377" rtl="0" eaLnBrk="1" fontAlgn="ctr" latinLnBrk="0" hangingPunct="1">
                        <a:lnSpc>
                          <a:spcPct val="100000"/>
                        </a:lnSpc>
                        <a:spcBef>
                          <a:spcPts val="0"/>
                        </a:spcBef>
                        <a:spcAft>
                          <a:spcPts val="0"/>
                        </a:spcAft>
                        <a:buClrTx/>
                        <a:buSzTx/>
                        <a:buFont typeface="Arial" panose="020B0604020202020204" pitchFamily="34" charset="0"/>
                        <a:buChar char="•"/>
                        <a:tabLst/>
                        <a:defRPr/>
                      </a:pPr>
                      <a:endParaRPr lang="en-US" sz="1000" kern="1200" dirty="0">
                        <a:solidFill>
                          <a:schemeClr val="dk1"/>
                        </a:solidFill>
                        <a:latin typeface="+mn-lt"/>
                        <a:ea typeface="+mn-ea"/>
                        <a:cs typeface="+mn-cs"/>
                      </a:endParaRPr>
                    </a:p>
                  </a:txBody>
                  <a:tcPr marL="108000"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hMerge="1">
                  <a:txBody>
                    <a:bodyPr/>
                    <a:lstStyle/>
                    <a:p>
                      <a:pPr algn="r" fontAlgn="ctr"/>
                      <a:endParaRPr lang="pt-PT" sz="1200" b="0" i="0" u="none" strike="noStrike" dirty="0">
                        <a:solidFill>
                          <a:srgbClr val="000000"/>
                        </a:solidFill>
                        <a:effectLst/>
                        <a:latin typeface="Arial "/>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hMerge="1">
                  <a:txBody>
                    <a:bodyPr/>
                    <a:lstStyle/>
                    <a:p>
                      <a:pPr algn="r" fontAlgn="ctr"/>
                      <a:endParaRPr lang="pt-PT" sz="1200" b="0" i="0" u="none" strike="noStrike" dirty="0">
                        <a:solidFill>
                          <a:srgbClr val="000000"/>
                        </a:solidFill>
                        <a:effectLst/>
                        <a:latin typeface="Arial "/>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hMerge="1">
                  <a:txBody>
                    <a:bodyPr/>
                    <a:lstStyle/>
                    <a:p>
                      <a:pPr algn="r" fontAlgn="ctr"/>
                      <a:endParaRPr lang="pt-PT" sz="1200" b="0" i="0" u="none" strike="noStrike" dirty="0">
                        <a:solidFill>
                          <a:srgbClr val="000000"/>
                        </a:solidFill>
                        <a:effectLst/>
                        <a:latin typeface="Arial "/>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hMerge="1">
                  <a:txBody>
                    <a:bodyPr/>
                    <a:lstStyle/>
                    <a:p>
                      <a:pPr algn="r" fontAlgn="ctr"/>
                      <a:endParaRPr lang="pt-PT" sz="1200" b="0" i="0" u="none" strike="noStrike" dirty="0">
                        <a:solidFill>
                          <a:srgbClr val="000000"/>
                        </a:solidFill>
                        <a:effectLst/>
                        <a:latin typeface="Arial "/>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2281327374"/>
                  </a:ext>
                </a:extLst>
              </a:tr>
              <a:tr h="221563">
                <a:tc>
                  <a:txBody>
                    <a:bodyPr/>
                    <a:lstStyle/>
                    <a:p>
                      <a:pPr marL="0" algn="l" defTabSz="914377" rtl="0" eaLnBrk="1" fontAlgn="ctr" latinLnBrk="0" hangingPunct="1"/>
                      <a:r>
                        <a:rPr lang="en-US" sz="700" kern="1200" cap="all" baseline="0">
                          <a:solidFill>
                            <a:schemeClr val="bg1"/>
                          </a:solidFill>
                          <a:latin typeface="+mn-lt"/>
                          <a:ea typeface="Segoe UI Black" panose="020B0A02040204020203" pitchFamily="34" charset="0"/>
                          <a:cs typeface="Segoe UI Semibold" panose="020B0702040204020203" pitchFamily="34" charset="0"/>
                        </a:rPr>
                        <a:t>Recursos Security&amp;Network</a:t>
                      </a:r>
                      <a:endParaRPr lang="pt-PT" sz="700" kern="1200" cap="all" baseline="0" dirty="0">
                        <a:solidFill>
                          <a:schemeClr val="bg1"/>
                        </a:solidFill>
                        <a:latin typeface="+mn-lt"/>
                        <a:ea typeface="Segoe UI Black" panose="020B0A02040204020203" pitchFamily="34" charset="0"/>
                        <a:cs typeface="Segoe UI Semibold" panose="020B0702040204020203" pitchFamily="34" charset="0"/>
                      </a:endParaRPr>
                    </a:p>
                  </a:txBody>
                  <a:tcPr marL="108000"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50000"/>
                        <a:lumOff val="50000"/>
                      </a:schemeClr>
                    </a:solidFill>
                  </a:tcPr>
                </a:tc>
                <a:tc gridSpan="10">
                  <a:txBody>
                    <a:bodyPr/>
                    <a:lstStyle/>
                    <a:p>
                      <a:pPr marL="628650" marR="0" lvl="1" indent="-171450" algn="l" defTabSz="914377" rtl="0" eaLnBrk="1" fontAlgn="ctr" latinLnBrk="0" hangingPunct="1">
                        <a:lnSpc>
                          <a:spcPct val="100000"/>
                        </a:lnSpc>
                        <a:spcBef>
                          <a:spcPts val="0"/>
                        </a:spcBef>
                        <a:spcAft>
                          <a:spcPts val="0"/>
                        </a:spcAft>
                        <a:buClrTx/>
                        <a:buSzTx/>
                        <a:buFont typeface="Arial" panose="020B0604020202020204" pitchFamily="34" charset="0"/>
                        <a:buChar char="•"/>
                        <a:tabLst/>
                        <a:defRPr/>
                      </a:pPr>
                      <a:r>
                        <a:rPr lang="en-US" sz="1000" kern="1200" dirty="0">
                          <a:solidFill>
                            <a:schemeClr val="dk1"/>
                          </a:solidFill>
                          <a:latin typeface="+mn-lt"/>
                          <a:ea typeface="+mn-ea"/>
                          <a:cs typeface="+mn-cs"/>
                        </a:rPr>
                        <a:t>Azure Network Watcher</a:t>
                      </a:r>
                    </a:p>
                    <a:p>
                      <a:pPr marL="628650" marR="0" lvl="1" indent="-171450" algn="l" defTabSz="914377" rtl="0" eaLnBrk="1" fontAlgn="ctr" latinLnBrk="0" hangingPunct="1">
                        <a:lnSpc>
                          <a:spcPct val="100000"/>
                        </a:lnSpc>
                        <a:spcBef>
                          <a:spcPts val="0"/>
                        </a:spcBef>
                        <a:spcAft>
                          <a:spcPts val="0"/>
                        </a:spcAft>
                        <a:buClrTx/>
                        <a:buSzTx/>
                        <a:buFont typeface="Arial" panose="020B0604020202020204" pitchFamily="34" charset="0"/>
                        <a:buChar char="•"/>
                        <a:tabLst/>
                        <a:defRPr/>
                      </a:pPr>
                      <a:r>
                        <a:rPr lang="en-US" sz="1000" kern="1200" dirty="0">
                          <a:solidFill>
                            <a:schemeClr val="dk1"/>
                          </a:solidFill>
                          <a:latin typeface="+mn-lt"/>
                          <a:ea typeface="+mn-ea"/>
                          <a:cs typeface="+mn-cs"/>
                        </a:rPr>
                        <a:t>Security Center</a:t>
                      </a:r>
                    </a:p>
                  </a:txBody>
                  <a:tcPr marL="108000"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hMerge="1">
                  <a:txBody>
                    <a:bodyPr/>
                    <a:lstStyle/>
                    <a:p>
                      <a:pPr algn="r" fontAlgn="ctr"/>
                      <a:endParaRPr lang="pt-PT" sz="1200" b="0" i="0" u="none" strike="noStrike" dirty="0">
                        <a:solidFill>
                          <a:srgbClr val="000000"/>
                        </a:solidFill>
                        <a:effectLst/>
                        <a:latin typeface="Arial "/>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hMerge="1">
                  <a:txBody>
                    <a:bodyPr/>
                    <a:lstStyle/>
                    <a:p>
                      <a:pPr algn="r" fontAlgn="ctr"/>
                      <a:endParaRPr lang="pt-PT" sz="1200" b="0" i="0" u="none" strike="noStrike" dirty="0">
                        <a:solidFill>
                          <a:srgbClr val="000000"/>
                        </a:solidFill>
                        <a:effectLst/>
                        <a:latin typeface="Arial "/>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hMerge="1">
                  <a:txBody>
                    <a:bodyPr/>
                    <a:lstStyle/>
                    <a:p>
                      <a:pPr algn="r" fontAlgn="ctr"/>
                      <a:endParaRPr lang="pt-PT" sz="1200" b="0" i="0" u="none" strike="noStrike" dirty="0">
                        <a:solidFill>
                          <a:srgbClr val="000000"/>
                        </a:solidFill>
                        <a:effectLst/>
                        <a:latin typeface="Arial "/>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hMerge="1">
                  <a:txBody>
                    <a:bodyPr/>
                    <a:lstStyle/>
                    <a:p>
                      <a:pPr algn="r" fontAlgn="ctr"/>
                      <a:endParaRPr lang="pt-PT" sz="1200" b="0" i="0" u="none" strike="noStrike" dirty="0">
                        <a:solidFill>
                          <a:srgbClr val="000000"/>
                        </a:solidFill>
                        <a:effectLst/>
                        <a:latin typeface="Arial "/>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hMerge="1">
                  <a:txBody>
                    <a:bodyPr/>
                    <a:lstStyle/>
                    <a:p>
                      <a:endParaRPr lang="en-US"/>
                    </a:p>
                  </a:txBody>
                  <a:tcPr/>
                </a:tc>
                <a:tc hMerge="1">
                  <a:txBody>
                    <a:bodyPr/>
                    <a:lstStyle/>
                    <a:p>
                      <a:pPr algn="r" fontAlgn="ctr"/>
                      <a:endParaRPr lang="pt-PT" sz="1200" b="0" i="0" u="none" strike="noStrike" dirty="0">
                        <a:solidFill>
                          <a:srgbClr val="000000"/>
                        </a:solidFill>
                        <a:effectLst/>
                        <a:latin typeface="Arial "/>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hMerge="1">
                  <a:txBody>
                    <a:bodyPr/>
                    <a:lstStyle/>
                    <a:p>
                      <a:pPr algn="r" fontAlgn="ctr"/>
                      <a:endParaRPr lang="pt-PT" sz="1200" b="0" i="0" u="none" strike="noStrike" dirty="0">
                        <a:solidFill>
                          <a:srgbClr val="000000"/>
                        </a:solidFill>
                        <a:effectLst/>
                        <a:latin typeface="Arial "/>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hMerge="1">
                  <a:txBody>
                    <a:bodyPr/>
                    <a:lstStyle/>
                    <a:p>
                      <a:pPr algn="r" fontAlgn="ctr"/>
                      <a:endParaRPr lang="pt-PT" sz="1200" b="0" i="0" u="none" strike="noStrike" dirty="0">
                        <a:solidFill>
                          <a:srgbClr val="000000"/>
                        </a:solidFill>
                        <a:effectLst/>
                        <a:latin typeface="Arial "/>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hMerge="1">
                  <a:txBody>
                    <a:bodyPr/>
                    <a:lstStyle/>
                    <a:p>
                      <a:pPr algn="r" fontAlgn="ctr"/>
                      <a:endParaRPr lang="pt-PT" sz="1200" b="0" i="0" u="none" strike="noStrike" dirty="0">
                        <a:solidFill>
                          <a:srgbClr val="000000"/>
                        </a:solidFill>
                        <a:effectLst/>
                        <a:latin typeface="Arial "/>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400725386"/>
                  </a:ext>
                </a:extLst>
              </a:tr>
            </a:tbl>
          </a:graphicData>
        </a:graphic>
      </p:graphicFrame>
      <p:sp>
        <p:nvSpPr>
          <p:cNvPr id="4" name="TextBox 3">
            <a:extLst>
              <a:ext uri="{FF2B5EF4-FFF2-40B4-BE49-F238E27FC236}">
                <a16:creationId xmlns:a16="http://schemas.microsoft.com/office/drawing/2014/main" id="{8935E275-1798-1FBB-1054-CEF64609F177}"/>
              </a:ext>
            </a:extLst>
          </p:cNvPr>
          <p:cNvSpPr txBox="1"/>
          <p:nvPr/>
        </p:nvSpPr>
        <p:spPr>
          <a:xfrm>
            <a:off x="6407162" y="6499876"/>
            <a:ext cx="2849732" cy="400110"/>
          </a:xfrm>
          <a:prstGeom prst="rect">
            <a:avLst/>
          </a:prstGeom>
          <a:noFill/>
        </p:spPr>
        <p:txBody>
          <a:bodyPr wrap="square">
            <a:spAutoFit/>
          </a:bodyPr>
          <a:lstStyle/>
          <a:p>
            <a:r>
              <a:rPr lang="en-US" sz="1000" dirty="0">
                <a:hlinkClick r:id="rId3"/>
              </a:rPr>
              <a:t>Landing Platform - Tot Cloud Azure – Confluence</a:t>
            </a:r>
            <a:r>
              <a:rPr lang="en-US" sz="1000" dirty="0"/>
              <a:t> </a:t>
            </a:r>
            <a:r>
              <a:rPr lang="en-US" sz="1000" b="1" dirty="0"/>
              <a:t>(</a:t>
            </a:r>
            <a:r>
              <a:rPr lang="en-US" sz="1000" b="1" dirty="0" err="1"/>
              <a:t>Alterar</a:t>
            </a:r>
            <a:r>
              <a:rPr lang="en-US" sz="1000" b="1" dirty="0"/>
              <a:t> </a:t>
            </a:r>
            <a:r>
              <a:rPr lang="en-US" sz="1000" b="1" dirty="0" err="1"/>
              <a:t>em</a:t>
            </a:r>
            <a:r>
              <a:rPr lang="en-US" sz="1000" b="1" dirty="0"/>
              <a:t> </a:t>
            </a:r>
            <a:r>
              <a:rPr lang="en-US" sz="1000" b="1" dirty="0" err="1"/>
              <a:t>função</a:t>
            </a:r>
            <a:r>
              <a:rPr lang="en-US" sz="1000" b="1" dirty="0"/>
              <a:t> do </a:t>
            </a:r>
            <a:r>
              <a:rPr lang="en-US" sz="1000" b="1" dirty="0" err="1"/>
              <a:t>projecto</a:t>
            </a:r>
            <a:r>
              <a:rPr lang="en-US" sz="1000" b="1" dirty="0"/>
              <a:t>)</a:t>
            </a:r>
            <a:endParaRPr lang="pt-PT" sz="1000" b="1" dirty="0"/>
          </a:p>
        </p:txBody>
      </p:sp>
      <p:sp>
        <p:nvSpPr>
          <p:cNvPr id="5" name="Text Placeholder 18">
            <a:extLst>
              <a:ext uri="{FF2B5EF4-FFF2-40B4-BE49-F238E27FC236}">
                <a16:creationId xmlns:a16="http://schemas.microsoft.com/office/drawing/2014/main" id="{6036C9B7-7220-62F2-52F9-688C2DAB050B}"/>
              </a:ext>
            </a:extLst>
          </p:cNvPr>
          <p:cNvSpPr txBox="1">
            <a:spLocks/>
          </p:cNvSpPr>
          <p:nvPr/>
        </p:nvSpPr>
        <p:spPr>
          <a:xfrm rot="3188749">
            <a:off x="8207753" y="3840686"/>
            <a:ext cx="2407303" cy="374498"/>
          </a:xfrm>
          <a:prstGeom prst="rect">
            <a:avLst/>
          </a:prstGeom>
          <a:solidFill>
            <a:schemeClr val="bg1"/>
          </a:solidFill>
          <a:ln>
            <a:solidFill>
              <a:schemeClr val="accent1"/>
            </a:solidFill>
          </a:ln>
        </p:spPr>
        <p:txBody>
          <a:bodyPr vert="horz" lIns="91440" tIns="45720" rIns="91440" bIns="45720" rtlCol="0" anchor="t">
            <a:noAutofit/>
          </a:bodyPr>
          <a:lstStyle>
            <a:lvl1pPr marL="0" indent="0" algn="l" defTabSz="914400" rtl="0" eaLnBrk="1" latinLnBrk="0" hangingPunct="1">
              <a:lnSpc>
                <a:spcPct val="90000"/>
              </a:lnSpc>
              <a:spcBef>
                <a:spcPts val="1000"/>
              </a:spcBef>
              <a:buFontTx/>
              <a:buNone/>
              <a:defRPr sz="1300" kern="1200">
                <a:solidFill>
                  <a:schemeClr val="accent1"/>
                </a:solidFill>
                <a:latin typeface="+mn-lt"/>
                <a:ea typeface="+mn-ea"/>
                <a:cs typeface="+mn-cs"/>
              </a:defRPr>
            </a:lvl1pPr>
            <a:lvl2pPr marL="457200" indent="0" algn="l" defTabSz="914400" rtl="0" eaLnBrk="1" latinLnBrk="0" hangingPunct="1">
              <a:lnSpc>
                <a:spcPct val="90000"/>
              </a:lnSpc>
              <a:spcBef>
                <a:spcPts val="500"/>
              </a:spcBef>
              <a:buFontTx/>
              <a:buNone/>
              <a:defRPr sz="11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Tx/>
              <a:buNone/>
              <a:defRPr sz="105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Tx/>
              <a:buNone/>
              <a:defRPr sz="10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Tx/>
              <a:buNone/>
              <a:defRPr sz="1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pt-PT" sz="2400" dirty="0"/>
              <a:t>ILUSTRATIVO</a:t>
            </a:r>
          </a:p>
        </p:txBody>
      </p:sp>
      <p:sp>
        <p:nvSpPr>
          <p:cNvPr id="6" name="Isosceles Triangle 5">
            <a:extLst>
              <a:ext uri="{FF2B5EF4-FFF2-40B4-BE49-F238E27FC236}">
                <a16:creationId xmlns:a16="http://schemas.microsoft.com/office/drawing/2014/main" id="{F0FFE1AA-96D9-B9BB-F5FA-6B8803609BD7}"/>
              </a:ext>
            </a:extLst>
          </p:cNvPr>
          <p:cNvSpPr/>
          <p:nvPr/>
        </p:nvSpPr>
        <p:spPr>
          <a:xfrm rot="1279662">
            <a:off x="9270755" y="1818461"/>
            <a:ext cx="1122299" cy="287544"/>
          </a:xfrm>
          <a:prstGeom prst="triangl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07673"/>
            <a:endParaRPr lang="pt-PT" sz="2400">
              <a:solidFill>
                <a:prstClr val="white"/>
              </a:solidFill>
              <a:latin typeface="Segoe UI"/>
            </a:endParaRPr>
          </a:p>
        </p:txBody>
      </p:sp>
      <p:sp>
        <p:nvSpPr>
          <p:cNvPr id="8" name="Rectangle 7">
            <a:extLst>
              <a:ext uri="{FF2B5EF4-FFF2-40B4-BE49-F238E27FC236}">
                <a16:creationId xmlns:a16="http://schemas.microsoft.com/office/drawing/2014/main" id="{207FBB28-8D2A-49C1-8F5E-C95AD156A048}"/>
              </a:ext>
            </a:extLst>
          </p:cNvPr>
          <p:cNvSpPr/>
          <p:nvPr/>
        </p:nvSpPr>
        <p:spPr>
          <a:xfrm>
            <a:off x="2506463" y="6515265"/>
            <a:ext cx="4046589" cy="215444"/>
          </a:xfrm>
          <a:prstGeom prst="rect">
            <a:avLst/>
          </a:prstGeom>
        </p:spPr>
        <p:txBody>
          <a:bodyPr wrap="square">
            <a:spAutoFit/>
          </a:bodyPr>
          <a:lstStyle/>
          <a:p>
            <a:r>
              <a:rPr lang="pt-PT" sz="800" b="1" u="sng" dirty="0"/>
              <a:t>*Os detalhes das configuração, ilustradas neste documento, serão feitos no </a:t>
            </a:r>
            <a:r>
              <a:rPr lang="pt-PT" sz="800" b="1" u="sng" dirty="0" err="1"/>
              <a:t>confluence</a:t>
            </a:r>
            <a:r>
              <a:rPr lang="pt-PT" sz="800" b="1" u="sng" dirty="0"/>
              <a:t>:</a:t>
            </a:r>
            <a:endParaRPr lang="pt-PT" sz="700" dirty="0"/>
          </a:p>
        </p:txBody>
      </p:sp>
      <p:pic>
        <p:nvPicPr>
          <p:cNvPr id="9" name="Picture 8">
            <a:extLst>
              <a:ext uri="{FF2B5EF4-FFF2-40B4-BE49-F238E27FC236}">
                <a16:creationId xmlns:a16="http://schemas.microsoft.com/office/drawing/2014/main" id="{31847240-4727-ADE1-B2AD-F55A09227063}"/>
              </a:ext>
            </a:extLst>
          </p:cNvPr>
          <p:cNvPicPr>
            <a:picLocks noChangeAspect="1"/>
          </p:cNvPicPr>
          <p:nvPr/>
        </p:nvPicPr>
        <p:blipFill>
          <a:blip r:embed="rId4"/>
          <a:stretch>
            <a:fillRect/>
          </a:stretch>
        </p:blipFill>
        <p:spPr>
          <a:xfrm>
            <a:off x="8810045" y="287000"/>
            <a:ext cx="3193739" cy="1337216"/>
          </a:xfrm>
          <a:prstGeom prst="rect">
            <a:avLst/>
          </a:prstGeom>
        </p:spPr>
      </p:pic>
      <p:sp>
        <p:nvSpPr>
          <p:cNvPr id="10" name="Rectangle 9">
            <a:extLst>
              <a:ext uri="{FF2B5EF4-FFF2-40B4-BE49-F238E27FC236}">
                <a16:creationId xmlns:a16="http://schemas.microsoft.com/office/drawing/2014/main" id="{4E7F7772-B9B7-6A71-242D-B5C8AE323273}"/>
              </a:ext>
            </a:extLst>
          </p:cNvPr>
          <p:cNvSpPr/>
          <p:nvPr/>
        </p:nvSpPr>
        <p:spPr>
          <a:xfrm>
            <a:off x="9490229" y="232836"/>
            <a:ext cx="1890944" cy="1551573"/>
          </a:xfrm>
          <a:prstGeom prst="rect">
            <a:avLst/>
          </a:prstGeom>
          <a:solidFill>
            <a:schemeClr val="accent1">
              <a:alpha val="40000"/>
            </a:schemeClr>
          </a:solid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07673"/>
            <a:endParaRPr lang="pt-PT" sz="2400">
              <a:solidFill>
                <a:prstClr val="white"/>
              </a:solidFill>
              <a:latin typeface="Segoe UI"/>
            </a:endParaRPr>
          </a:p>
        </p:txBody>
      </p:sp>
    </p:spTree>
    <p:extLst>
      <p:ext uri="{BB962C8B-B14F-4D97-AF65-F5344CB8AC3E}">
        <p14:creationId xmlns:p14="http://schemas.microsoft.com/office/powerpoint/2010/main" val="19484483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544A90-06C7-F041-AECB-C14D8DE67A98}"/>
            </a:ext>
          </a:extLst>
        </p:cNvPr>
        <p:cNvGrpSpPr/>
        <p:nvPr/>
      </p:nvGrpSpPr>
      <p:grpSpPr>
        <a:xfrm>
          <a:off x="0" y="0"/>
          <a:ext cx="0" cy="0"/>
          <a:chOff x="0" y="0"/>
          <a:chExt cx="0" cy="0"/>
        </a:xfrm>
      </p:grpSpPr>
      <p:sp>
        <p:nvSpPr>
          <p:cNvPr id="2" name="Slide Number Placeholder 3">
            <a:extLst>
              <a:ext uri="{FF2B5EF4-FFF2-40B4-BE49-F238E27FC236}">
                <a16:creationId xmlns:a16="http://schemas.microsoft.com/office/drawing/2014/main" id="{77DC211E-746C-7C08-0694-0FD3BA04C51F}"/>
              </a:ext>
            </a:extLst>
          </p:cNvPr>
          <p:cNvSpPr>
            <a:spLocks noGrp="1"/>
          </p:cNvSpPr>
          <p:nvPr>
            <p:ph type="sldNum" sz="quarter" idx="12"/>
          </p:nvPr>
        </p:nvSpPr>
        <p:spPr>
          <a:xfrm>
            <a:off x="8730845" y="6209600"/>
            <a:ext cx="2743200" cy="365125"/>
          </a:xfrm>
        </p:spPr>
        <p:txBody>
          <a:bodyPr/>
          <a:lstStyle/>
          <a:p>
            <a:fld id="{BC0D97B6-E32F-4D7D-B839-7C3B51F2640F}" type="slidenum">
              <a:rPr lang="pt-PT" smtClean="0"/>
              <a:pPr/>
              <a:t>37</a:t>
            </a:fld>
            <a:endParaRPr lang="pt-PT" dirty="0"/>
          </a:p>
        </p:txBody>
      </p:sp>
      <p:sp>
        <p:nvSpPr>
          <p:cNvPr id="7" name="Marcador de texto 5">
            <a:extLst>
              <a:ext uri="{FF2B5EF4-FFF2-40B4-BE49-F238E27FC236}">
                <a16:creationId xmlns:a16="http://schemas.microsoft.com/office/drawing/2014/main" id="{679AC34D-B6B0-48BE-10B5-5CC2904504CA}"/>
              </a:ext>
            </a:extLst>
          </p:cNvPr>
          <p:cNvSpPr>
            <a:spLocks noGrp="1"/>
          </p:cNvSpPr>
          <p:nvPr>
            <p:ph type="body" sz="quarter" idx="14"/>
          </p:nvPr>
        </p:nvSpPr>
        <p:spPr>
          <a:xfrm>
            <a:off x="106420" y="114373"/>
            <a:ext cx="11547776" cy="538770"/>
          </a:xfrm>
        </p:spPr>
        <p:txBody>
          <a:bodyPr/>
          <a:lstStyle/>
          <a:p>
            <a:r>
              <a:rPr lang="pt-PT" sz="2400" dirty="0"/>
              <a:t>Desenho de Infraestrutura + LLD</a:t>
            </a:r>
            <a:br>
              <a:rPr lang="pt-PT" sz="2400" dirty="0"/>
            </a:br>
            <a:r>
              <a:rPr lang="pt-PT" sz="1800" dirty="0">
                <a:solidFill>
                  <a:schemeClr val="tx1">
                    <a:lumMod val="75000"/>
                    <a:lumOff val="25000"/>
                  </a:schemeClr>
                </a:solidFill>
              </a:rPr>
              <a:t>Arquitectura (Cloud Privada)</a:t>
            </a:r>
            <a:br>
              <a:rPr lang="pt-PT" sz="1800" dirty="0">
                <a:solidFill>
                  <a:schemeClr val="tx1">
                    <a:lumMod val="75000"/>
                    <a:lumOff val="25000"/>
                  </a:schemeClr>
                </a:solidFill>
              </a:rPr>
            </a:br>
            <a:r>
              <a:rPr lang="pt-PT" sz="1800" dirty="0" err="1">
                <a:solidFill>
                  <a:schemeClr val="accent2">
                    <a:lumMod val="50000"/>
                  </a:schemeClr>
                </a:solidFill>
              </a:rPr>
              <a:t>Workload</a:t>
            </a:r>
            <a:r>
              <a:rPr lang="pt-PT" sz="1800" dirty="0">
                <a:solidFill>
                  <a:schemeClr val="accent2">
                    <a:lumMod val="50000"/>
                  </a:schemeClr>
                </a:solidFill>
              </a:rPr>
              <a:t> por Ambiente</a:t>
            </a:r>
          </a:p>
        </p:txBody>
      </p:sp>
      <p:sp>
        <p:nvSpPr>
          <p:cNvPr id="3" name="TextBox 2">
            <a:extLst>
              <a:ext uri="{FF2B5EF4-FFF2-40B4-BE49-F238E27FC236}">
                <a16:creationId xmlns:a16="http://schemas.microsoft.com/office/drawing/2014/main" id="{5F74AA59-D611-9ACB-E81E-1BD205E3B7FA}"/>
              </a:ext>
            </a:extLst>
          </p:cNvPr>
          <p:cNvSpPr txBox="1"/>
          <p:nvPr/>
        </p:nvSpPr>
        <p:spPr>
          <a:xfrm>
            <a:off x="6407162" y="6499876"/>
            <a:ext cx="2849732" cy="400110"/>
          </a:xfrm>
          <a:prstGeom prst="rect">
            <a:avLst/>
          </a:prstGeom>
          <a:noFill/>
        </p:spPr>
        <p:txBody>
          <a:bodyPr wrap="square">
            <a:spAutoFit/>
          </a:bodyPr>
          <a:lstStyle/>
          <a:p>
            <a:r>
              <a:rPr lang="en-US" sz="1000" dirty="0">
                <a:hlinkClick r:id="rId3"/>
              </a:rPr>
              <a:t>Landing Platform - Tot Cloud Azure – Confluence</a:t>
            </a:r>
            <a:r>
              <a:rPr lang="en-US" sz="1000" dirty="0"/>
              <a:t> </a:t>
            </a:r>
            <a:r>
              <a:rPr lang="en-US" sz="1000" b="1" dirty="0"/>
              <a:t>(</a:t>
            </a:r>
            <a:r>
              <a:rPr lang="en-US" sz="1000" b="1" dirty="0" err="1"/>
              <a:t>Alterar</a:t>
            </a:r>
            <a:r>
              <a:rPr lang="en-US" sz="1000" b="1" dirty="0"/>
              <a:t> </a:t>
            </a:r>
            <a:r>
              <a:rPr lang="en-US" sz="1000" b="1" dirty="0" err="1"/>
              <a:t>em</a:t>
            </a:r>
            <a:r>
              <a:rPr lang="en-US" sz="1000" b="1" dirty="0"/>
              <a:t> </a:t>
            </a:r>
            <a:r>
              <a:rPr lang="en-US" sz="1000" b="1" dirty="0" err="1"/>
              <a:t>função</a:t>
            </a:r>
            <a:r>
              <a:rPr lang="en-US" sz="1000" b="1" dirty="0"/>
              <a:t> do </a:t>
            </a:r>
            <a:r>
              <a:rPr lang="en-US" sz="1000" b="1" dirty="0" err="1"/>
              <a:t>projecto</a:t>
            </a:r>
            <a:r>
              <a:rPr lang="en-US" sz="1000" b="1" dirty="0"/>
              <a:t>)</a:t>
            </a:r>
            <a:endParaRPr lang="pt-PT" sz="1000" b="1" dirty="0"/>
          </a:p>
        </p:txBody>
      </p:sp>
      <p:sp>
        <p:nvSpPr>
          <p:cNvPr id="4" name="Rectangle 3">
            <a:extLst>
              <a:ext uri="{FF2B5EF4-FFF2-40B4-BE49-F238E27FC236}">
                <a16:creationId xmlns:a16="http://schemas.microsoft.com/office/drawing/2014/main" id="{0674E832-5695-644F-7336-F31535FA752B}"/>
              </a:ext>
            </a:extLst>
          </p:cNvPr>
          <p:cNvSpPr/>
          <p:nvPr/>
        </p:nvSpPr>
        <p:spPr>
          <a:xfrm>
            <a:off x="2506463" y="6515265"/>
            <a:ext cx="4046589" cy="215444"/>
          </a:xfrm>
          <a:prstGeom prst="rect">
            <a:avLst/>
          </a:prstGeom>
        </p:spPr>
        <p:txBody>
          <a:bodyPr wrap="square">
            <a:spAutoFit/>
          </a:bodyPr>
          <a:lstStyle/>
          <a:p>
            <a:r>
              <a:rPr lang="pt-PT" sz="800" b="1" u="sng" dirty="0"/>
              <a:t>Os detalhes das configuração, ilustradas neste documento, serão feitos no </a:t>
            </a:r>
            <a:r>
              <a:rPr lang="pt-PT" sz="800" b="1" u="sng" dirty="0" err="1"/>
              <a:t>confluence</a:t>
            </a:r>
            <a:r>
              <a:rPr lang="pt-PT" sz="800" b="1" u="sng" dirty="0"/>
              <a:t>:</a:t>
            </a:r>
            <a:endParaRPr lang="pt-PT" sz="700" dirty="0"/>
          </a:p>
        </p:txBody>
      </p:sp>
      <p:pic>
        <p:nvPicPr>
          <p:cNvPr id="5" name="Picture 4">
            <a:extLst>
              <a:ext uri="{FF2B5EF4-FFF2-40B4-BE49-F238E27FC236}">
                <a16:creationId xmlns:a16="http://schemas.microsoft.com/office/drawing/2014/main" id="{6A4C5106-A704-E099-674E-DE450EA7D0AC}"/>
              </a:ext>
            </a:extLst>
          </p:cNvPr>
          <p:cNvPicPr>
            <a:picLocks noChangeAspect="1"/>
          </p:cNvPicPr>
          <p:nvPr/>
        </p:nvPicPr>
        <p:blipFill>
          <a:blip r:embed="rId4"/>
          <a:stretch>
            <a:fillRect/>
          </a:stretch>
        </p:blipFill>
        <p:spPr>
          <a:xfrm>
            <a:off x="307975" y="1133755"/>
            <a:ext cx="5944115" cy="3346994"/>
          </a:xfrm>
          <a:prstGeom prst="rect">
            <a:avLst/>
          </a:prstGeom>
        </p:spPr>
      </p:pic>
      <p:graphicFrame>
        <p:nvGraphicFramePr>
          <p:cNvPr id="6" name="Table 5">
            <a:extLst>
              <a:ext uri="{FF2B5EF4-FFF2-40B4-BE49-F238E27FC236}">
                <a16:creationId xmlns:a16="http://schemas.microsoft.com/office/drawing/2014/main" id="{67BF7AEA-98C8-C297-C097-FF74A544AE5F}"/>
              </a:ext>
            </a:extLst>
          </p:cNvPr>
          <p:cNvGraphicFramePr>
            <a:graphicFrameLocks noGrp="1"/>
          </p:cNvGraphicFramePr>
          <p:nvPr>
            <p:extLst>
              <p:ext uri="{D42A27DB-BD31-4B8C-83A1-F6EECF244321}">
                <p14:modId xmlns:p14="http://schemas.microsoft.com/office/powerpoint/2010/main" val="687354147"/>
              </p:ext>
            </p:extLst>
          </p:nvPr>
        </p:nvGraphicFramePr>
        <p:xfrm>
          <a:off x="6100445" y="3504813"/>
          <a:ext cx="5783580" cy="2529840"/>
        </p:xfrm>
        <a:graphic>
          <a:graphicData uri="http://schemas.openxmlformats.org/drawingml/2006/table">
            <a:tbl>
              <a:tblPr firstRow="1" firstCol="1" bandRow="1"/>
              <a:tblGrid>
                <a:gridCol w="412750">
                  <a:extLst>
                    <a:ext uri="{9D8B030D-6E8A-4147-A177-3AD203B41FA5}">
                      <a16:colId xmlns:a16="http://schemas.microsoft.com/office/drawing/2014/main" val="134125031"/>
                    </a:ext>
                  </a:extLst>
                </a:gridCol>
                <a:gridCol w="2834640">
                  <a:extLst>
                    <a:ext uri="{9D8B030D-6E8A-4147-A177-3AD203B41FA5}">
                      <a16:colId xmlns:a16="http://schemas.microsoft.com/office/drawing/2014/main" val="3130458890"/>
                    </a:ext>
                  </a:extLst>
                </a:gridCol>
                <a:gridCol w="1104900">
                  <a:extLst>
                    <a:ext uri="{9D8B030D-6E8A-4147-A177-3AD203B41FA5}">
                      <a16:colId xmlns:a16="http://schemas.microsoft.com/office/drawing/2014/main" val="1763302441"/>
                    </a:ext>
                  </a:extLst>
                </a:gridCol>
                <a:gridCol w="721995">
                  <a:extLst>
                    <a:ext uri="{9D8B030D-6E8A-4147-A177-3AD203B41FA5}">
                      <a16:colId xmlns:a16="http://schemas.microsoft.com/office/drawing/2014/main" val="1795720738"/>
                    </a:ext>
                  </a:extLst>
                </a:gridCol>
                <a:gridCol w="709295">
                  <a:extLst>
                    <a:ext uri="{9D8B030D-6E8A-4147-A177-3AD203B41FA5}">
                      <a16:colId xmlns:a16="http://schemas.microsoft.com/office/drawing/2014/main" val="3856598988"/>
                    </a:ext>
                  </a:extLst>
                </a:gridCol>
              </a:tblGrid>
              <a:tr h="0">
                <a:tc>
                  <a:txBody>
                    <a:bodyPr/>
                    <a:lstStyle/>
                    <a:p>
                      <a:pPr marL="226695" indent="-226695" algn="ctr">
                        <a:spcAft>
                          <a:spcPts val="600"/>
                        </a:spcAft>
                      </a:pPr>
                      <a:r>
                        <a:rPr lang="en-US" sz="900" b="1" cap="all" dirty="0">
                          <a:solidFill>
                            <a:srgbClr val="FFFFFF"/>
                          </a:solidFill>
                          <a:effectLst/>
                          <a:latin typeface="Santander Text Light" panose="020B0304020201020104" pitchFamily="34" charset="0"/>
                          <a:ea typeface="Times New Roman" panose="02020603050405020304" pitchFamily="18" charset="0"/>
                          <a:cs typeface="Times New Roman" panose="02020603050405020304" pitchFamily="18" charset="0"/>
                        </a:rPr>
                        <a:t>QTY</a:t>
                      </a:r>
                      <a:endParaRPr lang="pt-PT" sz="1000" b="1" dirty="0">
                        <a:effectLst/>
                        <a:latin typeface="Santander Text Light" panose="020B0304020201020104" pitchFamily="34" charset="0"/>
                        <a:ea typeface="Arial" panose="020B0604020202020204" pitchFamily="34" charset="0"/>
                        <a:cs typeface="Times New Roman" panose="02020603050405020304" pitchFamily="18" charset="0"/>
                      </a:endParaRPr>
                    </a:p>
                  </a:txBody>
                  <a:tcPr marL="73025" marR="73025" marT="36830" marB="36830" anchor="ctr">
                    <a:lnL>
                      <a:noFill/>
                    </a:lnL>
                    <a:lnR>
                      <a:noFill/>
                    </a:lnR>
                    <a:lnT>
                      <a:noFill/>
                    </a:lnT>
                    <a:lnB>
                      <a:noFill/>
                    </a:lnB>
                    <a:solidFill>
                      <a:srgbClr val="EB0000"/>
                    </a:solidFill>
                  </a:tcPr>
                </a:tc>
                <a:tc>
                  <a:txBody>
                    <a:bodyPr/>
                    <a:lstStyle/>
                    <a:p>
                      <a:pPr marL="226695" indent="-226695" algn="ctr">
                        <a:spcAft>
                          <a:spcPts val="600"/>
                        </a:spcAft>
                      </a:pPr>
                      <a:r>
                        <a:rPr lang="en-US" sz="900" b="1" cap="all" dirty="0">
                          <a:solidFill>
                            <a:srgbClr val="FFFFFF"/>
                          </a:solidFill>
                          <a:effectLst/>
                          <a:latin typeface="Santander Text Light" panose="020B0304020201020104" pitchFamily="34" charset="0"/>
                          <a:ea typeface="Times New Roman" panose="02020603050405020304" pitchFamily="18" charset="0"/>
                          <a:cs typeface="Times New Roman" panose="02020603050405020304" pitchFamily="18" charset="0"/>
                        </a:rPr>
                        <a:t>name</a:t>
                      </a:r>
                      <a:endParaRPr lang="pt-PT" sz="1000" b="1" dirty="0">
                        <a:effectLst/>
                        <a:latin typeface="Santander Text Light" panose="020B0304020201020104" pitchFamily="34" charset="0"/>
                        <a:ea typeface="Arial" panose="020B0604020202020204" pitchFamily="34" charset="0"/>
                        <a:cs typeface="Times New Roman" panose="02020603050405020304" pitchFamily="18" charset="0"/>
                      </a:endParaRPr>
                    </a:p>
                  </a:txBody>
                  <a:tcPr marL="73025" marR="73025" marT="36830" marB="36830" anchor="ctr">
                    <a:lnL>
                      <a:noFill/>
                    </a:lnL>
                    <a:lnR>
                      <a:noFill/>
                    </a:lnR>
                    <a:lnT>
                      <a:noFill/>
                    </a:lnT>
                    <a:lnB>
                      <a:noFill/>
                    </a:lnB>
                    <a:solidFill>
                      <a:srgbClr val="EB0000"/>
                    </a:solidFill>
                  </a:tcPr>
                </a:tc>
                <a:tc>
                  <a:txBody>
                    <a:bodyPr/>
                    <a:lstStyle/>
                    <a:p>
                      <a:pPr marL="226695" indent="-226695" algn="ctr">
                        <a:spcAft>
                          <a:spcPts val="600"/>
                        </a:spcAft>
                      </a:pPr>
                      <a:r>
                        <a:rPr lang="en-US" sz="900" b="1" cap="all" dirty="0">
                          <a:solidFill>
                            <a:srgbClr val="FFFFFF"/>
                          </a:solidFill>
                          <a:effectLst/>
                          <a:latin typeface="Santander Text Light" panose="020B0304020201020104" pitchFamily="34" charset="0"/>
                          <a:ea typeface="Times New Roman" panose="02020603050405020304" pitchFamily="18" charset="0"/>
                          <a:cs typeface="Times New Roman" panose="02020603050405020304" pitchFamily="18" charset="0"/>
                        </a:rPr>
                        <a:t>Environment</a:t>
                      </a:r>
                      <a:endParaRPr lang="pt-PT" sz="1000" b="1" dirty="0">
                        <a:effectLst/>
                        <a:latin typeface="Santander Text Light" panose="020B0304020201020104" pitchFamily="34" charset="0"/>
                        <a:ea typeface="Arial" panose="020B0604020202020204" pitchFamily="34" charset="0"/>
                        <a:cs typeface="Times New Roman" panose="02020603050405020304" pitchFamily="18" charset="0"/>
                      </a:endParaRPr>
                    </a:p>
                  </a:txBody>
                  <a:tcPr marL="73025" marR="73025" marT="36830" marB="36830" anchor="ctr">
                    <a:lnL>
                      <a:noFill/>
                    </a:lnL>
                    <a:lnR>
                      <a:noFill/>
                    </a:lnR>
                    <a:lnT>
                      <a:noFill/>
                    </a:lnT>
                    <a:lnB>
                      <a:noFill/>
                    </a:lnB>
                    <a:solidFill>
                      <a:srgbClr val="EB0000"/>
                    </a:solidFill>
                  </a:tcPr>
                </a:tc>
                <a:tc gridSpan="2">
                  <a:txBody>
                    <a:bodyPr/>
                    <a:lstStyle/>
                    <a:p>
                      <a:pPr marL="226695" indent="-226695" algn="ctr">
                        <a:spcAft>
                          <a:spcPts val="600"/>
                        </a:spcAft>
                      </a:pPr>
                      <a:r>
                        <a:rPr lang="en-US" sz="900" b="1" cap="all" dirty="0">
                          <a:solidFill>
                            <a:srgbClr val="FFFFFF"/>
                          </a:solidFill>
                          <a:effectLst/>
                          <a:latin typeface="Santander Text Light" panose="020B0304020201020104" pitchFamily="34" charset="0"/>
                          <a:ea typeface="Times New Roman" panose="02020603050405020304" pitchFamily="18" charset="0"/>
                          <a:cs typeface="Times New Roman" panose="02020603050405020304" pitchFamily="18" charset="0"/>
                        </a:rPr>
                        <a:t>type</a:t>
                      </a:r>
                      <a:endParaRPr lang="pt-PT" sz="1000" b="1" dirty="0">
                        <a:effectLst/>
                        <a:latin typeface="Santander Text Light" panose="020B0304020201020104" pitchFamily="34" charset="0"/>
                        <a:ea typeface="Arial" panose="020B0604020202020204" pitchFamily="34" charset="0"/>
                        <a:cs typeface="Times New Roman" panose="02020603050405020304" pitchFamily="18" charset="0"/>
                      </a:endParaRPr>
                    </a:p>
                  </a:txBody>
                  <a:tcPr marL="73025" marR="73025" marT="36830" marB="36830" anchor="ctr">
                    <a:lnL>
                      <a:noFill/>
                    </a:lnL>
                    <a:lnR>
                      <a:noFill/>
                    </a:lnR>
                    <a:lnT>
                      <a:noFill/>
                    </a:lnT>
                    <a:lnB>
                      <a:noFill/>
                    </a:lnB>
                    <a:solidFill>
                      <a:srgbClr val="EB0000"/>
                    </a:solidFill>
                  </a:tcPr>
                </a:tc>
                <a:tc hMerge="1">
                  <a:txBody>
                    <a:bodyPr/>
                    <a:lstStyle/>
                    <a:p>
                      <a:endParaRPr lang="pt-PT"/>
                    </a:p>
                  </a:txBody>
                  <a:tcPr/>
                </a:tc>
                <a:extLst>
                  <a:ext uri="{0D108BD9-81ED-4DB2-BD59-A6C34878D82A}">
                    <a16:rowId xmlns:a16="http://schemas.microsoft.com/office/drawing/2014/main" val="34553838"/>
                  </a:ext>
                </a:extLst>
              </a:tr>
              <a:tr h="0">
                <a:tc gridSpan="5">
                  <a:txBody>
                    <a:bodyPr/>
                    <a:lstStyle/>
                    <a:p>
                      <a:pPr indent="-228600" algn="just">
                        <a:spcAft>
                          <a:spcPts val="600"/>
                        </a:spcAft>
                      </a:pPr>
                      <a:r>
                        <a:rPr lang="en-US" sz="900" b="1" dirty="0">
                          <a:solidFill>
                            <a:srgbClr val="FFFFFF"/>
                          </a:solidFill>
                          <a:effectLst/>
                          <a:latin typeface="Santander Text Light" panose="020B0304020201020104" pitchFamily="34" charset="0"/>
                          <a:ea typeface="Times New Roman" panose="02020603050405020304" pitchFamily="18" charset="0"/>
                          <a:cs typeface="Times New Roman" panose="02020603050405020304" pitchFamily="18" charset="0"/>
                        </a:rPr>
                        <a:t>Shared Services</a:t>
                      </a:r>
                      <a:endParaRPr lang="pt-PT" sz="1000" dirty="0">
                        <a:effectLst/>
                        <a:latin typeface="Santander Text Light" panose="020B0304020201020104" pitchFamily="34" charset="0"/>
                        <a:ea typeface="Arial" panose="020B0604020202020204" pitchFamily="34" charset="0"/>
                        <a:cs typeface="Times New Roman" panose="02020603050405020304" pitchFamily="18" charset="0"/>
                      </a:endParaRPr>
                    </a:p>
                  </a:txBody>
                  <a:tcPr marL="73025" marR="73025" marT="36830" marB="36830" anchor="ctr">
                    <a:lnL>
                      <a:noFill/>
                    </a:lnL>
                    <a:lnR>
                      <a:noFill/>
                    </a:lnR>
                    <a:lnT>
                      <a:noFill/>
                    </a:lnT>
                    <a:lnB>
                      <a:noFill/>
                    </a:lnB>
                    <a:solidFill>
                      <a:srgbClr val="595959"/>
                    </a:solidFill>
                  </a:tcPr>
                </a:tc>
                <a:tc hMerge="1">
                  <a:txBody>
                    <a:bodyPr/>
                    <a:lstStyle/>
                    <a:p>
                      <a:endParaRPr lang="pt-PT"/>
                    </a:p>
                  </a:txBody>
                  <a:tcPr/>
                </a:tc>
                <a:tc hMerge="1">
                  <a:txBody>
                    <a:bodyPr/>
                    <a:lstStyle/>
                    <a:p>
                      <a:endParaRPr lang="pt-PT"/>
                    </a:p>
                  </a:txBody>
                  <a:tcPr/>
                </a:tc>
                <a:tc hMerge="1">
                  <a:txBody>
                    <a:bodyPr/>
                    <a:lstStyle/>
                    <a:p>
                      <a:endParaRPr lang="pt-PT"/>
                    </a:p>
                  </a:txBody>
                  <a:tcPr/>
                </a:tc>
                <a:tc hMerge="1">
                  <a:txBody>
                    <a:bodyPr/>
                    <a:lstStyle/>
                    <a:p>
                      <a:endParaRPr lang="pt-PT"/>
                    </a:p>
                  </a:txBody>
                  <a:tcPr/>
                </a:tc>
                <a:extLst>
                  <a:ext uri="{0D108BD9-81ED-4DB2-BD59-A6C34878D82A}">
                    <a16:rowId xmlns:a16="http://schemas.microsoft.com/office/drawing/2014/main" val="1183356275"/>
                  </a:ext>
                </a:extLst>
              </a:tr>
              <a:tr h="0">
                <a:tc>
                  <a:txBody>
                    <a:bodyPr/>
                    <a:lstStyle/>
                    <a:p>
                      <a:pPr indent="-228600" algn="ctr">
                        <a:spcAft>
                          <a:spcPts val="600"/>
                        </a:spcAft>
                      </a:pPr>
                      <a:r>
                        <a:rPr lang="en-US" sz="900" b="1">
                          <a:solidFill>
                            <a:srgbClr val="000000"/>
                          </a:solidFill>
                          <a:effectLst/>
                          <a:latin typeface="Santander Text Light" panose="020B0304020201020104" pitchFamily="34" charset="0"/>
                          <a:ea typeface="Times New Roman" panose="02020603050405020304" pitchFamily="18" charset="0"/>
                          <a:cs typeface="Times New Roman" panose="02020603050405020304" pitchFamily="18" charset="0"/>
                        </a:rPr>
                        <a:t>N</a:t>
                      </a:r>
                      <a:endParaRPr lang="pt-PT" sz="1000">
                        <a:effectLst/>
                        <a:latin typeface="Santander Text Light" panose="020B0304020201020104" pitchFamily="34" charset="0"/>
                        <a:ea typeface="Arial" panose="020B0604020202020204" pitchFamily="34" charset="0"/>
                        <a:cs typeface="Times New Roman" panose="02020603050405020304" pitchFamily="18" charset="0"/>
                      </a:endParaRPr>
                    </a:p>
                  </a:txBody>
                  <a:tcPr marL="73025" marR="73025" marT="36830" marB="36830" anchor="ctr">
                    <a:lnL>
                      <a:noFill/>
                    </a:lnL>
                    <a:lnR>
                      <a:noFill/>
                    </a:lnR>
                    <a:lnT>
                      <a:noFill/>
                    </a:lnT>
                    <a:lnB>
                      <a:noFill/>
                    </a:lnB>
                    <a:solidFill>
                      <a:srgbClr val="DDDDDD"/>
                    </a:solidFill>
                  </a:tcPr>
                </a:tc>
                <a:tc>
                  <a:txBody>
                    <a:bodyPr/>
                    <a:lstStyle/>
                    <a:p>
                      <a:pPr indent="-228600" algn="just">
                        <a:spcAft>
                          <a:spcPts val="600"/>
                        </a:spcAft>
                      </a:pPr>
                      <a:r>
                        <a:rPr lang="en-US" sz="900">
                          <a:solidFill>
                            <a:srgbClr val="000000"/>
                          </a:solidFill>
                          <a:effectLst/>
                          <a:latin typeface="Santander Text Light" panose="020B0304020201020104" pitchFamily="34" charset="0"/>
                          <a:ea typeface="Times New Roman" panose="02020603050405020304" pitchFamily="18" charset="0"/>
                          <a:cs typeface="Times New Roman" panose="02020603050405020304" pitchFamily="18" charset="0"/>
                        </a:rPr>
                        <a:t>Azure Log Analytics </a:t>
                      </a:r>
                      <a:endParaRPr lang="pt-PT" sz="1000">
                        <a:effectLst/>
                        <a:latin typeface="Santander Text Light" panose="020B0304020201020104" pitchFamily="34" charset="0"/>
                        <a:ea typeface="Arial" panose="020B0604020202020204" pitchFamily="34" charset="0"/>
                        <a:cs typeface="Times New Roman" panose="02020603050405020304" pitchFamily="18" charset="0"/>
                      </a:endParaRPr>
                    </a:p>
                  </a:txBody>
                  <a:tcPr marL="73025" marR="73025" marT="36830" marB="36830" anchor="ctr">
                    <a:lnL>
                      <a:noFill/>
                    </a:lnL>
                    <a:lnR>
                      <a:noFill/>
                    </a:lnR>
                    <a:lnT>
                      <a:noFill/>
                    </a:lnT>
                    <a:lnB>
                      <a:noFill/>
                    </a:lnB>
                    <a:solidFill>
                      <a:srgbClr val="DDDDDD"/>
                    </a:solidFill>
                  </a:tcPr>
                </a:tc>
                <a:tc>
                  <a:txBody>
                    <a:bodyPr/>
                    <a:lstStyle/>
                    <a:p>
                      <a:pPr indent="-228600" algn="ctr">
                        <a:spcAft>
                          <a:spcPts val="600"/>
                        </a:spcAft>
                      </a:pPr>
                      <a:r>
                        <a:rPr lang="en-US" sz="900" dirty="0">
                          <a:solidFill>
                            <a:srgbClr val="000000"/>
                          </a:solidFill>
                          <a:effectLst/>
                          <a:latin typeface="Santander Text Light" panose="020B0304020201020104" pitchFamily="34" charset="0"/>
                          <a:ea typeface="Times New Roman" panose="02020603050405020304" pitchFamily="18" charset="0"/>
                          <a:cs typeface="Times New Roman" panose="02020603050405020304" pitchFamily="18" charset="0"/>
                        </a:rPr>
                        <a:t>Production </a:t>
                      </a:r>
                      <a:endParaRPr lang="pt-PT" sz="1000" dirty="0">
                        <a:effectLst/>
                        <a:latin typeface="Santander Text Light" panose="020B0304020201020104" pitchFamily="34" charset="0"/>
                        <a:ea typeface="Arial" panose="020B0604020202020204" pitchFamily="34" charset="0"/>
                        <a:cs typeface="Times New Roman" panose="02020603050405020304" pitchFamily="18" charset="0"/>
                      </a:endParaRPr>
                    </a:p>
                  </a:txBody>
                  <a:tcPr marL="73025" marR="73025" marT="36830" marB="36830" anchor="ctr">
                    <a:lnL>
                      <a:noFill/>
                    </a:lnL>
                    <a:lnR>
                      <a:noFill/>
                    </a:lnR>
                    <a:lnT>
                      <a:noFill/>
                    </a:lnT>
                    <a:lnB>
                      <a:noFill/>
                    </a:lnB>
                    <a:solidFill>
                      <a:srgbClr val="DDDDDD"/>
                    </a:solidFill>
                  </a:tcPr>
                </a:tc>
                <a:tc gridSpan="2">
                  <a:txBody>
                    <a:bodyPr/>
                    <a:lstStyle/>
                    <a:p>
                      <a:pPr indent="-228600" algn="ctr">
                        <a:spcAft>
                          <a:spcPts val="600"/>
                        </a:spcAft>
                      </a:pPr>
                      <a:r>
                        <a:rPr lang="en-US" sz="900">
                          <a:solidFill>
                            <a:srgbClr val="FFFFFF"/>
                          </a:solidFill>
                          <a:effectLst/>
                          <a:latin typeface="Santander Text Light" panose="020B0304020201020104" pitchFamily="34" charset="0"/>
                          <a:ea typeface="Times New Roman" panose="02020603050405020304" pitchFamily="18" charset="0"/>
                          <a:cs typeface="Times New Roman" panose="02020603050405020304" pitchFamily="18" charset="0"/>
                        </a:rPr>
                        <a:t>PaaS</a:t>
                      </a:r>
                      <a:endParaRPr lang="pt-PT" sz="1000">
                        <a:effectLst/>
                        <a:latin typeface="Santander Text Light" panose="020B0304020201020104" pitchFamily="34" charset="0"/>
                        <a:ea typeface="Arial" panose="020B0604020202020204" pitchFamily="34" charset="0"/>
                        <a:cs typeface="Times New Roman" panose="02020603050405020304" pitchFamily="18" charset="0"/>
                      </a:endParaRPr>
                    </a:p>
                  </a:txBody>
                  <a:tcPr marL="73025" marR="73025" marT="36830" marB="36830" anchor="ctr">
                    <a:lnL>
                      <a:noFill/>
                    </a:lnL>
                    <a:lnR>
                      <a:noFill/>
                    </a:lnR>
                    <a:lnT>
                      <a:noFill/>
                    </a:lnT>
                    <a:lnB>
                      <a:noFill/>
                    </a:lnB>
                    <a:solidFill>
                      <a:srgbClr val="0070C0"/>
                    </a:solidFill>
                  </a:tcPr>
                </a:tc>
                <a:tc hMerge="1">
                  <a:txBody>
                    <a:bodyPr/>
                    <a:lstStyle/>
                    <a:p>
                      <a:endParaRPr lang="pt-PT"/>
                    </a:p>
                  </a:txBody>
                  <a:tcPr/>
                </a:tc>
                <a:extLst>
                  <a:ext uri="{0D108BD9-81ED-4DB2-BD59-A6C34878D82A}">
                    <a16:rowId xmlns:a16="http://schemas.microsoft.com/office/drawing/2014/main" val="645645932"/>
                  </a:ext>
                </a:extLst>
              </a:tr>
              <a:tr h="0">
                <a:tc>
                  <a:txBody>
                    <a:bodyPr/>
                    <a:lstStyle/>
                    <a:p>
                      <a:pPr indent="-228600" algn="ctr">
                        <a:spcAft>
                          <a:spcPts val="600"/>
                        </a:spcAft>
                      </a:pPr>
                      <a:r>
                        <a:rPr lang="en-US" sz="900" b="1">
                          <a:solidFill>
                            <a:srgbClr val="000000"/>
                          </a:solidFill>
                          <a:effectLst/>
                          <a:latin typeface="Santander Text Light" panose="020B0304020201020104" pitchFamily="34" charset="0"/>
                          <a:ea typeface="Times New Roman" panose="02020603050405020304" pitchFamily="18" charset="0"/>
                          <a:cs typeface="Times New Roman" panose="02020603050405020304" pitchFamily="18" charset="0"/>
                        </a:rPr>
                        <a:t>1</a:t>
                      </a:r>
                      <a:endParaRPr lang="pt-PT" sz="1000">
                        <a:effectLst/>
                        <a:latin typeface="Santander Text Light" panose="020B0304020201020104" pitchFamily="34" charset="0"/>
                        <a:ea typeface="Arial" panose="020B0604020202020204" pitchFamily="34" charset="0"/>
                        <a:cs typeface="Times New Roman" panose="02020603050405020304" pitchFamily="18" charset="0"/>
                      </a:endParaRPr>
                    </a:p>
                  </a:txBody>
                  <a:tcPr marL="73025" marR="73025" marT="36830" marB="36830" anchor="ctr">
                    <a:lnL>
                      <a:noFill/>
                    </a:lnL>
                    <a:lnR>
                      <a:noFill/>
                    </a:lnR>
                    <a:lnT>
                      <a:noFill/>
                    </a:lnT>
                    <a:lnB>
                      <a:noFill/>
                    </a:lnB>
                    <a:solidFill>
                      <a:srgbClr val="F2F2F2"/>
                    </a:solidFill>
                  </a:tcPr>
                </a:tc>
                <a:tc>
                  <a:txBody>
                    <a:bodyPr/>
                    <a:lstStyle/>
                    <a:p>
                      <a:pPr indent="-228600" algn="just">
                        <a:spcAft>
                          <a:spcPts val="600"/>
                        </a:spcAft>
                      </a:pPr>
                      <a:r>
                        <a:rPr lang="en-US" sz="900">
                          <a:solidFill>
                            <a:srgbClr val="000000"/>
                          </a:solidFill>
                          <a:effectLst/>
                          <a:latin typeface="Santander Text Light" panose="020B0304020201020104" pitchFamily="34" charset="0"/>
                          <a:ea typeface="Times New Roman" panose="02020603050405020304" pitchFamily="18" charset="0"/>
                          <a:cs typeface="Times New Roman" panose="02020603050405020304" pitchFamily="18" charset="0"/>
                        </a:rPr>
                        <a:t>Azure Automation</a:t>
                      </a:r>
                      <a:endParaRPr lang="pt-PT" sz="1000">
                        <a:effectLst/>
                        <a:latin typeface="Santander Text Light" panose="020B0304020201020104" pitchFamily="34" charset="0"/>
                        <a:ea typeface="Arial" panose="020B0604020202020204" pitchFamily="34" charset="0"/>
                        <a:cs typeface="Times New Roman" panose="02020603050405020304" pitchFamily="18" charset="0"/>
                      </a:endParaRPr>
                    </a:p>
                  </a:txBody>
                  <a:tcPr marL="73025" marR="73025" marT="36830" marB="36830" anchor="ctr">
                    <a:lnL>
                      <a:noFill/>
                    </a:lnL>
                    <a:lnR>
                      <a:noFill/>
                    </a:lnR>
                    <a:lnT>
                      <a:noFill/>
                    </a:lnT>
                    <a:lnB>
                      <a:noFill/>
                    </a:lnB>
                    <a:solidFill>
                      <a:srgbClr val="F2F2F2"/>
                    </a:solidFill>
                  </a:tcPr>
                </a:tc>
                <a:tc>
                  <a:txBody>
                    <a:bodyPr/>
                    <a:lstStyle/>
                    <a:p>
                      <a:pPr indent="-228600" algn="ctr">
                        <a:spcAft>
                          <a:spcPts val="600"/>
                        </a:spcAft>
                      </a:pPr>
                      <a:r>
                        <a:rPr lang="en-US" sz="900">
                          <a:solidFill>
                            <a:srgbClr val="000000"/>
                          </a:solidFill>
                          <a:effectLst/>
                          <a:latin typeface="Santander Text Light" panose="020B0304020201020104" pitchFamily="34" charset="0"/>
                          <a:ea typeface="Times New Roman" panose="02020603050405020304" pitchFamily="18" charset="0"/>
                          <a:cs typeface="Times New Roman" panose="02020603050405020304" pitchFamily="18" charset="0"/>
                        </a:rPr>
                        <a:t>Production</a:t>
                      </a:r>
                      <a:endParaRPr lang="pt-PT" sz="1000">
                        <a:effectLst/>
                        <a:latin typeface="Santander Text Light" panose="020B0304020201020104" pitchFamily="34" charset="0"/>
                        <a:ea typeface="Arial" panose="020B0604020202020204" pitchFamily="34" charset="0"/>
                        <a:cs typeface="Times New Roman" panose="02020603050405020304" pitchFamily="18" charset="0"/>
                      </a:endParaRPr>
                    </a:p>
                  </a:txBody>
                  <a:tcPr marL="73025" marR="73025" marT="36830" marB="36830">
                    <a:lnL>
                      <a:noFill/>
                    </a:lnL>
                    <a:lnR>
                      <a:noFill/>
                    </a:lnR>
                    <a:lnT>
                      <a:noFill/>
                    </a:lnT>
                    <a:lnB>
                      <a:noFill/>
                    </a:lnB>
                    <a:solidFill>
                      <a:srgbClr val="F2F2F2"/>
                    </a:solidFill>
                  </a:tcPr>
                </a:tc>
                <a:tc gridSpan="2">
                  <a:txBody>
                    <a:bodyPr/>
                    <a:lstStyle/>
                    <a:p>
                      <a:pPr indent="-228600" algn="ctr">
                        <a:spcAft>
                          <a:spcPts val="600"/>
                        </a:spcAft>
                      </a:pPr>
                      <a:r>
                        <a:rPr lang="en-US" sz="900">
                          <a:solidFill>
                            <a:srgbClr val="FFFFFF"/>
                          </a:solidFill>
                          <a:effectLst/>
                          <a:latin typeface="Santander Text Light" panose="020B0304020201020104" pitchFamily="34" charset="0"/>
                          <a:ea typeface="Times New Roman" panose="02020603050405020304" pitchFamily="18" charset="0"/>
                          <a:cs typeface="Times New Roman" panose="02020603050405020304" pitchFamily="18" charset="0"/>
                        </a:rPr>
                        <a:t>PaaS</a:t>
                      </a:r>
                      <a:endParaRPr lang="pt-PT" sz="1000">
                        <a:effectLst/>
                        <a:latin typeface="Santander Text Light" panose="020B0304020201020104" pitchFamily="34" charset="0"/>
                        <a:ea typeface="Arial" panose="020B0604020202020204" pitchFamily="34" charset="0"/>
                        <a:cs typeface="Times New Roman" panose="02020603050405020304" pitchFamily="18" charset="0"/>
                      </a:endParaRPr>
                    </a:p>
                  </a:txBody>
                  <a:tcPr marL="73025" marR="73025" marT="36830" marB="36830" anchor="ctr">
                    <a:lnL>
                      <a:noFill/>
                    </a:lnL>
                    <a:lnR>
                      <a:noFill/>
                    </a:lnR>
                    <a:lnT>
                      <a:noFill/>
                    </a:lnT>
                    <a:lnB>
                      <a:noFill/>
                    </a:lnB>
                    <a:solidFill>
                      <a:srgbClr val="0070C0"/>
                    </a:solidFill>
                  </a:tcPr>
                </a:tc>
                <a:tc hMerge="1">
                  <a:txBody>
                    <a:bodyPr/>
                    <a:lstStyle/>
                    <a:p>
                      <a:endParaRPr lang="pt-PT"/>
                    </a:p>
                  </a:txBody>
                  <a:tcPr/>
                </a:tc>
                <a:extLst>
                  <a:ext uri="{0D108BD9-81ED-4DB2-BD59-A6C34878D82A}">
                    <a16:rowId xmlns:a16="http://schemas.microsoft.com/office/drawing/2014/main" val="684255130"/>
                  </a:ext>
                </a:extLst>
              </a:tr>
              <a:tr h="0">
                <a:tc>
                  <a:txBody>
                    <a:bodyPr/>
                    <a:lstStyle/>
                    <a:p>
                      <a:pPr indent="-228600" algn="ctr">
                        <a:spcAft>
                          <a:spcPts val="600"/>
                        </a:spcAft>
                      </a:pPr>
                      <a:r>
                        <a:rPr lang="en-US" sz="900" b="1">
                          <a:solidFill>
                            <a:srgbClr val="000000"/>
                          </a:solidFill>
                          <a:effectLst/>
                          <a:latin typeface="Santander Text Light" panose="020B0304020201020104" pitchFamily="34" charset="0"/>
                          <a:ea typeface="Times New Roman" panose="02020603050405020304" pitchFamily="18" charset="0"/>
                          <a:cs typeface="Times New Roman" panose="02020603050405020304" pitchFamily="18" charset="0"/>
                        </a:rPr>
                        <a:t>2</a:t>
                      </a:r>
                      <a:endParaRPr lang="pt-PT" sz="1000">
                        <a:effectLst/>
                        <a:latin typeface="Santander Text Light" panose="020B0304020201020104" pitchFamily="34" charset="0"/>
                        <a:ea typeface="Arial" panose="020B0604020202020204" pitchFamily="34" charset="0"/>
                        <a:cs typeface="Times New Roman" panose="02020603050405020304" pitchFamily="18" charset="0"/>
                      </a:endParaRPr>
                    </a:p>
                  </a:txBody>
                  <a:tcPr marL="73025" marR="73025" marT="36830" marB="36830" anchor="ctr">
                    <a:lnL>
                      <a:noFill/>
                    </a:lnL>
                    <a:lnR>
                      <a:noFill/>
                    </a:lnR>
                    <a:lnT>
                      <a:noFill/>
                    </a:lnT>
                    <a:lnB>
                      <a:noFill/>
                    </a:lnB>
                    <a:solidFill>
                      <a:srgbClr val="DDDDDD"/>
                    </a:solidFill>
                  </a:tcPr>
                </a:tc>
                <a:tc>
                  <a:txBody>
                    <a:bodyPr/>
                    <a:lstStyle/>
                    <a:p>
                      <a:pPr indent="-228600" algn="just">
                        <a:spcAft>
                          <a:spcPts val="600"/>
                        </a:spcAft>
                      </a:pPr>
                      <a:r>
                        <a:rPr lang="en-US" sz="900" dirty="0">
                          <a:solidFill>
                            <a:srgbClr val="000000"/>
                          </a:solidFill>
                          <a:effectLst/>
                          <a:latin typeface="Santander Text Light" panose="020B0304020201020104" pitchFamily="34" charset="0"/>
                          <a:ea typeface="Times New Roman" panose="02020603050405020304" pitchFamily="18" charset="0"/>
                          <a:cs typeface="Times New Roman" panose="02020603050405020304" pitchFamily="18" charset="0"/>
                        </a:rPr>
                        <a:t>Azure Key Vault (</a:t>
                      </a:r>
                      <a:r>
                        <a:rPr lang="en-US" sz="900" i="1" dirty="0">
                          <a:solidFill>
                            <a:srgbClr val="000000"/>
                          </a:solidFill>
                          <a:effectLst/>
                          <a:latin typeface="Santander Text Light" panose="020B0304020201020104" pitchFamily="34" charset="0"/>
                          <a:ea typeface="Times New Roman" panose="02020603050405020304" pitchFamily="18" charset="0"/>
                          <a:cs typeface="Times New Roman" panose="02020603050405020304" pitchFamily="18" charset="0"/>
                        </a:rPr>
                        <a:t>OPs – Infra &amp; DEV – APP</a:t>
                      </a:r>
                      <a:r>
                        <a:rPr lang="en-US" sz="900" dirty="0">
                          <a:solidFill>
                            <a:srgbClr val="000000"/>
                          </a:solidFill>
                          <a:effectLst/>
                          <a:latin typeface="Santander Text Light" panose="020B0304020201020104" pitchFamily="34" charset="0"/>
                          <a:ea typeface="Times New Roman" panose="02020603050405020304" pitchFamily="18" charset="0"/>
                          <a:cs typeface="Times New Roman" panose="02020603050405020304" pitchFamily="18" charset="0"/>
                        </a:rPr>
                        <a:t>)</a:t>
                      </a:r>
                      <a:endParaRPr lang="pt-PT" sz="1000" dirty="0">
                        <a:effectLst/>
                        <a:latin typeface="Santander Text Light" panose="020B0304020201020104" pitchFamily="34" charset="0"/>
                        <a:ea typeface="Arial" panose="020B0604020202020204" pitchFamily="34" charset="0"/>
                        <a:cs typeface="Times New Roman" panose="02020603050405020304" pitchFamily="18" charset="0"/>
                      </a:endParaRPr>
                    </a:p>
                  </a:txBody>
                  <a:tcPr marL="73025" marR="73025" marT="36830" marB="36830" anchor="ctr">
                    <a:lnL>
                      <a:noFill/>
                    </a:lnL>
                    <a:lnR>
                      <a:noFill/>
                    </a:lnR>
                    <a:lnT>
                      <a:noFill/>
                    </a:lnT>
                    <a:lnB>
                      <a:noFill/>
                    </a:lnB>
                    <a:solidFill>
                      <a:srgbClr val="DDDDDD"/>
                    </a:solidFill>
                  </a:tcPr>
                </a:tc>
                <a:tc>
                  <a:txBody>
                    <a:bodyPr/>
                    <a:lstStyle/>
                    <a:p>
                      <a:pPr indent="-228600" algn="ctr">
                        <a:spcAft>
                          <a:spcPts val="600"/>
                        </a:spcAft>
                      </a:pPr>
                      <a:r>
                        <a:rPr lang="en-US" sz="900" dirty="0">
                          <a:solidFill>
                            <a:srgbClr val="000000"/>
                          </a:solidFill>
                          <a:effectLst/>
                          <a:latin typeface="Santander Text Light" panose="020B0304020201020104" pitchFamily="34" charset="0"/>
                          <a:ea typeface="Times New Roman" panose="02020603050405020304" pitchFamily="18" charset="0"/>
                          <a:cs typeface="Times New Roman" panose="02020603050405020304" pitchFamily="18" charset="0"/>
                        </a:rPr>
                        <a:t>Production</a:t>
                      </a:r>
                      <a:endParaRPr lang="pt-PT" sz="1000" dirty="0">
                        <a:effectLst/>
                        <a:latin typeface="Santander Text Light" panose="020B0304020201020104" pitchFamily="34" charset="0"/>
                        <a:ea typeface="Arial" panose="020B0604020202020204" pitchFamily="34" charset="0"/>
                        <a:cs typeface="Times New Roman" panose="02020603050405020304" pitchFamily="18" charset="0"/>
                      </a:endParaRPr>
                    </a:p>
                  </a:txBody>
                  <a:tcPr marL="73025" marR="73025" marT="36830" marB="36830">
                    <a:lnL>
                      <a:noFill/>
                    </a:lnL>
                    <a:lnR>
                      <a:noFill/>
                    </a:lnR>
                    <a:lnT>
                      <a:noFill/>
                    </a:lnT>
                    <a:lnB>
                      <a:noFill/>
                    </a:lnB>
                    <a:solidFill>
                      <a:srgbClr val="DDDDDD"/>
                    </a:solidFill>
                  </a:tcPr>
                </a:tc>
                <a:tc gridSpan="2">
                  <a:txBody>
                    <a:bodyPr/>
                    <a:lstStyle/>
                    <a:p>
                      <a:pPr indent="-228600" algn="ctr">
                        <a:spcAft>
                          <a:spcPts val="600"/>
                        </a:spcAft>
                      </a:pPr>
                      <a:r>
                        <a:rPr lang="en-US" sz="900">
                          <a:solidFill>
                            <a:srgbClr val="FFFFFF"/>
                          </a:solidFill>
                          <a:effectLst/>
                          <a:latin typeface="Santander Text Light" panose="020B0304020201020104" pitchFamily="34" charset="0"/>
                          <a:ea typeface="Times New Roman" panose="02020603050405020304" pitchFamily="18" charset="0"/>
                          <a:cs typeface="Times New Roman" panose="02020603050405020304" pitchFamily="18" charset="0"/>
                        </a:rPr>
                        <a:t>PaaS</a:t>
                      </a:r>
                      <a:endParaRPr lang="pt-PT" sz="1000">
                        <a:effectLst/>
                        <a:latin typeface="Santander Text Light" panose="020B0304020201020104" pitchFamily="34" charset="0"/>
                        <a:ea typeface="Arial" panose="020B0604020202020204" pitchFamily="34" charset="0"/>
                        <a:cs typeface="Times New Roman" panose="02020603050405020304" pitchFamily="18" charset="0"/>
                      </a:endParaRPr>
                    </a:p>
                  </a:txBody>
                  <a:tcPr marL="73025" marR="73025" marT="36830" marB="36830" anchor="ctr">
                    <a:lnL>
                      <a:noFill/>
                    </a:lnL>
                    <a:lnR>
                      <a:noFill/>
                    </a:lnR>
                    <a:lnT>
                      <a:noFill/>
                    </a:lnT>
                    <a:lnB>
                      <a:noFill/>
                    </a:lnB>
                    <a:solidFill>
                      <a:srgbClr val="0070C0"/>
                    </a:solidFill>
                  </a:tcPr>
                </a:tc>
                <a:tc hMerge="1">
                  <a:txBody>
                    <a:bodyPr/>
                    <a:lstStyle/>
                    <a:p>
                      <a:endParaRPr lang="pt-PT"/>
                    </a:p>
                  </a:txBody>
                  <a:tcPr/>
                </a:tc>
                <a:extLst>
                  <a:ext uri="{0D108BD9-81ED-4DB2-BD59-A6C34878D82A}">
                    <a16:rowId xmlns:a16="http://schemas.microsoft.com/office/drawing/2014/main" val="190234365"/>
                  </a:ext>
                </a:extLst>
              </a:tr>
              <a:tr h="0">
                <a:tc gridSpan="5">
                  <a:txBody>
                    <a:bodyPr/>
                    <a:lstStyle/>
                    <a:p>
                      <a:pPr indent="-228600" algn="just">
                        <a:spcAft>
                          <a:spcPts val="600"/>
                        </a:spcAft>
                      </a:pPr>
                      <a:r>
                        <a:rPr lang="en-US" sz="900" b="1">
                          <a:solidFill>
                            <a:srgbClr val="FFFFFF"/>
                          </a:solidFill>
                          <a:effectLst/>
                          <a:latin typeface="Santander Text Light" panose="020B0304020201020104" pitchFamily="34" charset="0"/>
                          <a:ea typeface="Times New Roman" panose="02020603050405020304" pitchFamily="18" charset="0"/>
                          <a:cs typeface="Times New Roman" panose="02020603050405020304" pitchFamily="18" charset="0"/>
                        </a:rPr>
                        <a:t>Azure Kubernetes Services (AKS)</a:t>
                      </a:r>
                      <a:endParaRPr lang="pt-PT" sz="1000">
                        <a:effectLst/>
                        <a:latin typeface="Santander Text Light" panose="020B0304020201020104" pitchFamily="34" charset="0"/>
                        <a:ea typeface="Arial" panose="020B0604020202020204" pitchFamily="34" charset="0"/>
                        <a:cs typeface="Times New Roman" panose="02020603050405020304" pitchFamily="18" charset="0"/>
                      </a:endParaRPr>
                    </a:p>
                  </a:txBody>
                  <a:tcPr marL="73025" marR="73025" marT="36830" marB="36830" anchor="ctr">
                    <a:lnL>
                      <a:noFill/>
                    </a:lnL>
                    <a:lnR>
                      <a:noFill/>
                    </a:lnR>
                    <a:lnT>
                      <a:noFill/>
                    </a:lnT>
                    <a:lnB>
                      <a:noFill/>
                    </a:lnB>
                    <a:solidFill>
                      <a:srgbClr val="595959"/>
                    </a:solidFill>
                  </a:tcPr>
                </a:tc>
                <a:tc hMerge="1">
                  <a:txBody>
                    <a:bodyPr/>
                    <a:lstStyle/>
                    <a:p>
                      <a:endParaRPr lang="pt-PT"/>
                    </a:p>
                  </a:txBody>
                  <a:tcPr/>
                </a:tc>
                <a:tc hMerge="1">
                  <a:txBody>
                    <a:bodyPr/>
                    <a:lstStyle/>
                    <a:p>
                      <a:endParaRPr lang="pt-PT"/>
                    </a:p>
                  </a:txBody>
                  <a:tcPr/>
                </a:tc>
                <a:tc hMerge="1">
                  <a:txBody>
                    <a:bodyPr/>
                    <a:lstStyle/>
                    <a:p>
                      <a:endParaRPr lang="pt-PT"/>
                    </a:p>
                  </a:txBody>
                  <a:tcPr/>
                </a:tc>
                <a:tc hMerge="1">
                  <a:txBody>
                    <a:bodyPr/>
                    <a:lstStyle/>
                    <a:p>
                      <a:endParaRPr lang="pt-PT"/>
                    </a:p>
                  </a:txBody>
                  <a:tcPr/>
                </a:tc>
                <a:extLst>
                  <a:ext uri="{0D108BD9-81ED-4DB2-BD59-A6C34878D82A}">
                    <a16:rowId xmlns:a16="http://schemas.microsoft.com/office/drawing/2014/main" val="2417727083"/>
                  </a:ext>
                </a:extLst>
              </a:tr>
              <a:tr h="0">
                <a:tc>
                  <a:txBody>
                    <a:bodyPr/>
                    <a:lstStyle/>
                    <a:p>
                      <a:pPr indent="-228600" algn="ctr">
                        <a:spcAft>
                          <a:spcPts val="600"/>
                        </a:spcAft>
                      </a:pPr>
                      <a:r>
                        <a:rPr lang="en-US" sz="900" b="1">
                          <a:solidFill>
                            <a:srgbClr val="000000"/>
                          </a:solidFill>
                          <a:effectLst/>
                          <a:latin typeface="Santander Text Light" panose="020B0304020201020104" pitchFamily="34" charset="0"/>
                          <a:ea typeface="Times New Roman" panose="02020603050405020304" pitchFamily="18" charset="0"/>
                          <a:cs typeface="Times New Roman" panose="02020603050405020304" pitchFamily="18" charset="0"/>
                        </a:rPr>
                        <a:t>1</a:t>
                      </a:r>
                      <a:endParaRPr lang="pt-PT" sz="1000">
                        <a:effectLst/>
                        <a:latin typeface="Santander Text Light" panose="020B0304020201020104" pitchFamily="34" charset="0"/>
                        <a:ea typeface="Arial" panose="020B0604020202020204" pitchFamily="34" charset="0"/>
                        <a:cs typeface="Times New Roman" panose="02020603050405020304" pitchFamily="18" charset="0"/>
                      </a:endParaRPr>
                    </a:p>
                  </a:txBody>
                  <a:tcPr marL="73025" marR="73025" marT="36830" marB="36830" anchor="ctr">
                    <a:lnL>
                      <a:noFill/>
                    </a:lnL>
                    <a:lnR>
                      <a:noFill/>
                    </a:lnR>
                    <a:lnT>
                      <a:noFill/>
                    </a:lnT>
                    <a:lnB>
                      <a:noFill/>
                    </a:lnB>
                    <a:solidFill>
                      <a:srgbClr val="DDDDDD"/>
                    </a:solidFill>
                  </a:tcPr>
                </a:tc>
                <a:tc>
                  <a:txBody>
                    <a:bodyPr/>
                    <a:lstStyle/>
                    <a:p>
                      <a:pPr indent="-228600" algn="just">
                        <a:spcAft>
                          <a:spcPts val="600"/>
                        </a:spcAft>
                      </a:pPr>
                      <a:r>
                        <a:rPr lang="en-US" sz="900">
                          <a:solidFill>
                            <a:srgbClr val="000000"/>
                          </a:solidFill>
                          <a:effectLst/>
                          <a:latin typeface="Santander Text Light" panose="020B0304020201020104" pitchFamily="34" charset="0"/>
                          <a:ea typeface="Times New Roman" panose="02020603050405020304" pitchFamily="18" charset="0"/>
                          <a:cs typeface="Times New Roman" panose="02020603050405020304" pitchFamily="18" charset="0"/>
                        </a:rPr>
                        <a:t>Azure Kubernetes Services (AKS) Cluster</a:t>
                      </a:r>
                      <a:endParaRPr lang="pt-PT" sz="1000">
                        <a:effectLst/>
                        <a:latin typeface="Santander Text Light" panose="020B0304020201020104" pitchFamily="34" charset="0"/>
                        <a:ea typeface="Arial" panose="020B0604020202020204" pitchFamily="34" charset="0"/>
                        <a:cs typeface="Times New Roman" panose="02020603050405020304" pitchFamily="18" charset="0"/>
                      </a:endParaRPr>
                    </a:p>
                  </a:txBody>
                  <a:tcPr marL="73025" marR="73025" marT="36830" marB="36830" anchor="ctr">
                    <a:lnL>
                      <a:noFill/>
                    </a:lnL>
                    <a:lnR>
                      <a:noFill/>
                    </a:lnR>
                    <a:lnT>
                      <a:noFill/>
                    </a:lnT>
                    <a:lnB>
                      <a:noFill/>
                    </a:lnB>
                    <a:solidFill>
                      <a:srgbClr val="DDDDDD"/>
                    </a:solidFill>
                  </a:tcPr>
                </a:tc>
                <a:tc>
                  <a:txBody>
                    <a:bodyPr/>
                    <a:lstStyle/>
                    <a:p>
                      <a:pPr indent="-228600" algn="ctr">
                        <a:spcAft>
                          <a:spcPts val="600"/>
                        </a:spcAft>
                      </a:pPr>
                      <a:r>
                        <a:rPr lang="en-US" sz="900" dirty="0">
                          <a:solidFill>
                            <a:srgbClr val="000000"/>
                          </a:solidFill>
                          <a:effectLst/>
                          <a:latin typeface="Santander Text Light" panose="020B0304020201020104" pitchFamily="34" charset="0"/>
                          <a:ea typeface="Times New Roman" panose="02020603050405020304" pitchFamily="18" charset="0"/>
                          <a:cs typeface="Times New Roman" panose="02020603050405020304" pitchFamily="18" charset="0"/>
                        </a:rPr>
                        <a:t>Production</a:t>
                      </a:r>
                      <a:endParaRPr lang="pt-PT" sz="1000" dirty="0">
                        <a:effectLst/>
                        <a:latin typeface="Santander Text Light" panose="020B0304020201020104" pitchFamily="34" charset="0"/>
                        <a:ea typeface="Arial" panose="020B0604020202020204" pitchFamily="34" charset="0"/>
                        <a:cs typeface="Times New Roman" panose="02020603050405020304" pitchFamily="18" charset="0"/>
                      </a:endParaRPr>
                    </a:p>
                  </a:txBody>
                  <a:tcPr marL="73025" marR="73025" marT="36830" marB="36830">
                    <a:lnL>
                      <a:noFill/>
                    </a:lnL>
                    <a:lnR>
                      <a:noFill/>
                    </a:lnR>
                    <a:lnT>
                      <a:noFill/>
                    </a:lnT>
                    <a:lnB>
                      <a:noFill/>
                    </a:lnB>
                    <a:solidFill>
                      <a:srgbClr val="DDDDDD"/>
                    </a:solidFill>
                  </a:tcPr>
                </a:tc>
                <a:tc gridSpan="2">
                  <a:txBody>
                    <a:bodyPr/>
                    <a:lstStyle/>
                    <a:p>
                      <a:pPr indent="-228600" algn="ctr">
                        <a:spcAft>
                          <a:spcPts val="600"/>
                        </a:spcAft>
                      </a:pPr>
                      <a:r>
                        <a:rPr lang="en-US" sz="900">
                          <a:solidFill>
                            <a:srgbClr val="FFFFFF"/>
                          </a:solidFill>
                          <a:effectLst/>
                          <a:latin typeface="Santander Text Light" panose="020B0304020201020104" pitchFamily="34" charset="0"/>
                          <a:ea typeface="Times New Roman" panose="02020603050405020304" pitchFamily="18" charset="0"/>
                          <a:cs typeface="Times New Roman" panose="02020603050405020304" pitchFamily="18" charset="0"/>
                        </a:rPr>
                        <a:t>PaaS</a:t>
                      </a:r>
                      <a:endParaRPr lang="pt-PT" sz="1000">
                        <a:effectLst/>
                        <a:latin typeface="Santander Text Light" panose="020B0304020201020104" pitchFamily="34" charset="0"/>
                        <a:ea typeface="Arial" panose="020B0604020202020204" pitchFamily="34" charset="0"/>
                        <a:cs typeface="Times New Roman" panose="02020603050405020304" pitchFamily="18" charset="0"/>
                      </a:endParaRPr>
                    </a:p>
                  </a:txBody>
                  <a:tcPr marL="73025" marR="73025" marT="36830" marB="36830" anchor="ctr">
                    <a:lnL>
                      <a:noFill/>
                    </a:lnL>
                    <a:lnR>
                      <a:noFill/>
                    </a:lnR>
                    <a:lnT>
                      <a:noFill/>
                    </a:lnT>
                    <a:lnB>
                      <a:noFill/>
                    </a:lnB>
                    <a:solidFill>
                      <a:srgbClr val="0070C0"/>
                    </a:solidFill>
                  </a:tcPr>
                </a:tc>
                <a:tc hMerge="1">
                  <a:txBody>
                    <a:bodyPr/>
                    <a:lstStyle/>
                    <a:p>
                      <a:endParaRPr lang="pt-PT"/>
                    </a:p>
                  </a:txBody>
                  <a:tcPr/>
                </a:tc>
                <a:extLst>
                  <a:ext uri="{0D108BD9-81ED-4DB2-BD59-A6C34878D82A}">
                    <a16:rowId xmlns:a16="http://schemas.microsoft.com/office/drawing/2014/main" val="2161430179"/>
                  </a:ext>
                </a:extLst>
              </a:tr>
              <a:tr h="0">
                <a:tc>
                  <a:txBody>
                    <a:bodyPr/>
                    <a:lstStyle/>
                    <a:p>
                      <a:pPr indent="-228600" algn="ctr">
                        <a:spcAft>
                          <a:spcPts val="600"/>
                        </a:spcAft>
                      </a:pPr>
                      <a:r>
                        <a:rPr lang="en-US" sz="900" b="1">
                          <a:solidFill>
                            <a:srgbClr val="000000"/>
                          </a:solidFill>
                          <a:effectLst/>
                          <a:latin typeface="Santander Text Light" panose="020B0304020201020104" pitchFamily="34" charset="0"/>
                          <a:ea typeface="Times New Roman" panose="02020603050405020304" pitchFamily="18" charset="0"/>
                          <a:cs typeface="Times New Roman" panose="02020603050405020304" pitchFamily="18" charset="0"/>
                        </a:rPr>
                        <a:t>N</a:t>
                      </a:r>
                      <a:endParaRPr lang="pt-PT" sz="1000">
                        <a:effectLst/>
                        <a:latin typeface="Santander Text Light" panose="020B0304020201020104" pitchFamily="34" charset="0"/>
                        <a:ea typeface="Arial" panose="020B0604020202020204" pitchFamily="34" charset="0"/>
                        <a:cs typeface="Times New Roman" panose="02020603050405020304" pitchFamily="18" charset="0"/>
                      </a:endParaRPr>
                    </a:p>
                  </a:txBody>
                  <a:tcPr marL="73025" marR="73025" marT="36830" marB="36830" anchor="ctr">
                    <a:lnL>
                      <a:noFill/>
                    </a:lnL>
                    <a:lnR>
                      <a:noFill/>
                    </a:lnR>
                    <a:lnT>
                      <a:noFill/>
                    </a:lnT>
                    <a:lnB>
                      <a:noFill/>
                    </a:lnB>
                    <a:solidFill>
                      <a:srgbClr val="F2F2F2"/>
                    </a:solidFill>
                  </a:tcPr>
                </a:tc>
                <a:tc>
                  <a:txBody>
                    <a:bodyPr/>
                    <a:lstStyle/>
                    <a:p>
                      <a:pPr indent="-228600" algn="just">
                        <a:spcAft>
                          <a:spcPts val="600"/>
                        </a:spcAft>
                      </a:pPr>
                      <a:r>
                        <a:rPr lang="en-US" sz="900">
                          <a:solidFill>
                            <a:srgbClr val="000000"/>
                          </a:solidFill>
                          <a:effectLst/>
                          <a:latin typeface="Santander Text Light" panose="020B0304020201020104" pitchFamily="34" charset="0"/>
                          <a:ea typeface="Times New Roman" panose="02020603050405020304" pitchFamily="18" charset="0"/>
                          <a:cs typeface="Times New Roman" panose="02020603050405020304" pitchFamily="18" charset="0"/>
                        </a:rPr>
                        <a:t>AKS nodes</a:t>
                      </a:r>
                      <a:endParaRPr lang="pt-PT" sz="1000">
                        <a:effectLst/>
                        <a:latin typeface="Santander Text Light" panose="020B0304020201020104" pitchFamily="34" charset="0"/>
                        <a:ea typeface="Arial" panose="020B0604020202020204" pitchFamily="34" charset="0"/>
                        <a:cs typeface="Times New Roman" panose="02020603050405020304" pitchFamily="18" charset="0"/>
                      </a:endParaRPr>
                    </a:p>
                  </a:txBody>
                  <a:tcPr marL="73025" marR="73025" marT="36830" marB="36830" anchor="ctr">
                    <a:lnL>
                      <a:noFill/>
                    </a:lnL>
                    <a:lnR>
                      <a:noFill/>
                    </a:lnR>
                    <a:lnT>
                      <a:noFill/>
                    </a:lnT>
                    <a:lnB>
                      <a:noFill/>
                    </a:lnB>
                    <a:solidFill>
                      <a:srgbClr val="F2F2F2"/>
                    </a:solidFill>
                  </a:tcPr>
                </a:tc>
                <a:tc>
                  <a:txBody>
                    <a:bodyPr/>
                    <a:lstStyle/>
                    <a:p>
                      <a:pPr indent="-228600" algn="ctr">
                        <a:spcAft>
                          <a:spcPts val="600"/>
                        </a:spcAft>
                      </a:pPr>
                      <a:r>
                        <a:rPr lang="en-US" sz="900" dirty="0">
                          <a:solidFill>
                            <a:srgbClr val="000000"/>
                          </a:solidFill>
                          <a:effectLst/>
                          <a:latin typeface="Santander Text Light" panose="020B0304020201020104" pitchFamily="34" charset="0"/>
                          <a:ea typeface="Times New Roman" panose="02020603050405020304" pitchFamily="18" charset="0"/>
                          <a:cs typeface="Times New Roman" panose="02020603050405020304" pitchFamily="18" charset="0"/>
                        </a:rPr>
                        <a:t>Production</a:t>
                      </a:r>
                      <a:endParaRPr lang="pt-PT" sz="1000" dirty="0">
                        <a:effectLst/>
                        <a:latin typeface="Santander Text Light" panose="020B0304020201020104" pitchFamily="34" charset="0"/>
                        <a:ea typeface="Arial" panose="020B0604020202020204" pitchFamily="34" charset="0"/>
                        <a:cs typeface="Times New Roman" panose="02020603050405020304" pitchFamily="18" charset="0"/>
                      </a:endParaRPr>
                    </a:p>
                  </a:txBody>
                  <a:tcPr marL="73025" marR="73025" marT="36830" marB="36830">
                    <a:lnL>
                      <a:noFill/>
                    </a:lnL>
                    <a:lnR>
                      <a:noFill/>
                    </a:lnR>
                    <a:lnT>
                      <a:noFill/>
                    </a:lnT>
                    <a:lnB>
                      <a:noFill/>
                    </a:lnB>
                    <a:solidFill>
                      <a:srgbClr val="F2F2F2"/>
                    </a:solidFill>
                  </a:tcPr>
                </a:tc>
                <a:tc>
                  <a:txBody>
                    <a:bodyPr/>
                    <a:lstStyle/>
                    <a:p>
                      <a:pPr indent="-228600" algn="ctr">
                        <a:spcAft>
                          <a:spcPts val="600"/>
                        </a:spcAft>
                      </a:pPr>
                      <a:r>
                        <a:rPr lang="en-US" sz="900">
                          <a:solidFill>
                            <a:srgbClr val="FFFFFF"/>
                          </a:solidFill>
                          <a:effectLst/>
                          <a:latin typeface="Santander Text Light" panose="020B0304020201020104" pitchFamily="34" charset="0"/>
                          <a:ea typeface="Times New Roman" panose="02020603050405020304" pitchFamily="18" charset="0"/>
                          <a:cs typeface="Times New Roman" panose="02020603050405020304" pitchFamily="18" charset="0"/>
                        </a:rPr>
                        <a:t>PaaS</a:t>
                      </a:r>
                      <a:endParaRPr lang="pt-PT" sz="1000">
                        <a:effectLst/>
                        <a:latin typeface="Santander Text Light" panose="020B0304020201020104" pitchFamily="34" charset="0"/>
                        <a:ea typeface="Arial" panose="020B0604020202020204" pitchFamily="34" charset="0"/>
                        <a:cs typeface="Times New Roman" panose="02020603050405020304" pitchFamily="18" charset="0"/>
                      </a:endParaRPr>
                    </a:p>
                  </a:txBody>
                  <a:tcPr marL="73025" marR="73025" marT="36830" marB="36830" anchor="ctr">
                    <a:lnL>
                      <a:noFill/>
                    </a:lnL>
                    <a:lnR>
                      <a:noFill/>
                    </a:lnR>
                    <a:lnT>
                      <a:noFill/>
                    </a:lnT>
                    <a:lnB>
                      <a:noFill/>
                    </a:lnB>
                    <a:solidFill>
                      <a:srgbClr val="0070C0"/>
                    </a:solidFill>
                  </a:tcPr>
                </a:tc>
                <a:tc>
                  <a:txBody>
                    <a:bodyPr/>
                    <a:lstStyle/>
                    <a:p>
                      <a:pPr indent="-228600" algn="ctr">
                        <a:spcAft>
                          <a:spcPts val="600"/>
                        </a:spcAft>
                      </a:pPr>
                      <a:r>
                        <a:rPr lang="en-US" sz="900">
                          <a:solidFill>
                            <a:srgbClr val="FFFFFF"/>
                          </a:solidFill>
                          <a:effectLst/>
                          <a:latin typeface="Santander Text Light" panose="020B0304020201020104" pitchFamily="34" charset="0"/>
                          <a:ea typeface="Times New Roman" panose="02020603050405020304" pitchFamily="18" charset="0"/>
                          <a:cs typeface="Times New Roman" panose="02020603050405020304" pitchFamily="18" charset="0"/>
                        </a:rPr>
                        <a:t>IaaS</a:t>
                      </a:r>
                      <a:endParaRPr lang="pt-PT" sz="1000">
                        <a:effectLst/>
                        <a:latin typeface="Santander Text Light" panose="020B0304020201020104" pitchFamily="34" charset="0"/>
                        <a:ea typeface="Arial" panose="020B0604020202020204" pitchFamily="34" charset="0"/>
                        <a:cs typeface="Times New Roman" panose="02020603050405020304" pitchFamily="18" charset="0"/>
                      </a:endParaRPr>
                    </a:p>
                  </a:txBody>
                  <a:tcPr marL="73025" marR="73025" marT="36830" marB="36830" anchor="ctr">
                    <a:lnL>
                      <a:noFill/>
                    </a:lnL>
                    <a:lnR>
                      <a:noFill/>
                    </a:lnR>
                    <a:lnT>
                      <a:noFill/>
                    </a:lnT>
                    <a:lnB>
                      <a:noFill/>
                    </a:lnB>
                    <a:solidFill>
                      <a:srgbClr val="A6A6A6"/>
                    </a:solidFill>
                  </a:tcPr>
                </a:tc>
                <a:extLst>
                  <a:ext uri="{0D108BD9-81ED-4DB2-BD59-A6C34878D82A}">
                    <a16:rowId xmlns:a16="http://schemas.microsoft.com/office/drawing/2014/main" val="1973529367"/>
                  </a:ext>
                </a:extLst>
              </a:tr>
              <a:tr h="0">
                <a:tc gridSpan="5">
                  <a:txBody>
                    <a:bodyPr/>
                    <a:lstStyle/>
                    <a:p>
                      <a:pPr indent="-228600" algn="l">
                        <a:spcAft>
                          <a:spcPts val="600"/>
                        </a:spcAft>
                      </a:pPr>
                      <a:r>
                        <a:rPr lang="en-US" sz="900" b="1">
                          <a:solidFill>
                            <a:srgbClr val="FFFFFF"/>
                          </a:solidFill>
                          <a:effectLst/>
                          <a:latin typeface="Santander Text Light" panose="020B0304020201020104" pitchFamily="34" charset="0"/>
                          <a:ea typeface="Times New Roman" panose="02020603050405020304" pitchFamily="18" charset="0"/>
                          <a:cs typeface="Times New Roman" panose="02020603050405020304" pitchFamily="18" charset="0"/>
                        </a:rPr>
                        <a:t>API Manager</a:t>
                      </a:r>
                      <a:endParaRPr lang="pt-PT" sz="1000">
                        <a:effectLst/>
                        <a:latin typeface="Santander Text Light" panose="020B0304020201020104" pitchFamily="34" charset="0"/>
                        <a:ea typeface="Arial" panose="020B0604020202020204" pitchFamily="34" charset="0"/>
                        <a:cs typeface="Times New Roman" panose="02020603050405020304" pitchFamily="18" charset="0"/>
                      </a:endParaRPr>
                    </a:p>
                  </a:txBody>
                  <a:tcPr marL="73025" marR="73025" marT="36830" marB="36830" anchor="ctr">
                    <a:lnL>
                      <a:noFill/>
                    </a:lnL>
                    <a:lnR>
                      <a:noFill/>
                    </a:lnR>
                    <a:lnT>
                      <a:noFill/>
                    </a:lnT>
                    <a:lnB>
                      <a:noFill/>
                    </a:lnB>
                    <a:solidFill>
                      <a:srgbClr val="595959"/>
                    </a:solidFill>
                  </a:tcPr>
                </a:tc>
                <a:tc hMerge="1">
                  <a:txBody>
                    <a:bodyPr/>
                    <a:lstStyle/>
                    <a:p>
                      <a:endParaRPr lang="pt-PT"/>
                    </a:p>
                  </a:txBody>
                  <a:tcPr/>
                </a:tc>
                <a:tc hMerge="1">
                  <a:txBody>
                    <a:bodyPr/>
                    <a:lstStyle/>
                    <a:p>
                      <a:endParaRPr lang="pt-PT"/>
                    </a:p>
                  </a:txBody>
                  <a:tcPr/>
                </a:tc>
                <a:tc hMerge="1">
                  <a:txBody>
                    <a:bodyPr/>
                    <a:lstStyle/>
                    <a:p>
                      <a:endParaRPr lang="pt-PT"/>
                    </a:p>
                  </a:txBody>
                  <a:tcPr/>
                </a:tc>
                <a:tc hMerge="1">
                  <a:txBody>
                    <a:bodyPr/>
                    <a:lstStyle/>
                    <a:p>
                      <a:endParaRPr lang="pt-PT"/>
                    </a:p>
                  </a:txBody>
                  <a:tcPr/>
                </a:tc>
                <a:extLst>
                  <a:ext uri="{0D108BD9-81ED-4DB2-BD59-A6C34878D82A}">
                    <a16:rowId xmlns:a16="http://schemas.microsoft.com/office/drawing/2014/main" val="2817947111"/>
                  </a:ext>
                </a:extLst>
              </a:tr>
              <a:tr h="0">
                <a:tc>
                  <a:txBody>
                    <a:bodyPr/>
                    <a:lstStyle/>
                    <a:p>
                      <a:pPr indent="-228600" algn="ctr">
                        <a:spcAft>
                          <a:spcPts val="600"/>
                        </a:spcAft>
                      </a:pPr>
                      <a:r>
                        <a:rPr lang="en-US" sz="900" b="1">
                          <a:solidFill>
                            <a:srgbClr val="000000"/>
                          </a:solidFill>
                          <a:effectLst/>
                          <a:latin typeface="Santander Text Light" panose="020B0304020201020104" pitchFamily="34" charset="0"/>
                          <a:ea typeface="Times New Roman" panose="02020603050405020304" pitchFamily="18" charset="0"/>
                          <a:cs typeface="Times New Roman" panose="02020603050405020304" pitchFamily="18" charset="0"/>
                        </a:rPr>
                        <a:t>2</a:t>
                      </a:r>
                      <a:endParaRPr lang="pt-PT" sz="1000">
                        <a:effectLst/>
                        <a:latin typeface="Santander Text Light" panose="020B0304020201020104" pitchFamily="34" charset="0"/>
                        <a:ea typeface="Arial" panose="020B0604020202020204" pitchFamily="34" charset="0"/>
                        <a:cs typeface="Times New Roman" panose="02020603050405020304" pitchFamily="18" charset="0"/>
                      </a:endParaRPr>
                    </a:p>
                  </a:txBody>
                  <a:tcPr marL="73025" marR="73025" marT="36830" marB="36830" anchor="ctr">
                    <a:lnL>
                      <a:noFill/>
                    </a:lnL>
                    <a:lnR>
                      <a:noFill/>
                    </a:lnR>
                    <a:lnT>
                      <a:noFill/>
                    </a:lnT>
                    <a:lnB>
                      <a:noFill/>
                    </a:lnB>
                    <a:solidFill>
                      <a:srgbClr val="F2F2F2"/>
                    </a:solidFill>
                  </a:tcPr>
                </a:tc>
                <a:tc>
                  <a:txBody>
                    <a:bodyPr/>
                    <a:lstStyle/>
                    <a:p>
                      <a:pPr indent="-228600" algn="just">
                        <a:spcAft>
                          <a:spcPts val="600"/>
                        </a:spcAft>
                      </a:pPr>
                      <a:r>
                        <a:rPr lang="en-US" sz="900">
                          <a:solidFill>
                            <a:srgbClr val="000000"/>
                          </a:solidFill>
                          <a:effectLst/>
                          <a:latin typeface="Santander Text Light" panose="020B0304020201020104" pitchFamily="34" charset="0"/>
                          <a:ea typeface="Times New Roman" panose="02020603050405020304" pitchFamily="18" charset="0"/>
                          <a:cs typeface="Times New Roman" panose="02020603050405020304" pitchFamily="18" charset="0"/>
                        </a:rPr>
                        <a:t>API Manager (</a:t>
                      </a:r>
                      <a:r>
                        <a:rPr lang="en-US" sz="900" i="1">
                          <a:solidFill>
                            <a:srgbClr val="000000"/>
                          </a:solidFill>
                          <a:effectLst/>
                          <a:latin typeface="Santander Text Light" panose="020B0304020201020104" pitchFamily="34" charset="0"/>
                          <a:ea typeface="Times New Roman" panose="02020603050405020304" pitchFamily="18" charset="0"/>
                          <a:cs typeface="Times New Roman" panose="02020603050405020304" pitchFamily="18" charset="0"/>
                        </a:rPr>
                        <a:t>Internal &amp; External</a:t>
                      </a:r>
                      <a:r>
                        <a:rPr lang="en-US" sz="900">
                          <a:solidFill>
                            <a:srgbClr val="000000"/>
                          </a:solidFill>
                          <a:effectLst/>
                          <a:latin typeface="Santander Text Light" panose="020B0304020201020104" pitchFamily="34" charset="0"/>
                          <a:ea typeface="Times New Roman" panose="02020603050405020304" pitchFamily="18" charset="0"/>
                          <a:cs typeface="Times New Roman" panose="02020603050405020304" pitchFamily="18" charset="0"/>
                        </a:rPr>
                        <a:t>)</a:t>
                      </a:r>
                      <a:endParaRPr lang="pt-PT" sz="1000">
                        <a:effectLst/>
                        <a:latin typeface="Santander Text Light" panose="020B0304020201020104" pitchFamily="34" charset="0"/>
                        <a:ea typeface="Arial" panose="020B0604020202020204" pitchFamily="34" charset="0"/>
                        <a:cs typeface="Times New Roman" panose="02020603050405020304" pitchFamily="18" charset="0"/>
                      </a:endParaRPr>
                    </a:p>
                  </a:txBody>
                  <a:tcPr marL="73025" marR="73025" marT="36830" marB="36830" anchor="ctr">
                    <a:lnL>
                      <a:noFill/>
                    </a:lnL>
                    <a:lnR>
                      <a:noFill/>
                    </a:lnR>
                    <a:lnT>
                      <a:noFill/>
                    </a:lnT>
                    <a:lnB>
                      <a:noFill/>
                    </a:lnB>
                    <a:solidFill>
                      <a:srgbClr val="F2F2F2"/>
                    </a:solidFill>
                  </a:tcPr>
                </a:tc>
                <a:tc>
                  <a:txBody>
                    <a:bodyPr/>
                    <a:lstStyle/>
                    <a:p>
                      <a:pPr indent="-228600" algn="ctr">
                        <a:spcAft>
                          <a:spcPts val="600"/>
                        </a:spcAft>
                      </a:pPr>
                      <a:r>
                        <a:rPr lang="en-US" sz="900" dirty="0">
                          <a:solidFill>
                            <a:srgbClr val="000000"/>
                          </a:solidFill>
                          <a:effectLst/>
                          <a:latin typeface="Santander Text Light" panose="020B0304020201020104" pitchFamily="34" charset="0"/>
                          <a:ea typeface="Times New Roman" panose="02020603050405020304" pitchFamily="18" charset="0"/>
                          <a:cs typeface="Times New Roman" panose="02020603050405020304" pitchFamily="18" charset="0"/>
                        </a:rPr>
                        <a:t>Production</a:t>
                      </a:r>
                      <a:endParaRPr lang="pt-PT" sz="1000" dirty="0">
                        <a:effectLst/>
                        <a:latin typeface="Santander Text Light" panose="020B0304020201020104" pitchFamily="34" charset="0"/>
                        <a:ea typeface="Arial" panose="020B0604020202020204" pitchFamily="34" charset="0"/>
                        <a:cs typeface="Times New Roman" panose="02020603050405020304" pitchFamily="18" charset="0"/>
                      </a:endParaRPr>
                    </a:p>
                  </a:txBody>
                  <a:tcPr marL="73025" marR="73025" marT="36830" marB="36830">
                    <a:lnL>
                      <a:noFill/>
                    </a:lnL>
                    <a:lnR>
                      <a:noFill/>
                    </a:lnR>
                    <a:lnT>
                      <a:noFill/>
                    </a:lnT>
                    <a:lnB>
                      <a:noFill/>
                    </a:lnB>
                    <a:solidFill>
                      <a:srgbClr val="F2F2F2"/>
                    </a:solidFill>
                  </a:tcPr>
                </a:tc>
                <a:tc gridSpan="2">
                  <a:txBody>
                    <a:bodyPr/>
                    <a:lstStyle/>
                    <a:p>
                      <a:pPr indent="-228600" algn="ctr">
                        <a:spcAft>
                          <a:spcPts val="600"/>
                        </a:spcAft>
                      </a:pPr>
                      <a:r>
                        <a:rPr lang="en-US" sz="900">
                          <a:solidFill>
                            <a:srgbClr val="FFFFFF"/>
                          </a:solidFill>
                          <a:effectLst/>
                          <a:latin typeface="Santander Text Light" panose="020B0304020201020104" pitchFamily="34" charset="0"/>
                          <a:ea typeface="Times New Roman" panose="02020603050405020304" pitchFamily="18" charset="0"/>
                          <a:cs typeface="Times New Roman" panose="02020603050405020304" pitchFamily="18" charset="0"/>
                        </a:rPr>
                        <a:t>PaaS</a:t>
                      </a:r>
                      <a:endParaRPr lang="pt-PT" sz="1000">
                        <a:effectLst/>
                        <a:latin typeface="Santander Text Light" panose="020B0304020201020104" pitchFamily="34" charset="0"/>
                        <a:ea typeface="Arial" panose="020B0604020202020204" pitchFamily="34" charset="0"/>
                        <a:cs typeface="Times New Roman" panose="02020603050405020304" pitchFamily="18" charset="0"/>
                      </a:endParaRPr>
                    </a:p>
                  </a:txBody>
                  <a:tcPr marL="73025" marR="73025" marT="36830" marB="36830" anchor="ctr">
                    <a:lnL>
                      <a:noFill/>
                    </a:lnL>
                    <a:lnR>
                      <a:noFill/>
                    </a:lnR>
                    <a:lnT>
                      <a:noFill/>
                    </a:lnT>
                    <a:lnB>
                      <a:noFill/>
                    </a:lnB>
                    <a:solidFill>
                      <a:srgbClr val="0070C0"/>
                    </a:solidFill>
                  </a:tcPr>
                </a:tc>
                <a:tc hMerge="1">
                  <a:txBody>
                    <a:bodyPr/>
                    <a:lstStyle/>
                    <a:p>
                      <a:endParaRPr lang="pt-PT"/>
                    </a:p>
                  </a:txBody>
                  <a:tcPr/>
                </a:tc>
                <a:extLst>
                  <a:ext uri="{0D108BD9-81ED-4DB2-BD59-A6C34878D82A}">
                    <a16:rowId xmlns:a16="http://schemas.microsoft.com/office/drawing/2014/main" val="3701534265"/>
                  </a:ext>
                </a:extLst>
              </a:tr>
              <a:tr h="0">
                <a:tc gridSpan="5">
                  <a:txBody>
                    <a:bodyPr/>
                    <a:lstStyle/>
                    <a:p>
                      <a:pPr indent="-228600" algn="l">
                        <a:spcAft>
                          <a:spcPts val="600"/>
                        </a:spcAft>
                      </a:pPr>
                      <a:r>
                        <a:rPr lang="en-US" sz="900" b="1" dirty="0">
                          <a:solidFill>
                            <a:srgbClr val="FFFFFF"/>
                          </a:solidFill>
                          <a:effectLst/>
                          <a:latin typeface="Santander Text Light" panose="020B0304020201020104" pitchFamily="34" charset="0"/>
                          <a:ea typeface="Times New Roman" panose="02020603050405020304" pitchFamily="18" charset="0"/>
                          <a:cs typeface="Times New Roman" panose="02020603050405020304" pitchFamily="18" charset="0"/>
                        </a:rPr>
                        <a:t>Elastic Search</a:t>
                      </a:r>
                      <a:endParaRPr lang="pt-PT" sz="1000" dirty="0">
                        <a:effectLst/>
                        <a:latin typeface="Santander Text Light" panose="020B0304020201020104" pitchFamily="34" charset="0"/>
                        <a:ea typeface="Arial" panose="020B0604020202020204" pitchFamily="34" charset="0"/>
                        <a:cs typeface="Times New Roman" panose="02020603050405020304" pitchFamily="18" charset="0"/>
                      </a:endParaRPr>
                    </a:p>
                  </a:txBody>
                  <a:tcPr marL="73025" marR="73025" marT="36830" marB="36830" anchor="ctr">
                    <a:lnL>
                      <a:noFill/>
                    </a:lnL>
                    <a:lnR>
                      <a:noFill/>
                    </a:lnR>
                    <a:lnT>
                      <a:noFill/>
                    </a:lnT>
                    <a:lnB>
                      <a:noFill/>
                    </a:lnB>
                    <a:solidFill>
                      <a:srgbClr val="595959"/>
                    </a:solidFill>
                  </a:tcPr>
                </a:tc>
                <a:tc hMerge="1">
                  <a:txBody>
                    <a:bodyPr/>
                    <a:lstStyle/>
                    <a:p>
                      <a:endParaRPr lang="pt-PT"/>
                    </a:p>
                  </a:txBody>
                  <a:tcPr/>
                </a:tc>
                <a:tc hMerge="1">
                  <a:txBody>
                    <a:bodyPr/>
                    <a:lstStyle/>
                    <a:p>
                      <a:endParaRPr lang="pt-PT"/>
                    </a:p>
                  </a:txBody>
                  <a:tcPr/>
                </a:tc>
                <a:tc hMerge="1">
                  <a:txBody>
                    <a:bodyPr/>
                    <a:lstStyle/>
                    <a:p>
                      <a:endParaRPr lang="pt-PT"/>
                    </a:p>
                  </a:txBody>
                  <a:tcPr/>
                </a:tc>
                <a:tc hMerge="1">
                  <a:txBody>
                    <a:bodyPr/>
                    <a:lstStyle/>
                    <a:p>
                      <a:endParaRPr lang="pt-PT"/>
                    </a:p>
                  </a:txBody>
                  <a:tcPr/>
                </a:tc>
                <a:extLst>
                  <a:ext uri="{0D108BD9-81ED-4DB2-BD59-A6C34878D82A}">
                    <a16:rowId xmlns:a16="http://schemas.microsoft.com/office/drawing/2014/main" val="641234487"/>
                  </a:ext>
                </a:extLst>
              </a:tr>
              <a:tr h="0">
                <a:tc>
                  <a:txBody>
                    <a:bodyPr/>
                    <a:lstStyle/>
                    <a:p>
                      <a:pPr indent="-228600" algn="ctr">
                        <a:spcAft>
                          <a:spcPts val="600"/>
                        </a:spcAft>
                      </a:pPr>
                      <a:r>
                        <a:rPr lang="en-US" sz="900" b="1">
                          <a:solidFill>
                            <a:srgbClr val="000000"/>
                          </a:solidFill>
                          <a:effectLst/>
                          <a:latin typeface="Santander Text Light" panose="020B0304020201020104" pitchFamily="34" charset="0"/>
                          <a:ea typeface="Times New Roman" panose="02020603050405020304" pitchFamily="18" charset="0"/>
                          <a:cs typeface="Times New Roman" panose="02020603050405020304" pitchFamily="18" charset="0"/>
                        </a:rPr>
                        <a:t>1</a:t>
                      </a:r>
                      <a:endParaRPr lang="pt-PT" sz="1000">
                        <a:effectLst/>
                        <a:latin typeface="Santander Text Light" panose="020B0304020201020104" pitchFamily="34" charset="0"/>
                        <a:ea typeface="Arial" panose="020B0604020202020204" pitchFamily="34" charset="0"/>
                        <a:cs typeface="Times New Roman" panose="02020603050405020304" pitchFamily="18" charset="0"/>
                      </a:endParaRPr>
                    </a:p>
                  </a:txBody>
                  <a:tcPr marL="73025" marR="73025" marT="36830" marB="36830" anchor="ctr">
                    <a:lnL>
                      <a:noFill/>
                    </a:lnL>
                    <a:lnR>
                      <a:noFill/>
                    </a:lnR>
                    <a:lnT>
                      <a:noFill/>
                    </a:lnT>
                    <a:lnB>
                      <a:noFill/>
                    </a:lnB>
                    <a:solidFill>
                      <a:srgbClr val="F2F2F2"/>
                    </a:solidFill>
                  </a:tcPr>
                </a:tc>
                <a:tc>
                  <a:txBody>
                    <a:bodyPr/>
                    <a:lstStyle/>
                    <a:p>
                      <a:pPr indent="-228600" algn="just">
                        <a:spcAft>
                          <a:spcPts val="600"/>
                        </a:spcAft>
                      </a:pPr>
                      <a:r>
                        <a:rPr lang="en-US" sz="900">
                          <a:solidFill>
                            <a:srgbClr val="000000"/>
                          </a:solidFill>
                          <a:effectLst/>
                          <a:latin typeface="Santander Text Light" panose="020B0304020201020104" pitchFamily="34" charset="0"/>
                          <a:ea typeface="Times New Roman" panose="02020603050405020304" pitchFamily="18" charset="0"/>
                          <a:cs typeface="Times New Roman" panose="02020603050405020304" pitchFamily="18" charset="0"/>
                        </a:rPr>
                        <a:t>Elastic Search</a:t>
                      </a:r>
                      <a:endParaRPr lang="pt-PT" sz="1000">
                        <a:effectLst/>
                        <a:latin typeface="Santander Text Light" panose="020B0304020201020104" pitchFamily="34" charset="0"/>
                        <a:ea typeface="Arial" panose="020B0604020202020204" pitchFamily="34" charset="0"/>
                        <a:cs typeface="Times New Roman" panose="02020603050405020304" pitchFamily="18" charset="0"/>
                      </a:endParaRPr>
                    </a:p>
                  </a:txBody>
                  <a:tcPr marL="73025" marR="73025" marT="36830" marB="36830" anchor="ctr">
                    <a:lnL>
                      <a:noFill/>
                    </a:lnL>
                    <a:lnR>
                      <a:noFill/>
                    </a:lnR>
                    <a:lnT>
                      <a:noFill/>
                    </a:lnT>
                    <a:lnB>
                      <a:noFill/>
                    </a:lnB>
                    <a:solidFill>
                      <a:srgbClr val="F2F2F2"/>
                    </a:solidFill>
                  </a:tcPr>
                </a:tc>
                <a:tc>
                  <a:txBody>
                    <a:bodyPr/>
                    <a:lstStyle/>
                    <a:p>
                      <a:pPr indent="-228600" algn="ctr">
                        <a:spcAft>
                          <a:spcPts val="600"/>
                        </a:spcAft>
                      </a:pPr>
                      <a:r>
                        <a:rPr lang="en-US" sz="900" dirty="0">
                          <a:solidFill>
                            <a:srgbClr val="000000"/>
                          </a:solidFill>
                          <a:effectLst/>
                          <a:latin typeface="Santander Text Light" panose="020B0304020201020104" pitchFamily="34" charset="0"/>
                          <a:ea typeface="Times New Roman" panose="02020603050405020304" pitchFamily="18" charset="0"/>
                          <a:cs typeface="Times New Roman" panose="02020603050405020304" pitchFamily="18" charset="0"/>
                        </a:rPr>
                        <a:t>Production</a:t>
                      </a:r>
                      <a:endParaRPr lang="pt-PT" sz="1000" dirty="0">
                        <a:effectLst/>
                        <a:latin typeface="Santander Text Light" panose="020B0304020201020104" pitchFamily="34" charset="0"/>
                        <a:ea typeface="Arial" panose="020B0604020202020204" pitchFamily="34" charset="0"/>
                        <a:cs typeface="Times New Roman" panose="02020603050405020304" pitchFamily="18" charset="0"/>
                      </a:endParaRPr>
                    </a:p>
                  </a:txBody>
                  <a:tcPr marL="73025" marR="73025" marT="36830" marB="36830">
                    <a:lnL>
                      <a:noFill/>
                    </a:lnL>
                    <a:lnR>
                      <a:noFill/>
                    </a:lnR>
                    <a:lnT>
                      <a:noFill/>
                    </a:lnT>
                    <a:lnB>
                      <a:noFill/>
                    </a:lnB>
                    <a:solidFill>
                      <a:srgbClr val="F2F2F2"/>
                    </a:solidFill>
                  </a:tcPr>
                </a:tc>
                <a:tc gridSpan="2">
                  <a:txBody>
                    <a:bodyPr/>
                    <a:lstStyle/>
                    <a:p>
                      <a:pPr indent="-228600" algn="ctr">
                        <a:spcAft>
                          <a:spcPts val="600"/>
                        </a:spcAft>
                      </a:pPr>
                      <a:r>
                        <a:rPr lang="en-US" sz="900" dirty="0">
                          <a:solidFill>
                            <a:srgbClr val="FFFFFF"/>
                          </a:solidFill>
                          <a:effectLst/>
                          <a:latin typeface="Santander Text Light" panose="020B0304020201020104" pitchFamily="34" charset="0"/>
                          <a:ea typeface="Times New Roman" panose="02020603050405020304" pitchFamily="18" charset="0"/>
                          <a:cs typeface="Times New Roman" panose="02020603050405020304" pitchFamily="18" charset="0"/>
                        </a:rPr>
                        <a:t>PaaS</a:t>
                      </a:r>
                      <a:endParaRPr lang="pt-PT" sz="1000" dirty="0">
                        <a:effectLst/>
                        <a:latin typeface="Santander Text Light" panose="020B0304020201020104" pitchFamily="34" charset="0"/>
                        <a:ea typeface="Arial" panose="020B0604020202020204" pitchFamily="34" charset="0"/>
                        <a:cs typeface="Times New Roman" panose="02020603050405020304" pitchFamily="18" charset="0"/>
                      </a:endParaRPr>
                    </a:p>
                  </a:txBody>
                  <a:tcPr marL="73025" marR="73025" marT="36830" marB="36830" anchor="ctr">
                    <a:lnL>
                      <a:noFill/>
                    </a:lnL>
                    <a:lnR>
                      <a:noFill/>
                    </a:lnR>
                    <a:lnT>
                      <a:noFill/>
                    </a:lnT>
                    <a:lnB>
                      <a:noFill/>
                    </a:lnB>
                    <a:solidFill>
                      <a:srgbClr val="0070C0"/>
                    </a:solidFill>
                  </a:tcPr>
                </a:tc>
                <a:tc hMerge="1">
                  <a:txBody>
                    <a:bodyPr/>
                    <a:lstStyle/>
                    <a:p>
                      <a:endParaRPr lang="pt-PT"/>
                    </a:p>
                  </a:txBody>
                  <a:tcPr/>
                </a:tc>
                <a:extLst>
                  <a:ext uri="{0D108BD9-81ED-4DB2-BD59-A6C34878D82A}">
                    <a16:rowId xmlns:a16="http://schemas.microsoft.com/office/drawing/2014/main" val="222369009"/>
                  </a:ext>
                </a:extLst>
              </a:tr>
            </a:tbl>
          </a:graphicData>
        </a:graphic>
      </p:graphicFrame>
      <p:sp>
        <p:nvSpPr>
          <p:cNvPr id="8" name="Text Placeholder 18">
            <a:extLst>
              <a:ext uri="{FF2B5EF4-FFF2-40B4-BE49-F238E27FC236}">
                <a16:creationId xmlns:a16="http://schemas.microsoft.com/office/drawing/2014/main" id="{E232C646-4907-D696-D592-A5FCEA77E4BF}"/>
              </a:ext>
            </a:extLst>
          </p:cNvPr>
          <p:cNvSpPr txBox="1">
            <a:spLocks/>
          </p:cNvSpPr>
          <p:nvPr/>
        </p:nvSpPr>
        <p:spPr>
          <a:xfrm rot="3188749">
            <a:off x="5349401" y="3265874"/>
            <a:ext cx="2407303" cy="374498"/>
          </a:xfrm>
          <a:prstGeom prst="rect">
            <a:avLst/>
          </a:prstGeom>
          <a:solidFill>
            <a:schemeClr val="bg1"/>
          </a:solidFill>
          <a:ln>
            <a:solidFill>
              <a:schemeClr val="accent1"/>
            </a:solidFill>
          </a:ln>
        </p:spPr>
        <p:txBody>
          <a:bodyPr vert="horz" lIns="91440" tIns="45720" rIns="91440" bIns="45720" rtlCol="0" anchor="t">
            <a:noAutofit/>
          </a:bodyPr>
          <a:lstStyle>
            <a:lvl1pPr marL="0" indent="0" algn="l" defTabSz="914400" rtl="0" eaLnBrk="1" latinLnBrk="0" hangingPunct="1">
              <a:lnSpc>
                <a:spcPct val="90000"/>
              </a:lnSpc>
              <a:spcBef>
                <a:spcPts val="1000"/>
              </a:spcBef>
              <a:buFontTx/>
              <a:buNone/>
              <a:defRPr sz="1300" kern="1200">
                <a:solidFill>
                  <a:schemeClr val="accent1"/>
                </a:solidFill>
                <a:latin typeface="+mn-lt"/>
                <a:ea typeface="+mn-ea"/>
                <a:cs typeface="+mn-cs"/>
              </a:defRPr>
            </a:lvl1pPr>
            <a:lvl2pPr marL="457200" indent="0" algn="l" defTabSz="914400" rtl="0" eaLnBrk="1" latinLnBrk="0" hangingPunct="1">
              <a:lnSpc>
                <a:spcPct val="90000"/>
              </a:lnSpc>
              <a:spcBef>
                <a:spcPts val="500"/>
              </a:spcBef>
              <a:buFontTx/>
              <a:buNone/>
              <a:defRPr sz="11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Tx/>
              <a:buNone/>
              <a:defRPr sz="105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Tx/>
              <a:buNone/>
              <a:defRPr sz="10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Tx/>
              <a:buNone/>
              <a:defRPr sz="1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pt-PT" sz="2400" dirty="0"/>
              <a:t>ILUSTRATIVO</a:t>
            </a:r>
          </a:p>
        </p:txBody>
      </p:sp>
    </p:spTree>
    <p:extLst>
      <p:ext uri="{BB962C8B-B14F-4D97-AF65-F5344CB8AC3E}">
        <p14:creationId xmlns:p14="http://schemas.microsoft.com/office/powerpoint/2010/main" val="12188528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904BFC-BBA0-8DB6-FD24-F801644AD132}"/>
            </a:ext>
          </a:extLst>
        </p:cNvPr>
        <p:cNvGrpSpPr/>
        <p:nvPr/>
      </p:nvGrpSpPr>
      <p:grpSpPr>
        <a:xfrm>
          <a:off x="0" y="0"/>
          <a:ext cx="0" cy="0"/>
          <a:chOff x="0" y="0"/>
          <a:chExt cx="0" cy="0"/>
        </a:xfrm>
      </p:grpSpPr>
      <p:sp>
        <p:nvSpPr>
          <p:cNvPr id="2" name="Slide Number Placeholder 3">
            <a:extLst>
              <a:ext uri="{FF2B5EF4-FFF2-40B4-BE49-F238E27FC236}">
                <a16:creationId xmlns:a16="http://schemas.microsoft.com/office/drawing/2014/main" id="{AFFD5384-B6F1-1D7F-2FC1-A7571B57081F}"/>
              </a:ext>
            </a:extLst>
          </p:cNvPr>
          <p:cNvSpPr>
            <a:spLocks noGrp="1"/>
          </p:cNvSpPr>
          <p:nvPr>
            <p:ph type="sldNum" sz="quarter" idx="12"/>
          </p:nvPr>
        </p:nvSpPr>
        <p:spPr>
          <a:xfrm>
            <a:off x="8730845" y="6209600"/>
            <a:ext cx="2743200" cy="365125"/>
          </a:xfrm>
        </p:spPr>
        <p:txBody>
          <a:bodyPr/>
          <a:lstStyle/>
          <a:p>
            <a:fld id="{BC0D97B6-E32F-4D7D-B839-7C3B51F2640F}" type="slidenum">
              <a:rPr lang="pt-PT" smtClean="0"/>
              <a:pPr/>
              <a:t>38</a:t>
            </a:fld>
            <a:endParaRPr lang="pt-PT" dirty="0"/>
          </a:p>
        </p:txBody>
      </p:sp>
      <p:sp>
        <p:nvSpPr>
          <p:cNvPr id="7" name="Marcador de texto 5">
            <a:extLst>
              <a:ext uri="{FF2B5EF4-FFF2-40B4-BE49-F238E27FC236}">
                <a16:creationId xmlns:a16="http://schemas.microsoft.com/office/drawing/2014/main" id="{2FC04A64-514C-5EE3-218D-CA21FBC4C080}"/>
              </a:ext>
            </a:extLst>
          </p:cNvPr>
          <p:cNvSpPr>
            <a:spLocks noGrp="1"/>
          </p:cNvSpPr>
          <p:nvPr>
            <p:ph type="body" sz="quarter" idx="14"/>
          </p:nvPr>
        </p:nvSpPr>
        <p:spPr>
          <a:xfrm>
            <a:off x="106420" y="114373"/>
            <a:ext cx="11547776" cy="538770"/>
          </a:xfrm>
        </p:spPr>
        <p:txBody>
          <a:bodyPr/>
          <a:lstStyle/>
          <a:p>
            <a:r>
              <a:rPr lang="pt-PT" sz="2400" dirty="0"/>
              <a:t>Desenho de Infraestrutura + LLD</a:t>
            </a:r>
            <a:br>
              <a:rPr lang="pt-PT" sz="2400" dirty="0"/>
            </a:br>
            <a:r>
              <a:rPr lang="pt-PT" sz="1800" dirty="0">
                <a:solidFill>
                  <a:schemeClr val="tx1">
                    <a:lumMod val="75000"/>
                    <a:lumOff val="25000"/>
                  </a:schemeClr>
                </a:solidFill>
              </a:rPr>
              <a:t>Rede e Segurança</a:t>
            </a:r>
            <a:br>
              <a:rPr lang="pt-PT" sz="1800" dirty="0">
                <a:solidFill>
                  <a:schemeClr val="tx1">
                    <a:lumMod val="75000"/>
                    <a:lumOff val="25000"/>
                  </a:schemeClr>
                </a:solidFill>
              </a:rPr>
            </a:br>
            <a:r>
              <a:rPr lang="pt-PT" sz="1800" dirty="0">
                <a:solidFill>
                  <a:schemeClr val="accent2">
                    <a:lumMod val="50000"/>
                  </a:schemeClr>
                </a:solidFill>
              </a:rPr>
              <a:t>Características da solução de Rede – </a:t>
            </a:r>
            <a:r>
              <a:rPr lang="pt-PT" sz="1800" dirty="0" err="1">
                <a:solidFill>
                  <a:schemeClr val="accent2">
                    <a:lumMod val="50000"/>
                  </a:schemeClr>
                </a:solidFill>
              </a:rPr>
              <a:t>Azure</a:t>
            </a:r>
            <a:endParaRPr lang="pt-PT" sz="1800" dirty="0">
              <a:solidFill>
                <a:schemeClr val="accent2">
                  <a:lumMod val="50000"/>
                </a:schemeClr>
              </a:solidFill>
            </a:endParaRPr>
          </a:p>
        </p:txBody>
      </p:sp>
      <p:pic>
        <p:nvPicPr>
          <p:cNvPr id="3" name="Picture 2">
            <a:extLst>
              <a:ext uri="{FF2B5EF4-FFF2-40B4-BE49-F238E27FC236}">
                <a16:creationId xmlns:a16="http://schemas.microsoft.com/office/drawing/2014/main" id="{FF5199EF-A411-177A-3E54-8B7314C81279}"/>
              </a:ext>
            </a:extLst>
          </p:cNvPr>
          <p:cNvPicPr>
            <a:picLocks noChangeAspect="1"/>
          </p:cNvPicPr>
          <p:nvPr/>
        </p:nvPicPr>
        <p:blipFill>
          <a:blip r:embed="rId3"/>
          <a:stretch>
            <a:fillRect/>
          </a:stretch>
        </p:blipFill>
        <p:spPr>
          <a:xfrm>
            <a:off x="2088632" y="860835"/>
            <a:ext cx="9967824" cy="5505165"/>
          </a:xfrm>
          <a:prstGeom prst="rect">
            <a:avLst/>
          </a:prstGeom>
        </p:spPr>
      </p:pic>
      <p:sp>
        <p:nvSpPr>
          <p:cNvPr id="4" name="TextBox 3">
            <a:extLst>
              <a:ext uri="{FF2B5EF4-FFF2-40B4-BE49-F238E27FC236}">
                <a16:creationId xmlns:a16="http://schemas.microsoft.com/office/drawing/2014/main" id="{C1FD9124-61A2-FC6E-4214-8A41702E185C}"/>
              </a:ext>
            </a:extLst>
          </p:cNvPr>
          <p:cNvSpPr txBox="1"/>
          <p:nvPr/>
        </p:nvSpPr>
        <p:spPr>
          <a:xfrm>
            <a:off x="6407162" y="6499876"/>
            <a:ext cx="2849732" cy="400110"/>
          </a:xfrm>
          <a:prstGeom prst="rect">
            <a:avLst/>
          </a:prstGeom>
          <a:noFill/>
        </p:spPr>
        <p:txBody>
          <a:bodyPr wrap="square">
            <a:spAutoFit/>
          </a:bodyPr>
          <a:lstStyle/>
          <a:p>
            <a:r>
              <a:rPr lang="en-US" sz="1000" dirty="0">
                <a:hlinkClick r:id="rId4"/>
              </a:rPr>
              <a:t>Landing Platform - Tot Cloud Azure – Confluence</a:t>
            </a:r>
            <a:r>
              <a:rPr lang="en-US" sz="1000" dirty="0"/>
              <a:t> </a:t>
            </a:r>
            <a:r>
              <a:rPr lang="en-US" sz="1000" b="1" dirty="0"/>
              <a:t>(</a:t>
            </a:r>
            <a:r>
              <a:rPr lang="en-US" sz="1000" b="1" dirty="0" err="1"/>
              <a:t>Alterar</a:t>
            </a:r>
            <a:r>
              <a:rPr lang="en-US" sz="1000" b="1" dirty="0"/>
              <a:t> </a:t>
            </a:r>
            <a:r>
              <a:rPr lang="en-US" sz="1000" b="1" dirty="0" err="1"/>
              <a:t>em</a:t>
            </a:r>
            <a:r>
              <a:rPr lang="en-US" sz="1000" b="1" dirty="0"/>
              <a:t> </a:t>
            </a:r>
            <a:r>
              <a:rPr lang="en-US" sz="1000" b="1" dirty="0" err="1"/>
              <a:t>função</a:t>
            </a:r>
            <a:r>
              <a:rPr lang="en-US" sz="1000" b="1" dirty="0"/>
              <a:t> do </a:t>
            </a:r>
            <a:r>
              <a:rPr lang="en-US" sz="1000" b="1" dirty="0" err="1"/>
              <a:t>projecto</a:t>
            </a:r>
            <a:r>
              <a:rPr lang="en-US" sz="1000" b="1" dirty="0"/>
              <a:t>)</a:t>
            </a:r>
            <a:endParaRPr lang="pt-PT" sz="1000" b="1" dirty="0"/>
          </a:p>
        </p:txBody>
      </p:sp>
      <p:sp>
        <p:nvSpPr>
          <p:cNvPr id="5" name="Rectangle 4">
            <a:extLst>
              <a:ext uri="{FF2B5EF4-FFF2-40B4-BE49-F238E27FC236}">
                <a16:creationId xmlns:a16="http://schemas.microsoft.com/office/drawing/2014/main" id="{354622F5-CC18-126A-9950-C5E38FCEB80F}"/>
              </a:ext>
            </a:extLst>
          </p:cNvPr>
          <p:cNvSpPr/>
          <p:nvPr/>
        </p:nvSpPr>
        <p:spPr>
          <a:xfrm>
            <a:off x="2506463" y="6515265"/>
            <a:ext cx="4046589" cy="215444"/>
          </a:xfrm>
          <a:prstGeom prst="rect">
            <a:avLst/>
          </a:prstGeom>
        </p:spPr>
        <p:txBody>
          <a:bodyPr wrap="square">
            <a:spAutoFit/>
          </a:bodyPr>
          <a:lstStyle/>
          <a:p>
            <a:r>
              <a:rPr lang="pt-PT" sz="800" b="1" u="sng" dirty="0"/>
              <a:t>Os detalhes das configuração, ilustradas neste documento, serão feitos no </a:t>
            </a:r>
            <a:r>
              <a:rPr lang="pt-PT" sz="800" b="1" u="sng" dirty="0" err="1"/>
              <a:t>confluence</a:t>
            </a:r>
            <a:r>
              <a:rPr lang="pt-PT" sz="800" b="1" u="sng" dirty="0"/>
              <a:t>:</a:t>
            </a:r>
            <a:endParaRPr lang="pt-PT" sz="700" dirty="0"/>
          </a:p>
        </p:txBody>
      </p:sp>
      <p:sp>
        <p:nvSpPr>
          <p:cNvPr id="6" name="Rectangle 5">
            <a:extLst>
              <a:ext uri="{FF2B5EF4-FFF2-40B4-BE49-F238E27FC236}">
                <a16:creationId xmlns:a16="http://schemas.microsoft.com/office/drawing/2014/main" id="{D988495A-1C4A-9DE0-D16F-0F8E5107087E}"/>
              </a:ext>
            </a:extLst>
          </p:cNvPr>
          <p:cNvSpPr/>
          <p:nvPr/>
        </p:nvSpPr>
        <p:spPr>
          <a:xfrm>
            <a:off x="4566155" y="2569043"/>
            <a:ext cx="1471227" cy="3195960"/>
          </a:xfrm>
          <a:prstGeom prst="rect">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pt-PT" sz="1200">
              <a:solidFill>
                <a:srgbClr val="000000"/>
              </a:solidFill>
              <a:latin typeface="Segoe UI Semibold" panose="020B0702040204020203" pitchFamily="34" charset="0"/>
              <a:cs typeface="Segoe UI Semibold" panose="020B0702040204020203" pitchFamily="34" charset="0"/>
            </a:endParaRPr>
          </a:p>
        </p:txBody>
      </p:sp>
      <p:sp>
        <p:nvSpPr>
          <p:cNvPr id="8" name="Rectangle 7">
            <a:extLst>
              <a:ext uri="{FF2B5EF4-FFF2-40B4-BE49-F238E27FC236}">
                <a16:creationId xmlns:a16="http://schemas.microsoft.com/office/drawing/2014/main" id="{A1130AF7-3DB3-F963-54FD-5B033E1929ED}"/>
              </a:ext>
            </a:extLst>
          </p:cNvPr>
          <p:cNvSpPr/>
          <p:nvPr/>
        </p:nvSpPr>
        <p:spPr>
          <a:xfrm>
            <a:off x="4280430" y="2504257"/>
            <a:ext cx="1132062" cy="253843"/>
          </a:xfrm>
          <a:prstGeom prst="rect">
            <a:avLst/>
          </a:prstGeom>
          <a:solidFill>
            <a:srgbClr val="EB0000"/>
          </a:solidFill>
          <a:ln>
            <a:solidFill>
              <a:srgbClr val="00206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effectLst>
                  <a:outerShdw blurRad="38100" dist="38100" dir="2700000" algn="tl">
                    <a:srgbClr val="000000">
                      <a:alpha val="43137"/>
                    </a:srgbClr>
                  </a:outerShdw>
                </a:effectLst>
              </a:rPr>
              <a:t>Hub (</a:t>
            </a:r>
            <a:r>
              <a:rPr lang="en-US" sz="1200" dirty="0" err="1">
                <a:effectLst>
                  <a:outerShdw blurRad="38100" dist="38100" dir="2700000" algn="tl">
                    <a:srgbClr val="000000">
                      <a:alpha val="43137"/>
                    </a:srgbClr>
                  </a:outerShdw>
                </a:effectLst>
              </a:rPr>
              <a:t>VNet</a:t>
            </a:r>
            <a:r>
              <a:rPr lang="en-US" sz="1200" dirty="0">
                <a:effectLst>
                  <a:outerShdw blurRad="38100" dist="38100" dir="2700000" algn="tl">
                    <a:srgbClr val="000000">
                      <a:alpha val="43137"/>
                    </a:srgbClr>
                  </a:outerShdw>
                </a:effectLst>
              </a:rPr>
              <a:t>)</a:t>
            </a:r>
            <a:endParaRPr lang="pt-PT" sz="1200" dirty="0">
              <a:effectLst>
                <a:outerShdw blurRad="38100" dist="38100" dir="2700000" algn="tl">
                  <a:srgbClr val="000000">
                    <a:alpha val="43137"/>
                  </a:srgbClr>
                </a:outerShdw>
              </a:effectLst>
            </a:endParaRPr>
          </a:p>
        </p:txBody>
      </p:sp>
      <p:sp>
        <p:nvSpPr>
          <p:cNvPr id="9" name="Rectangle 8">
            <a:extLst>
              <a:ext uri="{FF2B5EF4-FFF2-40B4-BE49-F238E27FC236}">
                <a16:creationId xmlns:a16="http://schemas.microsoft.com/office/drawing/2014/main" id="{CA77D95C-6564-319D-940A-C3B3C39BD9A9}"/>
              </a:ext>
            </a:extLst>
          </p:cNvPr>
          <p:cNvSpPr/>
          <p:nvPr/>
        </p:nvSpPr>
        <p:spPr>
          <a:xfrm>
            <a:off x="6096000" y="1576332"/>
            <a:ext cx="2209366" cy="1399823"/>
          </a:xfrm>
          <a:prstGeom prst="rect">
            <a:avLst/>
          </a:prstGeom>
          <a:solidFill>
            <a:srgbClr val="0070C0">
              <a:alpha val="5098"/>
            </a:srgbClr>
          </a:solid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dirty="0">
              <a:solidFill>
                <a:srgbClr val="000000"/>
              </a:solidFill>
              <a:latin typeface="Segoe UI Semibold" panose="020B0702040204020203" pitchFamily="34" charset="0"/>
              <a:cs typeface="Segoe UI Semibold" panose="020B0702040204020203" pitchFamily="34" charset="0"/>
            </a:endParaRPr>
          </a:p>
        </p:txBody>
      </p:sp>
      <p:sp>
        <p:nvSpPr>
          <p:cNvPr id="10" name="Rectangle 9">
            <a:extLst>
              <a:ext uri="{FF2B5EF4-FFF2-40B4-BE49-F238E27FC236}">
                <a16:creationId xmlns:a16="http://schemas.microsoft.com/office/drawing/2014/main" id="{AEA2FBA8-6A5C-1538-7F20-BB891978EA91}"/>
              </a:ext>
            </a:extLst>
          </p:cNvPr>
          <p:cNvSpPr/>
          <p:nvPr/>
        </p:nvSpPr>
        <p:spPr>
          <a:xfrm>
            <a:off x="5862421" y="1422679"/>
            <a:ext cx="1132063" cy="253843"/>
          </a:xfrm>
          <a:prstGeom prst="rect">
            <a:avLst/>
          </a:prstGeom>
          <a:solidFill>
            <a:srgbClr val="FF9128"/>
          </a:solidFill>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PT" sz="1200" dirty="0" err="1">
                <a:effectLst>
                  <a:outerShdw blurRad="38100" dist="38100" dir="2700000" algn="tl">
                    <a:srgbClr val="000000">
                      <a:alpha val="43137"/>
                    </a:srgbClr>
                  </a:outerShdw>
                </a:effectLst>
              </a:rPr>
              <a:t>Spoke</a:t>
            </a:r>
            <a:r>
              <a:rPr lang="pt-PT" sz="1200" dirty="0">
                <a:effectLst>
                  <a:outerShdw blurRad="38100" dist="38100" dir="2700000" algn="tl">
                    <a:srgbClr val="000000">
                      <a:alpha val="43137"/>
                    </a:srgbClr>
                  </a:outerShdw>
                </a:effectLst>
              </a:rPr>
              <a:t> (</a:t>
            </a:r>
            <a:r>
              <a:rPr lang="pt-PT" sz="1200" dirty="0" err="1">
                <a:effectLst>
                  <a:outerShdw blurRad="38100" dist="38100" dir="2700000" algn="tl">
                    <a:srgbClr val="000000">
                      <a:alpha val="43137"/>
                    </a:srgbClr>
                  </a:outerShdw>
                </a:effectLst>
              </a:rPr>
              <a:t>Vnet</a:t>
            </a:r>
            <a:r>
              <a:rPr lang="pt-PT" sz="1200" dirty="0">
                <a:effectLst>
                  <a:outerShdw blurRad="38100" dist="38100" dir="2700000" algn="tl">
                    <a:srgbClr val="000000">
                      <a:alpha val="43137"/>
                    </a:srgbClr>
                  </a:outerShdw>
                </a:effectLst>
              </a:rPr>
              <a:t>)</a:t>
            </a:r>
          </a:p>
        </p:txBody>
      </p:sp>
      <p:sp>
        <p:nvSpPr>
          <p:cNvPr id="11" name="Rectangle 10">
            <a:extLst>
              <a:ext uri="{FF2B5EF4-FFF2-40B4-BE49-F238E27FC236}">
                <a16:creationId xmlns:a16="http://schemas.microsoft.com/office/drawing/2014/main" id="{3DBE3D90-8E5B-DC91-F2ED-36848C0CDB42}"/>
              </a:ext>
            </a:extLst>
          </p:cNvPr>
          <p:cNvSpPr/>
          <p:nvPr/>
        </p:nvSpPr>
        <p:spPr>
          <a:xfrm>
            <a:off x="6096000" y="3056013"/>
            <a:ext cx="2209366" cy="1440328"/>
          </a:xfrm>
          <a:prstGeom prst="rect">
            <a:avLst/>
          </a:prstGeom>
          <a:solidFill>
            <a:srgbClr val="0070C0">
              <a:alpha val="5098"/>
            </a:srgbClr>
          </a:solid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dirty="0">
              <a:solidFill>
                <a:srgbClr val="000000"/>
              </a:solidFill>
              <a:latin typeface="Segoe UI Semibold" panose="020B0702040204020203" pitchFamily="34" charset="0"/>
              <a:cs typeface="Segoe UI Semibold" panose="020B0702040204020203" pitchFamily="34" charset="0"/>
            </a:endParaRPr>
          </a:p>
        </p:txBody>
      </p:sp>
      <p:sp>
        <p:nvSpPr>
          <p:cNvPr id="12" name="Rectangle 11">
            <a:extLst>
              <a:ext uri="{FF2B5EF4-FFF2-40B4-BE49-F238E27FC236}">
                <a16:creationId xmlns:a16="http://schemas.microsoft.com/office/drawing/2014/main" id="{E22C629B-8EB9-FFC7-5D02-C0DC591867EF}"/>
              </a:ext>
            </a:extLst>
          </p:cNvPr>
          <p:cNvSpPr/>
          <p:nvPr/>
        </p:nvSpPr>
        <p:spPr>
          <a:xfrm>
            <a:off x="6096000" y="4608336"/>
            <a:ext cx="2209366" cy="1565040"/>
          </a:xfrm>
          <a:prstGeom prst="rect">
            <a:avLst/>
          </a:prstGeom>
          <a:solidFill>
            <a:srgbClr val="0070C0">
              <a:alpha val="5098"/>
            </a:srgbClr>
          </a:solid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dirty="0">
              <a:solidFill>
                <a:srgbClr val="000000"/>
              </a:solidFill>
              <a:latin typeface="Segoe UI Semibold" panose="020B0702040204020203" pitchFamily="34" charset="0"/>
              <a:cs typeface="Segoe UI Semibold" panose="020B0702040204020203" pitchFamily="34" charset="0"/>
            </a:endParaRPr>
          </a:p>
        </p:txBody>
      </p:sp>
      <p:sp>
        <p:nvSpPr>
          <p:cNvPr id="13" name="Rectangle 12">
            <a:extLst>
              <a:ext uri="{FF2B5EF4-FFF2-40B4-BE49-F238E27FC236}">
                <a16:creationId xmlns:a16="http://schemas.microsoft.com/office/drawing/2014/main" id="{2C39AC57-3945-4455-80B0-66F78DB4F931}"/>
              </a:ext>
            </a:extLst>
          </p:cNvPr>
          <p:cNvSpPr/>
          <p:nvPr/>
        </p:nvSpPr>
        <p:spPr>
          <a:xfrm>
            <a:off x="5862420" y="4381935"/>
            <a:ext cx="1132061" cy="253843"/>
          </a:xfrm>
          <a:prstGeom prst="rect">
            <a:avLst/>
          </a:prstGeom>
          <a:solidFill>
            <a:srgbClr val="FF9128"/>
          </a:solidFill>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PT" sz="1200" dirty="0" err="1">
                <a:effectLst>
                  <a:outerShdw blurRad="38100" dist="38100" dir="2700000" algn="tl">
                    <a:srgbClr val="000000">
                      <a:alpha val="43137"/>
                    </a:srgbClr>
                  </a:outerShdw>
                </a:effectLst>
              </a:rPr>
              <a:t>Spoke</a:t>
            </a:r>
            <a:r>
              <a:rPr lang="pt-PT" sz="1200" dirty="0">
                <a:effectLst>
                  <a:outerShdw blurRad="38100" dist="38100" dir="2700000" algn="tl">
                    <a:srgbClr val="000000">
                      <a:alpha val="43137"/>
                    </a:srgbClr>
                  </a:outerShdw>
                </a:effectLst>
              </a:rPr>
              <a:t> (</a:t>
            </a:r>
            <a:r>
              <a:rPr lang="pt-PT" sz="1200" dirty="0" err="1">
                <a:effectLst>
                  <a:outerShdw blurRad="38100" dist="38100" dir="2700000" algn="tl">
                    <a:srgbClr val="000000">
                      <a:alpha val="43137"/>
                    </a:srgbClr>
                  </a:outerShdw>
                </a:effectLst>
              </a:rPr>
              <a:t>Vnet</a:t>
            </a:r>
            <a:r>
              <a:rPr lang="pt-PT" sz="1200" dirty="0">
                <a:effectLst>
                  <a:outerShdw blurRad="38100" dist="38100" dir="2700000" algn="tl">
                    <a:srgbClr val="000000">
                      <a:alpha val="43137"/>
                    </a:srgbClr>
                  </a:outerShdw>
                </a:effectLst>
              </a:rPr>
              <a:t>)</a:t>
            </a:r>
          </a:p>
        </p:txBody>
      </p:sp>
      <p:sp>
        <p:nvSpPr>
          <p:cNvPr id="14" name="Rectangle 13">
            <a:extLst>
              <a:ext uri="{FF2B5EF4-FFF2-40B4-BE49-F238E27FC236}">
                <a16:creationId xmlns:a16="http://schemas.microsoft.com/office/drawing/2014/main" id="{55553E29-D30B-89F5-125C-FC5A1FF8A9B2}"/>
              </a:ext>
            </a:extLst>
          </p:cNvPr>
          <p:cNvSpPr/>
          <p:nvPr/>
        </p:nvSpPr>
        <p:spPr>
          <a:xfrm>
            <a:off x="4992887" y="2977968"/>
            <a:ext cx="970021" cy="907387"/>
          </a:xfrm>
          <a:prstGeom prst="rect">
            <a:avLst/>
          </a:prstGeom>
          <a:solidFill>
            <a:srgbClr val="EB0000">
              <a:alpha val="5098"/>
            </a:srgbClr>
          </a:solid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dirty="0">
              <a:solidFill>
                <a:srgbClr val="000000"/>
              </a:solidFill>
              <a:latin typeface="Segoe UI Semibold" panose="020B0702040204020203" pitchFamily="34" charset="0"/>
              <a:cs typeface="Segoe UI Semibold" panose="020B0702040204020203" pitchFamily="34" charset="0"/>
            </a:endParaRPr>
          </a:p>
        </p:txBody>
      </p:sp>
      <p:cxnSp>
        <p:nvCxnSpPr>
          <p:cNvPr id="15" name="Connector: Elbow 14">
            <a:extLst>
              <a:ext uri="{FF2B5EF4-FFF2-40B4-BE49-F238E27FC236}">
                <a16:creationId xmlns:a16="http://schemas.microsoft.com/office/drawing/2014/main" id="{5106D412-8F69-D453-43E4-7D11D22A0502}"/>
              </a:ext>
            </a:extLst>
          </p:cNvPr>
          <p:cNvCxnSpPr>
            <a:stCxn id="8" idx="0"/>
            <a:endCxn id="10" idx="0"/>
          </p:cNvCxnSpPr>
          <p:nvPr/>
        </p:nvCxnSpPr>
        <p:spPr>
          <a:xfrm rot="5400000" flipH="1" flipV="1">
            <a:off x="5096668" y="1172472"/>
            <a:ext cx="1081578" cy="1581992"/>
          </a:xfrm>
          <a:prstGeom prst="bentConnector3">
            <a:avLst>
              <a:gd name="adj1" fmla="val 121136"/>
            </a:avLst>
          </a:prstGeom>
          <a:ln w="38100">
            <a:solidFill>
              <a:srgbClr val="FF9128"/>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6" name="Connector: Elbow 15">
            <a:extLst>
              <a:ext uri="{FF2B5EF4-FFF2-40B4-BE49-F238E27FC236}">
                <a16:creationId xmlns:a16="http://schemas.microsoft.com/office/drawing/2014/main" id="{5709A08B-1918-82AF-FF61-31C855E7C54E}"/>
              </a:ext>
            </a:extLst>
          </p:cNvPr>
          <p:cNvCxnSpPr>
            <a:cxnSpLocks/>
            <a:stCxn id="8" idx="3"/>
            <a:endCxn id="18" idx="0"/>
          </p:cNvCxnSpPr>
          <p:nvPr/>
        </p:nvCxnSpPr>
        <p:spPr>
          <a:xfrm>
            <a:off x="5412492" y="2631179"/>
            <a:ext cx="1015960" cy="198433"/>
          </a:xfrm>
          <a:prstGeom prst="bentConnector2">
            <a:avLst/>
          </a:prstGeom>
          <a:ln w="38100">
            <a:solidFill>
              <a:srgbClr val="FF9128"/>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7" name="Connector: Elbow 16">
            <a:extLst>
              <a:ext uri="{FF2B5EF4-FFF2-40B4-BE49-F238E27FC236}">
                <a16:creationId xmlns:a16="http://schemas.microsoft.com/office/drawing/2014/main" id="{FBEED6BC-451F-6073-CCF6-D64292D78F5E}"/>
              </a:ext>
            </a:extLst>
          </p:cNvPr>
          <p:cNvCxnSpPr>
            <a:cxnSpLocks/>
            <a:stCxn id="8" idx="2"/>
            <a:endCxn id="13" idx="2"/>
          </p:cNvCxnSpPr>
          <p:nvPr/>
        </p:nvCxnSpPr>
        <p:spPr>
          <a:xfrm rot="16200000" flipH="1">
            <a:off x="4698617" y="2905944"/>
            <a:ext cx="1877678" cy="1581990"/>
          </a:xfrm>
          <a:prstGeom prst="bentConnector3">
            <a:avLst>
              <a:gd name="adj1" fmla="val 112175"/>
            </a:avLst>
          </a:prstGeom>
          <a:ln w="38100">
            <a:solidFill>
              <a:srgbClr val="FF9128"/>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DD0F4E31-A09A-2C53-CE29-774707904F71}"/>
              </a:ext>
            </a:extLst>
          </p:cNvPr>
          <p:cNvSpPr/>
          <p:nvPr/>
        </p:nvSpPr>
        <p:spPr>
          <a:xfrm>
            <a:off x="5862421" y="2829612"/>
            <a:ext cx="1132062" cy="253843"/>
          </a:xfrm>
          <a:prstGeom prst="rect">
            <a:avLst/>
          </a:prstGeom>
          <a:solidFill>
            <a:srgbClr val="FF9128"/>
          </a:solidFill>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PT" sz="1200" dirty="0" err="1">
                <a:effectLst>
                  <a:outerShdw blurRad="38100" dist="38100" dir="2700000" algn="tl">
                    <a:srgbClr val="000000">
                      <a:alpha val="43137"/>
                    </a:srgbClr>
                  </a:outerShdw>
                </a:effectLst>
              </a:rPr>
              <a:t>Spoke</a:t>
            </a:r>
            <a:r>
              <a:rPr lang="pt-PT" sz="1200" dirty="0">
                <a:effectLst>
                  <a:outerShdw blurRad="38100" dist="38100" dir="2700000" algn="tl">
                    <a:srgbClr val="000000">
                      <a:alpha val="43137"/>
                    </a:srgbClr>
                  </a:outerShdw>
                </a:effectLst>
              </a:rPr>
              <a:t> (</a:t>
            </a:r>
            <a:r>
              <a:rPr lang="pt-PT" sz="1200" dirty="0" err="1">
                <a:effectLst>
                  <a:outerShdw blurRad="38100" dist="38100" dir="2700000" algn="tl">
                    <a:srgbClr val="000000">
                      <a:alpha val="43137"/>
                    </a:srgbClr>
                  </a:outerShdw>
                </a:effectLst>
              </a:rPr>
              <a:t>Vnet</a:t>
            </a:r>
            <a:r>
              <a:rPr lang="pt-PT" sz="1200" dirty="0">
                <a:effectLst>
                  <a:outerShdw blurRad="38100" dist="38100" dir="2700000" algn="tl">
                    <a:srgbClr val="000000">
                      <a:alpha val="43137"/>
                    </a:srgbClr>
                  </a:outerShdw>
                </a:effectLst>
              </a:rPr>
              <a:t>)</a:t>
            </a:r>
          </a:p>
        </p:txBody>
      </p:sp>
      <p:sp>
        <p:nvSpPr>
          <p:cNvPr id="19" name="Rectangle 18">
            <a:extLst>
              <a:ext uri="{FF2B5EF4-FFF2-40B4-BE49-F238E27FC236}">
                <a16:creationId xmlns:a16="http://schemas.microsoft.com/office/drawing/2014/main" id="{2816EABB-2B53-E27F-6317-D07F323D3C3E}"/>
              </a:ext>
            </a:extLst>
          </p:cNvPr>
          <p:cNvSpPr/>
          <p:nvPr/>
        </p:nvSpPr>
        <p:spPr>
          <a:xfrm>
            <a:off x="5477897" y="975135"/>
            <a:ext cx="896399" cy="230832"/>
          </a:xfrm>
          <a:prstGeom prst="rect">
            <a:avLst/>
          </a:prstGeom>
        </p:spPr>
        <p:txBody>
          <a:bodyPr wrap="none">
            <a:spAutoFit/>
          </a:bodyPr>
          <a:lstStyle/>
          <a:p>
            <a:r>
              <a:rPr lang="pt-PT" sz="900" b="1" dirty="0" err="1"/>
              <a:t>VNet</a:t>
            </a:r>
            <a:r>
              <a:rPr lang="pt-PT" sz="900" b="1" dirty="0"/>
              <a:t> </a:t>
            </a:r>
            <a:r>
              <a:rPr lang="pt-PT" sz="900" b="1" dirty="0" err="1"/>
              <a:t>peering</a:t>
            </a:r>
            <a:endParaRPr lang="en-US" sz="900" b="1" dirty="0"/>
          </a:p>
        </p:txBody>
      </p:sp>
      <p:sp>
        <p:nvSpPr>
          <p:cNvPr id="20" name="Rectangle 19">
            <a:extLst>
              <a:ext uri="{FF2B5EF4-FFF2-40B4-BE49-F238E27FC236}">
                <a16:creationId xmlns:a16="http://schemas.microsoft.com/office/drawing/2014/main" id="{EF5D4773-171E-3F69-1892-C45B61FE71CD}"/>
              </a:ext>
            </a:extLst>
          </p:cNvPr>
          <p:cNvSpPr/>
          <p:nvPr/>
        </p:nvSpPr>
        <p:spPr>
          <a:xfrm>
            <a:off x="5520046" y="2395278"/>
            <a:ext cx="896399" cy="230832"/>
          </a:xfrm>
          <a:prstGeom prst="rect">
            <a:avLst/>
          </a:prstGeom>
        </p:spPr>
        <p:txBody>
          <a:bodyPr wrap="none">
            <a:spAutoFit/>
          </a:bodyPr>
          <a:lstStyle/>
          <a:p>
            <a:r>
              <a:rPr lang="pt-PT" sz="900" b="1" dirty="0" err="1"/>
              <a:t>VNet</a:t>
            </a:r>
            <a:r>
              <a:rPr lang="pt-PT" sz="900" b="1" dirty="0"/>
              <a:t> </a:t>
            </a:r>
            <a:r>
              <a:rPr lang="pt-PT" sz="900" b="1" dirty="0" err="1"/>
              <a:t>peering</a:t>
            </a:r>
            <a:endParaRPr lang="en-US" sz="900" b="1" dirty="0"/>
          </a:p>
        </p:txBody>
      </p:sp>
      <p:sp>
        <p:nvSpPr>
          <p:cNvPr id="21" name="Rectangle 20">
            <a:extLst>
              <a:ext uri="{FF2B5EF4-FFF2-40B4-BE49-F238E27FC236}">
                <a16:creationId xmlns:a16="http://schemas.microsoft.com/office/drawing/2014/main" id="{0B191A98-125B-F870-0FDC-B98C3DF3CE3E}"/>
              </a:ext>
            </a:extLst>
          </p:cNvPr>
          <p:cNvSpPr/>
          <p:nvPr/>
        </p:nvSpPr>
        <p:spPr>
          <a:xfrm>
            <a:off x="5472272" y="4624814"/>
            <a:ext cx="896399" cy="230832"/>
          </a:xfrm>
          <a:prstGeom prst="rect">
            <a:avLst/>
          </a:prstGeom>
        </p:spPr>
        <p:txBody>
          <a:bodyPr wrap="none">
            <a:spAutoFit/>
          </a:bodyPr>
          <a:lstStyle/>
          <a:p>
            <a:r>
              <a:rPr lang="pt-PT" sz="900" b="1" dirty="0" err="1"/>
              <a:t>VNet</a:t>
            </a:r>
            <a:r>
              <a:rPr lang="pt-PT" sz="900" b="1" dirty="0"/>
              <a:t> </a:t>
            </a:r>
            <a:r>
              <a:rPr lang="pt-PT" sz="900" b="1" dirty="0" err="1"/>
              <a:t>peering</a:t>
            </a:r>
            <a:endParaRPr lang="en-US" sz="900" b="1" dirty="0"/>
          </a:p>
        </p:txBody>
      </p:sp>
      <p:sp>
        <p:nvSpPr>
          <p:cNvPr id="22" name="Text Placeholder 5">
            <a:extLst>
              <a:ext uri="{FF2B5EF4-FFF2-40B4-BE49-F238E27FC236}">
                <a16:creationId xmlns:a16="http://schemas.microsoft.com/office/drawing/2014/main" id="{AFFF8392-6B3F-8C9C-023B-53A124151FCF}"/>
              </a:ext>
            </a:extLst>
          </p:cNvPr>
          <p:cNvSpPr txBox="1">
            <a:spLocks/>
          </p:cNvSpPr>
          <p:nvPr/>
        </p:nvSpPr>
        <p:spPr>
          <a:xfrm>
            <a:off x="135544" y="3076530"/>
            <a:ext cx="2692522" cy="3327399"/>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pt-PT" sz="1050" b="1" u="sng" dirty="0">
                <a:latin typeface="Santander Text Light" panose="020B0304020201020104" pitchFamily="34" charset="0"/>
              </a:rPr>
              <a:t>Arquitetura com topologia </a:t>
            </a:r>
            <a:r>
              <a:rPr lang="pt-PT" sz="1050" b="1" u="sng" dirty="0" err="1">
                <a:latin typeface="Santander Text Light" panose="020B0304020201020104" pitchFamily="34" charset="0"/>
              </a:rPr>
              <a:t>Spoke-hub</a:t>
            </a:r>
            <a:r>
              <a:rPr lang="pt-PT" sz="1050" b="1" u="sng" dirty="0">
                <a:latin typeface="Santander Text Light" panose="020B0304020201020104" pitchFamily="34" charset="0"/>
              </a:rPr>
              <a:t>:</a:t>
            </a:r>
          </a:p>
          <a:p>
            <a:pPr marL="0" indent="0">
              <a:buNone/>
            </a:pPr>
            <a:endParaRPr lang="pt-PT" sz="1400" dirty="0">
              <a:latin typeface="Santander Text Light" panose="020B0304020201020104" pitchFamily="34" charset="0"/>
            </a:endParaRPr>
          </a:p>
          <a:p>
            <a:pPr marL="285750" indent="-285750"/>
            <a:r>
              <a:rPr lang="pt-PT" sz="1100" dirty="0" err="1">
                <a:latin typeface="Santander Text Light" panose="020B0304020201020104" pitchFamily="34" charset="0"/>
              </a:rPr>
              <a:t>Azure</a:t>
            </a:r>
            <a:r>
              <a:rPr lang="pt-PT" sz="1100" dirty="0">
                <a:latin typeface="Santander Text Light" panose="020B0304020201020104" pitchFamily="34" charset="0"/>
              </a:rPr>
              <a:t> </a:t>
            </a:r>
            <a:r>
              <a:rPr lang="pt-PT" sz="1100" dirty="0" err="1">
                <a:latin typeface="Santander Text Light" panose="020B0304020201020104" pitchFamily="34" charset="0"/>
              </a:rPr>
              <a:t>VNets</a:t>
            </a:r>
            <a:endParaRPr lang="pt-PT" sz="1100" dirty="0">
              <a:latin typeface="Santander Text Light" panose="020B0304020201020104" pitchFamily="34" charset="0"/>
            </a:endParaRPr>
          </a:p>
          <a:p>
            <a:pPr marL="285750" indent="-285750"/>
            <a:r>
              <a:rPr lang="pt-PT" sz="1100" dirty="0" err="1">
                <a:latin typeface="Santander Text Light" panose="020B0304020201020104" pitchFamily="34" charset="0"/>
              </a:rPr>
              <a:t>Azure</a:t>
            </a:r>
            <a:r>
              <a:rPr lang="pt-PT" sz="1100" dirty="0">
                <a:latin typeface="Santander Text Light" panose="020B0304020201020104" pitchFamily="34" charset="0"/>
              </a:rPr>
              <a:t> </a:t>
            </a:r>
            <a:r>
              <a:rPr lang="pt-PT" sz="1100" dirty="0" err="1">
                <a:latin typeface="Santander Text Light" panose="020B0304020201020104" pitchFamily="34" charset="0"/>
              </a:rPr>
              <a:t>subnets</a:t>
            </a:r>
            <a:r>
              <a:rPr lang="pt-PT" sz="1100" dirty="0">
                <a:latin typeface="Santander Text Light" panose="020B0304020201020104" pitchFamily="34" charset="0"/>
              </a:rPr>
              <a:t> </a:t>
            </a:r>
          </a:p>
          <a:p>
            <a:pPr marL="285750" indent="-285750"/>
            <a:r>
              <a:rPr lang="pt-PT" sz="1100" dirty="0" err="1">
                <a:latin typeface="Santander Text Light" panose="020B0304020201020104" pitchFamily="34" charset="0"/>
              </a:rPr>
              <a:t>Azure</a:t>
            </a:r>
            <a:r>
              <a:rPr lang="pt-PT" sz="1100" dirty="0">
                <a:latin typeface="Santander Text Light" panose="020B0304020201020104" pitchFamily="34" charset="0"/>
              </a:rPr>
              <a:t> </a:t>
            </a:r>
            <a:r>
              <a:rPr lang="pt-PT" sz="1100" dirty="0" err="1">
                <a:latin typeface="Santander Text Light" panose="020B0304020201020104" pitchFamily="34" charset="0"/>
              </a:rPr>
              <a:t>VNet</a:t>
            </a:r>
            <a:r>
              <a:rPr lang="pt-PT" sz="1100" dirty="0">
                <a:latin typeface="Santander Text Light" panose="020B0304020201020104" pitchFamily="34" charset="0"/>
              </a:rPr>
              <a:t> </a:t>
            </a:r>
            <a:r>
              <a:rPr lang="pt-PT" sz="1100" dirty="0" err="1">
                <a:latin typeface="Santander Text Light" panose="020B0304020201020104" pitchFamily="34" charset="0"/>
              </a:rPr>
              <a:t>peering’s</a:t>
            </a:r>
            <a:r>
              <a:rPr lang="pt-PT" sz="1100" dirty="0">
                <a:latin typeface="Santander Text Light" panose="020B0304020201020104" pitchFamily="34" charset="0"/>
              </a:rPr>
              <a:t> </a:t>
            </a:r>
          </a:p>
          <a:p>
            <a:pPr marL="285750" indent="-285750"/>
            <a:r>
              <a:rPr lang="pt-PT" sz="1100" dirty="0" err="1">
                <a:latin typeface="Santander Text Light" panose="020B0304020201020104" pitchFamily="34" charset="0"/>
              </a:rPr>
              <a:t>Azure</a:t>
            </a:r>
            <a:r>
              <a:rPr lang="pt-PT" sz="1100" dirty="0">
                <a:latin typeface="Santander Text Light" panose="020B0304020201020104" pitchFamily="34" charset="0"/>
              </a:rPr>
              <a:t> Network </a:t>
            </a:r>
            <a:r>
              <a:rPr lang="pt-PT" sz="1100" dirty="0" err="1">
                <a:latin typeface="Santander Text Light" panose="020B0304020201020104" pitchFamily="34" charset="0"/>
              </a:rPr>
              <a:t>Security</a:t>
            </a:r>
            <a:r>
              <a:rPr lang="pt-PT" sz="1100" dirty="0">
                <a:latin typeface="Santander Text Light" panose="020B0304020201020104" pitchFamily="34" charset="0"/>
              </a:rPr>
              <a:t> </a:t>
            </a:r>
            <a:r>
              <a:rPr lang="pt-PT" sz="1100" dirty="0" err="1">
                <a:latin typeface="Santander Text Light" panose="020B0304020201020104" pitchFamily="34" charset="0"/>
              </a:rPr>
              <a:t>Groups</a:t>
            </a:r>
            <a:r>
              <a:rPr lang="pt-PT" sz="1100" dirty="0">
                <a:latin typeface="Santander Text Light" panose="020B0304020201020104" pitchFamily="34" charset="0"/>
              </a:rPr>
              <a:t> (NSG)</a:t>
            </a:r>
          </a:p>
          <a:p>
            <a:pPr marL="285750" indent="-285750"/>
            <a:r>
              <a:rPr lang="pt-PT" sz="1100" dirty="0" err="1">
                <a:latin typeface="Santander Text Light" panose="020B0304020201020104" pitchFamily="34" charset="0"/>
              </a:rPr>
              <a:t>Firewalls</a:t>
            </a:r>
            <a:endParaRPr lang="pt-PT" sz="1100" dirty="0">
              <a:latin typeface="Santander Text Light" panose="020B0304020201020104" pitchFamily="34" charset="0"/>
            </a:endParaRPr>
          </a:p>
          <a:p>
            <a:pPr marL="285750" indent="-285750"/>
            <a:r>
              <a:rPr lang="pt-PT" sz="1100" dirty="0">
                <a:latin typeface="Santander Text Light" panose="020B0304020201020104" pitchFamily="34" charset="0"/>
              </a:rPr>
              <a:t>Web </a:t>
            </a:r>
            <a:r>
              <a:rPr lang="pt-PT" sz="1100" dirty="0" err="1">
                <a:latin typeface="Santander Text Light" panose="020B0304020201020104" pitchFamily="34" charset="0"/>
              </a:rPr>
              <a:t>Application</a:t>
            </a:r>
            <a:r>
              <a:rPr lang="pt-PT" sz="1100" dirty="0">
                <a:latin typeface="Santander Text Light" panose="020B0304020201020104" pitchFamily="34" charset="0"/>
              </a:rPr>
              <a:t> </a:t>
            </a:r>
            <a:r>
              <a:rPr lang="pt-PT" sz="1100" dirty="0" err="1">
                <a:latin typeface="Santander Text Light" panose="020B0304020201020104" pitchFamily="34" charset="0"/>
              </a:rPr>
              <a:t>Firewalls</a:t>
            </a:r>
            <a:r>
              <a:rPr lang="pt-PT" sz="1100" dirty="0">
                <a:latin typeface="Santander Text Light" panose="020B0304020201020104" pitchFamily="34" charset="0"/>
              </a:rPr>
              <a:t> (WAF)</a:t>
            </a:r>
          </a:p>
          <a:p>
            <a:pPr marL="285750" indent="-285750"/>
            <a:r>
              <a:rPr lang="pt-PT" sz="1100" dirty="0">
                <a:latin typeface="Santander Text Light" panose="020B0304020201020104" pitchFamily="34" charset="0"/>
              </a:rPr>
              <a:t>Express </a:t>
            </a:r>
            <a:r>
              <a:rPr lang="pt-PT" sz="1100" dirty="0" err="1">
                <a:latin typeface="Santander Text Light" panose="020B0304020201020104" pitchFamily="34" charset="0"/>
              </a:rPr>
              <a:t>Route</a:t>
            </a:r>
            <a:r>
              <a:rPr lang="pt-PT" sz="1100" dirty="0">
                <a:latin typeface="Santander Text Light" panose="020B0304020201020104" pitchFamily="34" charset="0"/>
              </a:rPr>
              <a:t> Gateways</a:t>
            </a:r>
          </a:p>
          <a:p>
            <a:endParaRPr lang="pt-PT" sz="1400" dirty="0">
              <a:latin typeface="Santander Text Light" panose="020B0304020201020104" pitchFamily="34" charset="0"/>
            </a:endParaRPr>
          </a:p>
          <a:p>
            <a:endParaRPr lang="pt-PT" sz="1400" dirty="0">
              <a:latin typeface="Santander Text Light" panose="020B0304020201020104" pitchFamily="34" charset="0"/>
            </a:endParaRPr>
          </a:p>
        </p:txBody>
      </p:sp>
      <p:sp>
        <p:nvSpPr>
          <p:cNvPr id="23" name="Text Placeholder 18">
            <a:extLst>
              <a:ext uri="{FF2B5EF4-FFF2-40B4-BE49-F238E27FC236}">
                <a16:creationId xmlns:a16="http://schemas.microsoft.com/office/drawing/2014/main" id="{437A812D-4842-C661-B8F9-68A7F0B1215D}"/>
              </a:ext>
            </a:extLst>
          </p:cNvPr>
          <p:cNvSpPr txBox="1">
            <a:spLocks/>
          </p:cNvSpPr>
          <p:nvPr/>
        </p:nvSpPr>
        <p:spPr>
          <a:xfrm rot="3188749">
            <a:off x="9582543" y="860156"/>
            <a:ext cx="2407303" cy="374498"/>
          </a:xfrm>
          <a:prstGeom prst="rect">
            <a:avLst/>
          </a:prstGeom>
          <a:solidFill>
            <a:schemeClr val="bg1"/>
          </a:solidFill>
          <a:ln>
            <a:solidFill>
              <a:schemeClr val="accent1"/>
            </a:solidFill>
          </a:ln>
        </p:spPr>
        <p:txBody>
          <a:bodyPr vert="horz" lIns="91440" tIns="45720" rIns="91440" bIns="45720" rtlCol="0" anchor="t">
            <a:noAutofit/>
          </a:bodyPr>
          <a:lstStyle>
            <a:lvl1pPr marL="0" indent="0" algn="l" defTabSz="914400" rtl="0" eaLnBrk="1" latinLnBrk="0" hangingPunct="1">
              <a:lnSpc>
                <a:spcPct val="90000"/>
              </a:lnSpc>
              <a:spcBef>
                <a:spcPts val="1000"/>
              </a:spcBef>
              <a:buFontTx/>
              <a:buNone/>
              <a:defRPr sz="1300" kern="1200">
                <a:solidFill>
                  <a:schemeClr val="accent1"/>
                </a:solidFill>
                <a:latin typeface="+mn-lt"/>
                <a:ea typeface="+mn-ea"/>
                <a:cs typeface="+mn-cs"/>
              </a:defRPr>
            </a:lvl1pPr>
            <a:lvl2pPr marL="457200" indent="0" algn="l" defTabSz="914400" rtl="0" eaLnBrk="1" latinLnBrk="0" hangingPunct="1">
              <a:lnSpc>
                <a:spcPct val="90000"/>
              </a:lnSpc>
              <a:spcBef>
                <a:spcPts val="500"/>
              </a:spcBef>
              <a:buFontTx/>
              <a:buNone/>
              <a:defRPr sz="11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Tx/>
              <a:buNone/>
              <a:defRPr sz="105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Tx/>
              <a:buNone/>
              <a:defRPr sz="10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Tx/>
              <a:buNone/>
              <a:defRPr sz="1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pt-PT" sz="2400" dirty="0"/>
              <a:t>ILUSTRATIVO</a:t>
            </a:r>
          </a:p>
        </p:txBody>
      </p:sp>
    </p:spTree>
    <p:extLst>
      <p:ext uri="{BB962C8B-B14F-4D97-AF65-F5344CB8AC3E}">
        <p14:creationId xmlns:p14="http://schemas.microsoft.com/office/powerpoint/2010/main" val="15616315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FFD9C4-9AE7-7DFA-1B2F-7C5C09B14C3B}"/>
            </a:ext>
          </a:extLst>
        </p:cNvPr>
        <p:cNvGrpSpPr/>
        <p:nvPr/>
      </p:nvGrpSpPr>
      <p:grpSpPr>
        <a:xfrm>
          <a:off x="0" y="0"/>
          <a:ext cx="0" cy="0"/>
          <a:chOff x="0" y="0"/>
          <a:chExt cx="0" cy="0"/>
        </a:xfrm>
      </p:grpSpPr>
      <p:sp>
        <p:nvSpPr>
          <p:cNvPr id="2" name="Slide Number Placeholder 3">
            <a:extLst>
              <a:ext uri="{FF2B5EF4-FFF2-40B4-BE49-F238E27FC236}">
                <a16:creationId xmlns:a16="http://schemas.microsoft.com/office/drawing/2014/main" id="{6D55060E-EF47-164F-0D5E-766E9380D741}"/>
              </a:ext>
            </a:extLst>
          </p:cNvPr>
          <p:cNvSpPr>
            <a:spLocks noGrp="1"/>
          </p:cNvSpPr>
          <p:nvPr>
            <p:ph type="sldNum" sz="quarter" idx="12"/>
          </p:nvPr>
        </p:nvSpPr>
        <p:spPr>
          <a:xfrm>
            <a:off x="8730845" y="6209600"/>
            <a:ext cx="2743200" cy="365125"/>
          </a:xfrm>
        </p:spPr>
        <p:txBody>
          <a:bodyPr/>
          <a:lstStyle/>
          <a:p>
            <a:fld id="{BC0D97B6-E32F-4D7D-B839-7C3B51F2640F}" type="slidenum">
              <a:rPr lang="pt-PT" smtClean="0"/>
              <a:pPr/>
              <a:t>39</a:t>
            </a:fld>
            <a:endParaRPr lang="pt-PT" dirty="0"/>
          </a:p>
        </p:txBody>
      </p:sp>
      <p:sp>
        <p:nvSpPr>
          <p:cNvPr id="7" name="Marcador de texto 5">
            <a:extLst>
              <a:ext uri="{FF2B5EF4-FFF2-40B4-BE49-F238E27FC236}">
                <a16:creationId xmlns:a16="http://schemas.microsoft.com/office/drawing/2014/main" id="{760DE5AA-621C-D277-198F-A844331A7E06}"/>
              </a:ext>
            </a:extLst>
          </p:cNvPr>
          <p:cNvSpPr>
            <a:spLocks noGrp="1"/>
          </p:cNvSpPr>
          <p:nvPr>
            <p:ph type="body" sz="quarter" idx="14"/>
          </p:nvPr>
        </p:nvSpPr>
        <p:spPr>
          <a:xfrm>
            <a:off x="106420" y="114373"/>
            <a:ext cx="11547776" cy="538770"/>
          </a:xfrm>
        </p:spPr>
        <p:txBody>
          <a:bodyPr/>
          <a:lstStyle/>
          <a:p>
            <a:r>
              <a:rPr lang="pt-PT" sz="2400" dirty="0"/>
              <a:t>Desenho de Infraestrutura + LLD</a:t>
            </a:r>
            <a:br>
              <a:rPr lang="pt-PT" sz="2400" dirty="0"/>
            </a:br>
            <a:r>
              <a:rPr lang="pt-PT" sz="1800" dirty="0">
                <a:solidFill>
                  <a:schemeClr val="tx1">
                    <a:lumMod val="75000"/>
                    <a:lumOff val="25000"/>
                  </a:schemeClr>
                </a:solidFill>
              </a:rPr>
              <a:t>Rede e Segurança</a:t>
            </a:r>
            <a:br>
              <a:rPr lang="pt-PT" sz="1800" dirty="0">
                <a:solidFill>
                  <a:schemeClr val="tx1">
                    <a:lumMod val="75000"/>
                    <a:lumOff val="25000"/>
                  </a:schemeClr>
                </a:solidFill>
              </a:rPr>
            </a:br>
            <a:r>
              <a:rPr lang="pt-PT" sz="1800" dirty="0">
                <a:solidFill>
                  <a:schemeClr val="accent2">
                    <a:lumMod val="50000"/>
                  </a:schemeClr>
                </a:solidFill>
              </a:rPr>
              <a:t>Características da solução de Rede – OHE</a:t>
            </a:r>
          </a:p>
        </p:txBody>
      </p:sp>
      <p:sp>
        <p:nvSpPr>
          <p:cNvPr id="3" name="TextBox 2">
            <a:extLst>
              <a:ext uri="{FF2B5EF4-FFF2-40B4-BE49-F238E27FC236}">
                <a16:creationId xmlns:a16="http://schemas.microsoft.com/office/drawing/2014/main" id="{6AEB8493-2BC1-80C8-C1DF-B6DEB54911EB}"/>
              </a:ext>
            </a:extLst>
          </p:cNvPr>
          <p:cNvSpPr txBox="1"/>
          <p:nvPr/>
        </p:nvSpPr>
        <p:spPr>
          <a:xfrm>
            <a:off x="6407162" y="6499876"/>
            <a:ext cx="2849732" cy="400110"/>
          </a:xfrm>
          <a:prstGeom prst="rect">
            <a:avLst/>
          </a:prstGeom>
          <a:noFill/>
        </p:spPr>
        <p:txBody>
          <a:bodyPr wrap="square">
            <a:spAutoFit/>
          </a:bodyPr>
          <a:lstStyle/>
          <a:p>
            <a:r>
              <a:rPr lang="en-US" sz="1000" dirty="0">
                <a:hlinkClick r:id="rId3"/>
              </a:rPr>
              <a:t>Landing Platform - Tot Cloud Azure – Confluence</a:t>
            </a:r>
            <a:r>
              <a:rPr lang="en-US" sz="1000" dirty="0"/>
              <a:t> </a:t>
            </a:r>
            <a:r>
              <a:rPr lang="en-US" sz="1000" b="1" dirty="0"/>
              <a:t>(</a:t>
            </a:r>
            <a:r>
              <a:rPr lang="en-US" sz="1000" b="1" dirty="0" err="1"/>
              <a:t>Alterar</a:t>
            </a:r>
            <a:r>
              <a:rPr lang="en-US" sz="1000" b="1" dirty="0"/>
              <a:t> </a:t>
            </a:r>
            <a:r>
              <a:rPr lang="en-US" sz="1000" b="1" dirty="0" err="1"/>
              <a:t>em</a:t>
            </a:r>
            <a:r>
              <a:rPr lang="en-US" sz="1000" b="1" dirty="0"/>
              <a:t> </a:t>
            </a:r>
            <a:r>
              <a:rPr lang="en-US" sz="1000" b="1" dirty="0" err="1"/>
              <a:t>função</a:t>
            </a:r>
            <a:r>
              <a:rPr lang="en-US" sz="1000" b="1" dirty="0"/>
              <a:t> do </a:t>
            </a:r>
            <a:r>
              <a:rPr lang="en-US" sz="1000" b="1" dirty="0" err="1"/>
              <a:t>projecto</a:t>
            </a:r>
            <a:r>
              <a:rPr lang="en-US" sz="1000" b="1" dirty="0"/>
              <a:t>)</a:t>
            </a:r>
            <a:endParaRPr lang="pt-PT" sz="1000" b="1" dirty="0"/>
          </a:p>
        </p:txBody>
      </p:sp>
      <p:sp>
        <p:nvSpPr>
          <p:cNvPr id="4" name="Rectangle 3">
            <a:extLst>
              <a:ext uri="{FF2B5EF4-FFF2-40B4-BE49-F238E27FC236}">
                <a16:creationId xmlns:a16="http://schemas.microsoft.com/office/drawing/2014/main" id="{A6556988-4D11-C61F-1FED-BDF6B07DA3D6}"/>
              </a:ext>
            </a:extLst>
          </p:cNvPr>
          <p:cNvSpPr/>
          <p:nvPr/>
        </p:nvSpPr>
        <p:spPr>
          <a:xfrm>
            <a:off x="2506463" y="6515265"/>
            <a:ext cx="4046589" cy="215444"/>
          </a:xfrm>
          <a:prstGeom prst="rect">
            <a:avLst/>
          </a:prstGeom>
        </p:spPr>
        <p:txBody>
          <a:bodyPr wrap="square">
            <a:spAutoFit/>
          </a:bodyPr>
          <a:lstStyle/>
          <a:p>
            <a:r>
              <a:rPr lang="pt-PT" sz="800" b="1" u="sng" dirty="0"/>
              <a:t>Os detalhes das configuração, ilustradas neste documento, serão feitos no </a:t>
            </a:r>
            <a:r>
              <a:rPr lang="pt-PT" sz="800" b="1" u="sng" dirty="0" err="1"/>
              <a:t>confluence</a:t>
            </a:r>
            <a:r>
              <a:rPr lang="pt-PT" sz="800" b="1" u="sng" dirty="0"/>
              <a:t>:</a:t>
            </a:r>
            <a:endParaRPr lang="pt-PT" sz="700" dirty="0"/>
          </a:p>
        </p:txBody>
      </p:sp>
      <p:pic>
        <p:nvPicPr>
          <p:cNvPr id="5" name="Picture 4">
            <a:extLst>
              <a:ext uri="{FF2B5EF4-FFF2-40B4-BE49-F238E27FC236}">
                <a16:creationId xmlns:a16="http://schemas.microsoft.com/office/drawing/2014/main" id="{CE7DAC0B-A0B2-93E6-A2CE-D4D5D92EE8F3}"/>
              </a:ext>
            </a:extLst>
          </p:cNvPr>
          <p:cNvPicPr>
            <a:picLocks noChangeAspect="1"/>
          </p:cNvPicPr>
          <p:nvPr/>
        </p:nvPicPr>
        <p:blipFill>
          <a:blip r:embed="rId4"/>
          <a:stretch>
            <a:fillRect/>
          </a:stretch>
        </p:blipFill>
        <p:spPr>
          <a:xfrm>
            <a:off x="967990" y="932595"/>
            <a:ext cx="10256020" cy="5287380"/>
          </a:xfrm>
          <a:prstGeom prst="rect">
            <a:avLst/>
          </a:prstGeom>
        </p:spPr>
      </p:pic>
      <p:sp>
        <p:nvSpPr>
          <p:cNvPr id="6" name="Text Placeholder 18">
            <a:extLst>
              <a:ext uri="{FF2B5EF4-FFF2-40B4-BE49-F238E27FC236}">
                <a16:creationId xmlns:a16="http://schemas.microsoft.com/office/drawing/2014/main" id="{EA233936-BB89-2544-DA94-364AC6A3784E}"/>
              </a:ext>
            </a:extLst>
          </p:cNvPr>
          <p:cNvSpPr txBox="1">
            <a:spLocks/>
          </p:cNvSpPr>
          <p:nvPr/>
        </p:nvSpPr>
        <p:spPr>
          <a:xfrm rot="3188749">
            <a:off x="9582543" y="860156"/>
            <a:ext cx="2407303" cy="374498"/>
          </a:xfrm>
          <a:prstGeom prst="rect">
            <a:avLst/>
          </a:prstGeom>
          <a:solidFill>
            <a:schemeClr val="bg1"/>
          </a:solidFill>
          <a:ln>
            <a:solidFill>
              <a:schemeClr val="accent1"/>
            </a:solidFill>
          </a:ln>
        </p:spPr>
        <p:txBody>
          <a:bodyPr vert="horz" lIns="91440" tIns="45720" rIns="91440" bIns="45720" rtlCol="0" anchor="t">
            <a:noAutofit/>
          </a:bodyPr>
          <a:lstStyle>
            <a:lvl1pPr marL="0" indent="0" algn="l" defTabSz="914400" rtl="0" eaLnBrk="1" latinLnBrk="0" hangingPunct="1">
              <a:lnSpc>
                <a:spcPct val="90000"/>
              </a:lnSpc>
              <a:spcBef>
                <a:spcPts val="1000"/>
              </a:spcBef>
              <a:buFontTx/>
              <a:buNone/>
              <a:defRPr sz="1300" kern="1200">
                <a:solidFill>
                  <a:schemeClr val="accent1"/>
                </a:solidFill>
                <a:latin typeface="+mn-lt"/>
                <a:ea typeface="+mn-ea"/>
                <a:cs typeface="+mn-cs"/>
              </a:defRPr>
            </a:lvl1pPr>
            <a:lvl2pPr marL="457200" indent="0" algn="l" defTabSz="914400" rtl="0" eaLnBrk="1" latinLnBrk="0" hangingPunct="1">
              <a:lnSpc>
                <a:spcPct val="90000"/>
              </a:lnSpc>
              <a:spcBef>
                <a:spcPts val="500"/>
              </a:spcBef>
              <a:buFontTx/>
              <a:buNone/>
              <a:defRPr sz="11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Tx/>
              <a:buNone/>
              <a:defRPr sz="105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Tx/>
              <a:buNone/>
              <a:defRPr sz="10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Tx/>
              <a:buNone/>
              <a:defRPr sz="1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pt-PT" sz="2400" dirty="0"/>
              <a:t>ILUSTRATIVO</a:t>
            </a:r>
          </a:p>
        </p:txBody>
      </p:sp>
    </p:spTree>
    <p:extLst>
      <p:ext uri="{BB962C8B-B14F-4D97-AF65-F5344CB8AC3E}">
        <p14:creationId xmlns:p14="http://schemas.microsoft.com/office/powerpoint/2010/main" val="21412961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65DEAF-8C1D-0D8C-0CBD-76F2C0320DCA}"/>
            </a:ext>
          </a:extLst>
        </p:cNvPr>
        <p:cNvGrpSpPr/>
        <p:nvPr/>
      </p:nvGrpSpPr>
      <p:grpSpPr>
        <a:xfrm>
          <a:off x="0" y="0"/>
          <a:ext cx="0" cy="0"/>
          <a:chOff x="0" y="0"/>
          <a:chExt cx="0" cy="0"/>
        </a:xfrm>
      </p:grpSpPr>
      <p:sp>
        <p:nvSpPr>
          <p:cNvPr id="2" name="Slide Number Placeholder 3">
            <a:extLst>
              <a:ext uri="{FF2B5EF4-FFF2-40B4-BE49-F238E27FC236}">
                <a16:creationId xmlns:a16="http://schemas.microsoft.com/office/drawing/2014/main" id="{D8DD530A-2277-44B2-B7FB-944C565A62D2}"/>
              </a:ext>
            </a:extLst>
          </p:cNvPr>
          <p:cNvSpPr>
            <a:spLocks noGrp="1"/>
          </p:cNvSpPr>
          <p:nvPr>
            <p:ph type="sldNum" sz="quarter" idx="12"/>
          </p:nvPr>
        </p:nvSpPr>
        <p:spPr>
          <a:xfrm>
            <a:off x="8730845" y="6209600"/>
            <a:ext cx="2743200" cy="365125"/>
          </a:xfrm>
        </p:spPr>
        <p:txBody>
          <a:bodyPr/>
          <a:lstStyle/>
          <a:p>
            <a:fld id="{BC0D97B6-E32F-4D7D-B839-7C3B51F2640F}" type="slidenum">
              <a:rPr lang="pt-PT" smtClean="0"/>
              <a:pPr/>
              <a:t>40</a:t>
            </a:fld>
            <a:endParaRPr lang="pt-PT" dirty="0"/>
          </a:p>
        </p:txBody>
      </p:sp>
      <p:sp>
        <p:nvSpPr>
          <p:cNvPr id="7" name="Marcador de texto 5">
            <a:extLst>
              <a:ext uri="{FF2B5EF4-FFF2-40B4-BE49-F238E27FC236}">
                <a16:creationId xmlns:a16="http://schemas.microsoft.com/office/drawing/2014/main" id="{DE92BF55-8CB4-10EF-9DAA-0E4706639C08}"/>
              </a:ext>
            </a:extLst>
          </p:cNvPr>
          <p:cNvSpPr>
            <a:spLocks noGrp="1"/>
          </p:cNvSpPr>
          <p:nvPr>
            <p:ph type="body" sz="quarter" idx="14"/>
          </p:nvPr>
        </p:nvSpPr>
        <p:spPr>
          <a:xfrm>
            <a:off x="106420" y="114373"/>
            <a:ext cx="11547776" cy="538770"/>
          </a:xfrm>
        </p:spPr>
        <p:txBody>
          <a:bodyPr/>
          <a:lstStyle/>
          <a:p>
            <a:r>
              <a:rPr lang="pt-PT" sz="2400" dirty="0"/>
              <a:t>Desenho de Infraestrutura + LLD</a:t>
            </a:r>
            <a:br>
              <a:rPr lang="pt-PT" sz="2400" dirty="0"/>
            </a:br>
            <a:r>
              <a:rPr lang="pt-PT" sz="1800" dirty="0">
                <a:solidFill>
                  <a:schemeClr val="tx1">
                    <a:lumMod val="75000"/>
                    <a:lumOff val="25000"/>
                  </a:schemeClr>
                </a:solidFill>
              </a:rPr>
              <a:t>Rede e Segurança</a:t>
            </a:r>
            <a:br>
              <a:rPr lang="pt-PT" sz="1800" dirty="0">
                <a:solidFill>
                  <a:schemeClr val="tx1">
                    <a:lumMod val="75000"/>
                    <a:lumOff val="25000"/>
                  </a:schemeClr>
                </a:solidFill>
              </a:rPr>
            </a:br>
            <a:r>
              <a:rPr lang="pt-PT" sz="1800" dirty="0">
                <a:solidFill>
                  <a:schemeClr val="accent2">
                    <a:lumMod val="50000"/>
                  </a:schemeClr>
                </a:solidFill>
              </a:rPr>
              <a:t>Reservas de Rede</a:t>
            </a:r>
          </a:p>
        </p:txBody>
      </p:sp>
      <p:sp>
        <p:nvSpPr>
          <p:cNvPr id="8" name="TextBox 7">
            <a:extLst>
              <a:ext uri="{FF2B5EF4-FFF2-40B4-BE49-F238E27FC236}">
                <a16:creationId xmlns:a16="http://schemas.microsoft.com/office/drawing/2014/main" id="{CA72A97F-54E4-C591-03C2-4D3247FD14C2}"/>
              </a:ext>
            </a:extLst>
          </p:cNvPr>
          <p:cNvSpPr txBox="1"/>
          <p:nvPr/>
        </p:nvSpPr>
        <p:spPr>
          <a:xfrm>
            <a:off x="6407162" y="6499876"/>
            <a:ext cx="2849732" cy="400110"/>
          </a:xfrm>
          <a:prstGeom prst="rect">
            <a:avLst/>
          </a:prstGeom>
          <a:noFill/>
        </p:spPr>
        <p:txBody>
          <a:bodyPr wrap="square">
            <a:spAutoFit/>
          </a:bodyPr>
          <a:lstStyle/>
          <a:p>
            <a:r>
              <a:rPr lang="en-US" sz="1000" dirty="0">
                <a:hlinkClick r:id="rId3"/>
              </a:rPr>
              <a:t>Landing Platform - Tot Cloud Azure – Confluence</a:t>
            </a:r>
            <a:r>
              <a:rPr lang="en-US" sz="1000" dirty="0"/>
              <a:t> </a:t>
            </a:r>
            <a:r>
              <a:rPr lang="en-US" sz="1000" b="1" dirty="0"/>
              <a:t>(</a:t>
            </a:r>
            <a:r>
              <a:rPr lang="en-US" sz="1000" b="1" dirty="0" err="1"/>
              <a:t>Alterar</a:t>
            </a:r>
            <a:r>
              <a:rPr lang="en-US" sz="1000" b="1" dirty="0"/>
              <a:t> </a:t>
            </a:r>
            <a:r>
              <a:rPr lang="en-US" sz="1000" b="1" dirty="0" err="1"/>
              <a:t>em</a:t>
            </a:r>
            <a:r>
              <a:rPr lang="en-US" sz="1000" b="1" dirty="0"/>
              <a:t> </a:t>
            </a:r>
            <a:r>
              <a:rPr lang="en-US" sz="1000" b="1" dirty="0" err="1"/>
              <a:t>função</a:t>
            </a:r>
            <a:r>
              <a:rPr lang="en-US" sz="1000" b="1" dirty="0"/>
              <a:t> do </a:t>
            </a:r>
            <a:r>
              <a:rPr lang="en-US" sz="1000" b="1" dirty="0" err="1"/>
              <a:t>projecto</a:t>
            </a:r>
            <a:r>
              <a:rPr lang="en-US" sz="1000" b="1" dirty="0"/>
              <a:t>)</a:t>
            </a:r>
            <a:endParaRPr lang="pt-PT" sz="1000" b="1" dirty="0"/>
          </a:p>
        </p:txBody>
      </p:sp>
      <p:sp>
        <p:nvSpPr>
          <p:cNvPr id="9" name="Rectangle 8">
            <a:extLst>
              <a:ext uri="{FF2B5EF4-FFF2-40B4-BE49-F238E27FC236}">
                <a16:creationId xmlns:a16="http://schemas.microsoft.com/office/drawing/2014/main" id="{4C9DA243-286D-37CC-0097-61E70DD4EB72}"/>
              </a:ext>
            </a:extLst>
          </p:cNvPr>
          <p:cNvSpPr/>
          <p:nvPr/>
        </p:nvSpPr>
        <p:spPr>
          <a:xfrm>
            <a:off x="2506463" y="6515265"/>
            <a:ext cx="4046589" cy="215444"/>
          </a:xfrm>
          <a:prstGeom prst="rect">
            <a:avLst/>
          </a:prstGeom>
        </p:spPr>
        <p:txBody>
          <a:bodyPr wrap="square">
            <a:spAutoFit/>
          </a:bodyPr>
          <a:lstStyle/>
          <a:p>
            <a:r>
              <a:rPr lang="pt-PT" sz="800" b="1" u="sng" dirty="0"/>
              <a:t>Os detalhes das configuração, ilustradas neste documento, serão feitos no </a:t>
            </a:r>
            <a:r>
              <a:rPr lang="pt-PT" sz="800" b="1" u="sng" dirty="0" err="1"/>
              <a:t>confluence</a:t>
            </a:r>
            <a:r>
              <a:rPr lang="pt-PT" sz="800" b="1" u="sng" dirty="0"/>
              <a:t>:</a:t>
            </a:r>
            <a:endParaRPr lang="pt-PT" sz="700" dirty="0"/>
          </a:p>
        </p:txBody>
      </p:sp>
      <p:graphicFrame>
        <p:nvGraphicFramePr>
          <p:cNvPr id="10" name="Table 9">
            <a:extLst>
              <a:ext uri="{FF2B5EF4-FFF2-40B4-BE49-F238E27FC236}">
                <a16:creationId xmlns:a16="http://schemas.microsoft.com/office/drawing/2014/main" id="{C5FB1ECF-953C-40AC-4862-5B2A58C086AB}"/>
              </a:ext>
            </a:extLst>
          </p:cNvPr>
          <p:cNvGraphicFramePr>
            <a:graphicFrameLocks noGrp="1"/>
          </p:cNvGraphicFramePr>
          <p:nvPr>
            <p:extLst>
              <p:ext uri="{D42A27DB-BD31-4B8C-83A1-F6EECF244321}">
                <p14:modId xmlns:p14="http://schemas.microsoft.com/office/powerpoint/2010/main" val="608642990"/>
              </p:ext>
            </p:extLst>
          </p:nvPr>
        </p:nvGraphicFramePr>
        <p:xfrm>
          <a:off x="838200" y="1316037"/>
          <a:ext cx="10515599" cy="4225925"/>
        </p:xfrm>
        <a:graphic>
          <a:graphicData uri="http://schemas.openxmlformats.org/drawingml/2006/table">
            <a:tbl>
              <a:tblPr firstRow="1" firstCol="1" bandRow="1"/>
              <a:tblGrid>
                <a:gridCol w="2584734">
                  <a:extLst>
                    <a:ext uri="{9D8B030D-6E8A-4147-A177-3AD203B41FA5}">
                      <a16:colId xmlns:a16="http://schemas.microsoft.com/office/drawing/2014/main" val="3739046773"/>
                    </a:ext>
                  </a:extLst>
                </a:gridCol>
                <a:gridCol w="1421709">
                  <a:extLst>
                    <a:ext uri="{9D8B030D-6E8A-4147-A177-3AD203B41FA5}">
                      <a16:colId xmlns:a16="http://schemas.microsoft.com/office/drawing/2014/main" val="3350638607"/>
                    </a:ext>
                  </a:extLst>
                </a:gridCol>
                <a:gridCol w="1732971">
                  <a:extLst>
                    <a:ext uri="{9D8B030D-6E8A-4147-A177-3AD203B41FA5}">
                      <a16:colId xmlns:a16="http://schemas.microsoft.com/office/drawing/2014/main" val="198394387"/>
                    </a:ext>
                  </a:extLst>
                </a:gridCol>
                <a:gridCol w="626730">
                  <a:extLst>
                    <a:ext uri="{9D8B030D-6E8A-4147-A177-3AD203B41FA5}">
                      <a16:colId xmlns:a16="http://schemas.microsoft.com/office/drawing/2014/main" val="2879020127"/>
                    </a:ext>
                  </a:extLst>
                </a:gridCol>
                <a:gridCol w="706648">
                  <a:extLst>
                    <a:ext uri="{9D8B030D-6E8A-4147-A177-3AD203B41FA5}">
                      <a16:colId xmlns:a16="http://schemas.microsoft.com/office/drawing/2014/main" val="2223263965"/>
                    </a:ext>
                  </a:extLst>
                </a:gridCol>
                <a:gridCol w="1756105">
                  <a:extLst>
                    <a:ext uri="{9D8B030D-6E8A-4147-A177-3AD203B41FA5}">
                      <a16:colId xmlns:a16="http://schemas.microsoft.com/office/drawing/2014/main" val="1770561261"/>
                    </a:ext>
                  </a:extLst>
                </a:gridCol>
                <a:gridCol w="1686702">
                  <a:extLst>
                    <a:ext uri="{9D8B030D-6E8A-4147-A177-3AD203B41FA5}">
                      <a16:colId xmlns:a16="http://schemas.microsoft.com/office/drawing/2014/main" val="760399896"/>
                    </a:ext>
                  </a:extLst>
                </a:gridCol>
              </a:tblGrid>
              <a:tr h="314325">
                <a:tc>
                  <a:txBody>
                    <a:bodyPr/>
                    <a:lstStyle/>
                    <a:p>
                      <a:pPr>
                        <a:lnSpc>
                          <a:spcPct val="115000"/>
                        </a:lnSpc>
                        <a:spcAft>
                          <a:spcPts val="600"/>
                        </a:spcAft>
                      </a:pPr>
                      <a:r>
                        <a:rPr lang="en-US" sz="800" b="1" cap="all" dirty="0">
                          <a:solidFill>
                            <a:srgbClr val="FFFFFF"/>
                          </a:solidFill>
                          <a:effectLst/>
                          <a:latin typeface="Santander Text Light" panose="020B0304020201020104" pitchFamily="34" charset="0"/>
                          <a:ea typeface="Times New Roman" panose="02020603050405020304" pitchFamily="18" charset="0"/>
                          <a:cs typeface="Arial" panose="020B0604020202020204" pitchFamily="34" charset="0"/>
                        </a:rPr>
                        <a:t>Description</a:t>
                      </a:r>
                      <a:endParaRPr lang="pt-PT" sz="1000" b="1" dirty="0">
                        <a:effectLst/>
                        <a:latin typeface="Santander Text Light" panose="020B0304020201020104" pitchFamily="34" charset="0"/>
                        <a:ea typeface="Arial" panose="020B0604020202020204" pitchFamily="34" charset="0"/>
                        <a:cs typeface="Times New Roman" panose="02020603050405020304" pitchFamily="18" charset="0"/>
                      </a:endParaRPr>
                    </a:p>
                  </a:txBody>
                  <a:tcPr marL="44450" marR="44450" marT="0" marB="0" anchor="ctr">
                    <a:lnL>
                      <a:noFill/>
                    </a:lnL>
                    <a:lnR>
                      <a:noFill/>
                    </a:lnR>
                    <a:lnT>
                      <a:noFill/>
                    </a:lnT>
                    <a:lnB w="38100" cap="flat" cmpd="sng" algn="ctr">
                      <a:solidFill>
                        <a:srgbClr val="FFFFFF"/>
                      </a:solidFill>
                      <a:prstDash val="solid"/>
                      <a:round/>
                      <a:headEnd type="none" w="med" len="med"/>
                      <a:tailEnd type="none" w="med" len="med"/>
                    </a:lnB>
                    <a:solidFill>
                      <a:srgbClr val="EB0000"/>
                    </a:solidFill>
                  </a:tcPr>
                </a:tc>
                <a:tc>
                  <a:txBody>
                    <a:bodyPr/>
                    <a:lstStyle/>
                    <a:p>
                      <a:pPr>
                        <a:lnSpc>
                          <a:spcPct val="115000"/>
                        </a:lnSpc>
                        <a:spcAft>
                          <a:spcPts val="600"/>
                        </a:spcAft>
                      </a:pPr>
                      <a:r>
                        <a:rPr lang="en-US" sz="800" b="1" cap="all" dirty="0">
                          <a:solidFill>
                            <a:srgbClr val="FFFFFF"/>
                          </a:solidFill>
                          <a:effectLst/>
                          <a:latin typeface="Santander Text Light" panose="020B0304020201020104" pitchFamily="34" charset="0"/>
                          <a:ea typeface="Times New Roman" panose="02020603050405020304" pitchFamily="18" charset="0"/>
                          <a:cs typeface="Arial" panose="020B0604020202020204" pitchFamily="34" charset="0"/>
                        </a:rPr>
                        <a:t>Network</a:t>
                      </a:r>
                      <a:endParaRPr lang="pt-PT" sz="1000" b="1" dirty="0">
                        <a:effectLst/>
                        <a:latin typeface="Santander Text Light" panose="020B0304020201020104" pitchFamily="34" charset="0"/>
                        <a:ea typeface="Arial" panose="020B0604020202020204" pitchFamily="34" charset="0"/>
                        <a:cs typeface="Times New Roman" panose="02020603050405020304" pitchFamily="18" charset="0"/>
                      </a:endParaRPr>
                    </a:p>
                  </a:txBody>
                  <a:tcPr marL="44450" marR="44450" marT="0" marB="0" anchor="ctr">
                    <a:lnL>
                      <a:noFill/>
                    </a:lnL>
                    <a:lnR>
                      <a:noFill/>
                    </a:lnR>
                    <a:lnT>
                      <a:noFill/>
                    </a:lnT>
                    <a:lnB w="38100" cap="flat" cmpd="sng" algn="ctr">
                      <a:solidFill>
                        <a:srgbClr val="FFFFFF"/>
                      </a:solidFill>
                      <a:prstDash val="solid"/>
                      <a:round/>
                      <a:headEnd type="none" w="med" len="med"/>
                      <a:tailEnd type="none" w="med" len="med"/>
                    </a:lnB>
                    <a:solidFill>
                      <a:srgbClr val="EB0000"/>
                    </a:solidFill>
                  </a:tcPr>
                </a:tc>
                <a:tc>
                  <a:txBody>
                    <a:bodyPr/>
                    <a:lstStyle/>
                    <a:p>
                      <a:pPr>
                        <a:lnSpc>
                          <a:spcPct val="115000"/>
                        </a:lnSpc>
                        <a:spcAft>
                          <a:spcPts val="600"/>
                        </a:spcAft>
                      </a:pPr>
                      <a:r>
                        <a:rPr lang="en-US" sz="800" b="1" cap="all" dirty="0">
                          <a:solidFill>
                            <a:srgbClr val="FFFFFF"/>
                          </a:solidFill>
                          <a:effectLst/>
                          <a:latin typeface="Santander Text Light" panose="020B0304020201020104" pitchFamily="34" charset="0"/>
                          <a:ea typeface="Times New Roman" panose="02020603050405020304" pitchFamily="18" charset="0"/>
                          <a:cs typeface="Arial" panose="020B0604020202020204" pitchFamily="34" charset="0"/>
                        </a:rPr>
                        <a:t>Mask</a:t>
                      </a:r>
                      <a:endParaRPr lang="pt-PT" sz="1000" b="1" dirty="0">
                        <a:effectLst/>
                        <a:latin typeface="Santander Text Light" panose="020B0304020201020104" pitchFamily="34" charset="0"/>
                        <a:ea typeface="Arial" panose="020B0604020202020204" pitchFamily="34" charset="0"/>
                        <a:cs typeface="Times New Roman" panose="02020603050405020304" pitchFamily="18" charset="0"/>
                      </a:endParaRPr>
                    </a:p>
                  </a:txBody>
                  <a:tcPr marL="44450" marR="44450" marT="0" marB="0" anchor="ctr">
                    <a:lnL>
                      <a:noFill/>
                    </a:lnL>
                    <a:lnR>
                      <a:noFill/>
                    </a:lnR>
                    <a:lnT>
                      <a:noFill/>
                    </a:lnT>
                    <a:lnB w="38100" cap="flat" cmpd="sng" algn="ctr">
                      <a:solidFill>
                        <a:srgbClr val="FFFFFF"/>
                      </a:solidFill>
                      <a:prstDash val="solid"/>
                      <a:round/>
                      <a:headEnd type="none" w="med" len="med"/>
                      <a:tailEnd type="none" w="med" len="med"/>
                    </a:lnB>
                    <a:solidFill>
                      <a:srgbClr val="EB0000"/>
                    </a:solidFill>
                  </a:tcPr>
                </a:tc>
                <a:tc>
                  <a:txBody>
                    <a:bodyPr/>
                    <a:lstStyle/>
                    <a:p>
                      <a:pPr>
                        <a:lnSpc>
                          <a:spcPct val="115000"/>
                        </a:lnSpc>
                        <a:spcAft>
                          <a:spcPts val="600"/>
                        </a:spcAft>
                      </a:pPr>
                      <a:r>
                        <a:rPr lang="en-US" sz="800" b="1" cap="all" dirty="0">
                          <a:solidFill>
                            <a:srgbClr val="FFFFFF"/>
                          </a:solidFill>
                          <a:effectLst/>
                          <a:latin typeface="Santander Text Light" panose="020B0304020201020104" pitchFamily="34" charset="0"/>
                          <a:ea typeface="Times New Roman" panose="02020603050405020304" pitchFamily="18" charset="0"/>
                          <a:cs typeface="Arial" panose="020B0604020202020204" pitchFamily="34" charset="0"/>
                        </a:rPr>
                        <a:t>Bits</a:t>
                      </a:r>
                      <a:endParaRPr lang="pt-PT" sz="1000" b="1" dirty="0">
                        <a:effectLst/>
                        <a:latin typeface="Santander Text Light" panose="020B0304020201020104" pitchFamily="34" charset="0"/>
                        <a:ea typeface="Arial" panose="020B0604020202020204" pitchFamily="34" charset="0"/>
                        <a:cs typeface="Times New Roman" panose="02020603050405020304" pitchFamily="18" charset="0"/>
                      </a:endParaRPr>
                    </a:p>
                  </a:txBody>
                  <a:tcPr marL="44450" marR="44450" marT="0" marB="0" anchor="ctr">
                    <a:lnL>
                      <a:noFill/>
                    </a:lnL>
                    <a:lnR>
                      <a:noFill/>
                    </a:lnR>
                    <a:lnT>
                      <a:noFill/>
                    </a:lnT>
                    <a:lnB w="38100" cap="flat" cmpd="sng" algn="ctr">
                      <a:solidFill>
                        <a:srgbClr val="FFFFFF"/>
                      </a:solidFill>
                      <a:prstDash val="solid"/>
                      <a:round/>
                      <a:headEnd type="none" w="med" len="med"/>
                      <a:tailEnd type="none" w="med" len="med"/>
                    </a:lnB>
                    <a:solidFill>
                      <a:srgbClr val="EB0000"/>
                    </a:solidFill>
                  </a:tcPr>
                </a:tc>
                <a:tc>
                  <a:txBody>
                    <a:bodyPr/>
                    <a:lstStyle/>
                    <a:p>
                      <a:pPr>
                        <a:lnSpc>
                          <a:spcPct val="115000"/>
                        </a:lnSpc>
                        <a:spcAft>
                          <a:spcPts val="600"/>
                        </a:spcAft>
                      </a:pPr>
                      <a:r>
                        <a:rPr lang="en-US" sz="800" b="1" cap="all" dirty="0">
                          <a:solidFill>
                            <a:srgbClr val="FFFFFF"/>
                          </a:solidFill>
                          <a:effectLst/>
                          <a:latin typeface="Santander Text Light" panose="020B0304020201020104" pitchFamily="34" charset="0"/>
                          <a:ea typeface="Times New Roman" panose="02020603050405020304" pitchFamily="18" charset="0"/>
                          <a:cs typeface="Arial" panose="020B0604020202020204" pitchFamily="34" charset="0"/>
                        </a:rPr>
                        <a:t>Size</a:t>
                      </a:r>
                      <a:endParaRPr lang="pt-PT" sz="1000" b="1" dirty="0">
                        <a:effectLst/>
                        <a:latin typeface="Santander Text Light" panose="020B0304020201020104" pitchFamily="34" charset="0"/>
                        <a:ea typeface="Arial" panose="020B0604020202020204" pitchFamily="34" charset="0"/>
                        <a:cs typeface="Times New Roman" panose="02020603050405020304" pitchFamily="18" charset="0"/>
                      </a:endParaRPr>
                    </a:p>
                  </a:txBody>
                  <a:tcPr marL="44450" marR="44450" marT="0" marB="0" anchor="ctr">
                    <a:lnL>
                      <a:noFill/>
                    </a:lnL>
                    <a:lnR>
                      <a:noFill/>
                    </a:lnR>
                    <a:lnT>
                      <a:noFill/>
                    </a:lnT>
                    <a:lnB w="38100" cap="flat" cmpd="sng" algn="ctr">
                      <a:solidFill>
                        <a:srgbClr val="FFFFFF"/>
                      </a:solidFill>
                      <a:prstDash val="solid"/>
                      <a:round/>
                      <a:headEnd type="none" w="med" len="med"/>
                      <a:tailEnd type="none" w="med" len="med"/>
                    </a:lnB>
                    <a:solidFill>
                      <a:srgbClr val="EB0000"/>
                    </a:solidFill>
                  </a:tcPr>
                </a:tc>
                <a:tc>
                  <a:txBody>
                    <a:bodyPr/>
                    <a:lstStyle/>
                    <a:p>
                      <a:pPr>
                        <a:lnSpc>
                          <a:spcPct val="115000"/>
                        </a:lnSpc>
                        <a:spcAft>
                          <a:spcPts val="600"/>
                        </a:spcAft>
                      </a:pPr>
                      <a:r>
                        <a:rPr lang="en-US" sz="800" b="1" cap="all" dirty="0">
                          <a:solidFill>
                            <a:srgbClr val="FFFFFF"/>
                          </a:solidFill>
                          <a:effectLst/>
                          <a:latin typeface="Santander Text Light" panose="020B0304020201020104" pitchFamily="34" charset="0"/>
                          <a:ea typeface="Times New Roman" panose="02020603050405020304" pitchFamily="18" charset="0"/>
                          <a:cs typeface="Arial" panose="020B0604020202020204" pitchFamily="34" charset="0"/>
                        </a:rPr>
                        <a:t>First Address</a:t>
                      </a:r>
                      <a:endParaRPr lang="pt-PT" sz="1000" b="1" dirty="0">
                        <a:effectLst/>
                        <a:latin typeface="Santander Text Light" panose="020B0304020201020104" pitchFamily="34" charset="0"/>
                        <a:ea typeface="Arial" panose="020B0604020202020204" pitchFamily="34" charset="0"/>
                        <a:cs typeface="Times New Roman" panose="02020603050405020304" pitchFamily="18" charset="0"/>
                      </a:endParaRPr>
                    </a:p>
                  </a:txBody>
                  <a:tcPr marL="44450" marR="44450" marT="0" marB="0" anchor="ctr">
                    <a:lnL>
                      <a:noFill/>
                    </a:lnL>
                    <a:lnR>
                      <a:noFill/>
                    </a:lnR>
                    <a:lnT>
                      <a:noFill/>
                    </a:lnT>
                    <a:lnB w="38100" cap="flat" cmpd="sng" algn="ctr">
                      <a:solidFill>
                        <a:srgbClr val="FFFFFF"/>
                      </a:solidFill>
                      <a:prstDash val="solid"/>
                      <a:round/>
                      <a:headEnd type="none" w="med" len="med"/>
                      <a:tailEnd type="none" w="med" len="med"/>
                    </a:lnB>
                    <a:solidFill>
                      <a:srgbClr val="EB0000"/>
                    </a:solidFill>
                  </a:tcPr>
                </a:tc>
                <a:tc>
                  <a:txBody>
                    <a:bodyPr/>
                    <a:lstStyle/>
                    <a:p>
                      <a:pPr>
                        <a:lnSpc>
                          <a:spcPct val="115000"/>
                        </a:lnSpc>
                        <a:spcAft>
                          <a:spcPts val="600"/>
                        </a:spcAft>
                      </a:pPr>
                      <a:r>
                        <a:rPr lang="en-US" sz="800" b="1" cap="all" dirty="0">
                          <a:solidFill>
                            <a:srgbClr val="FFFFFF"/>
                          </a:solidFill>
                          <a:effectLst/>
                          <a:latin typeface="Santander Text Light" panose="020B0304020201020104" pitchFamily="34" charset="0"/>
                          <a:ea typeface="Times New Roman" panose="02020603050405020304" pitchFamily="18" charset="0"/>
                          <a:cs typeface="Arial" panose="020B0604020202020204" pitchFamily="34" charset="0"/>
                        </a:rPr>
                        <a:t>Last Address</a:t>
                      </a:r>
                      <a:endParaRPr lang="pt-PT" sz="1000" b="1" dirty="0">
                        <a:effectLst/>
                        <a:latin typeface="Santander Text Light" panose="020B0304020201020104" pitchFamily="34" charset="0"/>
                        <a:ea typeface="Arial" panose="020B0604020202020204" pitchFamily="34" charset="0"/>
                        <a:cs typeface="Times New Roman" panose="02020603050405020304" pitchFamily="18" charset="0"/>
                      </a:endParaRPr>
                    </a:p>
                  </a:txBody>
                  <a:tcPr marL="44450" marR="44450" marT="0" marB="0" anchor="ctr">
                    <a:lnL>
                      <a:noFill/>
                    </a:lnL>
                    <a:lnR>
                      <a:noFill/>
                    </a:lnR>
                    <a:lnT>
                      <a:noFill/>
                    </a:lnT>
                    <a:lnB w="38100" cap="flat" cmpd="sng" algn="ctr">
                      <a:solidFill>
                        <a:srgbClr val="FFFFFF"/>
                      </a:solidFill>
                      <a:prstDash val="solid"/>
                      <a:round/>
                      <a:headEnd type="none" w="med" len="med"/>
                      <a:tailEnd type="none" w="med" len="med"/>
                    </a:lnB>
                    <a:solidFill>
                      <a:srgbClr val="EB0000"/>
                    </a:solidFill>
                  </a:tcPr>
                </a:tc>
                <a:extLst>
                  <a:ext uri="{0D108BD9-81ED-4DB2-BD59-A6C34878D82A}">
                    <a16:rowId xmlns:a16="http://schemas.microsoft.com/office/drawing/2014/main" val="2459794125"/>
                  </a:ext>
                </a:extLst>
              </a:tr>
              <a:tr h="195580">
                <a:tc>
                  <a:txBody>
                    <a:bodyPr/>
                    <a:lstStyle/>
                    <a:p>
                      <a:pPr>
                        <a:lnSpc>
                          <a:spcPct val="115000"/>
                        </a:lnSpc>
                        <a:spcAft>
                          <a:spcPts val="600"/>
                        </a:spcAft>
                      </a:pPr>
                      <a:r>
                        <a:rPr lang="en-US" sz="800" b="1">
                          <a:solidFill>
                            <a:srgbClr val="FFFFFF"/>
                          </a:solidFill>
                          <a:effectLst/>
                          <a:latin typeface="Santander Text Light" panose="020B0304020201020104" pitchFamily="34" charset="0"/>
                          <a:ea typeface="Times New Roman" panose="02020603050405020304" pitchFamily="18" charset="0"/>
                          <a:cs typeface="Arial" panose="020B0604020202020204" pitchFamily="34" charset="0"/>
                        </a:rPr>
                        <a:t>VNet PRD - West Europe</a:t>
                      </a:r>
                      <a:endParaRPr lang="pt-PT" sz="1000">
                        <a:effectLst/>
                        <a:latin typeface="Santander Text Light" panose="020B0304020201020104" pitchFamily="34" charset="0"/>
                        <a:ea typeface="Arial" panose="020B0604020202020204" pitchFamily="34" charset="0"/>
                        <a:cs typeface="Times New Roman" panose="02020603050405020304" pitchFamily="18" charset="0"/>
                      </a:endParaRPr>
                    </a:p>
                  </a:txBody>
                  <a:tcPr marL="44450" marR="44450" marT="0" marB="0" anchor="ctr">
                    <a:lnL>
                      <a:noFill/>
                    </a:lnL>
                    <a:lnR>
                      <a:noFill/>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595959"/>
                    </a:solidFill>
                  </a:tcPr>
                </a:tc>
                <a:tc>
                  <a:txBody>
                    <a:bodyPr/>
                    <a:lstStyle/>
                    <a:p>
                      <a:pPr>
                        <a:lnSpc>
                          <a:spcPct val="115000"/>
                        </a:lnSpc>
                        <a:spcAft>
                          <a:spcPts val="600"/>
                        </a:spcAft>
                      </a:pPr>
                      <a:r>
                        <a:rPr lang="en-US" sz="800" b="1">
                          <a:solidFill>
                            <a:srgbClr val="FFFFFF"/>
                          </a:solidFill>
                          <a:effectLst/>
                          <a:latin typeface="Santander Text Light" panose="020B0304020201020104" pitchFamily="34" charset="0"/>
                          <a:ea typeface="Times New Roman" panose="02020603050405020304" pitchFamily="18" charset="0"/>
                          <a:cs typeface="Arial" panose="020B0604020202020204" pitchFamily="34" charset="0"/>
                        </a:rPr>
                        <a:t>10.120.0.0</a:t>
                      </a:r>
                      <a:endParaRPr lang="pt-PT" sz="1000">
                        <a:effectLst/>
                        <a:latin typeface="Santander Text Light" panose="020B0304020201020104" pitchFamily="34" charset="0"/>
                        <a:ea typeface="Arial" panose="020B0604020202020204" pitchFamily="34" charset="0"/>
                        <a:cs typeface="Times New Roman" panose="02020603050405020304" pitchFamily="18" charset="0"/>
                      </a:endParaRPr>
                    </a:p>
                  </a:txBody>
                  <a:tcPr marL="44450" marR="44450" marT="0" marB="0" anchor="ctr">
                    <a:lnL>
                      <a:noFill/>
                    </a:lnL>
                    <a:lnR>
                      <a:noFill/>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595959"/>
                    </a:solidFill>
                  </a:tcPr>
                </a:tc>
                <a:tc>
                  <a:txBody>
                    <a:bodyPr/>
                    <a:lstStyle/>
                    <a:p>
                      <a:pPr>
                        <a:lnSpc>
                          <a:spcPct val="115000"/>
                        </a:lnSpc>
                        <a:spcAft>
                          <a:spcPts val="600"/>
                        </a:spcAft>
                      </a:pPr>
                      <a:r>
                        <a:rPr lang="en-US" sz="800" b="1">
                          <a:solidFill>
                            <a:srgbClr val="FFFFFF"/>
                          </a:solidFill>
                          <a:effectLst/>
                          <a:latin typeface="Santander Text Light" panose="020B0304020201020104" pitchFamily="34" charset="0"/>
                          <a:ea typeface="Times New Roman" panose="02020603050405020304" pitchFamily="18" charset="0"/>
                          <a:cs typeface="Arial" panose="020B0604020202020204" pitchFamily="34" charset="0"/>
                        </a:rPr>
                        <a:t>255.255.128.0</a:t>
                      </a:r>
                      <a:endParaRPr lang="pt-PT" sz="1000">
                        <a:effectLst/>
                        <a:latin typeface="Santander Text Light" panose="020B0304020201020104" pitchFamily="34" charset="0"/>
                        <a:ea typeface="Arial" panose="020B0604020202020204" pitchFamily="34" charset="0"/>
                        <a:cs typeface="Times New Roman" panose="02020603050405020304" pitchFamily="18" charset="0"/>
                      </a:endParaRPr>
                    </a:p>
                  </a:txBody>
                  <a:tcPr marL="44450" marR="44450" marT="0" marB="0" anchor="ctr">
                    <a:lnL>
                      <a:noFill/>
                    </a:lnL>
                    <a:lnR>
                      <a:noFill/>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595959"/>
                    </a:solidFill>
                  </a:tcPr>
                </a:tc>
                <a:tc>
                  <a:txBody>
                    <a:bodyPr/>
                    <a:lstStyle/>
                    <a:p>
                      <a:pPr>
                        <a:lnSpc>
                          <a:spcPct val="115000"/>
                        </a:lnSpc>
                        <a:spcAft>
                          <a:spcPts val="600"/>
                        </a:spcAft>
                      </a:pPr>
                      <a:r>
                        <a:rPr lang="en-US" sz="800" b="1" dirty="0">
                          <a:solidFill>
                            <a:srgbClr val="FFFFFF"/>
                          </a:solidFill>
                          <a:effectLst/>
                          <a:latin typeface="Santander Text Light" panose="020B0304020201020104" pitchFamily="34" charset="0"/>
                          <a:ea typeface="Times New Roman" panose="02020603050405020304" pitchFamily="18" charset="0"/>
                          <a:cs typeface="Arial" panose="020B0604020202020204" pitchFamily="34" charset="0"/>
                        </a:rPr>
                        <a:t>17</a:t>
                      </a:r>
                      <a:endParaRPr lang="pt-PT" sz="1000" dirty="0">
                        <a:effectLst/>
                        <a:latin typeface="Santander Text Light" panose="020B0304020201020104" pitchFamily="34" charset="0"/>
                        <a:ea typeface="Arial" panose="020B0604020202020204" pitchFamily="34" charset="0"/>
                        <a:cs typeface="Times New Roman" panose="02020603050405020304" pitchFamily="18" charset="0"/>
                      </a:endParaRPr>
                    </a:p>
                  </a:txBody>
                  <a:tcPr marL="44450" marR="44450" marT="0" marB="0" anchor="ctr">
                    <a:lnL>
                      <a:noFill/>
                    </a:lnL>
                    <a:lnR>
                      <a:noFill/>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595959"/>
                    </a:solidFill>
                  </a:tcPr>
                </a:tc>
                <a:tc>
                  <a:txBody>
                    <a:bodyPr/>
                    <a:lstStyle/>
                    <a:p>
                      <a:pPr>
                        <a:lnSpc>
                          <a:spcPct val="115000"/>
                        </a:lnSpc>
                        <a:spcAft>
                          <a:spcPts val="600"/>
                        </a:spcAft>
                      </a:pPr>
                      <a:r>
                        <a:rPr lang="en-US" sz="800" b="1" dirty="0">
                          <a:solidFill>
                            <a:srgbClr val="FFFFFF"/>
                          </a:solidFill>
                          <a:effectLst/>
                          <a:latin typeface="Santander Text Light" panose="020B0304020201020104" pitchFamily="34" charset="0"/>
                          <a:ea typeface="Times New Roman" panose="02020603050405020304" pitchFamily="18" charset="0"/>
                          <a:cs typeface="Arial" panose="020B0604020202020204" pitchFamily="34" charset="0"/>
                        </a:rPr>
                        <a:t>32768</a:t>
                      </a:r>
                      <a:endParaRPr lang="pt-PT" sz="1000" dirty="0">
                        <a:effectLst/>
                        <a:latin typeface="Santander Text Light" panose="020B0304020201020104" pitchFamily="34" charset="0"/>
                        <a:ea typeface="Arial" panose="020B0604020202020204" pitchFamily="34" charset="0"/>
                        <a:cs typeface="Times New Roman" panose="02020603050405020304" pitchFamily="18" charset="0"/>
                      </a:endParaRPr>
                    </a:p>
                  </a:txBody>
                  <a:tcPr marL="44450" marR="44450" marT="0" marB="0" anchor="ctr">
                    <a:lnL>
                      <a:noFill/>
                    </a:lnL>
                    <a:lnR>
                      <a:noFill/>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595959"/>
                    </a:solidFill>
                  </a:tcPr>
                </a:tc>
                <a:tc>
                  <a:txBody>
                    <a:bodyPr/>
                    <a:lstStyle/>
                    <a:p>
                      <a:pPr>
                        <a:lnSpc>
                          <a:spcPct val="115000"/>
                        </a:lnSpc>
                        <a:spcAft>
                          <a:spcPts val="600"/>
                        </a:spcAft>
                      </a:pPr>
                      <a:r>
                        <a:rPr lang="en-US" sz="800" b="1" dirty="0">
                          <a:solidFill>
                            <a:srgbClr val="FFFFFF"/>
                          </a:solidFill>
                          <a:effectLst/>
                          <a:latin typeface="Santander Text Light" panose="020B0304020201020104" pitchFamily="34" charset="0"/>
                          <a:ea typeface="Times New Roman" panose="02020603050405020304" pitchFamily="18" charset="0"/>
                          <a:cs typeface="Arial" panose="020B0604020202020204" pitchFamily="34" charset="0"/>
                        </a:rPr>
                        <a:t>10.120.0.4</a:t>
                      </a:r>
                      <a:endParaRPr lang="pt-PT" sz="1000" dirty="0">
                        <a:effectLst/>
                        <a:latin typeface="Santander Text Light" panose="020B0304020201020104" pitchFamily="34" charset="0"/>
                        <a:ea typeface="Arial" panose="020B0604020202020204" pitchFamily="34" charset="0"/>
                        <a:cs typeface="Times New Roman" panose="02020603050405020304" pitchFamily="18" charset="0"/>
                      </a:endParaRPr>
                    </a:p>
                  </a:txBody>
                  <a:tcPr marL="44450" marR="44450" marT="0" marB="0" anchor="ctr">
                    <a:lnL>
                      <a:noFill/>
                    </a:lnL>
                    <a:lnR>
                      <a:noFill/>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595959"/>
                    </a:solidFill>
                  </a:tcPr>
                </a:tc>
                <a:tc>
                  <a:txBody>
                    <a:bodyPr/>
                    <a:lstStyle/>
                    <a:p>
                      <a:pPr>
                        <a:lnSpc>
                          <a:spcPct val="115000"/>
                        </a:lnSpc>
                        <a:spcAft>
                          <a:spcPts val="600"/>
                        </a:spcAft>
                      </a:pPr>
                      <a:r>
                        <a:rPr lang="en-US" sz="800" b="1" dirty="0">
                          <a:solidFill>
                            <a:srgbClr val="FFFFFF"/>
                          </a:solidFill>
                          <a:effectLst/>
                          <a:latin typeface="Santander Text Light" panose="020B0304020201020104" pitchFamily="34" charset="0"/>
                          <a:ea typeface="Times New Roman" panose="02020603050405020304" pitchFamily="18" charset="0"/>
                          <a:cs typeface="Arial" panose="020B0604020202020204" pitchFamily="34" charset="0"/>
                        </a:rPr>
                        <a:t>10.120.127.254</a:t>
                      </a:r>
                      <a:endParaRPr lang="pt-PT" sz="1000" dirty="0">
                        <a:effectLst/>
                        <a:latin typeface="Santander Text Light" panose="020B0304020201020104" pitchFamily="34" charset="0"/>
                        <a:ea typeface="Arial" panose="020B0604020202020204" pitchFamily="34" charset="0"/>
                        <a:cs typeface="Times New Roman" panose="02020603050405020304" pitchFamily="18" charset="0"/>
                      </a:endParaRPr>
                    </a:p>
                  </a:txBody>
                  <a:tcPr marL="44450" marR="44450" marT="0" marB="0" anchor="ctr">
                    <a:lnL>
                      <a:noFill/>
                    </a:lnL>
                    <a:lnR>
                      <a:noFill/>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595959"/>
                    </a:solidFill>
                  </a:tcPr>
                </a:tc>
                <a:extLst>
                  <a:ext uri="{0D108BD9-81ED-4DB2-BD59-A6C34878D82A}">
                    <a16:rowId xmlns:a16="http://schemas.microsoft.com/office/drawing/2014/main" val="2183010035"/>
                  </a:ext>
                </a:extLst>
              </a:tr>
              <a:tr h="195580">
                <a:tc>
                  <a:txBody>
                    <a:bodyPr/>
                    <a:lstStyle/>
                    <a:p>
                      <a:pPr>
                        <a:lnSpc>
                          <a:spcPct val="115000"/>
                        </a:lnSpc>
                        <a:spcAft>
                          <a:spcPts val="600"/>
                        </a:spcAft>
                      </a:pPr>
                      <a:r>
                        <a:rPr lang="en-US" sz="800" b="1" dirty="0" err="1">
                          <a:solidFill>
                            <a:srgbClr val="000000"/>
                          </a:solidFill>
                          <a:effectLst/>
                          <a:latin typeface="Santander Text Light" panose="020B0304020201020104" pitchFamily="34" charset="0"/>
                          <a:ea typeface="Times New Roman" panose="02020603050405020304" pitchFamily="18" charset="0"/>
                          <a:cs typeface="Arial" panose="020B0604020202020204" pitchFamily="34" charset="0"/>
                        </a:rPr>
                        <a:t>VNet</a:t>
                      </a:r>
                      <a:r>
                        <a:rPr lang="en-US" sz="800" b="1" dirty="0">
                          <a:solidFill>
                            <a:srgbClr val="000000"/>
                          </a:solidFill>
                          <a:effectLst/>
                          <a:latin typeface="Santander Text Light" panose="020B0304020201020104" pitchFamily="34" charset="0"/>
                          <a:ea typeface="Times New Roman" panose="02020603050405020304" pitchFamily="18" charset="0"/>
                          <a:cs typeface="Arial" panose="020B0604020202020204" pitchFamily="34" charset="0"/>
                        </a:rPr>
                        <a:t>: Shared External / DMZ</a:t>
                      </a:r>
                      <a:endParaRPr lang="pt-PT" sz="1000" dirty="0">
                        <a:effectLst/>
                        <a:latin typeface="Santander Text Light" panose="020B0304020201020104" pitchFamily="34" charset="0"/>
                        <a:ea typeface="Arial" panose="020B0604020202020204" pitchFamily="34" charset="0"/>
                        <a:cs typeface="Times New Roman" panose="02020603050405020304" pitchFamily="18" charset="0"/>
                      </a:endParaRPr>
                    </a:p>
                  </a:txBody>
                  <a:tcPr marL="44450" marR="44450" marT="0" marB="0" anchor="ctr">
                    <a:lnL>
                      <a:noFill/>
                    </a:lnL>
                    <a:lnR>
                      <a:noFill/>
                    </a:lnR>
                    <a:lnT w="38100" cap="flat" cmpd="sng" algn="ctr">
                      <a:solidFill>
                        <a:srgbClr val="FFFFFF"/>
                      </a:solidFill>
                      <a:prstDash val="solid"/>
                      <a:round/>
                      <a:headEnd type="none" w="med" len="med"/>
                      <a:tailEnd type="none" w="med" len="med"/>
                    </a:lnT>
                    <a:lnB>
                      <a:noFill/>
                    </a:lnB>
                    <a:solidFill>
                      <a:srgbClr val="C2C2C2"/>
                    </a:solidFill>
                  </a:tcPr>
                </a:tc>
                <a:tc>
                  <a:txBody>
                    <a:bodyPr/>
                    <a:lstStyle/>
                    <a:p>
                      <a:pPr>
                        <a:lnSpc>
                          <a:spcPct val="115000"/>
                        </a:lnSpc>
                        <a:spcAft>
                          <a:spcPts val="600"/>
                        </a:spcAft>
                      </a:pPr>
                      <a:r>
                        <a:rPr lang="en-US" sz="800" b="1">
                          <a:solidFill>
                            <a:srgbClr val="000000"/>
                          </a:solidFill>
                          <a:effectLst/>
                          <a:latin typeface="Santander Text Light" panose="020B0304020201020104" pitchFamily="34" charset="0"/>
                          <a:ea typeface="Times New Roman" panose="02020603050405020304" pitchFamily="18" charset="0"/>
                          <a:cs typeface="Arial" panose="020B0604020202020204" pitchFamily="34" charset="0"/>
                        </a:rPr>
                        <a:t>10.120.16.0</a:t>
                      </a:r>
                      <a:endParaRPr lang="pt-PT" sz="1000">
                        <a:effectLst/>
                        <a:latin typeface="Santander Text Light" panose="020B0304020201020104" pitchFamily="34" charset="0"/>
                        <a:ea typeface="Arial" panose="020B0604020202020204" pitchFamily="34" charset="0"/>
                        <a:cs typeface="Times New Roman" panose="02020603050405020304" pitchFamily="18" charset="0"/>
                      </a:endParaRPr>
                    </a:p>
                  </a:txBody>
                  <a:tcPr marL="44450" marR="44450" marT="0" marB="0" anchor="ctr">
                    <a:lnL>
                      <a:noFill/>
                    </a:lnL>
                    <a:lnR>
                      <a:noFill/>
                    </a:lnR>
                    <a:lnT w="38100" cap="flat" cmpd="sng" algn="ctr">
                      <a:solidFill>
                        <a:srgbClr val="FFFFFF"/>
                      </a:solidFill>
                      <a:prstDash val="solid"/>
                      <a:round/>
                      <a:headEnd type="none" w="med" len="med"/>
                      <a:tailEnd type="none" w="med" len="med"/>
                    </a:lnT>
                    <a:lnB>
                      <a:noFill/>
                    </a:lnB>
                    <a:solidFill>
                      <a:srgbClr val="C2C2C2"/>
                    </a:solidFill>
                  </a:tcPr>
                </a:tc>
                <a:tc>
                  <a:txBody>
                    <a:bodyPr/>
                    <a:lstStyle/>
                    <a:p>
                      <a:pPr>
                        <a:lnSpc>
                          <a:spcPct val="115000"/>
                        </a:lnSpc>
                        <a:spcAft>
                          <a:spcPts val="600"/>
                        </a:spcAft>
                      </a:pPr>
                      <a:r>
                        <a:rPr lang="en-US" sz="800" b="1">
                          <a:solidFill>
                            <a:srgbClr val="000000"/>
                          </a:solidFill>
                          <a:effectLst/>
                          <a:latin typeface="Santander Text Light" panose="020B0304020201020104" pitchFamily="34" charset="0"/>
                          <a:ea typeface="Times New Roman" panose="02020603050405020304" pitchFamily="18" charset="0"/>
                          <a:cs typeface="Arial" panose="020B0604020202020204" pitchFamily="34" charset="0"/>
                        </a:rPr>
                        <a:t>255.255.240.0</a:t>
                      </a:r>
                      <a:endParaRPr lang="pt-PT" sz="1000">
                        <a:effectLst/>
                        <a:latin typeface="Santander Text Light" panose="020B0304020201020104" pitchFamily="34" charset="0"/>
                        <a:ea typeface="Arial" panose="020B0604020202020204" pitchFamily="34" charset="0"/>
                        <a:cs typeface="Times New Roman" panose="02020603050405020304" pitchFamily="18" charset="0"/>
                      </a:endParaRPr>
                    </a:p>
                  </a:txBody>
                  <a:tcPr marL="44450" marR="44450" marT="0" marB="0" anchor="ctr">
                    <a:lnL>
                      <a:noFill/>
                    </a:lnL>
                    <a:lnR>
                      <a:noFill/>
                    </a:lnR>
                    <a:lnT w="38100" cap="flat" cmpd="sng" algn="ctr">
                      <a:solidFill>
                        <a:srgbClr val="FFFFFF"/>
                      </a:solidFill>
                      <a:prstDash val="solid"/>
                      <a:round/>
                      <a:headEnd type="none" w="med" len="med"/>
                      <a:tailEnd type="none" w="med" len="med"/>
                    </a:lnT>
                    <a:lnB>
                      <a:noFill/>
                    </a:lnB>
                    <a:solidFill>
                      <a:srgbClr val="C2C2C2"/>
                    </a:solidFill>
                  </a:tcPr>
                </a:tc>
                <a:tc>
                  <a:txBody>
                    <a:bodyPr/>
                    <a:lstStyle/>
                    <a:p>
                      <a:pPr>
                        <a:lnSpc>
                          <a:spcPct val="115000"/>
                        </a:lnSpc>
                        <a:spcAft>
                          <a:spcPts val="600"/>
                        </a:spcAft>
                      </a:pPr>
                      <a:r>
                        <a:rPr lang="en-US" sz="800" b="1">
                          <a:solidFill>
                            <a:srgbClr val="000000"/>
                          </a:solidFill>
                          <a:effectLst/>
                          <a:latin typeface="Santander Text Light" panose="020B0304020201020104" pitchFamily="34" charset="0"/>
                          <a:ea typeface="Times New Roman" panose="02020603050405020304" pitchFamily="18" charset="0"/>
                          <a:cs typeface="Arial" panose="020B0604020202020204" pitchFamily="34" charset="0"/>
                        </a:rPr>
                        <a:t>20</a:t>
                      </a:r>
                      <a:endParaRPr lang="pt-PT" sz="1000">
                        <a:effectLst/>
                        <a:latin typeface="Santander Text Light" panose="020B0304020201020104" pitchFamily="34" charset="0"/>
                        <a:ea typeface="Arial" panose="020B0604020202020204" pitchFamily="34" charset="0"/>
                        <a:cs typeface="Times New Roman" panose="02020603050405020304" pitchFamily="18" charset="0"/>
                      </a:endParaRPr>
                    </a:p>
                  </a:txBody>
                  <a:tcPr marL="44450" marR="44450" marT="0" marB="0" anchor="ctr">
                    <a:lnL>
                      <a:noFill/>
                    </a:lnL>
                    <a:lnR>
                      <a:noFill/>
                    </a:lnR>
                    <a:lnT w="38100" cap="flat" cmpd="sng" algn="ctr">
                      <a:solidFill>
                        <a:srgbClr val="FFFFFF"/>
                      </a:solidFill>
                      <a:prstDash val="solid"/>
                      <a:round/>
                      <a:headEnd type="none" w="med" len="med"/>
                      <a:tailEnd type="none" w="med" len="med"/>
                    </a:lnT>
                    <a:lnB>
                      <a:noFill/>
                    </a:lnB>
                    <a:solidFill>
                      <a:srgbClr val="C2C2C2"/>
                    </a:solidFill>
                  </a:tcPr>
                </a:tc>
                <a:tc>
                  <a:txBody>
                    <a:bodyPr/>
                    <a:lstStyle/>
                    <a:p>
                      <a:pPr>
                        <a:lnSpc>
                          <a:spcPct val="115000"/>
                        </a:lnSpc>
                        <a:spcAft>
                          <a:spcPts val="600"/>
                        </a:spcAft>
                      </a:pPr>
                      <a:r>
                        <a:rPr lang="en-US" sz="800" b="1">
                          <a:solidFill>
                            <a:srgbClr val="000000"/>
                          </a:solidFill>
                          <a:effectLst/>
                          <a:latin typeface="Santander Text Light" panose="020B0304020201020104" pitchFamily="34" charset="0"/>
                          <a:ea typeface="Times New Roman" panose="02020603050405020304" pitchFamily="18" charset="0"/>
                          <a:cs typeface="Arial" panose="020B0604020202020204" pitchFamily="34" charset="0"/>
                        </a:rPr>
                        <a:t>4096</a:t>
                      </a:r>
                      <a:endParaRPr lang="pt-PT" sz="1000">
                        <a:effectLst/>
                        <a:latin typeface="Santander Text Light" panose="020B0304020201020104" pitchFamily="34" charset="0"/>
                        <a:ea typeface="Arial" panose="020B0604020202020204" pitchFamily="34" charset="0"/>
                        <a:cs typeface="Times New Roman" panose="02020603050405020304" pitchFamily="18" charset="0"/>
                      </a:endParaRPr>
                    </a:p>
                  </a:txBody>
                  <a:tcPr marL="44450" marR="44450" marT="0" marB="0" anchor="ctr">
                    <a:lnL>
                      <a:noFill/>
                    </a:lnL>
                    <a:lnR>
                      <a:noFill/>
                    </a:lnR>
                    <a:lnT w="38100" cap="flat" cmpd="sng" algn="ctr">
                      <a:solidFill>
                        <a:srgbClr val="FFFFFF"/>
                      </a:solidFill>
                      <a:prstDash val="solid"/>
                      <a:round/>
                      <a:headEnd type="none" w="med" len="med"/>
                      <a:tailEnd type="none" w="med" len="med"/>
                    </a:lnT>
                    <a:lnB>
                      <a:noFill/>
                    </a:lnB>
                    <a:solidFill>
                      <a:srgbClr val="C2C2C2"/>
                    </a:solidFill>
                  </a:tcPr>
                </a:tc>
                <a:tc>
                  <a:txBody>
                    <a:bodyPr/>
                    <a:lstStyle/>
                    <a:p>
                      <a:pPr>
                        <a:lnSpc>
                          <a:spcPct val="115000"/>
                        </a:lnSpc>
                        <a:spcAft>
                          <a:spcPts val="600"/>
                        </a:spcAft>
                      </a:pPr>
                      <a:r>
                        <a:rPr lang="en-US" sz="800" b="1">
                          <a:solidFill>
                            <a:srgbClr val="000000"/>
                          </a:solidFill>
                          <a:effectLst/>
                          <a:latin typeface="Santander Text Light" panose="020B0304020201020104" pitchFamily="34" charset="0"/>
                          <a:ea typeface="Times New Roman" panose="02020603050405020304" pitchFamily="18" charset="0"/>
                          <a:cs typeface="Arial" panose="020B0604020202020204" pitchFamily="34" charset="0"/>
                        </a:rPr>
                        <a:t>10.120.16.4</a:t>
                      </a:r>
                      <a:endParaRPr lang="pt-PT" sz="1000">
                        <a:effectLst/>
                        <a:latin typeface="Santander Text Light" panose="020B0304020201020104" pitchFamily="34" charset="0"/>
                        <a:ea typeface="Arial" panose="020B0604020202020204" pitchFamily="34" charset="0"/>
                        <a:cs typeface="Times New Roman" panose="02020603050405020304" pitchFamily="18" charset="0"/>
                      </a:endParaRPr>
                    </a:p>
                  </a:txBody>
                  <a:tcPr marL="44450" marR="44450" marT="0" marB="0" anchor="ctr">
                    <a:lnL>
                      <a:noFill/>
                    </a:lnL>
                    <a:lnR>
                      <a:noFill/>
                    </a:lnR>
                    <a:lnT w="38100" cap="flat" cmpd="sng" algn="ctr">
                      <a:solidFill>
                        <a:srgbClr val="FFFFFF"/>
                      </a:solidFill>
                      <a:prstDash val="solid"/>
                      <a:round/>
                      <a:headEnd type="none" w="med" len="med"/>
                      <a:tailEnd type="none" w="med" len="med"/>
                    </a:lnT>
                    <a:lnB>
                      <a:noFill/>
                    </a:lnB>
                    <a:solidFill>
                      <a:srgbClr val="C2C2C2"/>
                    </a:solidFill>
                  </a:tcPr>
                </a:tc>
                <a:tc>
                  <a:txBody>
                    <a:bodyPr/>
                    <a:lstStyle/>
                    <a:p>
                      <a:pPr>
                        <a:lnSpc>
                          <a:spcPct val="115000"/>
                        </a:lnSpc>
                        <a:spcAft>
                          <a:spcPts val="600"/>
                        </a:spcAft>
                      </a:pPr>
                      <a:r>
                        <a:rPr lang="en-US" sz="800" b="1">
                          <a:solidFill>
                            <a:srgbClr val="000000"/>
                          </a:solidFill>
                          <a:effectLst/>
                          <a:latin typeface="Santander Text Light" panose="020B0304020201020104" pitchFamily="34" charset="0"/>
                          <a:ea typeface="Times New Roman" panose="02020603050405020304" pitchFamily="18" charset="0"/>
                          <a:cs typeface="Arial" panose="020B0604020202020204" pitchFamily="34" charset="0"/>
                        </a:rPr>
                        <a:t>10.120.31.254</a:t>
                      </a:r>
                      <a:endParaRPr lang="pt-PT" sz="1000">
                        <a:effectLst/>
                        <a:latin typeface="Santander Text Light" panose="020B0304020201020104" pitchFamily="34" charset="0"/>
                        <a:ea typeface="Arial" panose="020B0604020202020204" pitchFamily="34" charset="0"/>
                        <a:cs typeface="Times New Roman" panose="02020603050405020304" pitchFamily="18" charset="0"/>
                      </a:endParaRPr>
                    </a:p>
                  </a:txBody>
                  <a:tcPr marL="44450" marR="44450" marT="0" marB="0" anchor="ctr">
                    <a:lnL>
                      <a:noFill/>
                    </a:lnL>
                    <a:lnR>
                      <a:noFill/>
                    </a:lnR>
                    <a:lnT w="38100" cap="flat" cmpd="sng" algn="ctr">
                      <a:solidFill>
                        <a:srgbClr val="FFFFFF"/>
                      </a:solidFill>
                      <a:prstDash val="solid"/>
                      <a:round/>
                      <a:headEnd type="none" w="med" len="med"/>
                      <a:tailEnd type="none" w="med" len="med"/>
                    </a:lnT>
                    <a:lnB>
                      <a:noFill/>
                    </a:lnB>
                    <a:solidFill>
                      <a:srgbClr val="C2C2C2"/>
                    </a:solidFill>
                  </a:tcPr>
                </a:tc>
                <a:extLst>
                  <a:ext uri="{0D108BD9-81ED-4DB2-BD59-A6C34878D82A}">
                    <a16:rowId xmlns:a16="http://schemas.microsoft.com/office/drawing/2014/main" val="3505977036"/>
                  </a:ext>
                </a:extLst>
              </a:tr>
              <a:tr h="195580">
                <a:tc>
                  <a:txBody>
                    <a:bodyPr/>
                    <a:lstStyle/>
                    <a:p>
                      <a:pPr>
                        <a:lnSpc>
                          <a:spcPct val="115000"/>
                        </a:lnSpc>
                        <a:spcAft>
                          <a:spcPts val="600"/>
                        </a:spcAft>
                      </a:pPr>
                      <a:r>
                        <a:rPr lang="en-US" sz="800">
                          <a:solidFill>
                            <a:srgbClr val="000000"/>
                          </a:solidFill>
                          <a:effectLst/>
                          <a:latin typeface="Santander Text Light" panose="020B0304020201020104" pitchFamily="34" charset="0"/>
                          <a:ea typeface="Times New Roman" panose="02020603050405020304" pitchFamily="18" charset="0"/>
                          <a:cs typeface="Arial" panose="020B0604020202020204" pitchFamily="34" charset="0"/>
                        </a:rPr>
                        <a:t>AKS (CNI networking)</a:t>
                      </a:r>
                      <a:endParaRPr lang="pt-PT" sz="1000">
                        <a:effectLst/>
                        <a:latin typeface="Santander Text Light" panose="020B0304020201020104" pitchFamily="34" charset="0"/>
                        <a:ea typeface="Arial" panose="020B0604020202020204" pitchFamily="34" charset="0"/>
                        <a:cs typeface="Times New Roman" panose="02020603050405020304" pitchFamily="18" charset="0"/>
                      </a:endParaRPr>
                    </a:p>
                  </a:txBody>
                  <a:tcPr marL="44450" marR="44450" marT="0" marB="0" anchor="ctr">
                    <a:lnL>
                      <a:noFill/>
                    </a:lnL>
                    <a:lnR>
                      <a:noFill/>
                    </a:lnR>
                    <a:lnT>
                      <a:noFill/>
                    </a:lnT>
                    <a:lnB>
                      <a:noFill/>
                    </a:lnB>
                    <a:solidFill>
                      <a:srgbClr val="F2F2F2"/>
                    </a:solidFill>
                  </a:tcPr>
                </a:tc>
                <a:tc>
                  <a:txBody>
                    <a:bodyPr/>
                    <a:lstStyle/>
                    <a:p>
                      <a:pPr>
                        <a:lnSpc>
                          <a:spcPct val="115000"/>
                        </a:lnSpc>
                        <a:spcAft>
                          <a:spcPts val="600"/>
                        </a:spcAft>
                      </a:pPr>
                      <a:r>
                        <a:rPr lang="en-US" sz="800">
                          <a:solidFill>
                            <a:srgbClr val="000000"/>
                          </a:solidFill>
                          <a:effectLst/>
                          <a:latin typeface="Santander Text Light" panose="020B0304020201020104" pitchFamily="34" charset="0"/>
                          <a:ea typeface="Times New Roman" panose="02020603050405020304" pitchFamily="18" charset="0"/>
                          <a:cs typeface="Arial" panose="020B0604020202020204" pitchFamily="34" charset="0"/>
                        </a:rPr>
                        <a:t>10.120.16.0</a:t>
                      </a:r>
                      <a:endParaRPr lang="pt-PT" sz="1000">
                        <a:effectLst/>
                        <a:latin typeface="Santander Text Light" panose="020B0304020201020104" pitchFamily="34" charset="0"/>
                        <a:ea typeface="Arial" panose="020B0604020202020204" pitchFamily="34" charset="0"/>
                        <a:cs typeface="Times New Roman" panose="02020603050405020304" pitchFamily="18" charset="0"/>
                      </a:endParaRPr>
                    </a:p>
                  </a:txBody>
                  <a:tcPr marL="44450" marR="44450" marT="0" marB="0" anchor="ctr">
                    <a:lnL>
                      <a:noFill/>
                    </a:lnL>
                    <a:lnR>
                      <a:noFill/>
                    </a:lnR>
                    <a:lnT>
                      <a:noFill/>
                    </a:lnT>
                    <a:lnB>
                      <a:noFill/>
                    </a:lnB>
                    <a:solidFill>
                      <a:srgbClr val="F2F2F2"/>
                    </a:solidFill>
                  </a:tcPr>
                </a:tc>
                <a:tc>
                  <a:txBody>
                    <a:bodyPr/>
                    <a:lstStyle/>
                    <a:p>
                      <a:pPr>
                        <a:lnSpc>
                          <a:spcPct val="115000"/>
                        </a:lnSpc>
                        <a:spcAft>
                          <a:spcPts val="600"/>
                        </a:spcAft>
                      </a:pPr>
                      <a:r>
                        <a:rPr lang="en-US" sz="800">
                          <a:solidFill>
                            <a:srgbClr val="000000"/>
                          </a:solidFill>
                          <a:effectLst/>
                          <a:latin typeface="Santander Text Light" panose="020B0304020201020104" pitchFamily="34" charset="0"/>
                          <a:ea typeface="Times New Roman" panose="02020603050405020304" pitchFamily="18" charset="0"/>
                          <a:cs typeface="Arial" panose="020B0604020202020204" pitchFamily="34" charset="0"/>
                        </a:rPr>
                        <a:t>255.255.248.0</a:t>
                      </a:r>
                      <a:endParaRPr lang="pt-PT" sz="1000">
                        <a:effectLst/>
                        <a:latin typeface="Santander Text Light" panose="020B0304020201020104" pitchFamily="34" charset="0"/>
                        <a:ea typeface="Arial" panose="020B0604020202020204" pitchFamily="34" charset="0"/>
                        <a:cs typeface="Times New Roman" panose="02020603050405020304" pitchFamily="18" charset="0"/>
                      </a:endParaRPr>
                    </a:p>
                  </a:txBody>
                  <a:tcPr marL="44450" marR="44450" marT="0" marB="0" anchor="ctr">
                    <a:lnL>
                      <a:noFill/>
                    </a:lnL>
                    <a:lnR>
                      <a:noFill/>
                    </a:lnR>
                    <a:lnT>
                      <a:noFill/>
                    </a:lnT>
                    <a:lnB>
                      <a:noFill/>
                    </a:lnB>
                    <a:solidFill>
                      <a:srgbClr val="F2F2F2"/>
                    </a:solidFill>
                  </a:tcPr>
                </a:tc>
                <a:tc>
                  <a:txBody>
                    <a:bodyPr/>
                    <a:lstStyle/>
                    <a:p>
                      <a:pPr>
                        <a:lnSpc>
                          <a:spcPct val="115000"/>
                        </a:lnSpc>
                        <a:spcAft>
                          <a:spcPts val="600"/>
                        </a:spcAft>
                      </a:pPr>
                      <a:r>
                        <a:rPr lang="en-US" sz="800">
                          <a:solidFill>
                            <a:srgbClr val="000000"/>
                          </a:solidFill>
                          <a:effectLst/>
                          <a:latin typeface="Santander Text Light" panose="020B0304020201020104" pitchFamily="34" charset="0"/>
                          <a:ea typeface="Times New Roman" panose="02020603050405020304" pitchFamily="18" charset="0"/>
                          <a:cs typeface="Arial" panose="020B0604020202020204" pitchFamily="34" charset="0"/>
                        </a:rPr>
                        <a:t>21</a:t>
                      </a:r>
                      <a:endParaRPr lang="pt-PT" sz="1000">
                        <a:effectLst/>
                        <a:latin typeface="Santander Text Light" panose="020B0304020201020104" pitchFamily="34" charset="0"/>
                        <a:ea typeface="Arial" panose="020B0604020202020204" pitchFamily="34" charset="0"/>
                        <a:cs typeface="Times New Roman" panose="02020603050405020304" pitchFamily="18" charset="0"/>
                      </a:endParaRPr>
                    </a:p>
                  </a:txBody>
                  <a:tcPr marL="44450" marR="44450" marT="0" marB="0" anchor="ctr">
                    <a:lnL>
                      <a:noFill/>
                    </a:lnL>
                    <a:lnR>
                      <a:noFill/>
                    </a:lnR>
                    <a:lnT>
                      <a:noFill/>
                    </a:lnT>
                    <a:lnB>
                      <a:noFill/>
                    </a:lnB>
                    <a:solidFill>
                      <a:srgbClr val="F2F2F2"/>
                    </a:solidFill>
                  </a:tcPr>
                </a:tc>
                <a:tc>
                  <a:txBody>
                    <a:bodyPr/>
                    <a:lstStyle/>
                    <a:p>
                      <a:pPr>
                        <a:lnSpc>
                          <a:spcPct val="115000"/>
                        </a:lnSpc>
                        <a:spcAft>
                          <a:spcPts val="600"/>
                        </a:spcAft>
                      </a:pPr>
                      <a:r>
                        <a:rPr lang="en-US" sz="800">
                          <a:solidFill>
                            <a:srgbClr val="000000"/>
                          </a:solidFill>
                          <a:effectLst/>
                          <a:latin typeface="Santander Text Light" panose="020B0304020201020104" pitchFamily="34" charset="0"/>
                          <a:ea typeface="Times New Roman" panose="02020603050405020304" pitchFamily="18" charset="0"/>
                          <a:cs typeface="Arial" panose="020B0604020202020204" pitchFamily="34" charset="0"/>
                        </a:rPr>
                        <a:t>2048</a:t>
                      </a:r>
                      <a:endParaRPr lang="pt-PT" sz="1000">
                        <a:effectLst/>
                        <a:latin typeface="Santander Text Light" panose="020B0304020201020104" pitchFamily="34" charset="0"/>
                        <a:ea typeface="Arial" panose="020B0604020202020204" pitchFamily="34" charset="0"/>
                        <a:cs typeface="Times New Roman" panose="02020603050405020304" pitchFamily="18" charset="0"/>
                      </a:endParaRPr>
                    </a:p>
                  </a:txBody>
                  <a:tcPr marL="44450" marR="44450" marT="0" marB="0" anchor="ctr">
                    <a:lnL>
                      <a:noFill/>
                    </a:lnL>
                    <a:lnR>
                      <a:noFill/>
                    </a:lnR>
                    <a:lnT>
                      <a:noFill/>
                    </a:lnT>
                    <a:lnB>
                      <a:noFill/>
                    </a:lnB>
                    <a:solidFill>
                      <a:srgbClr val="F2F2F2"/>
                    </a:solidFill>
                  </a:tcPr>
                </a:tc>
                <a:tc>
                  <a:txBody>
                    <a:bodyPr/>
                    <a:lstStyle/>
                    <a:p>
                      <a:pPr>
                        <a:lnSpc>
                          <a:spcPct val="115000"/>
                        </a:lnSpc>
                        <a:spcAft>
                          <a:spcPts val="600"/>
                        </a:spcAft>
                      </a:pPr>
                      <a:r>
                        <a:rPr lang="en-US" sz="800">
                          <a:solidFill>
                            <a:srgbClr val="000000"/>
                          </a:solidFill>
                          <a:effectLst/>
                          <a:latin typeface="Santander Text Light" panose="020B0304020201020104" pitchFamily="34" charset="0"/>
                          <a:ea typeface="Times New Roman" panose="02020603050405020304" pitchFamily="18" charset="0"/>
                          <a:cs typeface="Arial" panose="020B0604020202020204" pitchFamily="34" charset="0"/>
                        </a:rPr>
                        <a:t>10.120.16.4</a:t>
                      </a:r>
                      <a:endParaRPr lang="pt-PT" sz="1000">
                        <a:effectLst/>
                        <a:latin typeface="Santander Text Light" panose="020B0304020201020104" pitchFamily="34" charset="0"/>
                        <a:ea typeface="Arial" panose="020B0604020202020204" pitchFamily="34" charset="0"/>
                        <a:cs typeface="Times New Roman" panose="02020603050405020304" pitchFamily="18" charset="0"/>
                      </a:endParaRPr>
                    </a:p>
                  </a:txBody>
                  <a:tcPr marL="44450" marR="44450" marT="0" marB="0" anchor="ctr">
                    <a:lnL>
                      <a:noFill/>
                    </a:lnL>
                    <a:lnR>
                      <a:noFill/>
                    </a:lnR>
                    <a:lnT>
                      <a:noFill/>
                    </a:lnT>
                    <a:lnB>
                      <a:noFill/>
                    </a:lnB>
                    <a:solidFill>
                      <a:srgbClr val="F2F2F2"/>
                    </a:solidFill>
                  </a:tcPr>
                </a:tc>
                <a:tc>
                  <a:txBody>
                    <a:bodyPr/>
                    <a:lstStyle/>
                    <a:p>
                      <a:pPr>
                        <a:lnSpc>
                          <a:spcPct val="115000"/>
                        </a:lnSpc>
                        <a:spcAft>
                          <a:spcPts val="600"/>
                        </a:spcAft>
                      </a:pPr>
                      <a:r>
                        <a:rPr lang="en-US" sz="800">
                          <a:solidFill>
                            <a:srgbClr val="000000"/>
                          </a:solidFill>
                          <a:effectLst/>
                          <a:latin typeface="Santander Text Light" panose="020B0304020201020104" pitchFamily="34" charset="0"/>
                          <a:ea typeface="Times New Roman" panose="02020603050405020304" pitchFamily="18" charset="0"/>
                          <a:cs typeface="Arial" panose="020B0604020202020204" pitchFamily="34" charset="0"/>
                        </a:rPr>
                        <a:t>10.120.23.254</a:t>
                      </a:r>
                      <a:endParaRPr lang="pt-PT" sz="1000">
                        <a:effectLst/>
                        <a:latin typeface="Santander Text Light" panose="020B0304020201020104" pitchFamily="34" charset="0"/>
                        <a:ea typeface="Arial" panose="020B0604020202020204" pitchFamily="34" charset="0"/>
                        <a:cs typeface="Times New Roman" panose="02020603050405020304" pitchFamily="18" charset="0"/>
                      </a:endParaRPr>
                    </a:p>
                  </a:txBody>
                  <a:tcPr marL="44450" marR="44450" marT="0" marB="0" anchor="ctr">
                    <a:lnL>
                      <a:noFill/>
                    </a:lnL>
                    <a:lnR>
                      <a:noFill/>
                    </a:lnR>
                    <a:lnT>
                      <a:noFill/>
                    </a:lnT>
                    <a:lnB>
                      <a:noFill/>
                    </a:lnB>
                    <a:solidFill>
                      <a:srgbClr val="F2F2F2"/>
                    </a:solidFill>
                  </a:tcPr>
                </a:tc>
                <a:extLst>
                  <a:ext uri="{0D108BD9-81ED-4DB2-BD59-A6C34878D82A}">
                    <a16:rowId xmlns:a16="http://schemas.microsoft.com/office/drawing/2014/main" val="2664749361"/>
                  </a:ext>
                </a:extLst>
              </a:tr>
              <a:tr h="195580">
                <a:tc>
                  <a:txBody>
                    <a:bodyPr/>
                    <a:lstStyle/>
                    <a:p>
                      <a:pPr>
                        <a:lnSpc>
                          <a:spcPct val="115000"/>
                        </a:lnSpc>
                        <a:spcAft>
                          <a:spcPts val="600"/>
                        </a:spcAft>
                      </a:pPr>
                      <a:r>
                        <a:rPr lang="en-US" sz="800">
                          <a:solidFill>
                            <a:srgbClr val="000000"/>
                          </a:solidFill>
                          <a:effectLst/>
                          <a:latin typeface="Santander Text Light" panose="020B0304020201020104" pitchFamily="34" charset="0"/>
                          <a:ea typeface="Times New Roman" panose="02020603050405020304" pitchFamily="18" charset="0"/>
                          <a:cs typeface="Arial" panose="020B0604020202020204" pitchFamily="34" charset="0"/>
                        </a:rPr>
                        <a:t>APIM</a:t>
                      </a:r>
                      <a:endParaRPr lang="pt-PT" sz="1000">
                        <a:effectLst/>
                        <a:latin typeface="Santander Text Light" panose="020B0304020201020104" pitchFamily="34" charset="0"/>
                        <a:ea typeface="Arial" panose="020B0604020202020204" pitchFamily="34" charset="0"/>
                        <a:cs typeface="Times New Roman" panose="02020603050405020304" pitchFamily="18" charset="0"/>
                      </a:endParaRPr>
                    </a:p>
                  </a:txBody>
                  <a:tcPr marL="44450" marR="44450" marT="0" marB="0" anchor="ctr">
                    <a:lnL>
                      <a:noFill/>
                    </a:lnL>
                    <a:lnR>
                      <a:noFill/>
                    </a:lnR>
                    <a:lnT>
                      <a:noFill/>
                    </a:lnT>
                    <a:lnB>
                      <a:noFill/>
                    </a:lnB>
                    <a:solidFill>
                      <a:srgbClr val="F2F2F2"/>
                    </a:solidFill>
                  </a:tcPr>
                </a:tc>
                <a:tc>
                  <a:txBody>
                    <a:bodyPr/>
                    <a:lstStyle/>
                    <a:p>
                      <a:pPr>
                        <a:lnSpc>
                          <a:spcPct val="115000"/>
                        </a:lnSpc>
                        <a:spcAft>
                          <a:spcPts val="600"/>
                        </a:spcAft>
                      </a:pPr>
                      <a:r>
                        <a:rPr lang="en-US" sz="800">
                          <a:solidFill>
                            <a:srgbClr val="000000"/>
                          </a:solidFill>
                          <a:effectLst/>
                          <a:latin typeface="Santander Text Light" panose="020B0304020201020104" pitchFamily="34" charset="0"/>
                          <a:ea typeface="Times New Roman" panose="02020603050405020304" pitchFamily="18" charset="0"/>
                          <a:cs typeface="Arial" panose="020B0604020202020204" pitchFamily="34" charset="0"/>
                        </a:rPr>
                        <a:t>10.120.24.0</a:t>
                      </a:r>
                      <a:endParaRPr lang="pt-PT" sz="1000">
                        <a:effectLst/>
                        <a:latin typeface="Santander Text Light" panose="020B0304020201020104" pitchFamily="34" charset="0"/>
                        <a:ea typeface="Arial" panose="020B0604020202020204" pitchFamily="34" charset="0"/>
                        <a:cs typeface="Times New Roman" panose="02020603050405020304" pitchFamily="18" charset="0"/>
                      </a:endParaRPr>
                    </a:p>
                  </a:txBody>
                  <a:tcPr marL="44450" marR="44450" marT="0" marB="0" anchor="ctr">
                    <a:lnL>
                      <a:noFill/>
                    </a:lnL>
                    <a:lnR>
                      <a:noFill/>
                    </a:lnR>
                    <a:lnT>
                      <a:noFill/>
                    </a:lnT>
                    <a:lnB>
                      <a:noFill/>
                    </a:lnB>
                    <a:solidFill>
                      <a:srgbClr val="F2F2F2"/>
                    </a:solidFill>
                  </a:tcPr>
                </a:tc>
                <a:tc>
                  <a:txBody>
                    <a:bodyPr/>
                    <a:lstStyle/>
                    <a:p>
                      <a:pPr>
                        <a:lnSpc>
                          <a:spcPct val="115000"/>
                        </a:lnSpc>
                        <a:spcAft>
                          <a:spcPts val="600"/>
                        </a:spcAft>
                      </a:pPr>
                      <a:r>
                        <a:rPr lang="en-US" sz="800">
                          <a:solidFill>
                            <a:srgbClr val="000000"/>
                          </a:solidFill>
                          <a:effectLst/>
                          <a:latin typeface="Santander Text Light" panose="020B0304020201020104" pitchFamily="34" charset="0"/>
                          <a:ea typeface="Times New Roman" panose="02020603050405020304" pitchFamily="18" charset="0"/>
                          <a:cs typeface="Arial" panose="020B0604020202020204" pitchFamily="34" charset="0"/>
                        </a:rPr>
                        <a:t>255.255.255.192</a:t>
                      </a:r>
                      <a:endParaRPr lang="pt-PT" sz="1000">
                        <a:effectLst/>
                        <a:latin typeface="Santander Text Light" panose="020B0304020201020104" pitchFamily="34" charset="0"/>
                        <a:ea typeface="Arial" panose="020B0604020202020204" pitchFamily="34" charset="0"/>
                        <a:cs typeface="Times New Roman" panose="02020603050405020304" pitchFamily="18" charset="0"/>
                      </a:endParaRPr>
                    </a:p>
                  </a:txBody>
                  <a:tcPr marL="44450" marR="44450" marT="0" marB="0" anchor="ctr">
                    <a:lnL>
                      <a:noFill/>
                    </a:lnL>
                    <a:lnR>
                      <a:noFill/>
                    </a:lnR>
                    <a:lnT>
                      <a:noFill/>
                    </a:lnT>
                    <a:lnB>
                      <a:noFill/>
                    </a:lnB>
                    <a:solidFill>
                      <a:srgbClr val="F2F2F2"/>
                    </a:solidFill>
                  </a:tcPr>
                </a:tc>
                <a:tc>
                  <a:txBody>
                    <a:bodyPr/>
                    <a:lstStyle/>
                    <a:p>
                      <a:pPr>
                        <a:lnSpc>
                          <a:spcPct val="115000"/>
                        </a:lnSpc>
                        <a:spcAft>
                          <a:spcPts val="600"/>
                        </a:spcAft>
                      </a:pPr>
                      <a:r>
                        <a:rPr lang="en-US" sz="800">
                          <a:solidFill>
                            <a:srgbClr val="000000"/>
                          </a:solidFill>
                          <a:effectLst/>
                          <a:latin typeface="Santander Text Light" panose="020B0304020201020104" pitchFamily="34" charset="0"/>
                          <a:ea typeface="Times New Roman" panose="02020603050405020304" pitchFamily="18" charset="0"/>
                          <a:cs typeface="Arial" panose="020B0604020202020204" pitchFamily="34" charset="0"/>
                        </a:rPr>
                        <a:t>26</a:t>
                      </a:r>
                      <a:endParaRPr lang="pt-PT" sz="1000">
                        <a:effectLst/>
                        <a:latin typeface="Santander Text Light" panose="020B0304020201020104" pitchFamily="34" charset="0"/>
                        <a:ea typeface="Arial" panose="020B0604020202020204" pitchFamily="34" charset="0"/>
                        <a:cs typeface="Times New Roman" panose="02020603050405020304" pitchFamily="18" charset="0"/>
                      </a:endParaRPr>
                    </a:p>
                  </a:txBody>
                  <a:tcPr marL="44450" marR="44450" marT="0" marB="0" anchor="ctr">
                    <a:lnL>
                      <a:noFill/>
                    </a:lnL>
                    <a:lnR>
                      <a:noFill/>
                    </a:lnR>
                    <a:lnT>
                      <a:noFill/>
                    </a:lnT>
                    <a:lnB>
                      <a:noFill/>
                    </a:lnB>
                    <a:solidFill>
                      <a:srgbClr val="F2F2F2"/>
                    </a:solidFill>
                  </a:tcPr>
                </a:tc>
                <a:tc>
                  <a:txBody>
                    <a:bodyPr/>
                    <a:lstStyle/>
                    <a:p>
                      <a:pPr>
                        <a:lnSpc>
                          <a:spcPct val="115000"/>
                        </a:lnSpc>
                        <a:spcAft>
                          <a:spcPts val="600"/>
                        </a:spcAft>
                      </a:pPr>
                      <a:r>
                        <a:rPr lang="en-US" sz="800">
                          <a:solidFill>
                            <a:srgbClr val="000000"/>
                          </a:solidFill>
                          <a:effectLst/>
                          <a:latin typeface="Santander Text Light" panose="020B0304020201020104" pitchFamily="34" charset="0"/>
                          <a:ea typeface="Times New Roman" panose="02020603050405020304" pitchFamily="18" charset="0"/>
                          <a:cs typeface="Arial" panose="020B0604020202020204" pitchFamily="34" charset="0"/>
                        </a:rPr>
                        <a:t>64</a:t>
                      </a:r>
                      <a:endParaRPr lang="pt-PT" sz="1000">
                        <a:effectLst/>
                        <a:latin typeface="Santander Text Light" panose="020B0304020201020104" pitchFamily="34" charset="0"/>
                        <a:ea typeface="Arial" panose="020B0604020202020204" pitchFamily="34" charset="0"/>
                        <a:cs typeface="Times New Roman" panose="02020603050405020304" pitchFamily="18" charset="0"/>
                      </a:endParaRPr>
                    </a:p>
                  </a:txBody>
                  <a:tcPr marL="44450" marR="44450" marT="0" marB="0" anchor="ctr">
                    <a:lnL>
                      <a:noFill/>
                    </a:lnL>
                    <a:lnR>
                      <a:noFill/>
                    </a:lnR>
                    <a:lnT>
                      <a:noFill/>
                    </a:lnT>
                    <a:lnB>
                      <a:noFill/>
                    </a:lnB>
                    <a:solidFill>
                      <a:srgbClr val="F2F2F2"/>
                    </a:solidFill>
                  </a:tcPr>
                </a:tc>
                <a:tc>
                  <a:txBody>
                    <a:bodyPr/>
                    <a:lstStyle/>
                    <a:p>
                      <a:pPr>
                        <a:lnSpc>
                          <a:spcPct val="115000"/>
                        </a:lnSpc>
                        <a:spcAft>
                          <a:spcPts val="600"/>
                        </a:spcAft>
                      </a:pPr>
                      <a:r>
                        <a:rPr lang="en-US" sz="800">
                          <a:solidFill>
                            <a:srgbClr val="000000"/>
                          </a:solidFill>
                          <a:effectLst/>
                          <a:latin typeface="Santander Text Light" panose="020B0304020201020104" pitchFamily="34" charset="0"/>
                          <a:ea typeface="Times New Roman" panose="02020603050405020304" pitchFamily="18" charset="0"/>
                          <a:cs typeface="Arial" panose="020B0604020202020204" pitchFamily="34" charset="0"/>
                        </a:rPr>
                        <a:t>10.120.24.4</a:t>
                      </a:r>
                      <a:endParaRPr lang="pt-PT" sz="1000">
                        <a:effectLst/>
                        <a:latin typeface="Santander Text Light" panose="020B0304020201020104" pitchFamily="34" charset="0"/>
                        <a:ea typeface="Arial" panose="020B0604020202020204" pitchFamily="34" charset="0"/>
                        <a:cs typeface="Times New Roman" panose="02020603050405020304" pitchFamily="18" charset="0"/>
                      </a:endParaRPr>
                    </a:p>
                  </a:txBody>
                  <a:tcPr marL="44450" marR="44450" marT="0" marB="0" anchor="ctr">
                    <a:lnL>
                      <a:noFill/>
                    </a:lnL>
                    <a:lnR>
                      <a:noFill/>
                    </a:lnR>
                    <a:lnT>
                      <a:noFill/>
                    </a:lnT>
                    <a:lnB>
                      <a:noFill/>
                    </a:lnB>
                    <a:solidFill>
                      <a:srgbClr val="F2F2F2"/>
                    </a:solidFill>
                  </a:tcPr>
                </a:tc>
                <a:tc>
                  <a:txBody>
                    <a:bodyPr/>
                    <a:lstStyle/>
                    <a:p>
                      <a:pPr>
                        <a:lnSpc>
                          <a:spcPct val="115000"/>
                        </a:lnSpc>
                        <a:spcAft>
                          <a:spcPts val="600"/>
                        </a:spcAft>
                      </a:pPr>
                      <a:r>
                        <a:rPr lang="en-US" sz="800">
                          <a:solidFill>
                            <a:srgbClr val="000000"/>
                          </a:solidFill>
                          <a:effectLst/>
                          <a:latin typeface="Santander Text Light" panose="020B0304020201020104" pitchFamily="34" charset="0"/>
                          <a:ea typeface="Times New Roman" panose="02020603050405020304" pitchFamily="18" charset="0"/>
                          <a:cs typeface="Arial" panose="020B0604020202020204" pitchFamily="34" charset="0"/>
                        </a:rPr>
                        <a:t>10.120.24.62</a:t>
                      </a:r>
                      <a:endParaRPr lang="pt-PT" sz="1000">
                        <a:effectLst/>
                        <a:latin typeface="Santander Text Light" panose="020B0304020201020104" pitchFamily="34" charset="0"/>
                        <a:ea typeface="Arial" panose="020B0604020202020204" pitchFamily="34" charset="0"/>
                        <a:cs typeface="Times New Roman" panose="02020603050405020304" pitchFamily="18" charset="0"/>
                      </a:endParaRPr>
                    </a:p>
                  </a:txBody>
                  <a:tcPr marL="44450" marR="44450" marT="0" marB="0" anchor="ctr">
                    <a:lnL>
                      <a:noFill/>
                    </a:lnL>
                    <a:lnR>
                      <a:noFill/>
                    </a:lnR>
                    <a:lnT>
                      <a:noFill/>
                    </a:lnT>
                    <a:lnB>
                      <a:noFill/>
                    </a:lnB>
                    <a:solidFill>
                      <a:srgbClr val="F2F2F2"/>
                    </a:solidFill>
                  </a:tcPr>
                </a:tc>
                <a:extLst>
                  <a:ext uri="{0D108BD9-81ED-4DB2-BD59-A6C34878D82A}">
                    <a16:rowId xmlns:a16="http://schemas.microsoft.com/office/drawing/2014/main" val="2354428151"/>
                  </a:ext>
                </a:extLst>
              </a:tr>
              <a:tr h="195580">
                <a:tc>
                  <a:txBody>
                    <a:bodyPr/>
                    <a:lstStyle/>
                    <a:p>
                      <a:pPr>
                        <a:lnSpc>
                          <a:spcPct val="115000"/>
                        </a:lnSpc>
                        <a:spcAft>
                          <a:spcPts val="600"/>
                        </a:spcAft>
                      </a:pPr>
                      <a:r>
                        <a:rPr lang="en-US" sz="800">
                          <a:solidFill>
                            <a:srgbClr val="000000"/>
                          </a:solidFill>
                          <a:effectLst/>
                          <a:latin typeface="Santander Text Light" panose="020B0304020201020104" pitchFamily="34" charset="0"/>
                          <a:ea typeface="Times New Roman" panose="02020603050405020304" pitchFamily="18" charset="0"/>
                          <a:cs typeface="Arial" panose="020B0604020202020204" pitchFamily="34" charset="0"/>
                        </a:rPr>
                        <a:t>Workload</a:t>
                      </a:r>
                      <a:endParaRPr lang="pt-PT" sz="1000">
                        <a:effectLst/>
                        <a:latin typeface="Santander Text Light" panose="020B0304020201020104" pitchFamily="34" charset="0"/>
                        <a:ea typeface="Arial" panose="020B0604020202020204" pitchFamily="34" charset="0"/>
                        <a:cs typeface="Times New Roman" panose="02020603050405020304" pitchFamily="18" charset="0"/>
                      </a:endParaRPr>
                    </a:p>
                  </a:txBody>
                  <a:tcPr marL="44450" marR="44450" marT="0" marB="0" anchor="ctr">
                    <a:lnL>
                      <a:noFill/>
                    </a:lnL>
                    <a:lnR>
                      <a:noFill/>
                    </a:lnR>
                    <a:lnT>
                      <a:noFill/>
                    </a:lnT>
                    <a:lnB>
                      <a:noFill/>
                    </a:lnB>
                    <a:solidFill>
                      <a:srgbClr val="F2F2F2"/>
                    </a:solidFill>
                  </a:tcPr>
                </a:tc>
                <a:tc>
                  <a:txBody>
                    <a:bodyPr/>
                    <a:lstStyle/>
                    <a:p>
                      <a:pPr>
                        <a:lnSpc>
                          <a:spcPct val="115000"/>
                        </a:lnSpc>
                        <a:spcAft>
                          <a:spcPts val="600"/>
                        </a:spcAft>
                      </a:pPr>
                      <a:r>
                        <a:rPr lang="en-US" sz="800">
                          <a:solidFill>
                            <a:srgbClr val="000000"/>
                          </a:solidFill>
                          <a:effectLst/>
                          <a:latin typeface="Santander Text Light" panose="020B0304020201020104" pitchFamily="34" charset="0"/>
                          <a:ea typeface="Times New Roman" panose="02020603050405020304" pitchFamily="18" charset="0"/>
                          <a:cs typeface="Arial" panose="020B0604020202020204" pitchFamily="34" charset="0"/>
                        </a:rPr>
                        <a:t>10.120.24.64</a:t>
                      </a:r>
                      <a:endParaRPr lang="pt-PT" sz="1000">
                        <a:effectLst/>
                        <a:latin typeface="Santander Text Light" panose="020B0304020201020104" pitchFamily="34" charset="0"/>
                        <a:ea typeface="Arial" panose="020B0604020202020204" pitchFamily="34" charset="0"/>
                        <a:cs typeface="Times New Roman" panose="02020603050405020304" pitchFamily="18" charset="0"/>
                      </a:endParaRPr>
                    </a:p>
                  </a:txBody>
                  <a:tcPr marL="44450" marR="44450" marT="0" marB="0" anchor="ctr">
                    <a:lnL>
                      <a:noFill/>
                    </a:lnL>
                    <a:lnR>
                      <a:noFill/>
                    </a:lnR>
                    <a:lnT>
                      <a:noFill/>
                    </a:lnT>
                    <a:lnB>
                      <a:noFill/>
                    </a:lnB>
                    <a:solidFill>
                      <a:srgbClr val="F2F2F2"/>
                    </a:solidFill>
                  </a:tcPr>
                </a:tc>
                <a:tc>
                  <a:txBody>
                    <a:bodyPr/>
                    <a:lstStyle/>
                    <a:p>
                      <a:pPr>
                        <a:lnSpc>
                          <a:spcPct val="115000"/>
                        </a:lnSpc>
                        <a:spcAft>
                          <a:spcPts val="600"/>
                        </a:spcAft>
                      </a:pPr>
                      <a:r>
                        <a:rPr lang="en-US" sz="800">
                          <a:solidFill>
                            <a:srgbClr val="000000"/>
                          </a:solidFill>
                          <a:effectLst/>
                          <a:latin typeface="Santander Text Light" panose="020B0304020201020104" pitchFamily="34" charset="0"/>
                          <a:ea typeface="Times New Roman" panose="02020603050405020304" pitchFamily="18" charset="0"/>
                          <a:cs typeface="Arial" panose="020B0604020202020204" pitchFamily="34" charset="0"/>
                        </a:rPr>
                        <a:t>255.255.255.192</a:t>
                      </a:r>
                      <a:endParaRPr lang="pt-PT" sz="1000">
                        <a:effectLst/>
                        <a:latin typeface="Santander Text Light" panose="020B0304020201020104" pitchFamily="34" charset="0"/>
                        <a:ea typeface="Arial" panose="020B0604020202020204" pitchFamily="34" charset="0"/>
                        <a:cs typeface="Times New Roman" panose="02020603050405020304" pitchFamily="18" charset="0"/>
                      </a:endParaRPr>
                    </a:p>
                  </a:txBody>
                  <a:tcPr marL="44450" marR="44450" marT="0" marB="0" anchor="ctr">
                    <a:lnL>
                      <a:noFill/>
                    </a:lnL>
                    <a:lnR>
                      <a:noFill/>
                    </a:lnR>
                    <a:lnT>
                      <a:noFill/>
                    </a:lnT>
                    <a:lnB>
                      <a:noFill/>
                    </a:lnB>
                    <a:solidFill>
                      <a:srgbClr val="F2F2F2"/>
                    </a:solidFill>
                  </a:tcPr>
                </a:tc>
                <a:tc>
                  <a:txBody>
                    <a:bodyPr/>
                    <a:lstStyle/>
                    <a:p>
                      <a:pPr>
                        <a:lnSpc>
                          <a:spcPct val="115000"/>
                        </a:lnSpc>
                        <a:spcAft>
                          <a:spcPts val="600"/>
                        </a:spcAft>
                      </a:pPr>
                      <a:r>
                        <a:rPr lang="en-US" sz="800">
                          <a:solidFill>
                            <a:srgbClr val="000000"/>
                          </a:solidFill>
                          <a:effectLst/>
                          <a:latin typeface="Santander Text Light" panose="020B0304020201020104" pitchFamily="34" charset="0"/>
                          <a:ea typeface="Times New Roman" panose="02020603050405020304" pitchFamily="18" charset="0"/>
                          <a:cs typeface="Arial" panose="020B0604020202020204" pitchFamily="34" charset="0"/>
                        </a:rPr>
                        <a:t>26</a:t>
                      </a:r>
                      <a:endParaRPr lang="pt-PT" sz="1000">
                        <a:effectLst/>
                        <a:latin typeface="Santander Text Light" panose="020B0304020201020104" pitchFamily="34" charset="0"/>
                        <a:ea typeface="Arial" panose="020B0604020202020204" pitchFamily="34" charset="0"/>
                        <a:cs typeface="Times New Roman" panose="02020603050405020304" pitchFamily="18" charset="0"/>
                      </a:endParaRPr>
                    </a:p>
                  </a:txBody>
                  <a:tcPr marL="44450" marR="44450" marT="0" marB="0" anchor="ctr">
                    <a:lnL>
                      <a:noFill/>
                    </a:lnL>
                    <a:lnR>
                      <a:noFill/>
                    </a:lnR>
                    <a:lnT>
                      <a:noFill/>
                    </a:lnT>
                    <a:lnB>
                      <a:noFill/>
                    </a:lnB>
                    <a:solidFill>
                      <a:srgbClr val="F2F2F2"/>
                    </a:solidFill>
                  </a:tcPr>
                </a:tc>
                <a:tc>
                  <a:txBody>
                    <a:bodyPr/>
                    <a:lstStyle/>
                    <a:p>
                      <a:pPr>
                        <a:lnSpc>
                          <a:spcPct val="115000"/>
                        </a:lnSpc>
                        <a:spcAft>
                          <a:spcPts val="600"/>
                        </a:spcAft>
                      </a:pPr>
                      <a:r>
                        <a:rPr lang="en-US" sz="800">
                          <a:solidFill>
                            <a:srgbClr val="000000"/>
                          </a:solidFill>
                          <a:effectLst/>
                          <a:latin typeface="Santander Text Light" panose="020B0304020201020104" pitchFamily="34" charset="0"/>
                          <a:ea typeface="Times New Roman" panose="02020603050405020304" pitchFamily="18" charset="0"/>
                          <a:cs typeface="Arial" panose="020B0604020202020204" pitchFamily="34" charset="0"/>
                        </a:rPr>
                        <a:t>64</a:t>
                      </a:r>
                      <a:endParaRPr lang="pt-PT" sz="1000">
                        <a:effectLst/>
                        <a:latin typeface="Santander Text Light" panose="020B0304020201020104" pitchFamily="34" charset="0"/>
                        <a:ea typeface="Arial" panose="020B0604020202020204" pitchFamily="34" charset="0"/>
                        <a:cs typeface="Times New Roman" panose="02020603050405020304" pitchFamily="18" charset="0"/>
                      </a:endParaRPr>
                    </a:p>
                  </a:txBody>
                  <a:tcPr marL="44450" marR="44450" marT="0" marB="0" anchor="ctr">
                    <a:lnL>
                      <a:noFill/>
                    </a:lnL>
                    <a:lnR>
                      <a:noFill/>
                    </a:lnR>
                    <a:lnT>
                      <a:noFill/>
                    </a:lnT>
                    <a:lnB>
                      <a:noFill/>
                    </a:lnB>
                    <a:solidFill>
                      <a:srgbClr val="F2F2F2"/>
                    </a:solidFill>
                  </a:tcPr>
                </a:tc>
                <a:tc>
                  <a:txBody>
                    <a:bodyPr/>
                    <a:lstStyle/>
                    <a:p>
                      <a:pPr>
                        <a:lnSpc>
                          <a:spcPct val="115000"/>
                        </a:lnSpc>
                        <a:spcAft>
                          <a:spcPts val="600"/>
                        </a:spcAft>
                      </a:pPr>
                      <a:r>
                        <a:rPr lang="en-US" sz="800">
                          <a:solidFill>
                            <a:srgbClr val="000000"/>
                          </a:solidFill>
                          <a:effectLst/>
                          <a:latin typeface="Santander Text Light" panose="020B0304020201020104" pitchFamily="34" charset="0"/>
                          <a:ea typeface="Times New Roman" panose="02020603050405020304" pitchFamily="18" charset="0"/>
                          <a:cs typeface="Arial" panose="020B0604020202020204" pitchFamily="34" charset="0"/>
                        </a:rPr>
                        <a:t>10.120.24.68</a:t>
                      </a:r>
                      <a:endParaRPr lang="pt-PT" sz="1000">
                        <a:effectLst/>
                        <a:latin typeface="Santander Text Light" panose="020B0304020201020104" pitchFamily="34" charset="0"/>
                        <a:ea typeface="Arial" panose="020B0604020202020204" pitchFamily="34" charset="0"/>
                        <a:cs typeface="Times New Roman" panose="02020603050405020304" pitchFamily="18" charset="0"/>
                      </a:endParaRPr>
                    </a:p>
                  </a:txBody>
                  <a:tcPr marL="44450" marR="44450" marT="0" marB="0" anchor="ctr">
                    <a:lnL>
                      <a:noFill/>
                    </a:lnL>
                    <a:lnR>
                      <a:noFill/>
                    </a:lnR>
                    <a:lnT>
                      <a:noFill/>
                    </a:lnT>
                    <a:lnB>
                      <a:noFill/>
                    </a:lnB>
                    <a:solidFill>
                      <a:srgbClr val="F2F2F2"/>
                    </a:solidFill>
                  </a:tcPr>
                </a:tc>
                <a:tc>
                  <a:txBody>
                    <a:bodyPr/>
                    <a:lstStyle/>
                    <a:p>
                      <a:pPr>
                        <a:lnSpc>
                          <a:spcPct val="115000"/>
                        </a:lnSpc>
                        <a:spcAft>
                          <a:spcPts val="600"/>
                        </a:spcAft>
                      </a:pPr>
                      <a:r>
                        <a:rPr lang="en-US" sz="800">
                          <a:solidFill>
                            <a:srgbClr val="000000"/>
                          </a:solidFill>
                          <a:effectLst/>
                          <a:latin typeface="Santander Text Light" panose="020B0304020201020104" pitchFamily="34" charset="0"/>
                          <a:ea typeface="Times New Roman" panose="02020603050405020304" pitchFamily="18" charset="0"/>
                          <a:cs typeface="Arial" panose="020B0604020202020204" pitchFamily="34" charset="0"/>
                        </a:rPr>
                        <a:t>10.120.24.126</a:t>
                      </a:r>
                      <a:endParaRPr lang="pt-PT" sz="1000">
                        <a:effectLst/>
                        <a:latin typeface="Santander Text Light" panose="020B0304020201020104" pitchFamily="34" charset="0"/>
                        <a:ea typeface="Arial" panose="020B0604020202020204" pitchFamily="34" charset="0"/>
                        <a:cs typeface="Times New Roman" panose="02020603050405020304" pitchFamily="18" charset="0"/>
                      </a:endParaRPr>
                    </a:p>
                  </a:txBody>
                  <a:tcPr marL="44450" marR="44450" marT="0" marB="0" anchor="ctr">
                    <a:lnL>
                      <a:noFill/>
                    </a:lnL>
                    <a:lnR>
                      <a:noFill/>
                    </a:lnR>
                    <a:lnT>
                      <a:noFill/>
                    </a:lnT>
                    <a:lnB>
                      <a:noFill/>
                    </a:lnB>
                    <a:solidFill>
                      <a:srgbClr val="F2F2F2"/>
                    </a:solidFill>
                  </a:tcPr>
                </a:tc>
                <a:extLst>
                  <a:ext uri="{0D108BD9-81ED-4DB2-BD59-A6C34878D82A}">
                    <a16:rowId xmlns:a16="http://schemas.microsoft.com/office/drawing/2014/main" val="999387724"/>
                  </a:ext>
                </a:extLst>
              </a:tr>
              <a:tr h="195580">
                <a:tc>
                  <a:txBody>
                    <a:bodyPr/>
                    <a:lstStyle/>
                    <a:p>
                      <a:pPr>
                        <a:lnSpc>
                          <a:spcPct val="115000"/>
                        </a:lnSpc>
                        <a:spcAft>
                          <a:spcPts val="600"/>
                        </a:spcAft>
                      </a:pPr>
                      <a:r>
                        <a:rPr lang="en-US" sz="800" dirty="0">
                          <a:solidFill>
                            <a:srgbClr val="000000"/>
                          </a:solidFill>
                          <a:effectLst/>
                          <a:latin typeface="Santander Text Light" panose="020B0304020201020104" pitchFamily="34" charset="0"/>
                          <a:ea typeface="Times New Roman" panose="02020603050405020304" pitchFamily="18" charset="0"/>
                          <a:cs typeface="Arial" panose="020B0604020202020204" pitchFamily="34" charset="0"/>
                        </a:rPr>
                        <a:t>...</a:t>
                      </a:r>
                      <a:endParaRPr lang="pt-PT" sz="1000" dirty="0">
                        <a:effectLst/>
                        <a:latin typeface="Santander Text Light" panose="020B0304020201020104" pitchFamily="34" charset="0"/>
                        <a:ea typeface="Arial" panose="020B0604020202020204" pitchFamily="34" charset="0"/>
                        <a:cs typeface="Times New Roman" panose="02020603050405020304" pitchFamily="18" charset="0"/>
                      </a:endParaRPr>
                    </a:p>
                  </a:txBody>
                  <a:tcPr marL="44450" marR="44450" marT="0" marB="0" anchor="ctr">
                    <a:lnL>
                      <a:noFill/>
                    </a:lnL>
                    <a:lnR>
                      <a:noFill/>
                    </a:lnR>
                    <a:lnT>
                      <a:noFill/>
                    </a:lnT>
                    <a:lnB>
                      <a:noFill/>
                    </a:lnB>
                    <a:solidFill>
                      <a:srgbClr val="F2F2F2"/>
                    </a:solidFill>
                  </a:tcPr>
                </a:tc>
                <a:tc>
                  <a:txBody>
                    <a:bodyPr/>
                    <a:lstStyle/>
                    <a:p>
                      <a:pPr>
                        <a:lnSpc>
                          <a:spcPct val="115000"/>
                        </a:lnSpc>
                        <a:spcAft>
                          <a:spcPts val="600"/>
                        </a:spcAft>
                      </a:pPr>
                      <a:r>
                        <a:rPr lang="en-US" sz="800">
                          <a:solidFill>
                            <a:srgbClr val="000000"/>
                          </a:solidFill>
                          <a:effectLst/>
                          <a:latin typeface="Santander Text Light" panose="020B0304020201020104" pitchFamily="34" charset="0"/>
                          <a:ea typeface="Times New Roman" panose="02020603050405020304" pitchFamily="18" charset="0"/>
                          <a:cs typeface="Arial" panose="020B0604020202020204" pitchFamily="34" charset="0"/>
                        </a:rPr>
                        <a:t> </a:t>
                      </a:r>
                      <a:endParaRPr lang="pt-PT" sz="1000">
                        <a:effectLst/>
                        <a:latin typeface="Santander Text Light" panose="020B0304020201020104" pitchFamily="34" charset="0"/>
                        <a:ea typeface="Arial" panose="020B0604020202020204" pitchFamily="34" charset="0"/>
                        <a:cs typeface="Times New Roman" panose="02020603050405020304" pitchFamily="18" charset="0"/>
                      </a:endParaRPr>
                    </a:p>
                  </a:txBody>
                  <a:tcPr marL="44450" marR="44450" marT="0" marB="0" anchor="ctr">
                    <a:lnL>
                      <a:noFill/>
                    </a:lnL>
                    <a:lnR>
                      <a:noFill/>
                    </a:lnR>
                    <a:lnT>
                      <a:noFill/>
                    </a:lnT>
                    <a:lnB>
                      <a:noFill/>
                    </a:lnB>
                    <a:solidFill>
                      <a:srgbClr val="F2F2F2"/>
                    </a:solidFill>
                  </a:tcPr>
                </a:tc>
                <a:tc>
                  <a:txBody>
                    <a:bodyPr/>
                    <a:lstStyle/>
                    <a:p>
                      <a:pPr>
                        <a:lnSpc>
                          <a:spcPct val="115000"/>
                        </a:lnSpc>
                        <a:spcAft>
                          <a:spcPts val="600"/>
                        </a:spcAft>
                      </a:pPr>
                      <a:r>
                        <a:rPr lang="en-US" sz="800">
                          <a:solidFill>
                            <a:srgbClr val="000000"/>
                          </a:solidFill>
                          <a:effectLst/>
                          <a:latin typeface="Santander Text Light" panose="020B0304020201020104" pitchFamily="34" charset="0"/>
                          <a:ea typeface="Times New Roman" panose="02020603050405020304" pitchFamily="18" charset="0"/>
                          <a:cs typeface="Arial" panose="020B0604020202020204" pitchFamily="34" charset="0"/>
                        </a:rPr>
                        <a:t> </a:t>
                      </a:r>
                      <a:endParaRPr lang="pt-PT" sz="1000">
                        <a:effectLst/>
                        <a:latin typeface="Santander Text Light" panose="020B0304020201020104" pitchFamily="34" charset="0"/>
                        <a:ea typeface="Arial" panose="020B0604020202020204" pitchFamily="34" charset="0"/>
                        <a:cs typeface="Times New Roman" panose="02020603050405020304" pitchFamily="18" charset="0"/>
                      </a:endParaRPr>
                    </a:p>
                  </a:txBody>
                  <a:tcPr marL="44450" marR="44450" marT="0" marB="0" anchor="ctr">
                    <a:lnL>
                      <a:noFill/>
                    </a:lnL>
                    <a:lnR>
                      <a:noFill/>
                    </a:lnR>
                    <a:lnT>
                      <a:noFill/>
                    </a:lnT>
                    <a:lnB>
                      <a:noFill/>
                    </a:lnB>
                    <a:solidFill>
                      <a:srgbClr val="F2F2F2"/>
                    </a:solidFill>
                  </a:tcPr>
                </a:tc>
                <a:tc>
                  <a:txBody>
                    <a:bodyPr/>
                    <a:lstStyle/>
                    <a:p>
                      <a:pPr>
                        <a:lnSpc>
                          <a:spcPct val="115000"/>
                        </a:lnSpc>
                        <a:spcAft>
                          <a:spcPts val="600"/>
                        </a:spcAft>
                      </a:pPr>
                      <a:r>
                        <a:rPr lang="en-US" sz="800">
                          <a:solidFill>
                            <a:srgbClr val="000000"/>
                          </a:solidFill>
                          <a:effectLst/>
                          <a:latin typeface="Santander Text Light" panose="020B0304020201020104" pitchFamily="34" charset="0"/>
                          <a:ea typeface="Times New Roman" panose="02020603050405020304" pitchFamily="18" charset="0"/>
                          <a:cs typeface="Arial" panose="020B0604020202020204" pitchFamily="34" charset="0"/>
                        </a:rPr>
                        <a:t> </a:t>
                      </a:r>
                      <a:endParaRPr lang="pt-PT" sz="1000">
                        <a:effectLst/>
                        <a:latin typeface="Santander Text Light" panose="020B0304020201020104" pitchFamily="34" charset="0"/>
                        <a:ea typeface="Arial" panose="020B0604020202020204" pitchFamily="34" charset="0"/>
                        <a:cs typeface="Times New Roman" panose="02020603050405020304" pitchFamily="18" charset="0"/>
                      </a:endParaRPr>
                    </a:p>
                  </a:txBody>
                  <a:tcPr marL="44450" marR="44450" marT="0" marB="0" anchor="ctr">
                    <a:lnL>
                      <a:noFill/>
                    </a:lnL>
                    <a:lnR>
                      <a:noFill/>
                    </a:lnR>
                    <a:lnT>
                      <a:noFill/>
                    </a:lnT>
                    <a:lnB>
                      <a:noFill/>
                    </a:lnB>
                    <a:solidFill>
                      <a:srgbClr val="F2F2F2"/>
                    </a:solidFill>
                  </a:tcPr>
                </a:tc>
                <a:tc>
                  <a:txBody>
                    <a:bodyPr/>
                    <a:lstStyle/>
                    <a:p>
                      <a:pPr>
                        <a:lnSpc>
                          <a:spcPct val="115000"/>
                        </a:lnSpc>
                        <a:spcAft>
                          <a:spcPts val="600"/>
                        </a:spcAft>
                      </a:pPr>
                      <a:r>
                        <a:rPr lang="en-US" sz="800">
                          <a:solidFill>
                            <a:srgbClr val="000000"/>
                          </a:solidFill>
                          <a:effectLst/>
                          <a:latin typeface="Santander Text Light" panose="020B0304020201020104" pitchFamily="34" charset="0"/>
                          <a:ea typeface="Times New Roman" panose="02020603050405020304" pitchFamily="18" charset="0"/>
                          <a:cs typeface="Arial" panose="020B0604020202020204" pitchFamily="34" charset="0"/>
                        </a:rPr>
                        <a:t> </a:t>
                      </a:r>
                      <a:endParaRPr lang="pt-PT" sz="1000">
                        <a:effectLst/>
                        <a:latin typeface="Santander Text Light" panose="020B0304020201020104" pitchFamily="34" charset="0"/>
                        <a:ea typeface="Arial" panose="020B0604020202020204" pitchFamily="34" charset="0"/>
                        <a:cs typeface="Times New Roman" panose="02020603050405020304" pitchFamily="18" charset="0"/>
                      </a:endParaRPr>
                    </a:p>
                  </a:txBody>
                  <a:tcPr marL="44450" marR="44450" marT="0" marB="0" anchor="ctr">
                    <a:lnL>
                      <a:noFill/>
                    </a:lnL>
                    <a:lnR>
                      <a:noFill/>
                    </a:lnR>
                    <a:lnT>
                      <a:noFill/>
                    </a:lnT>
                    <a:lnB>
                      <a:noFill/>
                    </a:lnB>
                    <a:solidFill>
                      <a:srgbClr val="F2F2F2"/>
                    </a:solidFill>
                  </a:tcPr>
                </a:tc>
                <a:tc>
                  <a:txBody>
                    <a:bodyPr/>
                    <a:lstStyle/>
                    <a:p>
                      <a:pPr>
                        <a:lnSpc>
                          <a:spcPct val="115000"/>
                        </a:lnSpc>
                        <a:spcAft>
                          <a:spcPts val="600"/>
                        </a:spcAft>
                      </a:pPr>
                      <a:r>
                        <a:rPr lang="en-US" sz="800">
                          <a:solidFill>
                            <a:srgbClr val="000000"/>
                          </a:solidFill>
                          <a:effectLst/>
                          <a:latin typeface="Santander Text Light" panose="020B0304020201020104" pitchFamily="34" charset="0"/>
                          <a:ea typeface="Times New Roman" panose="02020603050405020304" pitchFamily="18" charset="0"/>
                          <a:cs typeface="Arial" panose="020B0604020202020204" pitchFamily="34" charset="0"/>
                        </a:rPr>
                        <a:t> </a:t>
                      </a:r>
                      <a:endParaRPr lang="pt-PT" sz="1000">
                        <a:effectLst/>
                        <a:latin typeface="Santander Text Light" panose="020B0304020201020104" pitchFamily="34" charset="0"/>
                        <a:ea typeface="Arial" panose="020B0604020202020204" pitchFamily="34" charset="0"/>
                        <a:cs typeface="Times New Roman" panose="02020603050405020304" pitchFamily="18" charset="0"/>
                      </a:endParaRPr>
                    </a:p>
                  </a:txBody>
                  <a:tcPr marL="44450" marR="44450" marT="0" marB="0" anchor="ctr">
                    <a:lnL>
                      <a:noFill/>
                    </a:lnL>
                    <a:lnR>
                      <a:noFill/>
                    </a:lnR>
                    <a:lnT>
                      <a:noFill/>
                    </a:lnT>
                    <a:lnB>
                      <a:noFill/>
                    </a:lnB>
                    <a:solidFill>
                      <a:srgbClr val="F2F2F2"/>
                    </a:solidFill>
                  </a:tcPr>
                </a:tc>
                <a:tc>
                  <a:txBody>
                    <a:bodyPr/>
                    <a:lstStyle/>
                    <a:p>
                      <a:pPr>
                        <a:lnSpc>
                          <a:spcPct val="115000"/>
                        </a:lnSpc>
                        <a:spcAft>
                          <a:spcPts val="600"/>
                        </a:spcAft>
                      </a:pPr>
                      <a:r>
                        <a:rPr lang="en-US" sz="800">
                          <a:solidFill>
                            <a:srgbClr val="000000"/>
                          </a:solidFill>
                          <a:effectLst/>
                          <a:latin typeface="Santander Text Light" panose="020B0304020201020104" pitchFamily="34" charset="0"/>
                          <a:ea typeface="Times New Roman" panose="02020603050405020304" pitchFamily="18" charset="0"/>
                          <a:cs typeface="Arial" panose="020B0604020202020204" pitchFamily="34" charset="0"/>
                        </a:rPr>
                        <a:t> </a:t>
                      </a:r>
                      <a:endParaRPr lang="pt-PT" sz="1000">
                        <a:effectLst/>
                        <a:latin typeface="Santander Text Light" panose="020B0304020201020104" pitchFamily="34" charset="0"/>
                        <a:ea typeface="Arial" panose="020B0604020202020204" pitchFamily="34" charset="0"/>
                        <a:cs typeface="Times New Roman" panose="02020603050405020304" pitchFamily="18" charset="0"/>
                      </a:endParaRPr>
                    </a:p>
                  </a:txBody>
                  <a:tcPr marL="44450" marR="44450" marT="0" marB="0" anchor="ctr">
                    <a:lnL>
                      <a:noFill/>
                    </a:lnL>
                    <a:lnR>
                      <a:noFill/>
                    </a:lnR>
                    <a:lnT>
                      <a:noFill/>
                    </a:lnT>
                    <a:lnB>
                      <a:noFill/>
                    </a:lnB>
                    <a:solidFill>
                      <a:srgbClr val="F2F2F2"/>
                    </a:solidFill>
                  </a:tcPr>
                </a:tc>
                <a:extLst>
                  <a:ext uri="{0D108BD9-81ED-4DB2-BD59-A6C34878D82A}">
                    <a16:rowId xmlns:a16="http://schemas.microsoft.com/office/drawing/2014/main" val="3621332457"/>
                  </a:ext>
                </a:extLst>
              </a:tr>
              <a:tr h="195580">
                <a:tc>
                  <a:txBody>
                    <a:bodyPr/>
                    <a:lstStyle/>
                    <a:p>
                      <a:pPr>
                        <a:lnSpc>
                          <a:spcPct val="115000"/>
                        </a:lnSpc>
                        <a:spcAft>
                          <a:spcPts val="600"/>
                        </a:spcAft>
                      </a:pPr>
                      <a:r>
                        <a:rPr lang="en-US" sz="800">
                          <a:solidFill>
                            <a:srgbClr val="000000"/>
                          </a:solidFill>
                          <a:effectLst/>
                          <a:latin typeface="Santander Text Light" panose="020B0304020201020104" pitchFamily="34" charset="0"/>
                          <a:ea typeface="Times New Roman" panose="02020603050405020304" pitchFamily="18" charset="0"/>
                          <a:cs typeface="Arial" panose="020B0604020202020204" pitchFamily="34" charset="0"/>
                        </a:rPr>
                        <a:t>Management</a:t>
                      </a:r>
                      <a:endParaRPr lang="pt-PT" sz="1000">
                        <a:effectLst/>
                        <a:latin typeface="Santander Text Light" panose="020B0304020201020104" pitchFamily="34" charset="0"/>
                        <a:ea typeface="Arial" panose="020B0604020202020204" pitchFamily="34" charset="0"/>
                        <a:cs typeface="Times New Roman" panose="02020603050405020304" pitchFamily="18" charset="0"/>
                      </a:endParaRPr>
                    </a:p>
                  </a:txBody>
                  <a:tcPr marL="44450" marR="44450" marT="0" marB="0" anchor="ctr">
                    <a:lnL>
                      <a:noFill/>
                    </a:lnL>
                    <a:lnR>
                      <a:noFill/>
                    </a:lnR>
                    <a:lnT>
                      <a:noFill/>
                    </a:lnT>
                    <a:lnB>
                      <a:noFill/>
                    </a:lnB>
                    <a:solidFill>
                      <a:srgbClr val="F2F2F2"/>
                    </a:solidFill>
                  </a:tcPr>
                </a:tc>
                <a:tc>
                  <a:txBody>
                    <a:bodyPr/>
                    <a:lstStyle/>
                    <a:p>
                      <a:pPr>
                        <a:lnSpc>
                          <a:spcPct val="115000"/>
                        </a:lnSpc>
                        <a:spcAft>
                          <a:spcPts val="600"/>
                        </a:spcAft>
                      </a:pPr>
                      <a:r>
                        <a:rPr lang="en-US" sz="800">
                          <a:solidFill>
                            <a:srgbClr val="000000"/>
                          </a:solidFill>
                          <a:effectLst/>
                          <a:latin typeface="Santander Text Light" panose="020B0304020201020104" pitchFamily="34" charset="0"/>
                          <a:ea typeface="Times New Roman" panose="02020603050405020304" pitchFamily="18" charset="0"/>
                          <a:cs typeface="Arial" panose="020B0604020202020204" pitchFamily="34" charset="0"/>
                        </a:rPr>
                        <a:t>10.120.31.192</a:t>
                      </a:r>
                      <a:endParaRPr lang="pt-PT" sz="1000">
                        <a:effectLst/>
                        <a:latin typeface="Santander Text Light" panose="020B0304020201020104" pitchFamily="34" charset="0"/>
                        <a:ea typeface="Arial" panose="020B0604020202020204" pitchFamily="34" charset="0"/>
                        <a:cs typeface="Times New Roman" panose="02020603050405020304" pitchFamily="18" charset="0"/>
                      </a:endParaRPr>
                    </a:p>
                  </a:txBody>
                  <a:tcPr marL="44450" marR="44450" marT="0" marB="0" anchor="ctr">
                    <a:lnL>
                      <a:noFill/>
                    </a:lnL>
                    <a:lnR>
                      <a:noFill/>
                    </a:lnR>
                    <a:lnT>
                      <a:noFill/>
                    </a:lnT>
                    <a:lnB>
                      <a:noFill/>
                    </a:lnB>
                    <a:solidFill>
                      <a:srgbClr val="F2F2F2"/>
                    </a:solidFill>
                  </a:tcPr>
                </a:tc>
                <a:tc>
                  <a:txBody>
                    <a:bodyPr/>
                    <a:lstStyle/>
                    <a:p>
                      <a:pPr>
                        <a:lnSpc>
                          <a:spcPct val="115000"/>
                        </a:lnSpc>
                        <a:spcAft>
                          <a:spcPts val="600"/>
                        </a:spcAft>
                      </a:pPr>
                      <a:r>
                        <a:rPr lang="en-US" sz="800">
                          <a:solidFill>
                            <a:srgbClr val="000000"/>
                          </a:solidFill>
                          <a:effectLst/>
                          <a:latin typeface="Santander Text Light" panose="020B0304020201020104" pitchFamily="34" charset="0"/>
                          <a:ea typeface="Times New Roman" panose="02020603050405020304" pitchFamily="18" charset="0"/>
                          <a:cs typeface="Arial" panose="020B0604020202020204" pitchFamily="34" charset="0"/>
                        </a:rPr>
                        <a:t>255.255.255.192</a:t>
                      </a:r>
                      <a:endParaRPr lang="pt-PT" sz="1000">
                        <a:effectLst/>
                        <a:latin typeface="Santander Text Light" panose="020B0304020201020104" pitchFamily="34" charset="0"/>
                        <a:ea typeface="Arial" panose="020B0604020202020204" pitchFamily="34" charset="0"/>
                        <a:cs typeface="Times New Roman" panose="02020603050405020304" pitchFamily="18" charset="0"/>
                      </a:endParaRPr>
                    </a:p>
                  </a:txBody>
                  <a:tcPr marL="44450" marR="44450" marT="0" marB="0" anchor="ctr">
                    <a:lnL>
                      <a:noFill/>
                    </a:lnL>
                    <a:lnR>
                      <a:noFill/>
                    </a:lnR>
                    <a:lnT>
                      <a:noFill/>
                    </a:lnT>
                    <a:lnB>
                      <a:noFill/>
                    </a:lnB>
                    <a:solidFill>
                      <a:srgbClr val="F2F2F2"/>
                    </a:solidFill>
                  </a:tcPr>
                </a:tc>
                <a:tc>
                  <a:txBody>
                    <a:bodyPr/>
                    <a:lstStyle/>
                    <a:p>
                      <a:pPr>
                        <a:lnSpc>
                          <a:spcPct val="115000"/>
                        </a:lnSpc>
                        <a:spcAft>
                          <a:spcPts val="600"/>
                        </a:spcAft>
                      </a:pPr>
                      <a:r>
                        <a:rPr lang="en-US" sz="800">
                          <a:solidFill>
                            <a:srgbClr val="000000"/>
                          </a:solidFill>
                          <a:effectLst/>
                          <a:latin typeface="Santander Text Light" panose="020B0304020201020104" pitchFamily="34" charset="0"/>
                          <a:ea typeface="Times New Roman" panose="02020603050405020304" pitchFamily="18" charset="0"/>
                          <a:cs typeface="Arial" panose="020B0604020202020204" pitchFamily="34" charset="0"/>
                        </a:rPr>
                        <a:t>26</a:t>
                      </a:r>
                      <a:endParaRPr lang="pt-PT" sz="1000">
                        <a:effectLst/>
                        <a:latin typeface="Santander Text Light" panose="020B0304020201020104" pitchFamily="34" charset="0"/>
                        <a:ea typeface="Arial" panose="020B0604020202020204" pitchFamily="34" charset="0"/>
                        <a:cs typeface="Times New Roman" panose="02020603050405020304" pitchFamily="18" charset="0"/>
                      </a:endParaRPr>
                    </a:p>
                  </a:txBody>
                  <a:tcPr marL="44450" marR="44450" marT="0" marB="0" anchor="ctr">
                    <a:lnL>
                      <a:noFill/>
                    </a:lnL>
                    <a:lnR>
                      <a:noFill/>
                    </a:lnR>
                    <a:lnT>
                      <a:noFill/>
                    </a:lnT>
                    <a:lnB>
                      <a:noFill/>
                    </a:lnB>
                    <a:solidFill>
                      <a:srgbClr val="F2F2F2"/>
                    </a:solidFill>
                  </a:tcPr>
                </a:tc>
                <a:tc>
                  <a:txBody>
                    <a:bodyPr/>
                    <a:lstStyle/>
                    <a:p>
                      <a:pPr>
                        <a:lnSpc>
                          <a:spcPct val="115000"/>
                        </a:lnSpc>
                        <a:spcAft>
                          <a:spcPts val="600"/>
                        </a:spcAft>
                      </a:pPr>
                      <a:r>
                        <a:rPr lang="en-US" sz="800">
                          <a:solidFill>
                            <a:srgbClr val="000000"/>
                          </a:solidFill>
                          <a:effectLst/>
                          <a:latin typeface="Santander Text Light" panose="020B0304020201020104" pitchFamily="34" charset="0"/>
                          <a:ea typeface="Times New Roman" panose="02020603050405020304" pitchFamily="18" charset="0"/>
                          <a:cs typeface="Arial" panose="020B0604020202020204" pitchFamily="34" charset="0"/>
                        </a:rPr>
                        <a:t>64</a:t>
                      </a:r>
                      <a:endParaRPr lang="pt-PT" sz="1000">
                        <a:effectLst/>
                        <a:latin typeface="Santander Text Light" panose="020B0304020201020104" pitchFamily="34" charset="0"/>
                        <a:ea typeface="Arial" panose="020B0604020202020204" pitchFamily="34" charset="0"/>
                        <a:cs typeface="Times New Roman" panose="02020603050405020304" pitchFamily="18" charset="0"/>
                      </a:endParaRPr>
                    </a:p>
                  </a:txBody>
                  <a:tcPr marL="44450" marR="44450" marT="0" marB="0" anchor="ctr">
                    <a:lnL>
                      <a:noFill/>
                    </a:lnL>
                    <a:lnR>
                      <a:noFill/>
                    </a:lnR>
                    <a:lnT>
                      <a:noFill/>
                    </a:lnT>
                    <a:lnB>
                      <a:noFill/>
                    </a:lnB>
                    <a:solidFill>
                      <a:srgbClr val="F2F2F2"/>
                    </a:solidFill>
                  </a:tcPr>
                </a:tc>
                <a:tc>
                  <a:txBody>
                    <a:bodyPr/>
                    <a:lstStyle/>
                    <a:p>
                      <a:pPr>
                        <a:lnSpc>
                          <a:spcPct val="115000"/>
                        </a:lnSpc>
                        <a:spcAft>
                          <a:spcPts val="600"/>
                        </a:spcAft>
                      </a:pPr>
                      <a:r>
                        <a:rPr lang="en-US" sz="800">
                          <a:solidFill>
                            <a:srgbClr val="000000"/>
                          </a:solidFill>
                          <a:effectLst/>
                          <a:latin typeface="Santander Text Light" panose="020B0304020201020104" pitchFamily="34" charset="0"/>
                          <a:ea typeface="Times New Roman" panose="02020603050405020304" pitchFamily="18" charset="0"/>
                          <a:cs typeface="Arial" panose="020B0604020202020204" pitchFamily="34" charset="0"/>
                        </a:rPr>
                        <a:t>10.120.31.196</a:t>
                      </a:r>
                      <a:endParaRPr lang="pt-PT" sz="1000">
                        <a:effectLst/>
                        <a:latin typeface="Santander Text Light" panose="020B0304020201020104" pitchFamily="34" charset="0"/>
                        <a:ea typeface="Arial" panose="020B0604020202020204" pitchFamily="34" charset="0"/>
                        <a:cs typeface="Times New Roman" panose="02020603050405020304" pitchFamily="18" charset="0"/>
                      </a:endParaRPr>
                    </a:p>
                  </a:txBody>
                  <a:tcPr marL="44450" marR="44450" marT="0" marB="0" anchor="ctr">
                    <a:lnL>
                      <a:noFill/>
                    </a:lnL>
                    <a:lnR>
                      <a:noFill/>
                    </a:lnR>
                    <a:lnT>
                      <a:noFill/>
                    </a:lnT>
                    <a:lnB>
                      <a:noFill/>
                    </a:lnB>
                    <a:solidFill>
                      <a:srgbClr val="F2F2F2"/>
                    </a:solidFill>
                  </a:tcPr>
                </a:tc>
                <a:tc>
                  <a:txBody>
                    <a:bodyPr/>
                    <a:lstStyle/>
                    <a:p>
                      <a:pPr>
                        <a:lnSpc>
                          <a:spcPct val="115000"/>
                        </a:lnSpc>
                        <a:spcAft>
                          <a:spcPts val="600"/>
                        </a:spcAft>
                      </a:pPr>
                      <a:r>
                        <a:rPr lang="en-US" sz="800">
                          <a:solidFill>
                            <a:srgbClr val="000000"/>
                          </a:solidFill>
                          <a:effectLst/>
                          <a:latin typeface="Santander Text Light" panose="020B0304020201020104" pitchFamily="34" charset="0"/>
                          <a:ea typeface="Times New Roman" panose="02020603050405020304" pitchFamily="18" charset="0"/>
                          <a:cs typeface="Arial" panose="020B0604020202020204" pitchFamily="34" charset="0"/>
                        </a:rPr>
                        <a:t>10.120.31.254</a:t>
                      </a:r>
                      <a:endParaRPr lang="pt-PT" sz="1000">
                        <a:effectLst/>
                        <a:latin typeface="Santander Text Light" panose="020B0304020201020104" pitchFamily="34" charset="0"/>
                        <a:ea typeface="Arial" panose="020B0604020202020204" pitchFamily="34" charset="0"/>
                        <a:cs typeface="Times New Roman" panose="02020603050405020304" pitchFamily="18" charset="0"/>
                      </a:endParaRPr>
                    </a:p>
                  </a:txBody>
                  <a:tcPr marL="44450" marR="44450" marT="0" marB="0" anchor="ctr">
                    <a:lnL>
                      <a:noFill/>
                    </a:lnL>
                    <a:lnR>
                      <a:noFill/>
                    </a:lnR>
                    <a:lnT>
                      <a:noFill/>
                    </a:lnT>
                    <a:lnB>
                      <a:noFill/>
                    </a:lnB>
                    <a:solidFill>
                      <a:srgbClr val="F2F2F2"/>
                    </a:solidFill>
                  </a:tcPr>
                </a:tc>
                <a:extLst>
                  <a:ext uri="{0D108BD9-81ED-4DB2-BD59-A6C34878D82A}">
                    <a16:rowId xmlns:a16="http://schemas.microsoft.com/office/drawing/2014/main" val="3531762799"/>
                  </a:ext>
                </a:extLst>
              </a:tr>
              <a:tr h="195580">
                <a:tc>
                  <a:txBody>
                    <a:bodyPr/>
                    <a:lstStyle/>
                    <a:p>
                      <a:pPr>
                        <a:lnSpc>
                          <a:spcPct val="115000"/>
                        </a:lnSpc>
                        <a:spcAft>
                          <a:spcPts val="600"/>
                        </a:spcAft>
                      </a:pPr>
                      <a:r>
                        <a:rPr lang="en-US" sz="800" b="1">
                          <a:solidFill>
                            <a:srgbClr val="000000"/>
                          </a:solidFill>
                          <a:effectLst/>
                          <a:latin typeface="Santander Text Light" panose="020B0304020201020104" pitchFamily="34" charset="0"/>
                          <a:ea typeface="Times New Roman" panose="02020603050405020304" pitchFamily="18" charset="0"/>
                          <a:cs typeface="Arial" panose="020B0604020202020204" pitchFamily="34" charset="0"/>
                        </a:rPr>
                        <a:t>VNet: Shared Internal</a:t>
                      </a:r>
                      <a:endParaRPr lang="pt-PT" sz="1000">
                        <a:effectLst/>
                        <a:latin typeface="Santander Text Light" panose="020B0304020201020104" pitchFamily="34" charset="0"/>
                        <a:ea typeface="Arial" panose="020B0604020202020204" pitchFamily="34" charset="0"/>
                        <a:cs typeface="Times New Roman" panose="02020603050405020304" pitchFamily="18" charset="0"/>
                      </a:endParaRPr>
                    </a:p>
                  </a:txBody>
                  <a:tcPr marL="44450" marR="44450" marT="0" marB="0" anchor="ctr">
                    <a:lnL>
                      <a:noFill/>
                    </a:lnL>
                    <a:lnR>
                      <a:noFill/>
                    </a:lnR>
                    <a:lnT>
                      <a:noFill/>
                    </a:lnT>
                    <a:lnB>
                      <a:noFill/>
                    </a:lnB>
                    <a:solidFill>
                      <a:srgbClr val="C2C2C2"/>
                    </a:solidFill>
                  </a:tcPr>
                </a:tc>
                <a:tc>
                  <a:txBody>
                    <a:bodyPr/>
                    <a:lstStyle/>
                    <a:p>
                      <a:pPr>
                        <a:lnSpc>
                          <a:spcPct val="115000"/>
                        </a:lnSpc>
                        <a:spcAft>
                          <a:spcPts val="600"/>
                        </a:spcAft>
                      </a:pPr>
                      <a:r>
                        <a:rPr lang="en-US" sz="800" b="1">
                          <a:solidFill>
                            <a:srgbClr val="000000"/>
                          </a:solidFill>
                          <a:effectLst/>
                          <a:latin typeface="Santander Text Light" panose="020B0304020201020104" pitchFamily="34" charset="0"/>
                          <a:ea typeface="Times New Roman" panose="02020603050405020304" pitchFamily="18" charset="0"/>
                          <a:cs typeface="Arial" panose="020B0604020202020204" pitchFamily="34" charset="0"/>
                        </a:rPr>
                        <a:t>10.120.32.0</a:t>
                      </a:r>
                      <a:endParaRPr lang="pt-PT" sz="1000">
                        <a:effectLst/>
                        <a:latin typeface="Santander Text Light" panose="020B0304020201020104" pitchFamily="34" charset="0"/>
                        <a:ea typeface="Arial" panose="020B0604020202020204" pitchFamily="34" charset="0"/>
                        <a:cs typeface="Times New Roman" panose="02020603050405020304" pitchFamily="18" charset="0"/>
                      </a:endParaRPr>
                    </a:p>
                  </a:txBody>
                  <a:tcPr marL="44450" marR="44450" marT="0" marB="0" anchor="ctr">
                    <a:lnL>
                      <a:noFill/>
                    </a:lnL>
                    <a:lnR>
                      <a:noFill/>
                    </a:lnR>
                    <a:lnT>
                      <a:noFill/>
                    </a:lnT>
                    <a:lnB>
                      <a:noFill/>
                    </a:lnB>
                    <a:solidFill>
                      <a:srgbClr val="C2C2C2"/>
                    </a:solidFill>
                  </a:tcPr>
                </a:tc>
                <a:tc>
                  <a:txBody>
                    <a:bodyPr/>
                    <a:lstStyle/>
                    <a:p>
                      <a:pPr>
                        <a:lnSpc>
                          <a:spcPct val="115000"/>
                        </a:lnSpc>
                        <a:spcAft>
                          <a:spcPts val="600"/>
                        </a:spcAft>
                      </a:pPr>
                      <a:r>
                        <a:rPr lang="en-US" sz="800" b="1">
                          <a:solidFill>
                            <a:srgbClr val="000000"/>
                          </a:solidFill>
                          <a:effectLst/>
                          <a:latin typeface="Santander Text Light" panose="020B0304020201020104" pitchFamily="34" charset="0"/>
                          <a:ea typeface="Times New Roman" panose="02020603050405020304" pitchFamily="18" charset="0"/>
                          <a:cs typeface="Arial" panose="020B0604020202020204" pitchFamily="34" charset="0"/>
                        </a:rPr>
                        <a:t>255.255.240.0</a:t>
                      </a:r>
                      <a:endParaRPr lang="pt-PT" sz="1000">
                        <a:effectLst/>
                        <a:latin typeface="Santander Text Light" panose="020B0304020201020104" pitchFamily="34" charset="0"/>
                        <a:ea typeface="Arial" panose="020B0604020202020204" pitchFamily="34" charset="0"/>
                        <a:cs typeface="Times New Roman" panose="02020603050405020304" pitchFamily="18" charset="0"/>
                      </a:endParaRPr>
                    </a:p>
                  </a:txBody>
                  <a:tcPr marL="44450" marR="44450" marT="0" marB="0" anchor="ctr">
                    <a:lnL>
                      <a:noFill/>
                    </a:lnL>
                    <a:lnR>
                      <a:noFill/>
                    </a:lnR>
                    <a:lnT>
                      <a:noFill/>
                    </a:lnT>
                    <a:lnB>
                      <a:noFill/>
                    </a:lnB>
                    <a:solidFill>
                      <a:srgbClr val="C2C2C2"/>
                    </a:solidFill>
                  </a:tcPr>
                </a:tc>
                <a:tc>
                  <a:txBody>
                    <a:bodyPr/>
                    <a:lstStyle/>
                    <a:p>
                      <a:pPr>
                        <a:lnSpc>
                          <a:spcPct val="115000"/>
                        </a:lnSpc>
                        <a:spcAft>
                          <a:spcPts val="600"/>
                        </a:spcAft>
                      </a:pPr>
                      <a:r>
                        <a:rPr lang="en-US" sz="800" b="1">
                          <a:solidFill>
                            <a:srgbClr val="000000"/>
                          </a:solidFill>
                          <a:effectLst/>
                          <a:latin typeface="Santander Text Light" panose="020B0304020201020104" pitchFamily="34" charset="0"/>
                          <a:ea typeface="Times New Roman" panose="02020603050405020304" pitchFamily="18" charset="0"/>
                          <a:cs typeface="Arial" panose="020B0604020202020204" pitchFamily="34" charset="0"/>
                        </a:rPr>
                        <a:t>20</a:t>
                      </a:r>
                      <a:endParaRPr lang="pt-PT" sz="1000">
                        <a:effectLst/>
                        <a:latin typeface="Santander Text Light" panose="020B0304020201020104" pitchFamily="34" charset="0"/>
                        <a:ea typeface="Arial" panose="020B0604020202020204" pitchFamily="34" charset="0"/>
                        <a:cs typeface="Times New Roman" panose="02020603050405020304" pitchFamily="18" charset="0"/>
                      </a:endParaRPr>
                    </a:p>
                  </a:txBody>
                  <a:tcPr marL="44450" marR="44450" marT="0" marB="0" anchor="ctr">
                    <a:lnL>
                      <a:noFill/>
                    </a:lnL>
                    <a:lnR>
                      <a:noFill/>
                    </a:lnR>
                    <a:lnT>
                      <a:noFill/>
                    </a:lnT>
                    <a:lnB>
                      <a:noFill/>
                    </a:lnB>
                    <a:solidFill>
                      <a:srgbClr val="C2C2C2"/>
                    </a:solidFill>
                  </a:tcPr>
                </a:tc>
                <a:tc>
                  <a:txBody>
                    <a:bodyPr/>
                    <a:lstStyle/>
                    <a:p>
                      <a:pPr>
                        <a:lnSpc>
                          <a:spcPct val="115000"/>
                        </a:lnSpc>
                        <a:spcAft>
                          <a:spcPts val="600"/>
                        </a:spcAft>
                      </a:pPr>
                      <a:r>
                        <a:rPr lang="en-US" sz="800" b="1">
                          <a:solidFill>
                            <a:srgbClr val="000000"/>
                          </a:solidFill>
                          <a:effectLst/>
                          <a:latin typeface="Santander Text Light" panose="020B0304020201020104" pitchFamily="34" charset="0"/>
                          <a:ea typeface="Times New Roman" panose="02020603050405020304" pitchFamily="18" charset="0"/>
                          <a:cs typeface="Arial" panose="020B0604020202020204" pitchFamily="34" charset="0"/>
                        </a:rPr>
                        <a:t>4096</a:t>
                      </a:r>
                      <a:endParaRPr lang="pt-PT" sz="1000">
                        <a:effectLst/>
                        <a:latin typeface="Santander Text Light" panose="020B0304020201020104" pitchFamily="34" charset="0"/>
                        <a:ea typeface="Arial" panose="020B0604020202020204" pitchFamily="34" charset="0"/>
                        <a:cs typeface="Times New Roman" panose="02020603050405020304" pitchFamily="18" charset="0"/>
                      </a:endParaRPr>
                    </a:p>
                  </a:txBody>
                  <a:tcPr marL="44450" marR="44450" marT="0" marB="0" anchor="ctr">
                    <a:lnL>
                      <a:noFill/>
                    </a:lnL>
                    <a:lnR>
                      <a:noFill/>
                    </a:lnR>
                    <a:lnT>
                      <a:noFill/>
                    </a:lnT>
                    <a:lnB>
                      <a:noFill/>
                    </a:lnB>
                    <a:solidFill>
                      <a:srgbClr val="C2C2C2"/>
                    </a:solidFill>
                  </a:tcPr>
                </a:tc>
                <a:tc>
                  <a:txBody>
                    <a:bodyPr/>
                    <a:lstStyle/>
                    <a:p>
                      <a:pPr>
                        <a:lnSpc>
                          <a:spcPct val="115000"/>
                        </a:lnSpc>
                        <a:spcAft>
                          <a:spcPts val="600"/>
                        </a:spcAft>
                      </a:pPr>
                      <a:r>
                        <a:rPr lang="en-US" sz="800" b="1">
                          <a:solidFill>
                            <a:srgbClr val="000000"/>
                          </a:solidFill>
                          <a:effectLst/>
                          <a:latin typeface="Santander Text Light" panose="020B0304020201020104" pitchFamily="34" charset="0"/>
                          <a:ea typeface="Times New Roman" panose="02020603050405020304" pitchFamily="18" charset="0"/>
                          <a:cs typeface="Arial" panose="020B0604020202020204" pitchFamily="34" charset="0"/>
                        </a:rPr>
                        <a:t>10.120.32.4</a:t>
                      </a:r>
                      <a:endParaRPr lang="pt-PT" sz="1000">
                        <a:effectLst/>
                        <a:latin typeface="Santander Text Light" panose="020B0304020201020104" pitchFamily="34" charset="0"/>
                        <a:ea typeface="Arial" panose="020B0604020202020204" pitchFamily="34" charset="0"/>
                        <a:cs typeface="Times New Roman" panose="02020603050405020304" pitchFamily="18" charset="0"/>
                      </a:endParaRPr>
                    </a:p>
                  </a:txBody>
                  <a:tcPr marL="44450" marR="44450" marT="0" marB="0" anchor="ctr">
                    <a:lnL>
                      <a:noFill/>
                    </a:lnL>
                    <a:lnR>
                      <a:noFill/>
                    </a:lnR>
                    <a:lnT>
                      <a:noFill/>
                    </a:lnT>
                    <a:lnB>
                      <a:noFill/>
                    </a:lnB>
                    <a:solidFill>
                      <a:srgbClr val="C2C2C2"/>
                    </a:solidFill>
                  </a:tcPr>
                </a:tc>
                <a:tc>
                  <a:txBody>
                    <a:bodyPr/>
                    <a:lstStyle/>
                    <a:p>
                      <a:pPr>
                        <a:lnSpc>
                          <a:spcPct val="115000"/>
                        </a:lnSpc>
                        <a:spcAft>
                          <a:spcPts val="600"/>
                        </a:spcAft>
                      </a:pPr>
                      <a:r>
                        <a:rPr lang="en-US" sz="800" b="1">
                          <a:solidFill>
                            <a:srgbClr val="000000"/>
                          </a:solidFill>
                          <a:effectLst/>
                          <a:latin typeface="Santander Text Light" panose="020B0304020201020104" pitchFamily="34" charset="0"/>
                          <a:ea typeface="Times New Roman" panose="02020603050405020304" pitchFamily="18" charset="0"/>
                          <a:cs typeface="Arial" panose="020B0604020202020204" pitchFamily="34" charset="0"/>
                        </a:rPr>
                        <a:t>10.120.47.254</a:t>
                      </a:r>
                      <a:endParaRPr lang="pt-PT" sz="1000">
                        <a:effectLst/>
                        <a:latin typeface="Santander Text Light" panose="020B0304020201020104" pitchFamily="34" charset="0"/>
                        <a:ea typeface="Arial" panose="020B0604020202020204" pitchFamily="34" charset="0"/>
                        <a:cs typeface="Times New Roman" panose="02020603050405020304" pitchFamily="18" charset="0"/>
                      </a:endParaRPr>
                    </a:p>
                  </a:txBody>
                  <a:tcPr marL="44450" marR="44450" marT="0" marB="0" anchor="ctr">
                    <a:lnL>
                      <a:noFill/>
                    </a:lnL>
                    <a:lnR>
                      <a:noFill/>
                    </a:lnR>
                    <a:lnT>
                      <a:noFill/>
                    </a:lnT>
                    <a:lnB>
                      <a:noFill/>
                    </a:lnB>
                    <a:solidFill>
                      <a:srgbClr val="C2C2C2"/>
                    </a:solidFill>
                  </a:tcPr>
                </a:tc>
                <a:extLst>
                  <a:ext uri="{0D108BD9-81ED-4DB2-BD59-A6C34878D82A}">
                    <a16:rowId xmlns:a16="http://schemas.microsoft.com/office/drawing/2014/main" val="2794270060"/>
                  </a:ext>
                </a:extLst>
              </a:tr>
              <a:tr h="195580">
                <a:tc>
                  <a:txBody>
                    <a:bodyPr/>
                    <a:lstStyle/>
                    <a:p>
                      <a:pPr>
                        <a:lnSpc>
                          <a:spcPct val="115000"/>
                        </a:lnSpc>
                        <a:spcAft>
                          <a:spcPts val="600"/>
                        </a:spcAft>
                      </a:pPr>
                      <a:r>
                        <a:rPr lang="en-US" sz="800">
                          <a:solidFill>
                            <a:srgbClr val="000000"/>
                          </a:solidFill>
                          <a:effectLst/>
                          <a:latin typeface="Santander Text Light" panose="020B0304020201020104" pitchFamily="34" charset="0"/>
                          <a:ea typeface="Times New Roman" panose="02020603050405020304" pitchFamily="18" charset="0"/>
                          <a:cs typeface="Arial" panose="020B0604020202020204" pitchFamily="34" charset="0"/>
                        </a:rPr>
                        <a:t>AKS (CNI networking)</a:t>
                      </a:r>
                      <a:endParaRPr lang="pt-PT" sz="1000">
                        <a:effectLst/>
                        <a:latin typeface="Santander Text Light" panose="020B0304020201020104" pitchFamily="34" charset="0"/>
                        <a:ea typeface="Arial" panose="020B0604020202020204" pitchFamily="34" charset="0"/>
                        <a:cs typeface="Times New Roman" panose="02020603050405020304" pitchFamily="18" charset="0"/>
                      </a:endParaRPr>
                    </a:p>
                  </a:txBody>
                  <a:tcPr marL="44450" marR="44450" marT="0" marB="0" anchor="ctr">
                    <a:lnL>
                      <a:noFill/>
                    </a:lnL>
                    <a:lnR>
                      <a:noFill/>
                    </a:lnR>
                    <a:lnT>
                      <a:noFill/>
                    </a:lnT>
                    <a:lnB>
                      <a:noFill/>
                    </a:lnB>
                    <a:solidFill>
                      <a:srgbClr val="F2F2F2"/>
                    </a:solidFill>
                  </a:tcPr>
                </a:tc>
                <a:tc>
                  <a:txBody>
                    <a:bodyPr/>
                    <a:lstStyle/>
                    <a:p>
                      <a:pPr>
                        <a:lnSpc>
                          <a:spcPct val="115000"/>
                        </a:lnSpc>
                        <a:spcAft>
                          <a:spcPts val="600"/>
                        </a:spcAft>
                      </a:pPr>
                      <a:r>
                        <a:rPr lang="en-US" sz="800">
                          <a:solidFill>
                            <a:srgbClr val="000000"/>
                          </a:solidFill>
                          <a:effectLst/>
                          <a:latin typeface="Santander Text Light" panose="020B0304020201020104" pitchFamily="34" charset="0"/>
                          <a:ea typeface="Times New Roman" panose="02020603050405020304" pitchFamily="18" charset="0"/>
                          <a:cs typeface="Arial" panose="020B0604020202020204" pitchFamily="34" charset="0"/>
                        </a:rPr>
                        <a:t>10.120.32.0</a:t>
                      </a:r>
                      <a:endParaRPr lang="pt-PT" sz="1000">
                        <a:effectLst/>
                        <a:latin typeface="Santander Text Light" panose="020B0304020201020104" pitchFamily="34" charset="0"/>
                        <a:ea typeface="Arial" panose="020B0604020202020204" pitchFamily="34" charset="0"/>
                        <a:cs typeface="Times New Roman" panose="02020603050405020304" pitchFamily="18" charset="0"/>
                      </a:endParaRPr>
                    </a:p>
                  </a:txBody>
                  <a:tcPr marL="44450" marR="44450" marT="0" marB="0" anchor="ctr">
                    <a:lnL>
                      <a:noFill/>
                    </a:lnL>
                    <a:lnR>
                      <a:noFill/>
                    </a:lnR>
                    <a:lnT>
                      <a:noFill/>
                    </a:lnT>
                    <a:lnB>
                      <a:noFill/>
                    </a:lnB>
                    <a:solidFill>
                      <a:srgbClr val="F2F2F2"/>
                    </a:solidFill>
                  </a:tcPr>
                </a:tc>
                <a:tc>
                  <a:txBody>
                    <a:bodyPr/>
                    <a:lstStyle/>
                    <a:p>
                      <a:pPr>
                        <a:lnSpc>
                          <a:spcPct val="115000"/>
                        </a:lnSpc>
                        <a:spcAft>
                          <a:spcPts val="600"/>
                        </a:spcAft>
                      </a:pPr>
                      <a:r>
                        <a:rPr lang="en-US" sz="800">
                          <a:solidFill>
                            <a:srgbClr val="000000"/>
                          </a:solidFill>
                          <a:effectLst/>
                          <a:latin typeface="Santander Text Light" panose="020B0304020201020104" pitchFamily="34" charset="0"/>
                          <a:ea typeface="Times New Roman" panose="02020603050405020304" pitchFamily="18" charset="0"/>
                          <a:cs typeface="Arial" panose="020B0604020202020204" pitchFamily="34" charset="0"/>
                        </a:rPr>
                        <a:t>255.255.248.0</a:t>
                      </a:r>
                      <a:endParaRPr lang="pt-PT" sz="1000">
                        <a:effectLst/>
                        <a:latin typeface="Santander Text Light" panose="020B0304020201020104" pitchFamily="34" charset="0"/>
                        <a:ea typeface="Arial" panose="020B0604020202020204" pitchFamily="34" charset="0"/>
                        <a:cs typeface="Times New Roman" panose="02020603050405020304" pitchFamily="18" charset="0"/>
                      </a:endParaRPr>
                    </a:p>
                  </a:txBody>
                  <a:tcPr marL="44450" marR="44450" marT="0" marB="0" anchor="ctr">
                    <a:lnL>
                      <a:noFill/>
                    </a:lnL>
                    <a:lnR>
                      <a:noFill/>
                    </a:lnR>
                    <a:lnT>
                      <a:noFill/>
                    </a:lnT>
                    <a:lnB>
                      <a:noFill/>
                    </a:lnB>
                    <a:solidFill>
                      <a:srgbClr val="F2F2F2"/>
                    </a:solidFill>
                  </a:tcPr>
                </a:tc>
                <a:tc>
                  <a:txBody>
                    <a:bodyPr/>
                    <a:lstStyle/>
                    <a:p>
                      <a:pPr>
                        <a:lnSpc>
                          <a:spcPct val="115000"/>
                        </a:lnSpc>
                        <a:spcAft>
                          <a:spcPts val="600"/>
                        </a:spcAft>
                      </a:pPr>
                      <a:r>
                        <a:rPr lang="en-US" sz="800">
                          <a:solidFill>
                            <a:srgbClr val="000000"/>
                          </a:solidFill>
                          <a:effectLst/>
                          <a:latin typeface="Santander Text Light" panose="020B0304020201020104" pitchFamily="34" charset="0"/>
                          <a:ea typeface="Times New Roman" panose="02020603050405020304" pitchFamily="18" charset="0"/>
                          <a:cs typeface="Arial" panose="020B0604020202020204" pitchFamily="34" charset="0"/>
                        </a:rPr>
                        <a:t>21</a:t>
                      </a:r>
                      <a:endParaRPr lang="pt-PT" sz="1000">
                        <a:effectLst/>
                        <a:latin typeface="Santander Text Light" panose="020B0304020201020104" pitchFamily="34" charset="0"/>
                        <a:ea typeface="Arial" panose="020B0604020202020204" pitchFamily="34" charset="0"/>
                        <a:cs typeface="Times New Roman" panose="02020603050405020304" pitchFamily="18" charset="0"/>
                      </a:endParaRPr>
                    </a:p>
                  </a:txBody>
                  <a:tcPr marL="44450" marR="44450" marT="0" marB="0" anchor="ctr">
                    <a:lnL>
                      <a:noFill/>
                    </a:lnL>
                    <a:lnR>
                      <a:noFill/>
                    </a:lnR>
                    <a:lnT>
                      <a:noFill/>
                    </a:lnT>
                    <a:lnB>
                      <a:noFill/>
                    </a:lnB>
                    <a:solidFill>
                      <a:srgbClr val="F2F2F2"/>
                    </a:solidFill>
                  </a:tcPr>
                </a:tc>
                <a:tc>
                  <a:txBody>
                    <a:bodyPr/>
                    <a:lstStyle/>
                    <a:p>
                      <a:pPr>
                        <a:lnSpc>
                          <a:spcPct val="115000"/>
                        </a:lnSpc>
                        <a:spcAft>
                          <a:spcPts val="600"/>
                        </a:spcAft>
                      </a:pPr>
                      <a:r>
                        <a:rPr lang="en-US" sz="800">
                          <a:solidFill>
                            <a:srgbClr val="000000"/>
                          </a:solidFill>
                          <a:effectLst/>
                          <a:latin typeface="Santander Text Light" panose="020B0304020201020104" pitchFamily="34" charset="0"/>
                          <a:ea typeface="Times New Roman" panose="02020603050405020304" pitchFamily="18" charset="0"/>
                          <a:cs typeface="Arial" panose="020B0604020202020204" pitchFamily="34" charset="0"/>
                        </a:rPr>
                        <a:t>2048</a:t>
                      </a:r>
                      <a:endParaRPr lang="pt-PT" sz="1000">
                        <a:effectLst/>
                        <a:latin typeface="Santander Text Light" panose="020B0304020201020104" pitchFamily="34" charset="0"/>
                        <a:ea typeface="Arial" panose="020B0604020202020204" pitchFamily="34" charset="0"/>
                        <a:cs typeface="Times New Roman" panose="02020603050405020304" pitchFamily="18" charset="0"/>
                      </a:endParaRPr>
                    </a:p>
                  </a:txBody>
                  <a:tcPr marL="44450" marR="44450" marT="0" marB="0" anchor="ctr">
                    <a:lnL>
                      <a:noFill/>
                    </a:lnL>
                    <a:lnR>
                      <a:noFill/>
                    </a:lnR>
                    <a:lnT>
                      <a:noFill/>
                    </a:lnT>
                    <a:lnB>
                      <a:noFill/>
                    </a:lnB>
                    <a:solidFill>
                      <a:srgbClr val="F2F2F2"/>
                    </a:solidFill>
                  </a:tcPr>
                </a:tc>
                <a:tc>
                  <a:txBody>
                    <a:bodyPr/>
                    <a:lstStyle/>
                    <a:p>
                      <a:pPr>
                        <a:lnSpc>
                          <a:spcPct val="115000"/>
                        </a:lnSpc>
                        <a:spcAft>
                          <a:spcPts val="600"/>
                        </a:spcAft>
                      </a:pPr>
                      <a:r>
                        <a:rPr lang="en-US" sz="800">
                          <a:solidFill>
                            <a:srgbClr val="000000"/>
                          </a:solidFill>
                          <a:effectLst/>
                          <a:latin typeface="Santander Text Light" panose="020B0304020201020104" pitchFamily="34" charset="0"/>
                          <a:ea typeface="Times New Roman" panose="02020603050405020304" pitchFamily="18" charset="0"/>
                          <a:cs typeface="Arial" panose="020B0604020202020204" pitchFamily="34" charset="0"/>
                        </a:rPr>
                        <a:t>10.120.32.4</a:t>
                      </a:r>
                      <a:endParaRPr lang="pt-PT" sz="1000">
                        <a:effectLst/>
                        <a:latin typeface="Santander Text Light" panose="020B0304020201020104" pitchFamily="34" charset="0"/>
                        <a:ea typeface="Arial" panose="020B0604020202020204" pitchFamily="34" charset="0"/>
                        <a:cs typeface="Times New Roman" panose="02020603050405020304" pitchFamily="18" charset="0"/>
                      </a:endParaRPr>
                    </a:p>
                  </a:txBody>
                  <a:tcPr marL="44450" marR="44450" marT="0" marB="0" anchor="ctr">
                    <a:lnL>
                      <a:noFill/>
                    </a:lnL>
                    <a:lnR>
                      <a:noFill/>
                    </a:lnR>
                    <a:lnT>
                      <a:noFill/>
                    </a:lnT>
                    <a:lnB>
                      <a:noFill/>
                    </a:lnB>
                    <a:solidFill>
                      <a:srgbClr val="F2F2F2"/>
                    </a:solidFill>
                  </a:tcPr>
                </a:tc>
                <a:tc>
                  <a:txBody>
                    <a:bodyPr/>
                    <a:lstStyle/>
                    <a:p>
                      <a:pPr>
                        <a:lnSpc>
                          <a:spcPct val="115000"/>
                        </a:lnSpc>
                        <a:spcAft>
                          <a:spcPts val="600"/>
                        </a:spcAft>
                      </a:pPr>
                      <a:r>
                        <a:rPr lang="en-US" sz="800">
                          <a:solidFill>
                            <a:srgbClr val="000000"/>
                          </a:solidFill>
                          <a:effectLst/>
                          <a:latin typeface="Santander Text Light" panose="020B0304020201020104" pitchFamily="34" charset="0"/>
                          <a:ea typeface="Times New Roman" panose="02020603050405020304" pitchFamily="18" charset="0"/>
                          <a:cs typeface="Arial" panose="020B0604020202020204" pitchFamily="34" charset="0"/>
                        </a:rPr>
                        <a:t>10.120.39.254</a:t>
                      </a:r>
                      <a:endParaRPr lang="pt-PT" sz="1000">
                        <a:effectLst/>
                        <a:latin typeface="Santander Text Light" panose="020B0304020201020104" pitchFamily="34" charset="0"/>
                        <a:ea typeface="Arial" panose="020B0604020202020204" pitchFamily="34" charset="0"/>
                        <a:cs typeface="Times New Roman" panose="02020603050405020304" pitchFamily="18" charset="0"/>
                      </a:endParaRPr>
                    </a:p>
                  </a:txBody>
                  <a:tcPr marL="44450" marR="44450" marT="0" marB="0" anchor="ctr">
                    <a:lnL>
                      <a:noFill/>
                    </a:lnL>
                    <a:lnR>
                      <a:noFill/>
                    </a:lnR>
                    <a:lnT>
                      <a:noFill/>
                    </a:lnT>
                    <a:lnB>
                      <a:noFill/>
                    </a:lnB>
                    <a:solidFill>
                      <a:srgbClr val="F2F2F2"/>
                    </a:solidFill>
                  </a:tcPr>
                </a:tc>
                <a:extLst>
                  <a:ext uri="{0D108BD9-81ED-4DB2-BD59-A6C34878D82A}">
                    <a16:rowId xmlns:a16="http://schemas.microsoft.com/office/drawing/2014/main" val="2772206206"/>
                  </a:ext>
                </a:extLst>
              </a:tr>
              <a:tr h="195580">
                <a:tc>
                  <a:txBody>
                    <a:bodyPr/>
                    <a:lstStyle/>
                    <a:p>
                      <a:pPr>
                        <a:lnSpc>
                          <a:spcPct val="115000"/>
                        </a:lnSpc>
                        <a:spcAft>
                          <a:spcPts val="600"/>
                        </a:spcAft>
                      </a:pPr>
                      <a:r>
                        <a:rPr lang="en-US" sz="800">
                          <a:solidFill>
                            <a:srgbClr val="000000"/>
                          </a:solidFill>
                          <a:effectLst/>
                          <a:latin typeface="Santander Text Light" panose="020B0304020201020104" pitchFamily="34" charset="0"/>
                          <a:ea typeface="Times New Roman" panose="02020603050405020304" pitchFamily="18" charset="0"/>
                          <a:cs typeface="Arial" panose="020B0604020202020204" pitchFamily="34" charset="0"/>
                        </a:rPr>
                        <a:t>APIM</a:t>
                      </a:r>
                      <a:endParaRPr lang="pt-PT" sz="1000">
                        <a:effectLst/>
                        <a:latin typeface="Santander Text Light" panose="020B0304020201020104" pitchFamily="34" charset="0"/>
                        <a:ea typeface="Arial" panose="020B0604020202020204" pitchFamily="34" charset="0"/>
                        <a:cs typeface="Times New Roman" panose="02020603050405020304" pitchFamily="18" charset="0"/>
                      </a:endParaRPr>
                    </a:p>
                  </a:txBody>
                  <a:tcPr marL="44450" marR="44450" marT="0" marB="0" anchor="ctr">
                    <a:lnL>
                      <a:noFill/>
                    </a:lnL>
                    <a:lnR>
                      <a:noFill/>
                    </a:lnR>
                    <a:lnT>
                      <a:noFill/>
                    </a:lnT>
                    <a:lnB>
                      <a:noFill/>
                    </a:lnB>
                    <a:solidFill>
                      <a:srgbClr val="F2F2F2"/>
                    </a:solidFill>
                  </a:tcPr>
                </a:tc>
                <a:tc>
                  <a:txBody>
                    <a:bodyPr/>
                    <a:lstStyle/>
                    <a:p>
                      <a:pPr>
                        <a:lnSpc>
                          <a:spcPct val="115000"/>
                        </a:lnSpc>
                        <a:spcAft>
                          <a:spcPts val="600"/>
                        </a:spcAft>
                      </a:pPr>
                      <a:r>
                        <a:rPr lang="en-US" sz="800">
                          <a:solidFill>
                            <a:srgbClr val="000000"/>
                          </a:solidFill>
                          <a:effectLst/>
                          <a:latin typeface="Santander Text Light" panose="020B0304020201020104" pitchFamily="34" charset="0"/>
                          <a:ea typeface="Times New Roman" panose="02020603050405020304" pitchFamily="18" charset="0"/>
                          <a:cs typeface="Arial" panose="020B0604020202020204" pitchFamily="34" charset="0"/>
                        </a:rPr>
                        <a:t>10.120.40.0</a:t>
                      </a:r>
                      <a:endParaRPr lang="pt-PT" sz="1000">
                        <a:effectLst/>
                        <a:latin typeface="Santander Text Light" panose="020B0304020201020104" pitchFamily="34" charset="0"/>
                        <a:ea typeface="Arial" panose="020B0604020202020204" pitchFamily="34" charset="0"/>
                        <a:cs typeface="Times New Roman" panose="02020603050405020304" pitchFamily="18" charset="0"/>
                      </a:endParaRPr>
                    </a:p>
                  </a:txBody>
                  <a:tcPr marL="44450" marR="44450" marT="0" marB="0" anchor="ctr">
                    <a:lnL>
                      <a:noFill/>
                    </a:lnL>
                    <a:lnR>
                      <a:noFill/>
                    </a:lnR>
                    <a:lnT>
                      <a:noFill/>
                    </a:lnT>
                    <a:lnB>
                      <a:noFill/>
                    </a:lnB>
                    <a:solidFill>
                      <a:srgbClr val="F2F2F2"/>
                    </a:solidFill>
                  </a:tcPr>
                </a:tc>
                <a:tc>
                  <a:txBody>
                    <a:bodyPr/>
                    <a:lstStyle/>
                    <a:p>
                      <a:pPr>
                        <a:lnSpc>
                          <a:spcPct val="115000"/>
                        </a:lnSpc>
                        <a:spcAft>
                          <a:spcPts val="600"/>
                        </a:spcAft>
                      </a:pPr>
                      <a:r>
                        <a:rPr lang="en-US" sz="800">
                          <a:solidFill>
                            <a:srgbClr val="000000"/>
                          </a:solidFill>
                          <a:effectLst/>
                          <a:latin typeface="Santander Text Light" panose="020B0304020201020104" pitchFamily="34" charset="0"/>
                          <a:ea typeface="Times New Roman" panose="02020603050405020304" pitchFamily="18" charset="0"/>
                          <a:cs typeface="Arial" panose="020B0604020202020204" pitchFamily="34" charset="0"/>
                        </a:rPr>
                        <a:t>255.255.255.192</a:t>
                      </a:r>
                      <a:endParaRPr lang="pt-PT" sz="1000">
                        <a:effectLst/>
                        <a:latin typeface="Santander Text Light" panose="020B0304020201020104" pitchFamily="34" charset="0"/>
                        <a:ea typeface="Arial" panose="020B0604020202020204" pitchFamily="34" charset="0"/>
                        <a:cs typeface="Times New Roman" panose="02020603050405020304" pitchFamily="18" charset="0"/>
                      </a:endParaRPr>
                    </a:p>
                  </a:txBody>
                  <a:tcPr marL="44450" marR="44450" marT="0" marB="0" anchor="ctr">
                    <a:lnL>
                      <a:noFill/>
                    </a:lnL>
                    <a:lnR>
                      <a:noFill/>
                    </a:lnR>
                    <a:lnT>
                      <a:noFill/>
                    </a:lnT>
                    <a:lnB>
                      <a:noFill/>
                    </a:lnB>
                    <a:solidFill>
                      <a:srgbClr val="F2F2F2"/>
                    </a:solidFill>
                  </a:tcPr>
                </a:tc>
                <a:tc>
                  <a:txBody>
                    <a:bodyPr/>
                    <a:lstStyle/>
                    <a:p>
                      <a:pPr>
                        <a:lnSpc>
                          <a:spcPct val="115000"/>
                        </a:lnSpc>
                        <a:spcAft>
                          <a:spcPts val="600"/>
                        </a:spcAft>
                      </a:pPr>
                      <a:r>
                        <a:rPr lang="en-US" sz="800">
                          <a:solidFill>
                            <a:srgbClr val="000000"/>
                          </a:solidFill>
                          <a:effectLst/>
                          <a:latin typeface="Santander Text Light" panose="020B0304020201020104" pitchFamily="34" charset="0"/>
                          <a:ea typeface="Times New Roman" panose="02020603050405020304" pitchFamily="18" charset="0"/>
                          <a:cs typeface="Arial" panose="020B0604020202020204" pitchFamily="34" charset="0"/>
                        </a:rPr>
                        <a:t>26</a:t>
                      </a:r>
                      <a:endParaRPr lang="pt-PT" sz="1000">
                        <a:effectLst/>
                        <a:latin typeface="Santander Text Light" panose="020B0304020201020104" pitchFamily="34" charset="0"/>
                        <a:ea typeface="Arial" panose="020B0604020202020204" pitchFamily="34" charset="0"/>
                        <a:cs typeface="Times New Roman" panose="02020603050405020304" pitchFamily="18" charset="0"/>
                      </a:endParaRPr>
                    </a:p>
                  </a:txBody>
                  <a:tcPr marL="44450" marR="44450" marT="0" marB="0" anchor="ctr">
                    <a:lnL>
                      <a:noFill/>
                    </a:lnL>
                    <a:lnR>
                      <a:noFill/>
                    </a:lnR>
                    <a:lnT>
                      <a:noFill/>
                    </a:lnT>
                    <a:lnB>
                      <a:noFill/>
                    </a:lnB>
                    <a:solidFill>
                      <a:srgbClr val="F2F2F2"/>
                    </a:solidFill>
                  </a:tcPr>
                </a:tc>
                <a:tc>
                  <a:txBody>
                    <a:bodyPr/>
                    <a:lstStyle/>
                    <a:p>
                      <a:pPr>
                        <a:lnSpc>
                          <a:spcPct val="115000"/>
                        </a:lnSpc>
                        <a:spcAft>
                          <a:spcPts val="600"/>
                        </a:spcAft>
                      </a:pPr>
                      <a:r>
                        <a:rPr lang="en-US" sz="800">
                          <a:solidFill>
                            <a:srgbClr val="000000"/>
                          </a:solidFill>
                          <a:effectLst/>
                          <a:latin typeface="Santander Text Light" panose="020B0304020201020104" pitchFamily="34" charset="0"/>
                          <a:ea typeface="Times New Roman" panose="02020603050405020304" pitchFamily="18" charset="0"/>
                          <a:cs typeface="Arial" panose="020B0604020202020204" pitchFamily="34" charset="0"/>
                        </a:rPr>
                        <a:t>64</a:t>
                      </a:r>
                      <a:endParaRPr lang="pt-PT" sz="1000">
                        <a:effectLst/>
                        <a:latin typeface="Santander Text Light" panose="020B0304020201020104" pitchFamily="34" charset="0"/>
                        <a:ea typeface="Arial" panose="020B0604020202020204" pitchFamily="34" charset="0"/>
                        <a:cs typeface="Times New Roman" panose="02020603050405020304" pitchFamily="18" charset="0"/>
                      </a:endParaRPr>
                    </a:p>
                  </a:txBody>
                  <a:tcPr marL="44450" marR="44450" marT="0" marB="0" anchor="ctr">
                    <a:lnL>
                      <a:noFill/>
                    </a:lnL>
                    <a:lnR>
                      <a:noFill/>
                    </a:lnR>
                    <a:lnT>
                      <a:noFill/>
                    </a:lnT>
                    <a:lnB>
                      <a:noFill/>
                    </a:lnB>
                    <a:solidFill>
                      <a:srgbClr val="F2F2F2"/>
                    </a:solidFill>
                  </a:tcPr>
                </a:tc>
                <a:tc>
                  <a:txBody>
                    <a:bodyPr/>
                    <a:lstStyle/>
                    <a:p>
                      <a:pPr>
                        <a:lnSpc>
                          <a:spcPct val="115000"/>
                        </a:lnSpc>
                        <a:spcAft>
                          <a:spcPts val="600"/>
                        </a:spcAft>
                      </a:pPr>
                      <a:r>
                        <a:rPr lang="en-US" sz="800">
                          <a:solidFill>
                            <a:srgbClr val="000000"/>
                          </a:solidFill>
                          <a:effectLst/>
                          <a:latin typeface="Santander Text Light" panose="020B0304020201020104" pitchFamily="34" charset="0"/>
                          <a:ea typeface="Times New Roman" panose="02020603050405020304" pitchFamily="18" charset="0"/>
                          <a:cs typeface="Arial" panose="020B0604020202020204" pitchFamily="34" charset="0"/>
                        </a:rPr>
                        <a:t>10.120.40.4</a:t>
                      </a:r>
                      <a:endParaRPr lang="pt-PT" sz="1000">
                        <a:effectLst/>
                        <a:latin typeface="Santander Text Light" panose="020B0304020201020104" pitchFamily="34" charset="0"/>
                        <a:ea typeface="Arial" panose="020B0604020202020204" pitchFamily="34" charset="0"/>
                        <a:cs typeface="Times New Roman" panose="02020603050405020304" pitchFamily="18" charset="0"/>
                      </a:endParaRPr>
                    </a:p>
                  </a:txBody>
                  <a:tcPr marL="44450" marR="44450" marT="0" marB="0" anchor="ctr">
                    <a:lnL>
                      <a:noFill/>
                    </a:lnL>
                    <a:lnR>
                      <a:noFill/>
                    </a:lnR>
                    <a:lnT>
                      <a:noFill/>
                    </a:lnT>
                    <a:lnB>
                      <a:noFill/>
                    </a:lnB>
                    <a:solidFill>
                      <a:srgbClr val="F2F2F2"/>
                    </a:solidFill>
                  </a:tcPr>
                </a:tc>
                <a:tc>
                  <a:txBody>
                    <a:bodyPr/>
                    <a:lstStyle/>
                    <a:p>
                      <a:pPr>
                        <a:lnSpc>
                          <a:spcPct val="115000"/>
                        </a:lnSpc>
                        <a:spcAft>
                          <a:spcPts val="600"/>
                        </a:spcAft>
                      </a:pPr>
                      <a:r>
                        <a:rPr lang="en-US" sz="800">
                          <a:solidFill>
                            <a:srgbClr val="000000"/>
                          </a:solidFill>
                          <a:effectLst/>
                          <a:latin typeface="Santander Text Light" panose="020B0304020201020104" pitchFamily="34" charset="0"/>
                          <a:ea typeface="Times New Roman" panose="02020603050405020304" pitchFamily="18" charset="0"/>
                          <a:cs typeface="Arial" panose="020B0604020202020204" pitchFamily="34" charset="0"/>
                        </a:rPr>
                        <a:t>10.120.40.62</a:t>
                      </a:r>
                      <a:endParaRPr lang="pt-PT" sz="1000">
                        <a:effectLst/>
                        <a:latin typeface="Santander Text Light" panose="020B0304020201020104" pitchFamily="34" charset="0"/>
                        <a:ea typeface="Arial" panose="020B0604020202020204" pitchFamily="34" charset="0"/>
                        <a:cs typeface="Times New Roman" panose="02020603050405020304" pitchFamily="18" charset="0"/>
                      </a:endParaRPr>
                    </a:p>
                  </a:txBody>
                  <a:tcPr marL="44450" marR="44450" marT="0" marB="0" anchor="ctr">
                    <a:lnL>
                      <a:noFill/>
                    </a:lnL>
                    <a:lnR>
                      <a:noFill/>
                    </a:lnR>
                    <a:lnT>
                      <a:noFill/>
                    </a:lnT>
                    <a:lnB>
                      <a:noFill/>
                    </a:lnB>
                    <a:solidFill>
                      <a:srgbClr val="F2F2F2"/>
                    </a:solidFill>
                  </a:tcPr>
                </a:tc>
                <a:extLst>
                  <a:ext uri="{0D108BD9-81ED-4DB2-BD59-A6C34878D82A}">
                    <a16:rowId xmlns:a16="http://schemas.microsoft.com/office/drawing/2014/main" val="2131949855"/>
                  </a:ext>
                </a:extLst>
              </a:tr>
              <a:tr h="195580">
                <a:tc>
                  <a:txBody>
                    <a:bodyPr/>
                    <a:lstStyle/>
                    <a:p>
                      <a:pPr>
                        <a:lnSpc>
                          <a:spcPct val="115000"/>
                        </a:lnSpc>
                        <a:spcAft>
                          <a:spcPts val="600"/>
                        </a:spcAft>
                      </a:pPr>
                      <a:r>
                        <a:rPr lang="en-US" sz="800">
                          <a:solidFill>
                            <a:srgbClr val="000000"/>
                          </a:solidFill>
                          <a:effectLst/>
                          <a:latin typeface="Santander Text Light" panose="020B0304020201020104" pitchFamily="34" charset="0"/>
                          <a:ea typeface="Times New Roman" panose="02020603050405020304" pitchFamily="18" charset="0"/>
                          <a:cs typeface="Arial" panose="020B0604020202020204" pitchFamily="34" charset="0"/>
                        </a:rPr>
                        <a:t>Workload</a:t>
                      </a:r>
                      <a:endParaRPr lang="pt-PT" sz="1000">
                        <a:effectLst/>
                        <a:latin typeface="Santander Text Light" panose="020B0304020201020104" pitchFamily="34" charset="0"/>
                        <a:ea typeface="Arial" panose="020B0604020202020204" pitchFamily="34" charset="0"/>
                        <a:cs typeface="Times New Roman" panose="02020603050405020304" pitchFamily="18" charset="0"/>
                      </a:endParaRPr>
                    </a:p>
                  </a:txBody>
                  <a:tcPr marL="44450" marR="44450" marT="0" marB="0" anchor="ctr">
                    <a:lnL>
                      <a:noFill/>
                    </a:lnL>
                    <a:lnR>
                      <a:noFill/>
                    </a:lnR>
                    <a:lnT>
                      <a:noFill/>
                    </a:lnT>
                    <a:lnB>
                      <a:noFill/>
                    </a:lnB>
                    <a:solidFill>
                      <a:srgbClr val="F2F2F2"/>
                    </a:solidFill>
                  </a:tcPr>
                </a:tc>
                <a:tc>
                  <a:txBody>
                    <a:bodyPr/>
                    <a:lstStyle/>
                    <a:p>
                      <a:pPr>
                        <a:lnSpc>
                          <a:spcPct val="115000"/>
                        </a:lnSpc>
                        <a:spcAft>
                          <a:spcPts val="600"/>
                        </a:spcAft>
                      </a:pPr>
                      <a:r>
                        <a:rPr lang="en-US" sz="800">
                          <a:solidFill>
                            <a:srgbClr val="000000"/>
                          </a:solidFill>
                          <a:effectLst/>
                          <a:latin typeface="Santander Text Light" panose="020B0304020201020104" pitchFamily="34" charset="0"/>
                          <a:ea typeface="Times New Roman" panose="02020603050405020304" pitchFamily="18" charset="0"/>
                          <a:cs typeface="Arial" panose="020B0604020202020204" pitchFamily="34" charset="0"/>
                        </a:rPr>
                        <a:t>10.120.40.64</a:t>
                      </a:r>
                      <a:endParaRPr lang="pt-PT" sz="1000">
                        <a:effectLst/>
                        <a:latin typeface="Santander Text Light" panose="020B0304020201020104" pitchFamily="34" charset="0"/>
                        <a:ea typeface="Arial" panose="020B0604020202020204" pitchFamily="34" charset="0"/>
                        <a:cs typeface="Times New Roman" panose="02020603050405020304" pitchFamily="18" charset="0"/>
                      </a:endParaRPr>
                    </a:p>
                  </a:txBody>
                  <a:tcPr marL="44450" marR="44450" marT="0" marB="0" anchor="ctr">
                    <a:lnL>
                      <a:noFill/>
                    </a:lnL>
                    <a:lnR>
                      <a:noFill/>
                    </a:lnR>
                    <a:lnT>
                      <a:noFill/>
                    </a:lnT>
                    <a:lnB>
                      <a:noFill/>
                    </a:lnB>
                    <a:solidFill>
                      <a:srgbClr val="F2F2F2"/>
                    </a:solidFill>
                  </a:tcPr>
                </a:tc>
                <a:tc>
                  <a:txBody>
                    <a:bodyPr/>
                    <a:lstStyle/>
                    <a:p>
                      <a:pPr>
                        <a:lnSpc>
                          <a:spcPct val="115000"/>
                        </a:lnSpc>
                        <a:spcAft>
                          <a:spcPts val="600"/>
                        </a:spcAft>
                      </a:pPr>
                      <a:r>
                        <a:rPr lang="en-US" sz="800">
                          <a:solidFill>
                            <a:srgbClr val="000000"/>
                          </a:solidFill>
                          <a:effectLst/>
                          <a:latin typeface="Santander Text Light" panose="020B0304020201020104" pitchFamily="34" charset="0"/>
                          <a:ea typeface="Times New Roman" panose="02020603050405020304" pitchFamily="18" charset="0"/>
                          <a:cs typeface="Arial" panose="020B0604020202020204" pitchFamily="34" charset="0"/>
                        </a:rPr>
                        <a:t>255.255.255.192</a:t>
                      </a:r>
                      <a:endParaRPr lang="pt-PT" sz="1000">
                        <a:effectLst/>
                        <a:latin typeface="Santander Text Light" panose="020B0304020201020104" pitchFamily="34" charset="0"/>
                        <a:ea typeface="Arial" panose="020B0604020202020204" pitchFamily="34" charset="0"/>
                        <a:cs typeface="Times New Roman" panose="02020603050405020304" pitchFamily="18" charset="0"/>
                      </a:endParaRPr>
                    </a:p>
                  </a:txBody>
                  <a:tcPr marL="44450" marR="44450" marT="0" marB="0" anchor="ctr">
                    <a:lnL>
                      <a:noFill/>
                    </a:lnL>
                    <a:lnR>
                      <a:noFill/>
                    </a:lnR>
                    <a:lnT>
                      <a:noFill/>
                    </a:lnT>
                    <a:lnB>
                      <a:noFill/>
                    </a:lnB>
                    <a:solidFill>
                      <a:srgbClr val="F2F2F2"/>
                    </a:solidFill>
                  </a:tcPr>
                </a:tc>
                <a:tc>
                  <a:txBody>
                    <a:bodyPr/>
                    <a:lstStyle/>
                    <a:p>
                      <a:pPr>
                        <a:lnSpc>
                          <a:spcPct val="115000"/>
                        </a:lnSpc>
                        <a:spcAft>
                          <a:spcPts val="600"/>
                        </a:spcAft>
                      </a:pPr>
                      <a:r>
                        <a:rPr lang="en-US" sz="800">
                          <a:solidFill>
                            <a:srgbClr val="000000"/>
                          </a:solidFill>
                          <a:effectLst/>
                          <a:latin typeface="Santander Text Light" panose="020B0304020201020104" pitchFamily="34" charset="0"/>
                          <a:ea typeface="Times New Roman" panose="02020603050405020304" pitchFamily="18" charset="0"/>
                          <a:cs typeface="Arial" panose="020B0604020202020204" pitchFamily="34" charset="0"/>
                        </a:rPr>
                        <a:t>26</a:t>
                      </a:r>
                      <a:endParaRPr lang="pt-PT" sz="1000">
                        <a:effectLst/>
                        <a:latin typeface="Santander Text Light" panose="020B0304020201020104" pitchFamily="34" charset="0"/>
                        <a:ea typeface="Arial" panose="020B0604020202020204" pitchFamily="34" charset="0"/>
                        <a:cs typeface="Times New Roman" panose="02020603050405020304" pitchFamily="18" charset="0"/>
                      </a:endParaRPr>
                    </a:p>
                  </a:txBody>
                  <a:tcPr marL="44450" marR="44450" marT="0" marB="0" anchor="ctr">
                    <a:lnL>
                      <a:noFill/>
                    </a:lnL>
                    <a:lnR>
                      <a:noFill/>
                    </a:lnR>
                    <a:lnT>
                      <a:noFill/>
                    </a:lnT>
                    <a:lnB>
                      <a:noFill/>
                    </a:lnB>
                    <a:solidFill>
                      <a:srgbClr val="F2F2F2"/>
                    </a:solidFill>
                  </a:tcPr>
                </a:tc>
                <a:tc>
                  <a:txBody>
                    <a:bodyPr/>
                    <a:lstStyle/>
                    <a:p>
                      <a:pPr>
                        <a:lnSpc>
                          <a:spcPct val="115000"/>
                        </a:lnSpc>
                        <a:spcAft>
                          <a:spcPts val="600"/>
                        </a:spcAft>
                      </a:pPr>
                      <a:r>
                        <a:rPr lang="en-US" sz="800">
                          <a:solidFill>
                            <a:srgbClr val="000000"/>
                          </a:solidFill>
                          <a:effectLst/>
                          <a:latin typeface="Santander Text Light" panose="020B0304020201020104" pitchFamily="34" charset="0"/>
                          <a:ea typeface="Times New Roman" panose="02020603050405020304" pitchFamily="18" charset="0"/>
                          <a:cs typeface="Arial" panose="020B0604020202020204" pitchFamily="34" charset="0"/>
                        </a:rPr>
                        <a:t>64</a:t>
                      </a:r>
                      <a:endParaRPr lang="pt-PT" sz="1000">
                        <a:effectLst/>
                        <a:latin typeface="Santander Text Light" panose="020B0304020201020104" pitchFamily="34" charset="0"/>
                        <a:ea typeface="Arial" panose="020B0604020202020204" pitchFamily="34" charset="0"/>
                        <a:cs typeface="Times New Roman" panose="02020603050405020304" pitchFamily="18" charset="0"/>
                      </a:endParaRPr>
                    </a:p>
                  </a:txBody>
                  <a:tcPr marL="44450" marR="44450" marT="0" marB="0" anchor="ctr">
                    <a:lnL>
                      <a:noFill/>
                    </a:lnL>
                    <a:lnR>
                      <a:noFill/>
                    </a:lnR>
                    <a:lnT>
                      <a:noFill/>
                    </a:lnT>
                    <a:lnB>
                      <a:noFill/>
                    </a:lnB>
                    <a:solidFill>
                      <a:srgbClr val="F2F2F2"/>
                    </a:solidFill>
                  </a:tcPr>
                </a:tc>
                <a:tc>
                  <a:txBody>
                    <a:bodyPr/>
                    <a:lstStyle/>
                    <a:p>
                      <a:pPr>
                        <a:lnSpc>
                          <a:spcPct val="115000"/>
                        </a:lnSpc>
                        <a:spcAft>
                          <a:spcPts val="600"/>
                        </a:spcAft>
                      </a:pPr>
                      <a:r>
                        <a:rPr lang="en-US" sz="800">
                          <a:solidFill>
                            <a:srgbClr val="000000"/>
                          </a:solidFill>
                          <a:effectLst/>
                          <a:latin typeface="Santander Text Light" panose="020B0304020201020104" pitchFamily="34" charset="0"/>
                          <a:ea typeface="Times New Roman" panose="02020603050405020304" pitchFamily="18" charset="0"/>
                          <a:cs typeface="Arial" panose="020B0604020202020204" pitchFamily="34" charset="0"/>
                        </a:rPr>
                        <a:t>10.120.40.68</a:t>
                      </a:r>
                      <a:endParaRPr lang="pt-PT" sz="1000">
                        <a:effectLst/>
                        <a:latin typeface="Santander Text Light" panose="020B0304020201020104" pitchFamily="34" charset="0"/>
                        <a:ea typeface="Arial" panose="020B0604020202020204" pitchFamily="34" charset="0"/>
                        <a:cs typeface="Times New Roman" panose="02020603050405020304" pitchFamily="18" charset="0"/>
                      </a:endParaRPr>
                    </a:p>
                  </a:txBody>
                  <a:tcPr marL="44450" marR="44450" marT="0" marB="0" anchor="ctr">
                    <a:lnL>
                      <a:noFill/>
                    </a:lnL>
                    <a:lnR>
                      <a:noFill/>
                    </a:lnR>
                    <a:lnT>
                      <a:noFill/>
                    </a:lnT>
                    <a:lnB>
                      <a:noFill/>
                    </a:lnB>
                    <a:solidFill>
                      <a:srgbClr val="F2F2F2"/>
                    </a:solidFill>
                  </a:tcPr>
                </a:tc>
                <a:tc>
                  <a:txBody>
                    <a:bodyPr/>
                    <a:lstStyle/>
                    <a:p>
                      <a:pPr>
                        <a:lnSpc>
                          <a:spcPct val="115000"/>
                        </a:lnSpc>
                        <a:spcAft>
                          <a:spcPts val="600"/>
                        </a:spcAft>
                      </a:pPr>
                      <a:r>
                        <a:rPr lang="en-US" sz="800">
                          <a:solidFill>
                            <a:srgbClr val="000000"/>
                          </a:solidFill>
                          <a:effectLst/>
                          <a:latin typeface="Santander Text Light" panose="020B0304020201020104" pitchFamily="34" charset="0"/>
                          <a:ea typeface="Times New Roman" panose="02020603050405020304" pitchFamily="18" charset="0"/>
                          <a:cs typeface="Arial" panose="020B0604020202020204" pitchFamily="34" charset="0"/>
                        </a:rPr>
                        <a:t>10.120.40.126</a:t>
                      </a:r>
                      <a:endParaRPr lang="pt-PT" sz="1000">
                        <a:effectLst/>
                        <a:latin typeface="Santander Text Light" panose="020B0304020201020104" pitchFamily="34" charset="0"/>
                        <a:ea typeface="Arial" panose="020B0604020202020204" pitchFamily="34" charset="0"/>
                        <a:cs typeface="Times New Roman" panose="02020603050405020304" pitchFamily="18" charset="0"/>
                      </a:endParaRPr>
                    </a:p>
                  </a:txBody>
                  <a:tcPr marL="44450" marR="44450" marT="0" marB="0" anchor="ctr">
                    <a:lnL>
                      <a:noFill/>
                    </a:lnL>
                    <a:lnR>
                      <a:noFill/>
                    </a:lnR>
                    <a:lnT>
                      <a:noFill/>
                    </a:lnT>
                    <a:lnB>
                      <a:noFill/>
                    </a:lnB>
                    <a:solidFill>
                      <a:srgbClr val="F2F2F2"/>
                    </a:solidFill>
                  </a:tcPr>
                </a:tc>
                <a:extLst>
                  <a:ext uri="{0D108BD9-81ED-4DB2-BD59-A6C34878D82A}">
                    <a16:rowId xmlns:a16="http://schemas.microsoft.com/office/drawing/2014/main" val="4065951070"/>
                  </a:ext>
                </a:extLst>
              </a:tr>
              <a:tr h="195580">
                <a:tc>
                  <a:txBody>
                    <a:bodyPr/>
                    <a:lstStyle/>
                    <a:p>
                      <a:pPr>
                        <a:lnSpc>
                          <a:spcPct val="115000"/>
                        </a:lnSpc>
                        <a:spcAft>
                          <a:spcPts val="600"/>
                        </a:spcAft>
                      </a:pPr>
                      <a:r>
                        <a:rPr lang="en-US" sz="800">
                          <a:solidFill>
                            <a:srgbClr val="000000"/>
                          </a:solidFill>
                          <a:effectLst/>
                          <a:latin typeface="Santander Text Light" panose="020B0304020201020104" pitchFamily="34" charset="0"/>
                          <a:ea typeface="Times New Roman" panose="02020603050405020304" pitchFamily="18" charset="0"/>
                          <a:cs typeface="Arial" panose="020B0604020202020204" pitchFamily="34" charset="0"/>
                        </a:rPr>
                        <a:t>…</a:t>
                      </a:r>
                      <a:endParaRPr lang="pt-PT" sz="1000">
                        <a:effectLst/>
                        <a:latin typeface="Santander Text Light" panose="020B0304020201020104" pitchFamily="34" charset="0"/>
                        <a:ea typeface="Arial" panose="020B0604020202020204" pitchFamily="34" charset="0"/>
                        <a:cs typeface="Times New Roman" panose="02020603050405020304" pitchFamily="18" charset="0"/>
                      </a:endParaRPr>
                    </a:p>
                  </a:txBody>
                  <a:tcPr marL="44450" marR="44450" marT="0" marB="0" anchor="ctr">
                    <a:lnL>
                      <a:noFill/>
                    </a:lnL>
                    <a:lnR>
                      <a:noFill/>
                    </a:lnR>
                    <a:lnT>
                      <a:noFill/>
                    </a:lnT>
                    <a:lnB>
                      <a:noFill/>
                    </a:lnB>
                    <a:solidFill>
                      <a:srgbClr val="F2F2F2"/>
                    </a:solidFill>
                  </a:tcPr>
                </a:tc>
                <a:tc>
                  <a:txBody>
                    <a:bodyPr/>
                    <a:lstStyle/>
                    <a:p>
                      <a:pPr>
                        <a:lnSpc>
                          <a:spcPct val="115000"/>
                        </a:lnSpc>
                        <a:spcAft>
                          <a:spcPts val="600"/>
                        </a:spcAft>
                      </a:pPr>
                      <a:r>
                        <a:rPr lang="en-US" sz="800">
                          <a:solidFill>
                            <a:srgbClr val="000000"/>
                          </a:solidFill>
                          <a:effectLst/>
                          <a:latin typeface="Santander Text Light" panose="020B0304020201020104" pitchFamily="34" charset="0"/>
                          <a:ea typeface="Times New Roman" panose="02020603050405020304" pitchFamily="18" charset="0"/>
                          <a:cs typeface="Arial" panose="020B0604020202020204" pitchFamily="34" charset="0"/>
                        </a:rPr>
                        <a:t> </a:t>
                      </a:r>
                      <a:endParaRPr lang="pt-PT" sz="1000">
                        <a:effectLst/>
                        <a:latin typeface="Santander Text Light" panose="020B0304020201020104" pitchFamily="34" charset="0"/>
                        <a:ea typeface="Arial" panose="020B0604020202020204" pitchFamily="34" charset="0"/>
                        <a:cs typeface="Times New Roman" panose="02020603050405020304" pitchFamily="18" charset="0"/>
                      </a:endParaRPr>
                    </a:p>
                  </a:txBody>
                  <a:tcPr marL="44450" marR="44450" marT="0" marB="0" anchor="ctr">
                    <a:lnL>
                      <a:noFill/>
                    </a:lnL>
                    <a:lnR>
                      <a:noFill/>
                    </a:lnR>
                    <a:lnT>
                      <a:noFill/>
                    </a:lnT>
                    <a:lnB>
                      <a:noFill/>
                    </a:lnB>
                    <a:solidFill>
                      <a:srgbClr val="F2F2F2"/>
                    </a:solidFill>
                  </a:tcPr>
                </a:tc>
                <a:tc>
                  <a:txBody>
                    <a:bodyPr/>
                    <a:lstStyle/>
                    <a:p>
                      <a:pPr>
                        <a:lnSpc>
                          <a:spcPct val="115000"/>
                        </a:lnSpc>
                        <a:spcAft>
                          <a:spcPts val="600"/>
                        </a:spcAft>
                      </a:pPr>
                      <a:r>
                        <a:rPr lang="en-US" sz="800">
                          <a:solidFill>
                            <a:srgbClr val="000000"/>
                          </a:solidFill>
                          <a:effectLst/>
                          <a:latin typeface="Santander Text Light" panose="020B0304020201020104" pitchFamily="34" charset="0"/>
                          <a:ea typeface="Times New Roman" panose="02020603050405020304" pitchFamily="18" charset="0"/>
                          <a:cs typeface="Arial" panose="020B0604020202020204" pitchFamily="34" charset="0"/>
                        </a:rPr>
                        <a:t> </a:t>
                      </a:r>
                      <a:endParaRPr lang="pt-PT" sz="1000">
                        <a:effectLst/>
                        <a:latin typeface="Santander Text Light" panose="020B0304020201020104" pitchFamily="34" charset="0"/>
                        <a:ea typeface="Arial" panose="020B0604020202020204" pitchFamily="34" charset="0"/>
                        <a:cs typeface="Times New Roman" panose="02020603050405020304" pitchFamily="18" charset="0"/>
                      </a:endParaRPr>
                    </a:p>
                  </a:txBody>
                  <a:tcPr marL="44450" marR="44450" marT="0" marB="0" anchor="ctr">
                    <a:lnL>
                      <a:noFill/>
                    </a:lnL>
                    <a:lnR>
                      <a:noFill/>
                    </a:lnR>
                    <a:lnT>
                      <a:noFill/>
                    </a:lnT>
                    <a:lnB>
                      <a:noFill/>
                    </a:lnB>
                    <a:solidFill>
                      <a:srgbClr val="F2F2F2"/>
                    </a:solidFill>
                  </a:tcPr>
                </a:tc>
                <a:tc>
                  <a:txBody>
                    <a:bodyPr/>
                    <a:lstStyle/>
                    <a:p>
                      <a:pPr>
                        <a:lnSpc>
                          <a:spcPct val="115000"/>
                        </a:lnSpc>
                        <a:spcAft>
                          <a:spcPts val="600"/>
                        </a:spcAft>
                      </a:pPr>
                      <a:r>
                        <a:rPr lang="en-US" sz="800">
                          <a:solidFill>
                            <a:srgbClr val="000000"/>
                          </a:solidFill>
                          <a:effectLst/>
                          <a:latin typeface="Santander Text Light" panose="020B0304020201020104" pitchFamily="34" charset="0"/>
                          <a:ea typeface="Times New Roman" panose="02020603050405020304" pitchFamily="18" charset="0"/>
                          <a:cs typeface="Arial" panose="020B0604020202020204" pitchFamily="34" charset="0"/>
                        </a:rPr>
                        <a:t> </a:t>
                      </a:r>
                      <a:endParaRPr lang="pt-PT" sz="1000">
                        <a:effectLst/>
                        <a:latin typeface="Santander Text Light" panose="020B0304020201020104" pitchFamily="34" charset="0"/>
                        <a:ea typeface="Arial" panose="020B0604020202020204" pitchFamily="34" charset="0"/>
                        <a:cs typeface="Times New Roman" panose="02020603050405020304" pitchFamily="18" charset="0"/>
                      </a:endParaRPr>
                    </a:p>
                  </a:txBody>
                  <a:tcPr marL="44450" marR="44450" marT="0" marB="0" anchor="ctr">
                    <a:lnL>
                      <a:noFill/>
                    </a:lnL>
                    <a:lnR>
                      <a:noFill/>
                    </a:lnR>
                    <a:lnT>
                      <a:noFill/>
                    </a:lnT>
                    <a:lnB>
                      <a:noFill/>
                    </a:lnB>
                    <a:solidFill>
                      <a:srgbClr val="F2F2F2"/>
                    </a:solidFill>
                  </a:tcPr>
                </a:tc>
                <a:tc>
                  <a:txBody>
                    <a:bodyPr/>
                    <a:lstStyle/>
                    <a:p>
                      <a:pPr>
                        <a:lnSpc>
                          <a:spcPct val="115000"/>
                        </a:lnSpc>
                        <a:spcAft>
                          <a:spcPts val="600"/>
                        </a:spcAft>
                      </a:pPr>
                      <a:r>
                        <a:rPr lang="en-US" sz="800">
                          <a:solidFill>
                            <a:srgbClr val="000000"/>
                          </a:solidFill>
                          <a:effectLst/>
                          <a:latin typeface="Santander Text Light" panose="020B0304020201020104" pitchFamily="34" charset="0"/>
                          <a:ea typeface="Times New Roman" panose="02020603050405020304" pitchFamily="18" charset="0"/>
                          <a:cs typeface="Arial" panose="020B0604020202020204" pitchFamily="34" charset="0"/>
                        </a:rPr>
                        <a:t> </a:t>
                      </a:r>
                      <a:endParaRPr lang="pt-PT" sz="1000">
                        <a:effectLst/>
                        <a:latin typeface="Santander Text Light" panose="020B0304020201020104" pitchFamily="34" charset="0"/>
                        <a:ea typeface="Arial" panose="020B0604020202020204" pitchFamily="34" charset="0"/>
                        <a:cs typeface="Times New Roman" panose="02020603050405020304" pitchFamily="18" charset="0"/>
                      </a:endParaRPr>
                    </a:p>
                  </a:txBody>
                  <a:tcPr marL="44450" marR="44450" marT="0" marB="0" anchor="ctr">
                    <a:lnL>
                      <a:noFill/>
                    </a:lnL>
                    <a:lnR>
                      <a:noFill/>
                    </a:lnR>
                    <a:lnT>
                      <a:noFill/>
                    </a:lnT>
                    <a:lnB>
                      <a:noFill/>
                    </a:lnB>
                    <a:solidFill>
                      <a:srgbClr val="F2F2F2"/>
                    </a:solidFill>
                  </a:tcPr>
                </a:tc>
                <a:tc>
                  <a:txBody>
                    <a:bodyPr/>
                    <a:lstStyle/>
                    <a:p>
                      <a:pPr>
                        <a:lnSpc>
                          <a:spcPct val="115000"/>
                        </a:lnSpc>
                        <a:spcAft>
                          <a:spcPts val="600"/>
                        </a:spcAft>
                      </a:pPr>
                      <a:r>
                        <a:rPr lang="en-US" sz="800">
                          <a:solidFill>
                            <a:srgbClr val="000000"/>
                          </a:solidFill>
                          <a:effectLst/>
                          <a:latin typeface="Santander Text Light" panose="020B0304020201020104" pitchFamily="34" charset="0"/>
                          <a:ea typeface="Times New Roman" panose="02020603050405020304" pitchFamily="18" charset="0"/>
                          <a:cs typeface="Arial" panose="020B0604020202020204" pitchFamily="34" charset="0"/>
                        </a:rPr>
                        <a:t> </a:t>
                      </a:r>
                      <a:endParaRPr lang="pt-PT" sz="1000">
                        <a:effectLst/>
                        <a:latin typeface="Santander Text Light" panose="020B0304020201020104" pitchFamily="34" charset="0"/>
                        <a:ea typeface="Arial" panose="020B0604020202020204" pitchFamily="34" charset="0"/>
                        <a:cs typeface="Times New Roman" panose="02020603050405020304" pitchFamily="18" charset="0"/>
                      </a:endParaRPr>
                    </a:p>
                  </a:txBody>
                  <a:tcPr marL="44450" marR="44450" marT="0" marB="0" anchor="ctr">
                    <a:lnL>
                      <a:noFill/>
                    </a:lnL>
                    <a:lnR>
                      <a:noFill/>
                    </a:lnR>
                    <a:lnT>
                      <a:noFill/>
                    </a:lnT>
                    <a:lnB>
                      <a:noFill/>
                    </a:lnB>
                    <a:solidFill>
                      <a:srgbClr val="F2F2F2"/>
                    </a:solidFill>
                  </a:tcPr>
                </a:tc>
                <a:tc>
                  <a:txBody>
                    <a:bodyPr/>
                    <a:lstStyle/>
                    <a:p>
                      <a:pPr>
                        <a:lnSpc>
                          <a:spcPct val="115000"/>
                        </a:lnSpc>
                        <a:spcAft>
                          <a:spcPts val="600"/>
                        </a:spcAft>
                      </a:pPr>
                      <a:r>
                        <a:rPr lang="en-US" sz="800">
                          <a:solidFill>
                            <a:srgbClr val="000000"/>
                          </a:solidFill>
                          <a:effectLst/>
                          <a:latin typeface="Santander Text Light" panose="020B0304020201020104" pitchFamily="34" charset="0"/>
                          <a:ea typeface="Times New Roman" panose="02020603050405020304" pitchFamily="18" charset="0"/>
                          <a:cs typeface="Arial" panose="020B0604020202020204" pitchFamily="34" charset="0"/>
                        </a:rPr>
                        <a:t> </a:t>
                      </a:r>
                      <a:endParaRPr lang="pt-PT" sz="1000">
                        <a:effectLst/>
                        <a:latin typeface="Santander Text Light" panose="020B0304020201020104" pitchFamily="34" charset="0"/>
                        <a:ea typeface="Arial" panose="020B0604020202020204" pitchFamily="34" charset="0"/>
                        <a:cs typeface="Times New Roman" panose="02020603050405020304" pitchFamily="18" charset="0"/>
                      </a:endParaRPr>
                    </a:p>
                  </a:txBody>
                  <a:tcPr marL="44450" marR="44450" marT="0" marB="0" anchor="ctr">
                    <a:lnL>
                      <a:noFill/>
                    </a:lnL>
                    <a:lnR>
                      <a:noFill/>
                    </a:lnR>
                    <a:lnT>
                      <a:noFill/>
                    </a:lnT>
                    <a:lnB>
                      <a:noFill/>
                    </a:lnB>
                    <a:solidFill>
                      <a:srgbClr val="F2F2F2"/>
                    </a:solidFill>
                  </a:tcPr>
                </a:tc>
                <a:extLst>
                  <a:ext uri="{0D108BD9-81ED-4DB2-BD59-A6C34878D82A}">
                    <a16:rowId xmlns:a16="http://schemas.microsoft.com/office/drawing/2014/main" val="126456511"/>
                  </a:ext>
                </a:extLst>
              </a:tr>
              <a:tr h="195580">
                <a:tc>
                  <a:txBody>
                    <a:bodyPr/>
                    <a:lstStyle/>
                    <a:p>
                      <a:pPr>
                        <a:lnSpc>
                          <a:spcPct val="115000"/>
                        </a:lnSpc>
                        <a:spcAft>
                          <a:spcPts val="600"/>
                        </a:spcAft>
                      </a:pPr>
                      <a:r>
                        <a:rPr lang="en-US" sz="800">
                          <a:solidFill>
                            <a:srgbClr val="000000"/>
                          </a:solidFill>
                          <a:effectLst/>
                          <a:latin typeface="Santander Text Light" panose="020B0304020201020104" pitchFamily="34" charset="0"/>
                          <a:ea typeface="Times New Roman" panose="02020603050405020304" pitchFamily="18" charset="0"/>
                          <a:cs typeface="Arial" panose="020B0604020202020204" pitchFamily="34" charset="0"/>
                        </a:rPr>
                        <a:t>Management</a:t>
                      </a:r>
                      <a:endParaRPr lang="pt-PT" sz="1000">
                        <a:effectLst/>
                        <a:latin typeface="Santander Text Light" panose="020B0304020201020104" pitchFamily="34" charset="0"/>
                        <a:ea typeface="Arial" panose="020B0604020202020204" pitchFamily="34" charset="0"/>
                        <a:cs typeface="Times New Roman" panose="02020603050405020304" pitchFamily="18" charset="0"/>
                      </a:endParaRPr>
                    </a:p>
                  </a:txBody>
                  <a:tcPr marL="44450" marR="44450" marT="0" marB="0" anchor="ctr">
                    <a:lnL>
                      <a:noFill/>
                    </a:lnL>
                    <a:lnR>
                      <a:noFill/>
                    </a:lnR>
                    <a:lnT>
                      <a:noFill/>
                    </a:lnT>
                    <a:lnB>
                      <a:noFill/>
                    </a:lnB>
                    <a:solidFill>
                      <a:srgbClr val="F2F2F2"/>
                    </a:solidFill>
                  </a:tcPr>
                </a:tc>
                <a:tc>
                  <a:txBody>
                    <a:bodyPr/>
                    <a:lstStyle/>
                    <a:p>
                      <a:pPr>
                        <a:lnSpc>
                          <a:spcPct val="115000"/>
                        </a:lnSpc>
                        <a:spcAft>
                          <a:spcPts val="600"/>
                        </a:spcAft>
                      </a:pPr>
                      <a:r>
                        <a:rPr lang="en-US" sz="800">
                          <a:solidFill>
                            <a:srgbClr val="000000"/>
                          </a:solidFill>
                          <a:effectLst/>
                          <a:latin typeface="Santander Text Light" panose="020B0304020201020104" pitchFamily="34" charset="0"/>
                          <a:ea typeface="Times New Roman" panose="02020603050405020304" pitchFamily="18" charset="0"/>
                          <a:cs typeface="Arial" panose="020B0604020202020204" pitchFamily="34" charset="0"/>
                        </a:rPr>
                        <a:t>10.120.47.192</a:t>
                      </a:r>
                      <a:endParaRPr lang="pt-PT" sz="1000">
                        <a:effectLst/>
                        <a:latin typeface="Santander Text Light" panose="020B0304020201020104" pitchFamily="34" charset="0"/>
                        <a:ea typeface="Arial" panose="020B0604020202020204" pitchFamily="34" charset="0"/>
                        <a:cs typeface="Times New Roman" panose="02020603050405020304" pitchFamily="18" charset="0"/>
                      </a:endParaRPr>
                    </a:p>
                  </a:txBody>
                  <a:tcPr marL="44450" marR="44450" marT="0" marB="0" anchor="ctr">
                    <a:lnL>
                      <a:noFill/>
                    </a:lnL>
                    <a:lnR>
                      <a:noFill/>
                    </a:lnR>
                    <a:lnT>
                      <a:noFill/>
                    </a:lnT>
                    <a:lnB>
                      <a:noFill/>
                    </a:lnB>
                    <a:solidFill>
                      <a:srgbClr val="F2F2F2"/>
                    </a:solidFill>
                  </a:tcPr>
                </a:tc>
                <a:tc>
                  <a:txBody>
                    <a:bodyPr/>
                    <a:lstStyle/>
                    <a:p>
                      <a:pPr>
                        <a:lnSpc>
                          <a:spcPct val="115000"/>
                        </a:lnSpc>
                        <a:spcAft>
                          <a:spcPts val="600"/>
                        </a:spcAft>
                      </a:pPr>
                      <a:r>
                        <a:rPr lang="en-US" sz="800">
                          <a:solidFill>
                            <a:srgbClr val="000000"/>
                          </a:solidFill>
                          <a:effectLst/>
                          <a:latin typeface="Santander Text Light" panose="020B0304020201020104" pitchFamily="34" charset="0"/>
                          <a:ea typeface="Times New Roman" panose="02020603050405020304" pitchFamily="18" charset="0"/>
                          <a:cs typeface="Arial" panose="020B0604020202020204" pitchFamily="34" charset="0"/>
                        </a:rPr>
                        <a:t>255.255.255.192</a:t>
                      </a:r>
                      <a:endParaRPr lang="pt-PT" sz="1000">
                        <a:effectLst/>
                        <a:latin typeface="Santander Text Light" panose="020B0304020201020104" pitchFamily="34" charset="0"/>
                        <a:ea typeface="Arial" panose="020B0604020202020204" pitchFamily="34" charset="0"/>
                        <a:cs typeface="Times New Roman" panose="02020603050405020304" pitchFamily="18" charset="0"/>
                      </a:endParaRPr>
                    </a:p>
                  </a:txBody>
                  <a:tcPr marL="44450" marR="44450" marT="0" marB="0" anchor="ctr">
                    <a:lnL>
                      <a:noFill/>
                    </a:lnL>
                    <a:lnR>
                      <a:noFill/>
                    </a:lnR>
                    <a:lnT>
                      <a:noFill/>
                    </a:lnT>
                    <a:lnB>
                      <a:noFill/>
                    </a:lnB>
                    <a:solidFill>
                      <a:srgbClr val="F2F2F2"/>
                    </a:solidFill>
                  </a:tcPr>
                </a:tc>
                <a:tc>
                  <a:txBody>
                    <a:bodyPr/>
                    <a:lstStyle/>
                    <a:p>
                      <a:pPr>
                        <a:lnSpc>
                          <a:spcPct val="115000"/>
                        </a:lnSpc>
                        <a:spcAft>
                          <a:spcPts val="600"/>
                        </a:spcAft>
                      </a:pPr>
                      <a:r>
                        <a:rPr lang="en-US" sz="800">
                          <a:solidFill>
                            <a:srgbClr val="000000"/>
                          </a:solidFill>
                          <a:effectLst/>
                          <a:latin typeface="Santander Text Light" panose="020B0304020201020104" pitchFamily="34" charset="0"/>
                          <a:ea typeface="Times New Roman" panose="02020603050405020304" pitchFamily="18" charset="0"/>
                          <a:cs typeface="Arial" panose="020B0604020202020204" pitchFamily="34" charset="0"/>
                        </a:rPr>
                        <a:t>26</a:t>
                      </a:r>
                      <a:endParaRPr lang="pt-PT" sz="1000">
                        <a:effectLst/>
                        <a:latin typeface="Santander Text Light" panose="020B0304020201020104" pitchFamily="34" charset="0"/>
                        <a:ea typeface="Arial" panose="020B0604020202020204" pitchFamily="34" charset="0"/>
                        <a:cs typeface="Times New Roman" panose="02020603050405020304" pitchFamily="18" charset="0"/>
                      </a:endParaRPr>
                    </a:p>
                  </a:txBody>
                  <a:tcPr marL="44450" marR="44450" marT="0" marB="0" anchor="ctr">
                    <a:lnL>
                      <a:noFill/>
                    </a:lnL>
                    <a:lnR>
                      <a:noFill/>
                    </a:lnR>
                    <a:lnT>
                      <a:noFill/>
                    </a:lnT>
                    <a:lnB>
                      <a:noFill/>
                    </a:lnB>
                    <a:solidFill>
                      <a:srgbClr val="F2F2F2"/>
                    </a:solidFill>
                  </a:tcPr>
                </a:tc>
                <a:tc>
                  <a:txBody>
                    <a:bodyPr/>
                    <a:lstStyle/>
                    <a:p>
                      <a:pPr>
                        <a:lnSpc>
                          <a:spcPct val="115000"/>
                        </a:lnSpc>
                        <a:spcAft>
                          <a:spcPts val="600"/>
                        </a:spcAft>
                      </a:pPr>
                      <a:r>
                        <a:rPr lang="en-US" sz="800">
                          <a:solidFill>
                            <a:srgbClr val="000000"/>
                          </a:solidFill>
                          <a:effectLst/>
                          <a:latin typeface="Santander Text Light" panose="020B0304020201020104" pitchFamily="34" charset="0"/>
                          <a:ea typeface="Times New Roman" panose="02020603050405020304" pitchFamily="18" charset="0"/>
                          <a:cs typeface="Arial" panose="020B0604020202020204" pitchFamily="34" charset="0"/>
                        </a:rPr>
                        <a:t>64</a:t>
                      </a:r>
                      <a:endParaRPr lang="pt-PT" sz="1000">
                        <a:effectLst/>
                        <a:latin typeface="Santander Text Light" panose="020B0304020201020104" pitchFamily="34" charset="0"/>
                        <a:ea typeface="Arial" panose="020B0604020202020204" pitchFamily="34" charset="0"/>
                        <a:cs typeface="Times New Roman" panose="02020603050405020304" pitchFamily="18" charset="0"/>
                      </a:endParaRPr>
                    </a:p>
                  </a:txBody>
                  <a:tcPr marL="44450" marR="44450" marT="0" marB="0" anchor="ctr">
                    <a:lnL>
                      <a:noFill/>
                    </a:lnL>
                    <a:lnR>
                      <a:noFill/>
                    </a:lnR>
                    <a:lnT>
                      <a:noFill/>
                    </a:lnT>
                    <a:lnB>
                      <a:noFill/>
                    </a:lnB>
                    <a:solidFill>
                      <a:srgbClr val="F2F2F2"/>
                    </a:solidFill>
                  </a:tcPr>
                </a:tc>
                <a:tc>
                  <a:txBody>
                    <a:bodyPr/>
                    <a:lstStyle/>
                    <a:p>
                      <a:pPr>
                        <a:lnSpc>
                          <a:spcPct val="115000"/>
                        </a:lnSpc>
                        <a:spcAft>
                          <a:spcPts val="600"/>
                        </a:spcAft>
                      </a:pPr>
                      <a:r>
                        <a:rPr lang="en-US" sz="800">
                          <a:solidFill>
                            <a:srgbClr val="000000"/>
                          </a:solidFill>
                          <a:effectLst/>
                          <a:latin typeface="Santander Text Light" panose="020B0304020201020104" pitchFamily="34" charset="0"/>
                          <a:ea typeface="Times New Roman" panose="02020603050405020304" pitchFamily="18" charset="0"/>
                          <a:cs typeface="Arial" panose="020B0604020202020204" pitchFamily="34" charset="0"/>
                        </a:rPr>
                        <a:t>10.120.47.196</a:t>
                      </a:r>
                      <a:endParaRPr lang="pt-PT" sz="1000">
                        <a:effectLst/>
                        <a:latin typeface="Santander Text Light" panose="020B0304020201020104" pitchFamily="34" charset="0"/>
                        <a:ea typeface="Arial" panose="020B0604020202020204" pitchFamily="34" charset="0"/>
                        <a:cs typeface="Times New Roman" panose="02020603050405020304" pitchFamily="18" charset="0"/>
                      </a:endParaRPr>
                    </a:p>
                  </a:txBody>
                  <a:tcPr marL="44450" marR="44450" marT="0" marB="0" anchor="ctr">
                    <a:lnL>
                      <a:noFill/>
                    </a:lnL>
                    <a:lnR>
                      <a:noFill/>
                    </a:lnR>
                    <a:lnT>
                      <a:noFill/>
                    </a:lnT>
                    <a:lnB>
                      <a:noFill/>
                    </a:lnB>
                    <a:solidFill>
                      <a:srgbClr val="F2F2F2"/>
                    </a:solidFill>
                  </a:tcPr>
                </a:tc>
                <a:tc>
                  <a:txBody>
                    <a:bodyPr/>
                    <a:lstStyle/>
                    <a:p>
                      <a:pPr>
                        <a:lnSpc>
                          <a:spcPct val="115000"/>
                        </a:lnSpc>
                        <a:spcAft>
                          <a:spcPts val="600"/>
                        </a:spcAft>
                      </a:pPr>
                      <a:r>
                        <a:rPr lang="en-US" sz="800">
                          <a:solidFill>
                            <a:srgbClr val="000000"/>
                          </a:solidFill>
                          <a:effectLst/>
                          <a:latin typeface="Santander Text Light" panose="020B0304020201020104" pitchFamily="34" charset="0"/>
                          <a:ea typeface="Times New Roman" panose="02020603050405020304" pitchFamily="18" charset="0"/>
                          <a:cs typeface="Arial" panose="020B0604020202020204" pitchFamily="34" charset="0"/>
                        </a:rPr>
                        <a:t>10.120.47.254</a:t>
                      </a:r>
                      <a:endParaRPr lang="pt-PT" sz="1000">
                        <a:effectLst/>
                        <a:latin typeface="Santander Text Light" panose="020B0304020201020104" pitchFamily="34" charset="0"/>
                        <a:ea typeface="Arial" panose="020B0604020202020204" pitchFamily="34" charset="0"/>
                        <a:cs typeface="Times New Roman" panose="02020603050405020304" pitchFamily="18" charset="0"/>
                      </a:endParaRPr>
                    </a:p>
                  </a:txBody>
                  <a:tcPr marL="44450" marR="44450" marT="0" marB="0" anchor="ctr">
                    <a:lnL>
                      <a:noFill/>
                    </a:lnL>
                    <a:lnR>
                      <a:noFill/>
                    </a:lnR>
                    <a:lnT>
                      <a:noFill/>
                    </a:lnT>
                    <a:lnB>
                      <a:noFill/>
                    </a:lnB>
                    <a:solidFill>
                      <a:srgbClr val="F2F2F2"/>
                    </a:solidFill>
                  </a:tcPr>
                </a:tc>
                <a:extLst>
                  <a:ext uri="{0D108BD9-81ED-4DB2-BD59-A6C34878D82A}">
                    <a16:rowId xmlns:a16="http://schemas.microsoft.com/office/drawing/2014/main" val="2187534229"/>
                  </a:ext>
                </a:extLst>
              </a:tr>
              <a:tr h="195580">
                <a:tc>
                  <a:txBody>
                    <a:bodyPr/>
                    <a:lstStyle/>
                    <a:p>
                      <a:pPr>
                        <a:lnSpc>
                          <a:spcPct val="115000"/>
                        </a:lnSpc>
                        <a:spcAft>
                          <a:spcPts val="600"/>
                        </a:spcAft>
                      </a:pPr>
                      <a:r>
                        <a:rPr lang="en-US" sz="800" b="1">
                          <a:solidFill>
                            <a:srgbClr val="000000"/>
                          </a:solidFill>
                          <a:effectLst/>
                          <a:latin typeface="Santander Text Light" panose="020B0304020201020104" pitchFamily="34" charset="0"/>
                          <a:ea typeface="Times New Roman" panose="02020603050405020304" pitchFamily="18" charset="0"/>
                          <a:cs typeface="Arial" panose="020B0604020202020204" pitchFamily="34" charset="0"/>
                        </a:rPr>
                        <a:t>VNet: Workload 1...</a:t>
                      </a:r>
                      <a:endParaRPr lang="pt-PT" sz="1000">
                        <a:effectLst/>
                        <a:latin typeface="Santander Text Light" panose="020B0304020201020104" pitchFamily="34" charset="0"/>
                        <a:ea typeface="Arial" panose="020B0604020202020204" pitchFamily="34" charset="0"/>
                        <a:cs typeface="Times New Roman" panose="02020603050405020304" pitchFamily="18" charset="0"/>
                      </a:endParaRPr>
                    </a:p>
                  </a:txBody>
                  <a:tcPr marL="44450" marR="44450" marT="0" marB="0" anchor="ctr">
                    <a:lnL>
                      <a:noFill/>
                    </a:lnL>
                    <a:lnR>
                      <a:noFill/>
                    </a:lnR>
                    <a:lnT>
                      <a:noFill/>
                    </a:lnT>
                    <a:lnB>
                      <a:noFill/>
                    </a:lnB>
                    <a:solidFill>
                      <a:srgbClr val="C2C2C2"/>
                    </a:solidFill>
                  </a:tcPr>
                </a:tc>
                <a:tc>
                  <a:txBody>
                    <a:bodyPr/>
                    <a:lstStyle/>
                    <a:p>
                      <a:pPr>
                        <a:lnSpc>
                          <a:spcPct val="115000"/>
                        </a:lnSpc>
                        <a:spcAft>
                          <a:spcPts val="600"/>
                        </a:spcAft>
                      </a:pPr>
                      <a:r>
                        <a:rPr lang="en-US" sz="800" b="1">
                          <a:solidFill>
                            <a:srgbClr val="000000"/>
                          </a:solidFill>
                          <a:effectLst/>
                          <a:latin typeface="Santander Text Light" panose="020B0304020201020104" pitchFamily="34" charset="0"/>
                          <a:ea typeface="Times New Roman" panose="02020603050405020304" pitchFamily="18" charset="0"/>
                          <a:cs typeface="Arial" panose="020B0604020202020204" pitchFamily="34" charset="0"/>
                        </a:rPr>
                        <a:t>10.120.48.0</a:t>
                      </a:r>
                      <a:endParaRPr lang="pt-PT" sz="1000">
                        <a:effectLst/>
                        <a:latin typeface="Santander Text Light" panose="020B0304020201020104" pitchFamily="34" charset="0"/>
                        <a:ea typeface="Arial" panose="020B0604020202020204" pitchFamily="34" charset="0"/>
                        <a:cs typeface="Times New Roman" panose="02020603050405020304" pitchFamily="18" charset="0"/>
                      </a:endParaRPr>
                    </a:p>
                  </a:txBody>
                  <a:tcPr marL="44450" marR="44450" marT="0" marB="0" anchor="ctr">
                    <a:lnL>
                      <a:noFill/>
                    </a:lnL>
                    <a:lnR>
                      <a:noFill/>
                    </a:lnR>
                    <a:lnT>
                      <a:noFill/>
                    </a:lnT>
                    <a:lnB>
                      <a:noFill/>
                    </a:lnB>
                    <a:solidFill>
                      <a:srgbClr val="C2C2C2"/>
                    </a:solidFill>
                  </a:tcPr>
                </a:tc>
                <a:tc>
                  <a:txBody>
                    <a:bodyPr/>
                    <a:lstStyle/>
                    <a:p>
                      <a:pPr>
                        <a:lnSpc>
                          <a:spcPct val="115000"/>
                        </a:lnSpc>
                        <a:spcAft>
                          <a:spcPts val="600"/>
                        </a:spcAft>
                      </a:pPr>
                      <a:r>
                        <a:rPr lang="en-US" sz="800" b="1">
                          <a:solidFill>
                            <a:srgbClr val="000000"/>
                          </a:solidFill>
                          <a:effectLst/>
                          <a:latin typeface="Santander Text Light" panose="020B0304020201020104" pitchFamily="34" charset="0"/>
                          <a:ea typeface="Times New Roman" panose="02020603050405020304" pitchFamily="18" charset="0"/>
                          <a:cs typeface="Arial" panose="020B0604020202020204" pitchFamily="34" charset="0"/>
                        </a:rPr>
                        <a:t>255.255.255.0</a:t>
                      </a:r>
                      <a:endParaRPr lang="pt-PT" sz="1000">
                        <a:effectLst/>
                        <a:latin typeface="Santander Text Light" panose="020B0304020201020104" pitchFamily="34" charset="0"/>
                        <a:ea typeface="Arial" panose="020B0604020202020204" pitchFamily="34" charset="0"/>
                        <a:cs typeface="Times New Roman" panose="02020603050405020304" pitchFamily="18" charset="0"/>
                      </a:endParaRPr>
                    </a:p>
                  </a:txBody>
                  <a:tcPr marL="44450" marR="44450" marT="0" marB="0" anchor="ctr">
                    <a:lnL>
                      <a:noFill/>
                    </a:lnL>
                    <a:lnR>
                      <a:noFill/>
                    </a:lnR>
                    <a:lnT>
                      <a:noFill/>
                    </a:lnT>
                    <a:lnB>
                      <a:noFill/>
                    </a:lnB>
                    <a:solidFill>
                      <a:srgbClr val="C2C2C2"/>
                    </a:solidFill>
                  </a:tcPr>
                </a:tc>
                <a:tc>
                  <a:txBody>
                    <a:bodyPr/>
                    <a:lstStyle/>
                    <a:p>
                      <a:pPr>
                        <a:lnSpc>
                          <a:spcPct val="115000"/>
                        </a:lnSpc>
                        <a:spcAft>
                          <a:spcPts val="600"/>
                        </a:spcAft>
                      </a:pPr>
                      <a:r>
                        <a:rPr lang="en-US" sz="800" b="1">
                          <a:solidFill>
                            <a:srgbClr val="000000"/>
                          </a:solidFill>
                          <a:effectLst/>
                          <a:latin typeface="Santander Text Light" panose="020B0304020201020104" pitchFamily="34" charset="0"/>
                          <a:ea typeface="Times New Roman" panose="02020603050405020304" pitchFamily="18" charset="0"/>
                          <a:cs typeface="Arial" panose="020B0604020202020204" pitchFamily="34" charset="0"/>
                        </a:rPr>
                        <a:t>24</a:t>
                      </a:r>
                      <a:endParaRPr lang="pt-PT" sz="1000">
                        <a:effectLst/>
                        <a:latin typeface="Santander Text Light" panose="020B0304020201020104" pitchFamily="34" charset="0"/>
                        <a:ea typeface="Arial" panose="020B0604020202020204" pitchFamily="34" charset="0"/>
                        <a:cs typeface="Times New Roman" panose="02020603050405020304" pitchFamily="18" charset="0"/>
                      </a:endParaRPr>
                    </a:p>
                  </a:txBody>
                  <a:tcPr marL="44450" marR="44450" marT="0" marB="0" anchor="ctr">
                    <a:lnL>
                      <a:noFill/>
                    </a:lnL>
                    <a:lnR>
                      <a:noFill/>
                    </a:lnR>
                    <a:lnT>
                      <a:noFill/>
                    </a:lnT>
                    <a:lnB>
                      <a:noFill/>
                    </a:lnB>
                    <a:solidFill>
                      <a:srgbClr val="C2C2C2"/>
                    </a:solidFill>
                  </a:tcPr>
                </a:tc>
                <a:tc>
                  <a:txBody>
                    <a:bodyPr/>
                    <a:lstStyle/>
                    <a:p>
                      <a:pPr>
                        <a:lnSpc>
                          <a:spcPct val="115000"/>
                        </a:lnSpc>
                        <a:spcAft>
                          <a:spcPts val="600"/>
                        </a:spcAft>
                      </a:pPr>
                      <a:r>
                        <a:rPr lang="en-US" sz="800" b="1">
                          <a:solidFill>
                            <a:srgbClr val="000000"/>
                          </a:solidFill>
                          <a:effectLst/>
                          <a:latin typeface="Santander Text Light" panose="020B0304020201020104" pitchFamily="34" charset="0"/>
                          <a:ea typeface="Times New Roman" panose="02020603050405020304" pitchFamily="18" charset="0"/>
                          <a:cs typeface="Arial" panose="020B0604020202020204" pitchFamily="34" charset="0"/>
                        </a:rPr>
                        <a:t>256</a:t>
                      </a:r>
                      <a:endParaRPr lang="pt-PT" sz="1000">
                        <a:effectLst/>
                        <a:latin typeface="Santander Text Light" panose="020B0304020201020104" pitchFamily="34" charset="0"/>
                        <a:ea typeface="Arial" panose="020B0604020202020204" pitchFamily="34" charset="0"/>
                        <a:cs typeface="Times New Roman" panose="02020603050405020304" pitchFamily="18" charset="0"/>
                      </a:endParaRPr>
                    </a:p>
                  </a:txBody>
                  <a:tcPr marL="44450" marR="44450" marT="0" marB="0" anchor="ctr">
                    <a:lnL>
                      <a:noFill/>
                    </a:lnL>
                    <a:lnR>
                      <a:noFill/>
                    </a:lnR>
                    <a:lnT>
                      <a:noFill/>
                    </a:lnT>
                    <a:lnB>
                      <a:noFill/>
                    </a:lnB>
                    <a:solidFill>
                      <a:srgbClr val="C2C2C2"/>
                    </a:solidFill>
                  </a:tcPr>
                </a:tc>
                <a:tc>
                  <a:txBody>
                    <a:bodyPr/>
                    <a:lstStyle/>
                    <a:p>
                      <a:pPr>
                        <a:lnSpc>
                          <a:spcPct val="115000"/>
                        </a:lnSpc>
                        <a:spcAft>
                          <a:spcPts val="600"/>
                        </a:spcAft>
                      </a:pPr>
                      <a:r>
                        <a:rPr lang="en-US" sz="800" b="1">
                          <a:solidFill>
                            <a:srgbClr val="000000"/>
                          </a:solidFill>
                          <a:effectLst/>
                          <a:latin typeface="Santander Text Light" panose="020B0304020201020104" pitchFamily="34" charset="0"/>
                          <a:ea typeface="Times New Roman" panose="02020603050405020304" pitchFamily="18" charset="0"/>
                          <a:cs typeface="Arial" panose="020B0604020202020204" pitchFamily="34" charset="0"/>
                        </a:rPr>
                        <a:t>10.120.48.4</a:t>
                      </a:r>
                      <a:endParaRPr lang="pt-PT" sz="1000">
                        <a:effectLst/>
                        <a:latin typeface="Santander Text Light" panose="020B0304020201020104" pitchFamily="34" charset="0"/>
                        <a:ea typeface="Arial" panose="020B0604020202020204" pitchFamily="34" charset="0"/>
                        <a:cs typeface="Times New Roman" panose="02020603050405020304" pitchFamily="18" charset="0"/>
                      </a:endParaRPr>
                    </a:p>
                  </a:txBody>
                  <a:tcPr marL="44450" marR="44450" marT="0" marB="0" anchor="ctr">
                    <a:lnL>
                      <a:noFill/>
                    </a:lnL>
                    <a:lnR>
                      <a:noFill/>
                    </a:lnR>
                    <a:lnT>
                      <a:noFill/>
                    </a:lnT>
                    <a:lnB>
                      <a:noFill/>
                    </a:lnB>
                    <a:solidFill>
                      <a:srgbClr val="C2C2C2"/>
                    </a:solidFill>
                  </a:tcPr>
                </a:tc>
                <a:tc>
                  <a:txBody>
                    <a:bodyPr/>
                    <a:lstStyle/>
                    <a:p>
                      <a:pPr>
                        <a:lnSpc>
                          <a:spcPct val="115000"/>
                        </a:lnSpc>
                        <a:spcAft>
                          <a:spcPts val="600"/>
                        </a:spcAft>
                      </a:pPr>
                      <a:r>
                        <a:rPr lang="en-US" sz="800" b="1">
                          <a:solidFill>
                            <a:srgbClr val="000000"/>
                          </a:solidFill>
                          <a:effectLst/>
                          <a:latin typeface="Santander Text Light" panose="020B0304020201020104" pitchFamily="34" charset="0"/>
                          <a:ea typeface="Times New Roman" panose="02020603050405020304" pitchFamily="18" charset="0"/>
                          <a:cs typeface="Arial" panose="020B0604020202020204" pitchFamily="34" charset="0"/>
                        </a:rPr>
                        <a:t>10.120.48.254</a:t>
                      </a:r>
                      <a:endParaRPr lang="pt-PT" sz="1000">
                        <a:effectLst/>
                        <a:latin typeface="Santander Text Light" panose="020B0304020201020104" pitchFamily="34" charset="0"/>
                        <a:ea typeface="Arial" panose="020B0604020202020204" pitchFamily="34" charset="0"/>
                        <a:cs typeface="Times New Roman" panose="02020603050405020304" pitchFamily="18" charset="0"/>
                      </a:endParaRPr>
                    </a:p>
                  </a:txBody>
                  <a:tcPr marL="44450" marR="44450" marT="0" marB="0" anchor="ctr">
                    <a:lnL>
                      <a:noFill/>
                    </a:lnL>
                    <a:lnR>
                      <a:noFill/>
                    </a:lnR>
                    <a:lnT>
                      <a:noFill/>
                    </a:lnT>
                    <a:lnB>
                      <a:noFill/>
                    </a:lnB>
                    <a:solidFill>
                      <a:srgbClr val="C2C2C2"/>
                    </a:solidFill>
                  </a:tcPr>
                </a:tc>
                <a:extLst>
                  <a:ext uri="{0D108BD9-81ED-4DB2-BD59-A6C34878D82A}">
                    <a16:rowId xmlns:a16="http://schemas.microsoft.com/office/drawing/2014/main" val="917042582"/>
                  </a:ext>
                </a:extLst>
              </a:tr>
              <a:tr h="195580">
                <a:tc>
                  <a:txBody>
                    <a:bodyPr/>
                    <a:lstStyle/>
                    <a:p>
                      <a:pPr>
                        <a:lnSpc>
                          <a:spcPct val="115000"/>
                        </a:lnSpc>
                        <a:spcAft>
                          <a:spcPts val="600"/>
                        </a:spcAft>
                      </a:pPr>
                      <a:r>
                        <a:rPr lang="en-US" sz="800">
                          <a:solidFill>
                            <a:srgbClr val="000000"/>
                          </a:solidFill>
                          <a:effectLst/>
                          <a:latin typeface="Santander Text Light" panose="020B0304020201020104" pitchFamily="34" charset="0"/>
                          <a:ea typeface="Times New Roman" panose="02020603050405020304" pitchFamily="18" charset="0"/>
                          <a:cs typeface="Arial" panose="020B0604020202020204" pitchFamily="34" charset="0"/>
                        </a:rPr>
                        <a:t>Workload FE</a:t>
                      </a:r>
                      <a:endParaRPr lang="pt-PT" sz="1000">
                        <a:effectLst/>
                        <a:latin typeface="Santander Text Light" panose="020B0304020201020104" pitchFamily="34" charset="0"/>
                        <a:ea typeface="Arial" panose="020B0604020202020204" pitchFamily="34" charset="0"/>
                        <a:cs typeface="Times New Roman" panose="02020603050405020304" pitchFamily="18" charset="0"/>
                      </a:endParaRPr>
                    </a:p>
                  </a:txBody>
                  <a:tcPr marL="44450" marR="44450" marT="0" marB="0" anchor="ctr">
                    <a:lnL>
                      <a:noFill/>
                    </a:lnL>
                    <a:lnR>
                      <a:noFill/>
                    </a:lnR>
                    <a:lnT>
                      <a:noFill/>
                    </a:lnT>
                    <a:lnB>
                      <a:noFill/>
                    </a:lnB>
                    <a:solidFill>
                      <a:srgbClr val="F2F2F2"/>
                    </a:solidFill>
                  </a:tcPr>
                </a:tc>
                <a:tc>
                  <a:txBody>
                    <a:bodyPr/>
                    <a:lstStyle/>
                    <a:p>
                      <a:pPr>
                        <a:lnSpc>
                          <a:spcPct val="115000"/>
                        </a:lnSpc>
                        <a:spcAft>
                          <a:spcPts val="600"/>
                        </a:spcAft>
                      </a:pPr>
                      <a:r>
                        <a:rPr lang="en-US" sz="800">
                          <a:solidFill>
                            <a:srgbClr val="000000"/>
                          </a:solidFill>
                          <a:effectLst/>
                          <a:latin typeface="Santander Text Light" panose="020B0304020201020104" pitchFamily="34" charset="0"/>
                          <a:ea typeface="Times New Roman" panose="02020603050405020304" pitchFamily="18" charset="0"/>
                          <a:cs typeface="Arial" panose="020B0604020202020204" pitchFamily="34" charset="0"/>
                        </a:rPr>
                        <a:t>10.120.48.0</a:t>
                      </a:r>
                      <a:endParaRPr lang="pt-PT" sz="1000">
                        <a:effectLst/>
                        <a:latin typeface="Santander Text Light" panose="020B0304020201020104" pitchFamily="34" charset="0"/>
                        <a:ea typeface="Arial" panose="020B0604020202020204" pitchFamily="34" charset="0"/>
                        <a:cs typeface="Times New Roman" panose="02020603050405020304" pitchFamily="18" charset="0"/>
                      </a:endParaRPr>
                    </a:p>
                  </a:txBody>
                  <a:tcPr marL="44450" marR="44450" marT="0" marB="0" anchor="ctr">
                    <a:lnL>
                      <a:noFill/>
                    </a:lnL>
                    <a:lnR>
                      <a:noFill/>
                    </a:lnR>
                    <a:lnT>
                      <a:noFill/>
                    </a:lnT>
                    <a:lnB>
                      <a:noFill/>
                    </a:lnB>
                    <a:solidFill>
                      <a:srgbClr val="F2F2F2"/>
                    </a:solidFill>
                  </a:tcPr>
                </a:tc>
                <a:tc>
                  <a:txBody>
                    <a:bodyPr/>
                    <a:lstStyle/>
                    <a:p>
                      <a:pPr>
                        <a:lnSpc>
                          <a:spcPct val="115000"/>
                        </a:lnSpc>
                        <a:spcAft>
                          <a:spcPts val="600"/>
                        </a:spcAft>
                      </a:pPr>
                      <a:r>
                        <a:rPr lang="en-US" sz="800">
                          <a:solidFill>
                            <a:srgbClr val="000000"/>
                          </a:solidFill>
                          <a:effectLst/>
                          <a:latin typeface="Santander Text Light" panose="020B0304020201020104" pitchFamily="34" charset="0"/>
                          <a:ea typeface="Times New Roman" panose="02020603050405020304" pitchFamily="18" charset="0"/>
                          <a:cs typeface="Arial" panose="020B0604020202020204" pitchFamily="34" charset="0"/>
                        </a:rPr>
                        <a:t>255.255.255.192</a:t>
                      </a:r>
                      <a:endParaRPr lang="pt-PT" sz="1000">
                        <a:effectLst/>
                        <a:latin typeface="Santander Text Light" panose="020B0304020201020104" pitchFamily="34" charset="0"/>
                        <a:ea typeface="Arial" panose="020B0604020202020204" pitchFamily="34" charset="0"/>
                        <a:cs typeface="Times New Roman" panose="02020603050405020304" pitchFamily="18" charset="0"/>
                      </a:endParaRPr>
                    </a:p>
                  </a:txBody>
                  <a:tcPr marL="44450" marR="44450" marT="0" marB="0" anchor="ctr">
                    <a:lnL>
                      <a:noFill/>
                    </a:lnL>
                    <a:lnR>
                      <a:noFill/>
                    </a:lnR>
                    <a:lnT>
                      <a:noFill/>
                    </a:lnT>
                    <a:lnB>
                      <a:noFill/>
                    </a:lnB>
                    <a:solidFill>
                      <a:srgbClr val="F2F2F2"/>
                    </a:solidFill>
                  </a:tcPr>
                </a:tc>
                <a:tc>
                  <a:txBody>
                    <a:bodyPr/>
                    <a:lstStyle/>
                    <a:p>
                      <a:pPr>
                        <a:lnSpc>
                          <a:spcPct val="115000"/>
                        </a:lnSpc>
                        <a:spcAft>
                          <a:spcPts val="600"/>
                        </a:spcAft>
                      </a:pPr>
                      <a:r>
                        <a:rPr lang="en-US" sz="800">
                          <a:solidFill>
                            <a:srgbClr val="000000"/>
                          </a:solidFill>
                          <a:effectLst/>
                          <a:latin typeface="Santander Text Light" panose="020B0304020201020104" pitchFamily="34" charset="0"/>
                          <a:ea typeface="Times New Roman" panose="02020603050405020304" pitchFamily="18" charset="0"/>
                          <a:cs typeface="Arial" panose="020B0604020202020204" pitchFamily="34" charset="0"/>
                        </a:rPr>
                        <a:t>26</a:t>
                      </a:r>
                      <a:endParaRPr lang="pt-PT" sz="1000">
                        <a:effectLst/>
                        <a:latin typeface="Santander Text Light" panose="020B0304020201020104" pitchFamily="34" charset="0"/>
                        <a:ea typeface="Arial" panose="020B0604020202020204" pitchFamily="34" charset="0"/>
                        <a:cs typeface="Times New Roman" panose="02020603050405020304" pitchFamily="18" charset="0"/>
                      </a:endParaRPr>
                    </a:p>
                  </a:txBody>
                  <a:tcPr marL="44450" marR="44450" marT="0" marB="0" anchor="ctr">
                    <a:lnL>
                      <a:noFill/>
                    </a:lnL>
                    <a:lnR>
                      <a:noFill/>
                    </a:lnR>
                    <a:lnT>
                      <a:noFill/>
                    </a:lnT>
                    <a:lnB>
                      <a:noFill/>
                    </a:lnB>
                    <a:solidFill>
                      <a:srgbClr val="F2F2F2"/>
                    </a:solidFill>
                  </a:tcPr>
                </a:tc>
                <a:tc>
                  <a:txBody>
                    <a:bodyPr/>
                    <a:lstStyle/>
                    <a:p>
                      <a:pPr>
                        <a:lnSpc>
                          <a:spcPct val="115000"/>
                        </a:lnSpc>
                        <a:spcAft>
                          <a:spcPts val="600"/>
                        </a:spcAft>
                      </a:pPr>
                      <a:r>
                        <a:rPr lang="en-US" sz="800">
                          <a:solidFill>
                            <a:srgbClr val="000000"/>
                          </a:solidFill>
                          <a:effectLst/>
                          <a:latin typeface="Santander Text Light" panose="020B0304020201020104" pitchFamily="34" charset="0"/>
                          <a:ea typeface="Times New Roman" panose="02020603050405020304" pitchFamily="18" charset="0"/>
                          <a:cs typeface="Arial" panose="020B0604020202020204" pitchFamily="34" charset="0"/>
                        </a:rPr>
                        <a:t>64</a:t>
                      </a:r>
                      <a:endParaRPr lang="pt-PT" sz="1000">
                        <a:effectLst/>
                        <a:latin typeface="Santander Text Light" panose="020B0304020201020104" pitchFamily="34" charset="0"/>
                        <a:ea typeface="Arial" panose="020B0604020202020204" pitchFamily="34" charset="0"/>
                        <a:cs typeface="Times New Roman" panose="02020603050405020304" pitchFamily="18" charset="0"/>
                      </a:endParaRPr>
                    </a:p>
                  </a:txBody>
                  <a:tcPr marL="44450" marR="44450" marT="0" marB="0" anchor="ctr">
                    <a:lnL>
                      <a:noFill/>
                    </a:lnL>
                    <a:lnR>
                      <a:noFill/>
                    </a:lnR>
                    <a:lnT>
                      <a:noFill/>
                    </a:lnT>
                    <a:lnB>
                      <a:noFill/>
                    </a:lnB>
                    <a:solidFill>
                      <a:srgbClr val="F2F2F2"/>
                    </a:solidFill>
                  </a:tcPr>
                </a:tc>
                <a:tc>
                  <a:txBody>
                    <a:bodyPr/>
                    <a:lstStyle/>
                    <a:p>
                      <a:pPr>
                        <a:lnSpc>
                          <a:spcPct val="115000"/>
                        </a:lnSpc>
                        <a:spcAft>
                          <a:spcPts val="600"/>
                        </a:spcAft>
                      </a:pPr>
                      <a:r>
                        <a:rPr lang="en-US" sz="800">
                          <a:solidFill>
                            <a:srgbClr val="000000"/>
                          </a:solidFill>
                          <a:effectLst/>
                          <a:latin typeface="Santander Text Light" panose="020B0304020201020104" pitchFamily="34" charset="0"/>
                          <a:ea typeface="Times New Roman" panose="02020603050405020304" pitchFamily="18" charset="0"/>
                          <a:cs typeface="Arial" panose="020B0604020202020204" pitchFamily="34" charset="0"/>
                        </a:rPr>
                        <a:t>10.120.48.4</a:t>
                      </a:r>
                      <a:endParaRPr lang="pt-PT" sz="1000">
                        <a:effectLst/>
                        <a:latin typeface="Santander Text Light" panose="020B0304020201020104" pitchFamily="34" charset="0"/>
                        <a:ea typeface="Arial" panose="020B0604020202020204" pitchFamily="34" charset="0"/>
                        <a:cs typeface="Times New Roman" panose="02020603050405020304" pitchFamily="18" charset="0"/>
                      </a:endParaRPr>
                    </a:p>
                  </a:txBody>
                  <a:tcPr marL="44450" marR="44450" marT="0" marB="0" anchor="ctr">
                    <a:lnL>
                      <a:noFill/>
                    </a:lnL>
                    <a:lnR>
                      <a:noFill/>
                    </a:lnR>
                    <a:lnT>
                      <a:noFill/>
                    </a:lnT>
                    <a:lnB>
                      <a:noFill/>
                    </a:lnB>
                    <a:solidFill>
                      <a:srgbClr val="F2F2F2"/>
                    </a:solidFill>
                  </a:tcPr>
                </a:tc>
                <a:tc>
                  <a:txBody>
                    <a:bodyPr/>
                    <a:lstStyle/>
                    <a:p>
                      <a:pPr>
                        <a:lnSpc>
                          <a:spcPct val="115000"/>
                        </a:lnSpc>
                        <a:spcAft>
                          <a:spcPts val="600"/>
                        </a:spcAft>
                      </a:pPr>
                      <a:r>
                        <a:rPr lang="en-US" sz="800">
                          <a:solidFill>
                            <a:srgbClr val="000000"/>
                          </a:solidFill>
                          <a:effectLst/>
                          <a:latin typeface="Santander Text Light" panose="020B0304020201020104" pitchFamily="34" charset="0"/>
                          <a:ea typeface="Times New Roman" panose="02020603050405020304" pitchFamily="18" charset="0"/>
                          <a:cs typeface="Arial" panose="020B0604020202020204" pitchFamily="34" charset="0"/>
                        </a:rPr>
                        <a:t>10.120.48.62</a:t>
                      </a:r>
                      <a:endParaRPr lang="pt-PT" sz="1000">
                        <a:effectLst/>
                        <a:latin typeface="Santander Text Light" panose="020B0304020201020104" pitchFamily="34" charset="0"/>
                        <a:ea typeface="Arial" panose="020B0604020202020204" pitchFamily="34" charset="0"/>
                        <a:cs typeface="Times New Roman" panose="02020603050405020304" pitchFamily="18" charset="0"/>
                      </a:endParaRPr>
                    </a:p>
                  </a:txBody>
                  <a:tcPr marL="44450" marR="44450" marT="0" marB="0" anchor="ctr">
                    <a:lnL>
                      <a:noFill/>
                    </a:lnL>
                    <a:lnR>
                      <a:noFill/>
                    </a:lnR>
                    <a:lnT>
                      <a:noFill/>
                    </a:lnT>
                    <a:lnB>
                      <a:noFill/>
                    </a:lnB>
                    <a:solidFill>
                      <a:srgbClr val="F2F2F2"/>
                    </a:solidFill>
                  </a:tcPr>
                </a:tc>
                <a:extLst>
                  <a:ext uri="{0D108BD9-81ED-4DB2-BD59-A6C34878D82A}">
                    <a16:rowId xmlns:a16="http://schemas.microsoft.com/office/drawing/2014/main" val="4163210923"/>
                  </a:ext>
                </a:extLst>
              </a:tr>
              <a:tr h="195580">
                <a:tc>
                  <a:txBody>
                    <a:bodyPr/>
                    <a:lstStyle/>
                    <a:p>
                      <a:pPr>
                        <a:lnSpc>
                          <a:spcPct val="115000"/>
                        </a:lnSpc>
                        <a:spcAft>
                          <a:spcPts val="600"/>
                        </a:spcAft>
                      </a:pPr>
                      <a:r>
                        <a:rPr lang="en-US" sz="800">
                          <a:solidFill>
                            <a:srgbClr val="000000"/>
                          </a:solidFill>
                          <a:effectLst/>
                          <a:latin typeface="Santander Text Light" panose="020B0304020201020104" pitchFamily="34" charset="0"/>
                          <a:ea typeface="Times New Roman" panose="02020603050405020304" pitchFamily="18" charset="0"/>
                          <a:cs typeface="Arial" panose="020B0604020202020204" pitchFamily="34" charset="0"/>
                        </a:rPr>
                        <a:t>Workload APP</a:t>
                      </a:r>
                      <a:endParaRPr lang="pt-PT" sz="1000">
                        <a:effectLst/>
                        <a:latin typeface="Santander Text Light" panose="020B0304020201020104" pitchFamily="34" charset="0"/>
                        <a:ea typeface="Arial" panose="020B0604020202020204" pitchFamily="34" charset="0"/>
                        <a:cs typeface="Times New Roman" panose="02020603050405020304" pitchFamily="18" charset="0"/>
                      </a:endParaRPr>
                    </a:p>
                  </a:txBody>
                  <a:tcPr marL="44450" marR="44450" marT="0" marB="0" anchor="ctr">
                    <a:lnL>
                      <a:noFill/>
                    </a:lnL>
                    <a:lnR>
                      <a:noFill/>
                    </a:lnR>
                    <a:lnT>
                      <a:noFill/>
                    </a:lnT>
                    <a:lnB>
                      <a:noFill/>
                    </a:lnB>
                    <a:solidFill>
                      <a:srgbClr val="F2F2F2"/>
                    </a:solidFill>
                  </a:tcPr>
                </a:tc>
                <a:tc>
                  <a:txBody>
                    <a:bodyPr/>
                    <a:lstStyle/>
                    <a:p>
                      <a:pPr>
                        <a:lnSpc>
                          <a:spcPct val="115000"/>
                        </a:lnSpc>
                        <a:spcAft>
                          <a:spcPts val="600"/>
                        </a:spcAft>
                      </a:pPr>
                      <a:r>
                        <a:rPr lang="en-US" sz="800">
                          <a:solidFill>
                            <a:srgbClr val="000000"/>
                          </a:solidFill>
                          <a:effectLst/>
                          <a:latin typeface="Santander Text Light" panose="020B0304020201020104" pitchFamily="34" charset="0"/>
                          <a:ea typeface="Times New Roman" panose="02020603050405020304" pitchFamily="18" charset="0"/>
                          <a:cs typeface="Arial" panose="020B0604020202020204" pitchFamily="34" charset="0"/>
                        </a:rPr>
                        <a:t>10.120.48.64</a:t>
                      </a:r>
                      <a:endParaRPr lang="pt-PT" sz="1000">
                        <a:effectLst/>
                        <a:latin typeface="Santander Text Light" panose="020B0304020201020104" pitchFamily="34" charset="0"/>
                        <a:ea typeface="Arial" panose="020B0604020202020204" pitchFamily="34" charset="0"/>
                        <a:cs typeface="Times New Roman" panose="02020603050405020304" pitchFamily="18" charset="0"/>
                      </a:endParaRPr>
                    </a:p>
                  </a:txBody>
                  <a:tcPr marL="44450" marR="44450" marT="0" marB="0" anchor="ctr">
                    <a:lnL>
                      <a:noFill/>
                    </a:lnL>
                    <a:lnR>
                      <a:noFill/>
                    </a:lnR>
                    <a:lnT>
                      <a:noFill/>
                    </a:lnT>
                    <a:lnB>
                      <a:noFill/>
                    </a:lnB>
                    <a:solidFill>
                      <a:srgbClr val="F2F2F2"/>
                    </a:solidFill>
                  </a:tcPr>
                </a:tc>
                <a:tc>
                  <a:txBody>
                    <a:bodyPr/>
                    <a:lstStyle/>
                    <a:p>
                      <a:pPr>
                        <a:lnSpc>
                          <a:spcPct val="115000"/>
                        </a:lnSpc>
                        <a:spcAft>
                          <a:spcPts val="600"/>
                        </a:spcAft>
                      </a:pPr>
                      <a:r>
                        <a:rPr lang="en-US" sz="800">
                          <a:solidFill>
                            <a:srgbClr val="000000"/>
                          </a:solidFill>
                          <a:effectLst/>
                          <a:latin typeface="Santander Text Light" panose="020B0304020201020104" pitchFamily="34" charset="0"/>
                          <a:ea typeface="Times New Roman" panose="02020603050405020304" pitchFamily="18" charset="0"/>
                          <a:cs typeface="Arial" panose="020B0604020202020204" pitchFamily="34" charset="0"/>
                        </a:rPr>
                        <a:t>255.255.255.192</a:t>
                      </a:r>
                      <a:endParaRPr lang="pt-PT" sz="1000">
                        <a:effectLst/>
                        <a:latin typeface="Santander Text Light" panose="020B0304020201020104" pitchFamily="34" charset="0"/>
                        <a:ea typeface="Arial" panose="020B0604020202020204" pitchFamily="34" charset="0"/>
                        <a:cs typeface="Times New Roman" panose="02020603050405020304" pitchFamily="18" charset="0"/>
                      </a:endParaRPr>
                    </a:p>
                  </a:txBody>
                  <a:tcPr marL="44450" marR="44450" marT="0" marB="0" anchor="ctr">
                    <a:lnL>
                      <a:noFill/>
                    </a:lnL>
                    <a:lnR>
                      <a:noFill/>
                    </a:lnR>
                    <a:lnT>
                      <a:noFill/>
                    </a:lnT>
                    <a:lnB>
                      <a:noFill/>
                    </a:lnB>
                    <a:solidFill>
                      <a:srgbClr val="F2F2F2"/>
                    </a:solidFill>
                  </a:tcPr>
                </a:tc>
                <a:tc>
                  <a:txBody>
                    <a:bodyPr/>
                    <a:lstStyle/>
                    <a:p>
                      <a:pPr>
                        <a:lnSpc>
                          <a:spcPct val="115000"/>
                        </a:lnSpc>
                        <a:spcAft>
                          <a:spcPts val="600"/>
                        </a:spcAft>
                      </a:pPr>
                      <a:r>
                        <a:rPr lang="en-US" sz="800">
                          <a:solidFill>
                            <a:srgbClr val="000000"/>
                          </a:solidFill>
                          <a:effectLst/>
                          <a:latin typeface="Santander Text Light" panose="020B0304020201020104" pitchFamily="34" charset="0"/>
                          <a:ea typeface="Times New Roman" panose="02020603050405020304" pitchFamily="18" charset="0"/>
                          <a:cs typeface="Arial" panose="020B0604020202020204" pitchFamily="34" charset="0"/>
                        </a:rPr>
                        <a:t>26</a:t>
                      </a:r>
                      <a:endParaRPr lang="pt-PT" sz="1000">
                        <a:effectLst/>
                        <a:latin typeface="Santander Text Light" panose="020B0304020201020104" pitchFamily="34" charset="0"/>
                        <a:ea typeface="Arial" panose="020B0604020202020204" pitchFamily="34" charset="0"/>
                        <a:cs typeface="Times New Roman" panose="02020603050405020304" pitchFamily="18" charset="0"/>
                      </a:endParaRPr>
                    </a:p>
                  </a:txBody>
                  <a:tcPr marL="44450" marR="44450" marT="0" marB="0" anchor="ctr">
                    <a:lnL>
                      <a:noFill/>
                    </a:lnL>
                    <a:lnR>
                      <a:noFill/>
                    </a:lnR>
                    <a:lnT>
                      <a:noFill/>
                    </a:lnT>
                    <a:lnB>
                      <a:noFill/>
                    </a:lnB>
                    <a:solidFill>
                      <a:srgbClr val="F2F2F2"/>
                    </a:solidFill>
                  </a:tcPr>
                </a:tc>
                <a:tc>
                  <a:txBody>
                    <a:bodyPr/>
                    <a:lstStyle/>
                    <a:p>
                      <a:pPr>
                        <a:lnSpc>
                          <a:spcPct val="115000"/>
                        </a:lnSpc>
                        <a:spcAft>
                          <a:spcPts val="600"/>
                        </a:spcAft>
                      </a:pPr>
                      <a:r>
                        <a:rPr lang="en-US" sz="800">
                          <a:solidFill>
                            <a:srgbClr val="000000"/>
                          </a:solidFill>
                          <a:effectLst/>
                          <a:latin typeface="Santander Text Light" panose="020B0304020201020104" pitchFamily="34" charset="0"/>
                          <a:ea typeface="Times New Roman" panose="02020603050405020304" pitchFamily="18" charset="0"/>
                          <a:cs typeface="Arial" panose="020B0604020202020204" pitchFamily="34" charset="0"/>
                        </a:rPr>
                        <a:t>64</a:t>
                      </a:r>
                      <a:endParaRPr lang="pt-PT" sz="1000">
                        <a:effectLst/>
                        <a:latin typeface="Santander Text Light" panose="020B0304020201020104" pitchFamily="34" charset="0"/>
                        <a:ea typeface="Arial" panose="020B0604020202020204" pitchFamily="34" charset="0"/>
                        <a:cs typeface="Times New Roman" panose="02020603050405020304" pitchFamily="18" charset="0"/>
                      </a:endParaRPr>
                    </a:p>
                  </a:txBody>
                  <a:tcPr marL="44450" marR="44450" marT="0" marB="0" anchor="ctr">
                    <a:lnL>
                      <a:noFill/>
                    </a:lnL>
                    <a:lnR>
                      <a:noFill/>
                    </a:lnR>
                    <a:lnT>
                      <a:noFill/>
                    </a:lnT>
                    <a:lnB>
                      <a:noFill/>
                    </a:lnB>
                    <a:solidFill>
                      <a:srgbClr val="F2F2F2"/>
                    </a:solidFill>
                  </a:tcPr>
                </a:tc>
                <a:tc>
                  <a:txBody>
                    <a:bodyPr/>
                    <a:lstStyle/>
                    <a:p>
                      <a:pPr>
                        <a:lnSpc>
                          <a:spcPct val="115000"/>
                        </a:lnSpc>
                        <a:spcAft>
                          <a:spcPts val="600"/>
                        </a:spcAft>
                      </a:pPr>
                      <a:r>
                        <a:rPr lang="en-US" sz="800">
                          <a:solidFill>
                            <a:srgbClr val="000000"/>
                          </a:solidFill>
                          <a:effectLst/>
                          <a:latin typeface="Santander Text Light" panose="020B0304020201020104" pitchFamily="34" charset="0"/>
                          <a:ea typeface="Times New Roman" panose="02020603050405020304" pitchFamily="18" charset="0"/>
                          <a:cs typeface="Arial" panose="020B0604020202020204" pitchFamily="34" charset="0"/>
                        </a:rPr>
                        <a:t>10.120.48.68</a:t>
                      </a:r>
                      <a:endParaRPr lang="pt-PT" sz="1000">
                        <a:effectLst/>
                        <a:latin typeface="Santander Text Light" panose="020B0304020201020104" pitchFamily="34" charset="0"/>
                        <a:ea typeface="Arial" panose="020B0604020202020204" pitchFamily="34" charset="0"/>
                        <a:cs typeface="Times New Roman" panose="02020603050405020304" pitchFamily="18" charset="0"/>
                      </a:endParaRPr>
                    </a:p>
                  </a:txBody>
                  <a:tcPr marL="44450" marR="44450" marT="0" marB="0" anchor="ctr">
                    <a:lnL>
                      <a:noFill/>
                    </a:lnL>
                    <a:lnR>
                      <a:noFill/>
                    </a:lnR>
                    <a:lnT>
                      <a:noFill/>
                    </a:lnT>
                    <a:lnB>
                      <a:noFill/>
                    </a:lnB>
                    <a:solidFill>
                      <a:srgbClr val="F2F2F2"/>
                    </a:solidFill>
                  </a:tcPr>
                </a:tc>
                <a:tc>
                  <a:txBody>
                    <a:bodyPr/>
                    <a:lstStyle/>
                    <a:p>
                      <a:pPr>
                        <a:lnSpc>
                          <a:spcPct val="115000"/>
                        </a:lnSpc>
                        <a:spcAft>
                          <a:spcPts val="600"/>
                        </a:spcAft>
                      </a:pPr>
                      <a:r>
                        <a:rPr lang="en-US" sz="800">
                          <a:solidFill>
                            <a:srgbClr val="000000"/>
                          </a:solidFill>
                          <a:effectLst/>
                          <a:latin typeface="Santander Text Light" panose="020B0304020201020104" pitchFamily="34" charset="0"/>
                          <a:ea typeface="Times New Roman" panose="02020603050405020304" pitchFamily="18" charset="0"/>
                          <a:cs typeface="Arial" panose="020B0604020202020204" pitchFamily="34" charset="0"/>
                        </a:rPr>
                        <a:t>10.120.48.126</a:t>
                      </a:r>
                      <a:endParaRPr lang="pt-PT" sz="1000">
                        <a:effectLst/>
                        <a:latin typeface="Santander Text Light" panose="020B0304020201020104" pitchFamily="34" charset="0"/>
                        <a:ea typeface="Arial" panose="020B0604020202020204" pitchFamily="34" charset="0"/>
                        <a:cs typeface="Times New Roman" panose="02020603050405020304" pitchFamily="18" charset="0"/>
                      </a:endParaRPr>
                    </a:p>
                  </a:txBody>
                  <a:tcPr marL="44450" marR="44450" marT="0" marB="0" anchor="ctr">
                    <a:lnL>
                      <a:noFill/>
                    </a:lnL>
                    <a:lnR>
                      <a:noFill/>
                    </a:lnR>
                    <a:lnT>
                      <a:noFill/>
                    </a:lnT>
                    <a:lnB>
                      <a:noFill/>
                    </a:lnB>
                    <a:solidFill>
                      <a:srgbClr val="F2F2F2"/>
                    </a:solidFill>
                  </a:tcPr>
                </a:tc>
                <a:extLst>
                  <a:ext uri="{0D108BD9-81ED-4DB2-BD59-A6C34878D82A}">
                    <a16:rowId xmlns:a16="http://schemas.microsoft.com/office/drawing/2014/main" val="124337181"/>
                  </a:ext>
                </a:extLst>
              </a:tr>
              <a:tr h="195580">
                <a:tc>
                  <a:txBody>
                    <a:bodyPr/>
                    <a:lstStyle/>
                    <a:p>
                      <a:pPr>
                        <a:lnSpc>
                          <a:spcPct val="115000"/>
                        </a:lnSpc>
                        <a:spcAft>
                          <a:spcPts val="600"/>
                        </a:spcAft>
                      </a:pPr>
                      <a:r>
                        <a:rPr lang="en-US" sz="800">
                          <a:solidFill>
                            <a:srgbClr val="000000"/>
                          </a:solidFill>
                          <a:effectLst/>
                          <a:latin typeface="Santander Text Light" panose="020B0304020201020104" pitchFamily="34" charset="0"/>
                          <a:ea typeface="Times New Roman" panose="02020603050405020304" pitchFamily="18" charset="0"/>
                          <a:cs typeface="Arial" panose="020B0604020202020204" pitchFamily="34" charset="0"/>
                        </a:rPr>
                        <a:t>Workload DATA</a:t>
                      </a:r>
                      <a:endParaRPr lang="pt-PT" sz="1000">
                        <a:effectLst/>
                        <a:latin typeface="Santander Text Light" panose="020B0304020201020104" pitchFamily="34" charset="0"/>
                        <a:ea typeface="Arial" panose="020B0604020202020204" pitchFamily="34" charset="0"/>
                        <a:cs typeface="Times New Roman" panose="02020603050405020304" pitchFamily="18" charset="0"/>
                      </a:endParaRPr>
                    </a:p>
                  </a:txBody>
                  <a:tcPr marL="44450" marR="44450" marT="0" marB="0" anchor="ctr">
                    <a:lnL>
                      <a:noFill/>
                    </a:lnL>
                    <a:lnR>
                      <a:noFill/>
                    </a:lnR>
                    <a:lnT>
                      <a:noFill/>
                    </a:lnT>
                    <a:lnB>
                      <a:noFill/>
                    </a:lnB>
                    <a:solidFill>
                      <a:srgbClr val="F2F2F2"/>
                    </a:solidFill>
                  </a:tcPr>
                </a:tc>
                <a:tc>
                  <a:txBody>
                    <a:bodyPr/>
                    <a:lstStyle/>
                    <a:p>
                      <a:pPr>
                        <a:lnSpc>
                          <a:spcPct val="115000"/>
                        </a:lnSpc>
                        <a:spcAft>
                          <a:spcPts val="600"/>
                        </a:spcAft>
                      </a:pPr>
                      <a:r>
                        <a:rPr lang="en-US" sz="800">
                          <a:solidFill>
                            <a:srgbClr val="000000"/>
                          </a:solidFill>
                          <a:effectLst/>
                          <a:latin typeface="Santander Text Light" panose="020B0304020201020104" pitchFamily="34" charset="0"/>
                          <a:ea typeface="Times New Roman" panose="02020603050405020304" pitchFamily="18" charset="0"/>
                          <a:cs typeface="Arial" panose="020B0604020202020204" pitchFamily="34" charset="0"/>
                        </a:rPr>
                        <a:t>10.120.48.128</a:t>
                      </a:r>
                      <a:endParaRPr lang="pt-PT" sz="1000">
                        <a:effectLst/>
                        <a:latin typeface="Santander Text Light" panose="020B0304020201020104" pitchFamily="34" charset="0"/>
                        <a:ea typeface="Arial" panose="020B0604020202020204" pitchFamily="34" charset="0"/>
                        <a:cs typeface="Times New Roman" panose="02020603050405020304" pitchFamily="18" charset="0"/>
                      </a:endParaRPr>
                    </a:p>
                  </a:txBody>
                  <a:tcPr marL="44450" marR="44450" marT="0" marB="0" anchor="ctr">
                    <a:lnL>
                      <a:noFill/>
                    </a:lnL>
                    <a:lnR>
                      <a:noFill/>
                    </a:lnR>
                    <a:lnT>
                      <a:noFill/>
                    </a:lnT>
                    <a:lnB>
                      <a:noFill/>
                    </a:lnB>
                    <a:solidFill>
                      <a:srgbClr val="F2F2F2"/>
                    </a:solidFill>
                  </a:tcPr>
                </a:tc>
                <a:tc>
                  <a:txBody>
                    <a:bodyPr/>
                    <a:lstStyle/>
                    <a:p>
                      <a:pPr>
                        <a:lnSpc>
                          <a:spcPct val="115000"/>
                        </a:lnSpc>
                        <a:spcAft>
                          <a:spcPts val="600"/>
                        </a:spcAft>
                      </a:pPr>
                      <a:r>
                        <a:rPr lang="en-US" sz="800">
                          <a:solidFill>
                            <a:srgbClr val="000000"/>
                          </a:solidFill>
                          <a:effectLst/>
                          <a:latin typeface="Santander Text Light" panose="020B0304020201020104" pitchFamily="34" charset="0"/>
                          <a:ea typeface="Times New Roman" panose="02020603050405020304" pitchFamily="18" charset="0"/>
                          <a:cs typeface="Arial" panose="020B0604020202020204" pitchFamily="34" charset="0"/>
                        </a:rPr>
                        <a:t>255.255.255.192</a:t>
                      </a:r>
                      <a:endParaRPr lang="pt-PT" sz="1000">
                        <a:effectLst/>
                        <a:latin typeface="Santander Text Light" panose="020B0304020201020104" pitchFamily="34" charset="0"/>
                        <a:ea typeface="Arial" panose="020B0604020202020204" pitchFamily="34" charset="0"/>
                        <a:cs typeface="Times New Roman" panose="02020603050405020304" pitchFamily="18" charset="0"/>
                      </a:endParaRPr>
                    </a:p>
                  </a:txBody>
                  <a:tcPr marL="44450" marR="44450" marT="0" marB="0" anchor="ctr">
                    <a:lnL>
                      <a:noFill/>
                    </a:lnL>
                    <a:lnR>
                      <a:noFill/>
                    </a:lnR>
                    <a:lnT>
                      <a:noFill/>
                    </a:lnT>
                    <a:lnB>
                      <a:noFill/>
                    </a:lnB>
                    <a:solidFill>
                      <a:srgbClr val="F2F2F2"/>
                    </a:solidFill>
                  </a:tcPr>
                </a:tc>
                <a:tc>
                  <a:txBody>
                    <a:bodyPr/>
                    <a:lstStyle/>
                    <a:p>
                      <a:pPr>
                        <a:lnSpc>
                          <a:spcPct val="115000"/>
                        </a:lnSpc>
                        <a:spcAft>
                          <a:spcPts val="600"/>
                        </a:spcAft>
                      </a:pPr>
                      <a:r>
                        <a:rPr lang="en-US" sz="800">
                          <a:solidFill>
                            <a:srgbClr val="000000"/>
                          </a:solidFill>
                          <a:effectLst/>
                          <a:latin typeface="Santander Text Light" panose="020B0304020201020104" pitchFamily="34" charset="0"/>
                          <a:ea typeface="Times New Roman" panose="02020603050405020304" pitchFamily="18" charset="0"/>
                          <a:cs typeface="Arial" panose="020B0604020202020204" pitchFamily="34" charset="0"/>
                        </a:rPr>
                        <a:t>26</a:t>
                      </a:r>
                      <a:endParaRPr lang="pt-PT" sz="1000">
                        <a:effectLst/>
                        <a:latin typeface="Santander Text Light" panose="020B0304020201020104" pitchFamily="34" charset="0"/>
                        <a:ea typeface="Arial" panose="020B0604020202020204" pitchFamily="34" charset="0"/>
                        <a:cs typeface="Times New Roman" panose="02020603050405020304" pitchFamily="18" charset="0"/>
                      </a:endParaRPr>
                    </a:p>
                  </a:txBody>
                  <a:tcPr marL="44450" marR="44450" marT="0" marB="0" anchor="ctr">
                    <a:lnL>
                      <a:noFill/>
                    </a:lnL>
                    <a:lnR>
                      <a:noFill/>
                    </a:lnR>
                    <a:lnT>
                      <a:noFill/>
                    </a:lnT>
                    <a:lnB>
                      <a:noFill/>
                    </a:lnB>
                    <a:solidFill>
                      <a:srgbClr val="F2F2F2"/>
                    </a:solidFill>
                  </a:tcPr>
                </a:tc>
                <a:tc>
                  <a:txBody>
                    <a:bodyPr/>
                    <a:lstStyle/>
                    <a:p>
                      <a:pPr>
                        <a:lnSpc>
                          <a:spcPct val="115000"/>
                        </a:lnSpc>
                        <a:spcAft>
                          <a:spcPts val="600"/>
                        </a:spcAft>
                      </a:pPr>
                      <a:r>
                        <a:rPr lang="en-US" sz="800">
                          <a:solidFill>
                            <a:srgbClr val="000000"/>
                          </a:solidFill>
                          <a:effectLst/>
                          <a:latin typeface="Santander Text Light" panose="020B0304020201020104" pitchFamily="34" charset="0"/>
                          <a:ea typeface="Times New Roman" panose="02020603050405020304" pitchFamily="18" charset="0"/>
                          <a:cs typeface="Arial" panose="020B0604020202020204" pitchFamily="34" charset="0"/>
                        </a:rPr>
                        <a:t>64</a:t>
                      </a:r>
                      <a:endParaRPr lang="pt-PT" sz="1000">
                        <a:effectLst/>
                        <a:latin typeface="Santander Text Light" panose="020B0304020201020104" pitchFamily="34" charset="0"/>
                        <a:ea typeface="Arial" panose="020B0604020202020204" pitchFamily="34" charset="0"/>
                        <a:cs typeface="Times New Roman" panose="02020603050405020304" pitchFamily="18" charset="0"/>
                      </a:endParaRPr>
                    </a:p>
                  </a:txBody>
                  <a:tcPr marL="44450" marR="44450" marT="0" marB="0" anchor="ctr">
                    <a:lnL>
                      <a:noFill/>
                    </a:lnL>
                    <a:lnR>
                      <a:noFill/>
                    </a:lnR>
                    <a:lnT>
                      <a:noFill/>
                    </a:lnT>
                    <a:lnB>
                      <a:noFill/>
                    </a:lnB>
                    <a:solidFill>
                      <a:srgbClr val="F2F2F2"/>
                    </a:solidFill>
                  </a:tcPr>
                </a:tc>
                <a:tc>
                  <a:txBody>
                    <a:bodyPr/>
                    <a:lstStyle/>
                    <a:p>
                      <a:pPr>
                        <a:lnSpc>
                          <a:spcPct val="115000"/>
                        </a:lnSpc>
                        <a:spcAft>
                          <a:spcPts val="600"/>
                        </a:spcAft>
                      </a:pPr>
                      <a:r>
                        <a:rPr lang="en-US" sz="800">
                          <a:solidFill>
                            <a:srgbClr val="000000"/>
                          </a:solidFill>
                          <a:effectLst/>
                          <a:latin typeface="Santander Text Light" panose="020B0304020201020104" pitchFamily="34" charset="0"/>
                          <a:ea typeface="Times New Roman" panose="02020603050405020304" pitchFamily="18" charset="0"/>
                          <a:cs typeface="Arial" panose="020B0604020202020204" pitchFamily="34" charset="0"/>
                        </a:rPr>
                        <a:t>10.120.48.132</a:t>
                      </a:r>
                      <a:endParaRPr lang="pt-PT" sz="1000">
                        <a:effectLst/>
                        <a:latin typeface="Santander Text Light" panose="020B0304020201020104" pitchFamily="34" charset="0"/>
                        <a:ea typeface="Arial" panose="020B0604020202020204" pitchFamily="34" charset="0"/>
                        <a:cs typeface="Times New Roman" panose="02020603050405020304" pitchFamily="18" charset="0"/>
                      </a:endParaRPr>
                    </a:p>
                  </a:txBody>
                  <a:tcPr marL="44450" marR="44450" marT="0" marB="0" anchor="ctr">
                    <a:lnL>
                      <a:noFill/>
                    </a:lnL>
                    <a:lnR>
                      <a:noFill/>
                    </a:lnR>
                    <a:lnT>
                      <a:noFill/>
                    </a:lnT>
                    <a:lnB>
                      <a:noFill/>
                    </a:lnB>
                    <a:solidFill>
                      <a:srgbClr val="F2F2F2"/>
                    </a:solidFill>
                  </a:tcPr>
                </a:tc>
                <a:tc>
                  <a:txBody>
                    <a:bodyPr/>
                    <a:lstStyle/>
                    <a:p>
                      <a:pPr>
                        <a:lnSpc>
                          <a:spcPct val="115000"/>
                        </a:lnSpc>
                        <a:spcAft>
                          <a:spcPts val="600"/>
                        </a:spcAft>
                      </a:pPr>
                      <a:r>
                        <a:rPr lang="en-US" sz="800">
                          <a:solidFill>
                            <a:srgbClr val="000000"/>
                          </a:solidFill>
                          <a:effectLst/>
                          <a:latin typeface="Santander Text Light" panose="020B0304020201020104" pitchFamily="34" charset="0"/>
                          <a:ea typeface="Times New Roman" panose="02020603050405020304" pitchFamily="18" charset="0"/>
                          <a:cs typeface="Arial" panose="020B0604020202020204" pitchFamily="34" charset="0"/>
                        </a:rPr>
                        <a:t>10.120.48.190</a:t>
                      </a:r>
                      <a:endParaRPr lang="pt-PT" sz="1000">
                        <a:effectLst/>
                        <a:latin typeface="Santander Text Light" panose="020B0304020201020104" pitchFamily="34" charset="0"/>
                        <a:ea typeface="Arial" panose="020B0604020202020204" pitchFamily="34" charset="0"/>
                        <a:cs typeface="Times New Roman" panose="02020603050405020304" pitchFamily="18" charset="0"/>
                      </a:endParaRPr>
                    </a:p>
                  </a:txBody>
                  <a:tcPr marL="44450" marR="44450" marT="0" marB="0" anchor="ctr">
                    <a:lnL>
                      <a:noFill/>
                    </a:lnL>
                    <a:lnR>
                      <a:noFill/>
                    </a:lnR>
                    <a:lnT>
                      <a:noFill/>
                    </a:lnT>
                    <a:lnB>
                      <a:noFill/>
                    </a:lnB>
                    <a:solidFill>
                      <a:srgbClr val="F2F2F2"/>
                    </a:solidFill>
                  </a:tcPr>
                </a:tc>
                <a:extLst>
                  <a:ext uri="{0D108BD9-81ED-4DB2-BD59-A6C34878D82A}">
                    <a16:rowId xmlns:a16="http://schemas.microsoft.com/office/drawing/2014/main" val="1213106189"/>
                  </a:ext>
                </a:extLst>
              </a:tr>
              <a:tr h="195580">
                <a:tc>
                  <a:txBody>
                    <a:bodyPr/>
                    <a:lstStyle/>
                    <a:p>
                      <a:pPr>
                        <a:lnSpc>
                          <a:spcPct val="115000"/>
                        </a:lnSpc>
                        <a:spcAft>
                          <a:spcPts val="600"/>
                        </a:spcAft>
                      </a:pPr>
                      <a:r>
                        <a:rPr lang="en-US" sz="800">
                          <a:solidFill>
                            <a:srgbClr val="000000"/>
                          </a:solidFill>
                          <a:effectLst/>
                          <a:latin typeface="Santander Text Light" panose="020B0304020201020104" pitchFamily="34" charset="0"/>
                          <a:ea typeface="Times New Roman" panose="02020603050405020304" pitchFamily="18" charset="0"/>
                          <a:cs typeface="Arial" panose="020B0604020202020204" pitchFamily="34" charset="0"/>
                        </a:rPr>
                        <a:t>...</a:t>
                      </a:r>
                      <a:endParaRPr lang="pt-PT" sz="1000">
                        <a:effectLst/>
                        <a:latin typeface="Santander Text Light" panose="020B0304020201020104" pitchFamily="34" charset="0"/>
                        <a:ea typeface="Arial" panose="020B0604020202020204" pitchFamily="34" charset="0"/>
                        <a:cs typeface="Times New Roman" panose="02020603050405020304" pitchFamily="18" charset="0"/>
                      </a:endParaRPr>
                    </a:p>
                  </a:txBody>
                  <a:tcPr marL="44450" marR="44450" marT="0" marB="0" anchor="ctr">
                    <a:lnL>
                      <a:noFill/>
                    </a:lnL>
                    <a:lnR>
                      <a:noFill/>
                    </a:lnR>
                    <a:lnT>
                      <a:noFill/>
                    </a:lnT>
                    <a:lnB>
                      <a:noFill/>
                    </a:lnB>
                    <a:solidFill>
                      <a:srgbClr val="F2F2F2"/>
                    </a:solidFill>
                  </a:tcPr>
                </a:tc>
                <a:tc>
                  <a:txBody>
                    <a:bodyPr/>
                    <a:lstStyle/>
                    <a:p>
                      <a:pPr>
                        <a:lnSpc>
                          <a:spcPct val="115000"/>
                        </a:lnSpc>
                        <a:spcAft>
                          <a:spcPts val="600"/>
                        </a:spcAft>
                      </a:pPr>
                      <a:r>
                        <a:rPr lang="en-US" sz="800">
                          <a:solidFill>
                            <a:srgbClr val="000000"/>
                          </a:solidFill>
                          <a:effectLst/>
                          <a:latin typeface="Santander Text Light" panose="020B0304020201020104" pitchFamily="34" charset="0"/>
                          <a:ea typeface="Times New Roman" panose="02020603050405020304" pitchFamily="18" charset="0"/>
                          <a:cs typeface="Arial" panose="020B0604020202020204" pitchFamily="34" charset="0"/>
                        </a:rPr>
                        <a:t> </a:t>
                      </a:r>
                      <a:endParaRPr lang="pt-PT" sz="1000">
                        <a:effectLst/>
                        <a:latin typeface="Santander Text Light" panose="020B0304020201020104" pitchFamily="34" charset="0"/>
                        <a:ea typeface="Arial" panose="020B0604020202020204" pitchFamily="34" charset="0"/>
                        <a:cs typeface="Times New Roman" panose="02020603050405020304" pitchFamily="18" charset="0"/>
                      </a:endParaRPr>
                    </a:p>
                  </a:txBody>
                  <a:tcPr marL="44450" marR="44450" marT="0" marB="0" anchor="ctr">
                    <a:lnL>
                      <a:noFill/>
                    </a:lnL>
                    <a:lnR>
                      <a:noFill/>
                    </a:lnR>
                    <a:lnT>
                      <a:noFill/>
                    </a:lnT>
                    <a:lnB>
                      <a:noFill/>
                    </a:lnB>
                    <a:solidFill>
                      <a:srgbClr val="F2F2F2"/>
                    </a:solidFill>
                  </a:tcPr>
                </a:tc>
                <a:tc>
                  <a:txBody>
                    <a:bodyPr/>
                    <a:lstStyle/>
                    <a:p>
                      <a:pPr>
                        <a:lnSpc>
                          <a:spcPct val="115000"/>
                        </a:lnSpc>
                        <a:spcAft>
                          <a:spcPts val="600"/>
                        </a:spcAft>
                      </a:pPr>
                      <a:r>
                        <a:rPr lang="en-US" sz="800">
                          <a:solidFill>
                            <a:srgbClr val="000000"/>
                          </a:solidFill>
                          <a:effectLst/>
                          <a:latin typeface="Santander Text Light" panose="020B0304020201020104" pitchFamily="34" charset="0"/>
                          <a:ea typeface="Times New Roman" panose="02020603050405020304" pitchFamily="18" charset="0"/>
                          <a:cs typeface="Arial" panose="020B0604020202020204" pitchFamily="34" charset="0"/>
                        </a:rPr>
                        <a:t> </a:t>
                      </a:r>
                      <a:endParaRPr lang="pt-PT" sz="1000">
                        <a:effectLst/>
                        <a:latin typeface="Santander Text Light" panose="020B0304020201020104" pitchFamily="34" charset="0"/>
                        <a:ea typeface="Arial" panose="020B0604020202020204" pitchFamily="34" charset="0"/>
                        <a:cs typeface="Times New Roman" panose="02020603050405020304" pitchFamily="18" charset="0"/>
                      </a:endParaRPr>
                    </a:p>
                  </a:txBody>
                  <a:tcPr marL="44450" marR="44450" marT="0" marB="0" anchor="ctr">
                    <a:lnL>
                      <a:noFill/>
                    </a:lnL>
                    <a:lnR>
                      <a:noFill/>
                    </a:lnR>
                    <a:lnT>
                      <a:noFill/>
                    </a:lnT>
                    <a:lnB>
                      <a:noFill/>
                    </a:lnB>
                    <a:solidFill>
                      <a:srgbClr val="F2F2F2"/>
                    </a:solidFill>
                  </a:tcPr>
                </a:tc>
                <a:tc>
                  <a:txBody>
                    <a:bodyPr/>
                    <a:lstStyle/>
                    <a:p>
                      <a:pPr>
                        <a:lnSpc>
                          <a:spcPct val="115000"/>
                        </a:lnSpc>
                        <a:spcAft>
                          <a:spcPts val="600"/>
                        </a:spcAft>
                      </a:pPr>
                      <a:r>
                        <a:rPr lang="en-US" sz="800">
                          <a:solidFill>
                            <a:srgbClr val="000000"/>
                          </a:solidFill>
                          <a:effectLst/>
                          <a:latin typeface="Santander Text Light" panose="020B0304020201020104" pitchFamily="34" charset="0"/>
                          <a:ea typeface="Times New Roman" panose="02020603050405020304" pitchFamily="18" charset="0"/>
                          <a:cs typeface="Arial" panose="020B0604020202020204" pitchFamily="34" charset="0"/>
                        </a:rPr>
                        <a:t> </a:t>
                      </a:r>
                      <a:endParaRPr lang="pt-PT" sz="1000">
                        <a:effectLst/>
                        <a:latin typeface="Santander Text Light" panose="020B0304020201020104" pitchFamily="34" charset="0"/>
                        <a:ea typeface="Arial" panose="020B0604020202020204" pitchFamily="34" charset="0"/>
                        <a:cs typeface="Times New Roman" panose="02020603050405020304" pitchFamily="18" charset="0"/>
                      </a:endParaRPr>
                    </a:p>
                  </a:txBody>
                  <a:tcPr marL="44450" marR="44450" marT="0" marB="0" anchor="ctr">
                    <a:lnL>
                      <a:noFill/>
                    </a:lnL>
                    <a:lnR>
                      <a:noFill/>
                    </a:lnR>
                    <a:lnT>
                      <a:noFill/>
                    </a:lnT>
                    <a:lnB>
                      <a:noFill/>
                    </a:lnB>
                    <a:solidFill>
                      <a:srgbClr val="F2F2F2"/>
                    </a:solidFill>
                  </a:tcPr>
                </a:tc>
                <a:tc>
                  <a:txBody>
                    <a:bodyPr/>
                    <a:lstStyle/>
                    <a:p>
                      <a:pPr>
                        <a:lnSpc>
                          <a:spcPct val="115000"/>
                        </a:lnSpc>
                        <a:spcAft>
                          <a:spcPts val="600"/>
                        </a:spcAft>
                      </a:pPr>
                      <a:r>
                        <a:rPr lang="en-US" sz="800">
                          <a:solidFill>
                            <a:srgbClr val="000000"/>
                          </a:solidFill>
                          <a:effectLst/>
                          <a:latin typeface="Santander Text Light" panose="020B0304020201020104" pitchFamily="34" charset="0"/>
                          <a:ea typeface="Times New Roman" panose="02020603050405020304" pitchFamily="18" charset="0"/>
                          <a:cs typeface="Arial" panose="020B0604020202020204" pitchFamily="34" charset="0"/>
                        </a:rPr>
                        <a:t> </a:t>
                      </a:r>
                      <a:endParaRPr lang="pt-PT" sz="1000">
                        <a:effectLst/>
                        <a:latin typeface="Santander Text Light" panose="020B0304020201020104" pitchFamily="34" charset="0"/>
                        <a:ea typeface="Arial" panose="020B0604020202020204" pitchFamily="34" charset="0"/>
                        <a:cs typeface="Times New Roman" panose="02020603050405020304" pitchFamily="18" charset="0"/>
                      </a:endParaRPr>
                    </a:p>
                  </a:txBody>
                  <a:tcPr marL="44450" marR="44450" marT="0" marB="0" anchor="ctr">
                    <a:lnL>
                      <a:noFill/>
                    </a:lnL>
                    <a:lnR>
                      <a:noFill/>
                    </a:lnR>
                    <a:lnT>
                      <a:noFill/>
                    </a:lnT>
                    <a:lnB>
                      <a:noFill/>
                    </a:lnB>
                    <a:solidFill>
                      <a:srgbClr val="F2F2F2"/>
                    </a:solidFill>
                  </a:tcPr>
                </a:tc>
                <a:tc>
                  <a:txBody>
                    <a:bodyPr/>
                    <a:lstStyle/>
                    <a:p>
                      <a:pPr>
                        <a:lnSpc>
                          <a:spcPct val="115000"/>
                        </a:lnSpc>
                        <a:spcAft>
                          <a:spcPts val="600"/>
                        </a:spcAft>
                      </a:pPr>
                      <a:r>
                        <a:rPr lang="en-US" sz="800">
                          <a:solidFill>
                            <a:srgbClr val="000000"/>
                          </a:solidFill>
                          <a:effectLst/>
                          <a:latin typeface="Santander Text Light" panose="020B0304020201020104" pitchFamily="34" charset="0"/>
                          <a:ea typeface="Times New Roman" panose="02020603050405020304" pitchFamily="18" charset="0"/>
                          <a:cs typeface="Arial" panose="020B0604020202020204" pitchFamily="34" charset="0"/>
                        </a:rPr>
                        <a:t> </a:t>
                      </a:r>
                      <a:endParaRPr lang="pt-PT" sz="1000">
                        <a:effectLst/>
                        <a:latin typeface="Santander Text Light" panose="020B0304020201020104" pitchFamily="34" charset="0"/>
                        <a:ea typeface="Arial" panose="020B0604020202020204" pitchFamily="34" charset="0"/>
                        <a:cs typeface="Times New Roman" panose="02020603050405020304" pitchFamily="18" charset="0"/>
                      </a:endParaRPr>
                    </a:p>
                  </a:txBody>
                  <a:tcPr marL="44450" marR="44450" marT="0" marB="0" anchor="ctr">
                    <a:lnL>
                      <a:noFill/>
                    </a:lnL>
                    <a:lnR>
                      <a:noFill/>
                    </a:lnR>
                    <a:lnT>
                      <a:noFill/>
                    </a:lnT>
                    <a:lnB>
                      <a:noFill/>
                    </a:lnB>
                    <a:solidFill>
                      <a:srgbClr val="F2F2F2"/>
                    </a:solidFill>
                  </a:tcPr>
                </a:tc>
                <a:tc>
                  <a:txBody>
                    <a:bodyPr/>
                    <a:lstStyle/>
                    <a:p>
                      <a:pPr>
                        <a:lnSpc>
                          <a:spcPct val="115000"/>
                        </a:lnSpc>
                        <a:spcAft>
                          <a:spcPts val="600"/>
                        </a:spcAft>
                      </a:pPr>
                      <a:r>
                        <a:rPr lang="en-US" sz="800">
                          <a:solidFill>
                            <a:srgbClr val="000000"/>
                          </a:solidFill>
                          <a:effectLst/>
                          <a:latin typeface="Santander Text Light" panose="020B0304020201020104" pitchFamily="34" charset="0"/>
                          <a:ea typeface="Times New Roman" panose="02020603050405020304" pitchFamily="18" charset="0"/>
                          <a:cs typeface="Arial" panose="020B0604020202020204" pitchFamily="34" charset="0"/>
                        </a:rPr>
                        <a:t> </a:t>
                      </a:r>
                      <a:endParaRPr lang="pt-PT" sz="1000">
                        <a:effectLst/>
                        <a:latin typeface="Santander Text Light" panose="020B0304020201020104" pitchFamily="34" charset="0"/>
                        <a:ea typeface="Arial" panose="020B0604020202020204" pitchFamily="34" charset="0"/>
                        <a:cs typeface="Times New Roman" panose="02020603050405020304" pitchFamily="18" charset="0"/>
                      </a:endParaRPr>
                    </a:p>
                  </a:txBody>
                  <a:tcPr marL="44450" marR="44450" marT="0" marB="0" anchor="ctr">
                    <a:lnL>
                      <a:noFill/>
                    </a:lnL>
                    <a:lnR>
                      <a:noFill/>
                    </a:lnR>
                    <a:lnT>
                      <a:noFill/>
                    </a:lnT>
                    <a:lnB>
                      <a:noFill/>
                    </a:lnB>
                    <a:solidFill>
                      <a:srgbClr val="F2F2F2"/>
                    </a:solidFill>
                  </a:tcPr>
                </a:tc>
                <a:extLst>
                  <a:ext uri="{0D108BD9-81ED-4DB2-BD59-A6C34878D82A}">
                    <a16:rowId xmlns:a16="http://schemas.microsoft.com/office/drawing/2014/main" val="1058981363"/>
                  </a:ext>
                </a:extLst>
              </a:tr>
              <a:tr h="195580">
                <a:tc>
                  <a:txBody>
                    <a:bodyPr/>
                    <a:lstStyle/>
                    <a:p>
                      <a:pPr>
                        <a:lnSpc>
                          <a:spcPct val="115000"/>
                        </a:lnSpc>
                        <a:spcAft>
                          <a:spcPts val="600"/>
                        </a:spcAft>
                      </a:pPr>
                      <a:r>
                        <a:rPr lang="en-US" sz="800">
                          <a:solidFill>
                            <a:srgbClr val="000000"/>
                          </a:solidFill>
                          <a:effectLst/>
                          <a:latin typeface="Santander Text Light" panose="020B0304020201020104" pitchFamily="34" charset="0"/>
                          <a:ea typeface="Times New Roman" panose="02020603050405020304" pitchFamily="18" charset="0"/>
                          <a:cs typeface="Arial" panose="020B0604020202020204" pitchFamily="34" charset="0"/>
                        </a:rPr>
                        <a:t>Management</a:t>
                      </a:r>
                      <a:endParaRPr lang="pt-PT" sz="1000">
                        <a:effectLst/>
                        <a:latin typeface="Santander Text Light" panose="020B0304020201020104" pitchFamily="34" charset="0"/>
                        <a:ea typeface="Arial" panose="020B0604020202020204" pitchFamily="34" charset="0"/>
                        <a:cs typeface="Times New Roman" panose="02020603050405020304" pitchFamily="18" charset="0"/>
                      </a:endParaRPr>
                    </a:p>
                  </a:txBody>
                  <a:tcPr marL="44450" marR="44450" marT="0" marB="0" anchor="ctr">
                    <a:lnL>
                      <a:noFill/>
                    </a:lnL>
                    <a:lnR>
                      <a:noFill/>
                    </a:lnR>
                    <a:lnT>
                      <a:noFill/>
                    </a:lnT>
                    <a:lnB>
                      <a:noFill/>
                    </a:lnB>
                    <a:solidFill>
                      <a:srgbClr val="F2F2F2"/>
                    </a:solidFill>
                  </a:tcPr>
                </a:tc>
                <a:tc>
                  <a:txBody>
                    <a:bodyPr/>
                    <a:lstStyle/>
                    <a:p>
                      <a:pPr>
                        <a:lnSpc>
                          <a:spcPct val="115000"/>
                        </a:lnSpc>
                        <a:spcAft>
                          <a:spcPts val="600"/>
                        </a:spcAft>
                      </a:pPr>
                      <a:r>
                        <a:rPr lang="en-US" sz="800">
                          <a:solidFill>
                            <a:srgbClr val="000000"/>
                          </a:solidFill>
                          <a:effectLst/>
                          <a:latin typeface="Santander Text Light" panose="020B0304020201020104" pitchFamily="34" charset="0"/>
                          <a:ea typeface="Times New Roman" panose="02020603050405020304" pitchFamily="18" charset="0"/>
                          <a:cs typeface="Arial" panose="020B0604020202020204" pitchFamily="34" charset="0"/>
                        </a:rPr>
                        <a:t>10.120.48.192</a:t>
                      </a:r>
                      <a:endParaRPr lang="pt-PT" sz="1000">
                        <a:effectLst/>
                        <a:latin typeface="Santander Text Light" panose="020B0304020201020104" pitchFamily="34" charset="0"/>
                        <a:ea typeface="Arial" panose="020B0604020202020204" pitchFamily="34" charset="0"/>
                        <a:cs typeface="Times New Roman" panose="02020603050405020304" pitchFamily="18" charset="0"/>
                      </a:endParaRPr>
                    </a:p>
                  </a:txBody>
                  <a:tcPr marL="44450" marR="44450" marT="0" marB="0" anchor="ctr">
                    <a:lnL>
                      <a:noFill/>
                    </a:lnL>
                    <a:lnR>
                      <a:noFill/>
                    </a:lnR>
                    <a:lnT>
                      <a:noFill/>
                    </a:lnT>
                    <a:lnB>
                      <a:noFill/>
                    </a:lnB>
                    <a:solidFill>
                      <a:srgbClr val="F2F2F2"/>
                    </a:solidFill>
                  </a:tcPr>
                </a:tc>
                <a:tc>
                  <a:txBody>
                    <a:bodyPr/>
                    <a:lstStyle/>
                    <a:p>
                      <a:pPr>
                        <a:lnSpc>
                          <a:spcPct val="115000"/>
                        </a:lnSpc>
                        <a:spcAft>
                          <a:spcPts val="600"/>
                        </a:spcAft>
                      </a:pPr>
                      <a:r>
                        <a:rPr lang="en-US" sz="800">
                          <a:solidFill>
                            <a:srgbClr val="000000"/>
                          </a:solidFill>
                          <a:effectLst/>
                          <a:latin typeface="Santander Text Light" panose="020B0304020201020104" pitchFamily="34" charset="0"/>
                          <a:ea typeface="Times New Roman" panose="02020603050405020304" pitchFamily="18" charset="0"/>
                          <a:cs typeface="Arial" panose="020B0604020202020204" pitchFamily="34" charset="0"/>
                        </a:rPr>
                        <a:t>255.255.255.192</a:t>
                      </a:r>
                      <a:endParaRPr lang="pt-PT" sz="1000">
                        <a:effectLst/>
                        <a:latin typeface="Santander Text Light" panose="020B0304020201020104" pitchFamily="34" charset="0"/>
                        <a:ea typeface="Arial" panose="020B0604020202020204" pitchFamily="34" charset="0"/>
                        <a:cs typeface="Times New Roman" panose="02020603050405020304" pitchFamily="18" charset="0"/>
                      </a:endParaRPr>
                    </a:p>
                  </a:txBody>
                  <a:tcPr marL="44450" marR="44450" marT="0" marB="0" anchor="ctr">
                    <a:lnL>
                      <a:noFill/>
                    </a:lnL>
                    <a:lnR>
                      <a:noFill/>
                    </a:lnR>
                    <a:lnT>
                      <a:noFill/>
                    </a:lnT>
                    <a:lnB>
                      <a:noFill/>
                    </a:lnB>
                    <a:solidFill>
                      <a:srgbClr val="F2F2F2"/>
                    </a:solidFill>
                  </a:tcPr>
                </a:tc>
                <a:tc>
                  <a:txBody>
                    <a:bodyPr/>
                    <a:lstStyle/>
                    <a:p>
                      <a:pPr>
                        <a:lnSpc>
                          <a:spcPct val="115000"/>
                        </a:lnSpc>
                        <a:spcAft>
                          <a:spcPts val="600"/>
                        </a:spcAft>
                      </a:pPr>
                      <a:r>
                        <a:rPr lang="en-US" sz="800">
                          <a:solidFill>
                            <a:srgbClr val="000000"/>
                          </a:solidFill>
                          <a:effectLst/>
                          <a:latin typeface="Santander Text Light" panose="020B0304020201020104" pitchFamily="34" charset="0"/>
                          <a:ea typeface="Times New Roman" panose="02020603050405020304" pitchFamily="18" charset="0"/>
                          <a:cs typeface="Arial" panose="020B0604020202020204" pitchFamily="34" charset="0"/>
                        </a:rPr>
                        <a:t>26</a:t>
                      </a:r>
                      <a:endParaRPr lang="pt-PT" sz="1000">
                        <a:effectLst/>
                        <a:latin typeface="Santander Text Light" panose="020B0304020201020104" pitchFamily="34" charset="0"/>
                        <a:ea typeface="Arial" panose="020B0604020202020204" pitchFamily="34" charset="0"/>
                        <a:cs typeface="Times New Roman" panose="02020603050405020304" pitchFamily="18" charset="0"/>
                      </a:endParaRPr>
                    </a:p>
                  </a:txBody>
                  <a:tcPr marL="44450" marR="44450" marT="0" marB="0" anchor="ctr">
                    <a:lnL>
                      <a:noFill/>
                    </a:lnL>
                    <a:lnR>
                      <a:noFill/>
                    </a:lnR>
                    <a:lnT>
                      <a:noFill/>
                    </a:lnT>
                    <a:lnB>
                      <a:noFill/>
                    </a:lnB>
                    <a:solidFill>
                      <a:srgbClr val="F2F2F2"/>
                    </a:solidFill>
                  </a:tcPr>
                </a:tc>
                <a:tc>
                  <a:txBody>
                    <a:bodyPr/>
                    <a:lstStyle/>
                    <a:p>
                      <a:pPr>
                        <a:lnSpc>
                          <a:spcPct val="115000"/>
                        </a:lnSpc>
                        <a:spcAft>
                          <a:spcPts val="600"/>
                        </a:spcAft>
                      </a:pPr>
                      <a:r>
                        <a:rPr lang="en-US" sz="800">
                          <a:solidFill>
                            <a:srgbClr val="000000"/>
                          </a:solidFill>
                          <a:effectLst/>
                          <a:latin typeface="Santander Text Light" panose="020B0304020201020104" pitchFamily="34" charset="0"/>
                          <a:ea typeface="Times New Roman" panose="02020603050405020304" pitchFamily="18" charset="0"/>
                          <a:cs typeface="Arial" panose="020B0604020202020204" pitchFamily="34" charset="0"/>
                        </a:rPr>
                        <a:t>64</a:t>
                      </a:r>
                      <a:endParaRPr lang="pt-PT" sz="1000">
                        <a:effectLst/>
                        <a:latin typeface="Santander Text Light" panose="020B0304020201020104" pitchFamily="34" charset="0"/>
                        <a:ea typeface="Arial" panose="020B0604020202020204" pitchFamily="34" charset="0"/>
                        <a:cs typeface="Times New Roman" panose="02020603050405020304" pitchFamily="18" charset="0"/>
                      </a:endParaRPr>
                    </a:p>
                  </a:txBody>
                  <a:tcPr marL="44450" marR="44450" marT="0" marB="0" anchor="ctr">
                    <a:lnL>
                      <a:noFill/>
                    </a:lnL>
                    <a:lnR>
                      <a:noFill/>
                    </a:lnR>
                    <a:lnT>
                      <a:noFill/>
                    </a:lnT>
                    <a:lnB>
                      <a:noFill/>
                    </a:lnB>
                    <a:solidFill>
                      <a:srgbClr val="F2F2F2"/>
                    </a:solidFill>
                  </a:tcPr>
                </a:tc>
                <a:tc>
                  <a:txBody>
                    <a:bodyPr/>
                    <a:lstStyle/>
                    <a:p>
                      <a:pPr>
                        <a:lnSpc>
                          <a:spcPct val="115000"/>
                        </a:lnSpc>
                        <a:spcAft>
                          <a:spcPts val="600"/>
                        </a:spcAft>
                      </a:pPr>
                      <a:r>
                        <a:rPr lang="en-US" sz="800">
                          <a:solidFill>
                            <a:srgbClr val="000000"/>
                          </a:solidFill>
                          <a:effectLst/>
                          <a:latin typeface="Santander Text Light" panose="020B0304020201020104" pitchFamily="34" charset="0"/>
                          <a:ea typeface="Times New Roman" panose="02020603050405020304" pitchFamily="18" charset="0"/>
                          <a:cs typeface="Arial" panose="020B0604020202020204" pitchFamily="34" charset="0"/>
                        </a:rPr>
                        <a:t>10.120.48.196</a:t>
                      </a:r>
                      <a:endParaRPr lang="pt-PT" sz="1000">
                        <a:effectLst/>
                        <a:latin typeface="Santander Text Light" panose="020B0304020201020104" pitchFamily="34" charset="0"/>
                        <a:ea typeface="Arial" panose="020B0604020202020204" pitchFamily="34" charset="0"/>
                        <a:cs typeface="Times New Roman" panose="02020603050405020304" pitchFamily="18" charset="0"/>
                      </a:endParaRPr>
                    </a:p>
                  </a:txBody>
                  <a:tcPr marL="44450" marR="44450" marT="0" marB="0" anchor="ctr">
                    <a:lnL>
                      <a:noFill/>
                    </a:lnL>
                    <a:lnR>
                      <a:noFill/>
                    </a:lnR>
                    <a:lnT>
                      <a:noFill/>
                    </a:lnT>
                    <a:lnB>
                      <a:noFill/>
                    </a:lnB>
                    <a:solidFill>
                      <a:srgbClr val="F2F2F2"/>
                    </a:solidFill>
                  </a:tcPr>
                </a:tc>
                <a:tc>
                  <a:txBody>
                    <a:bodyPr/>
                    <a:lstStyle/>
                    <a:p>
                      <a:pPr>
                        <a:lnSpc>
                          <a:spcPct val="115000"/>
                        </a:lnSpc>
                        <a:spcAft>
                          <a:spcPts val="600"/>
                        </a:spcAft>
                      </a:pPr>
                      <a:r>
                        <a:rPr lang="en-US" sz="800">
                          <a:solidFill>
                            <a:srgbClr val="000000"/>
                          </a:solidFill>
                          <a:effectLst/>
                          <a:latin typeface="Santander Text Light" panose="020B0304020201020104" pitchFamily="34" charset="0"/>
                          <a:ea typeface="Times New Roman" panose="02020603050405020304" pitchFamily="18" charset="0"/>
                          <a:cs typeface="Arial" panose="020B0604020202020204" pitchFamily="34" charset="0"/>
                        </a:rPr>
                        <a:t>10.120.48.254</a:t>
                      </a:r>
                      <a:endParaRPr lang="pt-PT" sz="1000">
                        <a:effectLst/>
                        <a:latin typeface="Santander Text Light" panose="020B0304020201020104" pitchFamily="34" charset="0"/>
                        <a:ea typeface="Arial" panose="020B0604020202020204" pitchFamily="34" charset="0"/>
                        <a:cs typeface="Times New Roman" panose="02020603050405020304" pitchFamily="18" charset="0"/>
                      </a:endParaRPr>
                    </a:p>
                  </a:txBody>
                  <a:tcPr marL="44450" marR="44450" marT="0" marB="0" anchor="ctr">
                    <a:lnL>
                      <a:noFill/>
                    </a:lnL>
                    <a:lnR>
                      <a:noFill/>
                    </a:lnR>
                    <a:lnT>
                      <a:noFill/>
                    </a:lnT>
                    <a:lnB>
                      <a:noFill/>
                    </a:lnB>
                    <a:solidFill>
                      <a:srgbClr val="F2F2F2"/>
                    </a:solidFill>
                  </a:tcPr>
                </a:tc>
                <a:extLst>
                  <a:ext uri="{0D108BD9-81ED-4DB2-BD59-A6C34878D82A}">
                    <a16:rowId xmlns:a16="http://schemas.microsoft.com/office/drawing/2014/main" val="2128692453"/>
                  </a:ext>
                </a:extLst>
              </a:tr>
              <a:tr h="195580">
                <a:tc>
                  <a:txBody>
                    <a:bodyPr/>
                    <a:lstStyle/>
                    <a:p>
                      <a:pPr>
                        <a:lnSpc>
                          <a:spcPct val="115000"/>
                        </a:lnSpc>
                        <a:spcAft>
                          <a:spcPts val="600"/>
                        </a:spcAft>
                      </a:pPr>
                      <a:r>
                        <a:rPr lang="en-US" sz="800" b="1">
                          <a:solidFill>
                            <a:srgbClr val="000000"/>
                          </a:solidFill>
                          <a:effectLst/>
                          <a:latin typeface="Santander Text Light" panose="020B0304020201020104" pitchFamily="34" charset="0"/>
                          <a:ea typeface="Times New Roman" panose="02020603050405020304" pitchFamily="18" charset="0"/>
                          <a:cs typeface="Arial" panose="020B0604020202020204" pitchFamily="34" charset="0"/>
                        </a:rPr>
                        <a:t>VNet: Workload ...N</a:t>
                      </a:r>
                      <a:endParaRPr lang="pt-PT" sz="1000">
                        <a:effectLst/>
                        <a:latin typeface="Santander Text Light" panose="020B0304020201020104" pitchFamily="34" charset="0"/>
                        <a:ea typeface="Arial" panose="020B0604020202020204" pitchFamily="34" charset="0"/>
                        <a:cs typeface="Times New Roman" panose="02020603050405020304" pitchFamily="18" charset="0"/>
                      </a:endParaRPr>
                    </a:p>
                  </a:txBody>
                  <a:tcPr marL="44450" marR="44450" marT="0" marB="0" anchor="ctr">
                    <a:lnL>
                      <a:noFill/>
                    </a:lnL>
                    <a:lnR>
                      <a:noFill/>
                    </a:lnR>
                    <a:lnT>
                      <a:noFill/>
                    </a:lnT>
                    <a:lnB>
                      <a:noFill/>
                    </a:lnB>
                    <a:solidFill>
                      <a:srgbClr val="C2C2C2"/>
                    </a:solidFill>
                  </a:tcPr>
                </a:tc>
                <a:tc>
                  <a:txBody>
                    <a:bodyPr/>
                    <a:lstStyle/>
                    <a:p>
                      <a:pPr>
                        <a:lnSpc>
                          <a:spcPct val="115000"/>
                        </a:lnSpc>
                        <a:spcAft>
                          <a:spcPts val="600"/>
                        </a:spcAft>
                      </a:pPr>
                      <a:r>
                        <a:rPr lang="en-US" sz="800" b="1">
                          <a:solidFill>
                            <a:srgbClr val="000000"/>
                          </a:solidFill>
                          <a:effectLst/>
                          <a:latin typeface="Santander Text Light" panose="020B0304020201020104" pitchFamily="34" charset="0"/>
                          <a:ea typeface="Times New Roman" panose="02020603050405020304" pitchFamily="18" charset="0"/>
                          <a:cs typeface="Arial" panose="020B0604020202020204" pitchFamily="34" charset="0"/>
                        </a:rPr>
                        <a:t>10.120.127.0</a:t>
                      </a:r>
                      <a:endParaRPr lang="pt-PT" sz="1000">
                        <a:effectLst/>
                        <a:latin typeface="Santander Text Light" panose="020B0304020201020104" pitchFamily="34" charset="0"/>
                        <a:ea typeface="Arial" panose="020B0604020202020204" pitchFamily="34" charset="0"/>
                        <a:cs typeface="Times New Roman" panose="02020603050405020304" pitchFamily="18" charset="0"/>
                      </a:endParaRPr>
                    </a:p>
                  </a:txBody>
                  <a:tcPr marL="44450" marR="44450" marT="0" marB="0" anchor="ctr">
                    <a:lnL>
                      <a:noFill/>
                    </a:lnL>
                    <a:lnR>
                      <a:noFill/>
                    </a:lnR>
                    <a:lnT>
                      <a:noFill/>
                    </a:lnT>
                    <a:lnB>
                      <a:noFill/>
                    </a:lnB>
                    <a:solidFill>
                      <a:srgbClr val="C2C2C2"/>
                    </a:solidFill>
                  </a:tcPr>
                </a:tc>
                <a:tc>
                  <a:txBody>
                    <a:bodyPr/>
                    <a:lstStyle/>
                    <a:p>
                      <a:pPr>
                        <a:lnSpc>
                          <a:spcPct val="115000"/>
                        </a:lnSpc>
                        <a:spcAft>
                          <a:spcPts val="600"/>
                        </a:spcAft>
                      </a:pPr>
                      <a:r>
                        <a:rPr lang="en-US" sz="800" b="1">
                          <a:solidFill>
                            <a:srgbClr val="000000"/>
                          </a:solidFill>
                          <a:effectLst/>
                          <a:latin typeface="Santander Text Light" panose="020B0304020201020104" pitchFamily="34" charset="0"/>
                          <a:ea typeface="Times New Roman" panose="02020603050405020304" pitchFamily="18" charset="0"/>
                          <a:cs typeface="Arial" panose="020B0604020202020204" pitchFamily="34" charset="0"/>
                        </a:rPr>
                        <a:t>255.255.255.0</a:t>
                      </a:r>
                      <a:endParaRPr lang="pt-PT" sz="1000">
                        <a:effectLst/>
                        <a:latin typeface="Santander Text Light" panose="020B0304020201020104" pitchFamily="34" charset="0"/>
                        <a:ea typeface="Arial" panose="020B0604020202020204" pitchFamily="34" charset="0"/>
                        <a:cs typeface="Times New Roman" panose="02020603050405020304" pitchFamily="18" charset="0"/>
                      </a:endParaRPr>
                    </a:p>
                  </a:txBody>
                  <a:tcPr marL="44450" marR="44450" marT="0" marB="0" anchor="ctr">
                    <a:lnL>
                      <a:noFill/>
                    </a:lnL>
                    <a:lnR>
                      <a:noFill/>
                    </a:lnR>
                    <a:lnT>
                      <a:noFill/>
                    </a:lnT>
                    <a:lnB>
                      <a:noFill/>
                    </a:lnB>
                    <a:solidFill>
                      <a:srgbClr val="C2C2C2"/>
                    </a:solidFill>
                  </a:tcPr>
                </a:tc>
                <a:tc>
                  <a:txBody>
                    <a:bodyPr/>
                    <a:lstStyle/>
                    <a:p>
                      <a:pPr>
                        <a:lnSpc>
                          <a:spcPct val="115000"/>
                        </a:lnSpc>
                        <a:spcAft>
                          <a:spcPts val="600"/>
                        </a:spcAft>
                      </a:pPr>
                      <a:r>
                        <a:rPr lang="en-US" sz="800" b="1">
                          <a:solidFill>
                            <a:srgbClr val="000000"/>
                          </a:solidFill>
                          <a:effectLst/>
                          <a:latin typeface="Santander Text Light" panose="020B0304020201020104" pitchFamily="34" charset="0"/>
                          <a:ea typeface="Times New Roman" panose="02020603050405020304" pitchFamily="18" charset="0"/>
                          <a:cs typeface="Arial" panose="020B0604020202020204" pitchFamily="34" charset="0"/>
                        </a:rPr>
                        <a:t>24</a:t>
                      </a:r>
                      <a:endParaRPr lang="pt-PT" sz="1000">
                        <a:effectLst/>
                        <a:latin typeface="Santander Text Light" panose="020B0304020201020104" pitchFamily="34" charset="0"/>
                        <a:ea typeface="Arial" panose="020B0604020202020204" pitchFamily="34" charset="0"/>
                        <a:cs typeface="Times New Roman" panose="02020603050405020304" pitchFamily="18" charset="0"/>
                      </a:endParaRPr>
                    </a:p>
                  </a:txBody>
                  <a:tcPr marL="44450" marR="44450" marT="0" marB="0" anchor="ctr">
                    <a:lnL>
                      <a:noFill/>
                    </a:lnL>
                    <a:lnR>
                      <a:noFill/>
                    </a:lnR>
                    <a:lnT>
                      <a:noFill/>
                    </a:lnT>
                    <a:lnB>
                      <a:noFill/>
                    </a:lnB>
                    <a:solidFill>
                      <a:srgbClr val="C2C2C2"/>
                    </a:solidFill>
                  </a:tcPr>
                </a:tc>
                <a:tc>
                  <a:txBody>
                    <a:bodyPr/>
                    <a:lstStyle/>
                    <a:p>
                      <a:pPr>
                        <a:lnSpc>
                          <a:spcPct val="115000"/>
                        </a:lnSpc>
                        <a:spcAft>
                          <a:spcPts val="600"/>
                        </a:spcAft>
                      </a:pPr>
                      <a:r>
                        <a:rPr lang="en-US" sz="800" b="1">
                          <a:solidFill>
                            <a:srgbClr val="000000"/>
                          </a:solidFill>
                          <a:effectLst/>
                          <a:latin typeface="Santander Text Light" panose="020B0304020201020104" pitchFamily="34" charset="0"/>
                          <a:ea typeface="Times New Roman" panose="02020603050405020304" pitchFamily="18" charset="0"/>
                          <a:cs typeface="Arial" panose="020B0604020202020204" pitchFamily="34" charset="0"/>
                        </a:rPr>
                        <a:t>256</a:t>
                      </a:r>
                      <a:endParaRPr lang="pt-PT" sz="1000">
                        <a:effectLst/>
                        <a:latin typeface="Santander Text Light" panose="020B0304020201020104" pitchFamily="34" charset="0"/>
                        <a:ea typeface="Arial" panose="020B0604020202020204" pitchFamily="34" charset="0"/>
                        <a:cs typeface="Times New Roman" panose="02020603050405020304" pitchFamily="18" charset="0"/>
                      </a:endParaRPr>
                    </a:p>
                  </a:txBody>
                  <a:tcPr marL="44450" marR="44450" marT="0" marB="0" anchor="ctr">
                    <a:lnL>
                      <a:noFill/>
                    </a:lnL>
                    <a:lnR>
                      <a:noFill/>
                    </a:lnR>
                    <a:lnT>
                      <a:noFill/>
                    </a:lnT>
                    <a:lnB>
                      <a:noFill/>
                    </a:lnB>
                    <a:solidFill>
                      <a:srgbClr val="C2C2C2"/>
                    </a:solidFill>
                  </a:tcPr>
                </a:tc>
                <a:tc>
                  <a:txBody>
                    <a:bodyPr/>
                    <a:lstStyle/>
                    <a:p>
                      <a:pPr>
                        <a:lnSpc>
                          <a:spcPct val="115000"/>
                        </a:lnSpc>
                        <a:spcAft>
                          <a:spcPts val="600"/>
                        </a:spcAft>
                      </a:pPr>
                      <a:r>
                        <a:rPr lang="en-US" sz="800" b="1">
                          <a:solidFill>
                            <a:srgbClr val="000000"/>
                          </a:solidFill>
                          <a:effectLst/>
                          <a:latin typeface="Santander Text Light" panose="020B0304020201020104" pitchFamily="34" charset="0"/>
                          <a:ea typeface="Times New Roman" panose="02020603050405020304" pitchFamily="18" charset="0"/>
                          <a:cs typeface="Arial" panose="020B0604020202020204" pitchFamily="34" charset="0"/>
                        </a:rPr>
                        <a:t>10.120.127.4</a:t>
                      </a:r>
                      <a:endParaRPr lang="pt-PT" sz="1000">
                        <a:effectLst/>
                        <a:latin typeface="Santander Text Light" panose="020B0304020201020104" pitchFamily="34" charset="0"/>
                        <a:ea typeface="Arial" panose="020B0604020202020204" pitchFamily="34" charset="0"/>
                        <a:cs typeface="Times New Roman" panose="02020603050405020304" pitchFamily="18" charset="0"/>
                      </a:endParaRPr>
                    </a:p>
                  </a:txBody>
                  <a:tcPr marL="44450" marR="44450" marT="0" marB="0" anchor="ctr">
                    <a:lnL>
                      <a:noFill/>
                    </a:lnL>
                    <a:lnR>
                      <a:noFill/>
                    </a:lnR>
                    <a:lnT>
                      <a:noFill/>
                    </a:lnT>
                    <a:lnB>
                      <a:noFill/>
                    </a:lnB>
                    <a:solidFill>
                      <a:srgbClr val="C2C2C2"/>
                    </a:solidFill>
                  </a:tcPr>
                </a:tc>
                <a:tc>
                  <a:txBody>
                    <a:bodyPr/>
                    <a:lstStyle/>
                    <a:p>
                      <a:pPr>
                        <a:lnSpc>
                          <a:spcPct val="115000"/>
                        </a:lnSpc>
                        <a:spcAft>
                          <a:spcPts val="600"/>
                        </a:spcAft>
                      </a:pPr>
                      <a:r>
                        <a:rPr lang="en-US" sz="800" b="1" dirty="0">
                          <a:solidFill>
                            <a:srgbClr val="000000"/>
                          </a:solidFill>
                          <a:effectLst/>
                          <a:latin typeface="Santander Text Light" panose="020B0304020201020104" pitchFamily="34" charset="0"/>
                          <a:ea typeface="Times New Roman" panose="02020603050405020304" pitchFamily="18" charset="0"/>
                          <a:cs typeface="Arial" panose="020B0604020202020204" pitchFamily="34" charset="0"/>
                        </a:rPr>
                        <a:t>10.120.127.254</a:t>
                      </a:r>
                      <a:endParaRPr lang="pt-PT" sz="1000" dirty="0">
                        <a:effectLst/>
                        <a:latin typeface="Santander Text Light" panose="020B0304020201020104" pitchFamily="34" charset="0"/>
                        <a:ea typeface="Arial" panose="020B0604020202020204" pitchFamily="34" charset="0"/>
                        <a:cs typeface="Times New Roman" panose="02020603050405020304" pitchFamily="18" charset="0"/>
                      </a:endParaRPr>
                    </a:p>
                  </a:txBody>
                  <a:tcPr marL="44450" marR="44450" marT="0" marB="0" anchor="ctr">
                    <a:lnL>
                      <a:noFill/>
                    </a:lnL>
                    <a:lnR>
                      <a:noFill/>
                    </a:lnR>
                    <a:lnT>
                      <a:noFill/>
                    </a:lnT>
                    <a:lnB>
                      <a:noFill/>
                    </a:lnB>
                    <a:solidFill>
                      <a:srgbClr val="C2C2C2"/>
                    </a:solidFill>
                  </a:tcPr>
                </a:tc>
                <a:extLst>
                  <a:ext uri="{0D108BD9-81ED-4DB2-BD59-A6C34878D82A}">
                    <a16:rowId xmlns:a16="http://schemas.microsoft.com/office/drawing/2014/main" val="2974910044"/>
                  </a:ext>
                </a:extLst>
              </a:tr>
            </a:tbl>
          </a:graphicData>
        </a:graphic>
      </p:graphicFrame>
      <p:sp>
        <p:nvSpPr>
          <p:cNvPr id="11" name="Text Placeholder 18">
            <a:extLst>
              <a:ext uri="{FF2B5EF4-FFF2-40B4-BE49-F238E27FC236}">
                <a16:creationId xmlns:a16="http://schemas.microsoft.com/office/drawing/2014/main" id="{491BFC94-CFF7-5DE9-F452-22010D4D9BB3}"/>
              </a:ext>
            </a:extLst>
          </p:cNvPr>
          <p:cNvSpPr txBox="1">
            <a:spLocks/>
          </p:cNvSpPr>
          <p:nvPr/>
        </p:nvSpPr>
        <p:spPr>
          <a:xfrm rot="3188749">
            <a:off x="9582543" y="860156"/>
            <a:ext cx="2407303" cy="374498"/>
          </a:xfrm>
          <a:prstGeom prst="rect">
            <a:avLst/>
          </a:prstGeom>
          <a:solidFill>
            <a:schemeClr val="bg1"/>
          </a:solidFill>
          <a:ln>
            <a:solidFill>
              <a:schemeClr val="accent1"/>
            </a:solidFill>
          </a:ln>
        </p:spPr>
        <p:txBody>
          <a:bodyPr vert="horz" lIns="91440" tIns="45720" rIns="91440" bIns="45720" rtlCol="0" anchor="t">
            <a:noAutofit/>
          </a:bodyPr>
          <a:lstStyle>
            <a:lvl1pPr marL="0" indent="0" algn="l" defTabSz="914400" rtl="0" eaLnBrk="1" latinLnBrk="0" hangingPunct="1">
              <a:lnSpc>
                <a:spcPct val="90000"/>
              </a:lnSpc>
              <a:spcBef>
                <a:spcPts val="1000"/>
              </a:spcBef>
              <a:buFontTx/>
              <a:buNone/>
              <a:defRPr sz="1300" kern="1200">
                <a:solidFill>
                  <a:schemeClr val="accent1"/>
                </a:solidFill>
                <a:latin typeface="+mn-lt"/>
                <a:ea typeface="+mn-ea"/>
                <a:cs typeface="+mn-cs"/>
              </a:defRPr>
            </a:lvl1pPr>
            <a:lvl2pPr marL="457200" indent="0" algn="l" defTabSz="914400" rtl="0" eaLnBrk="1" latinLnBrk="0" hangingPunct="1">
              <a:lnSpc>
                <a:spcPct val="90000"/>
              </a:lnSpc>
              <a:spcBef>
                <a:spcPts val="500"/>
              </a:spcBef>
              <a:buFontTx/>
              <a:buNone/>
              <a:defRPr sz="11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Tx/>
              <a:buNone/>
              <a:defRPr sz="105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Tx/>
              <a:buNone/>
              <a:defRPr sz="10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Tx/>
              <a:buNone/>
              <a:defRPr sz="1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pt-PT" sz="2400" dirty="0"/>
              <a:t>ILUSTRATIVO</a:t>
            </a:r>
          </a:p>
        </p:txBody>
      </p:sp>
    </p:spTree>
    <p:extLst>
      <p:ext uri="{BB962C8B-B14F-4D97-AF65-F5344CB8AC3E}">
        <p14:creationId xmlns:p14="http://schemas.microsoft.com/office/powerpoint/2010/main" val="38283861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34E08E-929A-CBD8-66B4-C0C3B3A947FE}"/>
            </a:ext>
          </a:extLst>
        </p:cNvPr>
        <p:cNvGrpSpPr/>
        <p:nvPr/>
      </p:nvGrpSpPr>
      <p:grpSpPr>
        <a:xfrm>
          <a:off x="0" y="0"/>
          <a:ext cx="0" cy="0"/>
          <a:chOff x="0" y="0"/>
          <a:chExt cx="0" cy="0"/>
        </a:xfrm>
      </p:grpSpPr>
      <p:sp>
        <p:nvSpPr>
          <p:cNvPr id="2" name="Slide Number Placeholder 3">
            <a:extLst>
              <a:ext uri="{FF2B5EF4-FFF2-40B4-BE49-F238E27FC236}">
                <a16:creationId xmlns:a16="http://schemas.microsoft.com/office/drawing/2014/main" id="{BFAB7921-6F70-5C67-6634-EDCE0D521E4F}"/>
              </a:ext>
            </a:extLst>
          </p:cNvPr>
          <p:cNvSpPr>
            <a:spLocks noGrp="1"/>
          </p:cNvSpPr>
          <p:nvPr>
            <p:ph type="sldNum" sz="quarter" idx="12"/>
          </p:nvPr>
        </p:nvSpPr>
        <p:spPr>
          <a:xfrm>
            <a:off x="8730845" y="6209600"/>
            <a:ext cx="2743200" cy="365125"/>
          </a:xfrm>
        </p:spPr>
        <p:txBody>
          <a:bodyPr/>
          <a:lstStyle/>
          <a:p>
            <a:fld id="{BC0D97B6-E32F-4D7D-B839-7C3B51F2640F}" type="slidenum">
              <a:rPr lang="pt-PT" smtClean="0"/>
              <a:pPr/>
              <a:t>41</a:t>
            </a:fld>
            <a:endParaRPr lang="pt-PT" dirty="0"/>
          </a:p>
        </p:txBody>
      </p:sp>
      <p:sp>
        <p:nvSpPr>
          <p:cNvPr id="7" name="Marcador de texto 5">
            <a:extLst>
              <a:ext uri="{FF2B5EF4-FFF2-40B4-BE49-F238E27FC236}">
                <a16:creationId xmlns:a16="http://schemas.microsoft.com/office/drawing/2014/main" id="{B7E4C8C5-E4E6-B830-8C4F-48AB7433ED26}"/>
              </a:ext>
            </a:extLst>
          </p:cNvPr>
          <p:cNvSpPr>
            <a:spLocks noGrp="1"/>
          </p:cNvSpPr>
          <p:nvPr>
            <p:ph type="body" sz="quarter" idx="14"/>
          </p:nvPr>
        </p:nvSpPr>
        <p:spPr>
          <a:xfrm>
            <a:off x="106420" y="114373"/>
            <a:ext cx="11547776" cy="538770"/>
          </a:xfrm>
        </p:spPr>
        <p:txBody>
          <a:bodyPr/>
          <a:lstStyle/>
          <a:p>
            <a:r>
              <a:rPr lang="pt-PT" sz="2400" dirty="0"/>
              <a:t>Desenho de Infraestrutura + LLD</a:t>
            </a:r>
            <a:br>
              <a:rPr lang="pt-PT" sz="2400" dirty="0"/>
            </a:br>
            <a:r>
              <a:rPr lang="pt-PT" sz="1800" dirty="0">
                <a:solidFill>
                  <a:schemeClr val="tx1">
                    <a:lumMod val="75000"/>
                    <a:lumOff val="25000"/>
                  </a:schemeClr>
                </a:solidFill>
              </a:rPr>
              <a:t>Rede e Segurança</a:t>
            </a:r>
            <a:br>
              <a:rPr lang="pt-PT" sz="1800" dirty="0">
                <a:solidFill>
                  <a:schemeClr val="tx1">
                    <a:lumMod val="75000"/>
                    <a:lumOff val="25000"/>
                  </a:schemeClr>
                </a:solidFill>
              </a:rPr>
            </a:br>
            <a:r>
              <a:rPr lang="pt-PT" sz="1800" dirty="0">
                <a:solidFill>
                  <a:schemeClr val="accent2">
                    <a:lumMod val="50000"/>
                  </a:schemeClr>
                </a:solidFill>
              </a:rPr>
              <a:t>Identidade - Acessos</a:t>
            </a:r>
          </a:p>
        </p:txBody>
      </p:sp>
      <p:sp>
        <p:nvSpPr>
          <p:cNvPr id="3" name="Rectangle 2">
            <a:extLst>
              <a:ext uri="{FF2B5EF4-FFF2-40B4-BE49-F238E27FC236}">
                <a16:creationId xmlns:a16="http://schemas.microsoft.com/office/drawing/2014/main" id="{118FA408-A6E0-B8A1-EE19-811DA88408A6}"/>
              </a:ext>
            </a:extLst>
          </p:cNvPr>
          <p:cNvSpPr/>
          <p:nvPr/>
        </p:nvSpPr>
        <p:spPr>
          <a:xfrm>
            <a:off x="4667007" y="594814"/>
            <a:ext cx="3062177" cy="1619311"/>
          </a:xfrm>
          <a:prstGeom prst="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latin typeface="Santander Text Light" panose="020B0304020201020104" pitchFamily="34" charset="0"/>
            </a:endParaRPr>
          </a:p>
        </p:txBody>
      </p:sp>
      <p:grpSp>
        <p:nvGrpSpPr>
          <p:cNvPr id="4" name="Group 3">
            <a:extLst>
              <a:ext uri="{FF2B5EF4-FFF2-40B4-BE49-F238E27FC236}">
                <a16:creationId xmlns:a16="http://schemas.microsoft.com/office/drawing/2014/main" id="{167A5EF0-2B9C-8F94-2765-8679246AF74D}"/>
              </a:ext>
            </a:extLst>
          </p:cNvPr>
          <p:cNvGrpSpPr/>
          <p:nvPr/>
        </p:nvGrpSpPr>
        <p:grpSpPr>
          <a:xfrm>
            <a:off x="5256801" y="940515"/>
            <a:ext cx="1207428" cy="369332"/>
            <a:chOff x="1246231" y="2635678"/>
            <a:chExt cx="1207428" cy="369332"/>
          </a:xfrm>
        </p:grpSpPr>
        <p:sp>
          <p:nvSpPr>
            <p:cNvPr id="5" name="TextBox 4">
              <a:extLst>
                <a:ext uri="{FF2B5EF4-FFF2-40B4-BE49-F238E27FC236}">
                  <a16:creationId xmlns:a16="http://schemas.microsoft.com/office/drawing/2014/main" id="{9567D1B2-323E-55A3-0EB2-3F04263BA571}"/>
                </a:ext>
              </a:extLst>
            </p:cNvPr>
            <p:cNvSpPr txBox="1"/>
            <p:nvPr/>
          </p:nvSpPr>
          <p:spPr>
            <a:xfrm>
              <a:off x="1576271" y="2635678"/>
              <a:ext cx="877388" cy="369332"/>
            </a:xfrm>
            <a:prstGeom prst="rect">
              <a:avLst/>
            </a:prstGeom>
            <a:noFill/>
          </p:spPr>
          <p:txBody>
            <a:bodyPr wrap="square" rtlCol="0">
              <a:spAutoFit/>
            </a:bodyPr>
            <a:lstStyle/>
            <a:p>
              <a:r>
                <a:rPr lang="en-US" sz="900" dirty="0">
                  <a:latin typeface="Santander Text Light" panose="020B0304020201020104" pitchFamily="34" charset="0"/>
                  <a:cs typeface="Segoe UI Semibold" panose="020B0702040204020203" pitchFamily="34" charset="0"/>
                </a:rPr>
                <a:t>AD DS </a:t>
              </a:r>
            </a:p>
            <a:p>
              <a:r>
                <a:rPr lang="en-US" sz="900" dirty="0">
                  <a:latin typeface="Santander Text Light" panose="020B0304020201020104" pitchFamily="34" charset="0"/>
                  <a:cs typeface="Segoe UI Light" panose="020B0502040204020203" pitchFamily="34" charset="0"/>
                </a:rPr>
                <a:t>BST AD</a:t>
              </a:r>
              <a:endParaRPr lang="pt-PT" sz="900" dirty="0">
                <a:latin typeface="Santander Text Light" panose="020B0304020201020104" pitchFamily="34" charset="0"/>
                <a:cs typeface="Segoe UI Light" panose="020B0502040204020203" pitchFamily="34" charset="0"/>
              </a:endParaRPr>
            </a:p>
          </p:txBody>
        </p:sp>
        <p:grpSp>
          <p:nvGrpSpPr>
            <p:cNvPr id="6" name="Group 5">
              <a:extLst>
                <a:ext uri="{FF2B5EF4-FFF2-40B4-BE49-F238E27FC236}">
                  <a16:creationId xmlns:a16="http://schemas.microsoft.com/office/drawing/2014/main" id="{8DCB7663-D508-B9DC-31F8-16B6BB2BB9D7}"/>
                </a:ext>
              </a:extLst>
            </p:cNvPr>
            <p:cNvGrpSpPr/>
            <p:nvPr/>
          </p:nvGrpSpPr>
          <p:grpSpPr>
            <a:xfrm>
              <a:off x="1246231" y="2671113"/>
              <a:ext cx="330039" cy="281860"/>
              <a:chOff x="1246231" y="2671113"/>
              <a:chExt cx="330039" cy="281860"/>
            </a:xfrm>
          </p:grpSpPr>
          <p:sp>
            <p:nvSpPr>
              <p:cNvPr id="8" name="Isosceles Triangle 7">
                <a:extLst>
                  <a:ext uri="{FF2B5EF4-FFF2-40B4-BE49-F238E27FC236}">
                    <a16:creationId xmlns:a16="http://schemas.microsoft.com/office/drawing/2014/main" id="{2B8768B4-83C9-0632-8E49-6F0BE6387EF3}"/>
                  </a:ext>
                </a:extLst>
              </p:cNvPr>
              <p:cNvSpPr/>
              <p:nvPr/>
            </p:nvSpPr>
            <p:spPr>
              <a:xfrm>
                <a:off x="1246231" y="2671113"/>
                <a:ext cx="330039" cy="281860"/>
              </a:xfrm>
              <a:prstGeom prst="triangle">
                <a:avLst/>
              </a:prstGeom>
              <a:solidFill>
                <a:schemeClr val="accent2"/>
              </a:solidFill>
              <a:ln>
                <a:solidFill>
                  <a:schemeClr val="bg2">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latin typeface="Santander Text Light" panose="020B0304020201020104" pitchFamily="34" charset="0"/>
                </a:endParaRPr>
              </a:p>
            </p:txBody>
          </p:sp>
          <p:pic>
            <p:nvPicPr>
              <p:cNvPr id="9" name="Picture 8">
                <a:extLst>
                  <a:ext uri="{FF2B5EF4-FFF2-40B4-BE49-F238E27FC236}">
                    <a16:creationId xmlns:a16="http://schemas.microsoft.com/office/drawing/2014/main" id="{FEC6B5F9-6BB9-945D-F42D-119DC499B82B}"/>
                  </a:ext>
                </a:extLst>
              </p:cNvPr>
              <p:cNvPicPr>
                <a:picLocks noChangeAspect="1"/>
              </p:cNvPicPr>
              <p:nvPr/>
            </p:nvPicPr>
            <p:blipFill rotWithShape="1">
              <a:blip r:embed="rId3">
                <a:lum bright="70000" contrast="-70000"/>
              </a:blip>
              <a:srcRect b="15041"/>
              <a:stretch/>
            </p:blipFill>
            <p:spPr>
              <a:xfrm>
                <a:off x="1308969" y="2764127"/>
                <a:ext cx="204562" cy="173792"/>
              </a:xfrm>
              <a:prstGeom prst="rect">
                <a:avLst/>
              </a:prstGeom>
            </p:spPr>
          </p:pic>
        </p:grpSp>
      </p:grpSp>
      <p:pic>
        <p:nvPicPr>
          <p:cNvPr id="10" name="Picture 9">
            <a:extLst>
              <a:ext uri="{FF2B5EF4-FFF2-40B4-BE49-F238E27FC236}">
                <a16:creationId xmlns:a16="http://schemas.microsoft.com/office/drawing/2014/main" id="{6DDD1BA8-FA91-57EF-8E33-E054FD5301ED}"/>
              </a:ext>
            </a:extLst>
          </p:cNvPr>
          <p:cNvPicPr>
            <a:picLocks noChangeAspect="1"/>
          </p:cNvPicPr>
          <p:nvPr/>
        </p:nvPicPr>
        <p:blipFill>
          <a:blip r:embed="rId4"/>
          <a:stretch>
            <a:fillRect/>
          </a:stretch>
        </p:blipFill>
        <p:spPr>
          <a:xfrm>
            <a:off x="5128295" y="968618"/>
            <a:ext cx="182170" cy="182170"/>
          </a:xfrm>
          <a:prstGeom prst="rect">
            <a:avLst/>
          </a:prstGeom>
        </p:spPr>
      </p:pic>
      <p:sp>
        <p:nvSpPr>
          <p:cNvPr id="11" name="Rectangle 10">
            <a:extLst>
              <a:ext uri="{FF2B5EF4-FFF2-40B4-BE49-F238E27FC236}">
                <a16:creationId xmlns:a16="http://schemas.microsoft.com/office/drawing/2014/main" id="{E44C4864-B770-A179-C28E-BED9C1BF1FF1}"/>
              </a:ext>
            </a:extLst>
          </p:cNvPr>
          <p:cNvSpPr/>
          <p:nvPr/>
        </p:nvSpPr>
        <p:spPr>
          <a:xfrm>
            <a:off x="4802812" y="716454"/>
            <a:ext cx="2810442" cy="1428934"/>
          </a:xfrm>
          <a:prstGeom prst="rect">
            <a:avLst/>
          </a:prstGeom>
          <a:noFill/>
          <a:ln w="9525">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latin typeface="Santander Text Light" panose="020B0304020201020104" pitchFamily="34" charset="0"/>
            </a:endParaRPr>
          </a:p>
        </p:txBody>
      </p:sp>
      <p:sp>
        <p:nvSpPr>
          <p:cNvPr id="12" name="TextBox 11">
            <a:extLst>
              <a:ext uri="{FF2B5EF4-FFF2-40B4-BE49-F238E27FC236}">
                <a16:creationId xmlns:a16="http://schemas.microsoft.com/office/drawing/2014/main" id="{DD1CB7FD-7019-EDD7-9A7B-16100142C926}"/>
              </a:ext>
            </a:extLst>
          </p:cNvPr>
          <p:cNvSpPr txBox="1"/>
          <p:nvPr/>
        </p:nvSpPr>
        <p:spPr>
          <a:xfrm>
            <a:off x="6973730" y="699198"/>
            <a:ext cx="678109" cy="200055"/>
          </a:xfrm>
          <a:prstGeom prst="rect">
            <a:avLst/>
          </a:prstGeom>
          <a:noFill/>
        </p:spPr>
        <p:txBody>
          <a:bodyPr wrap="square" rtlCol="0">
            <a:spAutoFit/>
          </a:bodyPr>
          <a:lstStyle/>
          <a:p>
            <a:pPr algn="ctr"/>
            <a:r>
              <a:rPr lang="en-US" sz="700" dirty="0">
                <a:latin typeface="Santander Text Light" panose="020B0304020201020104" pitchFamily="34" charset="0"/>
                <a:cs typeface="Segoe UI Light" panose="020B0502040204020203" pitchFamily="34" charset="0"/>
              </a:rPr>
              <a:t>On-Premises</a:t>
            </a:r>
            <a:endParaRPr lang="pt-PT" sz="700" dirty="0">
              <a:latin typeface="Santander Text Light" panose="020B0304020201020104" pitchFamily="34" charset="0"/>
              <a:cs typeface="Segoe UI Light" panose="020B0502040204020203" pitchFamily="34" charset="0"/>
            </a:endParaRPr>
          </a:p>
        </p:txBody>
      </p:sp>
      <p:pic>
        <p:nvPicPr>
          <p:cNvPr id="13" name="Picture 12">
            <a:extLst>
              <a:ext uri="{FF2B5EF4-FFF2-40B4-BE49-F238E27FC236}">
                <a16:creationId xmlns:a16="http://schemas.microsoft.com/office/drawing/2014/main" id="{B2A813F9-675B-03F8-B990-8F5139350841}"/>
              </a:ext>
            </a:extLst>
          </p:cNvPr>
          <p:cNvPicPr>
            <a:picLocks noChangeAspect="1"/>
          </p:cNvPicPr>
          <p:nvPr/>
        </p:nvPicPr>
        <p:blipFill>
          <a:blip r:embed="rId5"/>
          <a:stretch>
            <a:fillRect/>
          </a:stretch>
        </p:blipFill>
        <p:spPr>
          <a:xfrm>
            <a:off x="4549889" y="438036"/>
            <a:ext cx="333259" cy="598683"/>
          </a:xfrm>
          <a:prstGeom prst="rect">
            <a:avLst/>
          </a:prstGeom>
          <a:ln>
            <a:solidFill>
              <a:schemeClr val="tx1"/>
            </a:solidFill>
          </a:ln>
          <a:effectLst>
            <a:outerShdw blurRad="50800" dist="38100" dir="2700000" algn="tl" rotWithShape="0">
              <a:prstClr val="black">
                <a:alpha val="40000"/>
              </a:prstClr>
            </a:outerShdw>
          </a:effectLst>
        </p:spPr>
      </p:pic>
      <p:sp>
        <p:nvSpPr>
          <p:cNvPr id="14" name="Rectangle 13">
            <a:extLst>
              <a:ext uri="{FF2B5EF4-FFF2-40B4-BE49-F238E27FC236}">
                <a16:creationId xmlns:a16="http://schemas.microsoft.com/office/drawing/2014/main" id="{8E08A50F-A64B-30AD-6CB4-84B7EA5B4DEA}"/>
              </a:ext>
            </a:extLst>
          </p:cNvPr>
          <p:cNvSpPr/>
          <p:nvPr/>
        </p:nvSpPr>
        <p:spPr>
          <a:xfrm flipH="1">
            <a:off x="8828852" y="2071497"/>
            <a:ext cx="2767835" cy="1528374"/>
          </a:xfrm>
          <a:prstGeom prst="rect">
            <a:avLst/>
          </a:prstGeom>
          <a:noFill/>
          <a:ln w="9525">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latin typeface="Santander Text Light" panose="020B0304020201020104" pitchFamily="34" charset="0"/>
            </a:endParaRPr>
          </a:p>
        </p:txBody>
      </p:sp>
      <p:sp>
        <p:nvSpPr>
          <p:cNvPr id="15" name="Rectangle 14">
            <a:extLst>
              <a:ext uri="{FF2B5EF4-FFF2-40B4-BE49-F238E27FC236}">
                <a16:creationId xmlns:a16="http://schemas.microsoft.com/office/drawing/2014/main" id="{A36EB361-6E85-CC3D-BFEA-CD8FBB8EEF27}"/>
              </a:ext>
            </a:extLst>
          </p:cNvPr>
          <p:cNvSpPr/>
          <p:nvPr/>
        </p:nvSpPr>
        <p:spPr>
          <a:xfrm>
            <a:off x="8585676" y="1491601"/>
            <a:ext cx="3315281" cy="2180572"/>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r"/>
            <a:r>
              <a:rPr lang="en-US" sz="1200" dirty="0">
                <a:solidFill>
                  <a:schemeClr val="tx1"/>
                </a:solidFill>
                <a:latin typeface="Santander Text Light" panose="020B0304020201020104" pitchFamily="34" charset="0"/>
                <a:cs typeface="Segoe UI Light" panose="020B0502040204020203" pitchFamily="34" charset="0"/>
              </a:rPr>
              <a:t>Architecture</a:t>
            </a:r>
            <a:endParaRPr lang="pt-PT" sz="1200" dirty="0">
              <a:solidFill>
                <a:schemeClr val="tx1"/>
              </a:solidFill>
              <a:latin typeface="Santander Text Light" panose="020B0304020201020104" pitchFamily="34" charset="0"/>
              <a:cs typeface="Segoe UI Light" panose="020B0502040204020203" pitchFamily="34" charset="0"/>
            </a:endParaRPr>
          </a:p>
        </p:txBody>
      </p:sp>
      <p:sp>
        <p:nvSpPr>
          <p:cNvPr id="16" name="Rectangle 15">
            <a:extLst>
              <a:ext uri="{FF2B5EF4-FFF2-40B4-BE49-F238E27FC236}">
                <a16:creationId xmlns:a16="http://schemas.microsoft.com/office/drawing/2014/main" id="{E6778BDB-9B4C-48D8-C108-5937A178FA5C}"/>
              </a:ext>
            </a:extLst>
          </p:cNvPr>
          <p:cNvSpPr/>
          <p:nvPr/>
        </p:nvSpPr>
        <p:spPr>
          <a:xfrm>
            <a:off x="8508319" y="811284"/>
            <a:ext cx="3450018" cy="2928005"/>
          </a:xfrm>
          <a:prstGeom prst="rect">
            <a:avLst/>
          </a:prstGeom>
          <a:noFill/>
          <a:ln>
            <a:solidFill>
              <a:schemeClr val="accent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latin typeface="Santander Text Light" panose="020B0304020201020104" pitchFamily="34" charset="0"/>
            </a:endParaRPr>
          </a:p>
        </p:txBody>
      </p:sp>
      <p:sp>
        <p:nvSpPr>
          <p:cNvPr id="17" name="Rectangle 16">
            <a:extLst>
              <a:ext uri="{FF2B5EF4-FFF2-40B4-BE49-F238E27FC236}">
                <a16:creationId xmlns:a16="http://schemas.microsoft.com/office/drawing/2014/main" id="{922D75DC-910E-BBA6-6D02-CAA007192060}"/>
              </a:ext>
            </a:extLst>
          </p:cNvPr>
          <p:cNvSpPr/>
          <p:nvPr/>
        </p:nvSpPr>
        <p:spPr>
          <a:xfrm>
            <a:off x="9818531" y="2459519"/>
            <a:ext cx="1576254" cy="817236"/>
          </a:xfrm>
          <a:prstGeom prst="rect">
            <a:avLst/>
          </a:prstGeom>
          <a:solidFill>
            <a:schemeClr val="bg2">
              <a:lumMod val="75000"/>
            </a:schemeClr>
          </a:solidFill>
          <a:ln>
            <a:solidFill>
              <a:schemeClr val="tx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100">
                <a:latin typeface="Santander Text Light" panose="020B0304020201020104" pitchFamily="34" charset="0"/>
                <a:cs typeface="Segoe UI Light" panose="020B0502040204020203" pitchFamily="34" charset="0"/>
              </a:rPr>
              <a:t>Subscription</a:t>
            </a:r>
            <a:endParaRPr lang="pt-PT" sz="1100">
              <a:latin typeface="Santander Text Light" panose="020B0304020201020104" pitchFamily="34" charset="0"/>
              <a:cs typeface="Segoe UI Light" panose="020B0502040204020203" pitchFamily="34" charset="0"/>
            </a:endParaRPr>
          </a:p>
        </p:txBody>
      </p:sp>
      <p:pic>
        <p:nvPicPr>
          <p:cNvPr id="18" name="Graphic 17">
            <a:extLst>
              <a:ext uri="{FF2B5EF4-FFF2-40B4-BE49-F238E27FC236}">
                <a16:creationId xmlns:a16="http://schemas.microsoft.com/office/drawing/2014/main" id="{2861B584-0F79-D174-EAA3-6E793EFC6AFE}"/>
              </a:ext>
            </a:extLst>
          </p:cNvPr>
          <p:cNvPicPr>
            <a:picLocks noChangeAspect="1"/>
          </p:cNvPicPr>
          <p:nvPr/>
        </p:nvPicPr>
        <p:blipFill>
          <a:blip r:embed="rId6" cstate="hqprint">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780586" y="2275117"/>
            <a:ext cx="310623" cy="310623"/>
          </a:xfrm>
          <a:prstGeom prst="rect">
            <a:avLst/>
          </a:prstGeom>
        </p:spPr>
      </p:pic>
      <p:sp>
        <p:nvSpPr>
          <p:cNvPr id="19" name="Rectangle 18">
            <a:extLst>
              <a:ext uri="{FF2B5EF4-FFF2-40B4-BE49-F238E27FC236}">
                <a16:creationId xmlns:a16="http://schemas.microsoft.com/office/drawing/2014/main" id="{0EA1FD3F-7938-E5D6-E3AA-29E286ACBAF6}"/>
              </a:ext>
            </a:extLst>
          </p:cNvPr>
          <p:cNvSpPr/>
          <p:nvPr/>
        </p:nvSpPr>
        <p:spPr>
          <a:xfrm>
            <a:off x="9879798" y="2733527"/>
            <a:ext cx="684000" cy="243189"/>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a:latin typeface="Santander Text Light" panose="020B0304020201020104" pitchFamily="34" charset="0"/>
              </a:rPr>
              <a:t>IaaS</a:t>
            </a:r>
            <a:endParaRPr lang="pt-PT" sz="1000">
              <a:latin typeface="Santander Text Light" panose="020B0304020201020104" pitchFamily="34" charset="0"/>
            </a:endParaRPr>
          </a:p>
        </p:txBody>
      </p:sp>
      <p:pic>
        <p:nvPicPr>
          <p:cNvPr id="20" name="Picture 19" descr="A close up of a sign&#10;&#10;Description automatically generated">
            <a:extLst>
              <a:ext uri="{FF2B5EF4-FFF2-40B4-BE49-F238E27FC236}">
                <a16:creationId xmlns:a16="http://schemas.microsoft.com/office/drawing/2014/main" id="{0D4305AB-B746-E11D-99CD-FE43E4740945}"/>
              </a:ext>
            </a:extLst>
          </p:cNvPr>
          <p:cNvPicPr>
            <a:picLocks noChangeAspect="1"/>
          </p:cNvPicPr>
          <p:nvPr/>
        </p:nvPicPr>
        <p:blipFill rotWithShape="1">
          <a:blip r:embed="rId8" cstate="hqprint">
            <a:extLst>
              <a:ext uri="{28A0092B-C50C-407E-A947-70E740481C1C}">
                <a14:useLocalDpi xmlns:a14="http://schemas.microsoft.com/office/drawing/2010/main" val="0"/>
              </a:ext>
            </a:extLst>
          </a:blip>
          <a:srcRect l="52233"/>
          <a:stretch/>
        </p:blipFill>
        <p:spPr>
          <a:xfrm>
            <a:off x="8807718" y="1594448"/>
            <a:ext cx="351038" cy="367449"/>
          </a:xfrm>
          <a:prstGeom prst="rect">
            <a:avLst/>
          </a:prstGeom>
        </p:spPr>
      </p:pic>
      <p:pic>
        <p:nvPicPr>
          <p:cNvPr id="21" name="Picture 20">
            <a:extLst>
              <a:ext uri="{FF2B5EF4-FFF2-40B4-BE49-F238E27FC236}">
                <a16:creationId xmlns:a16="http://schemas.microsoft.com/office/drawing/2014/main" id="{D82D1F18-A11A-1656-E6A0-2E01C20AECBE}"/>
              </a:ext>
            </a:extLst>
          </p:cNvPr>
          <p:cNvPicPr>
            <a:picLocks noChangeAspect="1"/>
          </p:cNvPicPr>
          <p:nvPr/>
        </p:nvPicPr>
        <p:blipFill>
          <a:blip r:embed="rId9" cstate="hqprint">
            <a:extLst>
              <a:ext uri="{28A0092B-C50C-407E-A947-70E740481C1C}">
                <a14:useLocalDpi xmlns:a14="http://schemas.microsoft.com/office/drawing/2010/main" val="0"/>
              </a:ext>
            </a:extLst>
          </a:blip>
          <a:stretch>
            <a:fillRect/>
          </a:stretch>
        </p:blipFill>
        <p:spPr>
          <a:xfrm>
            <a:off x="11259395" y="314707"/>
            <a:ext cx="700396" cy="700396"/>
          </a:xfrm>
          <a:prstGeom prst="rect">
            <a:avLst/>
          </a:prstGeom>
        </p:spPr>
      </p:pic>
      <p:sp>
        <p:nvSpPr>
          <p:cNvPr id="22" name="Rectangle 21">
            <a:extLst>
              <a:ext uri="{FF2B5EF4-FFF2-40B4-BE49-F238E27FC236}">
                <a16:creationId xmlns:a16="http://schemas.microsoft.com/office/drawing/2014/main" id="{AA40B2E6-17ED-1DE7-A901-CE1F9DD1306F}"/>
              </a:ext>
            </a:extLst>
          </p:cNvPr>
          <p:cNvSpPr/>
          <p:nvPr/>
        </p:nvSpPr>
        <p:spPr>
          <a:xfrm>
            <a:off x="10648334" y="2729152"/>
            <a:ext cx="684000" cy="243189"/>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a:latin typeface="Santander Text Light" panose="020B0304020201020104" pitchFamily="34" charset="0"/>
              </a:rPr>
              <a:t>PaaS</a:t>
            </a:r>
            <a:endParaRPr lang="pt-PT" sz="1000">
              <a:latin typeface="Santander Text Light" panose="020B0304020201020104" pitchFamily="34" charset="0"/>
            </a:endParaRPr>
          </a:p>
        </p:txBody>
      </p:sp>
      <p:sp>
        <p:nvSpPr>
          <p:cNvPr id="23" name="Rectangle 22">
            <a:extLst>
              <a:ext uri="{FF2B5EF4-FFF2-40B4-BE49-F238E27FC236}">
                <a16:creationId xmlns:a16="http://schemas.microsoft.com/office/drawing/2014/main" id="{5BE794F0-F258-EC60-5660-0848635ECE1B}"/>
              </a:ext>
            </a:extLst>
          </p:cNvPr>
          <p:cNvSpPr/>
          <p:nvPr/>
        </p:nvSpPr>
        <p:spPr>
          <a:xfrm>
            <a:off x="9945048" y="2948991"/>
            <a:ext cx="1323603" cy="197227"/>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a:latin typeface="Santander Text Light" panose="020B0304020201020104" pitchFamily="34" charset="0"/>
              </a:rPr>
              <a:t>App</a:t>
            </a:r>
            <a:endParaRPr lang="pt-PT" sz="1000">
              <a:latin typeface="Santander Text Light" panose="020B0304020201020104" pitchFamily="34" charset="0"/>
            </a:endParaRPr>
          </a:p>
        </p:txBody>
      </p:sp>
      <p:grpSp>
        <p:nvGrpSpPr>
          <p:cNvPr id="24" name="Group 23">
            <a:extLst>
              <a:ext uri="{FF2B5EF4-FFF2-40B4-BE49-F238E27FC236}">
                <a16:creationId xmlns:a16="http://schemas.microsoft.com/office/drawing/2014/main" id="{F1C43885-3DDD-5BD2-3CB7-DD616FF6AB73}"/>
              </a:ext>
            </a:extLst>
          </p:cNvPr>
          <p:cNvGrpSpPr/>
          <p:nvPr/>
        </p:nvGrpSpPr>
        <p:grpSpPr>
          <a:xfrm>
            <a:off x="7491925" y="1984383"/>
            <a:ext cx="1169710" cy="184666"/>
            <a:chOff x="3718349" y="5099650"/>
            <a:chExt cx="921684" cy="184666"/>
          </a:xfrm>
        </p:grpSpPr>
        <p:cxnSp>
          <p:nvCxnSpPr>
            <p:cNvPr id="25" name="Straight Arrow Connector 24">
              <a:extLst>
                <a:ext uri="{FF2B5EF4-FFF2-40B4-BE49-F238E27FC236}">
                  <a16:creationId xmlns:a16="http://schemas.microsoft.com/office/drawing/2014/main" id="{2B3953E0-9A92-2ED2-647B-F1E5839470D4}"/>
                </a:ext>
              </a:extLst>
            </p:cNvPr>
            <p:cNvCxnSpPr>
              <a:cxnSpLocks/>
            </p:cNvCxnSpPr>
            <p:nvPr/>
          </p:nvCxnSpPr>
          <p:spPr>
            <a:xfrm flipV="1">
              <a:off x="3718349" y="5102267"/>
              <a:ext cx="921684" cy="4254"/>
            </a:xfrm>
            <a:prstGeom prst="straightConnector1">
              <a:avLst/>
            </a:prstGeom>
            <a:ln w="57150">
              <a:solidFill>
                <a:srgbClr val="0078D7"/>
              </a:solidFill>
              <a:headEnd type="diamond" w="med" len="med"/>
              <a:tailEnd type="diamond" w="med" len="med"/>
            </a:ln>
          </p:spPr>
          <p:style>
            <a:lnRef idx="1">
              <a:schemeClr val="accent1"/>
            </a:lnRef>
            <a:fillRef idx="0">
              <a:schemeClr val="accent1"/>
            </a:fillRef>
            <a:effectRef idx="0">
              <a:schemeClr val="accent1"/>
            </a:effectRef>
            <a:fontRef idx="minor">
              <a:schemeClr val="tx1"/>
            </a:fontRef>
          </p:style>
        </p:cxnSp>
        <p:sp>
          <p:nvSpPr>
            <p:cNvPr id="26" name="Rectangle 25">
              <a:extLst>
                <a:ext uri="{FF2B5EF4-FFF2-40B4-BE49-F238E27FC236}">
                  <a16:creationId xmlns:a16="http://schemas.microsoft.com/office/drawing/2014/main" id="{7C9E5817-1331-F97E-9372-EEE2AA4CDC8B}"/>
                </a:ext>
              </a:extLst>
            </p:cNvPr>
            <p:cNvSpPr/>
            <p:nvPr/>
          </p:nvSpPr>
          <p:spPr>
            <a:xfrm>
              <a:off x="3953376" y="5099650"/>
              <a:ext cx="633507" cy="184666"/>
            </a:xfrm>
            <a:prstGeom prst="rect">
              <a:avLst/>
            </a:prstGeom>
          </p:spPr>
          <p:txBody>
            <a:bodyPr wrap="square">
              <a:spAutoFit/>
            </a:bodyPr>
            <a:lstStyle/>
            <a:p>
              <a:r>
                <a:rPr lang="en-US" sz="600" dirty="0">
                  <a:latin typeface="Santander Text Light" panose="020B0304020201020104" pitchFamily="34" charset="0"/>
                  <a:cs typeface="Segoe UI Light" panose="020B0502040204020203" pitchFamily="34" charset="0"/>
                </a:rPr>
                <a:t>Express Route</a:t>
              </a:r>
              <a:endParaRPr lang="pt-PT" sz="600" dirty="0">
                <a:latin typeface="Santander Text Light" panose="020B0304020201020104" pitchFamily="34" charset="0"/>
                <a:cs typeface="Segoe UI Light" panose="020B0502040204020203" pitchFamily="34" charset="0"/>
              </a:endParaRPr>
            </a:p>
          </p:txBody>
        </p:sp>
      </p:grpSp>
      <p:cxnSp>
        <p:nvCxnSpPr>
          <p:cNvPr id="27" name="Connector: Elbow 26">
            <a:extLst>
              <a:ext uri="{FF2B5EF4-FFF2-40B4-BE49-F238E27FC236}">
                <a16:creationId xmlns:a16="http://schemas.microsoft.com/office/drawing/2014/main" id="{E6C3BB1C-A27C-FDA7-3E19-70F5EBEE77CE}"/>
              </a:ext>
            </a:extLst>
          </p:cNvPr>
          <p:cNvCxnSpPr>
            <a:cxnSpLocks/>
            <a:stCxn id="23" idx="1"/>
          </p:cNvCxnSpPr>
          <p:nvPr/>
        </p:nvCxnSpPr>
        <p:spPr>
          <a:xfrm rot="10800000">
            <a:off x="9290656" y="2517695"/>
            <a:ext cx="654393" cy="529911"/>
          </a:xfrm>
          <a:prstGeom prst="bentConnector4">
            <a:avLst>
              <a:gd name="adj1" fmla="val 31120"/>
              <a:gd name="adj2" fmla="val 143139"/>
            </a:avLst>
          </a:prstGeom>
          <a:ln>
            <a:tailEnd type="triangle"/>
          </a:ln>
        </p:spPr>
        <p:style>
          <a:lnRef idx="1">
            <a:schemeClr val="accent1"/>
          </a:lnRef>
          <a:fillRef idx="0">
            <a:schemeClr val="accent1"/>
          </a:fillRef>
          <a:effectRef idx="0">
            <a:schemeClr val="accent1"/>
          </a:effectRef>
          <a:fontRef idx="minor">
            <a:schemeClr val="tx1"/>
          </a:fontRef>
        </p:style>
      </p:cxnSp>
      <p:pic>
        <p:nvPicPr>
          <p:cNvPr id="28" name="Picture 27">
            <a:extLst>
              <a:ext uri="{FF2B5EF4-FFF2-40B4-BE49-F238E27FC236}">
                <a16:creationId xmlns:a16="http://schemas.microsoft.com/office/drawing/2014/main" id="{B66540C2-A834-FA8F-F138-CFF0B5A9209B}"/>
              </a:ext>
            </a:extLst>
          </p:cNvPr>
          <p:cNvPicPr>
            <a:picLocks noChangeAspect="1"/>
          </p:cNvPicPr>
          <p:nvPr/>
        </p:nvPicPr>
        <p:blipFill rotWithShape="1">
          <a:blip r:embed="rId10" cstate="print">
            <a:extLst>
              <a:ext uri="{28A0092B-C50C-407E-A947-70E740481C1C}">
                <a14:useLocalDpi xmlns:a14="http://schemas.microsoft.com/office/drawing/2010/main" val="0"/>
              </a:ext>
            </a:extLst>
          </a:blip>
          <a:srcRect/>
          <a:stretch/>
        </p:blipFill>
        <p:spPr>
          <a:xfrm>
            <a:off x="9152427" y="983911"/>
            <a:ext cx="376809" cy="357173"/>
          </a:xfrm>
          <a:prstGeom prst="rect">
            <a:avLst/>
          </a:prstGeom>
        </p:spPr>
      </p:pic>
      <p:sp>
        <p:nvSpPr>
          <p:cNvPr id="29" name="Rectangle 28">
            <a:extLst>
              <a:ext uri="{FF2B5EF4-FFF2-40B4-BE49-F238E27FC236}">
                <a16:creationId xmlns:a16="http://schemas.microsoft.com/office/drawing/2014/main" id="{B39EE266-BE63-9707-26FA-BBC0E37B439B}"/>
              </a:ext>
            </a:extLst>
          </p:cNvPr>
          <p:cNvSpPr/>
          <p:nvPr/>
        </p:nvSpPr>
        <p:spPr>
          <a:xfrm>
            <a:off x="8585676" y="898775"/>
            <a:ext cx="3308836" cy="499730"/>
          </a:xfrm>
          <a:prstGeom prst="rect">
            <a:avLst/>
          </a:prstGeom>
          <a:noFill/>
          <a:ln w="28575">
            <a:solidFill>
              <a:srgbClr val="0078D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latin typeface="Santander Text Light" panose="020B0304020201020104" pitchFamily="34" charset="0"/>
              </a:rPr>
              <a:t>Azure Active Directory</a:t>
            </a:r>
          </a:p>
        </p:txBody>
      </p:sp>
      <p:sp>
        <p:nvSpPr>
          <p:cNvPr id="30" name="TextBox 29">
            <a:extLst>
              <a:ext uri="{FF2B5EF4-FFF2-40B4-BE49-F238E27FC236}">
                <a16:creationId xmlns:a16="http://schemas.microsoft.com/office/drawing/2014/main" id="{89D2B68F-41E7-53B2-DCA5-EBCF32D2E7CE}"/>
              </a:ext>
            </a:extLst>
          </p:cNvPr>
          <p:cNvSpPr txBox="1"/>
          <p:nvPr/>
        </p:nvSpPr>
        <p:spPr>
          <a:xfrm>
            <a:off x="9588543" y="1186709"/>
            <a:ext cx="1467770" cy="215444"/>
          </a:xfrm>
          <a:prstGeom prst="rect">
            <a:avLst/>
          </a:prstGeom>
          <a:noFill/>
        </p:spPr>
        <p:txBody>
          <a:bodyPr wrap="square" rtlCol="0">
            <a:spAutoFit/>
          </a:bodyPr>
          <a:lstStyle/>
          <a:p>
            <a:r>
              <a:rPr lang="en-US" sz="800" dirty="0">
                <a:latin typeface="Santander Text Light" panose="020B0304020201020104" pitchFamily="34" charset="0"/>
              </a:rPr>
              <a:t>corp.onmicrosoft.com</a:t>
            </a:r>
            <a:endParaRPr lang="pt-PT" sz="800" dirty="0">
              <a:latin typeface="Santander Text Light" panose="020B0304020201020104" pitchFamily="34" charset="0"/>
            </a:endParaRPr>
          </a:p>
        </p:txBody>
      </p:sp>
      <p:cxnSp>
        <p:nvCxnSpPr>
          <p:cNvPr id="31" name="Connector: Elbow 30">
            <a:extLst>
              <a:ext uri="{FF2B5EF4-FFF2-40B4-BE49-F238E27FC236}">
                <a16:creationId xmlns:a16="http://schemas.microsoft.com/office/drawing/2014/main" id="{4A7FA89F-6813-C5A7-6485-B19E14CD3EE1}"/>
              </a:ext>
            </a:extLst>
          </p:cNvPr>
          <p:cNvCxnSpPr>
            <a:cxnSpLocks/>
            <a:stCxn id="22" idx="0"/>
          </p:cNvCxnSpPr>
          <p:nvPr/>
        </p:nvCxnSpPr>
        <p:spPr>
          <a:xfrm rot="16200000" flipV="1">
            <a:off x="9807166" y="1545984"/>
            <a:ext cx="1327242" cy="1039094"/>
          </a:xfrm>
          <a:prstGeom prst="bentConnector3">
            <a:avLst>
              <a:gd name="adj1" fmla="val 66061"/>
            </a:avLst>
          </a:prstGeom>
          <a:ln>
            <a:tailEnd type="triangle"/>
          </a:ln>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3FDD7E47-8999-062E-7F2D-8CB53DD7D6AA}"/>
              </a:ext>
            </a:extLst>
          </p:cNvPr>
          <p:cNvSpPr txBox="1"/>
          <p:nvPr/>
        </p:nvSpPr>
        <p:spPr>
          <a:xfrm>
            <a:off x="10266618" y="1750620"/>
            <a:ext cx="588381" cy="169277"/>
          </a:xfrm>
          <a:prstGeom prst="rect">
            <a:avLst/>
          </a:prstGeom>
          <a:solidFill>
            <a:schemeClr val="bg1"/>
          </a:solidFill>
        </p:spPr>
        <p:txBody>
          <a:bodyPr wrap="square" rtlCol="0">
            <a:spAutoFit/>
          </a:bodyPr>
          <a:lstStyle/>
          <a:p>
            <a:r>
              <a:rPr lang="en-US" sz="500">
                <a:latin typeface="Santander Text Light" panose="020B0304020201020104" pitchFamily="34" charset="0"/>
                <a:cs typeface="Segoe UI Light" panose="020B0502040204020203" pitchFamily="34" charset="0"/>
              </a:rPr>
              <a:t>Authentication</a:t>
            </a:r>
            <a:endParaRPr lang="pt-PT" sz="500">
              <a:latin typeface="Santander Text Light" panose="020B0304020201020104" pitchFamily="34" charset="0"/>
              <a:cs typeface="Segoe UI Light" panose="020B0502040204020203" pitchFamily="34" charset="0"/>
            </a:endParaRPr>
          </a:p>
        </p:txBody>
      </p:sp>
      <p:sp>
        <p:nvSpPr>
          <p:cNvPr id="33" name="TextBox 32">
            <a:extLst>
              <a:ext uri="{FF2B5EF4-FFF2-40B4-BE49-F238E27FC236}">
                <a16:creationId xmlns:a16="http://schemas.microsoft.com/office/drawing/2014/main" id="{36D6A85B-1131-15D6-4852-A95F21FF0C03}"/>
              </a:ext>
            </a:extLst>
          </p:cNvPr>
          <p:cNvSpPr txBox="1"/>
          <p:nvPr/>
        </p:nvSpPr>
        <p:spPr>
          <a:xfrm>
            <a:off x="9149252" y="3364689"/>
            <a:ext cx="588121" cy="169277"/>
          </a:xfrm>
          <a:prstGeom prst="rect">
            <a:avLst/>
          </a:prstGeom>
          <a:noFill/>
        </p:spPr>
        <p:txBody>
          <a:bodyPr wrap="square" rtlCol="0">
            <a:spAutoFit/>
          </a:bodyPr>
          <a:lstStyle/>
          <a:p>
            <a:pPr algn="ctr"/>
            <a:r>
              <a:rPr lang="en-US" sz="500" dirty="0">
                <a:latin typeface="Santander Text Light" panose="020B0304020201020104" pitchFamily="34" charset="0"/>
                <a:cs typeface="Segoe UI Light" panose="020B0502040204020203" pitchFamily="34" charset="0"/>
              </a:rPr>
              <a:t>Domain Join</a:t>
            </a:r>
            <a:endParaRPr lang="pt-PT" sz="500" dirty="0">
              <a:latin typeface="Santander Text Light" panose="020B0304020201020104" pitchFamily="34" charset="0"/>
              <a:cs typeface="Segoe UI Light" panose="020B0502040204020203" pitchFamily="34" charset="0"/>
            </a:endParaRPr>
          </a:p>
        </p:txBody>
      </p:sp>
      <p:cxnSp>
        <p:nvCxnSpPr>
          <p:cNvPr id="34" name="Connector: Elbow 33">
            <a:extLst>
              <a:ext uri="{FF2B5EF4-FFF2-40B4-BE49-F238E27FC236}">
                <a16:creationId xmlns:a16="http://schemas.microsoft.com/office/drawing/2014/main" id="{64E8C49E-C71C-99A3-F3A1-4C632A1CCE42}"/>
              </a:ext>
            </a:extLst>
          </p:cNvPr>
          <p:cNvCxnSpPr>
            <a:cxnSpLocks/>
          </p:cNvCxnSpPr>
          <p:nvPr/>
        </p:nvCxnSpPr>
        <p:spPr>
          <a:xfrm rot="16200000" flipV="1">
            <a:off x="9803476" y="1932110"/>
            <a:ext cx="1036540" cy="1927"/>
          </a:xfrm>
          <a:prstGeom prst="bentConnector3">
            <a:avLst>
              <a:gd name="adj1" fmla="val 50000"/>
            </a:avLst>
          </a:prstGeom>
          <a:ln>
            <a:solidFill>
              <a:srgbClr val="0078D7"/>
            </a:solidFill>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4B2A79EB-F8F8-9CD7-58C3-6ADCE420EA73}"/>
              </a:ext>
            </a:extLst>
          </p:cNvPr>
          <p:cNvSpPr txBox="1"/>
          <p:nvPr/>
        </p:nvSpPr>
        <p:spPr>
          <a:xfrm>
            <a:off x="8974381" y="2214125"/>
            <a:ext cx="588913" cy="169277"/>
          </a:xfrm>
          <a:prstGeom prst="rect">
            <a:avLst/>
          </a:prstGeom>
          <a:solidFill>
            <a:schemeClr val="bg1"/>
          </a:solidFill>
        </p:spPr>
        <p:txBody>
          <a:bodyPr wrap="square" rtlCol="0">
            <a:spAutoFit/>
          </a:bodyPr>
          <a:lstStyle/>
          <a:p>
            <a:pPr algn="ctr"/>
            <a:r>
              <a:rPr lang="en-US" sz="500">
                <a:latin typeface="Santander Text Light" panose="020B0304020201020104" pitchFamily="34" charset="0"/>
                <a:cs typeface="Segoe UI Light" panose="020B0502040204020203" pitchFamily="34" charset="0"/>
              </a:rPr>
              <a:t>Authentication</a:t>
            </a:r>
            <a:endParaRPr lang="pt-PT" sz="500">
              <a:latin typeface="Santander Text Light" panose="020B0304020201020104" pitchFamily="34" charset="0"/>
              <a:cs typeface="Segoe UI Light" panose="020B0502040204020203" pitchFamily="34" charset="0"/>
            </a:endParaRPr>
          </a:p>
        </p:txBody>
      </p:sp>
      <p:cxnSp>
        <p:nvCxnSpPr>
          <p:cNvPr id="36" name="Connector: Elbow 35">
            <a:extLst>
              <a:ext uri="{FF2B5EF4-FFF2-40B4-BE49-F238E27FC236}">
                <a16:creationId xmlns:a16="http://schemas.microsoft.com/office/drawing/2014/main" id="{769C751A-BEF0-0A0A-7604-B421DF977CF6}"/>
              </a:ext>
            </a:extLst>
          </p:cNvPr>
          <p:cNvCxnSpPr>
            <a:cxnSpLocks/>
            <a:stCxn id="17" idx="2"/>
          </p:cNvCxnSpPr>
          <p:nvPr/>
        </p:nvCxnSpPr>
        <p:spPr>
          <a:xfrm rot="5400000" flipH="1">
            <a:off x="9201898" y="1871996"/>
            <a:ext cx="1879785" cy="929734"/>
          </a:xfrm>
          <a:prstGeom prst="bentConnector3">
            <a:avLst>
              <a:gd name="adj1" fmla="val -7432"/>
            </a:avLst>
          </a:prstGeom>
          <a:ln>
            <a:tailEnd type="triangle"/>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DF2AD7D0-CDFD-3960-F004-B6C11E42F8B9}"/>
              </a:ext>
            </a:extLst>
          </p:cNvPr>
          <p:cNvSpPr txBox="1"/>
          <p:nvPr/>
        </p:nvSpPr>
        <p:spPr>
          <a:xfrm>
            <a:off x="10136362" y="3321332"/>
            <a:ext cx="588913" cy="169277"/>
          </a:xfrm>
          <a:prstGeom prst="rect">
            <a:avLst/>
          </a:prstGeom>
          <a:solidFill>
            <a:schemeClr val="bg1"/>
          </a:solidFill>
        </p:spPr>
        <p:txBody>
          <a:bodyPr wrap="square" rtlCol="0">
            <a:spAutoFit/>
          </a:bodyPr>
          <a:lstStyle/>
          <a:p>
            <a:pPr algn="ctr"/>
            <a:r>
              <a:rPr lang="en-US" sz="500">
                <a:latin typeface="Santander Text Light" panose="020B0304020201020104" pitchFamily="34" charset="0"/>
                <a:cs typeface="Segoe UI Light" panose="020B0502040204020203" pitchFamily="34" charset="0"/>
              </a:rPr>
              <a:t>Authentication</a:t>
            </a:r>
            <a:endParaRPr lang="pt-PT" sz="500">
              <a:latin typeface="Santander Text Light" panose="020B0304020201020104" pitchFamily="34" charset="0"/>
              <a:cs typeface="Segoe UI Light" panose="020B0502040204020203" pitchFamily="34" charset="0"/>
            </a:endParaRPr>
          </a:p>
        </p:txBody>
      </p:sp>
      <p:grpSp>
        <p:nvGrpSpPr>
          <p:cNvPr id="38" name="Group 37">
            <a:extLst>
              <a:ext uri="{FF2B5EF4-FFF2-40B4-BE49-F238E27FC236}">
                <a16:creationId xmlns:a16="http://schemas.microsoft.com/office/drawing/2014/main" id="{BFEB94E8-F1F8-F8C0-B7C7-5F4F202B4AFB}"/>
              </a:ext>
            </a:extLst>
          </p:cNvPr>
          <p:cNvGrpSpPr/>
          <p:nvPr/>
        </p:nvGrpSpPr>
        <p:grpSpPr>
          <a:xfrm>
            <a:off x="8970374" y="2517694"/>
            <a:ext cx="588123" cy="821737"/>
            <a:chOff x="7102546" y="5540237"/>
            <a:chExt cx="588123" cy="821737"/>
          </a:xfrm>
        </p:grpSpPr>
        <p:pic>
          <p:nvPicPr>
            <p:cNvPr id="39" name="Picture 38">
              <a:extLst>
                <a:ext uri="{FF2B5EF4-FFF2-40B4-BE49-F238E27FC236}">
                  <a16:creationId xmlns:a16="http://schemas.microsoft.com/office/drawing/2014/main" id="{4EEDAC40-B56E-ECD7-7908-4E66AA098CEF}"/>
                </a:ext>
              </a:extLst>
            </p:cNvPr>
            <p:cNvPicPr>
              <a:picLocks noChangeAspect="1"/>
            </p:cNvPicPr>
            <p:nvPr/>
          </p:nvPicPr>
          <p:blipFill>
            <a:blip r:embed="rId11">
              <a:grayscl/>
            </a:blip>
            <a:stretch>
              <a:fillRect/>
            </a:stretch>
          </p:blipFill>
          <p:spPr>
            <a:xfrm>
              <a:off x="7170937" y="5540237"/>
              <a:ext cx="503779" cy="405899"/>
            </a:xfrm>
            <a:prstGeom prst="rect">
              <a:avLst/>
            </a:prstGeom>
          </p:spPr>
        </p:pic>
        <p:sp>
          <p:nvSpPr>
            <p:cNvPr id="40" name="TextBox 39">
              <a:extLst>
                <a:ext uri="{FF2B5EF4-FFF2-40B4-BE49-F238E27FC236}">
                  <a16:creationId xmlns:a16="http://schemas.microsoft.com/office/drawing/2014/main" id="{EBFEBB4C-BCF6-CBD1-FA1D-9CCAE5D47330}"/>
                </a:ext>
              </a:extLst>
            </p:cNvPr>
            <p:cNvSpPr txBox="1"/>
            <p:nvPr/>
          </p:nvSpPr>
          <p:spPr>
            <a:xfrm>
              <a:off x="7102546" y="5977253"/>
              <a:ext cx="588123" cy="384721"/>
            </a:xfrm>
            <a:prstGeom prst="rect">
              <a:avLst/>
            </a:prstGeom>
            <a:noFill/>
          </p:spPr>
          <p:txBody>
            <a:bodyPr wrap="square" rtlCol="0">
              <a:spAutoFit/>
            </a:bodyPr>
            <a:lstStyle/>
            <a:p>
              <a:pPr algn="ctr"/>
              <a:r>
                <a:rPr lang="en-US" sz="900" dirty="0">
                  <a:latin typeface="Santander Text Light" panose="020B0304020201020104" pitchFamily="34" charset="0"/>
                  <a:cs typeface="Segoe UI Semibold" panose="020B0702040204020203" pitchFamily="34" charset="0"/>
                </a:rPr>
                <a:t>AD DS </a:t>
              </a:r>
            </a:p>
            <a:p>
              <a:pPr algn="ctr"/>
              <a:r>
                <a:rPr lang="en-US" sz="500" dirty="0" err="1">
                  <a:latin typeface="Santander Text Light" panose="020B0304020201020104" pitchFamily="34" charset="0"/>
                  <a:cs typeface="Segoe UI Light" panose="020B0502040204020203" pitchFamily="34" charset="0"/>
                </a:rPr>
                <a:t>Santander.local</a:t>
              </a:r>
              <a:endParaRPr lang="en-US" sz="500" dirty="0">
                <a:latin typeface="Santander Text Light" panose="020B0304020201020104" pitchFamily="34" charset="0"/>
                <a:cs typeface="Segoe UI Light" panose="020B0502040204020203" pitchFamily="34" charset="0"/>
              </a:endParaRPr>
            </a:p>
          </p:txBody>
        </p:sp>
      </p:grpSp>
      <p:cxnSp>
        <p:nvCxnSpPr>
          <p:cNvPr id="41" name="Connector: Elbow 40">
            <a:extLst>
              <a:ext uri="{FF2B5EF4-FFF2-40B4-BE49-F238E27FC236}">
                <a16:creationId xmlns:a16="http://schemas.microsoft.com/office/drawing/2014/main" id="{5E6ED48E-751B-6D88-651A-AE7C1059F56C}"/>
              </a:ext>
            </a:extLst>
          </p:cNvPr>
          <p:cNvCxnSpPr>
            <a:cxnSpLocks/>
          </p:cNvCxnSpPr>
          <p:nvPr/>
        </p:nvCxnSpPr>
        <p:spPr>
          <a:xfrm rot="10800000" flipV="1">
            <a:off x="9264436" y="2875175"/>
            <a:ext cx="558120" cy="387312"/>
          </a:xfrm>
          <a:prstGeom prst="bentConnector4">
            <a:avLst>
              <a:gd name="adj1" fmla="val 36740"/>
              <a:gd name="adj2" fmla="val 159022"/>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42" name="Picture 2" descr="Azure Express Route - ThatLazyAdmin">
            <a:extLst>
              <a:ext uri="{FF2B5EF4-FFF2-40B4-BE49-F238E27FC236}">
                <a16:creationId xmlns:a16="http://schemas.microsoft.com/office/drawing/2014/main" id="{487385FB-B12A-6D5F-0F1D-2BD9F16BF8FB}"/>
              </a:ext>
            </a:extLst>
          </p:cNvPr>
          <p:cNvPicPr>
            <a:picLocks noChangeAspect="1" noChangeArrowheads="1"/>
          </p:cNvPicPr>
          <p:nvPr/>
        </p:nvPicPr>
        <p:blipFill>
          <a:blip r:embed="rId12" cstate="hqprint">
            <a:extLst>
              <a:ext uri="{28A0092B-C50C-407E-A947-70E740481C1C}">
                <a14:useLocalDpi xmlns:a14="http://schemas.microsoft.com/office/drawing/2010/main" val="0"/>
              </a:ext>
            </a:extLst>
          </a:blip>
          <a:srcRect/>
          <a:stretch>
            <a:fillRect/>
          </a:stretch>
        </p:blipFill>
        <p:spPr bwMode="auto">
          <a:xfrm>
            <a:off x="7865617" y="1567242"/>
            <a:ext cx="472073" cy="472073"/>
          </a:xfrm>
          <a:prstGeom prst="rect">
            <a:avLst/>
          </a:prstGeom>
          <a:noFill/>
          <a:extLst>
            <a:ext uri="{909E8E84-426E-40DD-AFC4-6F175D3DCCD1}">
              <a14:hiddenFill xmlns:a14="http://schemas.microsoft.com/office/drawing/2010/main">
                <a:solidFill>
                  <a:srgbClr val="FFFFFF"/>
                </a:solidFill>
              </a14:hiddenFill>
            </a:ext>
          </a:extLst>
        </p:spPr>
      </p:pic>
      <p:cxnSp>
        <p:nvCxnSpPr>
          <p:cNvPr id="43" name="Connector: Elbow 42">
            <a:extLst>
              <a:ext uri="{FF2B5EF4-FFF2-40B4-BE49-F238E27FC236}">
                <a16:creationId xmlns:a16="http://schemas.microsoft.com/office/drawing/2014/main" id="{40E47063-F95D-F980-88C3-EBA9FD221DD6}"/>
              </a:ext>
            </a:extLst>
          </p:cNvPr>
          <p:cNvCxnSpPr>
            <a:cxnSpLocks/>
          </p:cNvCxnSpPr>
          <p:nvPr/>
        </p:nvCxnSpPr>
        <p:spPr>
          <a:xfrm rot="16200000" flipH="1">
            <a:off x="6343553" y="336077"/>
            <a:ext cx="731317" cy="2574781"/>
          </a:xfrm>
          <a:prstGeom prst="bentConnector2">
            <a:avLst/>
          </a:prstGeom>
          <a:ln>
            <a:solidFill>
              <a:srgbClr val="FF9128"/>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Connector: Elbow 43">
            <a:extLst>
              <a:ext uri="{FF2B5EF4-FFF2-40B4-BE49-F238E27FC236}">
                <a16:creationId xmlns:a16="http://schemas.microsoft.com/office/drawing/2014/main" id="{E21CCA27-CE01-1375-53D8-FBA86EFB38E6}"/>
              </a:ext>
            </a:extLst>
          </p:cNvPr>
          <p:cNvCxnSpPr>
            <a:cxnSpLocks/>
          </p:cNvCxnSpPr>
          <p:nvPr/>
        </p:nvCxnSpPr>
        <p:spPr>
          <a:xfrm rot="16200000" flipV="1">
            <a:off x="8482172" y="1709211"/>
            <a:ext cx="530707" cy="1086260"/>
          </a:xfrm>
          <a:prstGeom prst="bentConnector2">
            <a:avLst/>
          </a:prstGeom>
          <a:ln>
            <a:solidFill>
              <a:srgbClr val="FF9128"/>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45" name="Rectangle 44">
            <a:extLst>
              <a:ext uri="{FF2B5EF4-FFF2-40B4-BE49-F238E27FC236}">
                <a16:creationId xmlns:a16="http://schemas.microsoft.com/office/drawing/2014/main" id="{A760AF98-1A74-6308-D4A4-B10A0EFD07A2}"/>
              </a:ext>
            </a:extLst>
          </p:cNvPr>
          <p:cNvSpPr/>
          <p:nvPr/>
        </p:nvSpPr>
        <p:spPr>
          <a:xfrm>
            <a:off x="5817133" y="1818703"/>
            <a:ext cx="1269899" cy="215444"/>
          </a:xfrm>
          <a:prstGeom prst="rect">
            <a:avLst/>
          </a:prstGeom>
        </p:spPr>
        <p:txBody>
          <a:bodyPr wrap="none">
            <a:spAutoFit/>
          </a:bodyPr>
          <a:lstStyle/>
          <a:p>
            <a:r>
              <a:rPr lang="en-US" sz="800" dirty="0">
                <a:latin typeface="Santander Text Light" panose="020B0304020201020104" pitchFamily="34" charset="0"/>
                <a:cs typeface="Segoe UI Light" panose="020B0502040204020203" pitchFamily="34" charset="0"/>
              </a:rPr>
              <a:t>One-Way Transitive Trust</a:t>
            </a:r>
            <a:endParaRPr lang="pt-PT" dirty="0">
              <a:latin typeface="Santander Text Light" panose="020B0304020201020104" pitchFamily="34" charset="0"/>
            </a:endParaRPr>
          </a:p>
        </p:txBody>
      </p:sp>
      <p:grpSp>
        <p:nvGrpSpPr>
          <p:cNvPr id="46" name="Group 45">
            <a:extLst>
              <a:ext uri="{FF2B5EF4-FFF2-40B4-BE49-F238E27FC236}">
                <a16:creationId xmlns:a16="http://schemas.microsoft.com/office/drawing/2014/main" id="{08AEF7BC-124D-A176-FBDE-FBFF000EE573}"/>
              </a:ext>
            </a:extLst>
          </p:cNvPr>
          <p:cNvGrpSpPr/>
          <p:nvPr/>
        </p:nvGrpSpPr>
        <p:grpSpPr>
          <a:xfrm>
            <a:off x="6804758" y="1034565"/>
            <a:ext cx="746408" cy="553807"/>
            <a:chOff x="3022970" y="2886271"/>
            <a:chExt cx="746408" cy="553807"/>
          </a:xfrm>
        </p:grpSpPr>
        <p:pic>
          <p:nvPicPr>
            <p:cNvPr id="47" name="Picture 46" descr="A close up of a logo&#10;&#10;Description generated with very high confidence">
              <a:extLst>
                <a:ext uri="{FF2B5EF4-FFF2-40B4-BE49-F238E27FC236}">
                  <a16:creationId xmlns:a16="http://schemas.microsoft.com/office/drawing/2014/main" id="{2F21F92D-CF4F-BFF0-B0FF-0EECDD2DD180}"/>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3264225" y="2886271"/>
              <a:ext cx="261586" cy="261586"/>
            </a:xfrm>
            <a:prstGeom prst="rect">
              <a:avLst/>
            </a:prstGeom>
          </p:spPr>
        </p:pic>
        <p:sp>
          <p:nvSpPr>
            <p:cNvPr id="48" name="Rectangle 47">
              <a:extLst>
                <a:ext uri="{FF2B5EF4-FFF2-40B4-BE49-F238E27FC236}">
                  <a16:creationId xmlns:a16="http://schemas.microsoft.com/office/drawing/2014/main" id="{0D8B73EA-B452-1FDD-59B1-7C4FC757248B}"/>
                </a:ext>
              </a:extLst>
            </p:cNvPr>
            <p:cNvSpPr/>
            <p:nvPr/>
          </p:nvSpPr>
          <p:spPr>
            <a:xfrm>
              <a:off x="3022970" y="3101524"/>
              <a:ext cx="746408" cy="338554"/>
            </a:xfrm>
            <a:prstGeom prst="rect">
              <a:avLst/>
            </a:prstGeom>
          </p:spPr>
          <p:txBody>
            <a:bodyPr wrap="square">
              <a:spAutoFit/>
            </a:bodyPr>
            <a:lstStyle/>
            <a:p>
              <a:pPr lvl="0" algn="ctr" defTabSz="914400" fontAlgn="t">
                <a:defRPr/>
              </a:pPr>
              <a:r>
                <a:rPr lang="en-US" sz="800" kern="0" spc="-30">
                  <a:solidFill>
                    <a:srgbClr val="505050"/>
                  </a:solidFill>
                  <a:latin typeface="Santander Text Light" panose="020B0304020201020104" pitchFamily="34" charset="0"/>
                  <a:cs typeface="Segoe UI Semibold" panose="020B0702040204020203" pitchFamily="34" charset="0"/>
                </a:rPr>
                <a:t>Azure AD Connect</a:t>
              </a:r>
            </a:p>
          </p:txBody>
        </p:sp>
      </p:grpSp>
      <p:sp>
        <p:nvSpPr>
          <p:cNvPr id="49" name="TextBox 48">
            <a:extLst>
              <a:ext uri="{FF2B5EF4-FFF2-40B4-BE49-F238E27FC236}">
                <a16:creationId xmlns:a16="http://schemas.microsoft.com/office/drawing/2014/main" id="{039DF526-11B1-CD46-EBAA-BEB9EFFF7749}"/>
              </a:ext>
            </a:extLst>
          </p:cNvPr>
          <p:cNvSpPr txBox="1"/>
          <p:nvPr/>
        </p:nvSpPr>
        <p:spPr>
          <a:xfrm>
            <a:off x="6274620" y="981026"/>
            <a:ext cx="588913" cy="200055"/>
          </a:xfrm>
          <a:prstGeom prst="rect">
            <a:avLst/>
          </a:prstGeom>
          <a:noFill/>
        </p:spPr>
        <p:txBody>
          <a:bodyPr wrap="square" rtlCol="0">
            <a:spAutoFit/>
          </a:bodyPr>
          <a:lstStyle/>
          <a:p>
            <a:pPr algn="ctr"/>
            <a:r>
              <a:rPr lang="en-US" sz="700" dirty="0">
                <a:latin typeface="Santander Text Light" panose="020B0304020201020104" pitchFamily="34" charset="0"/>
                <a:cs typeface="Segoe UI Light" panose="020B0502040204020203" pitchFamily="34" charset="0"/>
              </a:rPr>
              <a:t>Sync</a:t>
            </a:r>
            <a:endParaRPr lang="pt-PT" sz="700" dirty="0">
              <a:latin typeface="Santander Text Light" panose="020B0304020201020104" pitchFamily="34" charset="0"/>
              <a:cs typeface="Segoe UI Light" panose="020B0502040204020203" pitchFamily="34" charset="0"/>
            </a:endParaRPr>
          </a:p>
        </p:txBody>
      </p:sp>
      <p:grpSp>
        <p:nvGrpSpPr>
          <p:cNvPr id="50" name="Group 49">
            <a:extLst>
              <a:ext uri="{FF2B5EF4-FFF2-40B4-BE49-F238E27FC236}">
                <a16:creationId xmlns:a16="http://schemas.microsoft.com/office/drawing/2014/main" id="{047E0259-E62A-9D1B-B8C4-0D203569EE1A}"/>
              </a:ext>
            </a:extLst>
          </p:cNvPr>
          <p:cNvGrpSpPr/>
          <p:nvPr/>
        </p:nvGrpSpPr>
        <p:grpSpPr>
          <a:xfrm>
            <a:off x="7723009" y="840241"/>
            <a:ext cx="1024516" cy="680554"/>
            <a:chOff x="5340621" y="3298407"/>
            <a:chExt cx="776214" cy="542745"/>
          </a:xfrm>
        </p:grpSpPr>
        <p:pic>
          <p:nvPicPr>
            <p:cNvPr id="51" name="Picture 50">
              <a:extLst>
                <a:ext uri="{FF2B5EF4-FFF2-40B4-BE49-F238E27FC236}">
                  <a16:creationId xmlns:a16="http://schemas.microsoft.com/office/drawing/2014/main" id="{B647BB28-4773-725A-7FC7-B4A92535A90B}"/>
                </a:ext>
              </a:extLst>
            </p:cNvPr>
            <p:cNvPicPr>
              <a:picLocks noChangeAspect="1"/>
            </p:cNvPicPr>
            <p:nvPr/>
          </p:nvPicPr>
          <p:blipFill>
            <a:blip r:embed="rId14"/>
            <a:stretch>
              <a:fillRect/>
            </a:stretch>
          </p:blipFill>
          <p:spPr>
            <a:xfrm>
              <a:off x="5489535" y="3569004"/>
              <a:ext cx="272148" cy="272148"/>
            </a:xfrm>
            <a:prstGeom prst="rect">
              <a:avLst/>
            </a:prstGeom>
          </p:spPr>
        </p:pic>
        <p:sp>
          <p:nvSpPr>
            <p:cNvPr id="52" name="TextBox 51">
              <a:extLst>
                <a:ext uri="{FF2B5EF4-FFF2-40B4-BE49-F238E27FC236}">
                  <a16:creationId xmlns:a16="http://schemas.microsoft.com/office/drawing/2014/main" id="{589B1C63-3468-FDE2-6F78-93FB11E0D0C5}"/>
                </a:ext>
              </a:extLst>
            </p:cNvPr>
            <p:cNvSpPr txBox="1"/>
            <p:nvPr/>
          </p:nvSpPr>
          <p:spPr>
            <a:xfrm>
              <a:off x="5340621" y="3298407"/>
              <a:ext cx="776214" cy="269998"/>
            </a:xfrm>
            <a:prstGeom prst="rect">
              <a:avLst/>
            </a:prstGeom>
            <a:noFill/>
          </p:spPr>
          <p:txBody>
            <a:bodyPr wrap="square" rtlCol="0">
              <a:spAutoFit/>
            </a:bodyPr>
            <a:lstStyle/>
            <a:p>
              <a:r>
                <a:rPr lang="en-US" sz="800" b="1" dirty="0">
                  <a:latin typeface="Santander Text Light" panose="020B0304020201020104" pitchFamily="34" charset="0"/>
                  <a:cs typeface="Segoe UI Light" panose="020B0502040204020203" pitchFamily="34" charset="0"/>
                </a:rPr>
                <a:t>Azure AD  </a:t>
              </a:r>
            </a:p>
            <a:p>
              <a:r>
                <a:rPr lang="en-US" sz="800" dirty="0">
                  <a:latin typeface="Santander Text Light" panose="020B0304020201020104" pitchFamily="34" charset="0"/>
                  <a:cs typeface="Segoe UI Light" panose="020B0502040204020203" pitchFamily="34" charset="0"/>
                </a:rPr>
                <a:t>Connect Health</a:t>
              </a:r>
              <a:endParaRPr lang="pt-PT" sz="800" dirty="0">
                <a:latin typeface="Santander Text Light" panose="020B0304020201020104" pitchFamily="34" charset="0"/>
                <a:cs typeface="Segoe UI Light" panose="020B0502040204020203" pitchFamily="34" charset="0"/>
              </a:endParaRPr>
            </a:p>
          </p:txBody>
        </p:sp>
      </p:grpSp>
      <p:cxnSp>
        <p:nvCxnSpPr>
          <p:cNvPr id="53" name="Straight Arrow Connector 52">
            <a:extLst>
              <a:ext uri="{FF2B5EF4-FFF2-40B4-BE49-F238E27FC236}">
                <a16:creationId xmlns:a16="http://schemas.microsoft.com/office/drawing/2014/main" id="{AB4A70D1-160C-47A1-3A29-23D152CDF52F}"/>
              </a:ext>
            </a:extLst>
          </p:cNvPr>
          <p:cNvCxnSpPr>
            <a:cxnSpLocks/>
            <a:endCxn id="29" idx="1"/>
          </p:cNvCxnSpPr>
          <p:nvPr/>
        </p:nvCxnSpPr>
        <p:spPr>
          <a:xfrm flipV="1">
            <a:off x="7307599" y="1148640"/>
            <a:ext cx="1278077" cy="16718"/>
          </a:xfrm>
          <a:prstGeom prst="straightConnector1">
            <a:avLst/>
          </a:prstGeom>
          <a:ln w="28575">
            <a:solidFill>
              <a:srgbClr val="0070C0"/>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53">
            <a:extLst>
              <a:ext uri="{FF2B5EF4-FFF2-40B4-BE49-F238E27FC236}">
                <a16:creationId xmlns:a16="http://schemas.microsoft.com/office/drawing/2014/main" id="{8E8CF466-0844-D987-C4B9-410DAC771551}"/>
              </a:ext>
            </a:extLst>
          </p:cNvPr>
          <p:cNvCxnSpPr>
            <a:cxnSpLocks/>
            <a:endCxn id="47" idx="1"/>
          </p:cNvCxnSpPr>
          <p:nvPr/>
        </p:nvCxnSpPr>
        <p:spPr>
          <a:xfrm flipV="1">
            <a:off x="6153591" y="1165358"/>
            <a:ext cx="892422" cy="1175"/>
          </a:xfrm>
          <a:prstGeom prst="straightConnector1">
            <a:avLst/>
          </a:prstGeom>
          <a:ln>
            <a:solidFill>
              <a:srgbClr val="0078D7"/>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56" name="Table 55">
            <a:extLst>
              <a:ext uri="{FF2B5EF4-FFF2-40B4-BE49-F238E27FC236}">
                <a16:creationId xmlns:a16="http://schemas.microsoft.com/office/drawing/2014/main" id="{311EA832-87B8-7F9B-CE91-F94DD779BA6C}"/>
              </a:ext>
            </a:extLst>
          </p:cNvPr>
          <p:cNvGraphicFramePr>
            <a:graphicFrameLocks noGrp="1"/>
          </p:cNvGraphicFramePr>
          <p:nvPr>
            <p:extLst>
              <p:ext uri="{D42A27DB-BD31-4B8C-83A1-F6EECF244321}">
                <p14:modId xmlns:p14="http://schemas.microsoft.com/office/powerpoint/2010/main" val="3733000179"/>
              </p:ext>
            </p:extLst>
          </p:nvPr>
        </p:nvGraphicFramePr>
        <p:xfrm>
          <a:off x="280756" y="3991729"/>
          <a:ext cx="11677581" cy="1642110"/>
        </p:xfrm>
        <a:graphic>
          <a:graphicData uri="http://schemas.openxmlformats.org/drawingml/2006/table">
            <a:tbl>
              <a:tblPr/>
              <a:tblGrid>
                <a:gridCol w="1066383">
                  <a:extLst>
                    <a:ext uri="{9D8B030D-6E8A-4147-A177-3AD203B41FA5}">
                      <a16:colId xmlns:a16="http://schemas.microsoft.com/office/drawing/2014/main" val="2247126105"/>
                    </a:ext>
                  </a:extLst>
                </a:gridCol>
                <a:gridCol w="1217980">
                  <a:extLst>
                    <a:ext uri="{9D8B030D-6E8A-4147-A177-3AD203B41FA5}">
                      <a16:colId xmlns:a16="http://schemas.microsoft.com/office/drawing/2014/main" val="3001725148"/>
                    </a:ext>
                  </a:extLst>
                </a:gridCol>
                <a:gridCol w="510977">
                  <a:extLst>
                    <a:ext uri="{9D8B030D-6E8A-4147-A177-3AD203B41FA5}">
                      <a16:colId xmlns:a16="http://schemas.microsoft.com/office/drawing/2014/main" val="3242031440"/>
                    </a:ext>
                  </a:extLst>
                </a:gridCol>
                <a:gridCol w="510977">
                  <a:extLst>
                    <a:ext uri="{9D8B030D-6E8A-4147-A177-3AD203B41FA5}">
                      <a16:colId xmlns:a16="http://schemas.microsoft.com/office/drawing/2014/main" val="1700219372"/>
                    </a:ext>
                  </a:extLst>
                </a:gridCol>
                <a:gridCol w="533520">
                  <a:extLst>
                    <a:ext uri="{9D8B030D-6E8A-4147-A177-3AD203B41FA5}">
                      <a16:colId xmlns:a16="http://schemas.microsoft.com/office/drawing/2014/main" val="1317105542"/>
                    </a:ext>
                  </a:extLst>
                </a:gridCol>
                <a:gridCol w="563579">
                  <a:extLst>
                    <a:ext uri="{9D8B030D-6E8A-4147-A177-3AD203B41FA5}">
                      <a16:colId xmlns:a16="http://schemas.microsoft.com/office/drawing/2014/main" val="610279948"/>
                    </a:ext>
                  </a:extLst>
                </a:gridCol>
                <a:gridCol w="480920">
                  <a:extLst>
                    <a:ext uri="{9D8B030D-6E8A-4147-A177-3AD203B41FA5}">
                      <a16:colId xmlns:a16="http://schemas.microsoft.com/office/drawing/2014/main" val="2242377311"/>
                    </a:ext>
                  </a:extLst>
                </a:gridCol>
                <a:gridCol w="531016">
                  <a:extLst>
                    <a:ext uri="{9D8B030D-6E8A-4147-A177-3AD203B41FA5}">
                      <a16:colId xmlns:a16="http://schemas.microsoft.com/office/drawing/2014/main" val="1277652234"/>
                    </a:ext>
                  </a:extLst>
                </a:gridCol>
                <a:gridCol w="510977">
                  <a:extLst>
                    <a:ext uri="{9D8B030D-6E8A-4147-A177-3AD203B41FA5}">
                      <a16:colId xmlns:a16="http://schemas.microsoft.com/office/drawing/2014/main" val="3122837418"/>
                    </a:ext>
                  </a:extLst>
                </a:gridCol>
                <a:gridCol w="533520">
                  <a:extLst>
                    <a:ext uri="{9D8B030D-6E8A-4147-A177-3AD203B41FA5}">
                      <a16:colId xmlns:a16="http://schemas.microsoft.com/office/drawing/2014/main" val="4164114782"/>
                    </a:ext>
                  </a:extLst>
                </a:gridCol>
                <a:gridCol w="556840">
                  <a:extLst>
                    <a:ext uri="{9D8B030D-6E8A-4147-A177-3AD203B41FA5}">
                      <a16:colId xmlns:a16="http://schemas.microsoft.com/office/drawing/2014/main" val="3039120258"/>
                    </a:ext>
                  </a:extLst>
                </a:gridCol>
                <a:gridCol w="1624613">
                  <a:extLst>
                    <a:ext uri="{9D8B030D-6E8A-4147-A177-3AD203B41FA5}">
                      <a16:colId xmlns:a16="http://schemas.microsoft.com/office/drawing/2014/main" val="3401968235"/>
                    </a:ext>
                  </a:extLst>
                </a:gridCol>
                <a:gridCol w="1109709">
                  <a:extLst>
                    <a:ext uri="{9D8B030D-6E8A-4147-A177-3AD203B41FA5}">
                      <a16:colId xmlns:a16="http://schemas.microsoft.com/office/drawing/2014/main" val="3344684912"/>
                    </a:ext>
                  </a:extLst>
                </a:gridCol>
                <a:gridCol w="965944">
                  <a:extLst>
                    <a:ext uri="{9D8B030D-6E8A-4147-A177-3AD203B41FA5}">
                      <a16:colId xmlns:a16="http://schemas.microsoft.com/office/drawing/2014/main" val="275288691"/>
                    </a:ext>
                  </a:extLst>
                </a:gridCol>
                <a:gridCol w="960626">
                  <a:extLst>
                    <a:ext uri="{9D8B030D-6E8A-4147-A177-3AD203B41FA5}">
                      <a16:colId xmlns:a16="http://schemas.microsoft.com/office/drawing/2014/main" val="3673929064"/>
                    </a:ext>
                  </a:extLst>
                </a:gridCol>
              </a:tblGrid>
              <a:tr h="161925">
                <a:tc>
                  <a:txBody>
                    <a:bodyPr/>
                    <a:lstStyle/>
                    <a:p>
                      <a:pPr algn="ctr" fontAlgn="ctr"/>
                      <a:r>
                        <a:rPr lang="pt-PT" sz="800" b="1" i="0" u="none" strike="noStrike" dirty="0">
                          <a:solidFill>
                            <a:srgbClr val="FFFFFF"/>
                          </a:solidFill>
                          <a:effectLst/>
                          <a:latin typeface="Santander Headline" panose="020B0504020201020104" pitchFamily="34" charset="0"/>
                        </a:rPr>
                        <a:t>NOME</a:t>
                      </a:r>
                    </a:p>
                  </a:txBody>
                  <a:tcPr marL="0" marR="0" marT="0" marB="0" anchor="ctr">
                    <a:lnL>
                      <a:noFill/>
                    </a:lnL>
                    <a:lnR>
                      <a:noFill/>
                    </a:lnR>
                    <a:lnT>
                      <a:noFill/>
                    </a:lnT>
                    <a:lnB>
                      <a:noFill/>
                    </a:lnB>
                    <a:solidFill>
                      <a:srgbClr val="FF0000"/>
                    </a:solidFill>
                  </a:tcPr>
                </a:tc>
                <a:tc>
                  <a:txBody>
                    <a:bodyPr/>
                    <a:lstStyle/>
                    <a:p>
                      <a:pPr algn="ctr" fontAlgn="ctr"/>
                      <a:r>
                        <a:rPr lang="pt-PT" sz="800" b="1" i="0" u="none" strike="noStrike">
                          <a:solidFill>
                            <a:srgbClr val="FFFFFF"/>
                          </a:solidFill>
                          <a:effectLst/>
                          <a:latin typeface="Santander Headline" panose="020B0504020201020104" pitchFamily="34" charset="0"/>
                        </a:rPr>
                        <a:t>USER ID</a:t>
                      </a:r>
                    </a:p>
                  </a:txBody>
                  <a:tcPr marL="0" marR="0" marT="0" marB="0" anchor="ctr">
                    <a:lnL>
                      <a:noFill/>
                    </a:lnL>
                    <a:lnR>
                      <a:noFill/>
                    </a:lnR>
                    <a:lnT>
                      <a:noFill/>
                    </a:lnT>
                    <a:lnB>
                      <a:noFill/>
                    </a:lnB>
                    <a:solidFill>
                      <a:srgbClr val="FF0000"/>
                    </a:solidFill>
                  </a:tcPr>
                </a:tc>
                <a:tc>
                  <a:txBody>
                    <a:bodyPr/>
                    <a:lstStyle/>
                    <a:p>
                      <a:pPr algn="ctr" fontAlgn="ctr"/>
                      <a:r>
                        <a:rPr lang="pt-PT" sz="800" b="1" i="0" u="none" strike="noStrike" dirty="0" err="1">
                          <a:solidFill>
                            <a:srgbClr val="FFFFFF"/>
                          </a:solidFill>
                          <a:effectLst/>
                          <a:latin typeface="Santander Headline" panose="020B0504020201020104" pitchFamily="34" charset="0"/>
                        </a:rPr>
                        <a:t>Asset</a:t>
                      </a:r>
                      <a:r>
                        <a:rPr lang="pt-PT" sz="800" b="1" i="0" u="none" strike="noStrike" dirty="0">
                          <a:solidFill>
                            <a:srgbClr val="FFFFFF"/>
                          </a:solidFill>
                          <a:effectLst/>
                          <a:latin typeface="Santander Headline" panose="020B0504020201020104" pitchFamily="34" charset="0"/>
                        </a:rPr>
                        <a:t> </a:t>
                      </a:r>
                      <a:r>
                        <a:rPr lang="pt-PT" sz="800" b="1" i="0" u="none" strike="noStrike" dirty="0" err="1">
                          <a:solidFill>
                            <a:srgbClr val="FFFFFF"/>
                          </a:solidFill>
                          <a:effectLst/>
                          <a:latin typeface="Santander Headline" panose="020B0504020201020104" pitchFamily="34" charset="0"/>
                        </a:rPr>
                        <a:t>Owner</a:t>
                      </a:r>
                      <a:endParaRPr lang="pt-PT" sz="800" b="1" i="0" u="none" strike="noStrike" dirty="0">
                        <a:solidFill>
                          <a:srgbClr val="FFFFFF"/>
                        </a:solidFill>
                        <a:effectLst/>
                        <a:latin typeface="Santander Headline" panose="020B0504020201020104" pitchFamily="34" charset="0"/>
                      </a:endParaRPr>
                    </a:p>
                  </a:txBody>
                  <a:tcPr marL="0" marR="0" marT="0" marB="0" anchor="ctr">
                    <a:lnL>
                      <a:noFill/>
                    </a:lnL>
                    <a:lnR>
                      <a:noFill/>
                    </a:lnR>
                    <a:lnT>
                      <a:noFill/>
                    </a:lnT>
                    <a:lnB>
                      <a:noFill/>
                    </a:lnB>
                    <a:solidFill>
                      <a:srgbClr val="FF0000"/>
                    </a:solidFill>
                  </a:tcPr>
                </a:tc>
                <a:tc>
                  <a:txBody>
                    <a:bodyPr/>
                    <a:lstStyle/>
                    <a:p>
                      <a:pPr algn="ctr" fontAlgn="ctr"/>
                      <a:r>
                        <a:rPr lang="pt-PT" sz="800" b="1" i="0" u="none" strike="noStrike" dirty="0" err="1">
                          <a:solidFill>
                            <a:srgbClr val="FFFFFF"/>
                          </a:solidFill>
                          <a:effectLst/>
                          <a:latin typeface="Santander Headline" panose="020B0504020201020104" pitchFamily="34" charset="0"/>
                        </a:rPr>
                        <a:t>System</a:t>
                      </a:r>
                      <a:endParaRPr lang="pt-PT" sz="800" b="1" i="0" u="none" strike="noStrike" dirty="0">
                        <a:solidFill>
                          <a:srgbClr val="FFFFFF"/>
                        </a:solidFill>
                        <a:effectLst/>
                        <a:latin typeface="Santander Headline" panose="020B0504020201020104" pitchFamily="34" charset="0"/>
                      </a:endParaRPr>
                    </a:p>
                  </a:txBody>
                  <a:tcPr marL="0" marR="0" marT="0" marB="0" anchor="ctr">
                    <a:lnL>
                      <a:noFill/>
                    </a:lnL>
                    <a:lnR>
                      <a:noFill/>
                    </a:lnR>
                    <a:lnT>
                      <a:noFill/>
                    </a:lnT>
                    <a:lnB>
                      <a:noFill/>
                    </a:lnB>
                    <a:solidFill>
                      <a:srgbClr val="FF0000"/>
                    </a:solidFill>
                  </a:tcPr>
                </a:tc>
                <a:tc>
                  <a:txBody>
                    <a:bodyPr/>
                    <a:lstStyle/>
                    <a:p>
                      <a:pPr algn="ctr" fontAlgn="ctr"/>
                      <a:r>
                        <a:rPr lang="pt-PT" sz="800" b="1" i="0" u="none" strike="noStrike" dirty="0" err="1">
                          <a:solidFill>
                            <a:srgbClr val="FFFFFF"/>
                          </a:solidFill>
                          <a:effectLst/>
                          <a:latin typeface="Santander Headline" panose="020B0504020201020104" pitchFamily="34" charset="0"/>
                        </a:rPr>
                        <a:t>Domain</a:t>
                      </a:r>
                      <a:r>
                        <a:rPr lang="pt-PT" sz="800" b="1" i="0" u="none" strike="noStrike" dirty="0">
                          <a:solidFill>
                            <a:srgbClr val="FFFFFF"/>
                          </a:solidFill>
                          <a:effectLst/>
                          <a:latin typeface="Santander Headline" panose="020B0504020201020104" pitchFamily="34" charset="0"/>
                        </a:rPr>
                        <a:t> </a:t>
                      </a:r>
                      <a:r>
                        <a:rPr lang="pt-PT" sz="800" b="1" i="0" u="none" strike="noStrike" dirty="0" err="1">
                          <a:solidFill>
                            <a:srgbClr val="FFFFFF"/>
                          </a:solidFill>
                          <a:effectLst/>
                          <a:latin typeface="Santander Headline" panose="020B0504020201020104" pitchFamily="34" charset="0"/>
                        </a:rPr>
                        <a:t>Controler</a:t>
                      </a:r>
                      <a:endParaRPr lang="pt-PT" sz="800" b="1" i="0" u="none" strike="noStrike" dirty="0">
                        <a:solidFill>
                          <a:srgbClr val="FFFFFF"/>
                        </a:solidFill>
                        <a:effectLst/>
                        <a:latin typeface="Santander Headline" panose="020B0504020201020104" pitchFamily="34" charset="0"/>
                      </a:endParaRPr>
                    </a:p>
                  </a:txBody>
                  <a:tcPr marL="0" marR="0" marT="0" marB="0" anchor="ctr">
                    <a:lnL>
                      <a:noFill/>
                    </a:lnL>
                    <a:lnR>
                      <a:noFill/>
                    </a:lnR>
                    <a:lnT>
                      <a:noFill/>
                    </a:lnT>
                    <a:lnB>
                      <a:noFill/>
                    </a:lnB>
                    <a:solidFill>
                      <a:srgbClr val="FF0000"/>
                    </a:solidFill>
                  </a:tcPr>
                </a:tc>
                <a:tc>
                  <a:txBody>
                    <a:bodyPr/>
                    <a:lstStyle/>
                    <a:p>
                      <a:pPr algn="ctr" fontAlgn="ctr"/>
                      <a:r>
                        <a:rPr lang="pt-PT" sz="800" b="1" i="0" u="none" strike="noStrike" dirty="0">
                          <a:solidFill>
                            <a:srgbClr val="FFFFFF"/>
                          </a:solidFill>
                          <a:effectLst/>
                          <a:latin typeface="Santander Headline" panose="020B0504020201020104" pitchFamily="34" charset="0"/>
                        </a:rPr>
                        <a:t>Base de Dados</a:t>
                      </a:r>
                    </a:p>
                  </a:txBody>
                  <a:tcPr marL="0" marR="0" marT="0" marB="0" anchor="ctr">
                    <a:lnL>
                      <a:noFill/>
                    </a:lnL>
                    <a:lnR>
                      <a:noFill/>
                    </a:lnR>
                    <a:lnT>
                      <a:noFill/>
                    </a:lnT>
                    <a:lnB>
                      <a:noFill/>
                    </a:lnB>
                    <a:solidFill>
                      <a:srgbClr val="FF0000"/>
                    </a:solidFill>
                  </a:tcPr>
                </a:tc>
                <a:tc>
                  <a:txBody>
                    <a:bodyPr/>
                    <a:lstStyle/>
                    <a:p>
                      <a:pPr algn="ctr" fontAlgn="ctr"/>
                      <a:r>
                        <a:rPr lang="pt-PT" sz="800" b="1" i="0" u="none" strike="noStrike" dirty="0">
                          <a:solidFill>
                            <a:srgbClr val="FFFFFF"/>
                          </a:solidFill>
                          <a:effectLst/>
                          <a:latin typeface="Santander Headline" panose="020B0504020201020104" pitchFamily="34" charset="0"/>
                        </a:rPr>
                        <a:t>Nome BD</a:t>
                      </a:r>
                    </a:p>
                  </a:txBody>
                  <a:tcPr marL="0" marR="0" marT="0" marB="0" anchor="ctr">
                    <a:lnL>
                      <a:noFill/>
                    </a:lnL>
                    <a:lnR>
                      <a:noFill/>
                    </a:lnR>
                    <a:lnT>
                      <a:noFill/>
                    </a:lnT>
                    <a:lnB>
                      <a:noFill/>
                    </a:lnB>
                    <a:solidFill>
                      <a:srgbClr val="FF0000"/>
                    </a:solidFill>
                  </a:tcPr>
                </a:tc>
                <a:tc>
                  <a:txBody>
                    <a:bodyPr/>
                    <a:lstStyle/>
                    <a:p>
                      <a:pPr algn="ctr" fontAlgn="ctr"/>
                      <a:r>
                        <a:rPr lang="pt-PT" sz="800" b="1" i="0" u="none" strike="noStrike" dirty="0">
                          <a:solidFill>
                            <a:srgbClr val="FFFFFF"/>
                          </a:solidFill>
                          <a:effectLst/>
                          <a:latin typeface="Santander Headline" panose="020B0504020201020104" pitchFamily="34" charset="0"/>
                        </a:rPr>
                        <a:t>Servidor BD</a:t>
                      </a:r>
                    </a:p>
                  </a:txBody>
                  <a:tcPr marL="0" marR="0" marT="0" marB="0" anchor="ctr">
                    <a:lnL>
                      <a:noFill/>
                    </a:lnL>
                    <a:lnR>
                      <a:noFill/>
                    </a:lnR>
                    <a:lnT>
                      <a:noFill/>
                    </a:lnT>
                    <a:lnB>
                      <a:noFill/>
                    </a:lnB>
                    <a:solidFill>
                      <a:srgbClr val="FF0000"/>
                    </a:solidFill>
                  </a:tcPr>
                </a:tc>
                <a:tc>
                  <a:txBody>
                    <a:bodyPr/>
                    <a:lstStyle/>
                    <a:p>
                      <a:pPr algn="ctr" fontAlgn="ctr"/>
                      <a:r>
                        <a:rPr lang="pt-PT" sz="800" b="1" i="0" u="none" strike="noStrike" dirty="0">
                          <a:solidFill>
                            <a:srgbClr val="FFFFFF"/>
                          </a:solidFill>
                          <a:effectLst/>
                          <a:latin typeface="Santander Headline" panose="020B0504020201020104" pitchFamily="34" charset="0"/>
                        </a:rPr>
                        <a:t>RACF</a:t>
                      </a:r>
                    </a:p>
                  </a:txBody>
                  <a:tcPr marL="0" marR="0" marT="0" marB="0" anchor="ctr">
                    <a:lnL>
                      <a:noFill/>
                    </a:lnL>
                    <a:lnR>
                      <a:noFill/>
                    </a:lnR>
                    <a:lnT>
                      <a:noFill/>
                    </a:lnT>
                    <a:lnB>
                      <a:noFill/>
                    </a:lnB>
                    <a:solidFill>
                      <a:srgbClr val="FF0000"/>
                    </a:solidFill>
                  </a:tcPr>
                </a:tc>
                <a:tc>
                  <a:txBody>
                    <a:bodyPr/>
                    <a:lstStyle/>
                    <a:p>
                      <a:pPr algn="ctr" fontAlgn="ctr"/>
                      <a:r>
                        <a:rPr lang="pt-PT" sz="800" b="1" i="0" u="none" strike="noStrike" dirty="0">
                          <a:solidFill>
                            <a:srgbClr val="FFFFFF"/>
                          </a:solidFill>
                          <a:effectLst/>
                          <a:latin typeface="Santander Headline" panose="020B0504020201020104" pitchFamily="34" charset="0"/>
                        </a:rPr>
                        <a:t>Sistema Operativo local</a:t>
                      </a:r>
                    </a:p>
                  </a:txBody>
                  <a:tcPr marL="0" marR="0" marT="0" marB="0" anchor="ctr">
                    <a:lnL>
                      <a:noFill/>
                    </a:lnL>
                    <a:lnR>
                      <a:noFill/>
                    </a:lnR>
                    <a:lnT>
                      <a:noFill/>
                    </a:lnT>
                    <a:lnB>
                      <a:noFill/>
                    </a:lnB>
                    <a:solidFill>
                      <a:srgbClr val="FF0000"/>
                    </a:solidFill>
                  </a:tcPr>
                </a:tc>
                <a:tc>
                  <a:txBody>
                    <a:bodyPr/>
                    <a:lstStyle/>
                    <a:p>
                      <a:pPr algn="ctr" fontAlgn="ctr"/>
                      <a:r>
                        <a:rPr lang="pt-PT" sz="800" b="1" i="0" u="none" strike="noStrike" dirty="0">
                          <a:solidFill>
                            <a:srgbClr val="FFFFFF"/>
                          </a:solidFill>
                          <a:effectLst/>
                          <a:latin typeface="Santander Headline" panose="020B0504020201020104" pitchFamily="34" charset="0"/>
                        </a:rPr>
                        <a:t>Nome SO</a:t>
                      </a:r>
                    </a:p>
                  </a:txBody>
                  <a:tcPr marL="0" marR="0" marT="0" marB="0" anchor="ctr">
                    <a:lnL>
                      <a:noFill/>
                    </a:lnL>
                    <a:lnR>
                      <a:noFill/>
                    </a:lnR>
                    <a:lnT>
                      <a:noFill/>
                    </a:lnT>
                    <a:lnB>
                      <a:noFill/>
                    </a:lnB>
                    <a:solidFill>
                      <a:srgbClr val="FF0000"/>
                    </a:solidFill>
                  </a:tcPr>
                </a:tc>
                <a:tc>
                  <a:txBody>
                    <a:bodyPr/>
                    <a:lstStyle/>
                    <a:p>
                      <a:pPr algn="ctr" fontAlgn="ctr"/>
                      <a:r>
                        <a:rPr lang="pt-PT" sz="800" b="1" i="0" u="none" strike="noStrike" dirty="0">
                          <a:solidFill>
                            <a:srgbClr val="FFFFFF"/>
                          </a:solidFill>
                          <a:effectLst/>
                          <a:latin typeface="Santander Headline" panose="020B0504020201020104" pitchFamily="34" charset="0"/>
                        </a:rPr>
                        <a:t>Privilégios/Roles/Grupos(Privilégios que o </a:t>
                      </a:r>
                      <a:r>
                        <a:rPr lang="pt-PT" sz="800" b="1" i="0" u="none" strike="noStrike" dirty="0" err="1">
                          <a:solidFill>
                            <a:srgbClr val="FFFFFF"/>
                          </a:solidFill>
                          <a:effectLst/>
                          <a:latin typeface="Santander Headline" panose="020B0504020201020104" pitchFamily="34" charset="0"/>
                        </a:rPr>
                        <a:t>user</a:t>
                      </a:r>
                      <a:r>
                        <a:rPr lang="pt-PT" sz="800" b="1" i="0" u="none" strike="noStrike" dirty="0">
                          <a:solidFill>
                            <a:srgbClr val="FFFFFF"/>
                          </a:solidFill>
                          <a:effectLst/>
                          <a:latin typeface="Santander Headline" panose="020B0504020201020104" pitchFamily="34" charset="0"/>
                        </a:rPr>
                        <a:t> deve ter. Em caso de omissão é o dado o </a:t>
                      </a:r>
                      <a:r>
                        <a:rPr lang="pt-PT" sz="800" b="1" i="0" u="none" strike="noStrike" dirty="0" err="1">
                          <a:solidFill>
                            <a:srgbClr val="FFFFFF"/>
                          </a:solidFill>
                          <a:effectLst/>
                          <a:latin typeface="Santander Headline" panose="020B0504020201020104" pitchFamily="34" charset="0"/>
                        </a:rPr>
                        <a:t>minimo</a:t>
                      </a:r>
                      <a:r>
                        <a:rPr lang="pt-PT" sz="800" b="1" i="0" u="none" strike="noStrike" dirty="0">
                          <a:solidFill>
                            <a:srgbClr val="FFFFFF"/>
                          </a:solidFill>
                          <a:effectLst/>
                          <a:latin typeface="Santander Headline" panose="020B0504020201020104" pitchFamily="34" charset="0"/>
                        </a:rPr>
                        <a:t>):Tipo de Utilizador</a:t>
                      </a:r>
                    </a:p>
                  </a:txBody>
                  <a:tcPr marL="0" marR="0" marT="0" marB="0" anchor="ctr">
                    <a:lnL>
                      <a:noFill/>
                    </a:lnL>
                    <a:lnR>
                      <a:noFill/>
                    </a:lnR>
                    <a:lnT>
                      <a:noFill/>
                    </a:lnT>
                    <a:lnB>
                      <a:noFill/>
                    </a:lnB>
                    <a:solidFill>
                      <a:srgbClr val="FF0000"/>
                    </a:solidFill>
                  </a:tcPr>
                </a:tc>
                <a:tc>
                  <a:txBody>
                    <a:bodyPr/>
                    <a:lstStyle/>
                    <a:p>
                      <a:pPr algn="ctr" fontAlgn="ctr"/>
                      <a:r>
                        <a:rPr lang="pt-PT" sz="800" b="1" i="0" u="none" strike="noStrike" dirty="0">
                          <a:solidFill>
                            <a:srgbClr val="FFFFFF"/>
                          </a:solidFill>
                          <a:effectLst/>
                          <a:latin typeface="Santander Headline" panose="020B0504020201020104" pitchFamily="34" charset="0"/>
                        </a:rPr>
                        <a:t>Quem é responsável pela password do </a:t>
                      </a:r>
                      <a:r>
                        <a:rPr lang="pt-PT" sz="800" b="1" i="0" u="none" strike="noStrike" dirty="0" err="1">
                          <a:solidFill>
                            <a:srgbClr val="FFFFFF"/>
                          </a:solidFill>
                          <a:effectLst/>
                          <a:latin typeface="Santander Headline" panose="020B0504020201020104" pitchFamily="34" charset="0"/>
                        </a:rPr>
                        <a:t>user</a:t>
                      </a:r>
                      <a:r>
                        <a:rPr lang="pt-PT" sz="800" b="1" i="0" u="none" strike="noStrike" dirty="0">
                          <a:solidFill>
                            <a:srgbClr val="FFFFFF"/>
                          </a:solidFill>
                          <a:effectLst/>
                          <a:latin typeface="Santander Headline" panose="020B0504020201020104" pitchFamily="34" charset="0"/>
                        </a:rPr>
                        <a:t> (indicar </a:t>
                      </a:r>
                      <a:r>
                        <a:rPr lang="pt-PT" sz="800" b="1" i="0" u="none" strike="noStrike" dirty="0" err="1">
                          <a:solidFill>
                            <a:srgbClr val="FFFFFF"/>
                          </a:solidFill>
                          <a:effectLst/>
                          <a:latin typeface="Santander Headline" panose="020B0504020201020104" pitchFamily="34" charset="0"/>
                        </a:rPr>
                        <a:t>username</a:t>
                      </a:r>
                      <a:r>
                        <a:rPr lang="pt-PT" sz="800" b="1" i="0" u="none" strike="noStrike" dirty="0">
                          <a:solidFill>
                            <a:srgbClr val="FFFFFF"/>
                          </a:solidFill>
                          <a:effectLst/>
                          <a:latin typeface="Santander Headline" panose="020B0504020201020104" pitchFamily="34" charset="0"/>
                        </a:rPr>
                        <a:t> + nome):</a:t>
                      </a:r>
                    </a:p>
                  </a:txBody>
                  <a:tcPr marL="0" marR="0" marT="0" marB="0" anchor="ctr">
                    <a:lnL>
                      <a:noFill/>
                    </a:lnL>
                    <a:lnR>
                      <a:noFill/>
                    </a:lnR>
                    <a:lnT>
                      <a:noFill/>
                    </a:lnT>
                    <a:lnB>
                      <a:noFill/>
                    </a:lnB>
                    <a:solidFill>
                      <a:srgbClr val="FF0000"/>
                    </a:solidFill>
                  </a:tcPr>
                </a:tc>
                <a:tc>
                  <a:txBody>
                    <a:bodyPr/>
                    <a:lstStyle/>
                    <a:p>
                      <a:pPr algn="ctr" fontAlgn="ctr"/>
                      <a:r>
                        <a:rPr lang="pt-PT" sz="800" b="1" i="0" u="none" strike="noStrike" dirty="0">
                          <a:solidFill>
                            <a:srgbClr val="FFFFFF"/>
                          </a:solidFill>
                          <a:effectLst/>
                          <a:latin typeface="Santander Headline" panose="020B0504020201020104" pitchFamily="34" charset="0"/>
                        </a:rPr>
                        <a:t>Quem é o responsável pela revisão periódica do </a:t>
                      </a:r>
                      <a:r>
                        <a:rPr lang="pt-PT" sz="800" b="1" i="0" u="none" strike="noStrike" dirty="0" err="1">
                          <a:solidFill>
                            <a:srgbClr val="FFFFFF"/>
                          </a:solidFill>
                          <a:effectLst/>
                          <a:latin typeface="Santander Headline" panose="020B0504020201020104" pitchFamily="34" charset="0"/>
                        </a:rPr>
                        <a:t>user</a:t>
                      </a:r>
                      <a:r>
                        <a:rPr lang="pt-PT" sz="800" b="1" i="0" u="none" strike="noStrike" dirty="0">
                          <a:solidFill>
                            <a:srgbClr val="FFFFFF"/>
                          </a:solidFill>
                          <a:effectLst/>
                          <a:latin typeface="Santander Headline" panose="020B0504020201020104" pitchFamily="34" charset="0"/>
                        </a:rPr>
                        <a:t>:</a:t>
                      </a:r>
                    </a:p>
                  </a:txBody>
                  <a:tcPr marL="0" marR="0" marT="0" marB="0" anchor="ctr">
                    <a:lnL>
                      <a:noFill/>
                    </a:lnL>
                    <a:lnR>
                      <a:noFill/>
                    </a:lnR>
                    <a:lnT>
                      <a:noFill/>
                    </a:lnT>
                    <a:lnB>
                      <a:noFill/>
                    </a:lnB>
                    <a:solidFill>
                      <a:srgbClr val="FF0000"/>
                    </a:solidFill>
                  </a:tcPr>
                </a:tc>
                <a:tc>
                  <a:txBody>
                    <a:bodyPr/>
                    <a:lstStyle/>
                    <a:p>
                      <a:pPr algn="ctr" fontAlgn="ctr"/>
                      <a:r>
                        <a:rPr lang="pt-PT" sz="800" b="1" i="0" u="none" strike="noStrike" dirty="0">
                          <a:solidFill>
                            <a:srgbClr val="FFFFFF"/>
                          </a:solidFill>
                          <a:effectLst/>
                          <a:latin typeface="Santander Headline" panose="020B0504020201020104" pitchFamily="34" charset="0"/>
                        </a:rPr>
                        <a:t>Justificação do Acesso (Detalhar por função a mesma aquando do perfil privilegiados):</a:t>
                      </a:r>
                    </a:p>
                  </a:txBody>
                  <a:tcPr marL="0" marR="0" marT="0" marB="0" anchor="ctr">
                    <a:lnL>
                      <a:noFill/>
                    </a:lnL>
                    <a:lnR>
                      <a:noFill/>
                    </a:lnR>
                    <a:lnT>
                      <a:noFill/>
                    </a:lnT>
                    <a:lnB>
                      <a:noFill/>
                    </a:lnB>
                    <a:solidFill>
                      <a:srgbClr val="FF0000"/>
                    </a:solidFill>
                  </a:tcPr>
                </a:tc>
                <a:extLst>
                  <a:ext uri="{0D108BD9-81ED-4DB2-BD59-A6C34878D82A}">
                    <a16:rowId xmlns:a16="http://schemas.microsoft.com/office/drawing/2014/main" val="3023308541"/>
                  </a:ext>
                </a:extLst>
              </a:tr>
              <a:tr h="150495">
                <a:tc>
                  <a:txBody>
                    <a:bodyPr/>
                    <a:lstStyle/>
                    <a:p>
                      <a:pPr algn="ctr" fontAlgn="ctr"/>
                      <a:r>
                        <a:rPr lang="pt-PT" sz="800" b="0" i="0" u="none" strike="noStrike" dirty="0">
                          <a:solidFill>
                            <a:srgbClr val="000000"/>
                          </a:solidFill>
                          <a:effectLst/>
                          <a:latin typeface="Santander Text Light" panose="020B0304020201020104" pitchFamily="34" charset="0"/>
                        </a:rPr>
                        <a:t>JOE</a:t>
                      </a:r>
                    </a:p>
                  </a:txBody>
                  <a:tcPr marL="0" marR="0" marT="0" marB="0" anchor="ctr">
                    <a:lnL>
                      <a:noFill/>
                    </a:lnL>
                    <a:lnR>
                      <a:noFill/>
                    </a:lnR>
                    <a:lnT>
                      <a:noFill/>
                    </a:lnT>
                    <a:lnB>
                      <a:noFill/>
                    </a:lnB>
                    <a:solidFill>
                      <a:srgbClr val="FFFFFF"/>
                    </a:solidFill>
                  </a:tcPr>
                </a:tc>
                <a:tc>
                  <a:txBody>
                    <a:bodyPr/>
                    <a:lstStyle/>
                    <a:p>
                      <a:pPr algn="ctr" fontAlgn="ctr"/>
                      <a:endParaRPr lang="pt-PT" sz="800" b="0" i="0" u="none" strike="noStrike" dirty="0">
                        <a:solidFill>
                          <a:srgbClr val="000000"/>
                        </a:solidFill>
                        <a:effectLst/>
                        <a:latin typeface="Santander Text Light" panose="020B0304020201020104" pitchFamily="34" charset="0"/>
                      </a:endParaRPr>
                    </a:p>
                  </a:txBody>
                  <a:tcPr marL="0" marR="0" marT="0" marB="0" anchor="ctr">
                    <a:lnL>
                      <a:noFill/>
                    </a:lnL>
                    <a:lnR>
                      <a:noFill/>
                    </a:lnR>
                    <a:lnT>
                      <a:noFill/>
                    </a:lnT>
                    <a:lnB>
                      <a:noFill/>
                    </a:lnB>
                    <a:noFill/>
                  </a:tcPr>
                </a:tc>
                <a:tc>
                  <a:txBody>
                    <a:bodyPr/>
                    <a:lstStyle/>
                    <a:p>
                      <a:pPr algn="ctr" fontAlgn="ctr"/>
                      <a:r>
                        <a:rPr lang="pt-PT" sz="800" b="0" i="0" u="none" strike="noStrike" dirty="0">
                          <a:solidFill>
                            <a:srgbClr val="000000"/>
                          </a:solidFill>
                          <a:effectLst/>
                          <a:latin typeface="Santander Text Light" panose="020B0304020201020104" pitchFamily="34" charset="0"/>
                        </a:rPr>
                        <a:t>Responsável pelo Ativo e execução da gestão de acessos apropriada)</a:t>
                      </a:r>
                    </a:p>
                  </a:txBody>
                  <a:tcPr marL="0" marR="0" marT="0" marB="0" anchor="ctr">
                    <a:lnL>
                      <a:noFill/>
                    </a:lnL>
                    <a:lnR>
                      <a:noFill/>
                    </a:lnR>
                    <a:lnT>
                      <a:noFill/>
                    </a:lnT>
                    <a:lnB>
                      <a:noFill/>
                    </a:lnB>
                    <a:noFill/>
                  </a:tcPr>
                </a:tc>
                <a:tc>
                  <a:txBody>
                    <a:bodyPr/>
                    <a:lstStyle/>
                    <a:p>
                      <a:pPr algn="ctr" fontAlgn="ctr"/>
                      <a:endParaRPr lang="pt-PT" sz="800" b="0" i="0" u="none" strike="noStrike" dirty="0">
                        <a:solidFill>
                          <a:srgbClr val="000000"/>
                        </a:solidFill>
                        <a:effectLst/>
                        <a:latin typeface="Santander Text Light" panose="020B0304020201020104" pitchFamily="34" charset="0"/>
                      </a:endParaRPr>
                    </a:p>
                  </a:txBody>
                  <a:tcPr marL="0" marR="0" marT="0" marB="0" anchor="ctr">
                    <a:lnL>
                      <a:noFill/>
                    </a:lnL>
                    <a:lnR>
                      <a:noFill/>
                    </a:lnR>
                    <a:lnT>
                      <a:noFill/>
                    </a:lnT>
                    <a:lnB>
                      <a:noFill/>
                    </a:lnB>
                    <a:noFill/>
                  </a:tcPr>
                </a:tc>
                <a:tc>
                  <a:txBody>
                    <a:bodyPr/>
                    <a:lstStyle/>
                    <a:p>
                      <a:pPr algn="ctr" fontAlgn="ctr"/>
                      <a:r>
                        <a:rPr lang="pt-PT" sz="800" b="0" i="0" u="none" strike="noStrike" dirty="0">
                          <a:solidFill>
                            <a:srgbClr val="000000"/>
                          </a:solidFill>
                          <a:effectLst/>
                          <a:latin typeface="Santander Text Light" panose="020B0304020201020104" pitchFamily="34" charset="0"/>
                        </a:rPr>
                        <a:t>Qual domínio (central; rede; </a:t>
                      </a:r>
                      <a:r>
                        <a:rPr lang="pt-PT" sz="800" b="0" i="0" u="none" strike="noStrike" dirty="0" err="1">
                          <a:solidFill>
                            <a:srgbClr val="000000"/>
                          </a:solidFill>
                          <a:effectLst/>
                          <a:latin typeface="Santander Text Light" panose="020B0304020201020104" pitchFamily="34" charset="0"/>
                        </a:rPr>
                        <a:t>remitters</a:t>
                      </a:r>
                      <a:r>
                        <a:rPr lang="pt-PT" sz="800" b="0" i="0" u="none" strike="noStrike" dirty="0">
                          <a:solidFill>
                            <a:srgbClr val="000000"/>
                          </a:solidFill>
                          <a:effectLst/>
                          <a:latin typeface="Santander Text Light" panose="020B0304020201020104" pitchFamily="34" charset="0"/>
                        </a:rPr>
                        <a:t>; </a:t>
                      </a:r>
                      <a:r>
                        <a:rPr lang="pt-PT" sz="800" b="0" i="0" u="none" strike="noStrike" dirty="0" err="1">
                          <a:solidFill>
                            <a:srgbClr val="000000"/>
                          </a:solidFill>
                          <a:effectLst/>
                          <a:latin typeface="Santander Text Light" panose="020B0304020201020104" pitchFamily="34" charset="0"/>
                        </a:rPr>
                        <a:t>tottadpre</a:t>
                      </a:r>
                      <a:r>
                        <a:rPr lang="pt-PT" sz="800" b="0" i="0" u="none" strike="noStrike" dirty="0">
                          <a:solidFill>
                            <a:srgbClr val="000000"/>
                          </a:solidFill>
                          <a:effectLst/>
                          <a:latin typeface="Santander Text Light" panose="020B0304020201020104" pitchFamily="34" charset="0"/>
                        </a:rPr>
                        <a:t>; </a:t>
                      </a:r>
                      <a:r>
                        <a:rPr lang="pt-PT" sz="800" b="0" i="0" u="none" strike="noStrike" dirty="0" err="1">
                          <a:solidFill>
                            <a:srgbClr val="000000"/>
                          </a:solidFill>
                          <a:effectLst/>
                          <a:latin typeface="Santander Text Light" panose="020B0304020201020104" pitchFamily="34" charset="0"/>
                        </a:rPr>
                        <a:t>tottadpro</a:t>
                      </a:r>
                      <a:r>
                        <a:rPr lang="pt-PT" sz="800" b="0" i="0" u="none" strike="noStrike" dirty="0">
                          <a:solidFill>
                            <a:srgbClr val="000000"/>
                          </a:solidFill>
                          <a:effectLst/>
                          <a:latin typeface="Santander Text Light" panose="020B0304020201020104" pitchFamily="34" charset="0"/>
                        </a:rPr>
                        <a:t>):</a:t>
                      </a:r>
                    </a:p>
                  </a:txBody>
                  <a:tcPr marL="0" marR="0" marT="0" marB="0" anchor="ctr">
                    <a:lnL>
                      <a:noFill/>
                    </a:lnL>
                    <a:lnR>
                      <a:noFill/>
                    </a:lnR>
                    <a:lnT>
                      <a:noFill/>
                    </a:lnT>
                    <a:lnB>
                      <a:noFill/>
                    </a:lnB>
                    <a:noFill/>
                  </a:tcPr>
                </a:tc>
                <a:tc>
                  <a:txBody>
                    <a:bodyPr/>
                    <a:lstStyle/>
                    <a:p>
                      <a:pPr algn="ctr" fontAlgn="ctr"/>
                      <a:r>
                        <a:rPr lang="pt-PT" sz="800" b="0" i="0" u="none" strike="noStrike" dirty="0">
                          <a:solidFill>
                            <a:srgbClr val="000000"/>
                          </a:solidFill>
                          <a:effectLst/>
                          <a:latin typeface="Santander Text Light" panose="020B0304020201020104" pitchFamily="34" charset="0"/>
                        </a:rPr>
                        <a:t>Tipo de motor (SQL Server; </a:t>
                      </a:r>
                      <a:r>
                        <a:rPr lang="pt-PT" sz="800" b="0" i="0" u="none" strike="noStrike" dirty="0" err="1">
                          <a:solidFill>
                            <a:srgbClr val="000000"/>
                          </a:solidFill>
                          <a:effectLst/>
                          <a:latin typeface="Santander Text Light" panose="020B0304020201020104" pitchFamily="34" charset="0"/>
                        </a:rPr>
                        <a:t>oracle</a:t>
                      </a:r>
                      <a:r>
                        <a:rPr lang="pt-PT" sz="800" b="0" i="0" u="none" strike="noStrike" dirty="0">
                          <a:solidFill>
                            <a:srgbClr val="000000"/>
                          </a:solidFill>
                          <a:effectLst/>
                          <a:latin typeface="Santander Text Light" panose="020B0304020201020104" pitchFamily="34" charset="0"/>
                        </a:rPr>
                        <a:t>; DB2; </a:t>
                      </a:r>
                      <a:r>
                        <a:rPr lang="pt-PT" sz="800" b="0" i="0" u="none" strike="noStrike" dirty="0" err="1">
                          <a:solidFill>
                            <a:srgbClr val="000000"/>
                          </a:solidFill>
                          <a:effectLst/>
                          <a:latin typeface="Santander Text Light" panose="020B0304020201020104" pitchFamily="34" charset="0"/>
                        </a:rPr>
                        <a:t>Informix</a:t>
                      </a:r>
                      <a:r>
                        <a:rPr lang="pt-PT" sz="800" b="0" i="0" u="none" strike="noStrike" dirty="0">
                          <a:solidFill>
                            <a:srgbClr val="000000"/>
                          </a:solidFill>
                          <a:effectLst/>
                          <a:latin typeface="Santander Text Light" panose="020B0304020201020104" pitchFamily="34" charset="0"/>
                        </a:rPr>
                        <a:t>;…):</a:t>
                      </a:r>
                    </a:p>
                  </a:txBody>
                  <a:tcPr marL="0" marR="0" marT="0" marB="0" anchor="ctr">
                    <a:lnL>
                      <a:noFill/>
                    </a:lnL>
                    <a:lnR>
                      <a:noFill/>
                    </a:lnR>
                    <a:lnT>
                      <a:noFill/>
                    </a:lnT>
                    <a:lnB>
                      <a:noFill/>
                    </a:lnB>
                    <a:noFill/>
                  </a:tcPr>
                </a:tc>
                <a:tc>
                  <a:txBody>
                    <a:bodyPr/>
                    <a:lstStyle/>
                    <a:p>
                      <a:pPr algn="ctr" fontAlgn="ctr"/>
                      <a:endParaRPr lang="pt-PT" sz="800" b="0" i="0" u="none" strike="noStrike" dirty="0">
                        <a:solidFill>
                          <a:srgbClr val="000000"/>
                        </a:solidFill>
                        <a:effectLst/>
                        <a:latin typeface="Santander Text Light" panose="020B0304020201020104" pitchFamily="34" charset="0"/>
                      </a:endParaRPr>
                    </a:p>
                  </a:txBody>
                  <a:tcPr marL="0" marR="0" marT="0" marB="0" anchor="ctr">
                    <a:lnL>
                      <a:noFill/>
                    </a:lnL>
                    <a:lnR>
                      <a:noFill/>
                    </a:lnR>
                    <a:lnT>
                      <a:noFill/>
                    </a:lnT>
                    <a:lnB>
                      <a:noFill/>
                    </a:lnB>
                    <a:noFill/>
                  </a:tcPr>
                </a:tc>
                <a:tc>
                  <a:txBody>
                    <a:bodyPr/>
                    <a:lstStyle/>
                    <a:p>
                      <a:pPr algn="ctr" fontAlgn="ctr"/>
                      <a:endParaRPr lang="pt-PT" sz="800" b="0" i="0" u="none" strike="noStrike" dirty="0">
                        <a:solidFill>
                          <a:srgbClr val="000000"/>
                        </a:solidFill>
                        <a:effectLst/>
                        <a:latin typeface="Santander Text Light" panose="020B0304020201020104" pitchFamily="34" charset="0"/>
                      </a:endParaRPr>
                    </a:p>
                  </a:txBody>
                  <a:tcPr marL="0" marR="0" marT="0" marB="0" anchor="ctr">
                    <a:lnL>
                      <a:noFill/>
                    </a:lnL>
                    <a:lnR>
                      <a:noFill/>
                    </a:lnR>
                    <a:lnT>
                      <a:noFill/>
                    </a:lnT>
                    <a:lnB>
                      <a:noFill/>
                    </a:lnB>
                    <a:noFill/>
                  </a:tcPr>
                </a:tc>
                <a:tc>
                  <a:txBody>
                    <a:bodyPr/>
                    <a:lstStyle/>
                    <a:p>
                      <a:pPr algn="ctr" fontAlgn="ctr"/>
                      <a:r>
                        <a:rPr lang="pt-PT" sz="800" b="0" i="0" u="none" strike="noStrike" dirty="0">
                          <a:solidFill>
                            <a:srgbClr val="000000"/>
                          </a:solidFill>
                          <a:effectLst/>
                          <a:latin typeface="Santander Text Light" panose="020B0304020201020104" pitchFamily="34" charset="0"/>
                        </a:rPr>
                        <a:t>Indique os Grupos a Incluir</a:t>
                      </a:r>
                    </a:p>
                  </a:txBody>
                  <a:tcPr marL="0" marR="0" marT="0" marB="0" anchor="ctr">
                    <a:lnL>
                      <a:noFill/>
                    </a:lnL>
                    <a:lnR>
                      <a:noFill/>
                    </a:lnR>
                    <a:lnT>
                      <a:noFill/>
                    </a:lnT>
                    <a:lnB>
                      <a:noFill/>
                    </a:lnB>
                    <a:noFill/>
                  </a:tcPr>
                </a:tc>
                <a:tc>
                  <a:txBody>
                    <a:bodyPr/>
                    <a:lstStyle/>
                    <a:p>
                      <a:pPr algn="ctr" fontAlgn="ctr"/>
                      <a:r>
                        <a:rPr lang="pt-PT" sz="800" b="0" i="0" u="none" strike="noStrike" dirty="0">
                          <a:solidFill>
                            <a:srgbClr val="000000"/>
                          </a:solidFill>
                          <a:effectLst/>
                          <a:latin typeface="Santander Text Light" panose="020B0304020201020104" pitchFamily="34" charset="0"/>
                        </a:rPr>
                        <a:t>Tipo (Windows Server; Linux; AIX; AS400; …):</a:t>
                      </a:r>
                    </a:p>
                  </a:txBody>
                  <a:tcPr marL="0" marR="0" marT="0" marB="0" anchor="ctr">
                    <a:lnL>
                      <a:noFill/>
                    </a:lnL>
                    <a:lnR>
                      <a:noFill/>
                    </a:lnR>
                    <a:lnT>
                      <a:noFill/>
                    </a:lnT>
                    <a:lnB>
                      <a:noFill/>
                    </a:lnB>
                    <a:noFill/>
                  </a:tcPr>
                </a:tc>
                <a:tc>
                  <a:txBody>
                    <a:bodyPr/>
                    <a:lstStyle/>
                    <a:p>
                      <a:pPr algn="l" fontAlgn="ctr"/>
                      <a:endParaRPr lang="pt-PT" sz="800" b="0" i="0" u="none" strike="noStrike" dirty="0">
                        <a:solidFill>
                          <a:srgbClr val="000000"/>
                        </a:solidFill>
                        <a:effectLst/>
                        <a:latin typeface="Santander Text Light" panose="020B0304020201020104" pitchFamily="34" charset="0"/>
                      </a:endParaRPr>
                    </a:p>
                  </a:txBody>
                  <a:tcPr marL="0" marR="0" marT="0" marB="0" anchor="ctr">
                    <a:lnL>
                      <a:noFill/>
                    </a:lnL>
                    <a:lnR>
                      <a:noFill/>
                    </a:lnR>
                    <a:lnT>
                      <a:noFill/>
                    </a:lnT>
                    <a:lnB>
                      <a:noFill/>
                    </a:lnB>
                    <a:noFill/>
                  </a:tcPr>
                </a:tc>
                <a:tc>
                  <a:txBody>
                    <a:bodyPr/>
                    <a:lstStyle/>
                    <a:p>
                      <a:pPr algn="l" fontAlgn="ctr"/>
                      <a:endParaRPr lang="pt-PT" sz="800" b="0" i="0" u="none" strike="noStrike" dirty="0">
                        <a:solidFill>
                          <a:srgbClr val="000000"/>
                        </a:solidFill>
                        <a:effectLst/>
                        <a:latin typeface="Santander Text Light" panose="020B0304020201020104" pitchFamily="34" charset="0"/>
                      </a:endParaRPr>
                    </a:p>
                  </a:txBody>
                  <a:tcPr marL="0" marR="0" marT="0" marB="0" anchor="ctr">
                    <a:lnL>
                      <a:noFill/>
                    </a:lnL>
                    <a:lnR>
                      <a:noFill/>
                    </a:lnR>
                    <a:lnT>
                      <a:noFill/>
                    </a:lnT>
                    <a:lnB>
                      <a:noFill/>
                    </a:lnB>
                    <a:noFill/>
                  </a:tcPr>
                </a:tc>
                <a:tc>
                  <a:txBody>
                    <a:bodyPr/>
                    <a:lstStyle/>
                    <a:p>
                      <a:pPr algn="l" fontAlgn="ctr"/>
                      <a:endParaRPr lang="pt-PT" sz="800" b="0" i="0" u="none" strike="noStrike" dirty="0">
                        <a:solidFill>
                          <a:srgbClr val="000000"/>
                        </a:solidFill>
                        <a:effectLst/>
                        <a:latin typeface="Santander Text Light" panose="020B0304020201020104" pitchFamily="34" charset="0"/>
                      </a:endParaRPr>
                    </a:p>
                  </a:txBody>
                  <a:tcPr marL="0" marR="0" marT="0" marB="0" anchor="ctr">
                    <a:lnL>
                      <a:noFill/>
                    </a:lnL>
                    <a:lnR>
                      <a:noFill/>
                    </a:lnR>
                    <a:lnT>
                      <a:noFill/>
                    </a:lnT>
                    <a:lnB>
                      <a:noFill/>
                    </a:lnB>
                    <a:noFill/>
                  </a:tcPr>
                </a:tc>
                <a:tc>
                  <a:txBody>
                    <a:bodyPr/>
                    <a:lstStyle/>
                    <a:p>
                      <a:pPr algn="l" fontAlgn="ctr"/>
                      <a:endParaRPr lang="pt-PT" sz="800" b="0" i="0" u="none" strike="noStrike" dirty="0">
                        <a:solidFill>
                          <a:srgbClr val="000000"/>
                        </a:solidFill>
                        <a:effectLst/>
                        <a:latin typeface="Santander Text Light" panose="020B0304020201020104" pitchFamily="34" charset="0"/>
                      </a:endParaRPr>
                    </a:p>
                  </a:txBody>
                  <a:tcPr marL="0" marR="0" marT="0" marB="0" anchor="ctr">
                    <a:lnL>
                      <a:noFill/>
                    </a:lnL>
                    <a:lnR>
                      <a:noFill/>
                    </a:lnR>
                    <a:lnT>
                      <a:noFill/>
                    </a:lnT>
                    <a:lnB>
                      <a:noFill/>
                    </a:lnB>
                    <a:noFill/>
                  </a:tcPr>
                </a:tc>
                <a:tc>
                  <a:txBody>
                    <a:bodyPr/>
                    <a:lstStyle/>
                    <a:p>
                      <a:pPr algn="l" fontAlgn="ctr"/>
                      <a:endParaRPr lang="pt-PT" sz="800" b="0" i="0" u="none" strike="noStrike" dirty="0">
                        <a:solidFill>
                          <a:srgbClr val="000000"/>
                        </a:solidFill>
                        <a:effectLst/>
                        <a:latin typeface="Santander Text Light" panose="020B0304020201020104" pitchFamily="34" charset="0"/>
                      </a:endParaRPr>
                    </a:p>
                  </a:txBody>
                  <a:tcPr marL="0" marR="0" marT="0" marB="0" anchor="ctr">
                    <a:lnL>
                      <a:noFill/>
                    </a:lnL>
                    <a:lnR>
                      <a:noFill/>
                    </a:lnR>
                    <a:lnT>
                      <a:noFill/>
                    </a:lnT>
                    <a:lnB>
                      <a:noFill/>
                    </a:lnB>
                    <a:noFill/>
                  </a:tcPr>
                </a:tc>
                <a:extLst>
                  <a:ext uri="{0D108BD9-81ED-4DB2-BD59-A6C34878D82A}">
                    <a16:rowId xmlns:a16="http://schemas.microsoft.com/office/drawing/2014/main" val="2402827368"/>
                  </a:ext>
                </a:extLst>
              </a:tr>
              <a:tr h="150495">
                <a:tc>
                  <a:txBody>
                    <a:bodyPr/>
                    <a:lstStyle/>
                    <a:p>
                      <a:pPr algn="l" fontAlgn="ctr"/>
                      <a:endParaRPr lang="pt-PT" sz="800" b="0" i="0" u="none" strike="noStrike" dirty="0">
                        <a:solidFill>
                          <a:srgbClr val="000000"/>
                        </a:solidFill>
                        <a:effectLst/>
                        <a:latin typeface="Santander Text Light" panose="020B0304020201020104" pitchFamily="34" charset="0"/>
                      </a:endParaRPr>
                    </a:p>
                  </a:txBody>
                  <a:tcPr marL="0" marR="0" marT="0" marB="0" anchor="ctr">
                    <a:lnL>
                      <a:noFill/>
                    </a:lnL>
                    <a:lnR>
                      <a:noFill/>
                    </a:lnR>
                    <a:lnT>
                      <a:noFill/>
                    </a:lnT>
                    <a:lnB>
                      <a:noFill/>
                    </a:lnB>
                    <a:solidFill>
                      <a:srgbClr val="FFFFFF"/>
                    </a:solidFill>
                  </a:tcPr>
                </a:tc>
                <a:tc>
                  <a:txBody>
                    <a:bodyPr/>
                    <a:lstStyle/>
                    <a:p>
                      <a:pPr algn="ctr" fontAlgn="ctr"/>
                      <a:endParaRPr lang="pt-PT" sz="800" b="0" i="0" u="none" strike="noStrike" dirty="0">
                        <a:solidFill>
                          <a:srgbClr val="000000"/>
                        </a:solidFill>
                        <a:effectLst/>
                        <a:latin typeface="Santander Text Light" panose="020B0304020201020104" pitchFamily="34" charset="0"/>
                      </a:endParaRPr>
                    </a:p>
                  </a:txBody>
                  <a:tcPr marL="0" marR="0" marT="0" marB="0" anchor="ctr">
                    <a:lnL>
                      <a:noFill/>
                    </a:lnL>
                    <a:lnR>
                      <a:noFill/>
                    </a:lnR>
                    <a:lnT>
                      <a:noFill/>
                    </a:lnT>
                    <a:lnB>
                      <a:noFill/>
                    </a:lnB>
                    <a:noFill/>
                  </a:tcPr>
                </a:tc>
                <a:tc>
                  <a:txBody>
                    <a:bodyPr/>
                    <a:lstStyle/>
                    <a:p>
                      <a:pPr algn="ctr" fontAlgn="ctr"/>
                      <a:endParaRPr lang="pt-PT" sz="800" b="0" i="0" u="none" strike="noStrike" dirty="0">
                        <a:solidFill>
                          <a:srgbClr val="000000"/>
                        </a:solidFill>
                        <a:effectLst/>
                        <a:latin typeface="Santander Text Light" panose="020B0304020201020104" pitchFamily="34" charset="0"/>
                      </a:endParaRPr>
                    </a:p>
                  </a:txBody>
                  <a:tcPr marL="0" marR="0" marT="0" marB="0" anchor="ctr">
                    <a:lnL>
                      <a:noFill/>
                    </a:lnL>
                    <a:lnR>
                      <a:noFill/>
                    </a:lnR>
                    <a:lnT>
                      <a:noFill/>
                    </a:lnT>
                    <a:lnB>
                      <a:noFill/>
                    </a:lnB>
                    <a:noFill/>
                  </a:tcPr>
                </a:tc>
                <a:tc>
                  <a:txBody>
                    <a:bodyPr/>
                    <a:lstStyle/>
                    <a:p>
                      <a:pPr algn="ctr" fontAlgn="ctr"/>
                      <a:endParaRPr lang="pt-PT" sz="800" b="0" i="0" u="none" strike="noStrike" dirty="0">
                        <a:solidFill>
                          <a:srgbClr val="000000"/>
                        </a:solidFill>
                        <a:effectLst/>
                        <a:latin typeface="Santander Text Light" panose="020B0304020201020104" pitchFamily="34" charset="0"/>
                      </a:endParaRPr>
                    </a:p>
                  </a:txBody>
                  <a:tcPr marL="0" marR="0" marT="0" marB="0" anchor="ctr">
                    <a:lnL>
                      <a:noFill/>
                    </a:lnL>
                    <a:lnR>
                      <a:noFill/>
                    </a:lnR>
                    <a:lnT>
                      <a:noFill/>
                    </a:lnT>
                    <a:lnB>
                      <a:noFill/>
                    </a:lnB>
                    <a:noFill/>
                  </a:tcPr>
                </a:tc>
                <a:tc>
                  <a:txBody>
                    <a:bodyPr/>
                    <a:lstStyle/>
                    <a:p>
                      <a:pPr algn="ctr" fontAlgn="ctr"/>
                      <a:endParaRPr lang="pt-PT" sz="800" b="0" i="0" u="none" strike="noStrike" dirty="0">
                        <a:solidFill>
                          <a:srgbClr val="000000"/>
                        </a:solidFill>
                        <a:effectLst/>
                        <a:latin typeface="Santander Text Light" panose="020B0304020201020104" pitchFamily="34" charset="0"/>
                      </a:endParaRPr>
                    </a:p>
                  </a:txBody>
                  <a:tcPr marL="0" marR="0" marT="0" marB="0" anchor="ctr">
                    <a:lnL>
                      <a:noFill/>
                    </a:lnL>
                    <a:lnR>
                      <a:noFill/>
                    </a:lnR>
                    <a:lnT>
                      <a:noFill/>
                    </a:lnT>
                    <a:lnB>
                      <a:noFill/>
                    </a:lnB>
                    <a:noFill/>
                  </a:tcPr>
                </a:tc>
                <a:tc>
                  <a:txBody>
                    <a:bodyPr/>
                    <a:lstStyle/>
                    <a:p>
                      <a:pPr algn="ctr" fontAlgn="ctr"/>
                      <a:endParaRPr lang="pt-PT" sz="800" b="0" i="0" u="none" strike="noStrike" dirty="0">
                        <a:solidFill>
                          <a:srgbClr val="000000"/>
                        </a:solidFill>
                        <a:effectLst/>
                        <a:latin typeface="Santander Text Light" panose="020B0304020201020104" pitchFamily="34" charset="0"/>
                      </a:endParaRPr>
                    </a:p>
                  </a:txBody>
                  <a:tcPr marL="0" marR="0" marT="0" marB="0" anchor="ctr">
                    <a:lnL>
                      <a:noFill/>
                    </a:lnL>
                    <a:lnR>
                      <a:noFill/>
                    </a:lnR>
                    <a:lnT>
                      <a:noFill/>
                    </a:lnT>
                    <a:lnB>
                      <a:noFill/>
                    </a:lnB>
                    <a:noFill/>
                  </a:tcPr>
                </a:tc>
                <a:tc>
                  <a:txBody>
                    <a:bodyPr/>
                    <a:lstStyle/>
                    <a:p>
                      <a:pPr algn="ctr" fontAlgn="ctr"/>
                      <a:endParaRPr lang="pt-PT" sz="800" b="0" i="0" u="none" strike="noStrike" dirty="0">
                        <a:solidFill>
                          <a:srgbClr val="000000"/>
                        </a:solidFill>
                        <a:effectLst/>
                        <a:latin typeface="Santander Text Light" panose="020B0304020201020104" pitchFamily="34" charset="0"/>
                      </a:endParaRPr>
                    </a:p>
                  </a:txBody>
                  <a:tcPr marL="0" marR="0" marT="0" marB="0" anchor="ctr">
                    <a:lnL>
                      <a:noFill/>
                    </a:lnL>
                    <a:lnR>
                      <a:noFill/>
                    </a:lnR>
                    <a:lnT>
                      <a:noFill/>
                    </a:lnT>
                    <a:lnB>
                      <a:noFill/>
                    </a:lnB>
                    <a:noFill/>
                  </a:tcPr>
                </a:tc>
                <a:tc>
                  <a:txBody>
                    <a:bodyPr/>
                    <a:lstStyle/>
                    <a:p>
                      <a:pPr algn="ctr" fontAlgn="ctr"/>
                      <a:endParaRPr lang="pt-PT" sz="800" b="0" i="0" u="none" strike="noStrike" dirty="0">
                        <a:solidFill>
                          <a:srgbClr val="000000"/>
                        </a:solidFill>
                        <a:effectLst/>
                        <a:latin typeface="Santander Text Light" panose="020B0304020201020104" pitchFamily="34" charset="0"/>
                      </a:endParaRPr>
                    </a:p>
                  </a:txBody>
                  <a:tcPr marL="0" marR="0" marT="0" marB="0" anchor="ctr">
                    <a:lnL>
                      <a:noFill/>
                    </a:lnL>
                    <a:lnR>
                      <a:noFill/>
                    </a:lnR>
                    <a:lnT>
                      <a:noFill/>
                    </a:lnT>
                    <a:lnB>
                      <a:noFill/>
                    </a:lnB>
                    <a:noFill/>
                  </a:tcPr>
                </a:tc>
                <a:tc>
                  <a:txBody>
                    <a:bodyPr/>
                    <a:lstStyle/>
                    <a:p>
                      <a:pPr algn="ctr" fontAlgn="ctr"/>
                      <a:endParaRPr lang="pt-PT" sz="800" b="0" i="0" u="none" strike="noStrike" dirty="0">
                        <a:solidFill>
                          <a:srgbClr val="000000"/>
                        </a:solidFill>
                        <a:effectLst/>
                        <a:latin typeface="Santander Text Light" panose="020B0304020201020104" pitchFamily="34" charset="0"/>
                      </a:endParaRPr>
                    </a:p>
                  </a:txBody>
                  <a:tcPr marL="0" marR="0" marT="0" marB="0" anchor="ctr">
                    <a:lnL>
                      <a:noFill/>
                    </a:lnL>
                    <a:lnR>
                      <a:noFill/>
                    </a:lnR>
                    <a:lnT>
                      <a:noFill/>
                    </a:lnT>
                    <a:lnB>
                      <a:noFill/>
                    </a:lnB>
                    <a:noFill/>
                  </a:tcPr>
                </a:tc>
                <a:tc>
                  <a:txBody>
                    <a:bodyPr/>
                    <a:lstStyle/>
                    <a:p>
                      <a:pPr algn="ctr" fontAlgn="ctr"/>
                      <a:endParaRPr lang="pt-PT" sz="800" b="0" i="0" u="none" strike="noStrike" dirty="0">
                        <a:solidFill>
                          <a:srgbClr val="000000"/>
                        </a:solidFill>
                        <a:effectLst/>
                        <a:latin typeface="Santander Text Light" panose="020B0304020201020104" pitchFamily="34" charset="0"/>
                      </a:endParaRPr>
                    </a:p>
                  </a:txBody>
                  <a:tcPr marL="0" marR="0" marT="0" marB="0" anchor="ctr">
                    <a:lnL>
                      <a:noFill/>
                    </a:lnL>
                    <a:lnR>
                      <a:noFill/>
                    </a:lnR>
                    <a:lnT>
                      <a:noFill/>
                    </a:lnT>
                    <a:lnB>
                      <a:noFill/>
                    </a:lnB>
                    <a:noFill/>
                  </a:tcPr>
                </a:tc>
                <a:tc>
                  <a:txBody>
                    <a:bodyPr/>
                    <a:lstStyle/>
                    <a:p>
                      <a:pPr algn="l" fontAlgn="ctr"/>
                      <a:endParaRPr lang="pt-PT" sz="800" b="0" i="0" u="none" strike="noStrike" dirty="0">
                        <a:solidFill>
                          <a:srgbClr val="000000"/>
                        </a:solidFill>
                        <a:effectLst/>
                        <a:latin typeface="Santander Text Light" panose="020B0304020201020104" pitchFamily="34" charset="0"/>
                      </a:endParaRPr>
                    </a:p>
                  </a:txBody>
                  <a:tcPr marL="0" marR="0" marT="0" marB="0" anchor="ctr">
                    <a:lnL>
                      <a:noFill/>
                    </a:lnL>
                    <a:lnR>
                      <a:noFill/>
                    </a:lnR>
                    <a:lnT>
                      <a:noFill/>
                    </a:lnT>
                    <a:lnB>
                      <a:noFill/>
                    </a:lnB>
                    <a:noFill/>
                  </a:tcPr>
                </a:tc>
                <a:tc>
                  <a:txBody>
                    <a:bodyPr/>
                    <a:lstStyle/>
                    <a:p>
                      <a:pPr algn="l" fontAlgn="ctr"/>
                      <a:endParaRPr lang="pt-PT" sz="800" b="0" i="0" u="none" strike="noStrike" dirty="0">
                        <a:solidFill>
                          <a:srgbClr val="000000"/>
                        </a:solidFill>
                        <a:effectLst/>
                        <a:latin typeface="Santander Text Light" panose="020B0304020201020104" pitchFamily="34" charset="0"/>
                      </a:endParaRPr>
                    </a:p>
                  </a:txBody>
                  <a:tcPr marL="0" marR="0" marT="0" marB="0" anchor="ctr">
                    <a:lnL>
                      <a:noFill/>
                    </a:lnL>
                    <a:lnR>
                      <a:noFill/>
                    </a:lnR>
                    <a:lnT>
                      <a:noFill/>
                    </a:lnT>
                    <a:lnB>
                      <a:noFill/>
                    </a:lnB>
                    <a:noFill/>
                  </a:tcPr>
                </a:tc>
                <a:tc>
                  <a:txBody>
                    <a:bodyPr/>
                    <a:lstStyle/>
                    <a:p>
                      <a:pPr algn="l" fontAlgn="ctr"/>
                      <a:endParaRPr lang="pt-PT" sz="800" b="0" i="0" u="none" strike="noStrike" dirty="0">
                        <a:solidFill>
                          <a:srgbClr val="000000"/>
                        </a:solidFill>
                        <a:effectLst/>
                        <a:latin typeface="Santander Text Light" panose="020B0304020201020104" pitchFamily="34" charset="0"/>
                      </a:endParaRPr>
                    </a:p>
                  </a:txBody>
                  <a:tcPr marL="0" marR="0" marT="0" marB="0" anchor="ctr">
                    <a:lnL>
                      <a:noFill/>
                    </a:lnL>
                    <a:lnR>
                      <a:noFill/>
                    </a:lnR>
                    <a:lnT>
                      <a:noFill/>
                    </a:lnT>
                    <a:lnB>
                      <a:noFill/>
                    </a:lnB>
                    <a:noFill/>
                  </a:tcPr>
                </a:tc>
                <a:tc>
                  <a:txBody>
                    <a:bodyPr/>
                    <a:lstStyle/>
                    <a:p>
                      <a:pPr algn="l" fontAlgn="ctr"/>
                      <a:endParaRPr lang="pt-PT" sz="800" b="0" i="0" u="none" strike="noStrike" dirty="0">
                        <a:solidFill>
                          <a:srgbClr val="000000"/>
                        </a:solidFill>
                        <a:effectLst/>
                        <a:latin typeface="Santander Text Light" panose="020B0304020201020104" pitchFamily="34" charset="0"/>
                      </a:endParaRPr>
                    </a:p>
                  </a:txBody>
                  <a:tcPr marL="0" marR="0" marT="0" marB="0" anchor="ctr">
                    <a:lnL>
                      <a:noFill/>
                    </a:lnL>
                    <a:lnR>
                      <a:noFill/>
                    </a:lnR>
                    <a:lnT>
                      <a:noFill/>
                    </a:lnT>
                    <a:lnB>
                      <a:noFill/>
                    </a:lnB>
                    <a:noFill/>
                  </a:tcPr>
                </a:tc>
                <a:tc>
                  <a:txBody>
                    <a:bodyPr/>
                    <a:lstStyle/>
                    <a:p>
                      <a:pPr algn="l" fontAlgn="ctr"/>
                      <a:endParaRPr lang="pt-PT" sz="800" b="0" i="0" u="none" strike="noStrike" dirty="0">
                        <a:solidFill>
                          <a:srgbClr val="000000"/>
                        </a:solidFill>
                        <a:effectLst/>
                        <a:latin typeface="Santander Text Light" panose="020B0304020201020104" pitchFamily="34" charset="0"/>
                      </a:endParaRPr>
                    </a:p>
                  </a:txBody>
                  <a:tcPr marL="0" marR="0" marT="0" marB="0" anchor="ctr">
                    <a:lnL>
                      <a:noFill/>
                    </a:lnL>
                    <a:lnR>
                      <a:noFill/>
                    </a:lnR>
                    <a:lnT>
                      <a:noFill/>
                    </a:lnT>
                    <a:lnB>
                      <a:noFill/>
                    </a:lnB>
                    <a:noFill/>
                  </a:tcPr>
                </a:tc>
                <a:extLst>
                  <a:ext uri="{0D108BD9-81ED-4DB2-BD59-A6C34878D82A}">
                    <a16:rowId xmlns:a16="http://schemas.microsoft.com/office/drawing/2014/main" val="3623042747"/>
                  </a:ext>
                </a:extLst>
              </a:tr>
              <a:tr h="150495">
                <a:tc>
                  <a:txBody>
                    <a:bodyPr/>
                    <a:lstStyle/>
                    <a:p>
                      <a:pPr algn="l" fontAlgn="ctr"/>
                      <a:endParaRPr lang="pt-PT" sz="800" b="0" i="0" u="none" strike="noStrike" dirty="0">
                        <a:solidFill>
                          <a:srgbClr val="000000"/>
                        </a:solidFill>
                        <a:effectLst/>
                        <a:latin typeface="Santander Text Light" panose="020B0304020201020104" pitchFamily="34" charset="0"/>
                      </a:endParaRPr>
                    </a:p>
                  </a:txBody>
                  <a:tcPr marL="0" marR="0" marT="0" marB="0" anchor="ctr">
                    <a:lnL>
                      <a:noFill/>
                    </a:lnL>
                    <a:lnR>
                      <a:noFill/>
                    </a:lnR>
                    <a:lnT>
                      <a:noFill/>
                    </a:lnT>
                    <a:lnB>
                      <a:noFill/>
                    </a:lnB>
                    <a:solidFill>
                      <a:srgbClr val="FFFFFF"/>
                    </a:solidFill>
                  </a:tcPr>
                </a:tc>
                <a:tc>
                  <a:txBody>
                    <a:bodyPr/>
                    <a:lstStyle/>
                    <a:p>
                      <a:pPr algn="ctr" fontAlgn="ctr"/>
                      <a:endParaRPr lang="pt-PT" sz="800" b="0" i="0" u="none" strike="noStrike" dirty="0">
                        <a:solidFill>
                          <a:srgbClr val="000000"/>
                        </a:solidFill>
                        <a:effectLst/>
                        <a:latin typeface="Santander Text Light" panose="020B0304020201020104" pitchFamily="34" charset="0"/>
                      </a:endParaRPr>
                    </a:p>
                  </a:txBody>
                  <a:tcPr marL="0" marR="0" marT="0" marB="0" anchor="ctr">
                    <a:lnL>
                      <a:noFill/>
                    </a:lnL>
                    <a:lnR>
                      <a:noFill/>
                    </a:lnR>
                    <a:lnT>
                      <a:noFill/>
                    </a:lnT>
                    <a:lnB>
                      <a:noFill/>
                    </a:lnB>
                    <a:noFill/>
                  </a:tcPr>
                </a:tc>
                <a:tc>
                  <a:txBody>
                    <a:bodyPr/>
                    <a:lstStyle/>
                    <a:p>
                      <a:pPr algn="ctr" fontAlgn="ctr"/>
                      <a:endParaRPr lang="pt-PT" sz="800" b="0" i="0" u="none" strike="noStrike" dirty="0">
                        <a:solidFill>
                          <a:srgbClr val="000000"/>
                        </a:solidFill>
                        <a:effectLst/>
                        <a:latin typeface="Santander Text Light" panose="020B0304020201020104" pitchFamily="34" charset="0"/>
                      </a:endParaRPr>
                    </a:p>
                  </a:txBody>
                  <a:tcPr marL="0" marR="0" marT="0" marB="0" anchor="ctr">
                    <a:lnL>
                      <a:noFill/>
                    </a:lnL>
                    <a:lnR>
                      <a:noFill/>
                    </a:lnR>
                    <a:lnT>
                      <a:noFill/>
                    </a:lnT>
                    <a:lnB>
                      <a:noFill/>
                    </a:lnB>
                    <a:noFill/>
                  </a:tcPr>
                </a:tc>
                <a:tc>
                  <a:txBody>
                    <a:bodyPr/>
                    <a:lstStyle/>
                    <a:p>
                      <a:pPr algn="ctr" fontAlgn="ctr"/>
                      <a:endParaRPr lang="pt-PT" sz="800" b="0" i="0" u="none" strike="noStrike" dirty="0">
                        <a:solidFill>
                          <a:srgbClr val="000000"/>
                        </a:solidFill>
                        <a:effectLst/>
                        <a:latin typeface="Santander Text Light" panose="020B0304020201020104" pitchFamily="34" charset="0"/>
                      </a:endParaRPr>
                    </a:p>
                  </a:txBody>
                  <a:tcPr marL="0" marR="0" marT="0" marB="0" anchor="ctr">
                    <a:lnL>
                      <a:noFill/>
                    </a:lnL>
                    <a:lnR>
                      <a:noFill/>
                    </a:lnR>
                    <a:lnT>
                      <a:noFill/>
                    </a:lnT>
                    <a:lnB>
                      <a:noFill/>
                    </a:lnB>
                    <a:noFill/>
                  </a:tcPr>
                </a:tc>
                <a:tc>
                  <a:txBody>
                    <a:bodyPr/>
                    <a:lstStyle/>
                    <a:p>
                      <a:pPr algn="ctr" fontAlgn="ctr"/>
                      <a:endParaRPr lang="pt-PT" sz="800" b="0" i="0" u="none" strike="noStrike" dirty="0">
                        <a:solidFill>
                          <a:srgbClr val="000000"/>
                        </a:solidFill>
                        <a:effectLst/>
                        <a:latin typeface="Santander Text Light" panose="020B0304020201020104" pitchFamily="34" charset="0"/>
                      </a:endParaRPr>
                    </a:p>
                  </a:txBody>
                  <a:tcPr marL="0" marR="0" marT="0" marB="0" anchor="ctr">
                    <a:lnL>
                      <a:noFill/>
                    </a:lnL>
                    <a:lnR>
                      <a:noFill/>
                    </a:lnR>
                    <a:lnT>
                      <a:noFill/>
                    </a:lnT>
                    <a:lnB>
                      <a:noFill/>
                    </a:lnB>
                    <a:noFill/>
                  </a:tcPr>
                </a:tc>
                <a:tc>
                  <a:txBody>
                    <a:bodyPr/>
                    <a:lstStyle/>
                    <a:p>
                      <a:pPr algn="ctr" fontAlgn="ctr"/>
                      <a:endParaRPr lang="pt-PT" sz="800" b="0" i="0" u="none" strike="noStrike" dirty="0">
                        <a:solidFill>
                          <a:srgbClr val="000000"/>
                        </a:solidFill>
                        <a:effectLst/>
                        <a:latin typeface="Santander Text Light" panose="020B0304020201020104" pitchFamily="34" charset="0"/>
                      </a:endParaRPr>
                    </a:p>
                  </a:txBody>
                  <a:tcPr marL="0" marR="0" marT="0" marB="0" anchor="ctr">
                    <a:lnL>
                      <a:noFill/>
                    </a:lnL>
                    <a:lnR>
                      <a:noFill/>
                    </a:lnR>
                    <a:lnT>
                      <a:noFill/>
                    </a:lnT>
                    <a:lnB>
                      <a:noFill/>
                    </a:lnB>
                    <a:noFill/>
                  </a:tcPr>
                </a:tc>
                <a:tc>
                  <a:txBody>
                    <a:bodyPr/>
                    <a:lstStyle/>
                    <a:p>
                      <a:pPr algn="ctr" fontAlgn="ctr"/>
                      <a:endParaRPr lang="pt-PT" sz="800" b="0" i="0" u="none" strike="noStrike" dirty="0">
                        <a:solidFill>
                          <a:srgbClr val="000000"/>
                        </a:solidFill>
                        <a:effectLst/>
                        <a:latin typeface="Santander Text Light" panose="020B0304020201020104" pitchFamily="34" charset="0"/>
                      </a:endParaRPr>
                    </a:p>
                  </a:txBody>
                  <a:tcPr marL="0" marR="0" marT="0" marB="0" anchor="ctr">
                    <a:lnL>
                      <a:noFill/>
                    </a:lnL>
                    <a:lnR>
                      <a:noFill/>
                    </a:lnR>
                    <a:lnT>
                      <a:noFill/>
                    </a:lnT>
                    <a:lnB>
                      <a:noFill/>
                    </a:lnB>
                    <a:noFill/>
                  </a:tcPr>
                </a:tc>
                <a:tc>
                  <a:txBody>
                    <a:bodyPr/>
                    <a:lstStyle/>
                    <a:p>
                      <a:pPr algn="ctr" fontAlgn="ctr"/>
                      <a:endParaRPr lang="pt-PT" sz="800" b="0" i="0" u="none" strike="noStrike" dirty="0">
                        <a:solidFill>
                          <a:srgbClr val="000000"/>
                        </a:solidFill>
                        <a:effectLst/>
                        <a:latin typeface="Santander Text Light" panose="020B0304020201020104" pitchFamily="34" charset="0"/>
                      </a:endParaRPr>
                    </a:p>
                  </a:txBody>
                  <a:tcPr marL="0" marR="0" marT="0" marB="0" anchor="ctr">
                    <a:lnL>
                      <a:noFill/>
                    </a:lnL>
                    <a:lnR>
                      <a:noFill/>
                    </a:lnR>
                    <a:lnT>
                      <a:noFill/>
                    </a:lnT>
                    <a:lnB>
                      <a:noFill/>
                    </a:lnB>
                    <a:noFill/>
                  </a:tcPr>
                </a:tc>
                <a:tc>
                  <a:txBody>
                    <a:bodyPr/>
                    <a:lstStyle/>
                    <a:p>
                      <a:pPr algn="ctr" fontAlgn="ctr"/>
                      <a:endParaRPr lang="pt-PT" sz="800" b="0" i="0" u="none" strike="noStrike" dirty="0">
                        <a:solidFill>
                          <a:srgbClr val="000000"/>
                        </a:solidFill>
                        <a:effectLst/>
                        <a:latin typeface="Santander Text Light" panose="020B0304020201020104" pitchFamily="34" charset="0"/>
                      </a:endParaRPr>
                    </a:p>
                  </a:txBody>
                  <a:tcPr marL="0" marR="0" marT="0" marB="0" anchor="ctr">
                    <a:lnL>
                      <a:noFill/>
                    </a:lnL>
                    <a:lnR>
                      <a:noFill/>
                    </a:lnR>
                    <a:lnT>
                      <a:noFill/>
                    </a:lnT>
                    <a:lnB>
                      <a:noFill/>
                    </a:lnB>
                    <a:noFill/>
                  </a:tcPr>
                </a:tc>
                <a:tc>
                  <a:txBody>
                    <a:bodyPr/>
                    <a:lstStyle/>
                    <a:p>
                      <a:pPr algn="ctr" fontAlgn="ctr"/>
                      <a:endParaRPr lang="pt-PT" sz="800" b="0" i="0" u="none" strike="noStrike" dirty="0">
                        <a:solidFill>
                          <a:srgbClr val="000000"/>
                        </a:solidFill>
                        <a:effectLst/>
                        <a:latin typeface="Santander Text Light" panose="020B0304020201020104" pitchFamily="34" charset="0"/>
                      </a:endParaRPr>
                    </a:p>
                  </a:txBody>
                  <a:tcPr marL="0" marR="0" marT="0" marB="0" anchor="ctr">
                    <a:lnL>
                      <a:noFill/>
                    </a:lnL>
                    <a:lnR>
                      <a:noFill/>
                    </a:lnR>
                    <a:lnT>
                      <a:noFill/>
                    </a:lnT>
                    <a:lnB>
                      <a:noFill/>
                    </a:lnB>
                    <a:noFill/>
                  </a:tcPr>
                </a:tc>
                <a:tc>
                  <a:txBody>
                    <a:bodyPr/>
                    <a:lstStyle/>
                    <a:p>
                      <a:pPr algn="l" fontAlgn="ctr"/>
                      <a:endParaRPr lang="pt-PT" sz="800" b="0" i="0" u="none" strike="noStrike" dirty="0">
                        <a:solidFill>
                          <a:srgbClr val="000000"/>
                        </a:solidFill>
                        <a:effectLst/>
                        <a:latin typeface="Santander Text Light" panose="020B0304020201020104" pitchFamily="34" charset="0"/>
                      </a:endParaRPr>
                    </a:p>
                  </a:txBody>
                  <a:tcPr marL="0" marR="0" marT="0" marB="0" anchor="ctr">
                    <a:lnL>
                      <a:noFill/>
                    </a:lnL>
                    <a:lnR>
                      <a:noFill/>
                    </a:lnR>
                    <a:lnT>
                      <a:noFill/>
                    </a:lnT>
                    <a:lnB>
                      <a:noFill/>
                    </a:lnB>
                    <a:noFill/>
                  </a:tcPr>
                </a:tc>
                <a:tc>
                  <a:txBody>
                    <a:bodyPr/>
                    <a:lstStyle/>
                    <a:p>
                      <a:pPr algn="l" fontAlgn="ctr"/>
                      <a:endParaRPr lang="pt-PT" sz="800" b="0" i="0" u="none" strike="noStrike" dirty="0">
                        <a:solidFill>
                          <a:srgbClr val="000000"/>
                        </a:solidFill>
                        <a:effectLst/>
                        <a:latin typeface="Santander Text Light" panose="020B0304020201020104" pitchFamily="34" charset="0"/>
                      </a:endParaRPr>
                    </a:p>
                  </a:txBody>
                  <a:tcPr marL="0" marR="0" marT="0" marB="0" anchor="ctr">
                    <a:lnL>
                      <a:noFill/>
                    </a:lnL>
                    <a:lnR>
                      <a:noFill/>
                    </a:lnR>
                    <a:lnT>
                      <a:noFill/>
                    </a:lnT>
                    <a:lnB>
                      <a:noFill/>
                    </a:lnB>
                    <a:noFill/>
                  </a:tcPr>
                </a:tc>
                <a:tc>
                  <a:txBody>
                    <a:bodyPr/>
                    <a:lstStyle/>
                    <a:p>
                      <a:pPr algn="l" fontAlgn="ctr"/>
                      <a:endParaRPr lang="pt-PT" sz="800" b="0" i="0" u="none" strike="noStrike" dirty="0">
                        <a:solidFill>
                          <a:srgbClr val="000000"/>
                        </a:solidFill>
                        <a:effectLst/>
                        <a:latin typeface="Santander Text Light" panose="020B0304020201020104" pitchFamily="34" charset="0"/>
                      </a:endParaRPr>
                    </a:p>
                  </a:txBody>
                  <a:tcPr marL="0" marR="0" marT="0" marB="0" anchor="ctr">
                    <a:lnL>
                      <a:noFill/>
                    </a:lnL>
                    <a:lnR>
                      <a:noFill/>
                    </a:lnR>
                    <a:lnT>
                      <a:noFill/>
                    </a:lnT>
                    <a:lnB>
                      <a:noFill/>
                    </a:lnB>
                    <a:noFill/>
                  </a:tcPr>
                </a:tc>
                <a:tc>
                  <a:txBody>
                    <a:bodyPr/>
                    <a:lstStyle/>
                    <a:p>
                      <a:pPr algn="l" fontAlgn="ctr"/>
                      <a:endParaRPr lang="pt-PT" sz="800" b="0" i="0" u="none" strike="noStrike" dirty="0">
                        <a:solidFill>
                          <a:srgbClr val="000000"/>
                        </a:solidFill>
                        <a:effectLst/>
                        <a:latin typeface="Santander Text Light" panose="020B0304020201020104" pitchFamily="34" charset="0"/>
                      </a:endParaRPr>
                    </a:p>
                  </a:txBody>
                  <a:tcPr marL="0" marR="0" marT="0" marB="0" anchor="ctr">
                    <a:lnL>
                      <a:noFill/>
                    </a:lnL>
                    <a:lnR>
                      <a:noFill/>
                    </a:lnR>
                    <a:lnT>
                      <a:noFill/>
                    </a:lnT>
                    <a:lnB>
                      <a:noFill/>
                    </a:lnB>
                    <a:noFill/>
                  </a:tcPr>
                </a:tc>
                <a:tc>
                  <a:txBody>
                    <a:bodyPr/>
                    <a:lstStyle/>
                    <a:p>
                      <a:pPr algn="l" fontAlgn="ctr"/>
                      <a:endParaRPr lang="pt-PT" sz="800" b="0" i="0" u="none" strike="noStrike" dirty="0">
                        <a:solidFill>
                          <a:srgbClr val="000000"/>
                        </a:solidFill>
                        <a:effectLst/>
                        <a:latin typeface="Santander Text Light" panose="020B0304020201020104" pitchFamily="34" charset="0"/>
                      </a:endParaRPr>
                    </a:p>
                  </a:txBody>
                  <a:tcPr marL="0" marR="0" marT="0" marB="0" anchor="ctr">
                    <a:lnL>
                      <a:noFill/>
                    </a:lnL>
                    <a:lnR>
                      <a:noFill/>
                    </a:lnR>
                    <a:lnT>
                      <a:noFill/>
                    </a:lnT>
                    <a:lnB>
                      <a:noFill/>
                    </a:lnB>
                    <a:noFill/>
                  </a:tcPr>
                </a:tc>
                <a:extLst>
                  <a:ext uri="{0D108BD9-81ED-4DB2-BD59-A6C34878D82A}">
                    <a16:rowId xmlns:a16="http://schemas.microsoft.com/office/drawing/2014/main" val="2353013689"/>
                  </a:ext>
                </a:extLst>
              </a:tr>
            </a:tbl>
          </a:graphicData>
        </a:graphic>
      </p:graphicFrame>
      <p:sp>
        <p:nvSpPr>
          <p:cNvPr id="57" name="Text Placeholder 18">
            <a:extLst>
              <a:ext uri="{FF2B5EF4-FFF2-40B4-BE49-F238E27FC236}">
                <a16:creationId xmlns:a16="http://schemas.microsoft.com/office/drawing/2014/main" id="{2377B1C1-54C8-468E-C823-1DA57F888568}"/>
              </a:ext>
            </a:extLst>
          </p:cNvPr>
          <p:cNvSpPr txBox="1">
            <a:spLocks/>
          </p:cNvSpPr>
          <p:nvPr/>
        </p:nvSpPr>
        <p:spPr>
          <a:xfrm rot="3188749">
            <a:off x="9582543" y="860156"/>
            <a:ext cx="2407303" cy="374498"/>
          </a:xfrm>
          <a:prstGeom prst="rect">
            <a:avLst/>
          </a:prstGeom>
          <a:solidFill>
            <a:schemeClr val="bg1"/>
          </a:solidFill>
          <a:ln>
            <a:solidFill>
              <a:schemeClr val="accent1"/>
            </a:solidFill>
          </a:ln>
        </p:spPr>
        <p:txBody>
          <a:bodyPr vert="horz" lIns="91440" tIns="45720" rIns="91440" bIns="45720" rtlCol="0" anchor="t">
            <a:noAutofit/>
          </a:bodyPr>
          <a:lstStyle>
            <a:lvl1pPr marL="0" indent="0" algn="l" defTabSz="914400" rtl="0" eaLnBrk="1" latinLnBrk="0" hangingPunct="1">
              <a:lnSpc>
                <a:spcPct val="90000"/>
              </a:lnSpc>
              <a:spcBef>
                <a:spcPts val="1000"/>
              </a:spcBef>
              <a:buFontTx/>
              <a:buNone/>
              <a:defRPr sz="1300" kern="1200">
                <a:solidFill>
                  <a:schemeClr val="accent1"/>
                </a:solidFill>
                <a:latin typeface="+mn-lt"/>
                <a:ea typeface="+mn-ea"/>
                <a:cs typeface="+mn-cs"/>
              </a:defRPr>
            </a:lvl1pPr>
            <a:lvl2pPr marL="457200" indent="0" algn="l" defTabSz="914400" rtl="0" eaLnBrk="1" latinLnBrk="0" hangingPunct="1">
              <a:lnSpc>
                <a:spcPct val="90000"/>
              </a:lnSpc>
              <a:spcBef>
                <a:spcPts val="500"/>
              </a:spcBef>
              <a:buFontTx/>
              <a:buNone/>
              <a:defRPr sz="11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Tx/>
              <a:buNone/>
              <a:defRPr sz="105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Tx/>
              <a:buNone/>
              <a:defRPr sz="10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Tx/>
              <a:buNone/>
              <a:defRPr sz="1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pt-PT" sz="2400" dirty="0"/>
              <a:t>ILUSTRATIVO</a:t>
            </a:r>
          </a:p>
        </p:txBody>
      </p:sp>
    </p:spTree>
    <p:extLst>
      <p:ext uri="{BB962C8B-B14F-4D97-AF65-F5344CB8AC3E}">
        <p14:creationId xmlns:p14="http://schemas.microsoft.com/office/powerpoint/2010/main" val="33385412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34E08E-929A-CBD8-66B4-C0C3B3A947FE}"/>
            </a:ext>
          </a:extLst>
        </p:cNvPr>
        <p:cNvGrpSpPr/>
        <p:nvPr/>
      </p:nvGrpSpPr>
      <p:grpSpPr>
        <a:xfrm>
          <a:off x="0" y="0"/>
          <a:ext cx="0" cy="0"/>
          <a:chOff x="0" y="0"/>
          <a:chExt cx="0" cy="0"/>
        </a:xfrm>
      </p:grpSpPr>
      <p:sp>
        <p:nvSpPr>
          <p:cNvPr id="2" name="Slide Number Placeholder 3">
            <a:extLst>
              <a:ext uri="{FF2B5EF4-FFF2-40B4-BE49-F238E27FC236}">
                <a16:creationId xmlns:a16="http://schemas.microsoft.com/office/drawing/2014/main" id="{BFAB7921-6F70-5C67-6634-EDCE0D521E4F}"/>
              </a:ext>
            </a:extLst>
          </p:cNvPr>
          <p:cNvSpPr>
            <a:spLocks noGrp="1"/>
          </p:cNvSpPr>
          <p:nvPr>
            <p:ph type="sldNum" sz="quarter" idx="12"/>
          </p:nvPr>
        </p:nvSpPr>
        <p:spPr>
          <a:xfrm>
            <a:off x="8730845" y="6209600"/>
            <a:ext cx="2743200" cy="365125"/>
          </a:xfrm>
        </p:spPr>
        <p:txBody>
          <a:bodyPr/>
          <a:lstStyle/>
          <a:p>
            <a:fld id="{BC0D97B6-E32F-4D7D-B839-7C3B51F2640F}" type="slidenum">
              <a:rPr lang="pt-PT" smtClean="0"/>
              <a:pPr/>
              <a:t>42</a:t>
            </a:fld>
            <a:endParaRPr lang="pt-PT" dirty="0"/>
          </a:p>
        </p:txBody>
      </p:sp>
      <p:sp>
        <p:nvSpPr>
          <p:cNvPr id="7" name="Marcador de texto 5">
            <a:extLst>
              <a:ext uri="{FF2B5EF4-FFF2-40B4-BE49-F238E27FC236}">
                <a16:creationId xmlns:a16="http://schemas.microsoft.com/office/drawing/2014/main" id="{B7E4C8C5-E4E6-B830-8C4F-48AB7433ED26}"/>
              </a:ext>
            </a:extLst>
          </p:cNvPr>
          <p:cNvSpPr>
            <a:spLocks noGrp="1"/>
          </p:cNvSpPr>
          <p:nvPr>
            <p:ph type="body" sz="quarter" idx="14"/>
          </p:nvPr>
        </p:nvSpPr>
        <p:spPr>
          <a:xfrm>
            <a:off x="106420" y="114373"/>
            <a:ext cx="11547776" cy="538770"/>
          </a:xfrm>
        </p:spPr>
        <p:txBody>
          <a:bodyPr/>
          <a:lstStyle/>
          <a:p>
            <a:r>
              <a:rPr lang="pt-PT" sz="2400" dirty="0"/>
              <a:t>Desenho de Infraestrutura + LLD</a:t>
            </a:r>
            <a:br>
              <a:rPr lang="pt-PT" sz="2400" dirty="0"/>
            </a:br>
            <a:r>
              <a:rPr lang="pt-PT" sz="1800" dirty="0">
                <a:solidFill>
                  <a:schemeClr val="tx1">
                    <a:lumMod val="75000"/>
                    <a:lumOff val="25000"/>
                  </a:schemeClr>
                </a:solidFill>
              </a:rPr>
              <a:t>IaaS &amp; PaaS &amp; SaaS</a:t>
            </a:r>
            <a:br>
              <a:rPr lang="pt-PT" sz="1800" dirty="0">
                <a:solidFill>
                  <a:schemeClr val="tx1">
                    <a:lumMod val="75000"/>
                    <a:lumOff val="25000"/>
                  </a:schemeClr>
                </a:solidFill>
              </a:rPr>
            </a:br>
            <a:r>
              <a:rPr lang="pt-PT" sz="1800" dirty="0">
                <a:solidFill>
                  <a:schemeClr val="accent2">
                    <a:lumMod val="50000"/>
                  </a:schemeClr>
                </a:solidFill>
              </a:rPr>
              <a:t>Quantidades e Tipos Recursos</a:t>
            </a:r>
          </a:p>
        </p:txBody>
      </p:sp>
      <p:graphicFrame>
        <p:nvGraphicFramePr>
          <p:cNvPr id="57" name="Table 56">
            <a:extLst>
              <a:ext uri="{FF2B5EF4-FFF2-40B4-BE49-F238E27FC236}">
                <a16:creationId xmlns:a16="http://schemas.microsoft.com/office/drawing/2014/main" id="{54D2E406-36CA-8D12-8E35-7D40938D4F09}"/>
              </a:ext>
            </a:extLst>
          </p:cNvPr>
          <p:cNvGraphicFramePr>
            <a:graphicFrameLocks noGrp="1"/>
          </p:cNvGraphicFramePr>
          <p:nvPr>
            <p:extLst>
              <p:ext uri="{D42A27DB-BD31-4B8C-83A1-F6EECF244321}">
                <p14:modId xmlns:p14="http://schemas.microsoft.com/office/powerpoint/2010/main" val="1623717921"/>
              </p:ext>
            </p:extLst>
          </p:nvPr>
        </p:nvGraphicFramePr>
        <p:xfrm>
          <a:off x="1642110" y="1369854"/>
          <a:ext cx="5783580" cy="4005580"/>
        </p:xfrm>
        <a:graphic>
          <a:graphicData uri="http://schemas.openxmlformats.org/drawingml/2006/table">
            <a:tbl>
              <a:tblPr firstRow="1" firstCol="1" bandRow="1"/>
              <a:tblGrid>
                <a:gridCol w="412750">
                  <a:extLst>
                    <a:ext uri="{9D8B030D-6E8A-4147-A177-3AD203B41FA5}">
                      <a16:colId xmlns:a16="http://schemas.microsoft.com/office/drawing/2014/main" val="3760294428"/>
                    </a:ext>
                  </a:extLst>
                </a:gridCol>
                <a:gridCol w="2834640">
                  <a:extLst>
                    <a:ext uri="{9D8B030D-6E8A-4147-A177-3AD203B41FA5}">
                      <a16:colId xmlns:a16="http://schemas.microsoft.com/office/drawing/2014/main" val="2660848810"/>
                    </a:ext>
                  </a:extLst>
                </a:gridCol>
                <a:gridCol w="1104900">
                  <a:extLst>
                    <a:ext uri="{9D8B030D-6E8A-4147-A177-3AD203B41FA5}">
                      <a16:colId xmlns:a16="http://schemas.microsoft.com/office/drawing/2014/main" val="2454253259"/>
                    </a:ext>
                  </a:extLst>
                </a:gridCol>
                <a:gridCol w="721995">
                  <a:extLst>
                    <a:ext uri="{9D8B030D-6E8A-4147-A177-3AD203B41FA5}">
                      <a16:colId xmlns:a16="http://schemas.microsoft.com/office/drawing/2014/main" val="956000482"/>
                    </a:ext>
                  </a:extLst>
                </a:gridCol>
                <a:gridCol w="709295">
                  <a:extLst>
                    <a:ext uri="{9D8B030D-6E8A-4147-A177-3AD203B41FA5}">
                      <a16:colId xmlns:a16="http://schemas.microsoft.com/office/drawing/2014/main" val="710510838"/>
                    </a:ext>
                  </a:extLst>
                </a:gridCol>
              </a:tblGrid>
              <a:tr h="0">
                <a:tc>
                  <a:txBody>
                    <a:bodyPr/>
                    <a:lstStyle/>
                    <a:p>
                      <a:pPr marL="226695" indent="-226695" algn="ctr">
                        <a:spcAft>
                          <a:spcPts val="600"/>
                        </a:spcAft>
                      </a:pPr>
                      <a:r>
                        <a:rPr lang="en-US" sz="900" b="1" cap="all" dirty="0">
                          <a:solidFill>
                            <a:srgbClr val="FFFFFF"/>
                          </a:solidFill>
                          <a:effectLst/>
                          <a:latin typeface="Santander Text Light" panose="020B0304020201020104" pitchFamily="34" charset="0"/>
                          <a:ea typeface="Times New Roman" panose="02020603050405020304" pitchFamily="18" charset="0"/>
                          <a:cs typeface="Times New Roman" panose="02020603050405020304" pitchFamily="18" charset="0"/>
                        </a:rPr>
                        <a:t>QTY</a:t>
                      </a:r>
                      <a:endParaRPr lang="pt-PT" sz="1000" b="1" dirty="0">
                        <a:effectLst/>
                        <a:latin typeface="Santander Text Light" panose="020B0304020201020104" pitchFamily="34" charset="0"/>
                        <a:ea typeface="Arial" panose="020B0604020202020204" pitchFamily="34" charset="0"/>
                        <a:cs typeface="Times New Roman" panose="02020603050405020304" pitchFamily="18" charset="0"/>
                      </a:endParaRPr>
                    </a:p>
                  </a:txBody>
                  <a:tcPr marL="73025" marR="73025" marT="36830" marB="36830" anchor="ctr">
                    <a:lnL>
                      <a:noFill/>
                    </a:lnL>
                    <a:lnR>
                      <a:noFill/>
                    </a:lnR>
                    <a:lnT>
                      <a:noFill/>
                    </a:lnT>
                    <a:lnB>
                      <a:noFill/>
                    </a:lnB>
                    <a:solidFill>
                      <a:srgbClr val="EB0000"/>
                    </a:solidFill>
                  </a:tcPr>
                </a:tc>
                <a:tc>
                  <a:txBody>
                    <a:bodyPr/>
                    <a:lstStyle/>
                    <a:p>
                      <a:pPr marL="226695" indent="-226695" algn="ctr">
                        <a:spcAft>
                          <a:spcPts val="600"/>
                        </a:spcAft>
                      </a:pPr>
                      <a:r>
                        <a:rPr lang="en-US" sz="900" b="1" cap="all" dirty="0">
                          <a:solidFill>
                            <a:srgbClr val="FFFFFF"/>
                          </a:solidFill>
                          <a:effectLst/>
                          <a:latin typeface="Santander Text Light" panose="020B0304020201020104" pitchFamily="34" charset="0"/>
                          <a:ea typeface="Times New Roman" panose="02020603050405020304" pitchFamily="18" charset="0"/>
                          <a:cs typeface="Times New Roman" panose="02020603050405020304" pitchFamily="18" charset="0"/>
                        </a:rPr>
                        <a:t>name</a:t>
                      </a:r>
                      <a:endParaRPr lang="pt-PT" sz="1000" b="1" dirty="0">
                        <a:effectLst/>
                        <a:latin typeface="Santander Text Light" panose="020B0304020201020104" pitchFamily="34" charset="0"/>
                        <a:ea typeface="Arial" panose="020B0604020202020204" pitchFamily="34" charset="0"/>
                        <a:cs typeface="Times New Roman" panose="02020603050405020304" pitchFamily="18" charset="0"/>
                      </a:endParaRPr>
                    </a:p>
                  </a:txBody>
                  <a:tcPr marL="73025" marR="73025" marT="36830" marB="36830" anchor="ctr">
                    <a:lnL>
                      <a:noFill/>
                    </a:lnL>
                    <a:lnR>
                      <a:noFill/>
                    </a:lnR>
                    <a:lnT>
                      <a:noFill/>
                    </a:lnT>
                    <a:lnB>
                      <a:noFill/>
                    </a:lnB>
                    <a:solidFill>
                      <a:srgbClr val="EB0000"/>
                    </a:solidFill>
                  </a:tcPr>
                </a:tc>
                <a:tc>
                  <a:txBody>
                    <a:bodyPr/>
                    <a:lstStyle/>
                    <a:p>
                      <a:pPr marL="226695" indent="-226695" algn="ctr">
                        <a:spcAft>
                          <a:spcPts val="600"/>
                        </a:spcAft>
                      </a:pPr>
                      <a:r>
                        <a:rPr lang="en-US" sz="900" b="1" cap="all" dirty="0">
                          <a:solidFill>
                            <a:srgbClr val="FFFFFF"/>
                          </a:solidFill>
                          <a:effectLst/>
                          <a:latin typeface="Santander Text Light" panose="020B0304020201020104" pitchFamily="34" charset="0"/>
                          <a:ea typeface="Times New Roman" panose="02020603050405020304" pitchFamily="18" charset="0"/>
                          <a:cs typeface="Times New Roman" panose="02020603050405020304" pitchFamily="18" charset="0"/>
                        </a:rPr>
                        <a:t>Region</a:t>
                      </a:r>
                      <a:endParaRPr lang="pt-PT" sz="1000" b="1" dirty="0">
                        <a:effectLst/>
                        <a:latin typeface="Santander Text Light" panose="020B0304020201020104" pitchFamily="34" charset="0"/>
                        <a:ea typeface="Arial" panose="020B0604020202020204" pitchFamily="34" charset="0"/>
                        <a:cs typeface="Times New Roman" panose="02020603050405020304" pitchFamily="18" charset="0"/>
                      </a:endParaRPr>
                    </a:p>
                  </a:txBody>
                  <a:tcPr marL="73025" marR="73025" marT="36830" marB="36830" anchor="ctr">
                    <a:lnL>
                      <a:noFill/>
                    </a:lnL>
                    <a:lnR>
                      <a:noFill/>
                    </a:lnR>
                    <a:lnT>
                      <a:noFill/>
                    </a:lnT>
                    <a:lnB>
                      <a:noFill/>
                    </a:lnB>
                    <a:solidFill>
                      <a:srgbClr val="EB0000"/>
                    </a:solidFill>
                  </a:tcPr>
                </a:tc>
                <a:tc gridSpan="2">
                  <a:txBody>
                    <a:bodyPr/>
                    <a:lstStyle/>
                    <a:p>
                      <a:pPr marL="226695" indent="-226695" algn="ctr">
                        <a:spcAft>
                          <a:spcPts val="600"/>
                        </a:spcAft>
                      </a:pPr>
                      <a:r>
                        <a:rPr lang="en-US" sz="900" b="1" cap="all" dirty="0">
                          <a:solidFill>
                            <a:srgbClr val="FFFFFF"/>
                          </a:solidFill>
                          <a:effectLst/>
                          <a:latin typeface="Santander Text Light" panose="020B0304020201020104" pitchFamily="34" charset="0"/>
                          <a:ea typeface="Times New Roman" panose="02020603050405020304" pitchFamily="18" charset="0"/>
                          <a:cs typeface="Times New Roman" panose="02020603050405020304" pitchFamily="18" charset="0"/>
                        </a:rPr>
                        <a:t>type</a:t>
                      </a:r>
                      <a:endParaRPr lang="pt-PT" sz="1000" b="1" dirty="0">
                        <a:effectLst/>
                        <a:latin typeface="Santander Text Light" panose="020B0304020201020104" pitchFamily="34" charset="0"/>
                        <a:ea typeface="Arial" panose="020B0604020202020204" pitchFamily="34" charset="0"/>
                        <a:cs typeface="Times New Roman" panose="02020603050405020304" pitchFamily="18" charset="0"/>
                      </a:endParaRPr>
                    </a:p>
                  </a:txBody>
                  <a:tcPr marL="73025" marR="73025" marT="36830" marB="36830" anchor="ctr">
                    <a:lnL>
                      <a:noFill/>
                    </a:lnL>
                    <a:lnR>
                      <a:noFill/>
                    </a:lnR>
                    <a:lnT>
                      <a:noFill/>
                    </a:lnT>
                    <a:lnB>
                      <a:noFill/>
                    </a:lnB>
                    <a:solidFill>
                      <a:srgbClr val="EB0000"/>
                    </a:solidFill>
                  </a:tcPr>
                </a:tc>
                <a:tc hMerge="1">
                  <a:txBody>
                    <a:bodyPr/>
                    <a:lstStyle/>
                    <a:p>
                      <a:endParaRPr lang="pt-PT"/>
                    </a:p>
                  </a:txBody>
                  <a:tcPr/>
                </a:tc>
                <a:extLst>
                  <a:ext uri="{0D108BD9-81ED-4DB2-BD59-A6C34878D82A}">
                    <a16:rowId xmlns:a16="http://schemas.microsoft.com/office/drawing/2014/main" val="973003961"/>
                  </a:ext>
                </a:extLst>
              </a:tr>
              <a:tr h="0">
                <a:tc gridSpan="5">
                  <a:txBody>
                    <a:bodyPr/>
                    <a:lstStyle/>
                    <a:p>
                      <a:pPr indent="-228600" algn="just">
                        <a:spcAft>
                          <a:spcPts val="600"/>
                        </a:spcAft>
                      </a:pPr>
                      <a:r>
                        <a:rPr lang="en-US" sz="900" b="1">
                          <a:solidFill>
                            <a:srgbClr val="FFFFFF"/>
                          </a:solidFill>
                          <a:effectLst/>
                          <a:latin typeface="Santander Text Light" panose="020B0304020201020104" pitchFamily="34" charset="0"/>
                          <a:ea typeface="Times New Roman" panose="02020603050405020304" pitchFamily="18" charset="0"/>
                          <a:cs typeface="Times New Roman" panose="02020603050405020304" pitchFamily="18" charset="0"/>
                        </a:rPr>
                        <a:t>Shared Services</a:t>
                      </a:r>
                      <a:endParaRPr lang="pt-PT" sz="1000">
                        <a:effectLst/>
                        <a:latin typeface="Santander Text Light" panose="020B0304020201020104" pitchFamily="34" charset="0"/>
                        <a:ea typeface="Arial" panose="020B0604020202020204" pitchFamily="34" charset="0"/>
                        <a:cs typeface="Times New Roman" panose="02020603050405020304" pitchFamily="18" charset="0"/>
                      </a:endParaRPr>
                    </a:p>
                  </a:txBody>
                  <a:tcPr marL="73025" marR="73025" marT="36830" marB="36830" anchor="ctr">
                    <a:lnL>
                      <a:noFill/>
                    </a:lnL>
                    <a:lnR>
                      <a:noFill/>
                    </a:lnR>
                    <a:lnT>
                      <a:noFill/>
                    </a:lnT>
                    <a:lnB>
                      <a:noFill/>
                    </a:lnB>
                    <a:solidFill>
                      <a:srgbClr val="595959"/>
                    </a:solidFill>
                  </a:tcPr>
                </a:tc>
                <a:tc hMerge="1">
                  <a:txBody>
                    <a:bodyPr/>
                    <a:lstStyle/>
                    <a:p>
                      <a:endParaRPr lang="pt-PT"/>
                    </a:p>
                  </a:txBody>
                  <a:tcPr/>
                </a:tc>
                <a:tc hMerge="1">
                  <a:txBody>
                    <a:bodyPr/>
                    <a:lstStyle/>
                    <a:p>
                      <a:endParaRPr lang="pt-PT"/>
                    </a:p>
                  </a:txBody>
                  <a:tcPr/>
                </a:tc>
                <a:tc hMerge="1">
                  <a:txBody>
                    <a:bodyPr/>
                    <a:lstStyle/>
                    <a:p>
                      <a:endParaRPr lang="pt-PT"/>
                    </a:p>
                  </a:txBody>
                  <a:tcPr/>
                </a:tc>
                <a:tc hMerge="1">
                  <a:txBody>
                    <a:bodyPr/>
                    <a:lstStyle/>
                    <a:p>
                      <a:endParaRPr lang="pt-PT"/>
                    </a:p>
                  </a:txBody>
                  <a:tcPr/>
                </a:tc>
                <a:extLst>
                  <a:ext uri="{0D108BD9-81ED-4DB2-BD59-A6C34878D82A}">
                    <a16:rowId xmlns:a16="http://schemas.microsoft.com/office/drawing/2014/main" val="947149332"/>
                  </a:ext>
                </a:extLst>
              </a:tr>
              <a:tr h="0">
                <a:tc>
                  <a:txBody>
                    <a:bodyPr/>
                    <a:lstStyle/>
                    <a:p>
                      <a:pPr indent="-228600" algn="ctr">
                        <a:spcAft>
                          <a:spcPts val="600"/>
                        </a:spcAft>
                      </a:pPr>
                      <a:r>
                        <a:rPr lang="en-US" sz="900" b="1">
                          <a:solidFill>
                            <a:srgbClr val="000000"/>
                          </a:solidFill>
                          <a:effectLst/>
                          <a:latin typeface="Santander Text Light" panose="020B0304020201020104" pitchFamily="34" charset="0"/>
                          <a:ea typeface="Times New Roman" panose="02020603050405020304" pitchFamily="18" charset="0"/>
                          <a:cs typeface="Times New Roman" panose="02020603050405020304" pitchFamily="18" charset="0"/>
                        </a:rPr>
                        <a:t>1</a:t>
                      </a:r>
                      <a:endParaRPr lang="pt-PT" sz="1000">
                        <a:effectLst/>
                        <a:latin typeface="Santander Text Light" panose="020B0304020201020104" pitchFamily="34" charset="0"/>
                        <a:ea typeface="Arial" panose="020B0604020202020204" pitchFamily="34" charset="0"/>
                        <a:cs typeface="Times New Roman" panose="02020603050405020304" pitchFamily="18" charset="0"/>
                      </a:endParaRPr>
                    </a:p>
                  </a:txBody>
                  <a:tcPr marL="73025" marR="73025" marT="36830" marB="36830" anchor="ctr">
                    <a:lnL>
                      <a:noFill/>
                    </a:lnL>
                    <a:lnR>
                      <a:noFill/>
                    </a:lnR>
                    <a:lnT>
                      <a:noFill/>
                    </a:lnT>
                    <a:lnB>
                      <a:noFill/>
                    </a:lnB>
                    <a:solidFill>
                      <a:srgbClr val="DDDDDD"/>
                    </a:solidFill>
                  </a:tcPr>
                </a:tc>
                <a:tc>
                  <a:txBody>
                    <a:bodyPr/>
                    <a:lstStyle/>
                    <a:p>
                      <a:pPr indent="-228600" algn="just">
                        <a:spcAft>
                          <a:spcPts val="600"/>
                        </a:spcAft>
                      </a:pPr>
                      <a:r>
                        <a:rPr lang="en-US" sz="900">
                          <a:solidFill>
                            <a:srgbClr val="000000"/>
                          </a:solidFill>
                          <a:effectLst/>
                          <a:latin typeface="Santander Text Light" panose="020B0304020201020104" pitchFamily="34" charset="0"/>
                          <a:ea typeface="Times New Roman" panose="02020603050405020304" pitchFamily="18" charset="0"/>
                          <a:cs typeface="Times New Roman" panose="02020603050405020304" pitchFamily="18" charset="0"/>
                        </a:rPr>
                        <a:t>Azure Key vault</a:t>
                      </a:r>
                      <a:endParaRPr lang="pt-PT" sz="1000">
                        <a:effectLst/>
                        <a:latin typeface="Santander Text Light" panose="020B0304020201020104" pitchFamily="34" charset="0"/>
                        <a:ea typeface="Arial" panose="020B0604020202020204" pitchFamily="34" charset="0"/>
                        <a:cs typeface="Times New Roman" panose="02020603050405020304" pitchFamily="18" charset="0"/>
                      </a:endParaRPr>
                    </a:p>
                  </a:txBody>
                  <a:tcPr marL="73025" marR="73025" marT="36830" marB="36830" anchor="ctr">
                    <a:lnL>
                      <a:noFill/>
                    </a:lnL>
                    <a:lnR>
                      <a:noFill/>
                    </a:lnR>
                    <a:lnT>
                      <a:noFill/>
                    </a:lnT>
                    <a:lnB>
                      <a:noFill/>
                    </a:lnB>
                    <a:solidFill>
                      <a:srgbClr val="DDDDDD"/>
                    </a:solidFill>
                  </a:tcPr>
                </a:tc>
                <a:tc>
                  <a:txBody>
                    <a:bodyPr/>
                    <a:lstStyle/>
                    <a:p>
                      <a:pPr indent="-228600" algn="ctr">
                        <a:spcAft>
                          <a:spcPts val="600"/>
                        </a:spcAft>
                      </a:pPr>
                      <a:r>
                        <a:rPr lang="en-US" sz="900">
                          <a:solidFill>
                            <a:srgbClr val="000000"/>
                          </a:solidFill>
                          <a:effectLst/>
                          <a:latin typeface="Santander Text Light" panose="020B0304020201020104" pitchFamily="34" charset="0"/>
                          <a:ea typeface="Times New Roman" panose="02020603050405020304" pitchFamily="18" charset="0"/>
                          <a:cs typeface="Times New Roman" panose="02020603050405020304" pitchFamily="18" charset="0"/>
                        </a:rPr>
                        <a:t>West Europe</a:t>
                      </a:r>
                      <a:endParaRPr lang="pt-PT" sz="1000">
                        <a:effectLst/>
                        <a:latin typeface="Santander Text Light" panose="020B0304020201020104" pitchFamily="34" charset="0"/>
                        <a:ea typeface="Arial" panose="020B0604020202020204" pitchFamily="34" charset="0"/>
                        <a:cs typeface="Times New Roman" panose="02020603050405020304" pitchFamily="18" charset="0"/>
                      </a:endParaRPr>
                    </a:p>
                  </a:txBody>
                  <a:tcPr marL="73025" marR="73025" marT="36830" marB="36830" anchor="ctr">
                    <a:lnL>
                      <a:noFill/>
                    </a:lnL>
                    <a:lnR>
                      <a:noFill/>
                    </a:lnR>
                    <a:lnT>
                      <a:noFill/>
                    </a:lnT>
                    <a:lnB>
                      <a:noFill/>
                    </a:lnB>
                    <a:solidFill>
                      <a:srgbClr val="DDDDDD"/>
                    </a:solidFill>
                  </a:tcPr>
                </a:tc>
                <a:tc gridSpan="2">
                  <a:txBody>
                    <a:bodyPr/>
                    <a:lstStyle/>
                    <a:p>
                      <a:pPr indent="-228600" algn="ctr">
                        <a:spcAft>
                          <a:spcPts val="600"/>
                        </a:spcAft>
                      </a:pPr>
                      <a:r>
                        <a:rPr lang="en-US" sz="900">
                          <a:solidFill>
                            <a:srgbClr val="FFFFFF"/>
                          </a:solidFill>
                          <a:effectLst/>
                          <a:latin typeface="Santander Text Light" panose="020B0304020201020104" pitchFamily="34" charset="0"/>
                          <a:ea typeface="Times New Roman" panose="02020603050405020304" pitchFamily="18" charset="0"/>
                          <a:cs typeface="Times New Roman" panose="02020603050405020304" pitchFamily="18" charset="0"/>
                        </a:rPr>
                        <a:t>PaaS</a:t>
                      </a:r>
                      <a:endParaRPr lang="pt-PT" sz="1000">
                        <a:effectLst/>
                        <a:latin typeface="Santander Text Light" panose="020B0304020201020104" pitchFamily="34" charset="0"/>
                        <a:ea typeface="Arial" panose="020B0604020202020204" pitchFamily="34" charset="0"/>
                        <a:cs typeface="Times New Roman" panose="02020603050405020304" pitchFamily="18" charset="0"/>
                      </a:endParaRPr>
                    </a:p>
                  </a:txBody>
                  <a:tcPr marL="73025" marR="73025" marT="36830" marB="36830" anchor="ctr">
                    <a:lnL>
                      <a:noFill/>
                    </a:lnL>
                    <a:lnR>
                      <a:noFill/>
                    </a:lnR>
                    <a:lnT>
                      <a:noFill/>
                    </a:lnT>
                    <a:lnB>
                      <a:noFill/>
                    </a:lnB>
                    <a:solidFill>
                      <a:srgbClr val="0070C0"/>
                    </a:solidFill>
                  </a:tcPr>
                </a:tc>
                <a:tc hMerge="1">
                  <a:txBody>
                    <a:bodyPr/>
                    <a:lstStyle/>
                    <a:p>
                      <a:endParaRPr lang="pt-PT"/>
                    </a:p>
                  </a:txBody>
                  <a:tcPr/>
                </a:tc>
                <a:extLst>
                  <a:ext uri="{0D108BD9-81ED-4DB2-BD59-A6C34878D82A}">
                    <a16:rowId xmlns:a16="http://schemas.microsoft.com/office/drawing/2014/main" val="1241272225"/>
                  </a:ext>
                </a:extLst>
              </a:tr>
              <a:tr h="0">
                <a:tc>
                  <a:txBody>
                    <a:bodyPr/>
                    <a:lstStyle/>
                    <a:p>
                      <a:pPr indent="-228600" algn="ctr">
                        <a:spcAft>
                          <a:spcPts val="600"/>
                        </a:spcAft>
                      </a:pPr>
                      <a:r>
                        <a:rPr lang="en-US" sz="900" b="1">
                          <a:solidFill>
                            <a:srgbClr val="000000"/>
                          </a:solidFill>
                          <a:effectLst/>
                          <a:latin typeface="Santander Text Light" panose="020B0304020201020104" pitchFamily="34" charset="0"/>
                          <a:ea typeface="Times New Roman" panose="02020603050405020304" pitchFamily="18" charset="0"/>
                          <a:cs typeface="Times New Roman" panose="02020603050405020304" pitchFamily="18" charset="0"/>
                        </a:rPr>
                        <a:t>1</a:t>
                      </a:r>
                      <a:endParaRPr lang="pt-PT" sz="1000">
                        <a:effectLst/>
                        <a:latin typeface="Santander Text Light" panose="020B0304020201020104" pitchFamily="34" charset="0"/>
                        <a:ea typeface="Arial" panose="020B0604020202020204" pitchFamily="34" charset="0"/>
                        <a:cs typeface="Times New Roman" panose="02020603050405020304" pitchFamily="18" charset="0"/>
                      </a:endParaRPr>
                    </a:p>
                  </a:txBody>
                  <a:tcPr marL="73025" marR="73025" marT="36830" marB="36830" anchor="ctr">
                    <a:lnL>
                      <a:noFill/>
                    </a:lnL>
                    <a:lnR>
                      <a:noFill/>
                    </a:lnR>
                    <a:lnT>
                      <a:noFill/>
                    </a:lnT>
                    <a:lnB>
                      <a:noFill/>
                    </a:lnB>
                    <a:solidFill>
                      <a:srgbClr val="F2F2F2"/>
                    </a:solidFill>
                  </a:tcPr>
                </a:tc>
                <a:tc>
                  <a:txBody>
                    <a:bodyPr/>
                    <a:lstStyle/>
                    <a:p>
                      <a:pPr indent="-228600" algn="just">
                        <a:spcAft>
                          <a:spcPts val="600"/>
                        </a:spcAft>
                      </a:pPr>
                      <a:r>
                        <a:rPr lang="en-US" sz="900">
                          <a:solidFill>
                            <a:srgbClr val="000000"/>
                          </a:solidFill>
                          <a:effectLst/>
                          <a:latin typeface="Santander Text Light" panose="020B0304020201020104" pitchFamily="34" charset="0"/>
                          <a:ea typeface="Times New Roman" panose="02020603050405020304" pitchFamily="18" charset="0"/>
                          <a:cs typeface="Times New Roman" panose="02020603050405020304" pitchFamily="18" charset="0"/>
                        </a:rPr>
                        <a:t>Azure Express Route Gateway</a:t>
                      </a:r>
                      <a:endParaRPr lang="pt-PT" sz="1000">
                        <a:effectLst/>
                        <a:latin typeface="Santander Text Light" panose="020B0304020201020104" pitchFamily="34" charset="0"/>
                        <a:ea typeface="Arial" panose="020B0604020202020204" pitchFamily="34" charset="0"/>
                        <a:cs typeface="Times New Roman" panose="02020603050405020304" pitchFamily="18" charset="0"/>
                      </a:endParaRPr>
                    </a:p>
                  </a:txBody>
                  <a:tcPr marL="73025" marR="73025" marT="36830" marB="36830" anchor="ctr">
                    <a:lnL>
                      <a:noFill/>
                    </a:lnL>
                    <a:lnR>
                      <a:noFill/>
                    </a:lnR>
                    <a:lnT>
                      <a:noFill/>
                    </a:lnT>
                    <a:lnB>
                      <a:noFill/>
                    </a:lnB>
                    <a:solidFill>
                      <a:srgbClr val="F2F2F2"/>
                    </a:solidFill>
                  </a:tcPr>
                </a:tc>
                <a:tc>
                  <a:txBody>
                    <a:bodyPr/>
                    <a:lstStyle/>
                    <a:p>
                      <a:pPr indent="-228600" algn="ctr">
                        <a:spcAft>
                          <a:spcPts val="600"/>
                        </a:spcAft>
                      </a:pPr>
                      <a:r>
                        <a:rPr lang="en-US" sz="900">
                          <a:solidFill>
                            <a:srgbClr val="000000"/>
                          </a:solidFill>
                          <a:effectLst/>
                          <a:latin typeface="Santander Text Light" panose="020B0304020201020104" pitchFamily="34" charset="0"/>
                          <a:ea typeface="Times New Roman" panose="02020603050405020304" pitchFamily="18" charset="0"/>
                          <a:cs typeface="Times New Roman" panose="02020603050405020304" pitchFamily="18" charset="0"/>
                        </a:rPr>
                        <a:t>West Europe</a:t>
                      </a:r>
                      <a:endParaRPr lang="pt-PT" sz="1000">
                        <a:effectLst/>
                        <a:latin typeface="Santander Text Light" panose="020B0304020201020104" pitchFamily="34" charset="0"/>
                        <a:ea typeface="Arial" panose="020B0604020202020204" pitchFamily="34" charset="0"/>
                        <a:cs typeface="Times New Roman" panose="02020603050405020304" pitchFamily="18" charset="0"/>
                      </a:endParaRPr>
                    </a:p>
                  </a:txBody>
                  <a:tcPr marL="73025" marR="73025" marT="36830" marB="36830">
                    <a:lnL>
                      <a:noFill/>
                    </a:lnL>
                    <a:lnR>
                      <a:noFill/>
                    </a:lnR>
                    <a:lnT>
                      <a:noFill/>
                    </a:lnT>
                    <a:lnB>
                      <a:noFill/>
                    </a:lnB>
                    <a:solidFill>
                      <a:srgbClr val="F2F2F2"/>
                    </a:solidFill>
                  </a:tcPr>
                </a:tc>
                <a:tc gridSpan="2">
                  <a:txBody>
                    <a:bodyPr/>
                    <a:lstStyle/>
                    <a:p>
                      <a:pPr indent="-228600" algn="ctr">
                        <a:spcAft>
                          <a:spcPts val="600"/>
                        </a:spcAft>
                      </a:pPr>
                      <a:r>
                        <a:rPr lang="en-US" sz="900">
                          <a:solidFill>
                            <a:srgbClr val="FFFFFF"/>
                          </a:solidFill>
                          <a:effectLst/>
                          <a:latin typeface="Santander Text Light" panose="020B0304020201020104" pitchFamily="34" charset="0"/>
                          <a:ea typeface="Times New Roman" panose="02020603050405020304" pitchFamily="18" charset="0"/>
                          <a:cs typeface="Times New Roman" panose="02020603050405020304" pitchFamily="18" charset="0"/>
                        </a:rPr>
                        <a:t>PaaS</a:t>
                      </a:r>
                      <a:endParaRPr lang="pt-PT" sz="1000">
                        <a:effectLst/>
                        <a:latin typeface="Santander Text Light" panose="020B0304020201020104" pitchFamily="34" charset="0"/>
                        <a:ea typeface="Arial" panose="020B0604020202020204" pitchFamily="34" charset="0"/>
                        <a:cs typeface="Times New Roman" panose="02020603050405020304" pitchFamily="18" charset="0"/>
                      </a:endParaRPr>
                    </a:p>
                  </a:txBody>
                  <a:tcPr marL="73025" marR="73025" marT="36830" marB="36830" anchor="ctr">
                    <a:lnL>
                      <a:noFill/>
                    </a:lnL>
                    <a:lnR>
                      <a:noFill/>
                    </a:lnR>
                    <a:lnT>
                      <a:noFill/>
                    </a:lnT>
                    <a:lnB>
                      <a:noFill/>
                    </a:lnB>
                    <a:solidFill>
                      <a:srgbClr val="0070C0"/>
                    </a:solidFill>
                  </a:tcPr>
                </a:tc>
                <a:tc hMerge="1">
                  <a:txBody>
                    <a:bodyPr/>
                    <a:lstStyle/>
                    <a:p>
                      <a:endParaRPr lang="pt-PT"/>
                    </a:p>
                  </a:txBody>
                  <a:tcPr/>
                </a:tc>
                <a:extLst>
                  <a:ext uri="{0D108BD9-81ED-4DB2-BD59-A6C34878D82A}">
                    <a16:rowId xmlns:a16="http://schemas.microsoft.com/office/drawing/2014/main" val="200330574"/>
                  </a:ext>
                </a:extLst>
              </a:tr>
              <a:tr h="0">
                <a:tc>
                  <a:txBody>
                    <a:bodyPr/>
                    <a:lstStyle/>
                    <a:p>
                      <a:pPr indent="-228600" algn="ctr">
                        <a:spcAft>
                          <a:spcPts val="600"/>
                        </a:spcAft>
                      </a:pPr>
                      <a:r>
                        <a:rPr lang="en-US" sz="900" b="1">
                          <a:solidFill>
                            <a:srgbClr val="000000"/>
                          </a:solidFill>
                          <a:effectLst/>
                          <a:latin typeface="Santander Text Light" panose="020B0304020201020104" pitchFamily="34" charset="0"/>
                          <a:ea typeface="Times New Roman" panose="02020603050405020304" pitchFamily="18" charset="0"/>
                          <a:cs typeface="Times New Roman" panose="02020603050405020304" pitchFamily="18" charset="0"/>
                        </a:rPr>
                        <a:t>-</a:t>
                      </a:r>
                      <a:endParaRPr lang="pt-PT" sz="1000">
                        <a:effectLst/>
                        <a:latin typeface="Santander Text Light" panose="020B0304020201020104" pitchFamily="34" charset="0"/>
                        <a:ea typeface="Arial" panose="020B0604020202020204" pitchFamily="34" charset="0"/>
                        <a:cs typeface="Times New Roman" panose="02020603050405020304" pitchFamily="18" charset="0"/>
                      </a:endParaRPr>
                    </a:p>
                  </a:txBody>
                  <a:tcPr marL="73025" marR="73025" marT="36830" marB="36830" anchor="ctr">
                    <a:lnL>
                      <a:noFill/>
                    </a:lnL>
                    <a:lnR>
                      <a:noFill/>
                    </a:lnR>
                    <a:lnT>
                      <a:noFill/>
                    </a:lnT>
                    <a:lnB>
                      <a:noFill/>
                    </a:lnB>
                    <a:solidFill>
                      <a:srgbClr val="DDDDDD"/>
                    </a:solidFill>
                  </a:tcPr>
                </a:tc>
                <a:tc>
                  <a:txBody>
                    <a:bodyPr/>
                    <a:lstStyle/>
                    <a:p>
                      <a:pPr indent="-228600" algn="just">
                        <a:spcAft>
                          <a:spcPts val="600"/>
                        </a:spcAft>
                      </a:pPr>
                      <a:r>
                        <a:rPr lang="en-US" sz="900">
                          <a:effectLst/>
                          <a:latin typeface="Santander Text Light" panose="020B0304020201020104" pitchFamily="34" charset="0"/>
                          <a:ea typeface="Times New Roman" panose="02020603050405020304" pitchFamily="18" charset="0"/>
                          <a:cs typeface="Times New Roman" panose="02020603050405020304" pitchFamily="18" charset="0"/>
                        </a:rPr>
                        <a:t> </a:t>
                      </a:r>
                      <a:endParaRPr lang="pt-PT" sz="1000">
                        <a:effectLst/>
                        <a:latin typeface="Santander Text Light" panose="020B0304020201020104" pitchFamily="34" charset="0"/>
                        <a:ea typeface="Arial" panose="020B0604020202020204" pitchFamily="34" charset="0"/>
                        <a:cs typeface="Times New Roman" panose="02020603050405020304" pitchFamily="18" charset="0"/>
                      </a:endParaRPr>
                    </a:p>
                  </a:txBody>
                  <a:tcPr marL="73025" marR="73025" marT="36830" marB="36830" anchor="ctr">
                    <a:lnL>
                      <a:noFill/>
                    </a:lnL>
                    <a:lnR>
                      <a:noFill/>
                    </a:lnR>
                    <a:lnT>
                      <a:noFill/>
                    </a:lnT>
                    <a:lnB>
                      <a:noFill/>
                    </a:lnB>
                    <a:solidFill>
                      <a:srgbClr val="DDDDDD"/>
                    </a:solidFill>
                  </a:tcPr>
                </a:tc>
                <a:tc>
                  <a:txBody>
                    <a:bodyPr/>
                    <a:lstStyle/>
                    <a:p>
                      <a:pPr indent="-228600" algn="ctr">
                        <a:spcAft>
                          <a:spcPts val="600"/>
                        </a:spcAft>
                      </a:pPr>
                      <a:r>
                        <a:rPr lang="en-US" sz="900">
                          <a:solidFill>
                            <a:srgbClr val="000000"/>
                          </a:solidFill>
                          <a:effectLst/>
                          <a:latin typeface="Santander Text Light" panose="020B0304020201020104" pitchFamily="34" charset="0"/>
                          <a:ea typeface="Times New Roman" panose="02020603050405020304" pitchFamily="18" charset="0"/>
                          <a:cs typeface="Times New Roman" panose="02020603050405020304" pitchFamily="18" charset="0"/>
                        </a:rPr>
                        <a:t>West Europe</a:t>
                      </a:r>
                      <a:endParaRPr lang="pt-PT" sz="1000">
                        <a:effectLst/>
                        <a:latin typeface="Santander Text Light" panose="020B0304020201020104" pitchFamily="34" charset="0"/>
                        <a:ea typeface="Arial" panose="020B0604020202020204" pitchFamily="34" charset="0"/>
                        <a:cs typeface="Times New Roman" panose="02020603050405020304" pitchFamily="18" charset="0"/>
                      </a:endParaRPr>
                    </a:p>
                  </a:txBody>
                  <a:tcPr marL="73025" marR="73025" marT="36830" marB="36830">
                    <a:lnL>
                      <a:noFill/>
                    </a:lnL>
                    <a:lnR>
                      <a:noFill/>
                    </a:lnR>
                    <a:lnT>
                      <a:noFill/>
                    </a:lnT>
                    <a:lnB>
                      <a:noFill/>
                    </a:lnB>
                    <a:solidFill>
                      <a:srgbClr val="DDDDDD"/>
                    </a:solidFill>
                  </a:tcPr>
                </a:tc>
                <a:tc>
                  <a:txBody>
                    <a:bodyPr/>
                    <a:lstStyle/>
                    <a:p>
                      <a:pPr indent="-228600" algn="ctr">
                        <a:spcAft>
                          <a:spcPts val="600"/>
                        </a:spcAft>
                      </a:pPr>
                      <a:r>
                        <a:rPr lang="en-US" sz="900">
                          <a:solidFill>
                            <a:srgbClr val="FFFFFF"/>
                          </a:solidFill>
                          <a:effectLst/>
                          <a:latin typeface="Santander Text Light" panose="020B0304020201020104" pitchFamily="34" charset="0"/>
                          <a:ea typeface="Times New Roman" panose="02020603050405020304" pitchFamily="18" charset="0"/>
                          <a:cs typeface="Times New Roman" panose="02020603050405020304" pitchFamily="18" charset="0"/>
                        </a:rPr>
                        <a:t>PaaS</a:t>
                      </a:r>
                      <a:endParaRPr lang="pt-PT" sz="1000">
                        <a:effectLst/>
                        <a:latin typeface="Santander Text Light" panose="020B0304020201020104" pitchFamily="34" charset="0"/>
                        <a:ea typeface="Arial" panose="020B0604020202020204" pitchFamily="34" charset="0"/>
                        <a:cs typeface="Times New Roman" panose="02020603050405020304" pitchFamily="18" charset="0"/>
                      </a:endParaRPr>
                    </a:p>
                  </a:txBody>
                  <a:tcPr marL="73025" marR="73025" marT="36830" marB="36830" anchor="ctr">
                    <a:lnL>
                      <a:noFill/>
                    </a:lnL>
                    <a:lnR>
                      <a:noFill/>
                    </a:lnR>
                    <a:lnT>
                      <a:noFill/>
                    </a:lnT>
                    <a:lnB>
                      <a:noFill/>
                    </a:lnB>
                    <a:solidFill>
                      <a:srgbClr val="0070C0"/>
                    </a:solidFill>
                  </a:tcPr>
                </a:tc>
                <a:tc>
                  <a:txBody>
                    <a:bodyPr/>
                    <a:lstStyle/>
                    <a:p>
                      <a:pPr indent="-228600" algn="ctr">
                        <a:spcAft>
                          <a:spcPts val="600"/>
                        </a:spcAft>
                      </a:pPr>
                      <a:r>
                        <a:rPr lang="en-US" sz="900">
                          <a:solidFill>
                            <a:srgbClr val="FFFFFF"/>
                          </a:solidFill>
                          <a:effectLst/>
                          <a:latin typeface="Santander Text Light" panose="020B0304020201020104" pitchFamily="34" charset="0"/>
                          <a:ea typeface="Times New Roman" panose="02020603050405020304" pitchFamily="18" charset="0"/>
                          <a:cs typeface="Times New Roman" panose="02020603050405020304" pitchFamily="18" charset="0"/>
                        </a:rPr>
                        <a:t>IaaS</a:t>
                      </a:r>
                      <a:endParaRPr lang="pt-PT" sz="1000">
                        <a:effectLst/>
                        <a:latin typeface="Santander Text Light" panose="020B0304020201020104" pitchFamily="34" charset="0"/>
                        <a:ea typeface="Arial" panose="020B0604020202020204" pitchFamily="34" charset="0"/>
                        <a:cs typeface="Times New Roman" panose="02020603050405020304" pitchFamily="18" charset="0"/>
                      </a:endParaRPr>
                    </a:p>
                  </a:txBody>
                  <a:tcPr marL="73025" marR="73025" marT="36830" marB="36830" anchor="ctr">
                    <a:lnL>
                      <a:noFill/>
                    </a:lnL>
                    <a:lnR>
                      <a:noFill/>
                    </a:lnR>
                    <a:lnT>
                      <a:noFill/>
                    </a:lnT>
                    <a:lnB>
                      <a:noFill/>
                    </a:lnB>
                    <a:solidFill>
                      <a:srgbClr val="A1A1A1"/>
                    </a:solidFill>
                  </a:tcPr>
                </a:tc>
                <a:extLst>
                  <a:ext uri="{0D108BD9-81ED-4DB2-BD59-A6C34878D82A}">
                    <a16:rowId xmlns:a16="http://schemas.microsoft.com/office/drawing/2014/main" val="1432683024"/>
                  </a:ext>
                </a:extLst>
              </a:tr>
              <a:tr h="0">
                <a:tc gridSpan="5">
                  <a:txBody>
                    <a:bodyPr/>
                    <a:lstStyle/>
                    <a:p>
                      <a:pPr indent="-228600" algn="just">
                        <a:spcAft>
                          <a:spcPts val="600"/>
                        </a:spcAft>
                      </a:pPr>
                      <a:r>
                        <a:rPr lang="en-US" sz="900" b="1">
                          <a:solidFill>
                            <a:srgbClr val="FFFFFF"/>
                          </a:solidFill>
                          <a:effectLst/>
                          <a:latin typeface="Santander Text Light" panose="020B0304020201020104" pitchFamily="34" charset="0"/>
                          <a:ea typeface="Times New Roman" panose="02020603050405020304" pitchFamily="18" charset="0"/>
                          <a:cs typeface="Times New Roman" panose="02020603050405020304" pitchFamily="18" charset="0"/>
                        </a:rPr>
                        <a:t>Web Application Firewall</a:t>
                      </a:r>
                      <a:endParaRPr lang="pt-PT" sz="1000">
                        <a:effectLst/>
                        <a:latin typeface="Santander Text Light" panose="020B0304020201020104" pitchFamily="34" charset="0"/>
                        <a:ea typeface="Arial" panose="020B0604020202020204" pitchFamily="34" charset="0"/>
                        <a:cs typeface="Times New Roman" panose="02020603050405020304" pitchFamily="18" charset="0"/>
                      </a:endParaRPr>
                    </a:p>
                  </a:txBody>
                  <a:tcPr marL="73025" marR="73025" marT="36830" marB="36830" anchor="ctr">
                    <a:lnL>
                      <a:noFill/>
                    </a:lnL>
                    <a:lnR>
                      <a:noFill/>
                    </a:lnR>
                    <a:lnT>
                      <a:noFill/>
                    </a:lnT>
                    <a:lnB>
                      <a:noFill/>
                    </a:lnB>
                    <a:solidFill>
                      <a:srgbClr val="595959"/>
                    </a:solidFill>
                  </a:tcPr>
                </a:tc>
                <a:tc hMerge="1">
                  <a:txBody>
                    <a:bodyPr/>
                    <a:lstStyle/>
                    <a:p>
                      <a:endParaRPr lang="pt-PT"/>
                    </a:p>
                  </a:txBody>
                  <a:tcPr/>
                </a:tc>
                <a:tc hMerge="1">
                  <a:txBody>
                    <a:bodyPr/>
                    <a:lstStyle/>
                    <a:p>
                      <a:endParaRPr lang="pt-PT"/>
                    </a:p>
                  </a:txBody>
                  <a:tcPr/>
                </a:tc>
                <a:tc hMerge="1">
                  <a:txBody>
                    <a:bodyPr/>
                    <a:lstStyle/>
                    <a:p>
                      <a:endParaRPr lang="pt-PT"/>
                    </a:p>
                  </a:txBody>
                  <a:tcPr/>
                </a:tc>
                <a:tc hMerge="1">
                  <a:txBody>
                    <a:bodyPr/>
                    <a:lstStyle/>
                    <a:p>
                      <a:endParaRPr lang="pt-PT"/>
                    </a:p>
                  </a:txBody>
                  <a:tcPr/>
                </a:tc>
                <a:extLst>
                  <a:ext uri="{0D108BD9-81ED-4DB2-BD59-A6C34878D82A}">
                    <a16:rowId xmlns:a16="http://schemas.microsoft.com/office/drawing/2014/main" val="1673801758"/>
                  </a:ext>
                </a:extLst>
              </a:tr>
              <a:tr h="0">
                <a:tc>
                  <a:txBody>
                    <a:bodyPr/>
                    <a:lstStyle/>
                    <a:p>
                      <a:pPr indent="-228600" algn="ctr">
                        <a:spcAft>
                          <a:spcPts val="600"/>
                        </a:spcAft>
                      </a:pPr>
                      <a:r>
                        <a:rPr lang="en-US" sz="900" b="1">
                          <a:solidFill>
                            <a:srgbClr val="000000"/>
                          </a:solidFill>
                          <a:effectLst/>
                          <a:latin typeface="Santander Text Light" panose="020B0304020201020104" pitchFamily="34" charset="0"/>
                          <a:ea typeface="Times New Roman" panose="02020603050405020304" pitchFamily="18" charset="0"/>
                          <a:cs typeface="Times New Roman" panose="02020603050405020304" pitchFamily="18" charset="0"/>
                        </a:rPr>
                        <a:t>1</a:t>
                      </a:r>
                      <a:endParaRPr lang="pt-PT" sz="1000">
                        <a:effectLst/>
                        <a:latin typeface="Santander Text Light" panose="020B0304020201020104" pitchFamily="34" charset="0"/>
                        <a:ea typeface="Arial" panose="020B0604020202020204" pitchFamily="34" charset="0"/>
                        <a:cs typeface="Times New Roman" panose="02020603050405020304" pitchFamily="18" charset="0"/>
                      </a:endParaRPr>
                    </a:p>
                  </a:txBody>
                  <a:tcPr marL="73025" marR="73025" marT="36830" marB="36830" anchor="ctr">
                    <a:lnL>
                      <a:noFill/>
                    </a:lnL>
                    <a:lnR>
                      <a:noFill/>
                    </a:lnR>
                    <a:lnT>
                      <a:noFill/>
                    </a:lnT>
                    <a:lnB>
                      <a:noFill/>
                    </a:lnB>
                    <a:solidFill>
                      <a:srgbClr val="DDDDDD"/>
                    </a:solidFill>
                  </a:tcPr>
                </a:tc>
                <a:tc>
                  <a:txBody>
                    <a:bodyPr/>
                    <a:lstStyle/>
                    <a:p>
                      <a:pPr indent="-228600" algn="just">
                        <a:spcAft>
                          <a:spcPts val="600"/>
                        </a:spcAft>
                      </a:pPr>
                      <a:r>
                        <a:rPr lang="en-US" sz="900">
                          <a:solidFill>
                            <a:srgbClr val="000000"/>
                          </a:solidFill>
                          <a:effectLst/>
                          <a:latin typeface="Santander Text Light" panose="020B0304020201020104" pitchFamily="34" charset="0"/>
                          <a:ea typeface="Times New Roman" panose="02020603050405020304" pitchFamily="18" charset="0"/>
                          <a:cs typeface="Times New Roman" panose="02020603050405020304" pitchFamily="18" charset="0"/>
                        </a:rPr>
                        <a:t>NVA Firewall Appliance (</a:t>
                      </a:r>
                      <a:r>
                        <a:rPr lang="en-US" sz="900" i="1">
                          <a:solidFill>
                            <a:srgbClr val="000000"/>
                          </a:solidFill>
                          <a:effectLst/>
                          <a:latin typeface="Santander Text Light" panose="020B0304020201020104" pitchFamily="34" charset="0"/>
                          <a:ea typeface="Times New Roman" panose="02020603050405020304" pitchFamily="18" charset="0"/>
                          <a:cs typeface="Times New Roman" panose="02020603050405020304" pitchFamily="18" charset="0"/>
                        </a:rPr>
                        <a:t>Imperva</a:t>
                      </a:r>
                      <a:r>
                        <a:rPr lang="en-US" sz="900">
                          <a:solidFill>
                            <a:srgbClr val="000000"/>
                          </a:solidFill>
                          <a:effectLst/>
                          <a:latin typeface="Santander Text Light" panose="020B0304020201020104" pitchFamily="34" charset="0"/>
                          <a:ea typeface="Times New Roman" panose="02020603050405020304" pitchFamily="18" charset="0"/>
                          <a:cs typeface="Times New Roman" panose="02020603050405020304" pitchFamily="18" charset="0"/>
                        </a:rPr>
                        <a:t>)</a:t>
                      </a:r>
                      <a:endParaRPr lang="pt-PT" sz="1000">
                        <a:effectLst/>
                        <a:latin typeface="Santander Text Light" panose="020B0304020201020104" pitchFamily="34" charset="0"/>
                        <a:ea typeface="Arial" panose="020B0604020202020204" pitchFamily="34" charset="0"/>
                        <a:cs typeface="Times New Roman" panose="02020603050405020304" pitchFamily="18" charset="0"/>
                      </a:endParaRPr>
                    </a:p>
                  </a:txBody>
                  <a:tcPr marL="73025" marR="73025" marT="36830" marB="36830" anchor="ctr">
                    <a:lnL>
                      <a:noFill/>
                    </a:lnL>
                    <a:lnR>
                      <a:noFill/>
                    </a:lnR>
                    <a:lnT>
                      <a:noFill/>
                    </a:lnT>
                    <a:lnB>
                      <a:noFill/>
                    </a:lnB>
                    <a:solidFill>
                      <a:srgbClr val="DDDDDD"/>
                    </a:solidFill>
                  </a:tcPr>
                </a:tc>
                <a:tc>
                  <a:txBody>
                    <a:bodyPr/>
                    <a:lstStyle/>
                    <a:p>
                      <a:pPr indent="-228600" algn="ctr">
                        <a:spcAft>
                          <a:spcPts val="600"/>
                        </a:spcAft>
                      </a:pPr>
                      <a:r>
                        <a:rPr lang="en-US" sz="900">
                          <a:solidFill>
                            <a:srgbClr val="000000"/>
                          </a:solidFill>
                          <a:effectLst/>
                          <a:latin typeface="Santander Text Light" panose="020B0304020201020104" pitchFamily="34" charset="0"/>
                          <a:ea typeface="Times New Roman" panose="02020603050405020304" pitchFamily="18" charset="0"/>
                          <a:cs typeface="Times New Roman" panose="02020603050405020304" pitchFamily="18" charset="0"/>
                        </a:rPr>
                        <a:t>West Europe</a:t>
                      </a:r>
                      <a:endParaRPr lang="pt-PT" sz="1000">
                        <a:effectLst/>
                        <a:latin typeface="Santander Text Light" panose="020B0304020201020104" pitchFamily="34" charset="0"/>
                        <a:ea typeface="Arial" panose="020B0604020202020204" pitchFamily="34" charset="0"/>
                        <a:cs typeface="Times New Roman" panose="02020603050405020304" pitchFamily="18" charset="0"/>
                      </a:endParaRPr>
                    </a:p>
                  </a:txBody>
                  <a:tcPr marL="73025" marR="73025" marT="36830" marB="36830">
                    <a:lnL>
                      <a:noFill/>
                    </a:lnL>
                    <a:lnR>
                      <a:noFill/>
                    </a:lnR>
                    <a:lnT>
                      <a:noFill/>
                    </a:lnT>
                    <a:lnB>
                      <a:noFill/>
                    </a:lnB>
                    <a:solidFill>
                      <a:srgbClr val="DDDDDD"/>
                    </a:solidFill>
                  </a:tcPr>
                </a:tc>
                <a:tc>
                  <a:txBody>
                    <a:bodyPr/>
                    <a:lstStyle/>
                    <a:p>
                      <a:pPr indent="-228600" algn="ctr">
                        <a:spcAft>
                          <a:spcPts val="600"/>
                        </a:spcAft>
                      </a:pPr>
                      <a:r>
                        <a:rPr lang="en-US" sz="900">
                          <a:solidFill>
                            <a:srgbClr val="FFFFFF"/>
                          </a:solidFill>
                          <a:effectLst/>
                          <a:latin typeface="Santander Text Light" panose="020B0304020201020104" pitchFamily="34" charset="0"/>
                          <a:ea typeface="Times New Roman" panose="02020603050405020304" pitchFamily="18" charset="0"/>
                          <a:cs typeface="Times New Roman" panose="02020603050405020304" pitchFamily="18" charset="0"/>
                        </a:rPr>
                        <a:t>PaaS</a:t>
                      </a:r>
                      <a:endParaRPr lang="pt-PT" sz="1000">
                        <a:effectLst/>
                        <a:latin typeface="Santander Text Light" panose="020B0304020201020104" pitchFamily="34" charset="0"/>
                        <a:ea typeface="Arial" panose="020B0604020202020204" pitchFamily="34" charset="0"/>
                        <a:cs typeface="Times New Roman" panose="02020603050405020304" pitchFamily="18" charset="0"/>
                      </a:endParaRPr>
                    </a:p>
                  </a:txBody>
                  <a:tcPr marL="73025" marR="73025" marT="36830" marB="36830" anchor="ctr">
                    <a:lnL>
                      <a:noFill/>
                    </a:lnL>
                    <a:lnR>
                      <a:noFill/>
                    </a:lnR>
                    <a:lnT>
                      <a:noFill/>
                    </a:lnT>
                    <a:lnB>
                      <a:noFill/>
                    </a:lnB>
                    <a:solidFill>
                      <a:srgbClr val="0070C0"/>
                    </a:solidFill>
                  </a:tcPr>
                </a:tc>
                <a:tc>
                  <a:txBody>
                    <a:bodyPr/>
                    <a:lstStyle/>
                    <a:p>
                      <a:pPr indent="-228600" algn="ctr">
                        <a:spcAft>
                          <a:spcPts val="600"/>
                        </a:spcAft>
                      </a:pPr>
                      <a:r>
                        <a:rPr lang="en-US" sz="900">
                          <a:solidFill>
                            <a:srgbClr val="FFFFFF"/>
                          </a:solidFill>
                          <a:effectLst/>
                          <a:latin typeface="Santander Text Light" panose="020B0304020201020104" pitchFamily="34" charset="0"/>
                          <a:ea typeface="Times New Roman" panose="02020603050405020304" pitchFamily="18" charset="0"/>
                          <a:cs typeface="Times New Roman" panose="02020603050405020304" pitchFamily="18" charset="0"/>
                        </a:rPr>
                        <a:t>IaaS</a:t>
                      </a:r>
                      <a:endParaRPr lang="pt-PT" sz="1000">
                        <a:effectLst/>
                        <a:latin typeface="Santander Text Light" panose="020B0304020201020104" pitchFamily="34" charset="0"/>
                        <a:ea typeface="Arial" panose="020B0604020202020204" pitchFamily="34" charset="0"/>
                        <a:cs typeface="Times New Roman" panose="02020603050405020304" pitchFamily="18" charset="0"/>
                      </a:endParaRPr>
                    </a:p>
                  </a:txBody>
                  <a:tcPr marL="73025" marR="73025" marT="36830" marB="36830" anchor="ctr">
                    <a:lnL>
                      <a:noFill/>
                    </a:lnL>
                    <a:lnR>
                      <a:noFill/>
                    </a:lnR>
                    <a:lnT>
                      <a:noFill/>
                    </a:lnT>
                    <a:lnB>
                      <a:noFill/>
                    </a:lnB>
                    <a:solidFill>
                      <a:srgbClr val="A1A1A1"/>
                    </a:solidFill>
                  </a:tcPr>
                </a:tc>
                <a:extLst>
                  <a:ext uri="{0D108BD9-81ED-4DB2-BD59-A6C34878D82A}">
                    <a16:rowId xmlns:a16="http://schemas.microsoft.com/office/drawing/2014/main" val="916853035"/>
                  </a:ext>
                </a:extLst>
              </a:tr>
              <a:tr h="0">
                <a:tc gridSpan="5">
                  <a:txBody>
                    <a:bodyPr/>
                    <a:lstStyle/>
                    <a:p>
                      <a:pPr indent="-228600" algn="l">
                        <a:spcAft>
                          <a:spcPts val="600"/>
                        </a:spcAft>
                      </a:pPr>
                      <a:r>
                        <a:rPr lang="en-US" sz="900" b="1">
                          <a:solidFill>
                            <a:srgbClr val="FFFFFF"/>
                          </a:solidFill>
                          <a:effectLst/>
                          <a:latin typeface="Santander Text Light" panose="020B0304020201020104" pitchFamily="34" charset="0"/>
                          <a:ea typeface="Times New Roman" panose="02020603050405020304" pitchFamily="18" charset="0"/>
                          <a:cs typeface="Times New Roman" panose="02020603050405020304" pitchFamily="18" charset="0"/>
                        </a:rPr>
                        <a:t>Cloud Gen \ Next Generation Firewall</a:t>
                      </a:r>
                      <a:endParaRPr lang="pt-PT" sz="1000">
                        <a:effectLst/>
                        <a:latin typeface="Santander Text Light" panose="020B0304020201020104" pitchFamily="34" charset="0"/>
                        <a:ea typeface="Arial" panose="020B0604020202020204" pitchFamily="34" charset="0"/>
                        <a:cs typeface="Times New Roman" panose="02020603050405020304" pitchFamily="18" charset="0"/>
                      </a:endParaRPr>
                    </a:p>
                  </a:txBody>
                  <a:tcPr marL="73025" marR="73025" marT="36830" marB="36830" anchor="ctr">
                    <a:lnL>
                      <a:noFill/>
                    </a:lnL>
                    <a:lnR>
                      <a:noFill/>
                    </a:lnR>
                    <a:lnT>
                      <a:noFill/>
                    </a:lnT>
                    <a:lnB>
                      <a:noFill/>
                    </a:lnB>
                    <a:solidFill>
                      <a:srgbClr val="595959"/>
                    </a:solidFill>
                  </a:tcPr>
                </a:tc>
                <a:tc hMerge="1">
                  <a:txBody>
                    <a:bodyPr/>
                    <a:lstStyle/>
                    <a:p>
                      <a:endParaRPr lang="pt-PT"/>
                    </a:p>
                  </a:txBody>
                  <a:tcPr/>
                </a:tc>
                <a:tc hMerge="1">
                  <a:txBody>
                    <a:bodyPr/>
                    <a:lstStyle/>
                    <a:p>
                      <a:endParaRPr lang="pt-PT"/>
                    </a:p>
                  </a:txBody>
                  <a:tcPr/>
                </a:tc>
                <a:tc hMerge="1">
                  <a:txBody>
                    <a:bodyPr/>
                    <a:lstStyle/>
                    <a:p>
                      <a:endParaRPr lang="pt-PT"/>
                    </a:p>
                  </a:txBody>
                  <a:tcPr/>
                </a:tc>
                <a:tc hMerge="1">
                  <a:txBody>
                    <a:bodyPr/>
                    <a:lstStyle/>
                    <a:p>
                      <a:endParaRPr lang="pt-PT"/>
                    </a:p>
                  </a:txBody>
                  <a:tcPr/>
                </a:tc>
                <a:extLst>
                  <a:ext uri="{0D108BD9-81ED-4DB2-BD59-A6C34878D82A}">
                    <a16:rowId xmlns:a16="http://schemas.microsoft.com/office/drawing/2014/main" val="3779906679"/>
                  </a:ext>
                </a:extLst>
              </a:tr>
              <a:tr h="0">
                <a:tc>
                  <a:txBody>
                    <a:bodyPr/>
                    <a:lstStyle/>
                    <a:p>
                      <a:pPr indent="-228600" algn="ctr">
                        <a:spcAft>
                          <a:spcPts val="600"/>
                        </a:spcAft>
                      </a:pPr>
                      <a:r>
                        <a:rPr lang="en-US" sz="900" b="1">
                          <a:solidFill>
                            <a:srgbClr val="000000"/>
                          </a:solidFill>
                          <a:effectLst/>
                          <a:latin typeface="Santander Text Light" panose="020B0304020201020104" pitchFamily="34" charset="0"/>
                          <a:ea typeface="Times New Roman" panose="02020603050405020304" pitchFamily="18" charset="0"/>
                          <a:cs typeface="Times New Roman" panose="02020603050405020304" pitchFamily="18" charset="0"/>
                        </a:rPr>
                        <a:t>1</a:t>
                      </a:r>
                      <a:endParaRPr lang="pt-PT" sz="1000">
                        <a:effectLst/>
                        <a:latin typeface="Santander Text Light" panose="020B0304020201020104" pitchFamily="34" charset="0"/>
                        <a:ea typeface="Arial" panose="020B0604020202020204" pitchFamily="34" charset="0"/>
                        <a:cs typeface="Times New Roman" panose="02020603050405020304" pitchFamily="18" charset="0"/>
                      </a:endParaRPr>
                    </a:p>
                  </a:txBody>
                  <a:tcPr marL="73025" marR="73025" marT="36830" marB="36830" anchor="ctr">
                    <a:lnL>
                      <a:noFill/>
                    </a:lnL>
                    <a:lnR>
                      <a:noFill/>
                    </a:lnR>
                    <a:lnT>
                      <a:noFill/>
                    </a:lnT>
                    <a:lnB>
                      <a:noFill/>
                    </a:lnB>
                    <a:solidFill>
                      <a:srgbClr val="DDDDDD"/>
                    </a:solidFill>
                  </a:tcPr>
                </a:tc>
                <a:tc>
                  <a:txBody>
                    <a:bodyPr/>
                    <a:lstStyle/>
                    <a:p>
                      <a:pPr indent="-228600" algn="just">
                        <a:spcAft>
                          <a:spcPts val="600"/>
                        </a:spcAft>
                      </a:pPr>
                      <a:r>
                        <a:rPr lang="en-US" sz="900">
                          <a:solidFill>
                            <a:srgbClr val="000000"/>
                          </a:solidFill>
                          <a:effectLst/>
                          <a:latin typeface="Santander Text Light" panose="020B0304020201020104" pitchFamily="34" charset="0"/>
                          <a:ea typeface="Times New Roman" panose="02020603050405020304" pitchFamily="18" charset="0"/>
                          <a:cs typeface="Times New Roman" panose="02020603050405020304" pitchFamily="18" charset="0"/>
                        </a:rPr>
                        <a:t>NVA Firewall Appliance (</a:t>
                      </a:r>
                      <a:r>
                        <a:rPr lang="en-US" sz="900" i="1">
                          <a:solidFill>
                            <a:srgbClr val="000000"/>
                          </a:solidFill>
                          <a:effectLst/>
                          <a:latin typeface="Santander Text Light" panose="020B0304020201020104" pitchFamily="34" charset="0"/>
                          <a:ea typeface="Times New Roman" panose="02020603050405020304" pitchFamily="18" charset="0"/>
                          <a:cs typeface="Times New Roman" panose="02020603050405020304" pitchFamily="18" charset="0"/>
                        </a:rPr>
                        <a:t>F5</a:t>
                      </a:r>
                      <a:r>
                        <a:rPr lang="en-US" sz="900">
                          <a:solidFill>
                            <a:srgbClr val="000000"/>
                          </a:solidFill>
                          <a:effectLst/>
                          <a:latin typeface="Santander Text Light" panose="020B0304020201020104" pitchFamily="34" charset="0"/>
                          <a:ea typeface="Times New Roman" panose="02020603050405020304" pitchFamily="18" charset="0"/>
                          <a:cs typeface="Times New Roman" panose="02020603050405020304" pitchFamily="18" charset="0"/>
                        </a:rPr>
                        <a:t>)</a:t>
                      </a:r>
                      <a:endParaRPr lang="pt-PT" sz="1000">
                        <a:effectLst/>
                        <a:latin typeface="Santander Text Light" panose="020B0304020201020104" pitchFamily="34" charset="0"/>
                        <a:ea typeface="Arial" panose="020B0604020202020204" pitchFamily="34" charset="0"/>
                        <a:cs typeface="Times New Roman" panose="02020603050405020304" pitchFamily="18" charset="0"/>
                      </a:endParaRPr>
                    </a:p>
                  </a:txBody>
                  <a:tcPr marL="73025" marR="73025" marT="36830" marB="36830" anchor="ctr">
                    <a:lnL>
                      <a:noFill/>
                    </a:lnL>
                    <a:lnR>
                      <a:noFill/>
                    </a:lnR>
                    <a:lnT>
                      <a:noFill/>
                    </a:lnT>
                    <a:lnB>
                      <a:noFill/>
                    </a:lnB>
                    <a:solidFill>
                      <a:srgbClr val="DDDDDD"/>
                    </a:solidFill>
                  </a:tcPr>
                </a:tc>
                <a:tc>
                  <a:txBody>
                    <a:bodyPr/>
                    <a:lstStyle/>
                    <a:p>
                      <a:pPr indent="-228600" algn="ctr">
                        <a:spcAft>
                          <a:spcPts val="600"/>
                        </a:spcAft>
                      </a:pPr>
                      <a:r>
                        <a:rPr lang="en-US" sz="900">
                          <a:solidFill>
                            <a:srgbClr val="000000"/>
                          </a:solidFill>
                          <a:effectLst/>
                          <a:latin typeface="Santander Text Light" panose="020B0304020201020104" pitchFamily="34" charset="0"/>
                          <a:ea typeface="Times New Roman" panose="02020603050405020304" pitchFamily="18" charset="0"/>
                          <a:cs typeface="Times New Roman" panose="02020603050405020304" pitchFamily="18" charset="0"/>
                        </a:rPr>
                        <a:t>West Europe</a:t>
                      </a:r>
                      <a:endParaRPr lang="pt-PT" sz="1000">
                        <a:effectLst/>
                        <a:latin typeface="Santander Text Light" panose="020B0304020201020104" pitchFamily="34" charset="0"/>
                        <a:ea typeface="Arial" panose="020B0604020202020204" pitchFamily="34" charset="0"/>
                        <a:cs typeface="Times New Roman" panose="02020603050405020304" pitchFamily="18" charset="0"/>
                      </a:endParaRPr>
                    </a:p>
                  </a:txBody>
                  <a:tcPr marL="73025" marR="73025" marT="36830" marB="36830">
                    <a:lnL>
                      <a:noFill/>
                    </a:lnL>
                    <a:lnR>
                      <a:noFill/>
                    </a:lnR>
                    <a:lnT>
                      <a:noFill/>
                    </a:lnT>
                    <a:lnB>
                      <a:noFill/>
                    </a:lnB>
                    <a:solidFill>
                      <a:srgbClr val="DDDDDD"/>
                    </a:solidFill>
                  </a:tcPr>
                </a:tc>
                <a:tc>
                  <a:txBody>
                    <a:bodyPr/>
                    <a:lstStyle/>
                    <a:p>
                      <a:pPr indent="-228600" algn="ctr">
                        <a:spcAft>
                          <a:spcPts val="600"/>
                        </a:spcAft>
                      </a:pPr>
                      <a:r>
                        <a:rPr lang="en-US" sz="900">
                          <a:solidFill>
                            <a:srgbClr val="FFFFFF"/>
                          </a:solidFill>
                          <a:effectLst/>
                          <a:latin typeface="Santander Text Light" panose="020B0304020201020104" pitchFamily="34" charset="0"/>
                          <a:ea typeface="Times New Roman" panose="02020603050405020304" pitchFamily="18" charset="0"/>
                          <a:cs typeface="Times New Roman" panose="02020603050405020304" pitchFamily="18" charset="0"/>
                        </a:rPr>
                        <a:t>PaaS</a:t>
                      </a:r>
                      <a:endParaRPr lang="pt-PT" sz="1000">
                        <a:effectLst/>
                        <a:latin typeface="Santander Text Light" panose="020B0304020201020104" pitchFamily="34" charset="0"/>
                        <a:ea typeface="Arial" panose="020B0604020202020204" pitchFamily="34" charset="0"/>
                        <a:cs typeface="Times New Roman" panose="02020603050405020304" pitchFamily="18" charset="0"/>
                      </a:endParaRPr>
                    </a:p>
                  </a:txBody>
                  <a:tcPr marL="73025" marR="73025" marT="36830" marB="36830" anchor="ctr">
                    <a:lnL>
                      <a:noFill/>
                    </a:lnL>
                    <a:lnR>
                      <a:noFill/>
                    </a:lnR>
                    <a:lnT>
                      <a:noFill/>
                    </a:lnT>
                    <a:lnB>
                      <a:noFill/>
                    </a:lnB>
                    <a:solidFill>
                      <a:srgbClr val="0070C0"/>
                    </a:solidFill>
                  </a:tcPr>
                </a:tc>
                <a:tc>
                  <a:txBody>
                    <a:bodyPr/>
                    <a:lstStyle/>
                    <a:p>
                      <a:pPr indent="-228600" algn="ctr">
                        <a:spcAft>
                          <a:spcPts val="600"/>
                        </a:spcAft>
                      </a:pPr>
                      <a:r>
                        <a:rPr lang="en-US" sz="900">
                          <a:solidFill>
                            <a:srgbClr val="FFFFFF"/>
                          </a:solidFill>
                          <a:effectLst/>
                          <a:latin typeface="Santander Text Light" panose="020B0304020201020104" pitchFamily="34" charset="0"/>
                          <a:ea typeface="Times New Roman" panose="02020603050405020304" pitchFamily="18" charset="0"/>
                          <a:cs typeface="Times New Roman" panose="02020603050405020304" pitchFamily="18" charset="0"/>
                        </a:rPr>
                        <a:t>IaaS</a:t>
                      </a:r>
                      <a:endParaRPr lang="pt-PT" sz="1000">
                        <a:effectLst/>
                        <a:latin typeface="Santander Text Light" panose="020B0304020201020104" pitchFamily="34" charset="0"/>
                        <a:ea typeface="Arial" panose="020B0604020202020204" pitchFamily="34" charset="0"/>
                        <a:cs typeface="Times New Roman" panose="02020603050405020304" pitchFamily="18" charset="0"/>
                      </a:endParaRPr>
                    </a:p>
                  </a:txBody>
                  <a:tcPr marL="73025" marR="73025" marT="36830" marB="36830" anchor="ctr">
                    <a:lnL>
                      <a:noFill/>
                    </a:lnL>
                    <a:lnR>
                      <a:noFill/>
                    </a:lnR>
                    <a:lnT>
                      <a:noFill/>
                    </a:lnT>
                    <a:lnB>
                      <a:noFill/>
                    </a:lnB>
                    <a:solidFill>
                      <a:srgbClr val="A1A1A1"/>
                    </a:solidFill>
                  </a:tcPr>
                </a:tc>
                <a:extLst>
                  <a:ext uri="{0D108BD9-81ED-4DB2-BD59-A6C34878D82A}">
                    <a16:rowId xmlns:a16="http://schemas.microsoft.com/office/drawing/2014/main" val="1707417039"/>
                  </a:ext>
                </a:extLst>
              </a:tr>
              <a:tr h="0">
                <a:tc gridSpan="5">
                  <a:txBody>
                    <a:bodyPr/>
                    <a:lstStyle/>
                    <a:p>
                      <a:pPr indent="-228600" algn="l">
                        <a:spcAft>
                          <a:spcPts val="600"/>
                        </a:spcAft>
                      </a:pPr>
                      <a:r>
                        <a:rPr lang="en-US" sz="900" b="1">
                          <a:solidFill>
                            <a:srgbClr val="FFFFFF"/>
                          </a:solidFill>
                          <a:effectLst/>
                          <a:latin typeface="Santander Text Light" panose="020B0304020201020104" pitchFamily="34" charset="0"/>
                          <a:ea typeface="Times New Roman" panose="02020603050405020304" pitchFamily="18" charset="0"/>
                          <a:cs typeface="Times New Roman" panose="02020603050405020304" pitchFamily="18" charset="0"/>
                        </a:rPr>
                        <a:t>SANTANDER DevOps Server</a:t>
                      </a:r>
                      <a:r>
                        <a:rPr lang="en-US" sz="900">
                          <a:solidFill>
                            <a:srgbClr val="FFFFFF"/>
                          </a:solidFill>
                          <a:effectLst/>
                          <a:latin typeface="Santander Text Light" panose="020B0304020201020104" pitchFamily="34" charset="0"/>
                          <a:ea typeface="Times New Roman" panose="02020603050405020304" pitchFamily="18" charset="0"/>
                          <a:cs typeface="Times New Roman" panose="02020603050405020304" pitchFamily="18" charset="0"/>
                        </a:rPr>
                        <a:t> (TBD)</a:t>
                      </a:r>
                      <a:endParaRPr lang="pt-PT" sz="1000">
                        <a:effectLst/>
                        <a:latin typeface="Santander Text Light" panose="020B0304020201020104" pitchFamily="34" charset="0"/>
                        <a:ea typeface="Arial" panose="020B0604020202020204" pitchFamily="34" charset="0"/>
                        <a:cs typeface="Times New Roman" panose="02020603050405020304" pitchFamily="18" charset="0"/>
                      </a:endParaRPr>
                    </a:p>
                  </a:txBody>
                  <a:tcPr marL="73025" marR="73025" marT="36830" marB="36830" anchor="ctr">
                    <a:lnL>
                      <a:noFill/>
                    </a:lnL>
                    <a:lnR>
                      <a:noFill/>
                    </a:lnR>
                    <a:lnT>
                      <a:noFill/>
                    </a:lnT>
                    <a:lnB>
                      <a:noFill/>
                    </a:lnB>
                    <a:solidFill>
                      <a:srgbClr val="595959"/>
                    </a:solidFill>
                  </a:tcPr>
                </a:tc>
                <a:tc hMerge="1">
                  <a:txBody>
                    <a:bodyPr/>
                    <a:lstStyle/>
                    <a:p>
                      <a:endParaRPr lang="pt-PT"/>
                    </a:p>
                  </a:txBody>
                  <a:tcPr/>
                </a:tc>
                <a:tc hMerge="1">
                  <a:txBody>
                    <a:bodyPr/>
                    <a:lstStyle/>
                    <a:p>
                      <a:endParaRPr lang="pt-PT"/>
                    </a:p>
                  </a:txBody>
                  <a:tcPr/>
                </a:tc>
                <a:tc hMerge="1">
                  <a:txBody>
                    <a:bodyPr/>
                    <a:lstStyle/>
                    <a:p>
                      <a:endParaRPr lang="pt-PT"/>
                    </a:p>
                  </a:txBody>
                  <a:tcPr/>
                </a:tc>
                <a:tc hMerge="1">
                  <a:txBody>
                    <a:bodyPr/>
                    <a:lstStyle/>
                    <a:p>
                      <a:endParaRPr lang="pt-PT"/>
                    </a:p>
                  </a:txBody>
                  <a:tcPr/>
                </a:tc>
                <a:extLst>
                  <a:ext uri="{0D108BD9-81ED-4DB2-BD59-A6C34878D82A}">
                    <a16:rowId xmlns:a16="http://schemas.microsoft.com/office/drawing/2014/main" val="3006678403"/>
                  </a:ext>
                </a:extLst>
              </a:tr>
              <a:tr h="0">
                <a:tc>
                  <a:txBody>
                    <a:bodyPr/>
                    <a:lstStyle/>
                    <a:p>
                      <a:pPr indent="-228600" algn="ctr">
                        <a:spcAft>
                          <a:spcPts val="600"/>
                        </a:spcAft>
                      </a:pPr>
                      <a:r>
                        <a:rPr lang="en-US" sz="900" b="1">
                          <a:solidFill>
                            <a:srgbClr val="000000"/>
                          </a:solidFill>
                          <a:effectLst/>
                          <a:latin typeface="Santander Text Light" panose="020B0304020201020104" pitchFamily="34" charset="0"/>
                          <a:ea typeface="Times New Roman" panose="02020603050405020304" pitchFamily="18" charset="0"/>
                          <a:cs typeface="Times New Roman" panose="02020603050405020304" pitchFamily="18" charset="0"/>
                        </a:rPr>
                        <a:t>2</a:t>
                      </a:r>
                      <a:endParaRPr lang="pt-PT" sz="1000">
                        <a:effectLst/>
                        <a:latin typeface="Santander Text Light" panose="020B0304020201020104" pitchFamily="34" charset="0"/>
                        <a:ea typeface="Arial" panose="020B0604020202020204" pitchFamily="34" charset="0"/>
                        <a:cs typeface="Times New Roman" panose="02020603050405020304" pitchFamily="18" charset="0"/>
                      </a:endParaRPr>
                    </a:p>
                  </a:txBody>
                  <a:tcPr marL="73025" marR="73025" marT="36830" marB="36830" anchor="ctr">
                    <a:lnL>
                      <a:noFill/>
                    </a:lnL>
                    <a:lnR>
                      <a:noFill/>
                    </a:lnR>
                    <a:lnT>
                      <a:noFill/>
                    </a:lnT>
                    <a:lnB>
                      <a:noFill/>
                    </a:lnB>
                    <a:solidFill>
                      <a:srgbClr val="DDDDDD"/>
                    </a:solidFill>
                  </a:tcPr>
                </a:tc>
                <a:tc>
                  <a:txBody>
                    <a:bodyPr/>
                    <a:lstStyle/>
                    <a:p>
                      <a:pPr indent="-228600" algn="just">
                        <a:spcAft>
                          <a:spcPts val="600"/>
                        </a:spcAft>
                      </a:pPr>
                      <a:r>
                        <a:rPr lang="en-US" sz="900">
                          <a:solidFill>
                            <a:srgbClr val="000000"/>
                          </a:solidFill>
                          <a:effectLst/>
                          <a:latin typeface="Santander Text Light" panose="020B0304020201020104" pitchFamily="34" charset="0"/>
                          <a:ea typeface="Times New Roman" panose="02020603050405020304" pitchFamily="18" charset="0"/>
                          <a:cs typeface="Times New Roman" panose="02020603050405020304" pitchFamily="18" charset="0"/>
                        </a:rPr>
                        <a:t>Azure DevOps Release Servers (</a:t>
                      </a:r>
                      <a:r>
                        <a:rPr lang="en-US" sz="900" i="1">
                          <a:solidFill>
                            <a:srgbClr val="000000"/>
                          </a:solidFill>
                          <a:effectLst/>
                          <a:latin typeface="Santander Text Light" panose="020B0304020201020104" pitchFamily="34" charset="0"/>
                          <a:ea typeface="Times New Roman" panose="02020603050405020304" pitchFamily="18" charset="0"/>
                          <a:cs typeface="Times New Roman" panose="02020603050405020304" pitchFamily="18" charset="0"/>
                        </a:rPr>
                        <a:t>Windows Server</a:t>
                      </a:r>
                      <a:r>
                        <a:rPr lang="en-US" sz="900">
                          <a:solidFill>
                            <a:srgbClr val="000000"/>
                          </a:solidFill>
                          <a:effectLst/>
                          <a:latin typeface="Santander Text Light" panose="020B0304020201020104" pitchFamily="34" charset="0"/>
                          <a:ea typeface="Times New Roman" panose="02020603050405020304" pitchFamily="18" charset="0"/>
                          <a:cs typeface="Times New Roman" panose="02020603050405020304" pitchFamily="18" charset="0"/>
                        </a:rPr>
                        <a:t>)</a:t>
                      </a:r>
                      <a:endParaRPr lang="pt-PT" sz="1000">
                        <a:effectLst/>
                        <a:latin typeface="Santander Text Light" panose="020B0304020201020104" pitchFamily="34" charset="0"/>
                        <a:ea typeface="Arial" panose="020B0604020202020204" pitchFamily="34" charset="0"/>
                        <a:cs typeface="Times New Roman" panose="02020603050405020304" pitchFamily="18" charset="0"/>
                      </a:endParaRPr>
                    </a:p>
                  </a:txBody>
                  <a:tcPr marL="73025" marR="73025" marT="36830" marB="36830" anchor="ctr">
                    <a:lnL>
                      <a:noFill/>
                    </a:lnL>
                    <a:lnR>
                      <a:noFill/>
                    </a:lnR>
                    <a:lnT>
                      <a:noFill/>
                    </a:lnT>
                    <a:lnB>
                      <a:noFill/>
                    </a:lnB>
                    <a:solidFill>
                      <a:srgbClr val="DDDDDD"/>
                    </a:solidFill>
                  </a:tcPr>
                </a:tc>
                <a:tc>
                  <a:txBody>
                    <a:bodyPr/>
                    <a:lstStyle/>
                    <a:p>
                      <a:pPr indent="-228600" algn="ctr">
                        <a:spcAft>
                          <a:spcPts val="600"/>
                        </a:spcAft>
                      </a:pPr>
                      <a:r>
                        <a:rPr lang="en-US" sz="900">
                          <a:solidFill>
                            <a:srgbClr val="000000"/>
                          </a:solidFill>
                          <a:effectLst/>
                          <a:latin typeface="Santander Text Light" panose="020B0304020201020104" pitchFamily="34" charset="0"/>
                          <a:ea typeface="Times New Roman" panose="02020603050405020304" pitchFamily="18" charset="0"/>
                          <a:cs typeface="Times New Roman" panose="02020603050405020304" pitchFamily="18" charset="0"/>
                        </a:rPr>
                        <a:t>West Europe</a:t>
                      </a:r>
                      <a:endParaRPr lang="pt-PT" sz="1000">
                        <a:effectLst/>
                        <a:latin typeface="Santander Text Light" panose="020B0304020201020104" pitchFamily="34" charset="0"/>
                        <a:ea typeface="Arial" panose="020B0604020202020204" pitchFamily="34" charset="0"/>
                        <a:cs typeface="Times New Roman" panose="02020603050405020304" pitchFamily="18" charset="0"/>
                      </a:endParaRPr>
                    </a:p>
                  </a:txBody>
                  <a:tcPr marL="73025" marR="73025" marT="36830" marB="36830" anchor="ctr">
                    <a:lnL>
                      <a:noFill/>
                    </a:lnL>
                    <a:lnR>
                      <a:noFill/>
                    </a:lnR>
                    <a:lnT>
                      <a:noFill/>
                    </a:lnT>
                    <a:lnB>
                      <a:noFill/>
                    </a:lnB>
                    <a:solidFill>
                      <a:srgbClr val="DDDDDD"/>
                    </a:solidFill>
                  </a:tcPr>
                </a:tc>
                <a:tc gridSpan="2">
                  <a:txBody>
                    <a:bodyPr/>
                    <a:lstStyle/>
                    <a:p>
                      <a:pPr indent="-228600" algn="ctr">
                        <a:spcAft>
                          <a:spcPts val="600"/>
                        </a:spcAft>
                      </a:pPr>
                      <a:r>
                        <a:rPr lang="en-US" sz="900">
                          <a:solidFill>
                            <a:srgbClr val="FFFFFF"/>
                          </a:solidFill>
                          <a:effectLst/>
                          <a:latin typeface="Santander Text Light" panose="020B0304020201020104" pitchFamily="34" charset="0"/>
                          <a:ea typeface="Times New Roman" panose="02020603050405020304" pitchFamily="18" charset="0"/>
                          <a:cs typeface="Times New Roman" panose="02020603050405020304" pitchFamily="18" charset="0"/>
                        </a:rPr>
                        <a:t>IaaS</a:t>
                      </a:r>
                      <a:endParaRPr lang="pt-PT" sz="1000">
                        <a:effectLst/>
                        <a:latin typeface="Santander Text Light" panose="020B0304020201020104" pitchFamily="34" charset="0"/>
                        <a:ea typeface="Arial" panose="020B0604020202020204" pitchFamily="34" charset="0"/>
                        <a:cs typeface="Times New Roman" panose="02020603050405020304" pitchFamily="18" charset="0"/>
                      </a:endParaRPr>
                    </a:p>
                  </a:txBody>
                  <a:tcPr marL="73025" marR="73025" marT="36830" marB="36830" anchor="ctr">
                    <a:lnL>
                      <a:noFill/>
                    </a:lnL>
                    <a:lnR>
                      <a:noFill/>
                    </a:lnR>
                    <a:lnT>
                      <a:noFill/>
                    </a:lnT>
                    <a:lnB>
                      <a:noFill/>
                    </a:lnB>
                    <a:solidFill>
                      <a:srgbClr val="A1A1A1"/>
                    </a:solidFill>
                  </a:tcPr>
                </a:tc>
                <a:tc hMerge="1">
                  <a:txBody>
                    <a:bodyPr/>
                    <a:lstStyle/>
                    <a:p>
                      <a:endParaRPr lang="pt-PT"/>
                    </a:p>
                  </a:txBody>
                  <a:tcPr/>
                </a:tc>
                <a:extLst>
                  <a:ext uri="{0D108BD9-81ED-4DB2-BD59-A6C34878D82A}">
                    <a16:rowId xmlns:a16="http://schemas.microsoft.com/office/drawing/2014/main" val="99177658"/>
                  </a:ext>
                </a:extLst>
              </a:tr>
              <a:tr h="0">
                <a:tc gridSpan="5">
                  <a:txBody>
                    <a:bodyPr/>
                    <a:lstStyle/>
                    <a:p>
                      <a:pPr indent="-228600" algn="l">
                        <a:spcAft>
                          <a:spcPts val="600"/>
                        </a:spcAft>
                      </a:pPr>
                      <a:r>
                        <a:rPr lang="en-US" sz="900" b="1">
                          <a:solidFill>
                            <a:srgbClr val="FFFFFF"/>
                          </a:solidFill>
                          <a:effectLst/>
                          <a:latin typeface="Santander Text Light" panose="020B0304020201020104" pitchFamily="34" charset="0"/>
                          <a:ea typeface="Times New Roman" panose="02020603050405020304" pitchFamily="18" charset="0"/>
                          <a:cs typeface="Times New Roman" panose="02020603050405020304" pitchFamily="18" charset="0"/>
                        </a:rPr>
                        <a:t>External Domain Controllers</a:t>
                      </a:r>
                      <a:r>
                        <a:rPr lang="en-US" sz="900">
                          <a:solidFill>
                            <a:srgbClr val="FFFFFF"/>
                          </a:solidFill>
                          <a:effectLst/>
                          <a:latin typeface="Santander Text Light" panose="020B0304020201020104" pitchFamily="34" charset="0"/>
                          <a:ea typeface="Times New Roman" panose="02020603050405020304" pitchFamily="18" charset="0"/>
                          <a:cs typeface="Times New Roman" panose="02020603050405020304" pitchFamily="18" charset="0"/>
                        </a:rPr>
                        <a:t> (AD DS)</a:t>
                      </a:r>
                      <a:endParaRPr lang="pt-PT" sz="1000">
                        <a:effectLst/>
                        <a:latin typeface="Santander Text Light" panose="020B0304020201020104" pitchFamily="34" charset="0"/>
                        <a:ea typeface="Arial" panose="020B0604020202020204" pitchFamily="34" charset="0"/>
                        <a:cs typeface="Times New Roman" panose="02020603050405020304" pitchFamily="18" charset="0"/>
                      </a:endParaRPr>
                    </a:p>
                  </a:txBody>
                  <a:tcPr marL="73025" marR="73025" marT="36830" marB="36830" anchor="ctr">
                    <a:lnL>
                      <a:noFill/>
                    </a:lnL>
                    <a:lnR>
                      <a:noFill/>
                    </a:lnR>
                    <a:lnT>
                      <a:noFill/>
                    </a:lnT>
                    <a:lnB>
                      <a:noFill/>
                    </a:lnB>
                    <a:solidFill>
                      <a:srgbClr val="595959"/>
                    </a:solidFill>
                  </a:tcPr>
                </a:tc>
                <a:tc hMerge="1">
                  <a:txBody>
                    <a:bodyPr/>
                    <a:lstStyle/>
                    <a:p>
                      <a:endParaRPr lang="pt-PT"/>
                    </a:p>
                  </a:txBody>
                  <a:tcPr/>
                </a:tc>
                <a:tc hMerge="1">
                  <a:txBody>
                    <a:bodyPr/>
                    <a:lstStyle/>
                    <a:p>
                      <a:endParaRPr lang="pt-PT"/>
                    </a:p>
                  </a:txBody>
                  <a:tcPr/>
                </a:tc>
                <a:tc hMerge="1">
                  <a:txBody>
                    <a:bodyPr/>
                    <a:lstStyle/>
                    <a:p>
                      <a:endParaRPr lang="pt-PT"/>
                    </a:p>
                  </a:txBody>
                  <a:tcPr/>
                </a:tc>
                <a:tc hMerge="1">
                  <a:txBody>
                    <a:bodyPr/>
                    <a:lstStyle/>
                    <a:p>
                      <a:endParaRPr lang="pt-PT"/>
                    </a:p>
                  </a:txBody>
                  <a:tcPr/>
                </a:tc>
                <a:extLst>
                  <a:ext uri="{0D108BD9-81ED-4DB2-BD59-A6C34878D82A}">
                    <a16:rowId xmlns:a16="http://schemas.microsoft.com/office/drawing/2014/main" val="1656378581"/>
                  </a:ext>
                </a:extLst>
              </a:tr>
              <a:tr h="0">
                <a:tc>
                  <a:txBody>
                    <a:bodyPr/>
                    <a:lstStyle/>
                    <a:p>
                      <a:pPr indent="-228600" algn="ctr">
                        <a:spcAft>
                          <a:spcPts val="600"/>
                        </a:spcAft>
                      </a:pPr>
                      <a:r>
                        <a:rPr lang="en-US" sz="900" b="1">
                          <a:solidFill>
                            <a:srgbClr val="000000"/>
                          </a:solidFill>
                          <a:effectLst/>
                          <a:latin typeface="Santander Text Light" panose="020B0304020201020104" pitchFamily="34" charset="0"/>
                          <a:ea typeface="Times New Roman" panose="02020603050405020304" pitchFamily="18" charset="0"/>
                          <a:cs typeface="Times New Roman" panose="02020603050405020304" pitchFamily="18" charset="0"/>
                        </a:rPr>
                        <a:t>2</a:t>
                      </a:r>
                      <a:endParaRPr lang="pt-PT" sz="1000">
                        <a:effectLst/>
                        <a:latin typeface="Santander Text Light" panose="020B0304020201020104" pitchFamily="34" charset="0"/>
                        <a:ea typeface="Arial" panose="020B0604020202020204" pitchFamily="34" charset="0"/>
                        <a:cs typeface="Times New Roman" panose="02020603050405020304" pitchFamily="18" charset="0"/>
                      </a:endParaRPr>
                    </a:p>
                  </a:txBody>
                  <a:tcPr marL="73025" marR="73025" marT="36830" marB="36830" anchor="ctr">
                    <a:lnL>
                      <a:noFill/>
                    </a:lnL>
                    <a:lnR>
                      <a:noFill/>
                    </a:lnR>
                    <a:lnT>
                      <a:noFill/>
                    </a:lnT>
                    <a:lnB>
                      <a:noFill/>
                    </a:lnB>
                    <a:solidFill>
                      <a:srgbClr val="DDDDDD"/>
                    </a:solidFill>
                  </a:tcPr>
                </a:tc>
                <a:tc>
                  <a:txBody>
                    <a:bodyPr/>
                    <a:lstStyle/>
                    <a:p>
                      <a:pPr indent="-228600" algn="just">
                        <a:spcAft>
                          <a:spcPts val="600"/>
                        </a:spcAft>
                      </a:pPr>
                      <a:r>
                        <a:rPr lang="en-US" sz="900">
                          <a:solidFill>
                            <a:srgbClr val="000000"/>
                          </a:solidFill>
                          <a:effectLst/>
                          <a:latin typeface="Santander Text Light" panose="020B0304020201020104" pitchFamily="34" charset="0"/>
                          <a:ea typeface="Times New Roman" panose="02020603050405020304" pitchFamily="18" charset="0"/>
                          <a:cs typeface="Times New Roman" panose="02020603050405020304" pitchFamily="18" charset="0"/>
                        </a:rPr>
                        <a:t>Domain Controllers (AD DS) (</a:t>
                      </a:r>
                      <a:r>
                        <a:rPr lang="en-US" sz="900" i="1">
                          <a:solidFill>
                            <a:srgbClr val="000000"/>
                          </a:solidFill>
                          <a:effectLst/>
                          <a:latin typeface="Santander Text Light" panose="020B0304020201020104" pitchFamily="34" charset="0"/>
                          <a:ea typeface="Times New Roman" panose="02020603050405020304" pitchFamily="18" charset="0"/>
                          <a:cs typeface="Times New Roman" panose="02020603050405020304" pitchFamily="18" charset="0"/>
                        </a:rPr>
                        <a:t>Windows Server</a:t>
                      </a:r>
                      <a:r>
                        <a:rPr lang="en-US" sz="900">
                          <a:solidFill>
                            <a:srgbClr val="000000"/>
                          </a:solidFill>
                          <a:effectLst/>
                          <a:latin typeface="Santander Text Light" panose="020B0304020201020104" pitchFamily="34" charset="0"/>
                          <a:ea typeface="Times New Roman" panose="02020603050405020304" pitchFamily="18" charset="0"/>
                          <a:cs typeface="Times New Roman" panose="02020603050405020304" pitchFamily="18" charset="0"/>
                        </a:rPr>
                        <a:t>)</a:t>
                      </a:r>
                      <a:endParaRPr lang="pt-PT" sz="1000">
                        <a:effectLst/>
                        <a:latin typeface="Santander Text Light" panose="020B0304020201020104" pitchFamily="34" charset="0"/>
                        <a:ea typeface="Arial" panose="020B0604020202020204" pitchFamily="34" charset="0"/>
                        <a:cs typeface="Times New Roman" panose="02020603050405020304" pitchFamily="18" charset="0"/>
                      </a:endParaRPr>
                    </a:p>
                  </a:txBody>
                  <a:tcPr marL="73025" marR="73025" marT="36830" marB="36830" anchor="ctr">
                    <a:lnL>
                      <a:noFill/>
                    </a:lnL>
                    <a:lnR>
                      <a:noFill/>
                    </a:lnR>
                    <a:lnT>
                      <a:noFill/>
                    </a:lnT>
                    <a:lnB>
                      <a:noFill/>
                    </a:lnB>
                    <a:solidFill>
                      <a:srgbClr val="DDDDDD"/>
                    </a:solidFill>
                  </a:tcPr>
                </a:tc>
                <a:tc>
                  <a:txBody>
                    <a:bodyPr/>
                    <a:lstStyle/>
                    <a:p>
                      <a:pPr indent="-228600" algn="ctr">
                        <a:spcAft>
                          <a:spcPts val="600"/>
                        </a:spcAft>
                      </a:pPr>
                      <a:r>
                        <a:rPr lang="en-US" sz="900">
                          <a:solidFill>
                            <a:srgbClr val="000000"/>
                          </a:solidFill>
                          <a:effectLst/>
                          <a:latin typeface="Santander Text Light" panose="020B0304020201020104" pitchFamily="34" charset="0"/>
                          <a:ea typeface="Times New Roman" panose="02020603050405020304" pitchFamily="18" charset="0"/>
                          <a:cs typeface="Times New Roman" panose="02020603050405020304" pitchFamily="18" charset="0"/>
                        </a:rPr>
                        <a:t>West Europe</a:t>
                      </a:r>
                      <a:endParaRPr lang="pt-PT" sz="1000">
                        <a:effectLst/>
                        <a:latin typeface="Santander Text Light" panose="020B0304020201020104" pitchFamily="34" charset="0"/>
                        <a:ea typeface="Arial" panose="020B0604020202020204" pitchFamily="34" charset="0"/>
                        <a:cs typeface="Times New Roman" panose="02020603050405020304" pitchFamily="18" charset="0"/>
                      </a:endParaRPr>
                    </a:p>
                  </a:txBody>
                  <a:tcPr marL="73025" marR="73025" marT="36830" marB="36830" anchor="ctr">
                    <a:lnL>
                      <a:noFill/>
                    </a:lnL>
                    <a:lnR>
                      <a:noFill/>
                    </a:lnR>
                    <a:lnT>
                      <a:noFill/>
                    </a:lnT>
                    <a:lnB>
                      <a:noFill/>
                    </a:lnB>
                    <a:solidFill>
                      <a:srgbClr val="DDDDDD"/>
                    </a:solidFill>
                  </a:tcPr>
                </a:tc>
                <a:tc gridSpan="2">
                  <a:txBody>
                    <a:bodyPr/>
                    <a:lstStyle/>
                    <a:p>
                      <a:pPr indent="-228600" algn="ctr">
                        <a:spcAft>
                          <a:spcPts val="600"/>
                        </a:spcAft>
                      </a:pPr>
                      <a:r>
                        <a:rPr lang="en-US" sz="900">
                          <a:solidFill>
                            <a:srgbClr val="FFFFFF"/>
                          </a:solidFill>
                          <a:effectLst/>
                          <a:latin typeface="Santander Text Light" panose="020B0304020201020104" pitchFamily="34" charset="0"/>
                          <a:ea typeface="Times New Roman" panose="02020603050405020304" pitchFamily="18" charset="0"/>
                          <a:cs typeface="Times New Roman" panose="02020603050405020304" pitchFamily="18" charset="0"/>
                        </a:rPr>
                        <a:t>IaaS</a:t>
                      </a:r>
                      <a:endParaRPr lang="pt-PT" sz="1000">
                        <a:effectLst/>
                        <a:latin typeface="Santander Text Light" panose="020B0304020201020104" pitchFamily="34" charset="0"/>
                        <a:ea typeface="Arial" panose="020B0604020202020204" pitchFamily="34" charset="0"/>
                        <a:cs typeface="Times New Roman" panose="02020603050405020304" pitchFamily="18" charset="0"/>
                      </a:endParaRPr>
                    </a:p>
                  </a:txBody>
                  <a:tcPr marL="73025" marR="73025" marT="36830" marB="36830" anchor="ctr">
                    <a:lnL>
                      <a:noFill/>
                    </a:lnL>
                    <a:lnR>
                      <a:noFill/>
                    </a:lnR>
                    <a:lnT>
                      <a:noFill/>
                    </a:lnT>
                    <a:lnB>
                      <a:noFill/>
                    </a:lnB>
                    <a:solidFill>
                      <a:srgbClr val="A6A6A6"/>
                    </a:solidFill>
                  </a:tcPr>
                </a:tc>
                <a:tc hMerge="1">
                  <a:txBody>
                    <a:bodyPr/>
                    <a:lstStyle/>
                    <a:p>
                      <a:endParaRPr lang="pt-PT"/>
                    </a:p>
                  </a:txBody>
                  <a:tcPr/>
                </a:tc>
                <a:extLst>
                  <a:ext uri="{0D108BD9-81ED-4DB2-BD59-A6C34878D82A}">
                    <a16:rowId xmlns:a16="http://schemas.microsoft.com/office/drawing/2014/main" val="3843013949"/>
                  </a:ext>
                </a:extLst>
              </a:tr>
              <a:tr h="0">
                <a:tc gridSpan="5">
                  <a:txBody>
                    <a:bodyPr/>
                    <a:lstStyle/>
                    <a:p>
                      <a:pPr indent="-228600" algn="l">
                        <a:spcAft>
                          <a:spcPts val="600"/>
                        </a:spcAft>
                      </a:pPr>
                      <a:r>
                        <a:rPr lang="en-US" sz="900" b="1">
                          <a:solidFill>
                            <a:srgbClr val="FFFFFF"/>
                          </a:solidFill>
                          <a:effectLst/>
                          <a:latin typeface="Santander Text Light" panose="020B0304020201020104" pitchFamily="34" charset="0"/>
                          <a:ea typeface="Times New Roman" panose="02020603050405020304" pitchFamily="18" charset="0"/>
                          <a:cs typeface="Times New Roman" panose="02020603050405020304" pitchFamily="18" charset="0"/>
                        </a:rPr>
                        <a:t>Internal Domain Controllers</a:t>
                      </a:r>
                      <a:r>
                        <a:rPr lang="en-US" sz="900">
                          <a:solidFill>
                            <a:srgbClr val="FFFFFF"/>
                          </a:solidFill>
                          <a:effectLst/>
                          <a:latin typeface="Santander Text Light" panose="020B0304020201020104" pitchFamily="34" charset="0"/>
                          <a:ea typeface="Times New Roman" panose="02020603050405020304" pitchFamily="18" charset="0"/>
                          <a:cs typeface="Times New Roman" panose="02020603050405020304" pitchFamily="18" charset="0"/>
                        </a:rPr>
                        <a:t> (AD DS)</a:t>
                      </a:r>
                      <a:endParaRPr lang="pt-PT" sz="1000">
                        <a:effectLst/>
                        <a:latin typeface="Santander Text Light" panose="020B0304020201020104" pitchFamily="34" charset="0"/>
                        <a:ea typeface="Arial" panose="020B0604020202020204" pitchFamily="34" charset="0"/>
                        <a:cs typeface="Times New Roman" panose="02020603050405020304" pitchFamily="18" charset="0"/>
                      </a:endParaRPr>
                    </a:p>
                  </a:txBody>
                  <a:tcPr marL="73025" marR="73025" marT="36830" marB="36830" anchor="ctr">
                    <a:lnL>
                      <a:noFill/>
                    </a:lnL>
                    <a:lnR>
                      <a:noFill/>
                    </a:lnR>
                    <a:lnT>
                      <a:noFill/>
                    </a:lnT>
                    <a:lnB>
                      <a:noFill/>
                    </a:lnB>
                    <a:solidFill>
                      <a:srgbClr val="595959"/>
                    </a:solidFill>
                  </a:tcPr>
                </a:tc>
                <a:tc hMerge="1">
                  <a:txBody>
                    <a:bodyPr/>
                    <a:lstStyle/>
                    <a:p>
                      <a:endParaRPr lang="pt-PT"/>
                    </a:p>
                  </a:txBody>
                  <a:tcPr/>
                </a:tc>
                <a:tc hMerge="1">
                  <a:txBody>
                    <a:bodyPr/>
                    <a:lstStyle/>
                    <a:p>
                      <a:endParaRPr lang="pt-PT"/>
                    </a:p>
                  </a:txBody>
                  <a:tcPr/>
                </a:tc>
                <a:tc hMerge="1">
                  <a:txBody>
                    <a:bodyPr/>
                    <a:lstStyle/>
                    <a:p>
                      <a:endParaRPr lang="pt-PT"/>
                    </a:p>
                  </a:txBody>
                  <a:tcPr/>
                </a:tc>
                <a:tc hMerge="1">
                  <a:txBody>
                    <a:bodyPr/>
                    <a:lstStyle/>
                    <a:p>
                      <a:endParaRPr lang="pt-PT"/>
                    </a:p>
                  </a:txBody>
                  <a:tcPr/>
                </a:tc>
                <a:extLst>
                  <a:ext uri="{0D108BD9-81ED-4DB2-BD59-A6C34878D82A}">
                    <a16:rowId xmlns:a16="http://schemas.microsoft.com/office/drawing/2014/main" val="72460894"/>
                  </a:ext>
                </a:extLst>
              </a:tr>
              <a:tr h="0">
                <a:tc>
                  <a:txBody>
                    <a:bodyPr/>
                    <a:lstStyle/>
                    <a:p>
                      <a:pPr indent="-228600" algn="ctr">
                        <a:spcAft>
                          <a:spcPts val="600"/>
                        </a:spcAft>
                      </a:pPr>
                      <a:r>
                        <a:rPr lang="en-US" sz="900" b="1">
                          <a:solidFill>
                            <a:srgbClr val="000000"/>
                          </a:solidFill>
                          <a:effectLst/>
                          <a:latin typeface="Santander Text Light" panose="020B0304020201020104" pitchFamily="34" charset="0"/>
                          <a:ea typeface="Times New Roman" panose="02020603050405020304" pitchFamily="18" charset="0"/>
                          <a:cs typeface="Times New Roman" panose="02020603050405020304" pitchFamily="18" charset="0"/>
                        </a:rPr>
                        <a:t>2</a:t>
                      </a:r>
                      <a:endParaRPr lang="pt-PT" sz="1000">
                        <a:effectLst/>
                        <a:latin typeface="Santander Text Light" panose="020B0304020201020104" pitchFamily="34" charset="0"/>
                        <a:ea typeface="Arial" panose="020B0604020202020204" pitchFamily="34" charset="0"/>
                        <a:cs typeface="Times New Roman" panose="02020603050405020304" pitchFamily="18" charset="0"/>
                      </a:endParaRPr>
                    </a:p>
                  </a:txBody>
                  <a:tcPr marL="73025" marR="73025" marT="36830" marB="36830" anchor="ctr">
                    <a:lnL>
                      <a:noFill/>
                    </a:lnL>
                    <a:lnR>
                      <a:noFill/>
                    </a:lnR>
                    <a:lnT>
                      <a:noFill/>
                    </a:lnT>
                    <a:lnB>
                      <a:noFill/>
                    </a:lnB>
                    <a:solidFill>
                      <a:srgbClr val="DDDDDD"/>
                    </a:solidFill>
                  </a:tcPr>
                </a:tc>
                <a:tc>
                  <a:txBody>
                    <a:bodyPr/>
                    <a:lstStyle/>
                    <a:p>
                      <a:pPr indent="-228600" algn="just">
                        <a:spcAft>
                          <a:spcPts val="600"/>
                        </a:spcAft>
                      </a:pPr>
                      <a:r>
                        <a:rPr lang="en-US" sz="900" dirty="0">
                          <a:solidFill>
                            <a:srgbClr val="000000"/>
                          </a:solidFill>
                          <a:effectLst/>
                          <a:latin typeface="Santander Text Light" panose="020B0304020201020104" pitchFamily="34" charset="0"/>
                          <a:ea typeface="Times New Roman" panose="02020603050405020304" pitchFamily="18" charset="0"/>
                          <a:cs typeface="Times New Roman" panose="02020603050405020304" pitchFamily="18" charset="0"/>
                        </a:rPr>
                        <a:t>Domain Controllers (AD DS) (</a:t>
                      </a:r>
                      <a:r>
                        <a:rPr lang="en-US" sz="900" i="1" dirty="0">
                          <a:solidFill>
                            <a:srgbClr val="000000"/>
                          </a:solidFill>
                          <a:effectLst/>
                          <a:latin typeface="Santander Text Light" panose="020B0304020201020104" pitchFamily="34" charset="0"/>
                          <a:ea typeface="Times New Roman" panose="02020603050405020304" pitchFamily="18" charset="0"/>
                          <a:cs typeface="Times New Roman" panose="02020603050405020304" pitchFamily="18" charset="0"/>
                        </a:rPr>
                        <a:t>Windows Server</a:t>
                      </a:r>
                      <a:r>
                        <a:rPr lang="en-US" sz="900" dirty="0">
                          <a:solidFill>
                            <a:srgbClr val="000000"/>
                          </a:solidFill>
                          <a:effectLst/>
                          <a:latin typeface="Santander Text Light" panose="020B0304020201020104" pitchFamily="34" charset="0"/>
                          <a:ea typeface="Times New Roman" panose="02020603050405020304" pitchFamily="18" charset="0"/>
                          <a:cs typeface="Times New Roman" panose="02020603050405020304" pitchFamily="18" charset="0"/>
                        </a:rPr>
                        <a:t>)</a:t>
                      </a:r>
                      <a:endParaRPr lang="pt-PT" sz="1000" dirty="0">
                        <a:effectLst/>
                        <a:latin typeface="Santander Text Light" panose="020B0304020201020104" pitchFamily="34" charset="0"/>
                        <a:ea typeface="Arial" panose="020B0604020202020204" pitchFamily="34" charset="0"/>
                        <a:cs typeface="Times New Roman" panose="02020603050405020304" pitchFamily="18" charset="0"/>
                      </a:endParaRPr>
                    </a:p>
                  </a:txBody>
                  <a:tcPr marL="73025" marR="73025" marT="36830" marB="36830" anchor="ctr">
                    <a:lnL>
                      <a:noFill/>
                    </a:lnL>
                    <a:lnR>
                      <a:noFill/>
                    </a:lnR>
                    <a:lnT>
                      <a:noFill/>
                    </a:lnT>
                    <a:lnB>
                      <a:noFill/>
                    </a:lnB>
                    <a:solidFill>
                      <a:srgbClr val="DDDDDD"/>
                    </a:solidFill>
                  </a:tcPr>
                </a:tc>
                <a:tc>
                  <a:txBody>
                    <a:bodyPr/>
                    <a:lstStyle/>
                    <a:p>
                      <a:pPr indent="-228600" algn="ctr">
                        <a:spcAft>
                          <a:spcPts val="600"/>
                        </a:spcAft>
                      </a:pPr>
                      <a:r>
                        <a:rPr lang="en-US" sz="900">
                          <a:solidFill>
                            <a:srgbClr val="000000"/>
                          </a:solidFill>
                          <a:effectLst/>
                          <a:latin typeface="Santander Text Light" panose="020B0304020201020104" pitchFamily="34" charset="0"/>
                          <a:ea typeface="Times New Roman" panose="02020603050405020304" pitchFamily="18" charset="0"/>
                          <a:cs typeface="Times New Roman" panose="02020603050405020304" pitchFamily="18" charset="0"/>
                        </a:rPr>
                        <a:t>West Europe</a:t>
                      </a:r>
                      <a:endParaRPr lang="pt-PT" sz="1000">
                        <a:effectLst/>
                        <a:latin typeface="Santander Text Light" panose="020B0304020201020104" pitchFamily="34" charset="0"/>
                        <a:ea typeface="Arial" panose="020B0604020202020204" pitchFamily="34" charset="0"/>
                        <a:cs typeface="Times New Roman" panose="02020603050405020304" pitchFamily="18" charset="0"/>
                      </a:endParaRPr>
                    </a:p>
                  </a:txBody>
                  <a:tcPr marL="73025" marR="73025" marT="36830" marB="36830" anchor="ctr">
                    <a:lnL>
                      <a:noFill/>
                    </a:lnL>
                    <a:lnR>
                      <a:noFill/>
                    </a:lnR>
                    <a:lnT>
                      <a:noFill/>
                    </a:lnT>
                    <a:lnB>
                      <a:noFill/>
                    </a:lnB>
                    <a:solidFill>
                      <a:srgbClr val="DDDDDD"/>
                    </a:solidFill>
                  </a:tcPr>
                </a:tc>
                <a:tc gridSpan="2">
                  <a:txBody>
                    <a:bodyPr/>
                    <a:lstStyle/>
                    <a:p>
                      <a:pPr indent="-228600" algn="ctr">
                        <a:spcAft>
                          <a:spcPts val="600"/>
                        </a:spcAft>
                      </a:pPr>
                      <a:r>
                        <a:rPr lang="en-US" sz="900">
                          <a:solidFill>
                            <a:srgbClr val="FFFFFF"/>
                          </a:solidFill>
                          <a:effectLst/>
                          <a:latin typeface="Santander Text Light" panose="020B0304020201020104" pitchFamily="34" charset="0"/>
                          <a:ea typeface="Times New Roman" panose="02020603050405020304" pitchFamily="18" charset="0"/>
                          <a:cs typeface="Times New Roman" panose="02020603050405020304" pitchFamily="18" charset="0"/>
                        </a:rPr>
                        <a:t>IaaS</a:t>
                      </a:r>
                      <a:endParaRPr lang="pt-PT" sz="1000">
                        <a:effectLst/>
                        <a:latin typeface="Santander Text Light" panose="020B0304020201020104" pitchFamily="34" charset="0"/>
                        <a:ea typeface="Arial" panose="020B0604020202020204" pitchFamily="34" charset="0"/>
                        <a:cs typeface="Times New Roman" panose="02020603050405020304" pitchFamily="18" charset="0"/>
                      </a:endParaRPr>
                    </a:p>
                  </a:txBody>
                  <a:tcPr marL="73025" marR="73025" marT="36830" marB="36830">
                    <a:lnL>
                      <a:noFill/>
                    </a:lnL>
                    <a:lnR>
                      <a:noFill/>
                    </a:lnR>
                    <a:lnT>
                      <a:noFill/>
                    </a:lnT>
                    <a:lnB>
                      <a:noFill/>
                    </a:lnB>
                    <a:solidFill>
                      <a:srgbClr val="A6A6A6"/>
                    </a:solidFill>
                  </a:tcPr>
                </a:tc>
                <a:tc hMerge="1">
                  <a:txBody>
                    <a:bodyPr/>
                    <a:lstStyle/>
                    <a:p>
                      <a:endParaRPr lang="pt-PT"/>
                    </a:p>
                  </a:txBody>
                  <a:tcPr/>
                </a:tc>
                <a:extLst>
                  <a:ext uri="{0D108BD9-81ED-4DB2-BD59-A6C34878D82A}">
                    <a16:rowId xmlns:a16="http://schemas.microsoft.com/office/drawing/2014/main" val="4285892507"/>
                  </a:ext>
                </a:extLst>
              </a:tr>
              <a:tr h="0">
                <a:tc gridSpan="5">
                  <a:txBody>
                    <a:bodyPr/>
                    <a:lstStyle/>
                    <a:p>
                      <a:pPr indent="-228600" algn="l">
                        <a:spcAft>
                          <a:spcPts val="600"/>
                        </a:spcAft>
                      </a:pPr>
                      <a:r>
                        <a:rPr lang="en-US" sz="900" b="1">
                          <a:solidFill>
                            <a:srgbClr val="FFFFFF"/>
                          </a:solidFill>
                          <a:effectLst/>
                          <a:latin typeface="Santander Text Light" panose="020B0304020201020104" pitchFamily="34" charset="0"/>
                          <a:ea typeface="Times New Roman" panose="02020603050405020304" pitchFamily="18" charset="0"/>
                          <a:cs typeface="Times New Roman" panose="02020603050405020304" pitchFamily="18" charset="0"/>
                        </a:rPr>
                        <a:t>Jump Servers </a:t>
                      </a:r>
                      <a:endParaRPr lang="pt-PT" sz="1000">
                        <a:effectLst/>
                        <a:latin typeface="Santander Text Light" panose="020B0304020201020104" pitchFamily="34" charset="0"/>
                        <a:ea typeface="Arial" panose="020B0604020202020204" pitchFamily="34" charset="0"/>
                        <a:cs typeface="Times New Roman" panose="02020603050405020304" pitchFamily="18" charset="0"/>
                      </a:endParaRPr>
                    </a:p>
                  </a:txBody>
                  <a:tcPr marL="73025" marR="73025" marT="36830" marB="36830" anchor="ctr">
                    <a:lnL>
                      <a:noFill/>
                    </a:lnL>
                    <a:lnR>
                      <a:noFill/>
                    </a:lnR>
                    <a:lnT>
                      <a:noFill/>
                    </a:lnT>
                    <a:lnB>
                      <a:noFill/>
                    </a:lnB>
                    <a:solidFill>
                      <a:srgbClr val="595959"/>
                    </a:solidFill>
                  </a:tcPr>
                </a:tc>
                <a:tc hMerge="1">
                  <a:txBody>
                    <a:bodyPr/>
                    <a:lstStyle/>
                    <a:p>
                      <a:endParaRPr lang="pt-PT"/>
                    </a:p>
                  </a:txBody>
                  <a:tcPr/>
                </a:tc>
                <a:tc hMerge="1">
                  <a:txBody>
                    <a:bodyPr/>
                    <a:lstStyle/>
                    <a:p>
                      <a:endParaRPr lang="pt-PT"/>
                    </a:p>
                  </a:txBody>
                  <a:tcPr/>
                </a:tc>
                <a:tc hMerge="1">
                  <a:txBody>
                    <a:bodyPr/>
                    <a:lstStyle/>
                    <a:p>
                      <a:endParaRPr lang="pt-PT"/>
                    </a:p>
                  </a:txBody>
                  <a:tcPr/>
                </a:tc>
                <a:tc hMerge="1">
                  <a:txBody>
                    <a:bodyPr/>
                    <a:lstStyle/>
                    <a:p>
                      <a:endParaRPr lang="pt-PT"/>
                    </a:p>
                  </a:txBody>
                  <a:tcPr/>
                </a:tc>
                <a:extLst>
                  <a:ext uri="{0D108BD9-81ED-4DB2-BD59-A6C34878D82A}">
                    <a16:rowId xmlns:a16="http://schemas.microsoft.com/office/drawing/2014/main" val="1668459427"/>
                  </a:ext>
                </a:extLst>
              </a:tr>
              <a:tr h="0">
                <a:tc>
                  <a:txBody>
                    <a:bodyPr/>
                    <a:lstStyle/>
                    <a:p>
                      <a:pPr indent="-228600" algn="ctr">
                        <a:spcAft>
                          <a:spcPts val="600"/>
                        </a:spcAft>
                      </a:pPr>
                      <a:r>
                        <a:rPr lang="en-US" sz="900" b="1">
                          <a:solidFill>
                            <a:srgbClr val="000000"/>
                          </a:solidFill>
                          <a:effectLst/>
                          <a:latin typeface="Santander Text Light" panose="020B0304020201020104" pitchFamily="34" charset="0"/>
                          <a:ea typeface="Times New Roman" panose="02020603050405020304" pitchFamily="18" charset="0"/>
                          <a:cs typeface="Times New Roman" panose="02020603050405020304" pitchFamily="18" charset="0"/>
                        </a:rPr>
                        <a:t>1</a:t>
                      </a:r>
                      <a:endParaRPr lang="pt-PT" sz="1000">
                        <a:effectLst/>
                        <a:latin typeface="Santander Text Light" panose="020B0304020201020104" pitchFamily="34" charset="0"/>
                        <a:ea typeface="Arial" panose="020B0604020202020204" pitchFamily="34" charset="0"/>
                        <a:cs typeface="Times New Roman" panose="02020603050405020304" pitchFamily="18" charset="0"/>
                      </a:endParaRPr>
                    </a:p>
                  </a:txBody>
                  <a:tcPr marL="73025" marR="73025" marT="36830" marB="36830" anchor="ctr">
                    <a:lnL>
                      <a:noFill/>
                    </a:lnL>
                    <a:lnR>
                      <a:noFill/>
                    </a:lnR>
                    <a:lnT>
                      <a:noFill/>
                    </a:lnT>
                    <a:lnB>
                      <a:noFill/>
                    </a:lnB>
                    <a:solidFill>
                      <a:srgbClr val="DDDDDD"/>
                    </a:solidFill>
                  </a:tcPr>
                </a:tc>
                <a:tc>
                  <a:txBody>
                    <a:bodyPr/>
                    <a:lstStyle/>
                    <a:p>
                      <a:pPr indent="-228600" algn="just">
                        <a:spcAft>
                          <a:spcPts val="600"/>
                        </a:spcAft>
                      </a:pPr>
                      <a:r>
                        <a:rPr lang="en-US" sz="900">
                          <a:solidFill>
                            <a:srgbClr val="000000"/>
                          </a:solidFill>
                          <a:effectLst/>
                          <a:latin typeface="Santander Text Light" panose="020B0304020201020104" pitchFamily="34" charset="0"/>
                          <a:ea typeface="Times New Roman" panose="02020603050405020304" pitchFamily="18" charset="0"/>
                          <a:cs typeface="Times New Roman" panose="02020603050405020304" pitchFamily="18" charset="0"/>
                        </a:rPr>
                        <a:t>Operations Jumpbox (</a:t>
                      </a:r>
                      <a:r>
                        <a:rPr lang="en-US" sz="900" i="1">
                          <a:solidFill>
                            <a:srgbClr val="000000"/>
                          </a:solidFill>
                          <a:effectLst/>
                          <a:latin typeface="Santander Text Light" panose="020B0304020201020104" pitchFamily="34" charset="0"/>
                          <a:ea typeface="Times New Roman" panose="02020603050405020304" pitchFamily="18" charset="0"/>
                          <a:cs typeface="Times New Roman" panose="02020603050405020304" pitchFamily="18" charset="0"/>
                        </a:rPr>
                        <a:t>Windows Server</a:t>
                      </a:r>
                      <a:r>
                        <a:rPr lang="en-US" sz="900">
                          <a:solidFill>
                            <a:srgbClr val="000000"/>
                          </a:solidFill>
                          <a:effectLst/>
                          <a:latin typeface="Santander Text Light" panose="020B0304020201020104" pitchFamily="34" charset="0"/>
                          <a:ea typeface="Times New Roman" panose="02020603050405020304" pitchFamily="18" charset="0"/>
                          <a:cs typeface="Times New Roman" panose="02020603050405020304" pitchFamily="18" charset="0"/>
                        </a:rPr>
                        <a:t>)</a:t>
                      </a:r>
                      <a:endParaRPr lang="pt-PT" sz="1000">
                        <a:effectLst/>
                        <a:latin typeface="Santander Text Light" panose="020B0304020201020104" pitchFamily="34" charset="0"/>
                        <a:ea typeface="Arial" panose="020B0604020202020204" pitchFamily="34" charset="0"/>
                        <a:cs typeface="Times New Roman" panose="02020603050405020304" pitchFamily="18" charset="0"/>
                      </a:endParaRPr>
                    </a:p>
                  </a:txBody>
                  <a:tcPr marL="73025" marR="73025" marT="36830" marB="36830" anchor="ctr">
                    <a:lnL>
                      <a:noFill/>
                    </a:lnL>
                    <a:lnR>
                      <a:noFill/>
                    </a:lnR>
                    <a:lnT>
                      <a:noFill/>
                    </a:lnT>
                    <a:lnB>
                      <a:noFill/>
                    </a:lnB>
                    <a:solidFill>
                      <a:srgbClr val="DDDDDD"/>
                    </a:solidFill>
                  </a:tcPr>
                </a:tc>
                <a:tc>
                  <a:txBody>
                    <a:bodyPr/>
                    <a:lstStyle/>
                    <a:p>
                      <a:pPr indent="-228600" algn="ctr">
                        <a:spcAft>
                          <a:spcPts val="600"/>
                        </a:spcAft>
                      </a:pPr>
                      <a:r>
                        <a:rPr lang="en-US" sz="900">
                          <a:solidFill>
                            <a:srgbClr val="000000"/>
                          </a:solidFill>
                          <a:effectLst/>
                          <a:latin typeface="Santander Text Light" panose="020B0304020201020104" pitchFamily="34" charset="0"/>
                          <a:ea typeface="Times New Roman" panose="02020603050405020304" pitchFamily="18" charset="0"/>
                          <a:cs typeface="Times New Roman" panose="02020603050405020304" pitchFamily="18" charset="0"/>
                        </a:rPr>
                        <a:t>West Europe</a:t>
                      </a:r>
                      <a:endParaRPr lang="pt-PT" sz="1000">
                        <a:effectLst/>
                        <a:latin typeface="Santander Text Light" panose="020B0304020201020104" pitchFamily="34" charset="0"/>
                        <a:ea typeface="Arial" panose="020B0604020202020204" pitchFamily="34" charset="0"/>
                        <a:cs typeface="Times New Roman" panose="02020603050405020304" pitchFamily="18" charset="0"/>
                      </a:endParaRPr>
                    </a:p>
                  </a:txBody>
                  <a:tcPr marL="73025" marR="73025" marT="36830" marB="36830">
                    <a:lnL>
                      <a:noFill/>
                    </a:lnL>
                    <a:lnR>
                      <a:noFill/>
                    </a:lnR>
                    <a:lnT>
                      <a:noFill/>
                    </a:lnT>
                    <a:lnB>
                      <a:noFill/>
                    </a:lnB>
                    <a:solidFill>
                      <a:srgbClr val="DDDDDD"/>
                    </a:solidFill>
                  </a:tcPr>
                </a:tc>
                <a:tc gridSpan="2">
                  <a:txBody>
                    <a:bodyPr/>
                    <a:lstStyle/>
                    <a:p>
                      <a:pPr indent="-228600" algn="ctr">
                        <a:spcAft>
                          <a:spcPts val="600"/>
                        </a:spcAft>
                      </a:pPr>
                      <a:r>
                        <a:rPr lang="en-US" sz="900">
                          <a:solidFill>
                            <a:srgbClr val="FFFFFF"/>
                          </a:solidFill>
                          <a:effectLst/>
                          <a:latin typeface="Santander Text Light" panose="020B0304020201020104" pitchFamily="34" charset="0"/>
                          <a:ea typeface="Times New Roman" panose="02020603050405020304" pitchFamily="18" charset="0"/>
                          <a:cs typeface="Times New Roman" panose="02020603050405020304" pitchFamily="18" charset="0"/>
                        </a:rPr>
                        <a:t>IaaS</a:t>
                      </a:r>
                      <a:endParaRPr lang="pt-PT" sz="1000">
                        <a:effectLst/>
                        <a:latin typeface="Santander Text Light" panose="020B0304020201020104" pitchFamily="34" charset="0"/>
                        <a:ea typeface="Arial" panose="020B0604020202020204" pitchFamily="34" charset="0"/>
                        <a:cs typeface="Times New Roman" panose="02020603050405020304" pitchFamily="18" charset="0"/>
                      </a:endParaRPr>
                    </a:p>
                  </a:txBody>
                  <a:tcPr marL="73025" marR="73025" marT="36830" marB="36830">
                    <a:lnL>
                      <a:noFill/>
                    </a:lnL>
                    <a:lnR>
                      <a:noFill/>
                    </a:lnR>
                    <a:lnT>
                      <a:noFill/>
                    </a:lnT>
                    <a:lnB>
                      <a:noFill/>
                    </a:lnB>
                    <a:solidFill>
                      <a:srgbClr val="A6A6A6"/>
                    </a:solidFill>
                  </a:tcPr>
                </a:tc>
                <a:tc hMerge="1">
                  <a:txBody>
                    <a:bodyPr/>
                    <a:lstStyle/>
                    <a:p>
                      <a:endParaRPr lang="pt-PT"/>
                    </a:p>
                  </a:txBody>
                  <a:tcPr/>
                </a:tc>
                <a:extLst>
                  <a:ext uri="{0D108BD9-81ED-4DB2-BD59-A6C34878D82A}">
                    <a16:rowId xmlns:a16="http://schemas.microsoft.com/office/drawing/2014/main" val="305647819"/>
                  </a:ext>
                </a:extLst>
              </a:tr>
              <a:tr h="0">
                <a:tc>
                  <a:txBody>
                    <a:bodyPr/>
                    <a:lstStyle/>
                    <a:p>
                      <a:pPr indent="-228600" algn="ctr">
                        <a:spcAft>
                          <a:spcPts val="600"/>
                        </a:spcAft>
                      </a:pPr>
                      <a:r>
                        <a:rPr lang="en-US" sz="900" b="1">
                          <a:solidFill>
                            <a:srgbClr val="000000"/>
                          </a:solidFill>
                          <a:effectLst/>
                          <a:latin typeface="Santander Text Light" panose="020B0304020201020104" pitchFamily="34" charset="0"/>
                          <a:ea typeface="Times New Roman" panose="02020603050405020304" pitchFamily="18" charset="0"/>
                          <a:cs typeface="Times New Roman" panose="02020603050405020304" pitchFamily="18" charset="0"/>
                        </a:rPr>
                        <a:t>N</a:t>
                      </a:r>
                      <a:endParaRPr lang="pt-PT" sz="1000">
                        <a:effectLst/>
                        <a:latin typeface="Santander Text Light" panose="020B0304020201020104" pitchFamily="34" charset="0"/>
                        <a:ea typeface="Arial" panose="020B0604020202020204" pitchFamily="34" charset="0"/>
                        <a:cs typeface="Times New Roman" panose="02020603050405020304" pitchFamily="18" charset="0"/>
                      </a:endParaRPr>
                    </a:p>
                  </a:txBody>
                  <a:tcPr marL="73025" marR="73025" marT="36830" marB="36830" anchor="ctr">
                    <a:lnL>
                      <a:noFill/>
                    </a:lnL>
                    <a:lnR>
                      <a:noFill/>
                    </a:lnR>
                    <a:lnT>
                      <a:noFill/>
                    </a:lnT>
                    <a:lnB>
                      <a:noFill/>
                    </a:lnB>
                    <a:solidFill>
                      <a:srgbClr val="F2F2F2"/>
                    </a:solidFill>
                  </a:tcPr>
                </a:tc>
                <a:tc>
                  <a:txBody>
                    <a:bodyPr/>
                    <a:lstStyle/>
                    <a:p>
                      <a:pPr indent="-228600" algn="just">
                        <a:spcAft>
                          <a:spcPts val="600"/>
                        </a:spcAft>
                      </a:pPr>
                      <a:r>
                        <a:rPr lang="en-US" sz="900">
                          <a:solidFill>
                            <a:srgbClr val="000000"/>
                          </a:solidFill>
                          <a:effectLst/>
                          <a:latin typeface="Santander Text Light" panose="020B0304020201020104" pitchFamily="34" charset="0"/>
                          <a:ea typeface="Times New Roman" panose="02020603050405020304" pitchFamily="18" charset="0"/>
                          <a:cs typeface="Times New Roman" panose="02020603050405020304" pitchFamily="18" charset="0"/>
                        </a:rPr>
                        <a:t>Application \ Workloads Jumpbox (</a:t>
                      </a:r>
                      <a:r>
                        <a:rPr lang="en-US" sz="900" i="1">
                          <a:solidFill>
                            <a:srgbClr val="000000"/>
                          </a:solidFill>
                          <a:effectLst/>
                          <a:latin typeface="Santander Text Light" panose="020B0304020201020104" pitchFamily="34" charset="0"/>
                          <a:ea typeface="Times New Roman" panose="02020603050405020304" pitchFamily="18" charset="0"/>
                          <a:cs typeface="Times New Roman" panose="02020603050405020304" pitchFamily="18" charset="0"/>
                        </a:rPr>
                        <a:t>Windows Server</a:t>
                      </a:r>
                      <a:r>
                        <a:rPr lang="en-US" sz="900">
                          <a:solidFill>
                            <a:srgbClr val="000000"/>
                          </a:solidFill>
                          <a:effectLst/>
                          <a:latin typeface="Santander Text Light" panose="020B0304020201020104" pitchFamily="34" charset="0"/>
                          <a:ea typeface="Times New Roman" panose="02020603050405020304" pitchFamily="18" charset="0"/>
                          <a:cs typeface="Times New Roman" panose="02020603050405020304" pitchFamily="18" charset="0"/>
                        </a:rPr>
                        <a:t>)</a:t>
                      </a:r>
                      <a:endParaRPr lang="pt-PT" sz="1000">
                        <a:effectLst/>
                        <a:latin typeface="Santander Text Light" panose="020B0304020201020104" pitchFamily="34" charset="0"/>
                        <a:ea typeface="Arial" panose="020B0604020202020204" pitchFamily="34" charset="0"/>
                        <a:cs typeface="Times New Roman" panose="02020603050405020304" pitchFamily="18" charset="0"/>
                      </a:endParaRPr>
                    </a:p>
                  </a:txBody>
                  <a:tcPr marL="73025" marR="73025" marT="36830" marB="36830" anchor="ctr">
                    <a:lnL>
                      <a:noFill/>
                    </a:lnL>
                    <a:lnR>
                      <a:noFill/>
                    </a:lnR>
                    <a:lnT>
                      <a:noFill/>
                    </a:lnT>
                    <a:lnB>
                      <a:noFill/>
                    </a:lnB>
                    <a:solidFill>
                      <a:srgbClr val="F2F2F2"/>
                    </a:solidFill>
                  </a:tcPr>
                </a:tc>
                <a:tc>
                  <a:txBody>
                    <a:bodyPr/>
                    <a:lstStyle/>
                    <a:p>
                      <a:pPr indent="-228600" algn="ctr">
                        <a:spcAft>
                          <a:spcPts val="600"/>
                        </a:spcAft>
                      </a:pPr>
                      <a:r>
                        <a:rPr lang="en-US" sz="900">
                          <a:solidFill>
                            <a:srgbClr val="000000"/>
                          </a:solidFill>
                          <a:effectLst/>
                          <a:latin typeface="Santander Text Light" panose="020B0304020201020104" pitchFamily="34" charset="0"/>
                          <a:ea typeface="Times New Roman" panose="02020603050405020304" pitchFamily="18" charset="0"/>
                          <a:cs typeface="Times New Roman" panose="02020603050405020304" pitchFamily="18" charset="0"/>
                        </a:rPr>
                        <a:t>West Europe</a:t>
                      </a:r>
                      <a:endParaRPr lang="pt-PT" sz="1000">
                        <a:effectLst/>
                        <a:latin typeface="Santander Text Light" panose="020B0304020201020104" pitchFamily="34" charset="0"/>
                        <a:ea typeface="Arial" panose="020B0604020202020204" pitchFamily="34" charset="0"/>
                        <a:cs typeface="Times New Roman" panose="02020603050405020304" pitchFamily="18" charset="0"/>
                      </a:endParaRPr>
                    </a:p>
                  </a:txBody>
                  <a:tcPr marL="73025" marR="73025" marT="36830" marB="36830">
                    <a:lnL>
                      <a:noFill/>
                    </a:lnL>
                    <a:lnR>
                      <a:noFill/>
                    </a:lnR>
                    <a:lnT>
                      <a:noFill/>
                    </a:lnT>
                    <a:lnB>
                      <a:noFill/>
                    </a:lnB>
                    <a:solidFill>
                      <a:srgbClr val="F2F2F2"/>
                    </a:solidFill>
                  </a:tcPr>
                </a:tc>
                <a:tc gridSpan="2">
                  <a:txBody>
                    <a:bodyPr/>
                    <a:lstStyle/>
                    <a:p>
                      <a:pPr indent="-228600" algn="ctr">
                        <a:spcAft>
                          <a:spcPts val="600"/>
                        </a:spcAft>
                      </a:pPr>
                      <a:r>
                        <a:rPr lang="en-US" sz="900">
                          <a:solidFill>
                            <a:srgbClr val="FFFFFF"/>
                          </a:solidFill>
                          <a:effectLst/>
                          <a:latin typeface="Santander Text Light" panose="020B0304020201020104" pitchFamily="34" charset="0"/>
                          <a:ea typeface="Times New Roman" panose="02020603050405020304" pitchFamily="18" charset="0"/>
                          <a:cs typeface="Times New Roman" panose="02020603050405020304" pitchFamily="18" charset="0"/>
                        </a:rPr>
                        <a:t>IaaS</a:t>
                      </a:r>
                      <a:endParaRPr lang="pt-PT" sz="1000">
                        <a:effectLst/>
                        <a:latin typeface="Santander Text Light" panose="020B0304020201020104" pitchFamily="34" charset="0"/>
                        <a:ea typeface="Arial" panose="020B0604020202020204" pitchFamily="34" charset="0"/>
                        <a:cs typeface="Times New Roman" panose="02020603050405020304" pitchFamily="18" charset="0"/>
                      </a:endParaRPr>
                    </a:p>
                  </a:txBody>
                  <a:tcPr marL="73025" marR="73025" marT="36830" marB="36830">
                    <a:lnL>
                      <a:noFill/>
                    </a:lnL>
                    <a:lnR>
                      <a:noFill/>
                    </a:lnR>
                    <a:lnT>
                      <a:noFill/>
                    </a:lnT>
                    <a:lnB>
                      <a:noFill/>
                    </a:lnB>
                    <a:solidFill>
                      <a:srgbClr val="A6A6A6"/>
                    </a:solidFill>
                  </a:tcPr>
                </a:tc>
                <a:tc hMerge="1">
                  <a:txBody>
                    <a:bodyPr/>
                    <a:lstStyle/>
                    <a:p>
                      <a:endParaRPr lang="pt-PT"/>
                    </a:p>
                  </a:txBody>
                  <a:tcPr/>
                </a:tc>
                <a:extLst>
                  <a:ext uri="{0D108BD9-81ED-4DB2-BD59-A6C34878D82A}">
                    <a16:rowId xmlns:a16="http://schemas.microsoft.com/office/drawing/2014/main" val="2788486458"/>
                  </a:ext>
                </a:extLst>
              </a:tr>
              <a:tr h="0">
                <a:tc>
                  <a:txBody>
                    <a:bodyPr/>
                    <a:lstStyle/>
                    <a:p>
                      <a:pPr indent="-228600" algn="ctr">
                        <a:spcAft>
                          <a:spcPts val="600"/>
                        </a:spcAft>
                      </a:pPr>
                      <a:r>
                        <a:rPr lang="en-US" sz="900" b="1">
                          <a:solidFill>
                            <a:srgbClr val="000000"/>
                          </a:solidFill>
                          <a:effectLst/>
                          <a:latin typeface="Santander Text Light" panose="020B0304020201020104" pitchFamily="34" charset="0"/>
                          <a:ea typeface="Times New Roman" panose="02020603050405020304" pitchFamily="18" charset="0"/>
                          <a:cs typeface="Times New Roman" panose="02020603050405020304" pitchFamily="18" charset="0"/>
                        </a:rPr>
                        <a:t>-</a:t>
                      </a:r>
                      <a:endParaRPr lang="pt-PT" sz="1000">
                        <a:effectLst/>
                        <a:latin typeface="Santander Text Light" panose="020B0304020201020104" pitchFamily="34" charset="0"/>
                        <a:ea typeface="Arial" panose="020B0604020202020204" pitchFamily="34" charset="0"/>
                        <a:cs typeface="Times New Roman" panose="02020603050405020304" pitchFamily="18" charset="0"/>
                      </a:endParaRPr>
                    </a:p>
                  </a:txBody>
                  <a:tcPr marL="73025" marR="73025" marT="36830" marB="36830" anchor="ctr">
                    <a:lnL>
                      <a:noFill/>
                    </a:lnL>
                    <a:lnR>
                      <a:noFill/>
                    </a:lnR>
                    <a:lnT>
                      <a:noFill/>
                    </a:lnT>
                    <a:lnB>
                      <a:noFill/>
                    </a:lnB>
                    <a:solidFill>
                      <a:srgbClr val="DDDDDD"/>
                    </a:solidFill>
                  </a:tcPr>
                </a:tc>
                <a:tc>
                  <a:txBody>
                    <a:bodyPr/>
                    <a:lstStyle/>
                    <a:p>
                      <a:pPr indent="-228600" algn="just">
                        <a:spcAft>
                          <a:spcPts val="600"/>
                        </a:spcAft>
                      </a:pPr>
                      <a:r>
                        <a:rPr lang="en-US" sz="900">
                          <a:solidFill>
                            <a:srgbClr val="000000"/>
                          </a:solidFill>
                          <a:effectLst/>
                          <a:latin typeface="Santander Text Light" panose="020B0304020201020104" pitchFamily="34" charset="0"/>
                          <a:ea typeface="Times New Roman" panose="02020603050405020304" pitchFamily="18" charset="0"/>
                          <a:cs typeface="Times New Roman" panose="02020603050405020304" pitchFamily="18" charset="0"/>
                        </a:rPr>
                        <a:t>Azure Bastion (</a:t>
                      </a:r>
                      <a:r>
                        <a:rPr lang="en-US" sz="900" i="1">
                          <a:solidFill>
                            <a:srgbClr val="000000"/>
                          </a:solidFill>
                          <a:effectLst/>
                          <a:latin typeface="Santander Text Light" panose="020B0304020201020104" pitchFamily="34" charset="0"/>
                          <a:ea typeface="Times New Roman" panose="02020603050405020304" pitchFamily="18" charset="0"/>
                          <a:cs typeface="Times New Roman" panose="02020603050405020304" pitchFamily="18" charset="0"/>
                        </a:rPr>
                        <a:t>Preview</a:t>
                      </a:r>
                      <a:r>
                        <a:rPr lang="en-US" sz="900">
                          <a:solidFill>
                            <a:srgbClr val="000000"/>
                          </a:solidFill>
                          <a:effectLst/>
                          <a:latin typeface="Santander Text Light" panose="020B0304020201020104" pitchFamily="34" charset="0"/>
                          <a:ea typeface="Times New Roman" panose="02020603050405020304" pitchFamily="18" charset="0"/>
                          <a:cs typeface="Times New Roman" panose="02020603050405020304" pitchFamily="18" charset="0"/>
                        </a:rPr>
                        <a:t>)</a:t>
                      </a:r>
                      <a:endParaRPr lang="pt-PT" sz="1000">
                        <a:effectLst/>
                        <a:latin typeface="Santander Text Light" panose="020B0304020201020104" pitchFamily="34" charset="0"/>
                        <a:ea typeface="Arial" panose="020B0604020202020204" pitchFamily="34" charset="0"/>
                        <a:cs typeface="Times New Roman" panose="02020603050405020304" pitchFamily="18" charset="0"/>
                      </a:endParaRPr>
                    </a:p>
                  </a:txBody>
                  <a:tcPr marL="73025" marR="73025" marT="36830" marB="36830" anchor="ctr">
                    <a:lnL>
                      <a:noFill/>
                    </a:lnL>
                    <a:lnR>
                      <a:noFill/>
                    </a:lnR>
                    <a:lnT>
                      <a:noFill/>
                    </a:lnT>
                    <a:lnB>
                      <a:noFill/>
                    </a:lnB>
                    <a:solidFill>
                      <a:srgbClr val="DDDDDD"/>
                    </a:solidFill>
                  </a:tcPr>
                </a:tc>
                <a:tc>
                  <a:txBody>
                    <a:bodyPr/>
                    <a:lstStyle/>
                    <a:p>
                      <a:pPr indent="-228600" algn="ctr">
                        <a:spcAft>
                          <a:spcPts val="600"/>
                        </a:spcAft>
                      </a:pPr>
                      <a:r>
                        <a:rPr lang="en-US" sz="900">
                          <a:solidFill>
                            <a:srgbClr val="000000"/>
                          </a:solidFill>
                          <a:effectLst/>
                          <a:latin typeface="Santander Text Light" panose="020B0304020201020104" pitchFamily="34" charset="0"/>
                          <a:ea typeface="Times New Roman" panose="02020603050405020304" pitchFamily="18" charset="0"/>
                          <a:cs typeface="Times New Roman" panose="02020603050405020304" pitchFamily="18" charset="0"/>
                        </a:rPr>
                        <a:t>West Europe</a:t>
                      </a:r>
                      <a:endParaRPr lang="pt-PT" sz="1000">
                        <a:effectLst/>
                        <a:latin typeface="Santander Text Light" panose="020B0304020201020104" pitchFamily="34" charset="0"/>
                        <a:ea typeface="Arial" panose="020B0604020202020204" pitchFamily="34" charset="0"/>
                        <a:cs typeface="Times New Roman" panose="02020603050405020304" pitchFamily="18" charset="0"/>
                      </a:endParaRPr>
                    </a:p>
                  </a:txBody>
                  <a:tcPr marL="73025" marR="73025" marT="36830" marB="36830">
                    <a:lnL>
                      <a:noFill/>
                    </a:lnL>
                    <a:lnR>
                      <a:noFill/>
                    </a:lnR>
                    <a:lnT>
                      <a:noFill/>
                    </a:lnT>
                    <a:lnB>
                      <a:noFill/>
                    </a:lnB>
                    <a:solidFill>
                      <a:srgbClr val="DDDDDD"/>
                    </a:solidFill>
                  </a:tcPr>
                </a:tc>
                <a:tc gridSpan="2">
                  <a:txBody>
                    <a:bodyPr/>
                    <a:lstStyle/>
                    <a:p>
                      <a:pPr indent="-228600" algn="ctr">
                        <a:spcAft>
                          <a:spcPts val="600"/>
                        </a:spcAft>
                      </a:pPr>
                      <a:r>
                        <a:rPr lang="en-US" sz="900" dirty="0">
                          <a:solidFill>
                            <a:srgbClr val="FFFFFF"/>
                          </a:solidFill>
                          <a:effectLst/>
                          <a:latin typeface="Santander Text Light" panose="020B0304020201020104" pitchFamily="34" charset="0"/>
                          <a:ea typeface="Times New Roman" panose="02020603050405020304" pitchFamily="18" charset="0"/>
                          <a:cs typeface="Times New Roman" panose="02020603050405020304" pitchFamily="18" charset="0"/>
                        </a:rPr>
                        <a:t>PaaS</a:t>
                      </a:r>
                      <a:endParaRPr lang="pt-PT" sz="1000" dirty="0">
                        <a:effectLst/>
                        <a:latin typeface="Santander Text Light" panose="020B0304020201020104" pitchFamily="34" charset="0"/>
                        <a:ea typeface="Arial" panose="020B0604020202020204" pitchFamily="34" charset="0"/>
                        <a:cs typeface="Times New Roman" panose="02020603050405020304" pitchFamily="18" charset="0"/>
                      </a:endParaRPr>
                    </a:p>
                  </a:txBody>
                  <a:tcPr marL="73025" marR="73025" marT="36830" marB="36830">
                    <a:lnL>
                      <a:noFill/>
                    </a:lnL>
                    <a:lnR>
                      <a:noFill/>
                    </a:lnR>
                    <a:lnT>
                      <a:noFill/>
                    </a:lnT>
                    <a:lnB>
                      <a:noFill/>
                    </a:lnB>
                    <a:solidFill>
                      <a:srgbClr val="0070C0"/>
                    </a:solidFill>
                  </a:tcPr>
                </a:tc>
                <a:tc hMerge="1">
                  <a:txBody>
                    <a:bodyPr/>
                    <a:lstStyle/>
                    <a:p>
                      <a:endParaRPr lang="pt-PT"/>
                    </a:p>
                  </a:txBody>
                  <a:tcPr/>
                </a:tc>
                <a:extLst>
                  <a:ext uri="{0D108BD9-81ED-4DB2-BD59-A6C34878D82A}">
                    <a16:rowId xmlns:a16="http://schemas.microsoft.com/office/drawing/2014/main" val="2468086844"/>
                  </a:ext>
                </a:extLst>
              </a:tr>
            </a:tbl>
          </a:graphicData>
        </a:graphic>
      </p:graphicFrame>
      <p:pic>
        <p:nvPicPr>
          <p:cNvPr id="58" name="Picture 57">
            <a:extLst>
              <a:ext uri="{FF2B5EF4-FFF2-40B4-BE49-F238E27FC236}">
                <a16:creationId xmlns:a16="http://schemas.microsoft.com/office/drawing/2014/main" id="{AB524522-276F-BB1D-25DB-2936BF5D11BF}"/>
              </a:ext>
            </a:extLst>
          </p:cNvPr>
          <p:cNvPicPr>
            <a:picLocks noChangeAspect="1"/>
          </p:cNvPicPr>
          <p:nvPr/>
        </p:nvPicPr>
        <p:blipFill>
          <a:blip r:embed="rId3"/>
          <a:stretch>
            <a:fillRect/>
          </a:stretch>
        </p:blipFill>
        <p:spPr>
          <a:xfrm>
            <a:off x="8309499" y="1369853"/>
            <a:ext cx="1438245" cy="4078527"/>
          </a:xfrm>
          <a:prstGeom prst="rect">
            <a:avLst/>
          </a:prstGeom>
        </p:spPr>
      </p:pic>
      <p:sp>
        <p:nvSpPr>
          <p:cNvPr id="60" name="Text Placeholder 18">
            <a:extLst>
              <a:ext uri="{FF2B5EF4-FFF2-40B4-BE49-F238E27FC236}">
                <a16:creationId xmlns:a16="http://schemas.microsoft.com/office/drawing/2014/main" id="{BCE7B798-7239-3487-682A-D4E229F0F81C}"/>
              </a:ext>
            </a:extLst>
          </p:cNvPr>
          <p:cNvSpPr txBox="1">
            <a:spLocks/>
          </p:cNvSpPr>
          <p:nvPr/>
        </p:nvSpPr>
        <p:spPr>
          <a:xfrm rot="3188749">
            <a:off x="9582543" y="860156"/>
            <a:ext cx="2407303" cy="374498"/>
          </a:xfrm>
          <a:prstGeom prst="rect">
            <a:avLst/>
          </a:prstGeom>
          <a:solidFill>
            <a:schemeClr val="bg1"/>
          </a:solidFill>
          <a:ln>
            <a:solidFill>
              <a:schemeClr val="accent1"/>
            </a:solidFill>
          </a:ln>
        </p:spPr>
        <p:txBody>
          <a:bodyPr vert="horz" lIns="91440" tIns="45720" rIns="91440" bIns="45720" rtlCol="0" anchor="t">
            <a:noAutofit/>
          </a:bodyPr>
          <a:lstStyle>
            <a:lvl1pPr marL="0" indent="0" algn="l" defTabSz="914400" rtl="0" eaLnBrk="1" latinLnBrk="0" hangingPunct="1">
              <a:lnSpc>
                <a:spcPct val="90000"/>
              </a:lnSpc>
              <a:spcBef>
                <a:spcPts val="1000"/>
              </a:spcBef>
              <a:buFontTx/>
              <a:buNone/>
              <a:defRPr sz="1300" kern="1200">
                <a:solidFill>
                  <a:schemeClr val="accent1"/>
                </a:solidFill>
                <a:latin typeface="+mn-lt"/>
                <a:ea typeface="+mn-ea"/>
                <a:cs typeface="+mn-cs"/>
              </a:defRPr>
            </a:lvl1pPr>
            <a:lvl2pPr marL="457200" indent="0" algn="l" defTabSz="914400" rtl="0" eaLnBrk="1" latinLnBrk="0" hangingPunct="1">
              <a:lnSpc>
                <a:spcPct val="90000"/>
              </a:lnSpc>
              <a:spcBef>
                <a:spcPts val="500"/>
              </a:spcBef>
              <a:buFontTx/>
              <a:buNone/>
              <a:defRPr sz="11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Tx/>
              <a:buNone/>
              <a:defRPr sz="105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Tx/>
              <a:buNone/>
              <a:defRPr sz="10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Tx/>
              <a:buNone/>
              <a:defRPr sz="1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pt-PT" sz="2400" dirty="0"/>
              <a:t>ILUSTRATIVO</a:t>
            </a:r>
          </a:p>
        </p:txBody>
      </p:sp>
    </p:spTree>
    <p:extLst>
      <p:ext uri="{BB962C8B-B14F-4D97-AF65-F5344CB8AC3E}">
        <p14:creationId xmlns:p14="http://schemas.microsoft.com/office/powerpoint/2010/main" val="6166678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B1EEF5-3B76-5E26-2EC0-0294477EC270}"/>
            </a:ext>
          </a:extLst>
        </p:cNvPr>
        <p:cNvGrpSpPr/>
        <p:nvPr/>
      </p:nvGrpSpPr>
      <p:grpSpPr>
        <a:xfrm>
          <a:off x="0" y="0"/>
          <a:ext cx="0" cy="0"/>
          <a:chOff x="0" y="0"/>
          <a:chExt cx="0" cy="0"/>
        </a:xfrm>
      </p:grpSpPr>
      <p:sp>
        <p:nvSpPr>
          <p:cNvPr id="2" name="Slide Number Placeholder 3">
            <a:extLst>
              <a:ext uri="{FF2B5EF4-FFF2-40B4-BE49-F238E27FC236}">
                <a16:creationId xmlns:a16="http://schemas.microsoft.com/office/drawing/2014/main" id="{524E4F7D-DF57-8231-68F6-BF03F2B7D026}"/>
              </a:ext>
            </a:extLst>
          </p:cNvPr>
          <p:cNvSpPr>
            <a:spLocks noGrp="1"/>
          </p:cNvSpPr>
          <p:nvPr>
            <p:ph type="sldNum" sz="quarter" idx="12"/>
          </p:nvPr>
        </p:nvSpPr>
        <p:spPr>
          <a:xfrm>
            <a:off x="8730845" y="6209600"/>
            <a:ext cx="2743200" cy="365125"/>
          </a:xfrm>
        </p:spPr>
        <p:txBody>
          <a:bodyPr/>
          <a:lstStyle/>
          <a:p>
            <a:fld id="{BC0D97B6-E32F-4D7D-B839-7C3B51F2640F}" type="slidenum">
              <a:rPr lang="pt-PT" smtClean="0"/>
              <a:pPr/>
              <a:t>43</a:t>
            </a:fld>
            <a:endParaRPr lang="pt-PT" dirty="0"/>
          </a:p>
        </p:txBody>
      </p:sp>
      <p:sp>
        <p:nvSpPr>
          <p:cNvPr id="7" name="Marcador de texto 5">
            <a:extLst>
              <a:ext uri="{FF2B5EF4-FFF2-40B4-BE49-F238E27FC236}">
                <a16:creationId xmlns:a16="http://schemas.microsoft.com/office/drawing/2014/main" id="{F97CF112-5AA2-CFAA-41F2-26F8B1E4E506}"/>
              </a:ext>
            </a:extLst>
          </p:cNvPr>
          <p:cNvSpPr>
            <a:spLocks noGrp="1"/>
          </p:cNvSpPr>
          <p:nvPr>
            <p:ph type="body" sz="quarter" idx="14"/>
          </p:nvPr>
        </p:nvSpPr>
        <p:spPr>
          <a:xfrm>
            <a:off x="106420" y="114373"/>
            <a:ext cx="11547776" cy="538770"/>
          </a:xfrm>
        </p:spPr>
        <p:txBody>
          <a:bodyPr/>
          <a:lstStyle/>
          <a:p>
            <a:r>
              <a:rPr lang="pt-PT" sz="2400" dirty="0"/>
              <a:t>Desenho de Infraestrutura + LLD</a:t>
            </a:r>
            <a:br>
              <a:rPr lang="pt-PT" sz="2400" dirty="0"/>
            </a:br>
            <a:r>
              <a:rPr lang="pt-PT" sz="1800" dirty="0">
                <a:solidFill>
                  <a:schemeClr val="tx1">
                    <a:lumMod val="75000"/>
                    <a:lumOff val="25000"/>
                  </a:schemeClr>
                </a:solidFill>
              </a:rPr>
              <a:t>IaaS &amp; PaaS &amp; SaaS</a:t>
            </a:r>
            <a:br>
              <a:rPr lang="pt-PT" sz="1800" dirty="0">
                <a:solidFill>
                  <a:schemeClr val="tx1">
                    <a:lumMod val="75000"/>
                    <a:lumOff val="25000"/>
                  </a:schemeClr>
                </a:solidFill>
              </a:rPr>
            </a:br>
            <a:r>
              <a:rPr lang="pt-PT" sz="1800" dirty="0">
                <a:solidFill>
                  <a:schemeClr val="accent2">
                    <a:lumMod val="50000"/>
                  </a:schemeClr>
                </a:solidFill>
              </a:rPr>
              <a:t>Características de </a:t>
            </a:r>
            <a:r>
              <a:rPr lang="pt-PT" sz="1800" dirty="0" err="1">
                <a:solidFill>
                  <a:schemeClr val="accent2">
                    <a:lumMod val="50000"/>
                  </a:schemeClr>
                </a:solidFill>
              </a:rPr>
              <a:t>Storage</a:t>
            </a:r>
            <a:endParaRPr lang="pt-PT" sz="1800" dirty="0">
              <a:solidFill>
                <a:schemeClr val="accent2">
                  <a:lumMod val="50000"/>
                </a:schemeClr>
              </a:solidFill>
            </a:endParaRPr>
          </a:p>
        </p:txBody>
      </p:sp>
      <p:graphicFrame>
        <p:nvGraphicFramePr>
          <p:cNvPr id="3" name="Table 2">
            <a:extLst>
              <a:ext uri="{FF2B5EF4-FFF2-40B4-BE49-F238E27FC236}">
                <a16:creationId xmlns:a16="http://schemas.microsoft.com/office/drawing/2014/main" id="{52B918CD-875A-6BAD-12A1-4D40CFC8F81F}"/>
              </a:ext>
            </a:extLst>
          </p:cNvPr>
          <p:cNvGraphicFramePr>
            <a:graphicFrameLocks noGrp="1"/>
          </p:cNvGraphicFramePr>
          <p:nvPr>
            <p:extLst>
              <p:ext uri="{D42A27DB-BD31-4B8C-83A1-F6EECF244321}">
                <p14:modId xmlns:p14="http://schemas.microsoft.com/office/powerpoint/2010/main" val="1080233472"/>
              </p:ext>
            </p:extLst>
          </p:nvPr>
        </p:nvGraphicFramePr>
        <p:xfrm>
          <a:off x="4083098" y="4168465"/>
          <a:ext cx="7946143" cy="2427643"/>
        </p:xfrm>
        <a:graphic>
          <a:graphicData uri="http://schemas.openxmlformats.org/drawingml/2006/table">
            <a:tbl>
              <a:tblPr firstRow="1" firstCol="1" bandRow="1"/>
              <a:tblGrid>
                <a:gridCol w="1364489">
                  <a:extLst>
                    <a:ext uri="{9D8B030D-6E8A-4147-A177-3AD203B41FA5}">
                      <a16:colId xmlns:a16="http://schemas.microsoft.com/office/drawing/2014/main" val="3865973542"/>
                    </a:ext>
                  </a:extLst>
                </a:gridCol>
                <a:gridCol w="1567767">
                  <a:extLst>
                    <a:ext uri="{9D8B030D-6E8A-4147-A177-3AD203B41FA5}">
                      <a16:colId xmlns:a16="http://schemas.microsoft.com/office/drawing/2014/main" val="4066148534"/>
                    </a:ext>
                  </a:extLst>
                </a:gridCol>
                <a:gridCol w="1639306">
                  <a:extLst>
                    <a:ext uri="{9D8B030D-6E8A-4147-A177-3AD203B41FA5}">
                      <a16:colId xmlns:a16="http://schemas.microsoft.com/office/drawing/2014/main" val="828446121"/>
                    </a:ext>
                  </a:extLst>
                </a:gridCol>
                <a:gridCol w="1735232">
                  <a:extLst>
                    <a:ext uri="{9D8B030D-6E8A-4147-A177-3AD203B41FA5}">
                      <a16:colId xmlns:a16="http://schemas.microsoft.com/office/drawing/2014/main" val="2383917481"/>
                    </a:ext>
                  </a:extLst>
                </a:gridCol>
                <a:gridCol w="1639349">
                  <a:extLst>
                    <a:ext uri="{9D8B030D-6E8A-4147-A177-3AD203B41FA5}">
                      <a16:colId xmlns:a16="http://schemas.microsoft.com/office/drawing/2014/main" val="737151210"/>
                    </a:ext>
                  </a:extLst>
                </a:gridCol>
              </a:tblGrid>
              <a:tr h="491782">
                <a:tc>
                  <a:txBody>
                    <a:bodyPr/>
                    <a:lstStyle/>
                    <a:p>
                      <a:pPr indent="-228600">
                        <a:spcBef>
                          <a:spcPts val="300"/>
                        </a:spcBef>
                        <a:spcAft>
                          <a:spcPts val="300"/>
                        </a:spcAft>
                      </a:pPr>
                      <a:r>
                        <a:rPr lang="en-GB" sz="800" b="1" cap="all" dirty="0">
                          <a:solidFill>
                            <a:srgbClr val="FFFFFF"/>
                          </a:solidFill>
                          <a:effectLst/>
                          <a:latin typeface="Arial Black" panose="020B0A04020102020204" pitchFamily="34" charset="0"/>
                          <a:ea typeface="Arial,Times New Roman"/>
                          <a:cs typeface="Arial,Times New Roman"/>
                        </a:rPr>
                        <a:t> </a:t>
                      </a:r>
                      <a:endParaRPr lang="pt-PT" sz="1000" dirty="0">
                        <a:effectLst/>
                        <a:latin typeface="Arial" panose="020B0604020202020204" pitchFamily="34" charset="0"/>
                        <a:ea typeface="Arial" panose="020B0604020202020204" pitchFamily="34" charset="0"/>
                        <a:cs typeface="Times New Roman" panose="02020603050405020304" pitchFamily="18" charset="0"/>
                      </a:endParaRPr>
                    </a:p>
                  </a:txBody>
                  <a:tcPr marL="73025" marR="73025" marT="36830" marB="36830" anchor="ctr">
                    <a:lnL>
                      <a:noFill/>
                    </a:lnL>
                    <a:lnR>
                      <a:noFill/>
                    </a:lnR>
                    <a:lnT>
                      <a:noFill/>
                    </a:lnT>
                    <a:lnB>
                      <a:noFill/>
                    </a:lnB>
                    <a:solidFill>
                      <a:srgbClr val="FF0000"/>
                    </a:solidFill>
                  </a:tcPr>
                </a:tc>
                <a:tc>
                  <a:txBody>
                    <a:bodyPr/>
                    <a:lstStyle/>
                    <a:p>
                      <a:pPr indent="-228600">
                        <a:spcBef>
                          <a:spcPts val="300"/>
                        </a:spcBef>
                        <a:spcAft>
                          <a:spcPts val="300"/>
                        </a:spcAft>
                      </a:pPr>
                      <a:r>
                        <a:rPr lang="en-GB" sz="800" b="1" cap="all" dirty="0">
                          <a:solidFill>
                            <a:srgbClr val="FFFFFF"/>
                          </a:solidFill>
                          <a:effectLst/>
                          <a:latin typeface="Arial Black" panose="020B0A04020102020204" pitchFamily="34" charset="0"/>
                          <a:ea typeface="Arial,Times New Roman"/>
                          <a:cs typeface="Arial,Times New Roman"/>
                        </a:rPr>
                        <a:t>Locally Redundant (LRS)</a:t>
                      </a:r>
                      <a:endParaRPr lang="pt-PT" sz="1000" dirty="0">
                        <a:effectLst/>
                        <a:latin typeface="Arial" panose="020B0604020202020204" pitchFamily="34" charset="0"/>
                        <a:ea typeface="Arial" panose="020B0604020202020204" pitchFamily="34" charset="0"/>
                        <a:cs typeface="Times New Roman" panose="02020603050405020304" pitchFamily="18" charset="0"/>
                      </a:endParaRPr>
                    </a:p>
                  </a:txBody>
                  <a:tcPr marL="73025" marR="73025" marT="36830" marB="36830" anchor="ctr">
                    <a:lnL>
                      <a:noFill/>
                    </a:lnL>
                    <a:lnR>
                      <a:noFill/>
                    </a:lnR>
                    <a:lnT>
                      <a:noFill/>
                    </a:lnT>
                    <a:lnB>
                      <a:noFill/>
                    </a:lnB>
                    <a:solidFill>
                      <a:srgbClr val="FF0000"/>
                    </a:solidFill>
                  </a:tcPr>
                </a:tc>
                <a:tc>
                  <a:txBody>
                    <a:bodyPr/>
                    <a:lstStyle/>
                    <a:p>
                      <a:pPr indent="-228600">
                        <a:spcBef>
                          <a:spcPts val="300"/>
                        </a:spcBef>
                        <a:spcAft>
                          <a:spcPts val="300"/>
                        </a:spcAft>
                      </a:pPr>
                      <a:r>
                        <a:rPr lang="en-GB" sz="800" b="1" cap="all" dirty="0">
                          <a:solidFill>
                            <a:srgbClr val="FFFFFF"/>
                          </a:solidFill>
                          <a:effectLst/>
                          <a:latin typeface="Arial Black" panose="020B0A04020102020204" pitchFamily="34" charset="0"/>
                          <a:ea typeface="Arial,Times New Roman"/>
                          <a:cs typeface="Arial,Times New Roman"/>
                        </a:rPr>
                        <a:t>Zone Redundant (ZRS)</a:t>
                      </a:r>
                      <a:endParaRPr lang="pt-PT" sz="1000" dirty="0">
                        <a:effectLst/>
                        <a:latin typeface="Arial" panose="020B0604020202020204" pitchFamily="34" charset="0"/>
                        <a:ea typeface="Arial" panose="020B0604020202020204" pitchFamily="34" charset="0"/>
                        <a:cs typeface="Times New Roman" panose="02020603050405020304" pitchFamily="18" charset="0"/>
                      </a:endParaRPr>
                    </a:p>
                  </a:txBody>
                  <a:tcPr marL="73025" marR="73025" marT="36830" marB="36830" anchor="ctr">
                    <a:lnL>
                      <a:noFill/>
                    </a:lnL>
                    <a:lnR>
                      <a:noFill/>
                    </a:lnR>
                    <a:lnT>
                      <a:noFill/>
                    </a:lnT>
                    <a:lnB>
                      <a:noFill/>
                    </a:lnB>
                    <a:solidFill>
                      <a:srgbClr val="FF0000"/>
                    </a:solidFill>
                  </a:tcPr>
                </a:tc>
                <a:tc>
                  <a:txBody>
                    <a:bodyPr/>
                    <a:lstStyle/>
                    <a:p>
                      <a:pPr indent="-228600">
                        <a:spcBef>
                          <a:spcPts val="300"/>
                        </a:spcBef>
                        <a:spcAft>
                          <a:spcPts val="300"/>
                        </a:spcAft>
                      </a:pPr>
                      <a:r>
                        <a:rPr lang="en-GB" sz="800" b="1" cap="all" dirty="0">
                          <a:solidFill>
                            <a:srgbClr val="FFFFFF"/>
                          </a:solidFill>
                          <a:effectLst/>
                          <a:latin typeface="Arial Black" panose="020B0A04020102020204" pitchFamily="34" charset="0"/>
                          <a:ea typeface="Arial,Times New Roman"/>
                          <a:cs typeface="Arial,Times New Roman"/>
                        </a:rPr>
                        <a:t>Geo Redundant (GRS)</a:t>
                      </a:r>
                      <a:endParaRPr lang="pt-PT" sz="1000" dirty="0">
                        <a:effectLst/>
                        <a:latin typeface="Arial" panose="020B0604020202020204" pitchFamily="34" charset="0"/>
                        <a:ea typeface="Arial" panose="020B0604020202020204" pitchFamily="34" charset="0"/>
                        <a:cs typeface="Times New Roman" panose="02020603050405020304" pitchFamily="18" charset="0"/>
                      </a:endParaRPr>
                    </a:p>
                  </a:txBody>
                  <a:tcPr marL="73025" marR="73025" marT="36830" marB="36830" anchor="ctr">
                    <a:lnL>
                      <a:noFill/>
                    </a:lnL>
                    <a:lnR>
                      <a:noFill/>
                    </a:lnR>
                    <a:lnT>
                      <a:noFill/>
                    </a:lnT>
                    <a:lnB>
                      <a:noFill/>
                    </a:lnB>
                    <a:solidFill>
                      <a:srgbClr val="FF0000"/>
                    </a:solidFill>
                  </a:tcPr>
                </a:tc>
                <a:tc>
                  <a:txBody>
                    <a:bodyPr/>
                    <a:lstStyle/>
                    <a:p>
                      <a:pPr indent="-228600">
                        <a:spcBef>
                          <a:spcPts val="300"/>
                        </a:spcBef>
                        <a:spcAft>
                          <a:spcPts val="300"/>
                        </a:spcAft>
                      </a:pPr>
                      <a:r>
                        <a:rPr lang="en-GB" sz="800" b="1" cap="all" dirty="0">
                          <a:solidFill>
                            <a:srgbClr val="FFFFFF"/>
                          </a:solidFill>
                          <a:effectLst/>
                          <a:latin typeface="Arial Black" panose="020B0A04020102020204" pitchFamily="34" charset="0"/>
                          <a:ea typeface="Arial,Times New Roman"/>
                          <a:cs typeface="Arial,Times New Roman"/>
                        </a:rPr>
                        <a:t>Read Access Geo Redundant (RA GRS)</a:t>
                      </a:r>
                      <a:endParaRPr lang="pt-PT" sz="1000" dirty="0">
                        <a:effectLst/>
                        <a:latin typeface="Arial" panose="020B0604020202020204" pitchFamily="34" charset="0"/>
                        <a:ea typeface="Arial" panose="020B0604020202020204" pitchFamily="34" charset="0"/>
                        <a:cs typeface="Times New Roman" panose="02020603050405020304" pitchFamily="18" charset="0"/>
                      </a:endParaRPr>
                    </a:p>
                  </a:txBody>
                  <a:tcPr marL="73025" marR="73025" marT="36830" marB="36830" anchor="ctr">
                    <a:lnL>
                      <a:noFill/>
                    </a:lnL>
                    <a:lnR>
                      <a:noFill/>
                    </a:lnR>
                    <a:lnT>
                      <a:noFill/>
                    </a:lnT>
                    <a:lnB>
                      <a:noFill/>
                    </a:lnB>
                    <a:solidFill>
                      <a:srgbClr val="FF0000"/>
                    </a:solidFill>
                  </a:tcPr>
                </a:tc>
                <a:extLst>
                  <a:ext uri="{0D108BD9-81ED-4DB2-BD59-A6C34878D82A}">
                    <a16:rowId xmlns:a16="http://schemas.microsoft.com/office/drawing/2014/main" val="928465528"/>
                  </a:ext>
                </a:extLst>
              </a:tr>
              <a:tr h="1003464">
                <a:tc>
                  <a:txBody>
                    <a:bodyPr/>
                    <a:lstStyle/>
                    <a:p>
                      <a:pPr indent="-228600">
                        <a:spcAft>
                          <a:spcPts val="600"/>
                        </a:spcAft>
                      </a:pPr>
                      <a:r>
                        <a:rPr lang="en-GB" sz="900" dirty="0">
                          <a:solidFill>
                            <a:srgbClr val="000000"/>
                          </a:solidFill>
                          <a:effectLst/>
                          <a:latin typeface="Arial" panose="020B0604020202020204" pitchFamily="34" charset="0"/>
                          <a:ea typeface="Arial,Times New Roman"/>
                          <a:cs typeface="Arial,Times New Roman"/>
                        </a:rPr>
                        <a:t>Detail</a:t>
                      </a:r>
                      <a:endParaRPr lang="pt-PT" sz="1000" dirty="0">
                        <a:effectLst/>
                        <a:latin typeface="Arial" panose="020B0604020202020204" pitchFamily="34" charset="0"/>
                        <a:ea typeface="Arial" panose="020B0604020202020204" pitchFamily="34" charset="0"/>
                        <a:cs typeface="Times New Roman" panose="02020603050405020304" pitchFamily="18" charset="0"/>
                      </a:endParaRPr>
                    </a:p>
                  </a:txBody>
                  <a:tcPr marL="73025" marR="73025" marT="36830" marB="36830" anchor="ctr">
                    <a:lnL>
                      <a:noFill/>
                    </a:lnL>
                    <a:lnR>
                      <a:noFill/>
                    </a:lnR>
                    <a:lnT>
                      <a:noFill/>
                    </a:lnT>
                    <a:lnB>
                      <a:noFill/>
                    </a:lnB>
                    <a:noFill/>
                  </a:tcPr>
                </a:tc>
                <a:tc>
                  <a:txBody>
                    <a:bodyPr/>
                    <a:lstStyle/>
                    <a:p>
                      <a:pPr indent="-228600">
                        <a:spcAft>
                          <a:spcPts val="600"/>
                        </a:spcAft>
                      </a:pPr>
                      <a:r>
                        <a:rPr lang="en-GB" sz="900" dirty="0">
                          <a:solidFill>
                            <a:srgbClr val="000000"/>
                          </a:solidFill>
                          <a:effectLst/>
                          <a:latin typeface="Arial" panose="020B0604020202020204" pitchFamily="34" charset="0"/>
                          <a:ea typeface="Arial,Times New Roman"/>
                          <a:cs typeface="Arial,Times New Roman"/>
                        </a:rPr>
                        <a:t>Makes multiple synchronous copies of your data within a single </a:t>
                      </a:r>
                      <a:r>
                        <a:rPr lang="en-US" sz="900" dirty="0">
                          <a:solidFill>
                            <a:srgbClr val="000000"/>
                          </a:solidFill>
                          <a:effectLst/>
                          <a:latin typeface="Arial" panose="020B0604020202020204" pitchFamily="34" charset="0"/>
                          <a:ea typeface="Arial,Times New Roman"/>
                          <a:cs typeface="Arial,Times New Roman"/>
                        </a:rPr>
                        <a:t>datacenter</a:t>
                      </a:r>
                      <a:endParaRPr lang="pt-PT" sz="1000" dirty="0">
                        <a:effectLst/>
                        <a:latin typeface="Arial" panose="020B0604020202020204" pitchFamily="34" charset="0"/>
                        <a:ea typeface="Arial" panose="020B0604020202020204" pitchFamily="34" charset="0"/>
                        <a:cs typeface="Times New Roman" panose="02020603050405020304" pitchFamily="18" charset="0"/>
                      </a:endParaRPr>
                    </a:p>
                  </a:txBody>
                  <a:tcPr marL="73025" marR="73025" marT="36830" marB="36830" anchor="ctr">
                    <a:lnL>
                      <a:noFill/>
                    </a:lnL>
                    <a:lnR>
                      <a:noFill/>
                    </a:lnR>
                    <a:lnT>
                      <a:noFill/>
                    </a:lnT>
                    <a:lnB>
                      <a:noFill/>
                    </a:lnB>
                    <a:noFill/>
                  </a:tcPr>
                </a:tc>
                <a:tc>
                  <a:txBody>
                    <a:bodyPr/>
                    <a:lstStyle/>
                    <a:p>
                      <a:pPr indent="-228600">
                        <a:spcAft>
                          <a:spcPts val="600"/>
                        </a:spcAft>
                      </a:pPr>
                      <a:r>
                        <a:rPr lang="en-GB" sz="900" dirty="0">
                          <a:solidFill>
                            <a:srgbClr val="000000"/>
                          </a:solidFill>
                          <a:effectLst/>
                          <a:latin typeface="Arial" panose="020B0604020202020204" pitchFamily="34" charset="0"/>
                          <a:ea typeface="Arial,Times New Roman"/>
                          <a:cs typeface="Arial,Times New Roman"/>
                        </a:rPr>
                        <a:t>Stores three copies of data across multiple </a:t>
                      </a:r>
                      <a:r>
                        <a:rPr lang="en-US" sz="900" dirty="0">
                          <a:solidFill>
                            <a:srgbClr val="000000"/>
                          </a:solidFill>
                          <a:effectLst/>
                          <a:latin typeface="Arial" panose="020B0604020202020204" pitchFamily="34" charset="0"/>
                          <a:ea typeface="Arial,Times New Roman"/>
                          <a:cs typeface="Arial,Times New Roman"/>
                        </a:rPr>
                        <a:t>datacenters </a:t>
                      </a:r>
                      <a:r>
                        <a:rPr lang="en-GB" sz="900" dirty="0">
                          <a:solidFill>
                            <a:srgbClr val="000000"/>
                          </a:solidFill>
                          <a:effectLst/>
                          <a:latin typeface="Arial" panose="020B0604020202020204" pitchFamily="34" charset="0"/>
                          <a:ea typeface="Arial,Times New Roman"/>
                          <a:cs typeface="Arial,Times New Roman"/>
                        </a:rPr>
                        <a:t>within or across regions. For block blobs only.</a:t>
                      </a:r>
                      <a:endParaRPr lang="pt-PT" sz="1000" dirty="0">
                        <a:effectLst/>
                        <a:latin typeface="Arial" panose="020B0604020202020204" pitchFamily="34" charset="0"/>
                        <a:ea typeface="Arial" panose="020B0604020202020204" pitchFamily="34" charset="0"/>
                        <a:cs typeface="Times New Roman" panose="02020603050405020304" pitchFamily="18" charset="0"/>
                      </a:endParaRPr>
                    </a:p>
                  </a:txBody>
                  <a:tcPr marL="73025" marR="73025" marT="36830" marB="36830" anchor="ctr">
                    <a:lnL>
                      <a:noFill/>
                    </a:lnL>
                    <a:lnR>
                      <a:noFill/>
                    </a:lnR>
                    <a:lnT>
                      <a:noFill/>
                    </a:lnT>
                    <a:lnB>
                      <a:noFill/>
                    </a:lnB>
                    <a:noFill/>
                  </a:tcPr>
                </a:tc>
                <a:tc>
                  <a:txBody>
                    <a:bodyPr/>
                    <a:lstStyle/>
                    <a:p>
                      <a:pPr indent="-228600">
                        <a:spcAft>
                          <a:spcPts val="600"/>
                        </a:spcAft>
                      </a:pPr>
                      <a:r>
                        <a:rPr lang="en-GB" sz="900" dirty="0">
                          <a:solidFill>
                            <a:srgbClr val="000000"/>
                          </a:solidFill>
                          <a:effectLst/>
                          <a:latin typeface="Arial" panose="020B0604020202020204" pitchFamily="34" charset="0"/>
                          <a:ea typeface="Arial,Times New Roman"/>
                          <a:cs typeface="Arial,Times New Roman"/>
                        </a:rPr>
                        <a:t>Same as LRS, plus multiple asynchronous copies to a second </a:t>
                      </a:r>
                      <a:r>
                        <a:rPr lang="en-US" sz="900" dirty="0">
                          <a:solidFill>
                            <a:srgbClr val="000000"/>
                          </a:solidFill>
                          <a:effectLst/>
                          <a:latin typeface="Arial" panose="020B0604020202020204" pitchFamily="34" charset="0"/>
                          <a:ea typeface="Arial,Times New Roman"/>
                          <a:cs typeface="Arial,Times New Roman"/>
                        </a:rPr>
                        <a:t>datacenter</a:t>
                      </a:r>
                      <a:r>
                        <a:rPr lang="en-GB" sz="900" dirty="0">
                          <a:solidFill>
                            <a:srgbClr val="000000"/>
                          </a:solidFill>
                          <a:effectLst/>
                          <a:latin typeface="Arial" panose="020B0604020202020204" pitchFamily="34" charset="0"/>
                          <a:ea typeface="Arial,Times New Roman"/>
                          <a:cs typeface="Arial,Times New Roman"/>
                        </a:rPr>
                        <a:t> hundreds of miles away</a:t>
                      </a:r>
                      <a:endParaRPr lang="pt-PT" sz="1000" dirty="0">
                        <a:effectLst/>
                        <a:latin typeface="Arial" panose="020B0604020202020204" pitchFamily="34" charset="0"/>
                        <a:ea typeface="Arial" panose="020B0604020202020204" pitchFamily="34" charset="0"/>
                        <a:cs typeface="Times New Roman" panose="02020603050405020304" pitchFamily="18" charset="0"/>
                      </a:endParaRPr>
                    </a:p>
                  </a:txBody>
                  <a:tcPr marL="73025" marR="73025" marT="36830" marB="36830" anchor="ctr">
                    <a:lnL>
                      <a:noFill/>
                    </a:lnL>
                    <a:lnR>
                      <a:noFill/>
                    </a:lnR>
                    <a:lnT>
                      <a:noFill/>
                    </a:lnT>
                    <a:lnB>
                      <a:noFill/>
                    </a:lnB>
                    <a:noFill/>
                  </a:tcPr>
                </a:tc>
                <a:tc>
                  <a:txBody>
                    <a:bodyPr/>
                    <a:lstStyle/>
                    <a:p>
                      <a:pPr indent="-228600">
                        <a:spcAft>
                          <a:spcPts val="600"/>
                        </a:spcAft>
                      </a:pPr>
                      <a:r>
                        <a:rPr lang="en-GB" sz="900" dirty="0">
                          <a:solidFill>
                            <a:srgbClr val="000000"/>
                          </a:solidFill>
                          <a:effectLst/>
                          <a:latin typeface="Arial" panose="020B0604020202020204" pitchFamily="34" charset="0"/>
                          <a:ea typeface="Arial,Times New Roman"/>
                          <a:cs typeface="Arial,Times New Roman"/>
                        </a:rPr>
                        <a:t>Same as GRS, plus read access to the secondary </a:t>
                      </a:r>
                      <a:r>
                        <a:rPr lang="en-US" sz="900" dirty="0">
                          <a:solidFill>
                            <a:srgbClr val="000000"/>
                          </a:solidFill>
                          <a:effectLst/>
                          <a:latin typeface="Arial" panose="020B0604020202020204" pitchFamily="34" charset="0"/>
                          <a:ea typeface="Arial,Times New Roman"/>
                          <a:cs typeface="Arial,Times New Roman"/>
                        </a:rPr>
                        <a:t>datacenter</a:t>
                      </a:r>
                      <a:endParaRPr lang="pt-PT" sz="1000" dirty="0">
                        <a:effectLst/>
                        <a:latin typeface="Arial" panose="020B0604020202020204" pitchFamily="34" charset="0"/>
                        <a:ea typeface="Arial" panose="020B0604020202020204" pitchFamily="34" charset="0"/>
                        <a:cs typeface="Times New Roman" panose="02020603050405020304" pitchFamily="18" charset="0"/>
                      </a:endParaRPr>
                    </a:p>
                  </a:txBody>
                  <a:tcPr marL="73025" marR="73025" marT="36830" marB="36830" anchor="ctr">
                    <a:lnL>
                      <a:noFill/>
                    </a:lnL>
                    <a:lnR>
                      <a:noFill/>
                    </a:lnR>
                    <a:lnT>
                      <a:noFill/>
                    </a:lnT>
                    <a:lnB>
                      <a:noFill/>
                    </a:lnB>
                    <a:noFill/>
                  </a:tcPr>
                </a:tc>
                <a:extLst>
                  <a:ext uri="{0D108BD9-81ED-4DB2-BD59-A6C34878D82A}">
                    <a16:rowId xmlns:a16="http://schemas.microsoft.com/office/drawing/2014/main" val="2373876821"/>
                  </a:ext>
                </a:extLst>
              </a:tr>
              <a:tr h="235942">
                <a:tc>
                  <a:txBody>
                    <a:bodyPr/>
                    <a:lstStyle/>
                    <a:p>
                      <a:pPr indent="-228600">
                        <a:spcAft>
                          <a:spcPts val="600"/>
                        </a:spcAft>
                      </a:pPr>
                      <a:r>
                        <a:rPr lang="en-GB" sz="900">
                          <a:solidFill>
                            <a:srgbClr val="000000"/>
                          </a:solidFill>
                          <a:effectLst/>
                          <a:latin typeface="Arial" panose="020B0604020202020204" pitchFamily="34" charset="0"/>
                          <a:ea typeface="Arial,Times New Roman"/>
                          <a:cs typeface="Arial,Times New Roman"/>
                        </a:rPr>
                        <a:t>Total Copies</a:t>
                      </a:r>
                      <a:endParaRPr lang="pt-PT" sz="1000">
                        <a:effectLst/>
                        <a:latin typeface="Arial" panose="020B0604020202020204" pitchFamily="34" charset="0"/>
                        <a:ea typeface="Arial" panose="020B0604020202020204" pitchFamily="34" charset="0"/>
                        <a:cs typeface="Times New Roman" panose="02020603050405020304" pitchFamily="18" charset="0"/>
                      </a:endParaRPr>
                    </a:p>
                  </a:txBody>
                  <a:tcPr marL="73025" marR="73025" marT="36830" marB="36830" anchor="ctr">
                    <a:lnL>
                      <a:noFill/>
                    </a:lnL>
                    <a:lnR>
                      <a:noFill/>
                    </a:lnR>
                    <a:lnT>
                      <a:noFill/>
                    </a:lnT>
                    <a:lnB>
                      <a:noFill/>
                    </a:lnB>
                    <a:solidFill>
                      <a:srgbClr val="DDDDDD"/>
                    </a:solidFill>
                  </a:tcPr>
                </a:tc>
                <a:tc>
                  <a:txBody>
                    <a:bodyPr/>
                    <a:lstStyle/>
                    <a:p>
                      <a:pPr indent="-228600" algn="ctr">
                        <a:spcAft>
                          <a:spcPts val="600"/>
                        </a:spcAft>
                      </a:pPr>
                      <a:r>
                        <a:rPr lang="en-GB" sz="900">
                          <a:solidFill>
                            <a:srgbClr val="000000"/>
                          </a:solidFill>
                          <a:effectLst/>
                          <a:latin typeface="Arial" panose="020B0604020202020204" pitchFamily="34" charset="0"/>
                          <a:ea typeface="Arial,Times New Roman"/>
                          <a:cs typeface="Arial,Times New Roman"/>
                        </a:rPr>
                        <a:t>3</a:t>
                      </a:r>
                      <a:endParaRPr lang="pt-PT" sz="1000">
                        <a:effectLst/>
                        <a:latin typeface="Arial" panose="020B0604020202020204" pitchFamily="34" charset="0"/>
                        <a:ea typeface="Arial" panose="020B0604020202020204" pitchFamily="34" charset="0"/>
                        <a:cs typeface="Times New Roman" panose="02020603050405020304" pitchFamily="18" charset="0"/>
                      </a:endParaRPr>
                    </a:p>
                  </a:txBody>
                  <a:tcPr marL="73025" marR="73025" marT="36830" marB="36830" anchor="ctr">
                    <a:lnL>
                      <a:noFill/>
                    </a:lnL>
                    <a:lnR>
                      <a:noFill/>
                    </a:lnR>
                    <a:lnT>
                      <a:noFill/>
                    </a:lnT>
                    <a:lnB>
                      <a:noFill/>
                    </a:lnB>
                    <a:solidFill>
                      <a:srgbClr val="DDDDDD"/>
                    </a:solidFill>
                  </a:tcPr>
                </a:tc>
                <a:tc>
                  <a:txBody>
                    <a:bodyPr/>
                    <a:lstStyle/>
                    <a:p>
                      <a:pPr indent="-228600" algn="ctr">
                        <a:spcAft>
                          <a:spcPts val="600"/>
                        </a:spcAft>
                      </a:pPr>
                      <a:r>
                        <a:rPr lang="en-GB" sz="900">
                          <a:solidFill>
                            <a:srgbClr val="000000"/>
                          </a:solidFill>
                          <a:effectLst/>
                          <a:latin typeface="Arial" panose="020B0604020202020204" pitchFamily="34" charset="0"/>
                          <a:ea typeface="Arial,Times New Roman"/>
                          <a:cs typeface="Arial,Times New Roman"/>
                        </a:rPr>
                        <a:t>3</a:t>
                      </a:r>
                      <a:endParaRPr lang="pt-PT" sz="1000">
                        <a:effectLst/>
                        <a:latin typeface="Arial" panose="020B0604020202020204" pitchFamily="34" charset="0"/>
                        <a:ea typeface="Arial" panose="020B0604020202020204" pitchFamily="34" charset="0"/>
                        <a:cs typeface="Times New Roman" panose="02020603050405020304" pitchFamily="18" charset="0"/>
                      </a:endParaRPr>
                    </a:p>
                  </a:txBody>
                  <a:tcPr marL="73025" marR="73025" marT="36830" marB="36830" anchor="ctr">
                    <a:lnL>
                      <a:noFill/>
                    </a:lnL>
                    <a:lnR>
                      <a:noFill/>
                    </a:lnR>
                    <a:lnT>
                      <a:noFill/>
                    </a:lnT>
                    <a:lnB>
                      <a:noFill/>
                    </a:lnB>
                    <a:solidFill>
                      <a:srgbClr val="DDDDDD"/>
                    </a:solidFill>
                  </a:tcPr>
                </a:tc>
                <a:tc>
                  <a:txBody>
                    <a:bodyPr/>
                    <a:lstStyle/>
                    <a:p>
                      <a:pPr indent="-228600" algn="ctr">
                        <a:spcAft>
                          <a:spcPts val="600"/>
                        </a:spcAft>
                      </a:pPr>
                      <a:r>
                        <a:rPr lang="en-GB" sz="900">
                          <a:solidFill>
                            <a:srgbClr val="000000"/>
                          </a:solidFill>
                          <a:effectLst/>
                          <a:latin typeface="Arial" panose="020B0604020202020204" pitchFamily="34" charset="0"/>
                          <a:ea typeface="Arial,Times New Roman"/>
                          <a:cs typeface="Arial,Times New Roman"/>
                        </a:rPr>
                        <a:t>6</a:t>
                      </a:r>
                      <a:endParaRPr lang="pt-PT" sz="1000">
                        <a:effectLst/>
                        <a:latin typeface="Arial" panose="020B0604020202020204" pitchFamily="34" charset="0"/>
                        <a:ea typeface="Arial" panose="020B0604020202020204" pitchFamily="34" charset="0"/>
                        <a:cs typeface="Times New Roman" panose="02020603050405020304" pitchFamily="18" charset="0"/>
                      </a:endParaRPr>
                    </a:p>
                  </a:txBody>
                  <a:tcPr marL="73025" marR="73025" marT="36830" marB="36830" anchor="ctr">
                    <a:lnL>
                      <a:noFill/>
                    </a:lnL>
                    <a:lnR>
                      <a:noFill/>
                    </a:lnR>
                    <a:lnT>
                      <a:noFill/>
                    </a:lnT>
                    <a:lnB>
                      <a:noFill/>
                    </a:lnB>
                    <a:solidFill>
                      <a:srgbClr val="DDDDDD"/>
                    </a:solidFill>
                  </a:tcPr>
                </a:tc>
                <a:tc>
                  <a:txBody>
                    <a:bodyPr/>
                    <a:lstStyle/>
                    <a:p>
                      <a:pPr indent="-228600" algn="ctr">
                        <a:spcAft>
                          <a:spcPts val="600"/>
                        </a:spcAft>
                      </a:pPr>
                      <a:r>
                        <a:rPr lang="en-GB" sz="900">
                          <a:solidFill>
                            <a:srgbClr val="000000"/>
                          </a:solidFill>
                          <a:effectLst/>
                          <a:latin typeface="Arial" panose="020B0604020202020204" pitchFamily="34" charset="0"/>
                          <a:ea typeface="Arial,Times New Roman"/>
                          <a:cs typeface="Arial,Times New Roman"/>
                        </a:rPr>
                        <a:t>6</a:t>
                      </a:r>
                      <a:endParaRPr lang="pt-PT" sz="1000">
                        <a:effectLst/>
                        <a:latin typeface="Arial" panose="020B0604020202020204" pitchFamily="34" charset="0"/>
                        <a:ea typeface="Arial" panose="020B0604020202020204" pitchFamily="34" charset="0"/>
                        <a:cs typeface="Times New Roman" panose="02020603050405020304" pitchFamily="18" charset="0"/>
                      </a:endParaRPr>
                    </a:p>
                  </a:txBody>
                  <a:tcPr marL="73025" marR="73025" marT="36830" marB="36830" anchor="ctr">
                    <a:lnL>
                      <a:noFill/>
                    </a:lnL>
                    <a:lnR>
                      <a:noFill/>
                    </a:lnR>
                    <a:lnT>
                      <a:noFill/>
                    </a:lnT>
                    <a:lnB>
                      <a:noFill/>
                    </a:lnB>
                    <a:solidFill>
                      <a:srgbClr val="DDDDDD"/>
                    </a:solidFill>
                  </a:tcPr>
                </a:tc>
                <a:extLst>
                  <a:ext uri="{0D108BD9-81ED-4DB2-BD59-A6C34878D82A}">
                    <a16:rowId xmlns:a16="http://schemas.microsoft.com/office/drawing/2014/main" val="2613367365"/>
                  </a:ext>
                </a:extLst>
              </a:tr>
              <a:tr h="696455">
                <a:tc>
                  <a:txBody>
                    <a:bodyPr/>
                    <a:lstStyle/>
                    <a:p>
                      <a:pPr indent="-228600">
                        <a:spcAft>
                          <a:spcPts val="600"/>
                        </a:spcAft>
                      </a:pPr>
                      <a:r>
                        <a:rPr lang="en-GB" sz="900" dirty="0">
                          <a:solidFill>
                            <a:srgbClr val="000000"/>
                          </a:solidFill>
                          <a:effectLst/>
                          <a:latin typeface="Arial" panose="020B0604020202020204" pitchFamily="34" charset="0"/>
                          <a:ea typeface="Arial,Times New Roman"/>
                          <a:cs typeface="Arial,Times New Roman"/>
                        </a:rPr>
                        <a:t>Max Ingress/Egress per storage account</a:t>
                      </a:r>
                      <a:endParaRPr lang="pt-PT" sz="1000" dirty="0">
                        <a:effectLst/>
                        <a:latin typeface="Arial" panose="020B0604020202020204" pitchFamily="34" charset="0"/>
                        <a:ea typeface="Arial" panose="020B0604020202020204" pitchFamily="34" charset="0"/>
                        <a:cs typeface="Times New Roman" panose="02020603050405020304" pitchFamily="18" charset="0"/>
                      </a:endParaRPr>
                    </a:p>
                  </a:txBody>
                  <a:tcPr marL="73025" marR="73025" marT="36830" marB="36830" anchor="ctr">
                    <a:lnL>
                      <a:noFill/>
                    </a:lnL>
                    <a:lnR>
                      <a:noFill/>
                    </a:lnR>
                    <a:lnT>
                      <a:noFill/>
                    </a:lnT>
                    <a:lnB>
                      <a:noFill/>
                    </a:lnB>
                    <a:solidFill>
                      <a:srgbClr val="F2F2F2"/>
                    </a:solidFill>
                  </a:tcPr>
                </a:tc>
                <a:tc>
                  <a:txBody>
                    <a:bodyPr/>
                    <a:lstStyle/>
                    <a:p>
                      <a:pPr indent="-228600" algn="ctr">
                        <a:spcAft>
                          <a:spcPts val="600"/>
                        </a:spcAft>
                      </a:pPr>
                      <a:r>
                        <a:rPr lang="en-GB" sz="900" dirty="0">
                          <a:solidFill>
                            <a:srgbClr val="000000"/>
                          </a:solidFill>
                          <a:effectLst/>
                          <a:latin typeface="Arial" panose="020B0604020202020204" pitchFamily="34" charset="0"/>
                          <a:ea typeface="Arial,Times New Roman"/>
                          <a:cs typeface="Arial,Times New Roman"/>
                        </a:rPr>
                        <a:t>20/30 Gbps</a:t>
                      </a:r>
                      <a:endParaRPr lang="pt-PT" sz="1000" dirty="0">
                        <a:effectLst/>
                        <a:latin typeface="Arial" panose="020B0604020202020204" pitchFamily="34" charset="0"/>
                        <a:ea typeface="Arial" panose="020B0604020202020204" pitchFamily="34" charset="0"/>
                        <a:cs typeface="Times New Roman" panose="02020603050405020304" pitchFamily="18" charset="0"/>
                      </a:endParaRPr>
                    </a:p>
                  </a:txBody>
                  <a:tcPr marL="73025" marR="73025" marT="36830" marB="36830" anchor="ctr">
                    <a:lnL>
                      <a:noFill/>
                    </a:lnL>
                    <a:lnR>
                      <a:noFill/>
                    </a:lnR>
                    <a:lnT>
                      <a:noFill/>
                    </a:lnT>
                    <a:lnB>
                      <a:noFill/>
                    </a:lnB>
                    <a:solidFill>
                      <a:srgbClr val="F2F2F2"/>
                    </a:solidFill>
                  </a:tcPr>
                </a:tc>
                <a:tc>
                  <a:txBody>
                    <a:bodyPr/>
                    <a:lstStyle/>
                    <a:p>
                      <a:pPr indent="-228600" algn="ctr">
                        <a:spcAft>
                          <a:spcPts val="600"/>
                        </a:spcAft>
                      </a:pPr>
                      <a:r>
                        <a:rPr lang="en-GB" sz="900" dirty="0">
                          <a:solidFill>
                            <a:srgbClr val="000000"/>
                          </a:solidFill>
                          <a:effectLst/>
                          <a:latin typeface="Arial" panose="020B0604020202020204" pitchFamily="34" charset="0"/>
                          <a:ea typeface="Arial,Times New Roman"/>
                          <a:cs typeface="Arial,Times New Roman"/>
                        </a:rPr>
                        <a:t>10/20 Gbps</a:t>
                      </a:r>
                      <a:endParaRPr lang="pt-PT" sz="1000" dirty="0">
                        <a:effectLst/>
                        <a:latin typeface="Arial" panose="020B0604020202020204" pitchFamily="34" charset="0"/>
                        <a:ea typeface="Arial" panose="020B0604020202020204" pitchFamily="34" charset="0"/>
                        <a:cs typeface="Times New Roman" panose="02020603050405020304" pitchFamily="18" charset="0"/>
                      </a:endParaRPr>
                    </a:p>
                  </a:txBody>
                  <a:tcPr marL="73025" marR="73025" marT="36830" marB="36830" anchor="ctr">
                    <a:lnL>
                      <a:noFill/>
                    </a:lnL>
                    <a:lnR>
                      <a:noFill/>
                    </a:lnR>
                    <a:lnT>
                      <a:noFill/>
                    </a:lnT>
                    <a:lnB>
                      <a:noFill/>
                    </a:lnB>
                    <a:solidFill>
                      <a:srgbClr val="F2F2F2"/>
                    </a:solidFill>
                  </a:tcPr>
                </a:tc>
                <a:tc>
                  <a:txBody>
                    <a:bodyPr/>
                    <a:lstStyle/>
                    <a:p>
                      <a:pPr indent="-228600" algn="ctr">
                        <a:spcAft>
                          <a:spcPts val="600"/>
                        </a:spcAft>
                      </a:pPr>
                      <a:r>
                        <a:rPr lang="en-GB" sz="900" dirty="0">
                          <a:solidFill>
                            <a:srgbClr val="000000"/>
                          </a:solidFill>
                          <a:effectLst/>
                          <a:latin typeface="Arial" panose="020B0604020202020204" pitchFamily="34" charset="0"/>
                          <a:ea typeface="Arial,Times New Roman"/>
                          <a:cs typeface="Arial,Times New Roman"/>
                        </a:rPr>
                        <a:t>10/20 Gbps</a:t>
                      </a:r>
                      <a:endParaRPr lang="pt-PT" sz="1000" dirty="0">
                        <a:effectLst/>
                        <a:latin typeface="Arial" panose="020B0604020202020204" pitchFamily="34" charset="0"/>
                        <a:ea typeface="Arial" panose="020B0604020202020204" pitchFamily="34" charset="0"/>
                        <a:cs typeface="Times New Roman" panose="02020603050405020304" pitchFamily="18" charset="0"/>
                      </a:endParaRPr>
                    </a:p>
                  </a:txBody>
                  <a:tcPr marL="73025" marR="73025" marT="36830" marB="36830" anchor="ctr">
                    <a:lnL>
                      <a:noFill/>
                    </a:lnL>
                    <a:lnR>
                      <a:noFill/>
                    </a:lnR>
                    <a:lnT>
                      <a:noFill/>
                    </a:lnT>
                    <a:lnB>
                      <a:noFill/>
                    </a:lnB>
                    <a:solidFill>
                      <a:srgbClr val="F2F2F2"/>
                    </a:solidFill>
                  </a:tcPr>
                </a:tc>
                <a:tc>
                  <a:txBody>
                    <a:bodyPr/>
                    <a:lstStyle/>
                    <a:p>
                      <a:pPr indent="-228600" algn="ctr">
                        <a:spcAft>
                          <a:spcPts val="600"/>
                        </a:spcAft>
                      </a:pPr>
                      <a:r>
                        <a:rPr lang="en-GB" sz="900" dirty="0">
                          <a:solidFill>
                            <a:srgbClr val="000000"/>
                          </a:solidFill>
                          <a:effectLst/>
                          <a:latin typeface="Arial" panose="020B0604020202020204" pitchFamily="34" charset="0"/>
                          <a:ea typeface="Arial,Times New Roman"/>
                          <a:cs typeface="Arial,Times New Roman"/>
                        </a:rPr>
                        <a:t>-/20 Gbps</a:t>
                      </a:r>
                      <a:endParaRPr lang="pt-PT" sz="1000" dirty="0">
                        <a:effectLst/>
                        <a:latin typeface="Arial" panose="020B0604020202020204" pitchFamily="34" charset="0"/>
                        <a:ea typeface="Arial" panose="020B0604020202020204" pitchFamily="34" charset="0"/>
                        <a:cs typeface="Times New Roman" panose="02020603050405020304" pitchFamily="18" charset="0"/>
                      </a:endParaRPr>
                    </a:p>
                  </a:txBody>
                  <a:tcPr marL="73025" marR="73025" marT="36830" marB="36830" anchor="ctr">
                    <a:lnL>
                      <a:noFill/>
                    </a:lnL>
                    <a:lnR>
                      <a:noFill/>
                    </a:lnR>
                    <a:lnT>
                      <a:noFill/>
                    </a:lnT>
                    <a:lnB>
                      <a:noFill/>
                    </a:lnB>
                    <a:solidFill>
                      <a:srgbClr val="F2F2F2"/>
                    </a:solidFill>
                  </a:tcPr>
                </a:tc>
                <a:extLst>
                  <a:ext uri="{0D108BD9-81ED-4DB2-BD59-A6C34878D82A}">
                    <a16:rowId xmlns:a16="http://schemas.microsoft.com/office/drawing/2014/main" val="3249351747"/>
                  </a:ext>
                </a:extLst>
              </a:tr>
            </a:tbl>
          </a:graphicData>
        </a:graphic>
      </p:graphicFrame>
      <p:sp>
        <p:nvSpPr>
          <p:cNvPr id="4" name="Text Placeholder 6">
            <a:extLst>
              <a:ext uri="{FF2B5EF4-FFF2-40B4-BE49-F238E27FC236}">
                <a16:creationId xmlns:a16="http://schemas.microsoft.com/office/drawing/2014/main" id="{B23E38BA-B091-2717-ADEA-533F67546050}"/>
              </a:ext>
            </a:extLst>
          </p:cNvPr>
          <p:cNvSpPr txBox="1">
            <a:spLocks/>
          </p:cNvSpPr>
          <p:nvPr/>
        </p:nvSpPr>
        <p:spPr>
          <a:xfrm>
            <a:off x="682841" y="1191052"/>
            <a:ext cx="5715000" cy="3977694"/>
          </a:xfrm>
          <a:prstGeom prst="rect">
            <a:avLst/>
          </a:prstGeom>
        </p:spPr>
        <p:txBody>
          <a:bodyPr vert="horz" lIns="0" tIns="0" rIns="0" bIns="0" rtlCol="0">
            <a:noAutofit/>
          </a:bodyPr>
          <a:lstStyle>
            <a:lvl1pPr marL="0" indent="0" algn="l" defTabSz="914377" rtl="0" eaLnBrk="1" latinLnBrk="0" hangingPunct="1">
              <a:lnSpc>
                <a:spcPct val="80000"/>
              </a:lnSpc>
              <a:spcBef>
                <a:spcPts val="0"/>
              </a:spcBef>
              <a:spcAft>
                <a:spcPts val="600"/>
              </a:spcAft>
              <a:buFont typeface="Arial" panose="020B0604020202020204" pitchFamily="34" charset="0"/>
              <a:buNone/>
              <a:defRPr lang="en-US" sz="1400" b="0" kern="1200" cap="all" baseline="0" dirty="0" smtClean="0">
                <a:solidFill>
                  <a:schemeClr val="tx1">
                    <a:lumMod val="65000"/>
                    <a:lumOff val="35000"/>
                  </a:schemeClr>
                </a:solidFill>
                <a:latin typeface="+mj-lt"/>
                <a:ea typeface="+mn-ea"/>
                <a:cs typeface="+mn-cs"/>
              </a:defRPr>
            </a:lvl1pPr>
            <a:lvl2pPr marL="182875" indent="-182563" algn="l" defTabSz="914377" rtl="0" eaLnBrk="1" latinLnBrk="0" hangingPunct="1">
              <a:lnSpc>
                <a:spcPct val="100000"/>
              </a:lnSpc>
              <a:spcBef>
                <a:spcPts val="0"/>
              </a:spcBef>
              <a:spcAft>
                <a:spcPts val="600"/>
              </a:spcAft>
              <a:buFont typeface="Arial" panose="020B0604020202020204" pitchFamily="34" charset="0"/>
              <a:buChar char="•"/>
              <a:defRPr lang="en-US" sz="1400" kern="1200" dirty="0" smtClean="0">
                <a:solidFill>
                  <a:schemeClr val="tx1">
                    <a:lumMod val="65000"/>
                    <a:lumOff val="35000"/>
                  </a:schemeClr>
                </a:solidFill>
                <a:latin typeface="+mn-lt"/>
                <a:ea typeface="+mn-ea"/>
                <a:cs typeface="+mn-cs"/>
              </a:defRPr>
            </a:lvl2pPr>
            <a:lvl3pPr marL="365751" indent="-176213" algn="l" defTabSz="914377" rtl="0" eaLnBrk="1" latinLnBrk="0" hangingPunct="1">
              <a:lnSpc>
                <a:spcPct val="100000"/>
              </a:lnSpc>
              <a:spcBef>
                <a:spcPts val="0"/>
              </a:spcBef>
              <a:spcAft>
                <a:spcPts val="600"/>
              </a:spcAft>
              <a:buFont typeface="Symbol" panose="05050102010706020507" pitchFamily="18" charset="2"/>
              <a:buChar char="-"/>
              <a:defRPr lang="en-US" sz="1400" kern="1200" dirty="0" smtClean="0">
                <a:solidFill>
                  <a:schemeClr val="tx1">
                    <a:lumMod val="65000"/>
                    <a:lumOff val="35000"/>
                  </a:schemeClr>
                </a:solidFill>
                <a:latin typeface="+mn-lt"/>
                <a:ea typeface="+mn-ea"/>
                <a:cs typeface="+mn-cs"/>
              </a:defRPr>
            </a:lvl3pPr>
            <a:lvl4pPr marL="538163" indent="-168275" algn="l" defTabSz="914377" rtl="0" eaLnBrk="1" latinLnBrk="0" hangingPunct="1">
              <a:lnSpc>
                <a:spcPct val="100000"/>
              </a:lnSpc>
              <a:spcBef>
                <a:spcPts val="0"/>
              </a:spcBef>
              <a:spcAft>
                <a:spcPts val="600"/>
              </a:spcAft>
              <a:buFont typeface="Arial" panose="020B0604020202020204" pitchFamily="34" charset="0"/>
              <a:buChar char="•"/>
              <a:defRPr lang="en-US" sz="1400" kern="1200" dirty="0" smtClean="0">
                <a:solidFill>
                  <a:schemeClr val="tx1">
                    <a:lumMod val="65000"/>
                    <a:lumOff val="35000"/>
                  </a:schemeClr>
                </a:solidFill>
                <a:latin typeface="+mn-lt"/>
                <a:ea typeface="+mn-ea"/>
                <a:cs typeface="+mn-cs"/>
              </a:defRPr>
            </a:lvl4pPr>
            <a:lvl5pPr marL="720725" indent="-176213" algn="l" defTabSz="914377" rtl="0" eaLnBrk="1" latinLnBrk="0" hangingPunct="1">
              <a:lnSpc>
                <a:spcPct val="100000"/>
              </a:lnSpc>
              <a:spcBef>
                <a:spcPts val="0"/>
              </a:spcBef>
              <a:spcAft>
                <a:spcPts val="600"/>
              </a:spcAft>
              <a:buFont typeface="Graphik" panose="020B0503030202060203" pitchFamily="34" charset="0"/>
              <a:buChar char="–"/>
              <a:defRPr lang="en-US" sz="1400" kern="1200" dirty="0">
                <a:solidFill>
                  <a:schemeClr val="tx1">
                    <a:lumMod val="65000"/>
                    <a:lumOff val="35000"/>
                  </a:schemeClr>
                </a:solidFill>
                <a:latin typeface="+mn-lt"/>
                <a:ea typeface="+mn-ea"/>
                <a:cs typeface="+mn-cs"/>
              </a:defRPr>
            </a:lvl5pPr>
            <a:lvl6pPr marL="512750" indent="-173034" algn="l" defTabSz="914377"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6pPr>
            <a:lvl7pPr marL="0" indent="0" algn="l" defTabSz="914377" rtl="0" eaLnBrk="1" latinLnBrk="0" hangingPunct="1">
              <a:lnSpc>
                <a:spcPct val="90000"/>
              </a:lnSpc>
              <a:spcBef>
                <a:spcPts val="800"/>
              </a:spcBef>
              <a:buFont typeface="Arial" panose="020B0604020202020204" pitchFamily="34" charset="0"/>
              <a:buNone/>
              <a:defRPr sz="1200" b="1" kern="1200" cap="all" baseline="0">
                <a:solidFill>
                  <a:schemeClr val="tx1"/>
                </a:solidFill>
                <a:latin typeface="+mj-lt"/>
                <a:ea typeface="+mn-ea"/>
                <a:cs typeface="+mn-cs"/>
              </a:defRPr>
            </a:lvl7pPr>
            <a:lvl8pPr marL="0" indent="0" algn="l" defTabSz="914377" rtl="0" eaLnBrk="1" latinLnBrk="0" hangingPunct="1">
              <a:lnSpc>
                <a:spcPct val="100000"/>
              </a:lnSpc>
              <a:spcBef>
                <a:spcPts val="0"/>
              </a:spcBef>
              <a:spcAft>
                <a:spcPts val="800"/>
              </a:spcAft>
              <a:buFont typeface="Arial" panose="020B0604020202020204" pitchFamily="34" charset="0"/>
              <a:buNone/>
              <a:defRPr sz="1800" kern="1200" baseline="0">
                <a:solidFill>
                  <a:schemeClr val="tx1"/>
                </a:solidFill>
                <a:latin typeface="+mn-lt"/>
                <a:ea typeface="+mn-ea"/>
                <a:cs typeface="+mn-cs"/>
              </a:defRPr>
            </a:lvl8pPr>
            <a:lvl9pPr marL="0" indent="0" algn="l" defTabSz="914377" rtl="0" eaLnBrk="1" latinLnBrk="0" hangingPunct="1">
              <a:lnSpc>
                <a:spcPct val="110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9pPr>
          </a:lstStyle>
          <a:p>
            <a:pPr marL="285750" indent="-285750" defTabSz="914400">
              <a:buFont typeface="Arial" panose="020B0604020202020204" pitchFamily="34" charset="0"/>
              <a:buChar char="•"/>
            </a:pPr>
            <a:r>
              <a:rPr lang="pt-PT" b="1" cap="none" dirty="0">
                <a:solidFill>
                  <a:schemeClr val="tx1"/>
                </a:solidFill>
                <a:latin typeface="+mn-lt"/>
              </a:rPr>
              <a:t>SSD Premium:</a:t>
            </a:r>
          </a:p>
          <a:p>
            <a:pPr marL="468625" lvl="1" indent="-285750" defTabSz="914400"/>
            <a:r>
              <a:rPr lang="pt-PT" cap="none" dirty="0">
                <a:solidFill>
                  <a:schemeClr val="tx1"/>
                </a:solidFill>
              </a:rPr>
              <a:t>Cargas de trabalho sensíveis à produção e desempenho</a:t>
            </a:r>
          </a:p>
          <a:p>
            <a:pPr marL="468625" lvl="1" indent="-285750" defTabSz="914400"/>
            <a:r>
              <a:rPr lang="pt-PT" cap="none" dirty="0">
                <a:solidFill>
                  <a:schemeClr val="tx1"/>
                </a:solidFill>
              </a:rPr>
              <a:t>Rendimento máximo: 900 </a:t>
            </a:r>
            <a:r>
              <a:rPr lang="pt-PT" cap="none" dirty="0" err="1">
                <a:solidFill>
                  <a:schemeClr val="tx1"/>
                </a:solidFill>
              </a:rPr>
              <a:t>MiB</a:t>
            </a:r>
            <a:r>
              <a:rPr lang="pt-PT" cap="none" dirty="0">
                <a:solidFill>
                  <a:schemeClr val="tx1"/>
                </a:solidFill>
              </a:rPr>
              <a:t> / s</a:t>
            </a:r>
          </a:p>
          <a:p>
            <a:pPr marL="468625" lvl="1" indent="-285750" defTabSz="914400"/>
            <a:r>
              <a:rPr lang="pt-PT" cap="none" dirty="0">
                <a:solidFill>
                  <a:schemeClr val="tx1"/>
                </a:solidFill>
              </a:rPr>
              <a:t>IOPS máximo: 20.000</a:t>
            </a:r>
          </a:p>
          <a:p>
            <a:pPr marL="468625" lvl="1" indent="-285750" defTabSz="914400"/>
            <a:endParaRPr lang="pt-PT" dirty="0">
              <a:solidFill>
                <a:schemeClr val="tx1"/>
              </a:solidFill>
            </a:endParaRPr>
          </a:p>
          <a:p>
            <a:pPr marL="468625" lvl="1" indent="-285750" defTabSz="914400"/>
            <a:endParaRPr lang="pt-PT" cap="none" dirty="0">
              <a:solidFill>
                <a:schemeClr val="tx1"/>
              </a:solidFill>
            </a:endParaRPr>
          </a:p>
          <a:p>
            <a:pPr marL="285750" indent="-285750" defTabSz="914400">
              <a:buFont typeface="Arial" panose="020B0604020202020204" pitchFamily="34" charset="0"/>
              <a:buChar char="•"/>
            </a:pPr>
            <a:r>
              <a:rPr lang="pt-PT" b="1" cap="none" dirty="0">
                <a:solidFill>
                  <a:schemeClr val="tx1"/>
                </a:solidFill>
                <a:latin typeface="+mn-lt"/>
              </a:rPr>
              <a:t>HDD padrão:</a:t>
            </a:r>
          </a:p>
          <a:p>
            <a:pPr marL="468625" lvl="1" indent="-285750" defTabSz="914400"/>
            <a:r>
              <a:rPr lang="pt-PT" cap="none" dirty="0">
                <a:solidFill>
                  <a:schemeClr val="tx1"/>
                </a:solidFill>
              </a:rPr>
              <a:t>Acesso infrequente, não crítico e de backup</a:t>
            </a:r>
          </a:p>
          <a:p>
            <a:pPr marL="468625" lvl="1" indent="-285750" defTabSz="914400"/>
            <a:r>
              <a:rPr lang="pt-PT" cap="none" dirty="0">
                <a:solidFill>
                  <a:schemeClr val="tx1"/>
                </a:solidFill>
              </a:rPr>
              <a:t>Rendimento máximo: 500 </a:t>
            </a:r>
            <a:r>
              <a:rPr lang="pt-PT" cap="none" dirty="0" err="1">
                <a:solidFill>
                  <a:schemeClr val="tx1"/>
                </a:solidFill>
              </a:rPr>
              <a:t>MiB</a:t>
            </a:r>
            <a:r>
              <a:rPr lang="pt-PT" cap="none" dirty="0">
                <a:solidFill>
                  <a:schemeClr val="tx1"/>
                </a:solidFill>
              </a:rPr>
              <a:t> / s</a:t>
            </a:r>
          </a:p>
          <a:p>
            <a:pPr marL="468625" lvl="1" indent="-285750" defTabSz="914400"/>
            <a:r>
              <a:rPr lang="pt-PT" cap="none" dirty="0">
                <a:solidFill>
                  <a:schemeClr val="tx1"/>
                </a:solidFill>
              </a:rPr>
              <a:t>IOPS máximo: 2.000</a:t>
            </a:r>
            <a:endParaRPr lang="pt-PT" dirty="0">
              <a:solidFill>
                <a:schemeClr val="tx1"/>
              </a:solidFill>
            </a:endParaRPr>
          </a:p>
        </p:txBody>
      </p:sp>
      <p:sp>
        <p:nvSpPr>
          <p:cNvPr id="5" name="Text Placeholder 6">
            <a:extLst>
              <a:ext uri="{FF2B5EF4-FFF2-40B4-BE49-F238E27FC236}">
                <a16:creationId xmlns:a16="http://schemas.microsoft.com/office/drawing/2014/main" id="{04B4E7C9-D62E-CFD1-F70F-F511217327D0}"/>
              </a:ext>
            </a:extLst>
          </p:cNvPr>
          <p:cNvSpPr txBox="1">
            <a:spLocks/>
          </p:cNvSpPr>
          <p:nvPr/>
        </p:nvSpPr>
        <p:spPr>
          <a:xfrm>
            <a:off x="6380511" y="868263"/>
            <a:ext cx="5715000" cy="3962508"/>
          </a:xfrm>
          <a:prstGeom prst="rect">
            <a:avLst/>
          </a:prstGeom>
        </p:spPr>
        <p:txBody>
          <a:bodyPr vert="horz" lIns="0" tIns="0" rIns="0" bIns="0" rtlCol="0">
            <a:noAutofit/>
          </a:bodyPr>
          <a:lstStyle>
            <a:lvl1pPr marL="0" indent="0" algn="l" defTabSz="914377" rtl="0" eaLnBrk="1" latinLnBrk="0" hangingPunct="1">
              <a:lnSpc>
                <a:spcPct val="80000"/>
              </a:lnSpc>
              <a:spcBef>
                <a:spcPts val="0"/>
              </a:spcBef>
              <a:spcAft>
                <a:spcPts val="600"/>
              </a:spcAft>
              <a:buFont typeface="Arial" panose="020B0604020202020204" pitchFamily="34" charset="0"/>
              <a:buNone/>
              <a:defRPr lang="en-US" sz="1400" b="0" kern="1200" cap="all" baseline="0" dirty="0" smtClean="0">
                <a:solidFill>
                  <a:schemeClr val="tx1">
                    <a:lumMod val="65000"/>
                    <a:lumOff val="35000"/>
                  </a:schemeClr>
                </a:solidFill>
                <a:latin typeface="+mj-lt"/>
                <a:ea typeface="+mn-ea"/>
                <a:cs typeface="+mn-cs"/>
              </a:defRPr>
            </a:lvl1pPr>
            <a:lvl2pPr marL="182875" indent="-182563" algn="l" defTabSz="914377" rtl="0" eaLnBrk="1" latinLnBrk="0" hangingPunct="1">
              <a:lnSpc>
                <a:spcPct val="100000"/>
              </a:lnSpc>
              <a:spcBef>
                <a:spcPts val="0"/>
              </a:spcBef>
              <a:spcAft>
                <a:spcPts val="600"/>
              </a:spcAft>
              <a:buFont typeface="Arial" panose="020B0604020202020204" pitchFamily="34" charset="0"/>
              <a:buChar char="•"/>
              <a:defRPr lang="en-US" sz="1400" kern="1200" dirty="0" smtClean="0">
                <a:solidFill>
                  <a:schemeClr val="tx1">
                    <a:lumMod val="65000"/>
                    <a:lumOff val="35000"/>
                  </a:schemeClr>
                </a:solidFill>
                <a:latin typeface="+mn-lt"/>
                <a:ea typeface="+mn-ea"/>
                <a:cs typeface="+mn-cs"/>
              </a:defRPr>
            </a:lvl2pPr>
            <a:lvl3pPr marL="365751" indent="-176213" algn="l" defTabSz="914377" rtl="0" eaLnBrk="1" latinLnBrk="0" hangingPunct="1">
              <a:lnSpc>
                <a:spcPct val="100000"/>
              </a:lnSpc>
              <a:spcBef>
                <a:spcPts val="0"/>
              </a:spcBef>
              <a:spcAft>
                <a:spcPts val="600"/>
              </a:spcAft>
              <a:buFont typeface="Symbol" panose="05050102010706020507" pitchFamily="18" charset="2"/>
              <a:buChar char="-"/>
              <a:defRPr lang="en-US" sz="1400" kern="1200" dirty="0" smtClean="0">
                <a:solidFill>
                  <a:schemeClr val="tx1">
                    <a:lumMod val="65000"/>
                    <a:lumOff val="35000"/>
                  </a:schemeClr>
                </a:solidFill>
                <a:latin typeface="+mn-lt"/>
                <a:ea typeface="+mn-ea"/>
                <a:cs typeface="+mn-cs"/>
              </a:defRPr>
            </a:lvl3pPr>
            <a:lvl4pPr marL="538163" indent="-168275" algn="l" defTabSz="914377" rtl="0" eaLnBrk="1" latinLnBrk="0" hangingPunct="1">
              <a:lnSpc>
                <a:spcPct val="100000"/>
              </a:lnSpc>
              <a:spcBef>
                <a:spcPts val="0"/>
              </a:spcBef>
              <a:spcAft>
                <a:spcPts val="600"/>
              </a:spcAft>
              <a:buFont typeface="Arial" panose="020B0604020202020204" pitchFamily="34" charset="0"/>
              <a:buChar char="•"/>
              <a:defRPr lang="en-US" sz="1400" kern="1200" dirty="0" smtClean="0">
                <a:solidFill>
                  <a:schemeClr val="tx1">
                    <a:lumMod val="65000"/>
                    <a:lumOff val="35000"/>
                  </a:schemeClr>
                </a:solidFill>
                <a:latin typeface="+mn-lt"/>
                <a:ea typeface="+mn-ea"/>
                <a:cs typeface="+mn-cs"/>
              </a:defRPr>
            </a:lvl4pPr>
            <a:lvl5pPr marL="720725" indent="-176213" algn="l" defTabSz="914377" rtl="0" eaLnBrk="1" latinLnBrk="0" hangingPunct="1">
              <a:lnSpc>
                <a:spcPct val="100000"/>
              </a:lnSpc>
              <a:spcBef>
                <a:spcPts val="0"/>
              </a:spcBef>
              <a:spcAft>
                <a:spcPts val="600"/>
              </a:spcAft>
              <a:buFont typeface="Graphik" panose="020B0503030202060203" pitchFamily="34" charset="0"/>
              <a:buChar char="–"/>
              <a:defRPr lang="en-US" sz="1400" kern="1200" dirty="0">
                <a:solidFill>
                  <a:schemeClr val="tx1">
                    <a:lumMod val="65000"/>
                    <a:lumOff val="35000"/>
                  </a:schemeClr>
                </a:solidFill>
                <a:latin typeface="+mn-lt"/>
                <a:ea typeface="+mn-ea"/>
                <a:cs typeface="+mn-cs"/>
              </a:defRPr>
            </a:lvl5pPr>
            <a:lvl6pPr marL="512750" indent="-173034" algn="l" defTabSz="914377"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6pPr>
            <a:lvl7pPr marL="0" indent="0" algn="l" defTabSz="914377" rtl="0" eaLnBrk="1" latinLnBrk="0" hangingPunct="1">
              <a:lnSpc>
                <a:spcPct val="90000"/>
              </a:lnSpc>
              <a:spcBef>
                <a:spcPts val="800"/>
              </a:spcBef>
              <a:buFont typeface="Arial" panose="020B0604020202020204" pitchFamily="34" charset="0"/>
              <a:buNone/>
              <a:defRPr sz="1200" b="1" kern="1200" cap="all" baseline="0">
                <a:solidFill>
                  <a:schemeClr val="tx1"/>
                </a:solidFill>
                <a:latin typeface="+mj-lt"/>
                <a:ea typeface="+mn-ea"/>
                <a:cs typeface="+mn-cs"/>
              </a:defRPr>
            </a:lvl7pPr>
            <a:lvl8pPr marL="0" indent="0" algn="l" defTabSz="914377" rtl="0" eaLnBrk="1" latinLnBrk="0" hangingPunct="1">
              <a:lnSpc>
                <a:spcPct val="100000"/>
              </a:lnSpc>
              <a:spcBef>
                <a:spcPts val="0"/>
              </a:spcBef>
              <a:spcAft>
                <a:spcPts val="800"/>
              </a:spcAft>
              <a:buFont typeface="Arial" panose="020B0604020202020204" pitchFamily="34" charset="0"/>
              <a:buNone/>
              <a:defRPr sz="1800" kern="1200" baseline="0">
                <a:solidFill>
                  <a:schemeClr val="tx1"/>
                </a:solidFill>
                <a:latin typeface="+mn-lt"/>
                <a:ea typeface="+mn-ea"/>
                <a:cs typeface="+mn-cs"/>
              </a:defRPr>
            </a:lvl8pPr>
            <a:lvl9pPr marL="0" indent="0" algn="l" defTabSz="914377" rtl="0" eaLnBrk="1" latinLnBrk="0" hangingPunct="1">
              <a:lnSpc>
                <a:spcPct val="110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9pPr>
          </a:lstStyle>
          <a:p>
            <a:pPr marL="285750" indent="-285750" defTabSz="914400" fontAlgn="t">
              <a:buFont typeface="Arial" panose="020B0604020202020204" pitchFamily="34" charset="0"/>
              <a:buChar char="•"/>
            </a:pPr>
            <a:r>
              <a:rPr lang="pt-PT" b="1" cap="none" dirty="0">
                <a:solidFill>
                  <a:schemeClr val="tx1"/>
                </a:solidFill>
                <a:latin typeface="+mn-lt"/>
              </a:rPr>
              <a:t>SSD padrão:</a:t>
            </a:r>
          </a:p>
          <a:p>
            <a:pPr marL="468625" lvl="1" indent="-285750" defTabSz="914400" fontAlgn="t"/>
            <a:r>
              <a:rPr lang="pt-PT" cap="none" dirty="0">
                <a:solidFill>
                  <a:schemeClr val="tx1"/>
                </a:solidFill>
              </a:rPr>
              <a:t>Servidores da Web, aplicativos corporativos pouco usados e desenvolvimento / teste</a:t>
            </a:r>
          </a:p>
          <a:p>
            <a:pPr marL="468625" lvl="1" indent="-285750" defTabSz="914400" fontAlgn="t"/>
            <a:r>
              <a:rPr lang="pt-PT" cap="none" dirty="0">
                <a:solidFill>
                  <a:schemeClr val="tx1"/>
                </a:solidFill>
              </a:rPr>
              <a:t>Rendimento máximo: 750 MiB / s</a:t>
            </a:r>
          </a:p>
          <a:p>
            <a:pPr marL="468625" lvl="1" indent="-285750" defTabSz="914400" fontAlgn="t"/>
            <a:r>
              <a:rPr lang="pt-PT" cap="none" dirty="0">
                <a:solidFill>
                  <a:schemeClr val="tx1"/>
                </a:solidFill>
              </a:rPr>
              <a:t>IOPS máximo: 6.000</a:t>
            </a:r>
          </a:p>
          <a:p>
            <a:pPr marL="468625" lvl="1" indent="-285750" defTabSz="914400" fontAlgn="t"/>
            <a:endParaRPr lang="pt-PT" dirty="0">
              <a:solidFill>
                <a:schemeClr val="tx1"/>
              </a:solidFill>
            </a:endParaRPr>
          </a:p>
          <a:p>
            <a:pPr marL="285750" indent="-285750" defTabSz="914400" fontAlgn="t">
              <a:buFont typeface="Arial" panose="020B0604020202020204" pitchFamily="34" charset="0"/>
              <a:buChar char="•"/>
            </a:pPr>
            <a:r>
              <a:rPr lang="pt-PT" b="1" cap="none" dirty="0">
                <a:solidFill>
                  <a:schemeClr val="tx1"/>
                </a:solidFill>
                <a:latin typeface="+mn-lt"/>
              </a:rPr>
              <a:t>Ultra SSD (pré-visualização):</a:t>
            </a:r>
          </a:p>
          <a:p>
            <a:pPr marL="468625" lvl="1" indent="-285750" defTabSz="914400" fontAlgn="t"/>
            <a:r>
              <a:rPr lang="pt-PT" cap="none" dirty="0">
                <a:solidFill>
                  <a:schemeClr val="tx1"/>
                </a:solidFill>
              </a:rPr>
              <a:t>Cargas de trabalho intensivas em IO, como SAP HANA, bancos de dados de primeira linha</a:t>
            </a:r>
          </a:p>
          <a:p>
            <a:pPr marL="468625" lvl="1" indent="-285750" defTabSz="914400" fontAlgn="t"/>
            <a:r>
              <a:rPr lang="pt-PT" cap="none" dirty="0">
                <a:solidFill>
                  <a:schemeClr val="tx1"/>
                </a:solidFill>
              </a:rPr>
              <a:t>(</a:t>
            </a:r>
            <a:r>
              <a:rPr lang="pt-PT" cap="none" dirty="0" err="1">
                <a:solidFill>
                  <a:schemeClr val="tx1"/>
                </a:solidFill>
              </a:rPr>
              <a:t>ex</a:t>
            </a:r>
            <a:r>
              <a:rPr lang="pt-PT" cap="none" dirty="0">
                <a:solidFill>
                  <a:schemeClr val="tx1"/>
                </a:solidFill>
              </a:rPr>
              <a:t>: SQL, Oracle) e outras cargas de trabalho pesadas em transações</a:t>
            </a:r>
          </a:p>
          <a:p>
            <a:pPr marL="468625" lvl="1" indent="-285750" defTabSz="914400" fontAlgn="t"/>
            <a:r>
              <a:rPr lang="pt-PT" cap="none" dirty="0">
                <a:solidFill>
                  <a:schemeClr val="tx1"/>
                </a:solidFill>
              </a:rPr>
              <a:t>Rendimento máximo: 2.000 </a:t>
            </a:r>
            <a:r>
              <a:rPr lang="pt-PT" cap="none" dirty="0" err="1">
                <a:solidFill>
                  <a:schemeClr val="tx1"/>
                </a:solidFill>
              </a:rPr>
              <a:t>MiB</a:t>
            </a:r>
            <a:r>
              <a:rPr lang="pt-PT" cap="none" dirty="0">
                <a:solidFill>
                  <a:schemeClr val="tx1"/>
                </a:solidFill>
              </a:rPr>
              <a:t> / s</a:t>
            </a:r>
          </a:p>
          <a:p>
            <a:pPr marL="468625" lvl="1" indent="-285750" defTabSz="914400" fontAlgn="t"/>
            <a:r>
              <a:rPr lang="pt-PT" cap="none" dirty="0">
                <a:solidFill>
                  <a:schemeClr val="tx1"/>
                </a:solidFill>
              </a:rPr>
              <a:t>IOPS máximo: 160.000</a:t>
            </a:r>
          </a:p>
          <a:p>
            <a:pPr marL="285750" indent="-285750" defTabSz="914400">
              <a:buFont typeface="Arial" panose="020B0604020202020204" pitchFamily="34" charset="0"/>
              <a:buChar char="•"/>
            </a:pPr>
            <a:endParaRPr lang="pt-PT" cap="none" dirty="0">
              <a:solidFill>
                <a:schemeClr val="tx1"/>
              </a:solidFill>
              <a:latin typeface="+mn-lt"/>
            </a:endParaRPr>
          </a:p>
        </p:txBody>
      </p:sp>
      <p:sp>
        <p:nvSpPr>
          <p:cNvPr id="6" name="Text Placeholder 18">
            <a:extLst>
              <a:ext uri="{FF2B5EF4-FFF2-40B4-BE49-F238E27FC236}">
                <a16:creationId xmlns:a16="http://schemas.microsoft.com/office/drawing/2014/main" id="{D1AF3B25-64AD-792A-363C-0E5699B73EE9}"/>
              </a:ext>
            </a:extLst>
          </p:cNvPr>
          <p:cNvSpPr txBox="1">
            <a:spLocks/>
          </p:cNvSpPr>
          <p:nvPr/>
        </p:nvSpPr>
        <p:spPr>
          <a:xfrm rot="3188749">
            <a:off x="9582543" y="860156"/>
            <a:ext cx="2407303" cy="374498"/>
          </a:xfrm>
          <a:prstGeom prst="rect">
            <a:avLst/>
          </a:prstGeom>
          <a:solidFill>
            <a:schemeClr val="bg1"/>
          </a:solidFill>
          <a:ln>
            <a:solidFill>
              <a:schemeClr val="accent1"/>
            </a:solidFill>
          </a:ln>
        </p:spPr>
        <p:txBody>
          <a:bodyPr vert="horz" lIns="91440" tIns="45720" rIns="91440" bIns="45720" rtlCol="0" anchor="t">
            <a:noAutofit/>
          </a:bodyPr>
          <a:lstStyle>
            <a:lvl1pPr marL="0" indent="0" algn="l" defTabSz="914400" rtl="0" eaLnBrk="1" latinLnBrk="0" hangingPunct="1">
              <a:lnSpc>
                <a:spcPct val="90000"/>
              </a:lnSpc>
              <a:spcBef>
                <a:spcPts val="1000"/>
              </a:spcBef>
              <a:buFontTx/>
              <a:buNone/>
              <a:defRPr sz="1300" kern="1200">
                <a:solidFill>
                  <a:schemeClr val="accent1"/>
                </a:solidFill>
                <a:latin typeface="+mn-lt"/>
                <a:ea typeface="+mn-ea"/>
                <a:cs typeface="+mn-cs"/>
              </a:defRPr>
            </a:lvl1pPr>
            <a:lvl2pPr marL="457200" indent="0" algn="l" defTabSz="914400" rtl="0" eaLnBrk="1" latinLnBrk="0" hangingPunct="1">
              <a:lnSpc>
                <a:spcPct val="90000"/>
              </a:lnSpc>
              <a:spcBef>
                <a:spcPts val="500"/>
              </a:spcBef>
              <a:buFontTx/>
              <a:buNone/>
              <a:defRPr sz="11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Tx/>
              <a:buNone/>
              <a:defRPr sz="105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Tx/>
              <a:buNone/>
              <a:defRPr sz="10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Tx/>
              <a:buNone/>
              <a:defRPr sz="1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pt-PT" sz="2400" dirty="0"/>
              <a:t>ILUSTRATIVO</a:t>
            </a:r>
          </a:p>
        </p:txBody>
      </p:sp>
    </p:spTree>
    <p:extLst>
      <p:ext uri="{BB962C8B-B14F-4D97-AF65-F5344CB8AC3E}">
        <p14:creationId xmlns:p14="http://schemas.microsoft.com/office/powerpoint/2010/main" val="16861204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B1EEF5-3B76-5E26-2EC0-0294477EC270}"/>
            </a:ext>
          </a:extLst>
        </p:cNvPr>
        <p:cNvGrpSpPr/>
        <p:nvPr/>
      </p:nvGrpSpPr>
      <p:grpSpPr>
        <a:xfrm>
          <a:off x="0" y="0"/>
          <a:ext cx="0" cy="0"/>
          <a:chOff x="0" y="0"/>
          <a:chExt cx="0" cy="0"/>
        </a:xfrm>
      </p:grpSpPr>
      <p:sp>
        <p:nvSpPr>
          <p:cNvPr id="2" name="Slide Number Placeholder 3">
            <a:extLst>
              <a:ext uri="{FF2B5EF4-FFF2-40B4-BE49-F238E27FC236}">
                <a16:creationId xmlns:a16="http://schemas.microsoft.com/office/drawing/2014/main" id="{524E4F7D-DF57-8231-68F6-BF03F2B7D026}"/>
              </a:ext>
            </a:extLst>
          </p:cNvPr>
          <p:cNvSpPr>
            <a:spLocks noGrp="1"/>
          </p:cNvSpPr>
          <p:nvPr>
            <p:ph type="sldNum" sz="quarter" idx="12"/>
          </p:nvPr>
        </p:nvSpPr>
        <p:spPr>
          <a:xfrm>
            <a:off x="8730845" y="6209600"/>
            <a:ext cx="2743200" cy="365125"/>
          </a:xfrm>
        </p:spPr>
        <p:txBody>
          <a:bodyPr/>
          <a:lstStyle/>
          <a:p>
            <a:fld id="{BC0D97B6-E32F-4D7D-B839-7C3B51F2640F}" type="slidenum">
              <a:rPr lang="pt-PT" smtClean="0"/>
              <a:pPr/>
              <a:t>44</a:t>
            </a:fld>
            <a:endParaRPr lang="pt-PT" dirty="0"/>
          </a:p>
        </p:txBody>
      </p:sp>
      <p:sp>
        <p:nvSpPr>
          <p:cNvPr id="7" name="Marcador de texto 5">
            <a:extLst>
              <a:ext uri="{FF2B5EF4-FFF2-40B4-BE49-F238E27FC236}">
                <a16:creationId xmlns:a16="http://schemas.microsoft.com/office/drawing/2014/main" id="{F97CF112-5AA2-CFAA-41F2-26F8B1E4E506}"/>
              </a:ext>
            </a:extLst>
          </p:cNvPr>
          <p:cNvSpPr>
            <a:spLocks noGrp="1"/>
          </p:cNvSpPr>
          <p:nvPr>
            <p:ph type="body" sz="quarter" idx="14"/>
          </p:nvPr>
        </p:nvSpPr>
        <p:spPr>
          <a:xfrm>
            <a:off x="106420" y="114373"/>
            <a:ext cx="11547776" cy="538770"/>
          </a:xfrm>
        </p:spPr>
        <p:txBody>
          <a:bodyPr/>
          <a:lstStyle/>
          <a:p>
            <a:r>
              <a:rPr lang="pt-PT" sz="2400" dirty="0"/>
              <a:t>Desenho de Infraestrutura + LLD</a:t>
            </a:r>
            <a:br>
              <a:rPr lang="pt-PT" sz="2400" dirty="0"/>
            </a:br>
            <a:r>
              <a:rPr lang="pt-PT" sz="1800" dirty="0">
                <a:solidFill>
                  <a:schemeClr val="tx1">
                    <a:lumMod val="75000"/>
                    <a:lumOff val="25000"/>
                  </a:schemeClr>
                </a:solidFill>
              </a:rPr>
              <a:t>IaaS &amp; PaaS &amp; SaaS</a:t>
            </a:r>
            <a:br>
              <a:rPr lang="pt-PT" sz="1800" dirty="0">
                <a:solidFill>
                  <a:schemeClr val="tx1">
                    <a:lumMod val="75000"/>
                    <a:lumOff val="25000"/>
                  </a:schemeClr>
                </a:solidFill>
              </a:rPr>
            </a:br>
            <a:r>
              <a:rPr lang="pt-PT" sz="1800" dirty="0">
                <a:solidFill>
                  <a:schemeClr val="accent2">
                    <a:lumMod val="50000"/>
                  </a:schemeClr>
                </a:solidFill>
              </a:rPr>
              <a:t>Características de Backup</a:t>
            </a:r>
          </a:p>
        </p:txBody>
      </p:sp>
      <p:sp>
        <p:nvSpPr>
          <p:cNvPr id="6" name="Text Placeholder 18">
            <a:extLst>
              <a:ext uri="{FF2B5EF4-FFF2-40B4-BE49-F238E27FC236}">
                <a16:creationId xmlns:a16="http://schemas.microsoft.com/office/drawing/2014/main" id="{D1AF3B25-64AD-792A-363C-0E5699B73EE9}"/>
              </a:ext>
            </a:extLst>
          </p:cNvPr>
          <p:cNvSpPr txBox="1">
            <a:spLocks/>
          </p:cNvSpPr>
          <p:nvPr/>
        </p:nvSpPr>
        <p:spPr>
          <a:xfrm rot="3188749">
            <a:off x="9582543" y="860156"/>
            <a:ext cx="2407303" cy="374498"/>
          </a:xfrm>
          <a:prstGeom prst="rect">
            <a:avLst/>
          </a:prstGeom>
          <a:solidFill>
            <a:schemeClr val="bg1"/>
          </a:solidFill>
          <a:ln>
            <a:solidFill>
              <a:schemeClr val="accent1"/>
            </a:solidFill>
          </a:ln>
        </p:spPr>
        <p:txBody>
          <a:bodyPr vert="horz" lIns="91440" tIns="45720" rIns="91440" bIns="45720" rtlCol="0" anchor="t">
            <a:noAutofit/>
          </a:bodyPr>
          <a:lstStyle>
            <a:lvl1pPr marL="0" indent="0" algn="l" defTabSz="914400" rtl="0" eaLnBrk="1" latinLnBrk="0" hangingPunct="1">
              <a:lnSpc>
                <a:spcPct val="90000"/>
              </a:lnSpc>
              <a:spcBef>
                <a:spcPts val="1000"/>
              </a:spcBef>
              <a:buFontTx/>
              <a:buNone/>
              <a:defRPr sz="1300" kern="1200">
                <a:solidFill>
                  <a:schemeClr val="accent1"/>
                </a:solidFill>
                <a:latin typeface="+mn-lt"/>
                <a:ea typeface="+mn-ea"/>
                <a:cs typeface="+mn-cs"/>
              </a:defRPr>
            </a:lvl1pPr>
            <a:lvl2pPr marL="457200" indent="0" algn="l" defTabSz="914400" rtl="0" eaLnBrk="1" latinLnBrk="0" hangingPunct="1">
              <a:lnSpc>
                <a:spcPct val="90000"/>
              </a:lnSpc>
              <a:spcBef>
                <a:spcPts val="500"/>
              </a:spcBef>
              <a:buFontTx/>
              <a:buNone/>
              <a:defRPr sz="11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Tx/>
              <a:buNone/>
              <a:defRPr sz="105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Tx/>
              <a:buNone/>
              <a:defRPr sz="10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Tx/>
              <a:buNone/>
              <a:defRPr sz="1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pt-PT" sz="2400" dirty="0"/>
              <a:t>ILUSTRATIVO</a:t>
            </a:r>
          </a:p>
        </p:txBody>
      </p:sp>
      <p:graphicFrame>
        <p:nvGraphicFramePr>
          <p:cNvPr id="8" name="Table 4">
            <a:extLst>
              <a:ext uri="{FF2B5EF4-FFF2-40B4-BE49-F238E27FC236}">
                <a16:creationId xmlns:a16="http://schemas.microsoft.com/office/drawing/2014/main" id="{20965B9E-7CD8-4311-8B26-C02FFC3A569F}"/>
              </a:ext>
            </a:extLst>
          </p:cNvPr>
          <p:cNvGraphicFramePr>
            <a:graphicFrameLocks noGrp="1"/>
          </p:cNvGraphicFramePr>
          <p:nvPr>
            <p:extLst>
              <p:ext uri="{D42A27DB-BD31-4B8C-83A1-F6EECF244321}">
                <p14:modId xmlns:p14="http://schemas.microsoft.com/office/powerpoint/2010/main" val="3502472968"/>
              </p:ext>
            </p:extLst>
          </p:nvPr>
        </p:nvGraphicFramePr>
        <p:xfrm>
          <a:off x="691186" y="2613141"/>
          <a:ext cx="10237224" cy="3102919"/>
        </p:xfrm>
        <a:graphic>
          <a:graphicData uri="http://schemas.openxmlformats.org/drawingml/2006/table">
            <a:tbl>
              <a:tblPr firstRow="1" bandRow="1"/>
              <a:tblGrid>
                <a:gridCol w="2559306">
                  <a:extLst>
                    <a:ext uri="{9D8B030D-6E8A-4147-A177-3AD203B41FA5}">
                      <a16:colId xmlns:a16="http://schemas.microsoft.com/office/drawing/2014/main" val="3008752262"/>
                    </a:ext>
                  </a:extLst>
                </a:gridCol>
                <a:gridCol w="2559306">
                  <a:extLst>
                    <a:ext uri="{9D8B030D-6E8A-4147-A177-3AD203B41FA5}">
                      <a16:colId xmlns:a16="http://schemas.microsoft.com/office/drawing/2014/main" val="962254976"/>
                    </a:ext>
                  </a:extLst>
                </a:gridCol>
                <a:gridCol w="2559306">
                  <a:extLst>
                    <a:ext uri="{9D8B030D-6E8A-4147-A177-3AD203B41FA5}">
                      <a16:colId xmlns:a16="http://schemas.microsoft.com/office/drawing/2014/main" val="2677342374"/>
                    </a:ext>
                  </a:extLst>
                </a:gridCol>
                <a:gridCol w="2559306">
                  <a:extLst>
                    <a:ext uri="{9D8B030D-6E8A-4147-A177-3AD203B41FA5}">
                      <a16:colId xmlns:a16="http://schemas.microsoft.com/office/drawing/2014/main" val="3295250151"/>
                    </a:ext>
                  </a:extLst>
                </a:gridCol>
              </a:tblGrid>
              <a:tr h="439697">
                <a:tc>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endParaRPr lang="pt-PT" sz="1000" dirty="0">
                        <a:latin typeface="+mn-lt"/>
                      </a:endParaRP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noFill/>
                  </a:tcPr>
                </a:tc>
                <a:tc gridSpan="3">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pPr algn="ctr"/>
                      <a:r>
                        <a:rPr lang="en-US" sz="1050" cap="all" baseline="0" dirty="0">
                          <a:latin typeface="+mn-lt"/>
                        </a:rPr>
                        <a:t>Workload</a:t>
                      </a:r>
                      <a:endParaRPr lang="pt-PT" sz="1050" cap="all" baseline="0" dirty="0">
                        <a:latin typeface="+mn-lt"/>
                      </a:endParaRPr>
                    </a:p>
                  </a:txBody>
                  <a:tcPr anchor="ct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FF0000"/>
                    </a:solidFill>
                  </a:tcPr>
                </a:tc>
                <a:tc hMerge="1">
                  <a:txBody>
                    <a:bodyPr/>
                    <a:lstStyle/>
                    <a:p>
                      <a:endParaRPr lang="pt-PT"/>
                    </a:p>
                  </a:txBody>
                  <a:tcPr/>
                </a:tc>
                <a:tc hMerge="1">
                  <a:txBody>
                    <a:bodyPr/>
                    <a:lstStyle/>
                    <a:p>
                      <a:endParaRPr lang="pt-PT"/>
                    </a:p>
                  </a:txBody>
                  <a:tcPr/>
                </a:tc>
                <a:extLst>
                  <a:ext uri="{0D108BD9-81ED-4DB2-BD59-A6C34878D82A}">
                    <a16:rowId xmlns:a16="http://schemas.microsoft.com/office/drawing/2014/main" val="4025839647"/>
                  </a:ext>
                </a:extLst>
              </a:tr>
              <a:tr h="439697">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endParaRPr lang="pt-PT" sz="1000" dirty="0">
                        <a:latin typeface="+mn-lt"/>
                      </a:endParaRP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US" sz="1000" dirty="0">
                          <a:solidFill>
                            <a:schemeClr val="bg1"/>
                          </a:solidFill>
                          <a:latin typeface="+mn-lt"/>
                        </a:rPr>
                        <a:t>VM (IaaS) Snapshots</a:t>
                      </a:r>
                      <a:endParaRPr lang="pt-PT" sz="1000" dirty="0">
                        <a:solidFill>
                          <a:schemeClr val="bg1"/>
                        </a:solidFill>
                        <a:latin typeface="+mn-lt"/>
                      </a:endParaRPr>
                    </a:p>
                  </a:txBody>
                  <a:tcPr anchor="ct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US" sz="1000" dirty="0">
                          <a:solidFill>
                            <a:schemeClr val="bg1"/>
                          </a:solidFill>
                          <a:latin typeface="+mn-lt"/>
                        </a:rPr>
                        <a:t>Filesystem</a:t>
                      </a:r>
                      <a:endParaRPr lang="pt-PT" sz="1000" dirty="0">
                        <a:solidFill>
                          <a:schemeClr val="bg1"/>
                        </a:solidFill>
                        <a:latin typeface="+mn-lt"/>
                      </a:endParaRPr>
                    </a:p>
                  </a:txBody>
                  <a:tcPr anchor="ct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US" sz="1000" dirty="0">
                          <a:solidFill>
                            <a:schemeClr val="bg1"/>
                          </a:solidFill>
                          <a:latin typeface="+mn-lt"/>
                        </a:rPr>
                        <a:t>Bases de dados</a:t>
                      </a:r>
                      <a:endParaRPr lang="pt-PT" sz="1000" dirty="0">
                        <a:solidFill>
                          <a:schemeClr val="bg1"/>
                        </a:solidFill>
                        <a:latin typeface="+mn-lt"/>
                      </a:endParaRPr>
                    </a:p>
                  </a:txBody>
                  <a:tcPr anchor="ct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1206602306"/>
                  </a:ext>
                </a:extLst>
              </a:tr>
              <a:tr h="439697">
                <a:tc gridSpan="4">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US" sz="1000" b="1" cap="all" baseline="0" noProof="0" dirty="0" err="1">
                          <a:solidFill>
                            <a:schemeClr val="bg1"/>
                          </a:solidFill>
                          <a:latin typeface="+mn-lt"/>
                          <a:cs typeface="Segoe UI Semibold" panose="020B0702040204020203" pitchFamily="34" charset="0"/>
                        </a:rPr>
                        <a:t>Periodicidade</a:t>
                      </a:r>
                      <a:r>
                        <a:rPr lang="en-US" sz="1000" b="1" cap="all" baseline="0" noProof="0" dirty="0">
                          <a:solidFill>
                            <a:schemeClr val="bg1"/>
                          </a:solidFill>
                          <a:latin typeface="+mn-lt"/>
                          <a:cs typeface="Segoe UI Semibold" panose="020B0702040204020203" pitchFamily="34" charset="0"/>
                        </a:rPr>
                        <a:t> &amp; </a:t>
                      </a:r>
                      <a:r>
                        <a:rPr lang="en-US" sz="1000" b="1" cap="all" baseline="0" noProof="0" dirty="0" err="1">
                          <a:solidFill>
                            <a:schemeClr val="bg1"/>
                          </a:solidFill>
                          <a:latin typeface="+mn-lt"/>
                          <a:cs typeface="Segoe UI Semibold" panose="020B0702040204020203" pitchFamily="34" charset="0"/>
                        </a:rPr>
                        <a:t>Politica</a:t>
                      </a:r>
                      <a:r>
                        <a:rPr lang="en-US" sz="1000" b="1" cap="all" baseline="0" noProof="0" dirty="0">
                          <a:solidFill>
                            <a:schemeClr val="bg1"/>
                          </a:solidFill>
                          <a:latin typeface="+mn-lt"/>
                          <a:cs typeface="Segoe UI Semibold" panose="020B0702040204020203" pitchFamily="34" charset="0"/>
                        </a:rPr>
                        <a:t> de </a:t>
                      </a:r>
                      <a:r>
                        <a:rPr lang="en-US" sz="1000" b="1" cap="all" baseline="0" noProof="0" dirty="0" err="1">
                          <a:solidFill>
                            <a:schemeClr val="bg1"/>
                          </a:solidFill>
                          <a:latin typeface="+mn-lt"/>
                          <a:cs typeface="Segoe UI Semibold" panose="020B0702040204020203" pitchFamily="34" charset="0"/>
                        </a:rPr>
                        <a:t>retenção</a:t>
                      </a:r>
                      <a:endParaRPr lang="en-US" sz="1000" b="1" cap="all" baseline="0" noProof="0" dirty="0">
                        <a:solidFill>
                          <a:schemeClr val="bg1"/>
                        </a:solidFill>
                        <a:latin typeface="+mn-lt"/>
                        <a:cs typeface="Segoe UI Semibold" panose="020B0702040204020203" pitchFamily="34" charset="0"/>
                      </a:endParaRPr>
                    </a:p>
                  </a:txBody>
                  <a:tcPr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chemeClr val="tx1">
                        <a:lumMod val="50000"/>
                        <a:lumOff val="50000"/>
                      </a:schemeClr>
                    </a:solidFill>
                  </a:tcPr>
                </a:tc>
                <a:tc hMerge="1">
                  <a:txBody>
                    <a:bodyPr/>
                    <a:lstStyle/>
                    <a:p>
                      <a:endParaRPr lang="pt-PT"/>
                    </a:p>
                  </a:txBody>
                  <a:tcPr/>
                </a:tc>
                <a:tc hMerge="1">
                  <a:txBody>
                    <a:bodyPr/>
                    <a:lstStyle/>
                    <a:p>
                      <a:endParaRPr lang="pt-PT"/>
                    </a:p>
                  </a:txBody>
                  <a:tcPr/>
                </a:tc>
                <a:tc hMerge="1">
                  <a:txBody>
                    <a:bodyPr/>
                    <a:lstStyle/>
                    <a:p>
                      <a:endParaRPr lang="pt-PT"/>
                    </a:p>
                  </a:txBody>
                  <a:tcPr/>
                </a:tc>
                <a:extLst>
                  <a:ext uri="{0D108BD9-81ED-4DB2-BD59-A6C34878D82A}">
                    <a16:rowId xmlns:a16="http://schemas.microsoft.com/office/drawing/2014/main" val="1153314802"/>
                  </a:ext>
                </a:extLst>
              </a:tr>
              <a:tr h="445957">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r>
                        <a:rPr lang="en-US" sz="1000" cap="all" baseline="0" noProof="0" dirty="0" err="1">
                          <a:solidFill>
                            <a:schemeClr val="bg1"/>
                          </a:solidFill>
                          <a:latin typeface="+mn-lt"/>
                          <a:ea typeface="Segoe UI Black" panose="020B0A02040204020203" pitchFamily="34" charset="0"/>
                          <a:cs typeface="Segoe UI Semibold" panose="020B0702040204020203" pitchFamily="34" charset="0"/>
                        </a:rPr>
                        <a:t>Diário</a:t>
                      </a:r>
                      <a:endParaRPr lang="en-US" sz="1000" cap="all" baseline="0" noProof="0" dirty="0">
                        <a:solidFill>
                          <a:schemeClr val="bg1"/>
                        </a:solidFill>
                        <a:latin typeface="+mn-lt"/>
                        <a:ea typeface="Segoe UI Black" panose="020B0A02040204020203" pitchFamily="34" charset="0"/>
                        <a:cs typeface="Segoe UI Semibold" panose="020B0702040204020203" pitchFamily="34" charset="0"/>
                      </a:endParaRPr>
                    </a:p>
                  </a:txBody>
                  <a:tcPr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95959"/>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pt-PT" sz="1000" noProof="0" dirty="0">
                          <a:latin typeface="+mn-lt"/>
                        </a:rPr>
                        <a:t>30 dias</a:t>
                      </a:r>
                      <a:endParaRPr lang="en-US" sz="1000" noProof="0" dirty="0">
                        <a:latin typeface="+mn-lt"/>
                      </a:endParaRPr>
                    </a:p>
                  </a:txBody>
                  <a:tcPr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pt-PT" sz="1000" b="0" i="0" u="none" strike="noStrike" kern="1200" cap="none" spc="0" normalizeH="0" baseline="0" noProof="0" dirty="0">
                          <a:ln>
                            <a:noFill/>
                          </a:ln>
                          <a:solidFill>
                            <a:prstClr val="black"/>
                          </a:solidFill>
                          <a:effectLst/>
                          <a:uLnTx/>
                          <a:uFillTx/>
                          <a:latin typeface="+mn-lt"/>
                          <a:ea typeface="+mn-ea"/>
                          <a:cs typeface="+mn-cs"/>
                        </a:rPr>
                        <a:t>30 dias</a:t>
                      </a:r>
                      <a:endParaRPr kumimoji="0" lang="en-US" sz="1000" b="0" i="0" u="none" strike="noStrike" kern="1200" cap="none" spc="0" normalizeH="0" baseline="0" noProof="0" dirty="0">
                        <a:ln>
                          <a:noFill/>
                        </a:ln>
                        <a:solidFill>
                          <a:prstClr val="black"/>
                        </a:solidFill>
                        <a:effectLst/>
                        <a:uLnTx/>
                        <a:uFillTx/>
                        <a:latin typeface="+mn-lt"/>
                        <a:ea typeface="+mn-ea"/>
                        <a:cs typeface="+mn-cs"/>
                      </a:endParaRPr>
                    </a:p>
                  </a:txBody>
                  <a:tcPr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pt-PT" sz="1000" b="0" i="0" u="none" strike="noStrike" kern="1200" cap="none" spc="0" normalizeH="0" baseline="0" noProof="0" dirty="0">
                          <a:ln>
                            <a:noFill/>
                          </a:ln>
                          <a:solidFill>
                            <a:prstClr val="black"/>
                          </a:solidFill>
                          <a:effectLst/>
                          <a:uLnTx/>
                          <a:uFillTx/>
                          <a:latin typeface="+mn-lt"/>
                          <a:ea typeface="+mn-ea"/>
                          <a:cs typeface="+mn-cs"/>
                        </a:rPr>
                        <a:t>30 dias</a:t>
                      </a:r>
                      <a:endParaRPr kumimoji="0" lang="en-US" sz="1000" b="0" i="0" u="none" strike="noStrike" kern="1200" cap="none" spc="0" normalizeH="0" baseline="0" noProof="0" dirty="0">
                        <a:ln>
                          <a:noFill/>
                        </a:ln>
                        <a:solidFill>
                          <a:prstClr val="black"/>
                        </a:solidFill>
                        <a:effectLst/>
                        <a:uLnTx/>
                        <a:uFillTx/>
                        <a:latin typeface="+mn-lt"/>
                        <a:ea typeface="+mn-ea"/>
                        <a:cs typeface="+mn-cs"/>
                      </a:endParaRPr>
                    </a:p>
                  </a:txBody>
                  <a:tcPr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928518882"/>
                  </a:ext>
                </a:extLst>
              </a:tr>
              <a:tr h="445957">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r>
                        <a:rPr lang="en-US" sz="1000" cap="all" baseline="0" noProof="0" dirty="0" err="1">
                          <a:solidFill>
                            <a:schemeClr val="bg1"/>
                          </a:solidFill>
                          <a:latin typeface="+mn-lt"/>
                          <a:ea typeface="Segoe UI Black" panose="020B0A02040204020203" pitchFamily="34" charset="0"/>
                          <a:cs typeface="Segoe UI Semibold" panose="020B0702040204020203" pitchFamily="34" charset="0"/>
                        </a:rPr>
                        <a:t>Semanal</a:t>
                      </a:r>
                      <a:endParaRPr lang="en-US" sz="1000" cap="all" baseline="0" noProof="0" dirty="0">
                        <a:solidFill>
                          <a:schemeClr val="bg1"/>
                        </a:solidFill>
                        <a:latin typeface="+mn-lt"/>
                        <a:ea typeface="Segoe UI Black" panose="020B0A02040204020203" pitchFamily="34" charset="0"/>
                        <a:cs typeface="Segoe UI Semibold" panose="020B0702040204020203" pitchFamily="34" charset="0"/>
                      </a:endParaRPr>
                    </a:p>
                  </a:txBody>
                  <a:tcPr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95959"/>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pt-PT" sz="1000" noProof="0" dirty="0">
                          <a:latin typeface="+mn-lt"/>
                        </a:rPr>
                        <a:t>6 semanas</a:t>
                      </a:r>
                      <a:endParaRPr lang="en-US" sz="1000" noProof="0" dirty="0">
                        <a:latin typeface="+mn-lt"/>
                      </a:endParaRPr>
                    </a:p>
                  </a:txBody>
                  <a:tcPr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629DD1">
                        <a:tint val="2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pt-PT" sz="1000" noProof="0" dirty="0">
                          <a:latin typeface="+mn-lt"/>
                        </a:rPr>
                        <a:t>6 semanas</a:t>
                      </a:r>
                      <a:endParaRPr lang="en-US" sz="1000" noProof="0" dirty="0">
                        <a:latin typeface="+mn-lt"/>
                      </a:endParaRPr>
                    </a:p>
                  </a:txBody>
                  <a:tcPr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629DD1">
                        <a:tint val="2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pt-PT" sz="1000" noProof="0" dirty="0">
                          <a:latin typeface="+mn-lt"/>
                        </a:rPr>
                        <a:t>6 semanas</a:t>
                      </a:r>
                      <a:endParaRPr lang="en-US" sz="1000" noProof="0" dirty="0">
                        <a:latin typeface="+mn-lt"/>
                      </a:endParaRPr>
                    </a:p>
                  </a:txBody>
                  <a:tcPr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629DD1">
                        <a:tint val="20000"/>
                      </a:srgbClr>
                    </a:solidFill>
                  </a:tcPr>
                </a:tc>
                <a:extLst>
                  <a:ext uri="{0D108BD9-81ED-4DB2-BD59-A6C34878D82A}">
                    <a16:rowId xmlns:a16="http://schemas.microsoft.com/office/drawing/2014/main" val="3881845184"/>
                  </a:ext>
                </a:extLst>
              </a:tr>
              <a:tr h="445957">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r>
                        <a:rPr lang="en-US" sz="1000" cap="all" baseline="0" noProof="0">
                          <a:solidFill>
                            <a:schemeClr val="bg1"/>
                          </a:solidFill>
                          <a:latin typeface="+mn-lt"/>
                          <a:ea typeface="Segoe UI Black" panose="020B0A02040204020203" pitchFamily="34" charset="0"/>
                          <a:cs typeface="Segoe UI Semibold" panose="020B0702040204020203" pitchFamily="34" charset="0"/>
                        </a:rPr>
                        <a:t>Mensal</a:t>
                      </a:r>
                      <a:endParaRPr lang="en-US" sz="1000" cap="all" baseline="0" noProof="0" dirty="0">
                        <a:solidFill>
                          <a:schemeClr val="bg1"/>
                        </a:solidFill>
                        <a:latin typeface="+mn-lt"/>
                        <a:ea typeface="Segoe UI Black" panose="020B0A02040204020203" pitchFamily="34" charset="0"/>
                        <a:cs typeface="Segoe UI Semibold" panose="020B0702040204020203" pitchFamily="34" charset="0"/>
                      </a:endParaRPr>
                    </a:p>
                  </a:txBody>
                  <a:tcPr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95959"/>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pt-PT" sz="1000" noProof="0" dirty="0">
                          <a:latin typeface="+mn-lt"/>
                        </a:rPr>
                        <a:t>1 ano</a:t>
                      </a:r>
                      <a:endParaRPr lang="en-US" sz="1000" noProof="0" dirty="0">
                        <a:latin typeface="+mn-lt"/>
                      </a:endParaRPr>
                    </a:p>
                  </a:txBody>
                  <a:tcPr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pt-PT" sz="1000" b="0" i="0" u="none" strike="noStrike" kern="1200" cap="none" spc="0" normalizeH="0" baseline="0" noProof="0" dirty="0">
                          <a:ln>
                            <a:noFill/>
                          </a:ln>
                          <a:solidFill>
                            <a:prstClr val="black"/>
                          </a:solidFill>
                          <a:effectLst/>
                          <a:uLnTx/>
                          <a:uFillTx/>
                          <a:latin typeface="+mn-lt"/>
                          <a:ea typeface="+mn-ea"/>
                          <a:cs typeface="+mn-cs"/>
                        </a:rPr>
                        <a:t>1 ano</a:t>
                      </a:r>
                      <a:endParaRPr kumimoji="0" lang="en-US" sz="1000" b="0" i="0" u="none" strike="noStrike" kern="1200" cap="none" spc="0" normalizeH="0" baseline="0" noProof="0" dirty="0">
                        <a:ln>
                          <a:noFill/>
                        </a:ln>
                        <a:solidFill>
                          <a:prstClr val="black"/>
                        </a:solidFill>
                        <a:effectLst/>
                        <a:uLnTx/>
                        <a:uFillTx/>
                        <a:latin typeface="+mn-lt"/>
                        <a:ea typeface="+mn-ea"/>
                        <a:cs typeface="+mn-cs"/>
                      </a:endParaRPr>
                    </a:p>
                  </a:txBody>
                  <a:tcPr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pt-PT" sz="1000" b="0" i="0" u="none" strike="noStrike" kern="1200" cap="none" spc="0" normalizeH="0" baseline="0" noProof="0" dirty="0">
                          <a:ln>
                            <a:noFill/>
                          </a:ln>
                          <a:solidFill>
                            <a:prstClr val="black"/>
                          </a:solidFill>
                          <a:effectLst/>
                          <a:uLnTx/>
                          <a:uFillTx/>
                          <a:latin typeface="+mn-lt"/>
                          <a:ea typeface="+mn-ea"/>
                          <a:cs typeface="+mn-cs"/>
                        </a:rPr>
                        <a:t>1 ano</a:t>
                      </a:r>
                      <a:endParaRPr kumimoji="0" lang="en-US" sz="1000" b="0" i="0" u="none" strike="noStrike" kern="1200" cap="none" spc="0" normalizeH="0" baseline="0" noProof="0" dirty="0">
                        <a:ln>
                          <a:noFill/>
                        </a:ln>
                        <a:solidFill>
                          <a:prstClr val="black"/>
                        </a:solidFill>
                        <a:effectLst/>
                        <a:uLnTx/>
                        <a:uFillTx/>
                        <a:latin typeface="+mn-lt"/>
                        <a:ea typeface="+mn-ea"/>
                        <a:cs typeface="+mn-cs"/>
                      </a:endParaRPr>
                    </a:p>
                  </a:txBody>
                  <a:tcPr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702287499"/>
                  </a:ext>
                </a:extLst>
              </a:tr>
              <a:tr h="445957">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r>
                        <a:rPr lang="en-US" sz="1000" cap="all" baseline="0" noProof="0">
                          <a:solidFill>
                            <a:schemeClr val="bg1"/>
                          </a:solidFill>
                          <a:latin typeface="+mn-lt"/>
                          <a:ea typeface="Segoe UI Black" panose="020B0A02040204020203" pitchFamily="34" charset="0"/>
                          <a:cs typeface="Segoe UI Semibold" panose="020B0702040204020203" pitchFamily="34" charset="0"/>
                        </a:rPr>
                        <a:t>anual</a:t>
                      </a:r>
                      <a:endParaRPr lang="en-US" sz="1000" cap="all" baseline="0" noProof="0" dirty="0">
                        <a:solidFill>
                          <a:schemeClr val="bg1"/>
                        </a:solidFill>
                        <a:latin typeface="+mn-lt"/>
                        <a:ea typeface="Segoe UI Black" panose="020B0A02040204020203" pitchFamily="34" charset="0"/>
                        <a:cs typeface="Segoe UI Semibold" panose="020B0702040204020203" pitchFamily="34" charset="0"/>
                      </a:endParaRPr>
                    </a:p>
                  </a:txBody>
                  <a:tcPr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95959"/>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pt-PT" sz="1000" b="0" i="0" u="none" strike="noStrike" kern="1200" cap="none" spc="0" normalizeH="0" baseline="0" noProof="0">
                          <a:ln>
                            <a:noFill/>
                          </a:ln>
                          <a:solidFill>
                            <a:prstClr val="black"/>
                          </a:solidFill>
                          <a:effectLst/>
                          <a:uLnTx/>
                          <a:uFillTx/>
                          <a:latin typeface="+mn-lt"/>
                          <a:ea typeface="+mn-ea"/>
                          <a:cs typeface="+mn-cs"/>
                        </a:rPr>
                        <a:t>10 anos</a:t>
                      </a:r>
                      <a:endParaRPr kumimoji="0" lang="en-US" sz="1000" b="0" i="0" u="none" strike="noStrike" kern="1200" cap="none" spc="0" normalizeH="0" baseline="0" noProof="0" dirty="0">
                        <a:ln>
                          <a:noFill/>
                        </a:ln>
                        <a:solidFill>
                          <a:prstClr val="black"/>
                        </a:solidFill>
                        <a:effectLst/>
                        <a:uLnTx/>
                        <a:uFillTx/>
                        <a:latin typeface="+mn-lt"/>
                        <a:ea typeface="+mn-ea"/>
                        <a:cs typeface="+mn-cs"/>
                      </a:endParaRPr>
                    </a:p>
                  </a:txBody>
                  <a:tcPr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629DD1">
                        <a:tint val="2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pt-PT" sz="1000" b="0" i="0" u="none" strike="noStrike" kern="1200" cap="none" spc="0" normalizeH="0" baseline="0" noProof="0" dirty="0">
                          <a:ln>
                            <a:noFill/>
                          </a:ln>
                          <a:solidFill>
                            <a:prstClr val="black"/>
                          </a:solidFill>
                          <a:effectLst/>
                          <a:uLnTx/>
                          <a:uFillTx/>
                          <a:latin typeface="+mn-lt"/>
                          <a:ea typeface="+mn-ea"/>
                          <a:cs typeface="+mn-cs"/>
                        </a:rPr>
                        <a:t>10 anos</a:t>
                      </a:r>
                      <a:endParaRPr kumimoji="0" lang="en-US" sz="1000" b="0" i="0" u="none" strike="noStrike" kern="1200" cap="none" spc="0" normalizeH="0" baseline="0" noProof="0" dirty="0">
                        <a:ln>
                          <a:noFill/>
                        </a:ln>
                        <a:solidFill>
                          <a:prstClr val="black"/>
                        </a:solidFill>
                        <a:effectLst/>
                        <a:uLnTx/>
                        <a:uFillTx/>
                        <a:latin typeface="+mn-lt"/>
                        <a:ea typeface="+mn-ea"/>
                        <a:cs typeface="+mn-cs"/>
                      </a:endParaRPr>
                    </a:p>
                  </a:txBody>
                  <a:tcPr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629DD1">
                        <a:tint val="2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pt-PT" sz="1000" b="0" i="0" u="none" strike="noStrike" kern="1200" cap="none" spc="0" normalizeH="0" baseline="0" noProof="0" dirty="0">
                          <a:ln>
                            <a:noFill/>
                          </a:ln>
                          <a:solidFill>
                            <a:prstClr val="black"/>
                          </a:solidFill>
                          <a:effectLst/>
                          <a:uLnTx/>
                          <a:uFillTx/>
                          <a:latin typeface="+mn-lt"/>
                          <a:ea typeface="+mn-ea"/>
                          <a:cs typeface="+mn-cs"/>
                        </a:rPr>
                        <a:t>10 anos</a:t>
                      </a:r>
                      <a:endParaRPr kumimoji="0" lang="en-US" sz="1000" b="0" i="0" u="none" strike="noStrike" kern="1200" cap="none" spc="0" normalizeH="0" baseline="0" noProof="0" dirty="0">
                        <a:ln>
                          <a:noFill/>
                        </a:ln>
                        <a:solidFill>
                          <a:prstClr val="black"/>
                        </a:solidFill>
                        <a:effectLst/>
                        <a:uLnTx/>
                        <a:uFillTx/>
                        <a:latin typeface="+mn-lt"/>
                        <a:ea typeface="+mn-ea"/>
                        <a:cs typeface="+mn-cs"/>
                      </a:endParaRPr>
                    </a:p>
                  </a:txBody>
                  <a:tcPr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629DD1">
                        <a:tint val="20000"/>
                      </a:srgbClr>
                    </a:solidFill>
                  </a:tcPr>
                </a:tc>
                <a:extLst>
                  <a:ext uri="{0D108BD9-81ED-4DB2-BD59-A6C34878D82A}">
                    <a16:rowId xmlns:a16="http://schemas.microsoft.com/office/drawing/2014/main" val="3137329452"/>
                  </a:ext>
                </a:extLst>
              </a:tr>
            </a:tbl>
          </a:graphicData>
        </a:graphic>
      </p:graphicFrame>
    </p:spTree>
    <p:extLst>
      <p:ext uri="{BB962C8B-B14F-4D97-AF65-F5344CB8AC3E}">
        <p14:creationId xmlns:p14="http://schemas.microsoft.com/office/powerpoint/2010/main" val="39007708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0908C0-4526-E36E-3E12-06EDC8BD3EEC}"/>
            </a:ext>
          </a:extLst>
        </p:cNvPr>
        <p:cNvGrpSpPr/>
        <p:nvPr/>
      </p:nvGrpSpPr>
      <p:grpSpPr>
        <a:xfrm>
          <a:off x="0" y="0"/>
          <a:ext cx="0" cy="0"/>
          <a:chOff x="0" y="0"/>
          <a:chExt cx="0" cy="0"/>
        </a:xfrm>
      </p:grpSpPr>
      <p:sp>
        <p:nvSpPr>
          <p:cNvPr id="2" name="Slide Number Placeholder 3">
            <a:extLst>
              <a:ext uri="{FF2B5EF4-FFF2-40B4-BE49-F238E27FC236}">
                <a16:creationId xmlns:a16="http://schemas.microsoft.com/office/drawing/2014/main" id="{6077E74E-C104-57A1-2A43-043194FE62A3}"/>
              </a:ext>
            </a:extLst>
          </p:cNvPr>
          <p:cNvSpPr>
            <a:spLocks noGrp="1"/>
          </p:cNvSpPr>
          <p:nvPr>
            <p:ph type="sldNum" sz="quarter" idx="12"/>
          </p:nvPr>
        </p:nvSpPr>
        <p:spPr>
          <a:xfrm>
            <a:off x="8730845" y="6209600"/>
            <a:ext cx="2743200" cy="365125"/>
          </a:xfrm>
        </p:spPr>
        <p:txBody>
          <a:bodyPr/>
          <a:lstStyle/>
          <a:p>
            <a:fld id="{BC0D97B6-E32F-4D7D-B839-7C3B51F2640F}" type="slidenum">
              <a:rPr lang="pt-PT" smtClean="0"/>
              <a:pPr/>
              <a:t>45</a:t>
            </a:fld>
            <a:endParaRPr lang="pt-PT" dirty="0"/>
          </a:p>
        </p:txBody>
      </p:sp>
      <p:sp>
        <p:nvSpPr>
          <p:cNvPr id="7" name="Marcador de texto 5">
            <a:extLst>
              <a:ext uri="{FF2B5EF4-FFF2-40B4-BE49-F238E27FC236}">
                <a16:creationId xmlns:a16="http://schemas.microsoft.com/office/drawing/2014/main" id="{5A000D70-872F-2395-D78F-BCA40CD0842C}"/>
              </a:ext>
            </a:extLst>
          </p:cNvPr>
          <p:cNvSpPr>
            <a:spLocks noGrp="1"/>
          </p:cNvSpPr>
          <p:nvPr>
            <p:ph type="body" sz="quarter" idx="14"/>
          </p:nvPr>
        </p:nvSpPr>
        <p:spPr>
          <a:xfrm>
            <a:off x="106420" y="114373"/>
            <a:ext cx="11547776" cy="538770"/>
          </a:xfrm>
        </p:spPr>
        <p:txBody>
          <a:bodyPr/>
          <a:lstStyle/>
          <a:p>
            <a:r>
              <a:rPr lang="pt-PT" sz="2400" dirty="0"/>
              <a:t>Desenho de Infraestrutura + LLD</a:t>
            </a:r>
            <a:br>
              <a:rPr lang="pt-PT" sz="2400" dirty="0"/>
            </a:br>
            <a:r>
              <a:rPr lang="pt-PT" sz="1800" dirty="0">
                <a:solidFill>
                  <a:schemeClr val="tx1">
                    <a:lumMod val="75000"/>
                    <a:lumOff val="25000"/>
                  </a:schemeClr>
                </a:solidFill>
              </a:rPr>
              <a:t>Pedidos</a:t>
            </a:r>
            <a:br>
              <a:rPr lang="pt-PT" sz="1800" dirty="0">
                <a:solidFill>
                  <a:schemeClr val="tx1">
                    <a:lumMod val="75000"/>
                    <a:lumOff val="25000"/>
                  </a:schemeClr>
                </a:solidFill>
              </a:rPr>
            </a:br>
            <a:r>
              <a:rPr lang="pt-PT" sz="1800" dirty="0">
                <a:solidFill>
                  <a:schemeClr val="accent2">
                    <a:lumMod val="50000"/>
                  </a:schemeClr>
                </a:solidFill>
              </a:rPr>
              <a:t>Referências</a:t>
            </a:r>
          </a:p>
        </p:txBody>
      </p:sp>
      <p:sp>
        <p:nvSpPr>
          <p:cNvPr id="3" name="TextBox 2">
            <a:extLst>
              <a:ext uri="{FF2B5EF4-FFF2-40B4-BE49-F238E27FC236}">
                <a16:creationId xmlns:a16="http://schemas.microsoft.com/office/drawing/2014/main" id="{D8929F06-A22E-57CF-36A1-83EC225B5E89}"/>
              </a:ext>
            </a:extLst>
          </p:cNvPr>
          <p:cNvSpPr txBox="1"/>
          <p:nvPr/>
        </p:nvSpPr>
        <p:spPr>
          <a:xfrm>
            <a:off x="711024" y="1232996"/>
            <a:ext cx="6094520" cy="3139321"/>
          </a:xfrm>
          <a:prstGeom prst="rect">
            <a:avLst/>
          </a:prstGeom>
          <a:noFill/>
        </p:spPr>
        <p:txBody>
          <a:bodyPr wrap="square">
            <a:spAutoFit/>
          </a:bodyPr>
          <a:lstStyle/>
          <a:p>
            <a:pPr marL="285750" indent="-285750">
              <a:buFont typeface="Arial" panose="020B0604020202020204" pitchFamily="34" charset="0"/>
              <a:buChar char="•"/>
            </a:pPr>
            <a:r>
              <a:rPr lang="pt-PT" dirty="0"/>
              <a:t>Monitorização</a:t>
            </a:r>
          </a:p>
          <a:p>
            <a:pPr marL="285750" indent="-285750">
              <a:buFont typeface="Arial" panose="020B0604020202020204" pitchFamily="34" charset="0"/>
              <a:buChar char="•"/>
            </a:pPr>
            <a:r>
              <a:rPr lang="pt-PT" dirty="0"/>
              <a:t>Backup</a:t>
            </a:r>
          </a:p>
          <a:p>
            <a:pPr marL="285750" indent="-285750">
              <a:buFont typeface="Arial" panose="020B0604020202020204" pitchFamily="34" charset="0"/>
              <a:buChar char="•"/>
            </a:pPr>
            <a:r>
              <a:rPr lang="pt-PT" dirty="0"/>
              <a:t>Criação de DNS</a:t>
            </a:r>
          </a:p>
          <a:p>
            <a:pPr marL="285750" indent="-285750">
              <a:buFont typeface="Arial" panose="020B0604020202020204" pitchFamily="34" charset="0"/>
              <a:buChar char="•"/>
            </a:pPr>
            <a:r>
              <a:rPr lang="pt-PT" dirty="0"/>
              <a:t>"Solicitações de regras firewall"</a:t>
            </a:r>
          </a:p>
          <a:p>
            <a:pPr marL="285750" indent="-285750">
              <a:buFont typeface="Arial" panose="020B0604020202020204" pitchFamily="34" charset="0"/>
              <a:buChar char="•"/>
            </a:pPr>
            <a:r>
              <a:rPr lang="pt-PT" dirty="0"/>
              <a:t>Gestão de Acessos</a:t>
            </a:r>
          </a:p>
          <a:p>
            <a:pPr marL="285750" indent="-285750">
              <a:buFont typeface="Arial" panose="020B0604020202020204" pitchFamily="34" charset="0"/>
              <a:buChar char="•"/>
            </a:pPr>
            <a:r>
              <a:rPr lang="pt-PT" dirty="0"/>
              <a:t>Criar Balanceadores</a:t>
            </a:r>
          </a:p>
          <a:p>
            <a:pPr marL="285750" indent="-285750">
              <a:buFont typeface="Arial" panose="020B0604020202020204" pitchFamily="34" charset="0"/>
              <a:buChar char="•"/>
            </a:pPr>
            <a:r>
              <a:rPr lang="pt-PT" dirty="0"/>
              <a:t>"Solicitação de certificados PaaS/</a:t>
            </a:r>
            <a:r>
              <a:rPr lang="pt-PT" dirty="0" err="1"/>
              <a:t>CaaS</a:t>
            </a:r>
            <a:r>
              <a:rPr lang="pt-PT" dirty="0"/>
              <a:t>"</a:t>
            </a:r>
          </a:p>
          <a:p>
            <a:pPr marL="285750" indent="-285750">
              <a:buFont typeface="Arial" panose="020B0604020202020204" pitchFamily="34" charset="0"/>
              <a:buChar char="•"/>
            </a:pPr>
            <a:r>
              <a:rPr lang="pt-PT" dirty="0"/>
              <a:t>"Solicitação de certificados Externos/</a:t>
            </a:r>
            <a:r>
              <a:rPr lang="pt-PT" dirty="0" err="1"/>
              <a:t>Dominio</a:t>
            </a:r>
            <a:r>
              <a:rPr lang="pt-PT" dirty="0"/>
              <a:t>"</a:t>
            </a:r>
          </a:p>
          <a:p>
            <a:pPr marL="285750" indent="-285750">
              <a:buFont typeface="Arial" panose="020B0604020202020204" pitchFamily="34" charset="0"/>
              <a:buChar char="•"/>
            </a:pPr>
            <a:r>
              <a:rPr lang="pt-PT" dirty="0"/>
              <a:t>Acessos </a:t>
            </a:r>
            <a:r>
              <a:rPr lang="pt-PT" dirty="0" err="1"/>
              <a:t>Openshift</a:t>
            </a:r>
            <a:endParaRPr lang="pt-PT" dirty="0"/>
          </a:p>
          <a:p>
            <a:pPr marL="285750" indent="-285750">
              <a:buFont typeface="Arial" panose="020B0604020202020204" pitchFamily="34" charset="0"/>
              <a:buChar char="•"/>
            </a:pPr>
            <a:r>
              <a:rPr lang="pt-PT" dirty="0"/>
              <a:t>Entrega de Infraestrutura </a:t>
            </a:r>
            <a:r>
              <a:rPr lang="pt-PT" dirty="0" err="1"/>
              <a:t>PostgreSQL</a:t>
            </a:r>
            <a:r>
              <a:rPr lang="pt-PT" dirty="0"/>
              <a:t> </a:t>
            </a:r>
            <a:r>
              <a:rPr lang="pt-PT" dirty="0" err="1"/>
              <a:t>Flexible</a:t>
            </a:r>
            <a:r>
              <a:rPr lang="pt-PT" dirty="0"/>
              <a:t> Server</a:t>
            </a:r>
          </a:p>
          <a:p>
            <a:pPr marL="285750" indent="-285750">
              <a:buFont typeface="Arial" panose="020B0604020202020204" pitchFamily="34" charset="0"/>
              <a:buChar char="•"/>
            </a:pPr>
            <a:r>
              <a:rPr lang="pt-PT" dirty="0"/>
              <a:t>Entrega de Infraestrutura Atlas</a:t>
            </a:r>
          </a:p>
        </p:txBody>
      </p:sp>
      <p:graphicFrame>
        <p:nvGraphicFramePr>
          <p:cNvPr id="4" name="Object 3">
            <a:extLst>
              <a:ext uri="{FF2B5EF4-FFF2-40B4-BE49-F238E27FC236}">
                <a16:creationId xmlns:a16="http://schemas.microsoft.com/office/drawing/2014/main" id="{ED7C32A8-938B-7DB8-DC42-90C6FE3C642D}"/>
              </a:ext>
            </a:extLst>
          </p:cNvPr>
          <p:cNvGraphicFramePr>
            <a:graphicFrameLocks noChangeAspect="1"/>
          </p:cNvGraphicFramePr>
          <p:nvPr>
            <p:extLst>
              <p:ext uri="{D42A27DB-BD31-4B8C-83A1-F6EECF244321}">
                <p14:modId xmlns:p14="http://schemas.microsoft.com/office/powerpoint/2010/main" val="2680373411"/>
              </p:ext>
            </p:extLst>
          </p:nvPr>
        </p:nvGraphicFramePr>
        <p:xfrm>
          <a:off x="5956300" y="4699000"/>
          <a:ext cx="1120775" cy="946150"/>
        </p:xfrm>
        <a:graphic>
          <a:graphicData uri="http://schemas.openxmlformats.org/presentationml/2006/ole">
            <mc:AlternateContent xmlns:mc="http://schemas.openxmlformats.org/markup-compatibility/2006">
              <mc:Choice xmlns:v="urn:schemas-microsoft-com:vml" Requires="v">
                <p:oleObj name="Worksheet" showAsIcon="1" r:id="rId3" imgW="731520" imgH="617220" progId="Excel.Sheet.12">
                  <p:embed/>
                </p:oleObj>
              </mc:Choice>
              <mc:Fallback>
                <p:oleObj name="Worksheet" showAsIcon="1" r:id="rId3" imgW="731520" imgH="617220" progId="Excel.Sheet.12">
                  <p:embed/>
                  <p:pic>
                    <p:nvPicPr>
                      <p:cNvPr id="4" name="Object 3">
                        <a:extLst>
                          <a:ext uri="{FF2B5EF4-FFF2-40B4-BE49-F238E27FC236}">
                            <a16:creationId xmlns:a16="http://schemas.microsoft.com/office/drawing/2014/main" id="{ED7C32A8-938B-7DB8-DC42-90C6FE3C642D}"/>
                          </a:ext>
                        </a:extLst>
                      </p:cNvPr>
                      <p:cNvPicPr/>
                      <p:nvPr/>
                    </p:nvPicPr>
                    <p:blipFill>
                      <a:blip r:embed="rId4"/>
                      <a:stretch>
                        <a:fillRect/>
                      </a:stretch>
                    </p:blipFill>
                    <p:spPr>
                      <a:xfrm>
                        <a:off x="5956300" y="4699000"/>
                        <a:ext cx="1120775" cy="946150"/>
                      </a:xfrm>
                      <a:prstGeom prst="rect">
                        <a:avLst/>
                      </a:prstGeom>
                    </p:spPr>
                  </p:pic>
                </p:oleObj>
              </mc:Fallback>
            </mc:AlternateContent>
          </a:graphicData>
        </a:graphic>
      </p:graphicFrame>
    </p:spTree>
    <p:extLst>
      <p:ext uri="{BB962C8B-B14F-4D97-AF65-F5344CB8AC3E}">
        <p14:creationId xmlns:p14="http://schemas.microsoft.com/office/powerpoint/2010/main" val="40171465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BC0D97B6-E32F-4D7D-B839-7C3B51F2640F}" type="slidenum">
              <a:rPr lang="es-ES" smtClean="0"/>
              <a:pPr/>
              <a:t>46</a:t>
            </a:fld>
            <a:endParaRPr lang="es-ES"/>
          </a:p>
        </p:txBody>
      </p:sp>
      <p:sp>
        <p:nvSpPr>
          <p:cNvPr id="6" name="CuadroTexto 5">
            <a:extLst>
              <a:ext uri="{FF2B5EF4-FFF2-40B4-BE49-F238E27FC236}">
                <a16:creationId xmlns:a16="http://schemas.microsoft.com/office/drawing/2014/main" id="{E220775D-5790-A2D1-1806-40BD654C6B9F}"/>
              </a:ext>
            </a:extLst>
          </p:cNvPr>
          <p:cNvSpPr txBox="1"/>
          <p:nvPr/>
        </p:nvSpPr>
        <p:spPr>
          <a:xfrm>
            <a:off x="99745" y="113594"/>
            <a:ext cx="5257259" cy="523220"/>
          </a:xfrm>
          <a:prstGeom prst="rect">
            <a:avLst/>
          </a:prstGeom>
          <a:noFill/>
        </p:spPr>
        <p:txBody>
          <a:bodyPr wrap="square" rtlCol="0">
            <a:spAutoFit/>
          </a:bodyPr>
          <a:lstStyle/>
          <a:p>
            <a:r>
              <a:rPr lang="en-US" sz="2800" noProof="1">
                <a:solidFill>
                  <a:srgbClr val="FF0000"/>
                </a:solidFill>
              </a:rPr>
              <a:t>Observability</a:t>
            </a:r>
            <a:endParaRPr lang="en-US" sz="2800" noProof="1"/>
          </a:p>
        </p:txBody>
      </p:sp>
      <p:sp>
        <p:nvSpPr>
          <p:cNvPr id="7" name="Marcador de número de diapositiva 4">
            <a:extLst>
              <a:ext uri="{FF2B5EF4-FFF2-40B4-BE49-F238E27FC236}">
                <a16:creationId xmlns:a16="http://schemas.microsoft.com/office/drawing/2014/main" id="{34D2C47E-C972-AC2E-2E65-828D130F5DE3}"/>
              </a:ext>
            </a:extLst>
          </p:cNvPr>
          <p:cNvSpPr txBox="1">
            <a:spLocks/>
          </p:cNvSpPr>
          <p:nvPr/>
        </p:nvSpPr>
        <p:spPr>
          <a:xfrm>
            <a:off x="11766620" y="6495350"/>
            <a:ext cx="427092" cy="365125"/>
          </a:xfrm>
          <a:prstGeom prst="rect">
            <a:avLst/>
          </a:prstGeom>
        </p:spPr>
        <p:txBody>
          <a:bodyPr vert="horz" lIns="91440" tIns="45720" rIns="91440" bIns="45720" rtlCol="0" anchor="ctr"/>
          <a:lstStyle>
            <a:defPPr>
              <a:defRPr lang="es-ES"/>
            </a:defPPr>
            <a:lvl1pPr marL="0" algn="r" defTabSz="914400" rtl="0" eaLnBrk="1" latinLnBrk="0" hangingPunct="1">
              <a:defRPr sz="1300" kern="120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C0D97B6-E32F-4D7D-B839-7C3B51F2640F}" type="slidenum">
              <a:rPr lang="es-ES" smtClean="0"/>
              <a:pPr/>
              <a:t>46</a:t>
            </a:fld>
            <a:endParaRPr lang="es-ES"/>
          </a:p>
        </p:txBody>
      </p:sp>
      <p:sp>
        <p:nvSpPr>
          <p:cNvPr id="8" name="AutoShape 8" descr="What is an Azure monitor? - DevOpsSchool.com"/>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PT"/>
          </a:p>
        </p:txBody>
      </p:sp>
      <p:sp>
        <p:nvSpPr>
          <p:cNvPr id="9" name="Rectangle 8"/>
          <p:cNvSpPr/>
          <p:nvPr/>
        </p:nvSpPr>
        <p:spPr>
          <a:xfrm>
            <a:off x="155575" y="660266"/>
            <a:ext cx="2309415" cy="276999"/>
          </a:xfrm>
          <a:prstGeom prst="rect">
            <a:avLst/>
          </a:prstGeom>
        </p:spPr>
        <p:txBody>
          <a:bodyPr wrap="none">
            <a:spAutoFit/>
          </a:bodyPr>
          <a:lstStyle/>
          <a:p>
            <a:r>
              <a:rPr lang="pt-PT" sz="1200" b="1" dirty="0" err="1">
                <a:solidFill>
                  <a:srgbClr val="000000"/>
                </a:solidFill>
              </a:rPr>
              <a:t>Why</a:t>
            </a:r>
            <a:r>
              <a:rPr lang="pt-PT" sz="1200" b="1" dirty="0">
                <a:solidFill>
                  <a:srgbClr val="000000"/>
                </a:solidFill>
              </a:rPr>
              <a:t> </a:t>
            </a:r>
            <a:r>
              <a:rPr lang="pt-PT" sz="1200" b="1" dirty="0" err="1">
                <a:solidFill>
                  <a:srgbClr val="000000"/>
                </a:solidFill>
              </a:rPr>
              <a:t>is</a:t>
            </a:r>
            <a:r>
              <a:rPr lang="pt-PT" sz="1200" b="1" dirty="0">
                <a:solidFill>
                  <a:srgbClr val="000000"/>
                </a:solidFill>
              </a:rPr>
              <a:t> </a:t>
            </a:r>
            <a:r>
              <a:rPr lang="pt-PT" sz="1200" b="1" dirty="0" err="1">
                <a:solidFill>
                  <a:srgbClr val="000000"/>
                </a:solidFill>
              </a:rPr>
              <a:t>observability</a:t>
            </a:r>
            <a:r>
              <a:rPr lang="pt-PT" sz="1200" b="1" dirty="0">
                <a:solidFill>
                  <a:srgbClr val="000000"/>
                </a:solidFill>
              </a:rPr>
              <a:t> </a:t>
            </a:r>
            <a:r>
              <a:rPr lang="pt-PT" sz="1200" b="1" dirty="0" err="1">
                <a:solidFill>
                  <a:srgbClr val="000000"/>
                </a:solidFill>
              </a:rPr>
              <a:t>important</a:t>
            </a:r>
            <a:r>
              <a:rPr lang="pt-PT" sz="1200" b="1" dirty="0">
                <a:solidFill>
                  <a:srgbClr val="000000"/>
                </a:solidFill>
              </a:rPr>
              <a:t>?</a:t>
            </a:r>
          </a:p>
        </p:txBody>
      </p:sp>
      <p:sp>
        <p:nvSpPr>
          <p:cNvPr id="10" name="Rectangle 9"/>
          <p:cNvSpPr/>
          <p:nvPr/>
        </p:nvSpPr>
        <p:spPr>
          <a:xfrm>
            <a:off x="155575" y="1021879"/>
            <a:ext cx="11888036" cy="600164"/>
          </a:xfrm>
          <a:prstGeom prst="rect">
            <a:avLst/>
          </a:prstGeom>
        </p:spPr>
        <p:txBody>
          <a:bodyPr wrap="square">
            <a:spAutoFit/>
          </a:bodyPr>
          <a:lstStyle/>
          <a:p>
            <a:r>
              <a:rPr lang="en-US" sz="1100" dirty="0">
                <a:solidFill>
                  <a:srgbClr val="000000"/>
                </a:solidFill>
              </a:rPr>
              <a:t>In enterprise environments, observability helps cross-functional teams understand and answer specific questions about what’s happening in highly distributed systems. Observability enables you to understand what is slow or broken and what you need to do to improve performance. With an observability solution in place, teams can receive alerts about issues and proactively resolve them before they impact users.</a:t>
            </a:r>
            <a:endParaRPr lang="pt-PT" sz="1100" dirty="0"/>
          </a:p>
        </p:txBody>
      </p:sp>
      <p:sp>
        <p:nvSpPr>
          <p:cNvPr id="11" name="Rectangle 10"/>
          <p:cNvSpPr/>
          <p:nvPr/>
        </p:nvSpPr>
        <p:spPr>
          <a:xfrm>
            <a:off x="155575" y="1730109"/>
            <a:ext cx="1902059" cy="276999"/>
          </a:xfrm>
          <a:prstGeom prst="rect">
            <a:avLst/>
          </a:prstGeom>
        </p:spPr>
        <p:txBody>
          <a:bodyPr wrap="none">
            <a:spAutoFit/>
          </a:bodyPr>
          <a:lstStyle/>
          <a:p>
            <a:r>
              <a:rPr lang="pt-PT" sz="1200" b="1" dirty="0" err="1">
                <a:solidFill>
                  <a:srgbClr val="000000"/>
                </a:solidFill>
              </a:rPr>
              <a:t>What</a:t>
            </a:r>
            <a:r>
              <a:rPr lang="pt-PT" sz="1200" b="1" dirty="0">
                <a:solidFill>
                  <a:srgbClr val="000000"/>
                </a:solidFill>
              </a:rPr>
              <a:t> </a:t>
            </a:r>
            <a:r>
              <a:rPr lang="pt-PT" sz="1200" b="1" dirty="0" err="1">
                <a:solidFill>
                  <a:srgbClr val="000000"/>
                </a:solidFill>
              </a:rPr>
              <a:t>is</a:t>
            </a:r>
            <a:r>
              <a:rPr lang="pt-PT" sz="1200" b="1" dirty="0">
                <a:solidFill>
                  <a:srgbClr val="000000"/>
                </a:solidFill>
              </a:rPr>
              <a:t> </a:t>
            </a:r>
            <a:r>
              <a:rPr lang="pt-PT" sz="1200" b="1" dirty="0" err="1">
                <a:solidFill>
                  <a:srgbClr val="000000"/>
                </a:solidFill>
              </a:rPr>
              <a:t>the</a:t>
            </a:r>
            <a:r>
              <a:rPr lang="pt-PT" sz="1200" b="1" dirty="0">
                <a:solidFill>
                  <a:srgbClr val="000000"/>
                </a:solidFill>
              </a:rPr>
              <a:t> </a:t>
            </a:r>
            <a:r>
              <a:rPr lang="pt-PT" sz="1200" b="1" dirty="0" err="1">
                <a:solidFill>
                  <a:srgbClr val="000000"/>
                </a:solidFill>
              </a:rPr>
              <a:t>observability</a:t>
            </a:r>
            <a:r>
              <a:rPr lang="pt-PT" sz="1200" b="1" dirty="0">
                <a:solidFill>
                  <a:srgbClr val="000000"/>
                </a:solidFill>
              </a:rPr>
              <a:t>?</a:t>
            </a:r>
          </a:p>
        </p:txBody>
      </p:sp>
      <p:sp>
        <p:nvSpPr>
          <p:cNvPr id="12" name="Rectangle 11"/>
          <p:cNvSpPr/>
          <p:nvPr/>
        </p:nvSpPr>
        <p:spPr>
          <a:xfrm>
            <a:off x="155575" y="2007108"/>
            <a:ext cx="5409030" cy="3785652"/>
          </a:xfrm>
          <a:prstGeom prst="rect">
            <a:avLst/>
          </a:prstGeom>
        </p:spPr>
        <p:txBody>
          <a:bodyPr wrap="square">
            <a:spAutoFit/>
          </a:bodyPr>
          <a:lstStyle/>
          <a:p>
            <a:pPr marL="285750" indent="-285750">
              <a:buFont typeface="Arial" panose="020B0604020202020204" pitchFamily="34" charset="0"/>
              <a:buChar char="•"/>
            </a:pPr>
            <a:r>
              <a:rPr lang="en-US" sz="1000" b="1" dirty="0">
                <a:latin typeface="Santander Text" panose="020B0504020201020104" pitchFamily="34" charset="0"/>
              </a:rPr>
              <a:t>Metrics</a:t>
            </a:r>
            <a:r>
              <a:rPr lang="en-US" sz="1000" dirty="0">
                <a:latin typeface="Santander Text" panose="020B0504020201020104" pitchFamily="34" charset="0"/>
              </a:rPr>
              <a:t> – Ensures that technically-wise systems are available and performing they way they are expected to.</a:t>
            </a:r>
          </a:p>
          <a:p>
            <a:pPr marL="285750" indent="-285750">
              <a:buFont typeface="Arial" panose="020B0604020202020204" pitchFamily="34" charset="0"/>
              <a:buChar char="•"/>
            </a:pPr>
            <a:endParaRPr lang="en-US" sz="1000" dirty="0">
              <a:latin typeface="Santander Text" panose="020B0504020201020104" pitchFamily="34" charset="0"/>
            </a:endParaRPr>
          </a:p>
          <a:p>
            <a:pPr marL="285750" indent="-285750">
              <a:buFont typeface="Arial" panose="020B0604020202020204" pitchFamily="34" charset="0"/>
              <a:buChar char="•"/>
            </a:pPr>
            <a:r>
              <a:rPr lang="en-US" sz="1000" b="1" dirty="0">
                <a:latin typeface="Santander Text" panose="020B0504020201020104" pitchFamily="34" charset="0"/>
              </a:rPr>
              <a:t>Event Logs</a:t>
            </a:r>
            <a:r>
              <a:rPr lang="en-US" sz="1000" dirty="0">
                <a:latin typeface="Santander Text" panose="020B0504020201020104" pitchFamily="34" charset="0"/>
              </a:rPr>
              <a:t> – Manages the activities that occur within the system. It is mainly used for diagnostics and to extend the E2E tracing.</a:t>
            </a:r>
          </a:p>
          <a:p>
            <a:pPr marL="285750" indent="-285750">
              <a:buFont typeface="Arial" panose="020B0604020202020204" pitchFamily="34" charset="0"/>
              <a:buChar char="•"/>
            </a:pPr>
            <a:endParaRPr lang="en-US" sz="1000" dirty="0">
              <a:latin typeface="Santander Text" panose="020B0504020201020104" pitchFamily="34" charset="0"/>
            </a:endParaRPr>
          </a:p>
          <a:p>
            <a:pPr marL="285750" indent="-285750">
              <a:buFont typeface="Arial" panose="020B0604020202020204" pitchFamily="34" charset="0"/>
              <a:buChar char="•"/>
            </a:pPr>
            <a:r>
              <a:rPr lang="en-US" sz="1000" b="1" dirty="0">
                <a:latin typeface="Santander Text" panose="020B0504020201020104" pitchFamily="34" charset="0"/>
              </a:rPr>
              <a:t>Traces</a:t>
            </a:r>
            <a:r>
              <a:rPr lang="en-US" sz="1000" dirty="0">
                <a:latin typeface="Santander Text" panose="020B0504020201020104" pitchFamily="34" charset="0"/>
              </a:rPr>
              <a:t> – Correlates every request that belongs to the same </a:t>
            </a:r>
            <a:r>
              <a:rPr lang="en-US" sz="1000" dirty="0" err="1">
                <a:latin typeface="Santander Text" panose="020B0504020201020104" pitchFamily="34" charset="0"/>
              </a:rPr>
              <a:t>transaction,making</a:t>
            </a:r>
            <a:r>
              <a:rPr lang="en-US" sz="1000" dirty="0">
                <a:latin typeface="Santander Text" panose="020B0504020201020104" pitchFamily="34" charset="0"/>
              </a:rPr>
              <a:t> it possible to have an end to-end view of the transaction.</a:t>
            </a:r>
          </a:p>
          <a:p>
            <a:pPr marL="285750" indent="-285750">
              <a:buFont typeface="Arial" panose="020B0604020202020204" pitchFamily="34" charset="0"/>
              <a:buChar char="•"/>
            </a:pPr>
            <a:endParaRPr lang="en-US" sz="1000" dirty="0">
              <a:latin typeface="Santander Text" panose="020B0504020201020104" pitchFamily="34" charset="0"/>
            </a:endParaRPr>
          </a:p>
          <a:p>
            <a:pPr marL="285750" indent="-285750">
              <a:buFont typeface="Arial" panose="020B0604020202020204" pitchFamily="34" charset="0"/>
              <a:buChar char="•"/>
            </a:pPr>
            <a:r>
              <a:rPr lang="pt-PT" sz="1000" b="1" dirty="0">
                <a:latin typeface="Santander Text" panose="020B0504020201020104" pitchFamily="34" charset="0"/>
              </a:rPr>
              <a:t>Standards</a:t>
            </a:r>
            <a:r>
              <a:rPr lang="pt-PT" sz="1000" dirty="0">
                <a:latin typeface="Santander Text" panose="020B0504020201020104" pitchFamily="34" charset="0"/>
              </a:rPr>
              <a:t> – </a:t>
            </a:r>
            <a:r>
              <a:rPr lang="pt-PT" sz="1000" dirty="0" err="1">
                <a:latin typeface="Santander Text" panose="020B0504020201020104" pitchFamily="34" charset="0"/>
              </a:rPr>
              <a:t>Homogenize</a:t>
            </a:r>
            <a:r>
              <a:rPr lang="pt-PT" sz="1000" dirty="0">
                <a:latin typeface="Santander Text" panose="020B0504020201020104" pitchFamily="34" charset="0"/>
              </a:rPr>
              <a:t> </a:t>
            </a:r>
            <a:r>
              <a:rPr lang="pt-PT" sz="1000" dirty="0" err="1">
                <a:latin typeface="Santander Text" panose="020B0504020201020104" pitchFamily="34" charset="0"/>
              </a:rPr>
              <a:t>the</a:t>
            </a:r>
            <a:r>
              <a:rPr lang="pt-PT" sz="1000" dirty="0">
                <a:latin typeface="Santander Text" panose="020B0504020201020104" pitchFamily="34" charset="0"/>
              </a:rPr>
              <a:t> </a:t>
            </a:r>
            <a:r>
              <a:rPr lang="pt-PT" sz="1000" dirty="0" err="1">
                <a:latin typeface="Santander Text" panose="020B0504020201020104" pitchFamily="34" charset="0"/>
              </a:rPr>
              <a:t>generated</a:t>
            </a:r>
            <a:r>
              <a:rPr lang="pt-PT" sz="1000" dirty="0">
                <a:latin typeface="Santander Text" panose="020B0504020201020104" pitchFamily="34" charset="0"/>
              </a:rPr>
              <a:t> insights </a:t>
            </a:r>
            <a:r>
              <a:rPr lang="pt-PT" sz="1000" dirty="0" err="1">
                <a:latin typeface="Santander Text" panose="020B0504020201020104" pitchFamily="34" charset="0"/>
              </a:rPr>
              <a:t>and</a:t>
            </a:r>
            <a:r>
              <a:rPr lang="pt-PT" sz="1000" dirty="0">
                <a:latin typeface="Santander Text" panose="020B0504020201020104" pitchFamily="34" charset="0"/>
              </a:rPr>
              <a:t> </a:t>
            </a:r>
            <a:r>
              <a:rPr lang="pt-PT" sz="1000" dirty="0" err="1">
                <a:latin typeface="Santander Text" panose="020B0504020201020104" pitchFamily="34" charset="0"/>
              </a:rPr>
              <a:t>ease</a:t>
            </a:r>
            <a:r>
              <a:rPr lang="pt-PT" sz="1000" dirty="0">
                <a:latin typeface="Santander Text" panose="020B0504020201020104" pitchFamily="34" charset="0"/>
              </a:rPr>
              <a:t> </a:t>
            </a:r>
            <a:r>
              <a:rPr lang="pt-PT" sz="1000" dirty="0" err="1">
                <a:latin typeface="Santander Text" panose="020B0504020201020104" pitchFamily="34" charset="0"/>
              </a:rPr>
              <a:t>the</a:t>
            </a:r>
            <a:r>
              <a:rPr lang="pt-PT" sz="1000" dirty="0">
                <a:latin typeface="Santander Text" panose="020B0504020201020104" pitchFamily="34" charset="0"/>
              </a:rPr>
              <a:t> </a:t>
            </a:r>
            <a:r>
              <a:rPr lang="pt-PT" sz="1000" dirty="0" err="1">
                <a:latin typeface="Santander Text" panose="020B0504020201020104" pitchFamily="34" charset="0"/>
              </a:rPr>
              <a:t>observation</a:t>
            </a:r>
            <a:r>
              <a:rPr lang="pt-PT" sz="1000" dirty="0">
                <a:latin typeface="Santander Text" panose="020B0504020201020104" pitchFamily="34" charset="0"/>
              </a:rPr>
              <a:t> </a:t>
            </a:r>
            <a:r>
              <a:rPr lang="pt-PT" sz="1000" dirty="0" err="1">
                <a:latin typeface="Santander Text" panose="020B0504020201020104" pitchFamily="34" charset="0"/>
              </a:rPr>
              <a:t>process</a:t>
            </a:r>
            <a:r>
              <a:rPr lang="pt-PT" sz="1000" dirty="0">
                <a:latin typeface="Santander Text" panose="020B0504020201020104" pitchFamily="34" charset="0"/>
              </a:rPr>
              <a:t>. For </a:t>
            </a:r>
            <a:r>
              <a:rPr lang="pt-PT" sz="1000" dirty="0" err="1">
                <a:latin typeface="Santander Text" panose="020B0504020201020104" pitchFamily="34" charset="0"/>
              </a:rPr>
              <a:t>instance</a:t>
            </a:r>
            <a:r>
              <a:rPr lang="pt-PT" sz="1000" dirty="0">
                <a:latin typeface="Santander Text" panose="020B0504020201020104" pitchFamily="34" charset="0"/>
              </a:rPr>
              <a:t>, </a:t>
            </a:r>
            <a:r>
              <a:rPr lang="pt-PT" sz="1000" dirty="0" err="1">
                <a:latin typeface="Santander Text" panose="020B0504020201020104" pitchFamily="34" charset="0"/>
              </a:rPr>
              <a:t>being</a:t>
            </a:r>
            <a:r>
              <a:rPr lang="pt-PT" sz="1000" dirty="0">
                <a:latin typeface="Santander Text" panose="020B0504020201020104" pitchFamily="34" charset="0"/>
              </a:rPr>
              <a:t> </a:t>
            </a:r>
            <a:r>
              <a:rPr lang="pt-PT" sz="1000" dirty="0" err="1">
                <a:latin typeface="Santander Text" panose="020B0504020201020104" pitchFamily="34" charset="0"/>
              </a:rPr>
              <a:t>compliant</a:t>
            </a:r>
            <a:r>
              <a:rPr lang="pt-PT" sz="1000" dirty="0">
                <a:latin typeface="Santander Text" panose="020B0504020201020104" pitchFamily="34" charset="0"/>
              </a:rPr>
              <a:t> </a:t>
            </a:r>
            <a:r>
              <a:rPr lang="pt-PT" sz="1000" dirty="0" err="1">
                <a:latin typeface="Santander Text" panose="020B0504020201020104" pitchFamily="34" charset="0"/>
              </a:rPr>
              <a:t>with</a:t>
            </a:r>
            <a:r>
              <a:rPr lang="pt-PT" sz="1000" dirty="0">
                <a:latin typeface="Santander Text" panose="020B0504020201020104" pitchFamily="34" charset="0"/>
              </a:rPr>
              <a:t> </a:t>
            </a:r>
            <a:r>
              <a:rPr lang="pt-PT" sz="1000" dirty="0" err="1">
                <a:latin typeface="Santander Text" panose="020B0504020201020104" pitchFamily="34" charset="0"/>
              </a:rPr>
              <a:t>the</a:t>
            </a:r>
            <a:r>
              <a:rPr lang="pt-PT" sz="1000" dirty="0">
                <a:latin typeface="Santander Text" panose="020B0504020201020104" pitchFamily="34" charset="0"/>
              </a:rPr>
              <a:t> </a:t>
            </a:r>
            <a:r>
              <a:rPr lang="pt-PT" sz="1000" dirty="0" err="1">
                <a:latin typeface="Santander Text" panose="020B0504020201020104" pitchFamily="34" charset="0"/>
              </a:rPr>
              <a:t>common</a:t>
            </a:r>
            <a:r>
              <a:rPr lang="pt-PT" sz="1000" dirty="0">
                <a:latin typeface="Santander Text" panose="020B0504020201020104" pitchFamily="34" charset="0"/>
              </a:rPr>
              <a:t> </a:t>
            </a:r>
            <a:r>
              <a:rPr lang="pt-PT" sz="1000" dirty="0" err="1">
                <a:latin typeface="Santander Text" panose="020B0504020201020104" pitchFamily="34" charset="0"/>
              </a:rPr>
              <a:t>tracing</a:t>
            </a:r>
            <a:r>
              <a:rPr lang="pt-PT" sz="1000" dirty="0">
                <a:latin typeface="Santander Text" panose="020B0504020201020104" pitchFamily="34" charset="0"/>
              </a:rPr>
              <a:t> </a:t>
            </a:r>
            <a:r>
              <a:rPr lang="pt-PT" sz="1000" dirty="0" err="1">
                <a:latin typeface="Santander Text" panose="020B0504020201020104" pitchFamily="34" charset="0"/>
              </a:rPr>
              <a:t>format</a:t>
            </a:r>
            <a:r>
              <a:rPr lang="pt-PT" sz="1000" dirty="0">
                <a:latin typeface="Santander Text" panose="020B0504020201020104" pitchFamily="34" charset="0"/>
              </a:rPr>
              <a:t> </a:t>
            </a:r>
            <a:r>
              <a:rPr lang="pt-PT" sz="1000" dirty="0" err="1">
                <a:latin typeface="Santander Text" panose="020B0504020201020104" pitchFamily="34" charset="0"/>
              </a:rPr>
              <a:t>assures</a:t>
            </a:r>
            <a:r>
              <a:rPr lang="pt-PT" sz="1000" dirty="0">
                <a:latin typeface="Santander Text" panose="020B0504020201020104" pitchFamily="34" charset="0"/>
              </a:rPr>
              <a:t> </a:t>
            </a:r>
            <a:r>
              <a:rPr lang="pt-PT" sz="1000" dirty="0" err="1">
                <a:latin typeface="Santander Text" panose="020B0504020201020104" pitchFamily="34" charset="0"/>
              </a:rPr>
              <a:t>the</a:t>
            </a:r>
            <a:r>
              <a:rPr lang="pt-PT" sz="1000" dirty="0">
                <a:latin typeface="Santander Text" panose="020B0504020201020104" pitchFamily="34" charset="0"/>
              </a:rPr>
              <a:t> cross-</a:t>
            </a:r>
            <a:r>
              <a:rPr lang="pt-PT" sz="1000" dirty="0" err="1">
                <a:latin typeface="Santander Text" panose="020B0504020201020104" pitchFamily="34" charset="0"/>
              </a:rPr>
              <a:t>system</a:t>
            </a:r>
            <a:r>
              <a:rPr lang="pt-PT" sz="1000" dirty="0">
                <a:latin typeface="Santander Text" panose="020B0504020201020104" pitchFamily="34" charset="0"/>
              </a:rPr>
              <a:t> </a:t>
            </a:r>
            <a:r>
              <a:rPr lang="pt-PT" sz="1000" dirty="0" err="1">
                <a:latin typeface="Santander Text" panose="020B0504020201020104" pitchFamily="34" charset="0"/>
              </a:rPr>
              <a:t>tracing</a:t>
            </a:r>
            <a:r>
              <a:rPr lang="pt-PT" sz="1000" dirty="0">
                <a:latin typeface="Santander Text" panose="020B0504020201020104" pitchFamily="34" charset="0"/>
              </a:rPr>
              <a:t> </a:t>
            </a:r>
            <a:r>
              <a:rPr lang="pt-PT" sz="1000" dirty="0" err="1">
                <a:latin typeface="Santander Text" panose="020B0504020201020104" pitchFamily="34" charset="0"/>
              </a:rPr>
              <a:t>and</a:t>
            </a:r>
            <a:r>
              <a:rPr lang="pt-PT" sz="1000" dirty="0">
                <a:latin typeface="Santander Text" panose="020B0504020201020104" pitchFamily="34" charset="0"/>
              </a:rPr>
              <a:t> </a:t>
            </a:r>
            <a:r>
              <a:rPr lang="pt-PT" sz="1000" dirty="0" err="1">
                <a:latin typeface="Santander Text" panose="020B0504020201020104" pitchFamily="34" charset="0"/>
              </a:rPr>
              <a:t>eases</a:t>
            </a:r>
            <a:r>
              <a:rPr lang="pt-PT" sz="1000" dirty="0">
                <a:latin typeface="Santander Text" panose="020B0504020201020104" pitchFamily="34" charset="0"/>
              </a:rPr>
              <a:t> </a:t>
            </a:r>
            <a:r>
              <a:rPr lang="pt-PT" sz="1000" dirty="0" err="1">
                <a:latin typeface="Santander Text" panose="020B0504020201020104" pitchFamily="34" charset="0"/>
              </a:rPr>
              <a:t>the</a:t>
            </a:r>
            <a:r>
              <a:rPr lang="pt-PT" sz="1000" dirty="0">
                <a:latin typeface="Santander Text" panose="020B0504020201020104" pitchFamily="34" charset="0"/>
              </a:rPr>
              <a:t> </a:t>
            </a:r>
            <a:r>
              <a:rPr lang="pt-PT" sz="1000" dirty="0" err="1">
                <a:latin typeface="Santander Text" panose="020B0504020201020104" pitchFamily="34" charset="0"/>
              </a:rPr>
              <a:t>interoperability</a:t>
            </a:r>
            <a:r>
              <a:rPr lang="pt-PT" sz="1000" dirty="0">
                <a:latin typeface="Santander Text" panose="020B0504020201020104" pitchFamily="34" charset="0"/>
              </a:rPr>
              <a:t>.</a:t>
            </a:r>
          </a:p>
          <a:p>
            <a:pPr marL="285750" indent="-285750">
              <a:buFont typeface="Arial" panose="020B0604020202020204" pitchFamily="34" charset="0"/>
              <a:buChar char="•"/>
            </a:pPr>
            <a:endParaRPr lang="pt-PT" sz="1000" dirty="0">
              <a:latin typeface="Santander Text" panose="020B0504020201020104" pitchFamily="34" charset="0"/>
            </a:endParaRPr>
          </a:p>
          <a:p>
            <a:pPr marL="285750" indent="-285750">
              <a:buFont typeface="Arial" panose="020B0604020202020204" pitchFamily="34" charset="0"/>
              <a:buChar char="•"/>
            </a:pPr>
            <a:r>
              <a:rPr lang="pt-PT" sz="1000" b="1" dirty="0" err="1">
                <a:latin typeface="Santander Text" panose="020B0504020201020104" pitchFamily="34" charset="0"/>
              </a:rPr>
              <a:t>Reference</a:t>
            </a:r>
            <a:r>
              <a:rPr lang="pt-PT" sz="1000" b="1" dirty="0">
                <a:latin typeface="Santander Text" panose="020B0504020201020104" pitchFamily="34" charset="0"/>
              </a:rPr>
              <a:t> </a:t>
            </a:r>
            <a:r>
              <a:rPr lang="pt-PT" sz="1000" b="1" dirty="0" err="1">
                <a:latin typeface="Santander Text" panose="020B0504020201020104" pitchFamily="34" charset="0"/>
              </a:rPr>
              <a:t>architectures</a:t>
            </a:r>
            <a:r>
              <a:rPr lang="pt-PT" sz="1000" b="1" dirty="0">
                <a:latin typeface="Santander Text" panose="020B0504020201020104" pitchFamily="34" charset="0"/>
              </a:rPr>
              <a:t>, </a:t>
            </a:r>
            <a:r>
              <a:rPr lang="pt-PT" sz="1000" b="1" dirty="0" err="1">
                <a:latin typeface="Santander Text" panose="020B0504020201020104" pitchFamily="34" charset="0"/>
              </a:rPr>
              <a:t>best</a:t>
            </a:r>
            <a:r>
              <a:rPr lang="pt-PT" sz="1000" b="1" dirty="0">
                <a:latin typeface="Santander Text" panose="020B0504020201020104" pitchFamily="34" charset="0"/>
              </a:rPr>
              <a:t> </a:t>
            </a:r>
            <a:r>
              <a:rPr lang="pt-PT" sz="1000" b="1" dirty="0" err="1">
                <a:latin typeface="Santander Text" panose="020B0504020201020104" pitchFamily="34" charset="0"/>
              </a:rPr>
              <a:t>practices</a:t>
            </a:r>
            <a:r>
              <a:rPr lang="pt-PT" sz="1000" b="1" dirty="0">
                <a:latin typeface="Santander Text" panose="020B0504020201020104" pitchFamily="34" charset="0"/>
              </a:rPr>
              <a:t> &amp; </a:t>
            </a:r>
            <a:r>
              <a:rPr lang="pt-PT" sz="1000" b="1" dirty="0" err="1">
                <a:latin typeface="Santander Text" panose="020B0504020201020104" pitchFamily="34" charset="0"/>
              </a:rPr>
              <a:t>patterns</a:t>
            </a:r>
            <a:r>
              <a:rPr lang="pt-PT" sz="1000" b="1" dirty="0">
                <a:latin typeface="Santander Text" panose="020B0504020201020104" pitchFamily="34" charset="0"/>
              </a:rPr>
              <a:t> </a:t>
            </a:r>
            <a:r>
              <a:rPr lang="pt-PT" sz="1000" dirty="0">
                <a:latin typeface="Santander Text" panose="020B0504020201020104" pitchFamily="34" charset="0"/>
              </a:rPr>
              <a:t>– </a:t>
            </a:r>
            <a:r>
              <a:rPr lang="pt-PT" sz="1000" dirty="0" err="1">
                <a:latin typeface="Santander Text" panose="020B0504020201020104" pitchFamily="34" charset="0"/>
              </a:rPr>
              <a:t>Provide</a:t>
            </a:r>
            <a:r>
              <a:rPr lang="pt-PT" sz="1000" dirty="0">
                <a:latin typeface="Santander Text" panose="020B0504020201020104" pitchFamily="34" charset="0"/>
              </a:rPr>
              <a:t> </a:t>
            </a:r>
            <a:r>
              <a:rPr lang="pt-PT" sz="1000" dirty="0" err="1">
                <a:latin typeface="Santander Text" panose="020B0504020201020104" pitchFamily="34" charset="0"/>
              </a:rPr>
              <a:t>of</a:t>
            </a:r>
            <a:r>
              <a:rPr lang="pt-PT" sz="1000" dirty="0">
                <a:latin typeface="Santander Text" panose="020B0504020201020104" pitchFamily="34" charset="0"/>
              </a:rPr>
              <a:t> </a:t>
            </a:r>
            <a:r>
              <a:rPr lang="pt-PT" sz="1000" dirty="0" err="1">
                <a:latin typeface="Santander Text" panose="020B0504020201020104" pitchFamily="34" charset="0"/>
              </a:rPr>
              <a:t>recommendations</a:t>
            </a:r>
            <a:r>
              <a:rPr lang="pt-PT" sz="1000" dirty="0">
                <a:latin typeface="Santander Text" panose="020B0504020201020104" pitchFamily="34" charset="0"/>
              </a:rPr>
              <a:t> </a:t>
            </a:r>
            <a:r>
              <a:rPr lang="pt-PT" sz="1000" dirty="0" err="1">
                <a:latin typeface="Santander Text" panose="020B0504020201020104" pitchFamily="34" charset="0"/>
              </a:rPr>
              <a:t>and</a:t>
            </a:r>
            <a:r>
              <a:rPr lang="pt-PT" sz="1000" dirty="0">
                <a:latin typeface="Santander Text" panose="020B0504020201020104" pitchFamily="34" charset="0"/>
              </a:rPr>
              <a:t> </a:t>
            </a:r>
            <a:r>
              <a:rPr lang="pt-PT" sz="1000" dirty="0" err="1">
                <a:latin typeface="Santander Text" panose="020B0504020201020104" pitchFamily="34" charset="0"/>
              </a:rPr>
              <a:t>proved</a:t>
            </a:r>
            <a:r>
              <a:rPr lang="pt-PT" sz="1000" dirty="0">
                <a:latin typeface="Santander Text" panose="020B0504020201020104" pitchFamily="34" charset="0"/>
              </a:rPr>
              <a:t> </a:t>
            </a:r>
            <a:r>
              <a:rPr lang="pt-PT" sz="1000" dirty="0" err="1">
                <a:latin typeface="Santander Text" panose="020B0504020201020104" pitchFamily="34" charset="0"/>
              </a:rPr>
              <a:t>solutions</a:t>
            </a:r>
            <a:r>
              <a:rPr lang="pt-PT" sz="1000" dirty="0">
                <a:latin typeface="Santander Text" panose="020B0504020201020104" pitchFamily="34" charset="0"/>
              </a:rPr>
              <a:t> to </a:t>
            </a:r>
            <a:r>
              <a:rPr lang="pt-PT" sz="1000" dirty="0" err="1">
                <a:latin typeface="Santander Text" panose="020B0504020201020104" pitchFamily="34" charset="0"/>
              </a:rPr>
              <a:t>get</a:t>
            </a:r>
            <a:r>
              <a:rPr lang="pt-PT" sz="1000" dirty="0">
                <a:latin typeface="Santander Text" panose="020B0504020201020104" pitchFamily="34" charset="0"/>
              </a:rPr>
              <a:t> a </a:t>
            </a:r>
            <a:r>
              <a:rPr lang="pt-PT" sz="1000" dirty="0" err="1">
                <a:latin typeface="Santander Text" panose="020B0504020201020104" pitchFamily="34" charset="0"/>
              </a:rPr>
              <a:t>success</a:t>
            </a:r>
            <a:r>
              <a:rPr lang="pt-PT" sz="1000" dirty="0">
                <a:latin typeface="Santander Text" panose="020B0504020201020104" pitchFamily="34" charset="0"/>
              </a:rPr>
              <a:t> </a:t>
            </a:r>
            <a:r>
              <a:rPr lang="pt-PT" sz="1000" dirty="0" err="1">
                <a:latin typeface="Santander Text" panose="020B0504020201020104" pitchFamily="34" charset="0"/>
              </a:rPr>
              <a:t>observability</a:t>
            </a:r>
            <a:r>
              <a:rPr lang="pt-PT" sz="1000" dirty="0">
                <a:latin typeface="Santander Text" panose="020B0504020201020104" pitchFamily="34" charset="0"/>
              </a:rPr>
              <a:t>.</a:t>
            </a:r>
          </a:p>
          <a:p>
            <a:pPr marL="285750" indent="-285750">
              <a:buFont typeface="Arial" panose="020B0604020202020204" pitchFamily="34" charset="0"/>
              <a:buChar char="•"/>
            </a:pPr>
            <a:endParaRPr lang="pt-PT" sz="1000" dirty="0">
              <a:latin typeface="Santander Text" panose="020B0504020201020104" pitchFamily="34" charset="0"/>
            </a:endParaRPr>
          </a:p>
          <a:p>
            <a:pPr marL="285750" indent="-285750">
              <a:buFont typeface="Arial" panose="020B0604020202020204" pitchFamily="34" charset="0"/>
              <a:buChar char="•"/>
            </a:pPr>
            <a:r>
              <a:rPr lang="pt-PT" sz="1000" b="1" dirty="0" err="1">
                <a:latin typeface="Santander Text" panose="020B0504020201020104" pitchFamily="34" charset="0"/>
              </a:rPr>
              <a:t>Capabilities</a:t>
            </a:r>
            <a:r>
              <a:rPr lang="pt-PT" sz="1000" dirty="0">
                <a:latin typeface="Santander Text" panose="020B0504020201020104" pitchFamily="34" charset="0"/>
              </a:rPr>
              <a:t> – Define </a:t>
            </a:r>
            <a:r>
              <a:rPr lang="pt-PT" sz="1000" dirty="0" err="1">
                <a:latin typeface="Santander Text" panose="020B0504020201020104" pitchFamily="34" charset="0"/>
              </a:rPr>
              <a:t>the</a:t>
            </a:r>
            <a:r>
              <a:rPr lang="pt-PT" sz="1000" dirty="0">
                <a:latin typeface="Santander Text" panose="020B0504020201020104" pitchFamily="34" charset="0"/>
              </a:rPr>
              <a:t> </a:t>
            </a:r>
            <a:r>
              <a:rPr lang="pt-PT" sz="1000" dirty="0" err="1">
                <a:latin typeface="Santander Text" panose="020B0504020201020104" pitchFamily="34" charset="0"/>
              </a:rPr>
              <a:t>observability</a:t>
            </a:r>
            <a:r>
              <a:rPr lang="pt-PT" sz="1000" dirty="0">
                <a:latin typeface="Santander Text" panose="020B0504020201020104" pitchFamily="34" charset="0"/>
              </a:rPr>
              <a:t> </a:t>
            </a:r>
            <a:r>
              <a:rPr lang="pt-PT" sz="1000" dirty="0" err="1">
                <a:latin typeface="Santander Text" panose="020B0504020201020104" pitchFamily="34" charset="0"/>
              </a:rPr>
              <a:t>system</a:t>
            </a:r>
            <a:r>
              <a:rPr lang="pt-PT" sz="1000" dirty="0">
                <a:latin typeface="Santander Text" panose="020B0504020201020104" pitchFamily="34" charset="0"/>
              </a:rPr>
              <a:t>, </a:t>
            </a:r>
            <a:r>
              <a:rPr lang="pt-PT" sz="1000" dirty="0" err="1">
                <a:latin typeface="Santander Text" panose="020B0504020201020104" pitchFamily="34" charset="0"/>
              </a:rPr>
              <a:t>and</a:t>
            </a:r>
            <a:r>
              <a:rPr lang="pt-PT" sz="1000" dirty="0">
                <a:latin typeface="Santander Text" panose="020B0504020201020104" pitchFamily="34" charset="0"/>
              </a:rPr>
              <a:t> </a:t>
            </a:r>
            <a:r>
              <a:rPr lang="pt-PT" sz="1000" dirty="0" err="1">
                <a:latin typeface="Santander Text" panose="020B0504020201020104" pitchFamily="34" charset="0"/>
              </a:rPr>
              <a:t>they</a:t>
            </a:r>
            <a:r>
              <a:rPr lang="pt-PT" sz="1000" dirty="0">
                <a:latin typeface="Santander Text" panose="020B0504020201020104" pitchFamily="34" charset="0"/>
              </a:rPr>
              <a:t> are </a:t>
            </a:r>
            <a:r>
              <a:rPr lang="pt-PT" sz="1000" dirty="0" err="1">
                <a:latin typeface="Santander Text" panose="020B0504020201020104" pitchFamily="34" charset="0"/>
              </a:rPr>
              <a:t>addressed</a:t>
            </a:r>
            <a:r>
              <a:rPr lang="pt-PT" sz="1000" dirty="0">
                <a:latin typeface="Santander Text" panose="020B0504020201020104" pitchFamily="34" charset="0"/>
              </a:rPr>
              <a:t> </a:t>
            </a:r>
            <a:r>
              <a:rPr lang="pt-PT" sz="1000" dirty="0" err="1">
                <a:latin typeface="Santander Text" panose="020B0504020201020104" pitchFamily="34" charset="0"/>
              </a:rPr>
              <a:t>by</a:t>
            </a:r>
            <a:r>
              <a:rPr lang="pt-PT" sz="1000" dirty="0">
                <a:latin typeface="Santander Text" panose="020B0504020201020104" pitchFamily="34" charset="0"/>
              </a:rPr>
              <a:t> </a:t>
            </a:r>
            <a:r>
              <a:rPr lang="pt-PT" sz="1000" dirty="0" err="1">
                <a:latin typeface="Santander Text" panose="020B0504020201020104" pitchFamily="34" charset="0"/>
              </a:rPr>
              <a:t>the</a:t>
            </a:r>
            <a:r>
              <a:rPr lang="pt-PT" sz="1000" dirty="0">
                <a:latin typeface="Santander Text" panose="020B0504020201020104" pitchFamily="34" charset="0"/>
              </a:rPr>
              <a:t> </a:t>
            </a:r>
            <a:r>
              <a:rPr lang="pt-PT" sz="1000" dirty="0" err="1">
                <a:latin typeface="Santander Text" panose="020B0504020201020104" pitchFamily="34" charset="0"/>
              </a:rPr>
              <a:t>architectural</a:t>
            </a:r>
            <a:r>
              <a:rPr lang="pt-PT" sz="1000" dirty="0">
                <a:latin typeface="Santander Text" panose="020B0504020201020104" pitchFamily="34" charset="0"/>
              </a:rPr>
              <a:t> </a:t>
            </a:r>
            <a:r>
              <a:rPr lang="pt-PT" sz="1000" dirty="0" err="1">
                <a:latin typeface="Santander Text" panose="020B0504020201020104" pitchFamily="34" charset="0"/>
              </a:rPr>
              <a:t>building</a:t>
            </a:r>
            <a:r>
              <a:rPr lang="pt-PT" sz="1000" dirty="0">
                <a:latin typeface="Santander Text" panose="020B0504020201020104" pitchFamily="34" charset="0"/>
              </a:rPr>
              <a:t> </a:t>
            </a:r>
            <a:r>
              <a:rPr lang="pt-PT" sz="1000" dirty="0" err="1">
                <a:latin typeface="Santander Text" panose="020B0504020201020104" pitchFamily="34" charset="0"/>
              </a:rPr>
              <a:t>blocks</a:t>
            </a:r>
            <a:r>
              <a:rPr lang="pt-PT" sz="1000" dirty="0">
                <a:latin typeface="Santander Text" panose="020B0504020201020104" pitchFamily="34" charset="0"/>
              </a:rPr>
              <a:t>, </a:t>
            </a:r>
            <a:r>
              <a:rPr lang="pt-PT" sz="1000" dirty="0" err="1">
                <a:latin typeface="Santander Text" panose="020B0504020201020104" pitchFamily="34" charset="0"/>
              </a:rPr>
              <a:t>whose</a:t>
            </a:r>
            <a:r>
              <a:rPr lang="pt-PT" sz="1000" dirty="0">
                <a:latin typeface="Santander Text" panose="020B0504020201020104" pitchFamily="34" charset="0"/>
              </a:rPr>
              <a:t> are </a:t>
            </a:r>
            <a:r>
              <a:rPr lang="pt-PT" sz="1000" dirty="0" err="1">
                <a:latin typeface="Santander Text" panose="020B0504020201020104" pitchFamily="34" charset="0"/>
              </a:rPr>
              <a:t>implemented</a:t>
            </a:r>
            <a:r>
              <a:rPr lang="pt-PT" sz="1000" dirty="0">
                <a:latin typeface="Santander Text" panose="020B0504020201020104" pitchFamily="34" charset="0"/>
              </a:rPr>
              <a:t> </a:t>
            </a:r>
            <a:r>
              <a:rPr lang="pt-PT" sz="1000" dirty="0" err="1">
                <a:latin typeface="Santander Text" panose="020B0504020201020104" pitchFamily="34" charset="0"/>
              </a:rPr>
              <a:t>on</a:t>
            </a:r>
            <a:r>
              <a:rPr lang="pt-PT" sz="1000" dirty="0">
                <a:latin typeface="Santander Text" panose="020B0504020201020104" pitchFamily="34" charset="0"/>
              </a:rPr>
              <a:t> </a:t>
            </a:r>
            <a:r>
              <a:rPr lang="pt-PT" sz="1000" dirty="0" err="1">
                <a:latin typeface="Santander Text" panose="020B0504020201020104" pitchFamily="34" charset="0"/>
              </a:rPr>
              <a:t>several</a:t>
            </a:r>
            <a:r>
              <a:rPr lang="pt-PT" sz="1000" dirty="0">
                <a:latin typeface="Santander Text" panose="020B0504020201020104" pitchFamily="34" charset="0"/>
              </a:rPr>
              <a:t> </a:t>
            </a:r>
            <a:r>
              <a:rPr lang="pt-PT" sz="1000" dirty="0" err="1">
                <a:latin typeface="Santander Text" panose="020B0504020201020104" pitchFamily="34" charset="0"/>
              </a:rPr>
              <a:t>technologies</a:t>
            </a:r>
            <a:r>
              <a:rPr lang="pt-PT" sz="1000" dirty="0">
                <a:latin typeface="Santander Text" panose="020B0504020201020104" pitchFamily="34" charset="0"/>
              </a:rPr>
              <a:t>.</a:t>
            </a:r>
          </a:p>
          <a:p>
            <a:pPr marL="285750" indent="-285750">
              <a:buFont typeface="Arial" panose="020B0604020202020204" pitchFamily="34" charset="0"/>
              <a:buChar char="•"/>
            </a:pPr>
            <a:endParaRPr lang="pt-PT" sz="1000" dirty="0">
              <a:latin typeface="Santander Text" panose="020B0504020201020104" pitchFamily="34" charset="0"/>
            </a:endParaRPr>
          </a:p>
          <a:p>
            <a:pPr marL="285750" indent="-285750">
              <a:buFont typeface="Arial" panose="020B0604020202020204" pitchFamily="34" charset="0"/>
              <a:buChar char="•"/>
            </a:pPr>
            <a:r>
              <a:rPr lang="pt-PT" sz="1000" b="1" dirty="0">
                <a:latin typeface="Santander Text" panose="020B0504020201020104" pitchFamily="34" charset="0"/>
              </a:rPr>
              <a:t>DEM (Digital </a:t>
            </a:r>
            <a:r>
              <a:rPr lang="pt-PT" sz="1000" b="1" dirty="0" err="1">
                <a:latin typeface="Santander Text" panose="020B0504020201020104" pitchFamily="34" charset="0"/>
              </a:rPr>
              <a:t>Experience</a:t>
            </a:r>
            <a:r>
              <a:rPr lang="pt-PT" sz="1000" b="1" dirty="0">
                <a:latin typeface="Santander Text" panose="020B0504020201020104" pitchFamily="34" charset="0"/>
              </a:rPr>
              <a:t> Monitoring) </a:t>
            </a:r>
            <a:r>
              <a:rPr lang="pt-PT" sz="1000" dirty="0">
                <a:latin typeface="Santander Text" panose="020B0504020201020104" pitchFamily="34" charset="0"/>
              </a:rPr>
              <a:t>– </a:t>
            </a:r>
            <a:r>
              <a:rPr lang="en-US" sz="1000" dirty="0">
                <a:latin typeface="Santander Text" panose="020B0504020201020104" pitchFamily="34" charset="0"/>
              </a:rPr>
              <a:t>availability and performance monitoring discipline that supports the optimization of the operational experience and behavior of a digital agent, human or machine, as it interacts with enterprise applications and services.</a:t>
            </a:r>
            <a:br>
              <a:rPr lang="en-US" sz="1000" dirty="0">
                <a:latin typeface="Santander Text" panose="020B0504020201020104" pitchFamily="34" charset="0"/>
              </a:rPr>
            </a:br>
            <a:endParaRPr lang="en-US" sz="1000" dirty="0">
              <a:latin typeface="Santander Text" panose="020B0504020201020104" pitchFamily="34" charset="0"/>
            </a:endParaRPr>
          </a:p>
          <a:p>
            <a:pPr marL="285750" indent="-285750">
              <a:buFont typeface="Arial" panose="020B0604020202020204" pitchFamily="34" charset="0"/>
              <a:buChar char="•"/>
            </a:pPr>
            <a:endParaRPr lang="pt-PT" sz="1000" dirty="0">
              <a:latin typeface="Santander Text" panose="020B0504020201020104" pitchFamily="34" charset="0"/>
            </a:endParaRPr>
          </a:p>
        </p:txBody>
      </p:sp>
      <p:pic>
        <p:nvPicPr>
          <p:cNvPr id="13" name="Picture 12"/>
          <p:cNvPicPr>
            <a:picLocks noChangeAspect="1"/>
          </p:cNvPicPr>
          <p:nvPr/>
        </p:nvPicPr>
        <p:blipFill>
          <a:blip r:embed="rId3"/>
          <a:stretch>
            <a:fillRect/>
          </a:stretch>
        </p:blipFill>
        <p:spPr>
          <a:xfrm>
            <a:off x="7827238" y="1730109"/>
            <a:ext cx="3552111" cy="2990636"/>
          </a:xfrm>
          <a:prstGeom prst="rect">
            <a:avLst/>
          </a:prstGeom>
        </p:spPr>
      </p:pic>
      <p:pic>
        <p:nvPicPr>
          <p:cNvPr id="14" name="Picture 13"/>
          <p:cNvPicPr>
            <a:picLocks noChangeAspect="1"/>
          </p:cNvPicPr>
          <p:nvPr/>
        </p:nvPicPr>
        <p:blipFill>
          <a:blip r:embed="rId4"/>
          <a:stretch>
            <a:fillRect/>
          </a:stretch>
        </p:blipFill>
        <p:spPr>
          <a:xfrm>
            <a:off x="6415794" y="2237224"/>
            <a:ext cx="677009" cy="677009"/>
          </a:xfrm>
          <a:prstGeom prst="rect">
            <a:avLst/>
          </a:prstGeom>
        </p:spPr>
      </p:pic>
      <p:pic>
        <p:nvPicPr>
          <p:cNvPr id="15" name="Picture 14"/>
          <p:cNvPicPr>
            <a:picLocks noChangeAspect="1"/>
          </p:cNvPicPr>
          <p:nvPr/>
        </p:nvPicPr>
        <p:blipFill>
          <a:blip r:embed="rId5"/>
          <a:stretch>
            <a:fillRect/>
          </a:stretch>
        </p:blipFill>
        <p:spPr>
          <a:xfrm>
            <a:off x="6493372" y="3945096"/>
            <a:ext cx="599431" cy="703680"/>
          </a:xfrm>
          <a:prstGeom prst="rect">
            <a:avLst/>
          </a:prstGeom>
        </p:spPr>
      </p:pic>
      <p:sp>
        <p:nvSpPr>
          <p:cNvPr id="16" name="Rectangle 15"/>
          <p:cNvSpPr/>
          <p:nvPr/>
        </p:nvSpPr>
        <p:spPr>
          <a:xfrm>
            <a:off x="7322513" y="3175950"/>
            <a:ext cx="357772" cy="369332"/>
          </a:xfrm>
          <a:prstGeom prst="rect">
            <a:avLst/>
          </a:prstGeom>
        </p:spPr>
        <p:txBody>
          <a:bodyPr wrap="square">
            <a:spAutoFit/>
          </a:bodyPr>
          <a:lstStyle/>
          <a:p>
            <a:r>
              <a:rPr lang="pt-PT" dirty="0"/>
              <a:t>&amp;</a:t>
            </a:r>
          </a:p>
        </p:txBody>
      </p:sp>
      <p:sp>
        <p:nvSpPr>
          <p:cNvPr id="17" name="Rectangle 16"/>
          <p:cNvSpPr/>
          <p:nvPr/>
        </p:nvSpPr>
        <p:spPr>
          <a:xfrm>
            <a:off x="6493372" y="5012760"/>
            <a:ext cx="4885977" cy="461665"/>
          </a:xfrm>
          <a:prstGeom prst="rect">
            <a:avLst/>
          </a:prstGeom>
        </p:spPr>
        <p:txBody>
          <a:bodyPr wrap="square">
            <a:spAutoFit/>
          </a:bodyPr>
          <a:lstStyle/>
          <a:p>
            <a:r>
              <a:rPr lang="en-US" sz="1200" b="1" dirty="0">
                <a:solidFill>
                  <a:srgbClr val="FF0000"/>
                </a:solidFill>
                <a:latin typeface="SantanderText-Regular"/>
              </a:rPr>
              <a:t>Observability is built, not bought</a:t>
            </a:r>
            <a:r>
              <a:rPr lang="en-US" sz="1200" dirty="0">
                <a:solidFill>
                  <a:srgbClr val="444444"/>
                </a:solidFill>
                <a:latin typeface="SantanderText-Regular"/>
              </a:rPr>
              <a:t>. So, it is important to follow what we name </a:t>
            </a:r>
            <a:r>
              <a:rPr lang="en-US" sz="1200" b="1" i="1" dirty="0">
                <a:solidFill>
                  <a:srgbClr val="FF0000"/>
                </a:solidFill>
                <a:latin typeface="SantanderText-Regular"/>
              </a:rPr>
              <a:t>Observability by design</a:t>
            </a:r>
            <a:r>
              <a:rPr lang="en-US" sz="1200" dirty="0">
                <a:solidFill>
                  <a:srgbClr val="444444"/>
                </a:solidFill>
                <a:latin typeface="SantanderText-Regular"/>
              </a:rPr>
              <a:t>, from the beginning of the project.</a:t>
            </a:r>
            <a:endParaRPr lang="pt-PT" sz="1200" dirty="0"/>
          </a:p>
        </p:txBody>
      </p:sp>
      <p:pic>
        <p:nvPicPr>
          <p:cNvPr id="18" name="Picture 17"/>
          <p:cNvPicPr>
            <a:picLocks noChangeAspect="1"/>
          </p:cNvPicPr>
          <p:nvPr/>
        </p:nvPicPr>
        <p:blipFill>
          <a:blip r:embed="rId6"/>
          <a:stretch>
            <a:fillRect/>
          </a:stretch>
        </p:blipFill>
        <p:spPr>
          <a:xfrm>
            <a:off x="6166392" y="3124583"/>
            <a:ext cx="1096171" cy="576374"/>
          </a:xfrm>
          <a:prstGeom prst="rect">
            <a:avLst/>
          </a:prstGeom>
        </p:spPr>
      </p:pic>
      <p:sp>
        <p:nvSpPr>
          <p:cNvPr id="20" name="AutoShape 35"/>
          <p:cNvSpPr>
            <a:spLocks noChangeArrowheads="1"/>
          </p:cNvSpPr>
          <p:nvPr/>
        </p:nvSpPr>
        <p:spPr bwMode="auto">
          <a:xfrm>
            <a:off x="11474045" y="113594"/>
            <a:ext cx="349104" cy="290344"/>
          </a:xfrm>
          <a:prstGeom prst="star8">
            <a:avLst>
              <a:gd name="adj" fmla="val 38250"/>
            </a:avLst>
          </a:prstGeom>
          <a:solidFill>
            <a:srgbClr val="FFFF66"/>
          </a:solidFill>
          <a:ln w="9525">
            <a:solidFill>
              <a:schemeClr val="tx1"/>
            </a:solidFill>
            <a:miter lim="800000"/>
            <a:headEnd/>
            <a:tailEnd/>
          </a:ln>
        </p:spPr>
        <p:txBody>
          <a:bodyPr wrap="none" anchor="ctr"/>
          <a:lstStyle>
            <a:lvl1pPr eaLnBrk="0" hangingPunct="0">
              <a:defRPr sz="500" u="sng">
                <a:solidFill>
                  <a:schemeClr val="tx1"/>
                </a:solidFill>
                <a:latin typeface="Arial" charset="0"/>
                <a:cs typeface="Arial" charset="0"/>
              </a:defRPr>
            </a:lvl1pPr>
            <a:lvl2pPr marL="742950" indent="-285750" eaLnBrk="0" hangingPunct="0">
              <a:defRPr sz="500" u="sng">
                <a:solidFill>
                  <a:schemeClr val="tx1"/>
                </a:solidFill>
                <a:latin typeface="Arial" charset="0"/>
                <a:cs typeface="Arial" charset="0"/>
              </a:defRPr>
            </a:lvl2pPr>
            <a:lvl3pPr marL="1143000" indent="-228600" eaLnBrk="0" hangingPunct="0">
              <a:defRPr sz="500" u="sng">
                <a:solidFill>
                  <a:schemeClr val="tx1"/>
                </a:solidFill>
                <a:latin typeface="Arial" charset="0"/>
                <a:cs typeface="Arial" charset="0"/>
              </a:defRPr>
            </a:lvl3pPr>
            <a:lvl4pPr marL="1600200" indent="-228600" eaLnBrk="0" hangingPunct="0">
              <a:defRPr sz="500" u="sng">
                <a:solidFill>
                  <a:schemeClr val="tx1"/>
                </a:solidFill>
                <a:latin typeface="Arial" charset="0"/>
                <a:cs typeface="Arial" charset="0"/>
              </a:defRPr>
            </a:lvl4pPr>
            <a:lvl5pPr marL="2057400" indent="-228600" eaLnBrk="0" hangingPunct="0">
              <a:defRPr sz="500" u="sng">
                <a:solidFill>
                  <a:schemeClr val="tx1"/>
                </a:solidFill>
                <a:latin typeface="Arial" charset="0"/>
                <a:cs typeface="Arial" charset="0"/>
              </a:defRPr>
            </a:lvl5pPr>
            <a:lvl6pPr marL="2514600" indent="-228600" eaLnBrk="0" fontAlgn="base" hangingPunct="0">
              <a:spcBef>
                <a:spcPct val="0"/>
              </a:spcBef>
              <a:spcAft>
                <a:spcPct val="0"/>
              </a:spcAft>
              <a:defRPr sz="500" u="sng">
                <a:solidFill>
                  <a:schemeClr val="tx1"/>
                </a:solidFill>
                <a:latin typeface="Arial" charset="0"/>
                <a:cs typeface="Arial" charset="0"/>
              </a:defRPr>
            </a:lvl6pPr>
            <a:lvl7pPr marL="2971800" indent="-228600" eaLnBrk="0" fontAlgn="base" hangingPunct="0">
              <a:spcBef>
                <a:spcPct val="0"/>
              </a:spcBef>
              <a:spcAft>
                <a:spcPct val="0"/>
              </a:spcAft>
              <a:defRPr sz="500" u="sng">
                <a:solidFill>
                  <a:schemeClr val="tx1"/>
                </a:solidFill>
                <a:latin typeface="Arial" charset="0"/>
                <a:cs typeface="Arial" charset="0"/>
              </a:defRPr>
            </a:lvl7pPr>
            <a:lvl8pPr marL="3429000" indent="-228600" eaLnBrk="0" fontAlgn="base" hangingPunct="0">
              <a:spcBef>
                <a:spcPct val="0"/>
              </a:spcBef>
              <a:spcAft>
                <a:spcPct val="0"/>
              </a:spcAft>
              <a:defRPr sz="500" u="sng">
                <a:solidFill>
                  <a:schemeClr val="tx1"/>
                </a:solidFill>
                <a:latin typeface="Arial" charset="0"/>
                <a:cs typeface="Arial" charset="0"/>
              </a:defRPr>
            </a:lvl8pPr>
            <a:lvl9pPr marL="3886200" indent="-228600" eaLnBrk="0" fontAlgn="base" hangingPunct="0">
              <a:spcBef>
                <a:spcPct val="0"/>
              </a:spcBef>
              <a:spcAft>
                <a:spcPct val="0"/>
              </a:spcAft>
              <a:defRPr sz="500" u="sng">
                <a:solidFill>
                  <a:schemeClr val="tx1"/>
                </a:solidFill>
                <a:latin typeface="Arial" charset="0"/>
                <a:cs typeface="Arial" charset="0"/>
              </a:defRPr>
            </a:lvl9pPr>
          </a:lstStyle>
          <a:p>
            <a:pPr algn="ctr" eaLnBrk="1" hangingPunct="1"/>
            <a:r>
              <a:rPr lang="pt-PT" altLang="pt-PT" sz="900" b="1" u="none" dirty="0"/>
              <a:t>N</a:t>
            </a:r>
          </a:p>
        </p:txBody>
      </p:sp>
    </p:spTree>
    <p:extLst>
      <p:ext uri="{BB962C8B-B14F-4D97-AF65-F5344CB8AC3E}">
        <p14:creationId xmlns:p14="http://schemas.microsoft.com/office/powerpoint/2010/main" val="17814440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5"/>
          <p:cNvSpPr/>
          <p:nvPr/>
        </p:nvSpPr>
        <p:spPr>
          <a:xfrm>
            <a:off x="1071005" y="1924705"/>
            <a:ext cx="1630279" cy="1803896"/>
          </a:xfrm>
          <a:prstGeom prst="round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sz="900"/>
          </a:p>
        </p:txBody>
      </p:sp>
      <p:sp>
        <p:nvSpPr>
          <p:cNvPr id="7" name="Slide Number Placeholder 2"/>
          <p:cNvSpPr>
            <a:spLocks noGrp="1"/>
          </p:cNvSpPr>
          <p:nvPr>
            <p:ph type="sldNum" sz="quarter" idx="12"/>
          </p:nvPr>
        </p:nvSpPr>
        <p:spPr>
          <a:xfrm>
            <a:off x="8730845" y="6209600"/>
            <a:ext cx="2743200" cy="365125"/>
          </a:xfrm>
        </p:spPr>
        <p:txBody>
          <a:bodyPr/>
          <a:lstStyle/>
          <a:p>
            <a:fld id="{BC0D97B6-E32F-4D7D-B839-7C3B51F2640F}" type="slidenum">
              <a:rPr lang="es-ES" smtClean="0"/>
              <a:pPr/>
              <a:t>47</a:t>
            </a:fld>
            <a:endParaRPr lang="es-ES"/>
          </a:p>
        </p:txBody>
      </p:sp>
      <p:sp>
        <p:nvSpPr>
          <p:cNvPr id="8" name="Oval 7"/>
          <p:cNvSpPr/>
          <p:nvPr/>
        </p:nvSpPr>
        <p:spPr>
          <a:xfrm>
            <a:off x="1389843" y="1374305"/>
            <a:ext cx="992605" cy="962527"/>
          </a:xfrm>
          <a:prstGeom prst="ellipse">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sz="900"/>
          </a:p>
        </p:txBody>
      </p:sp>
      <p:sp>
        <p:nvSpPr>
          <p:cNvPr id="9" name="TextBox 8"/>
          <p:cNvSpPr txBox="1"/>
          <p:nvPr/>
        </p:nvSpPr>
        <p:spPr>
          <a:xfrm>
            <a:off x="1071005" y="2381372"/>
            <a:ext cx="1630279" cy="784830"/>
          </a:xfrm>
          <a:prstGeom prst="rect">
            <a:avLst/>
          </a:prstGeom>
          <a:noFill/>
        </p:spPr>
        <p:txBody>
          <a:bodyPr wrap="square" rtlCol="0">
            <a:spAutoFit/>
          </a:bodyPr>
          <a:lstStyle/>
          <a:p>
            <a:r>
              <a:rPr lang="pt-PT" sz="900" dirty="0" err="1"/>
              <a:t>Continuos</a:t>
            </a:r>
            <a:r>
              <a:rPr lang="pt-PT" sz="900" dirty="0"/>
              <a:t> Monitoring (</a:t>
            </a:r>
            <a:r>
              <a:rPr lang="pt-PT" sz="900" dirty="0" err="1"/>
              <a:t>up</a:t>
            </a:r>
            <a:r>
              <a:rPr lang="pt-PT" sz="900" dirty="0"/>
              <a:t> &amp; </a:t>
            </a:r>
            <a:r>
              <a:rPr lang="pt-PT" sz="900" dirty="0" err="1"/>
              <a:t>running</a:t>
            </a:r>
            <a:r>
              <a:rPr lang="pt-PT" sz="900" dirty="0"/>
              <a:t>):</a:t>
            </a:r>
          </a:p>
          <a:p>
            <a:endParaRPr lang="pt-PT" sz="900" dirty="0"/>
          </a:p>
          <a:p>
            <a:pPr marL="171450" indent="-171450">
              <a:buFont typeface="Arial" panose="020B0604020202020204" pitchFamily="34" charset="0"/>
              <a:buChar char="•"/>
            </a:pPr>
            <a:r>
              <a:rPr lang="pt-PT" sz="900" dirty="0"/>
              <a:t>IT Monitoring</a:t>
            </a:r>
          </a:p>
          <a:p>
            <a:pPr marL="171450" indent="-171450">
              <a:buFont typeface="Arial" panose="020B0604020202020204" pitchFamily="34" charset="0"/>
              <a:buChar char="•"/>
            </a:pPr>
            <a:r>
              <a:rPr lang="pt-PT" sz="900" dirty="0" err="1"/>
              <a:t>Alerting</a:t>
            </a:r>
            <a:endParaRPr lang="pt-PT" sz="900" dirty="0"/>
          </a:p>
        </p:txBody>
      </p:sp>
      <p:sp>
        <p:nvSpPr>
          <p:cNvPr id="10" name="TextBox 9"/>
          <p:cNvSpPr txBox="1"/>
          <p:nvPr/>
        </p:nvSpPr>
        <p:spPr>
          <a:xfrm>
            <a:off x="1488210" y="1768775"/>
            <a:ext cx="791582" cy="230832"/>
          </a:xfrm>
          <a:prstGeom prst="rect">
            <a:avLst/>
          </a:prstGeom>
          <a:noFill/>
        </p:spPr>
        <p:txBody>
          <a:bodyPr wrap="square" rtlCol="0" anchor="t" anchorCtr="1">
            <a:spAutoFit/>
          </a:bodyPr>
          <a:lstStyle/>
          <a:p>
            <a:pPr algn="ctr"/>
            <a:r>
              <a:rPr lang="pt-PT" sz="900" b="1" dirty="0"/>
              <a:t>Is </a:t>
            </a:r>
            <a:r>
              <a:rPr lang="pt-PT" sz="900" b="1" dirty="0" err="1"/>
              <a:t>it</a:t>
            </a:r>
            <a:r>
              <a:rPr lang="pt-PT" sz="900" b="1" dirty="0"/>
              <a:t> </a:t>
            </a:r>
            <a:r>
              <a:rPr lang="pt-PT" sz="900" b="1" dirty="0" err="1"/>
              <a:t>up</a:t>
            </a:r>
            <a:r>
              <a:rPr lang="pt-PT" sz="900" b="1" dirty="0"/>
              <a:t>?</a:t>
            </a:r>
          </a:p>
        </p:txBody>
      </p:sp>
      <p:sp>
        <p:nvSpPr>
          <p:cNvPr id="11" name="TextBox 10"/>
          <p:cNvSpPr txBox="1"/>
          <p:nvPr/>
        </p:nvSpPr>
        <p:spPr>
          <a:xfrm>
            <a:off x="1594413" y="1513733"/>
            <a:ext cx="606255" cy="230832"/>
          </a:xfrm>
          <a:prstGeom prst="rect">
            <a:avLst/>
          </a:prstGeom>
          <a:noFill/>
        </p:spPr>
        <p:txBody>
          <a:bodyPr wrap="none" rtlCol="0" anchor="ctr" anchorCtr="1">
            <a:spAutoFit/>
          </a:bodyPr>
          <a:lstStyle/>
          <a:p>
            <a:pPr algn="ctr"/>
            <a:r>
              <a:rPr lang="pt-PT" sz="900" b="1" dirty="0">
                <a:solidFill>
                  <a:schemeClr val="bg1"/>
                </a:solidFill>
              </a:rPr>
              <a:t>STAGE 1</a:t>
            </a:r>
          </a:p>
        </p:txBody>
      </p:sp>
      <p:sp>
        <p:nvSpPr>
          <p:cNvPr id="12" name="CuadroTexto 5">
            <a:extLst>
              <a:ext uri="{FF2B5EF4-FFF2-40B4-BE49-F238E27FC236}">
                <a16:creationId xmlns:a16="http://schemas.microsoft.com/office/drawing/2014/main" id="{E220775D-5790-A2D1-1806-40BD654C6B9F}"/>
              </a:ext>
            </a:extLst>
          </p:cNvPr>
          <p:cNvSpPr txBox="1"/>
          <p:nvPr/>
        </p:nvSpPr>
        <p:spPr>
          <a:xfrm>
            <a:off x="99745" y="113594"/>
            <a:ext cx="5257259" cy="523220"/>
          </a:xfrm>
          <a:prstGeom prst="rect">
            <a:avLst/>
          </a:prstGeom>
          <a:noFill/>
        </p:spPr>
        <p:txBody>
          <a:bodyPr wrap="square" rtlCol="0">
            <a:spAutoFit/>
          </a:bodyPr>
          <a:lstStyle/>
          <a:p>
            <a:r>
              <a:rPr lang="en-US" sz="2800" noProof="1">
                <a:solidFill>
                  <a:srgbClr val="FF0000"/>
                </a:solidFill>
              </a:rPr>
              <a:t>Observability</a:t>
            </a:r>
            <a:endParaRPr lang="en-US" sz="2800" noProof="1"/>
          </a:p>
        </p:txBody>
      </p:sp>
      <p:sp>
        <p:nvSpPr>
          <p:cNvPr id="13" name="Rectangle 12"/>
          <p:cNvSpPr/>
          <p:nvPr/>
        </p:nvSpPr>
        <p:spPr>
          <a:xfrm>
            <a:off x="147698" y="605450"/>
            <a:ext cx="2152962" cy="276999"/>
          </a:xfrm>
          <a:prstGeom prst="rect">
            <a:avLst/>
          </a:prstGeom>
        </p:spPr>
        <p:txBody>
          <a:bodyPr wrap="none">
            <a:spAutoFit/>
          </a:bodyPr>
          <a:lstStyle/>
          <a:p>
            <a:r>
              <a:rPr lang="pt-PT" sz="1200" b="1" dirty="0" err="1">
                <a:solidFill>
                  <a:srgbClr val="000000"/>
                </a:solidFill>
              </a:rPr>
              <a:t>Observability</a:t>
            </a:r>
            <a:r>
              <a:rPr lang="pt-PT" sz="1200" b="1" dirty="0">
                <a:solidFill>
                  <a:srgbClr val="000000"/>
                </a:solidFill>
              </a:rPr>
              <a:t> </a:t>
            </a:r>
            <a:r>
              <a:rPr lang="pt-PT" sz="1200" b="1" dirty="0" err="1">
                <a:solidFill>
                  <a:srgbClr val="000000"/>
                </a:solidFill>
              </a:rPr>
              <a:t>maturity</a:t>
            </a:r>
            <a:r>
              <a:rPr lang="pt-PT" sz="1200" b="1" dirty="0">
                <a:solidFill>
                  <a:srgbClr val="000000"/>
                </a:solidFill>
              </a:rPr>
              <a:t> </a:t>
            </a:r>
            <a:r>
              <a:rPr lang="pt-PT" sz="1200" b="1" dirty="0" err="1">
                <a:solidFill>
                  <a:srgbClr val="000000"/>
                </a:solidFill>
              </a:rPr>
              <a:t>stages</a:t>
            </a:r>
            <a:endParaRPr lang="pt-PT" sz="1200" b="1" dirty="0">
              <a:solidFill>
                <a:srgbClr val="000000"/>
              </a:solidFill>
            </a:endParaRPr>
          </a:p>
        </p:txBody>
      </p:sp>
      <p:sp>
        <p:nvSpPr>
          <p:cNvPr id="14" name="Rounded Rectangle 13"/>
          <p:cNvSpPr/>
          <p:nvPr/>
        </p:nvSpPr>
        <p:spPr>
          <a:xfrm>
            <a:off x="1071005" y="3860008"/>
            <a:ext cx="1630279" cy="2155519"/>
          </a:xfrm>
          <a:prstGeom prst="roundRect">
            <a:avLst/>
          </a:prstGeom>
          <a:solidFill>
            <a:schemeClr val="bg1"/>
          </a:solidFill>
          <a:ln>
            <a:solidFill>
              <a:schemeClr val="accent4">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sz="900"/>
          </a:p>
        </p:txBody>
      </p:sp>
      <p:sp>
        <p:nvSpPr>
          <p:cNvPr id="15" name="Down Arrow 14"/>
          <p:cNvSpPr/>
          <p:nvPr/>
        </p:nvSpPr>
        <p:spPr>
          <a:xfrm>
            <a:off x="1753646" y="3663819"/>
            <a:ext cx="264695" cy="324853"/>
          </a:xfrm>
          <a:prstGeom prst="downArrow">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sz="900"/>
          </a:p>
        </p:txBody>
      </p:sp>
      <p:sp>
        <p:nvSpPr>
          <p:cNvPr id="16" name="TextBox 15"/>
          <p:cNvSpPr txBox="1"/>
          <p:nvPr/>
        </p:nvSpPr>
        <p:spPr>
          <a:xfrm>
            <a:off x="1275771" y="4025690"/>
            <a:ext cx="1220443" cy="507831"/>
          </a:xfrm>
          <a:prstGeom prst="rect">
            <a:avLst/>
          </a:prstGeom>
          <a:noFill/>
        </p:spPr>
        <p:txBody>
          <a:bodyPr wrap="square" rtlCol="0">
            <a:spAutoFit/>
          </a:bodyPr>
          <a:lstStyle/>
          <a:p>
            <a:pPr algn="ctr"/>
            <a:r>
              <a:rPr lang="pt-PT" sz="900" b="1" dirty="0"/>
              <a:t>IT Infraestruture Monitoring</a:t>
            </a:r>
          </a:p>
          <a:p>
            <a:pPr algn="ctr"/>
            <a:endParaRPr lang="pt-PT" sz="900" dirty="0"/>
          </a:p>
        </p:txBody>
      </p:sp>
      <p:sp>
        <p:nvSpPr>
          <p:cNvPr id="17" name="Rounded Rectangle 16"/>
          <p:cNvSpPr/>
          <p:nvPr/>
        </p:nvSpPr>
        <p:spPr>
          <a:xfrm>
            <a:off x="3056679" y="1961723"/>
            <a:ext cx="1630279" cy="1803896"/>
          </a:xfrm>
          <a:prstGeom prst="round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sz="900"/>
          </a:p>
        </p:txBody>
      </p:sp>
      <p:sp>
        <p:nvSpPr>
          <p:cNvPr id="18" name="Oval 17"/>
          <p:cNvSpPr/>
          <p:nvPr/>
        </p:nvSpPr>
        <p:spPr>
          <a:xfrm>
            <a:off x="3375517" y="1411323"/>
            <a:ext cx="992605" cy="962527"/>
          </a:xfrm>
          <a:prstGeom prst="ellipse">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sz="900"/>
          </a:p>
        </p:txBody>
      </p:sp>
      <p:sp>
        <p:nvSpPr>
          <p:cNvPr id="19" name="TextBox 18"/>
          <p:cNvSpPr txBox="1"/>
          <p:nvPr/>
        </p:nvSpPr>
        <p:spPr>
          <a:xfrm>
            <a:off x="3056679" y="2418390"/>
            <a:ext cx="1630279" cy="1200329"/>
          </a:xfrm>
          <a:prstGeom prst="rect">
            <a:avLst/>
          </a:prstGeom>
          <a:noFill/>
        </p:spPr>
        <p:txBody>
          <a:bodyPr wrap="square" rtlCol="0">
            <a:spAutoFit/>
          </a:bodyPr>
          <a:lstStyle/>
          <a:p>
            <a:r>
              <a:rPr lang="pt-PT" sz="900" dirty="0"/>
              <a:t>Service Monitoring (API &amp; </a:t>
            </a:r>
            <a:r>
              <a:rPr lang="pt-PT" sz="900" dirty="0" err="1"/>
              <a:t>Application</a:t>
            </a:r>
            <a:r>
              <a:rPr lang="pt-PT" sz="900" dirty="0"/>
              <a:t> </a:t>
            </a:r>
            <a:r>
              <a:rPr lang="pt-PT" sz="900" dirty="0" err="1"/>
              <a:t>layers</a:t>
            </a:r>
            <a:r>
              <a:rPr lang="pt-PT" sz="900" dirty="0"/>
              <a:t>):</a:t>
            </a:r>
          </a:p>
          <a:p>
            <a:endParaRPr lang="pt-PT" sz="900" dirty="0"/>
          </a:p>
          <a:p>
            <a:pPr marL="171450" indent="-171450">
              <a:buFont typeface="Arial" panose="020B0604020202020204" pitchFamily="34" charset="0"/>
              <a:buChar char="•"/>
            </a:pPr>
            <a:r>
              <a:rPr lang="pt-PT" sz="900" dirty="0" err="1"/>
              <a:t>Proactive</a:t>
            </a:r>
            <a:r>
              <a:rPr lang="pt-PT" sz="900" dirty="0"/>
              <a:t> </a:t>
            </a:r>
            <a:r>
              <a:rPr lang="pt-PT" sz="900" dirty="0" err="1"/>
              <a:t>monitoring</a:t>
            </a:r>
            <a:endParaRPr lang="pt-PT" sz="900" dirty="0"/>
          </a:p>
          <a:p>
            <a:pPr marL="171450" indent="-171450">
              <a:buFont typeface="Arial" panose="020B0604020202020204" pitchFamily="34" charset="0"/>
              <a:buChar char="•"/>
            </a:pPr>
            <a:r>
              <a:rPr lang="pt-PT" sz="900" dirty="0"/>
              <a:t>E2E </a:t>
            </a:r>
            <a:r>
              <a:rPr lang="pt-PT" sz="900" dirty="0" err="1"/>
              <a:t>tracing</a:t>
            </a:r>
            <a:r>
              <a:rPr lang="pt-PT" sz="900" dirty="0"/>
              <a:t> </a:t>
            </a:r>
            <a:r>
              <a:rPr lang="pt-PT" sz="900" dirty="0" err="1"/>
              <a:t>and</a:t>
            </a:r>
            <a:r>
              <a:rPr lang="pt-PT" sz="900" dirty="0"/>
              <a:t> log </a:t>
            </a:r>
            <a:r>
              <a:rPr lang="pt-PT" sz="900" dirty="0" err="1"/>
              <a:t>correlation</a:t>
            </a:r>
            <a:endParaRPr lang="pt-PT" sz="900" dirty="0"/>
          </a:p>
          <a:p>
            <a:pPr marL="171450" indent="-171450">
              <a:buFont typeface="Arial" panose="020B0604020202020204" pitchFamily="34" charset="0"/>
              <a:buChar char="•"/>
            </a:pPr>
            <a:r>
              <a:rPr lang="pt-PT" sz="900" dirty="0"/>
              <a:t>Centralize log management</a:t>
            </a:r>
          </a:p>
        </p:txBody>
      </p:sp>
      <p:sp>
        <p:nvSpPr>
          <p:cNvPr id="20" name="TextBox 19"/>
          <p:cNvSpPr txBox="1"/>
          <p:nvPr/>
        </p:nvSpPr>
        <p:spPr>
          <a:xfrm>
            <a:off x="3387078" y="1781703"/>
            <a:ext cx="992272" cy="369332"/>
          </a:xfrm>
          <a:prstGeom prst="rect">
            <a:avLst/>
          </a:prstGeom>
          <a:noFill/>
        </p:spPr>
        <p:txBody>
          <a:bodyPr wrap="square" rtlCol="0" anchor="t" anchorCtr="1">
            <a:spAutoFit/>
          </a:bodyPr>
          <a:lstStyle/>
          <a:p>
            <a:pPr algn="ctr"/>
            <a:r>
              <a:rPr lang="pt-PT" sz="900" b="1" dirty="0" err="1"/>
              <a:t>How</a:t>
            </a:r>
            <a:r>
              <a:rPr lang="pt-PT" sz="900" b="1" dirty="0"/>
              <a:t> </a:t>
            </a:r>
            <a:r>
              <a:rPr lang="pt-PT" sz="900" b="1" dirty="0" err="1"/>
              <a:t>is</a:t>
            </a:r>
            <a:r>
              <a:rPr lang="pt-PT" sz="900" b="1" dirty="0"/>
              <a:t> </a:t>
            </a:r>
            <a:r>
              <a:rPr lang="pt-PT" sz="900" b="1" dirty="0" err="1"/>
              <a:t>it</a:t>
            </a:r>
            <a:r>
              <a:rPr lang="pt-PT" sz="900" b="1" dirty="0"/>
              <a:t> </a:t>
            </a:r>
            <a:r>
              <a:rPr lang="pt-PT" sz="900" b="1" dirty="0" err="1"/>
              <a:t>working</a:t>
            </a:r>
            <a:r>
              <a:rPr lang="pt-PT" sz="900" b="1" dirty="0"/>
              <a:t>?</a:t>
            </a:r>
          </a:p>
        </p:txBody>
      </p:sp>
      <p:sp>
        <p:nvSpPr>
          <p:cNvPr id="21" name="TextBox 20"/>
          <p:cNvSpPr txBox="1"/>
          <p:nvPr/>
        </p:nvSpPr>
        <p:spPr>
          <a:xfrm>
            <a:off x="3580086" y="1550751"/>
            <a:ext cx="606256" cy="230832"/>
          </a:xfrm>
          <a:prstGeom prst="rect">
            <a:avLst/>
          </a:prstGeom>
          <a:noFill/>
        </p:spPr>
        <p:txBody>
          <a:bodyPr wrap="none" rtlCol="0" anchor="ctr" anchorCtr="1">
            <a:spAutoFit/>
          </a:bodyPr>
          <a:lstStyle/>
          <a:p>
            <a:pPr algn="ctr"/>
            <a:r>
              <a:rPr lang="pt-PT" sz="900" b="1" dirty="0">
                <a:solidFill>
                  <a:schemeClr val="bg1"/>
                </a:solidFill>
              </a:rPr>
              <a:t>STAGE 2</a:t>
            </a:r>
          </a:p>
        </p:txBody>
      </p:sp>
      <p:sp>
        <p:nvSpPr>
          <p:cNvPr id="22" name="Rounded Rectangle 21"/>
          <p:cNvSpPr/>
          <p:nvPr/>
        </p:nvSpPr>
        <p:spPr>
          <a:xfrm>
            <a:off x="3056679" y="3897026"/>
            <a:ext cx="1630279" cy="2155519"/>
          </a:xfrm>
          <a:prstGeom prst="roundRect">
            <a:avLst/>
          </a:prstGeom>
          <a:solidFill>
            <a:schemeClr val="bg1"/>
          </a:solidFill>
          <a:ln>
            <a:solidFill>
              <a:schemeClr val="accent4">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sz="900"/>
          </a:p>
        </p:txBody>
      </p:sp>
      <p:sp>
        <p:nvSpPr>
          <p:cNvPr id="23" name="Down Arrow 22"/>
          <p:cNvSpPr/>
          <p:nvPr/>
        </p:nvSpPr>
        <p:spPr>
          <a:xfrm>
            <a:off x="3739320" y="3700837"/>
            <a:ext cx="264695" cy="324853"/>
          </a:xfrm>
          <a:prstGeom prst="downArrow">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sz="900"/>
          </a:p>
        </p:txBody>
      </p:sp>
      <p:sp>
        <p:nvSpPr>
          <p:cNvPr id="24" name="TextBox 23"/>
          <p:cNvSpPr txBox="1"/>
          <p:nvPr/>
        </p:nvSpPr>
        <p:spPr>
          <a:xfrm>
            <a:off x="1071005" y="4491291"/>
            <a:ext cx="1630279" cy="646331"/>
          </a:xfrm>
          <a:prstGeom prst="rect">
            <a:avLst/>
          </a:prstGeom>
          <a:noFill/>
        </p:spPr>
        <p:txBody>
          <a:bodyPr wrap="square" rtlCol="0">
            <a:spAutoFit/>
          </a:bodyPr>
          <a:lstStyle/>
          <a:p>
            <a:pPr marL="171450" indent="-171450">
              <a:buFont typeface="Arial" panose="020B0604020202020204" pitchFamily="34" charset="0"/>
              <a:buChar char="•"/>
            </a:pPr>
            <a:r>
              <a:rPr lang="pt-PT" sz="900" dirty="0"/>
              <a:t>Network Monitoring</a:t>
            </a:r>
          </a:p>
          <a:p>
            <a:pPr marL="171450" indent="-171450">
              <a:buFont typeface="Arial" panose="020B0604020202020204" pitchFamily="34" charset="0"/>
              <a:buChar char="•"/>
            </a:pPr>
            <a:r>
              <a:rPr lang="pt-PT" sz="900" dirty="0"/>
              <a:t>IT Infraestruture Monitoring</a:t>
            </a:r>
          </a:p>
          <a:p>
            <a:pPr marL="171450" indent="-171450">
              <a:buFont typeface="Arial" panose="020B0604020202020204" pitchFamily="34" charset="0"/>
              <a:buChar char="•"/>
            </a:pPr>
            <a:r>
              <a:rPr lang="pt-PT" sz="900" dirty="0"/>
              <a:t>IT </a:t>
            </a:r>
            <a:r>
              <a:rPr lang="pt-PT" sz="900" dirty="0" err="1"/>
              <a:t>Products</a:t>
            </a:r>
            <a:r>
              <a:rPr lang="pt-PT" sz="900" dirty="0"/>
              <a:t> Monitoring</a:t>
            </a:r>
          </a:p>
        </p:txBody>
      </p:sp>
      <p:sp>
        <p:nvSpPr>
          <p:cNvPr id="25" name="TextBox 24"/>
          <p:cNvSpPr txBox="1"/>
          <p:nvPr/>
        </p:nvSpPr>
        <p:spPr>
          <a:xfrm>
            <a:off x="3261445" y="4025690"/>
            <a:ext cx="1220443" cy="507831"/>
          </a:xfrm>
          <a:prstGeom prst="rect">
            <a:avLst/>
          </a:prstGeom>
          <a:noFill/>
        </p:spPr>
        <p:txBody>
          <a:bodyPr wrap="square" rtlCol="0">
            <a:spAutoFit/>
          </a:bodyPr>
          <a:lstStyle/>
          <a:p>
            <a:pPr algn="ctr"/>
            <a:r>
              <a:rPr lang="pt-PT" sz="900" b="1" dirty="0" err="1"/>
              <a:t>Application</a:t>
            </a:r>
            <a:r>
              <a:rPr lang="pt-PT" sz="900" b="1" dirty="0"/>
              <a:t> Monitoring</a:t>
            </a:r>
          </a:p>
          <a:p>
            <a:pPr algn="ctr"/>
            <a:endParaRPr lang="pt-PT" sz="900" dirty="0"/>
          </a:p>
        </p:txBody>
      </p:sp>
      <p:sp>
        <p:nvSpPr>
          <p:cNvPr id="26" name="TextBox 25"/>
          <p:cNvSpPr txBox="1"/>
          <p:nvPr/>
        </p:nvSpPr>
        <p:spPr>
          <a:xfrm>
            <a:off x="3056679" y="4491291"/>
            <a:ext cx="1724409" cy="369332"/>
          </a:xfrm>
          <a:prstGeom prst="rect">
            <a:avLst/>
          </a:prstGeom>
          <a:noFill/>
        </p:spPr>
        <p:txBody>
          <a:bodyPr wrap="square" rtlCol="0">
            <a:spAutoFit/>
          </a:bodyPr>
          <a:lstStyle/>
          <a:p>
            <a:pPr marL="171450" indent="-171450">
              <a:buFont typeface="Arial" panose="020B0604020202020204" pitchFamily="34" charset="0"/>
              <a:buChar char="•"/>
            </a:pPr>
            <a:r>
              <a:rPr lang="pt-PT" sz="900" dirty="0" err="1"/>
              <a:t>Application</a:t>
            </a:r>
            <a:r>
              <a:rPr lang="pt-PT" sz="900" dirty="0"/>
              <a:t> Performance</a:t>
            </a:r>
          </a:p>
          <a:p>
            <a:pPr marL="171450" indent="-171450">
              <a:buFont typeface="Arial" panose="020B0604020202020204" pitchFamily="34" charset="0"/>
              <a:buChar char="•"/>
            </a:pPr>
            <a:r>
              <a:rPr lang="pt-PT" sz="900" dirty="0" err="1"/>
              <a:t>Distributed</a:t>
            </a:r>
            <a:r>
              <a:rPr lang="pt-PT" sz="900" dirty="0"/>
              <a:t> </a:t>
            </a:r>
            <a:r>
              <a:rPr lang="pt-PT" sz="900" dirty="0" err="1"/>
              <a:t>Tracing</a:t>
            </a:r>
            <a:endParaRPr lang="pt-PT" sz="900" dirty="0"/>
          </a:p>
        </p:txBody>
      </p:sp>
      <p:sp>
        <p:nvSpPr>
          <p:cNvPr id="27" name="Rounded Rectangle 26"/>
          <p:cNvSpPr/>
          <p:nvPr/>
        </p:nvSpPr>
        <p:spPr>
          <a:xfrm>
            <a:off x="5037056" y="1971878"/>
            <a:ext cx="1630279" cy="1803896"/>
          </a:xfrm>
          <a:prstGeom prst="round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sz="900"/>
          </a:p>
        </p:txBody>
      </p:sp>
      <p:sp>
        <p:nvSpPr>
          <p:cNvPr id="28" name="Oval 27"/>
          <p:cNvSpPr/>
          <p:nvPr/>
        </p:nvSpPr>
        <p:spPr>
          <a:xfrm>
            <a:off x="5355894" y="1421478"/>
            <a:ext cx="992605" cy="962527"/>
          </a:xfrm>
          <a:prstGeom prst="ellipse">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sz="900"/>
          </a:p>
        </p:txBody>
      </p:sp>
      <p:sp>
        <p:nvSpPr>
          <p:cNvPr id="29" name="TextBox 28"/>
          <p:cNvSpPr txBox="1"/>
          <p:nvPr/>
        </p:nvSpPr>
        <p:spPr>
          <a:xfrm>
            <a:off x="5037056" y="2428545"/>
            <a:ext cx="1630279" cy="923330"/>
          </a:xfrm>
          <a:prstGeom prst="rect">
            <a:avLst/>
          </a:prstGeom>
          <a:noFill/>
        </p:spPr>
        <p:txBody>
          <a:bodyPr wrap="square" rtlCol="0">
            <a:spAutoFit/>
          </a:bodyPr>
          <a:lstStyle/>
          <a:p>
            <a:r>
              <a:rPr lang="pt-PT" sz="900" dirty="0" err="1"/>
              <a:t>Accurate</a:t>
            </a:r>
            <a:r>
              <a:rPr lang="pt-PT" sz="900" dirty="0"/>
              <a:t> </a:t>
            </a:r>
            <a:r>
              <a:rPr lang="pt-PT" sz="900" dirty="0" err="1"/>
              <a:t>Diagnostics</a:t>
            </a:r>
            <a:r>
              <a:rPr lang="pt-PT" sz="900" dirty="0"/>
              <a:t>:</a:t>
            </a:r>
          </a:p>
          <a:p>
            <a:endParaRPr lang="pt-PT" sz="900" dirty="0"/>
          </a:p>
          <a:p>
            <a:pPr marL="171450" indent="-171450">
              <a:buFont typeface="Arial" panose="020B0604020202020204" pitchFamily="34" charset="0"/>
              <a:buChar char="•"/>
            </a:pPr>
            <a:r>
              <a:rPr lang="pt-PT" sz="900" dirty="0" err="1"/>
              <a:t>Insigh</a:t>
            </a:r>
            <a:r>
              <a:rPr lang="pt-PT" sz="900" dirty="0"/>
              <a:t> </a:t>
            </a:r>
            <a:r>
              <a:rPr lang="pt-PT" sz="900" dirty="0" err="1"/>
              <a:t>analytics</a:t>
            </a:r>
            <a:r>
              <a:rPr lang="pt-PT" sz="900" dirty="0"/>
              <a:t> (</a:t>
            </a:r>
            <a:r>
              <a:rPr lang="pt-PT" sz="900" dirty="0" err="1"/>
              <a:t>metrics</a:t>
            </a:r>
            <a:r>
              <a:rPr lang="pt-PT" sz="900" dirty="0"/>
              <a:t> </a:t>
            </a:r>
            <a:r>
              <a:rPr lang="pt-PT" sz="900" dirty="0" err="1"/>
              <a:t>and</a:t>
            </a:r>
            <a:r>
              <a:rPr lang="pt-PT" sz="900" dirty="0"/>
              <a:t> </a:t>
            </a:r>
            <a:r>
              <a:rPr lang="pt-PT" sz="900" dirty="0" err="1"/>
              <a:t>logs</a:t>
            </a:r>
            <a:r>
              <a:rPr lang="pt-PT" sz="900" dirty="0"/>
              <a:t>)</a:t>
            </a:r>
          </a:p>
          <a:p>
            <a:pPr marL="171450" indent="-171450">
              <a:buFont typeface="Arial" panose="020B0604020202020204" pitchFamily="34" charset="0"/>
              <a:buChar char="•"/>
            </a:pPr>
            <a:r>
              <a:rPr lang="pt-PT" sz="900" dirty="0" err="1"/>
              <a:t>Holistic</a:t>
            </a:r>
            <a:r>
              <a:rPr lang="pt-PT" sz="900" dirty="0"/>
              <a:t> </a:t>
            </a:r>
            <a:r>
              <a:rPr lang="pt-PT" sz="900" dirty="0" err="1"/>
              <a:t>plataform</a:t>
            </a:r>
            <a:r>
              <a:rPr lang="pt-PT" sz="900" dirty="0"/>
              <a:t> </a:t>
            </a:r>
            <a:r>
              <a:rPr lang="pt-PT" sz="900" dirty="0" err="1"/>
              <a:t>view</a:t>
            </a:r>
            <a:endParaRPr lang="pt-PT" sz="900" dirty="0"/>
          </a:p>
          <a:p>
            <a:pPr marL="171450" indent="-171450">
              <a:buFont typeface="Arial" panose="020B0604020202020204" pitchFamily="34" charset="0"/>
              <a:buChar char="•"/>
            </a:pPr>
            <a:r>
              <a:rPr lang="pt-PT" sz="900" dirty="0" err="1"/>
              <a:t>Anomaly</a:t>
            </a:r>
            <a:r>
              <a:rPr lang="pt-PT" sz="900" dirty="0"/>
              <a:t> </a:t>
            </a:r>
            <a:r>
              <a:rPr lang="pt-PT" sz="900" dirty="0" err="1"/>
              <a:t>detection</a:t>
            </a:r>
            <a:endParaRPr lang="pt-PT" sz="900" dirty="0"/>
          </a:p>
        </p:txBody>
      </p:sp>
      <p:sp>
        <p:nvSpPr>
          <p:cNvPr id="30" name="TextBox 29"/>
          <p:cNvSpPr txBox="1"/>
          <p:nvPr/>
        </p:nvSpPr>
        <p:spPr>
          <a:xfrm>
            <a:off x="5367455" y="1791858"/>
            <a:ext cx="992272" cy="369332"/>
          </a:xfrm>
          <a:prstGeom prst="rect">
            <a:avLst/>
          </a:prstGeom>
          <a:noFill/>
        </p:spPr>
        <p:txBody>
          <a:bodyPr wrap="square" rtlCol="0" anchor="t" anchorCtr="1">
            <a:spAutoFit/>
          </a:bodyPr>
          <a:lstStyle/>
          <a:p>
            <a:pPr algn="ctr"/>
            <a:r>
              <a:rPr lang="pt-PT" sz="900" b="1" dirty="0" err="1"/>
              <a:t>What’s</a:t>
            </a:r>
            <a:r>
              <a:rPr lang="pt-PT" sz="900" b="1" dirty="0"/>
              <a:t> </a:t>
            </a:r>
            <a:r>
              <a:rPr lang="pt-PT" sz="900" b="1" dirty="0" err="1"/>
              <a:t>the</a:t>
            </a:r>
            <a:r>
              <a:rPr lang="pt-PT" sz="900" b="1" dirty="0"/>
              <a:t> </a:t>
            </a:r>
            <a:r>
              <a:rPr lang="pt-PT" sz="900" b="1" dirty="0" err="1"/>
              <a:t>problem</a:t>
            </a:r>
            <a:r>
              <a:rPr lang="pt-PT" sz="900" b="1" dirty="0"/>
              <a:t>?</a:t>
            </a:r>
          </a:p>
        </p:txBody>
      </p:sp>
      <p:sp>
        <p:nvSpPr>
          <p:cNvPr id="31" name="TextBox 30"/>
          <p:cNvSpPr txBox="1"/>
          <p:nvPr/>
        </p:nvSpPr>
        <p:spPr>
          <a:xfrm>
            <a:off x="5560463" y="1560906"/>
            <a:ext cx="606256" cy="230832"/>
          </a:xfrm>
          <a:prstGeom prst="rect">
            <a:avLst/>
          </a:prstGeom>
          <a:noFill/>
        </p:spPr>
        <p:txBody>
          <a:bodyPr wrap="none" rtlCol="0" anchor="ctr" anchorCtr="1">
            <a:spAutoFit/>
          </a:bodyPr>
          <a:lstStyle/>
          <a:p>
            <a:pPr algn="ctr"/>
            <a:r>
              <a:rPr lang="pt-PT" sz="900" b="1" dirty="0">
                <a:solidFill>
                  <a:schemeClr val="bg1"/>
                </a:solidFill>
              </a:rPr>
              <a:t>STAGE 3</a:t>
            </a:r>
          </a:p>
        </p:txBody>
      </p:sp>
      <p:sp>
        <p:nvSpPr>
          <p:cNvPr id="32" name="Rounded Rectangle 31"/>
          <p:cNvSpPr/>
          <p:nvPr/>
        </p:nvSpPr>
        <p:spPr>
          <a:xfrm>
            <a:off x="5037056" y="3907181"/>
            <a:ext cx="1630279" cy="2155519"/>
          </a:xfrm>
          <a:prstGeom prst="roundRect">
            <a:avLst/>
          </a:prstGeom>
          <a:solidFill>
            <a:schemeClr val="bg1"/>
          </a:solidFill>
          <a:ln>
            <a:solidFill>
              <a:schemeClr val="accent4">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sz="900"/>
          </a:p>
        </p:txBody>
      </p:sp>
      <p:sp>
        <p:nvSpPr>
          <p:cNvPr id="33" name="Down Arrow 32"/>
          <p:cNvSpPr/>
          <p:nvPr/>
        </p:nvSpPr>
        <p:spPr>
          <a:xfrm>
            <a:off x="5719697" y="3710992"/>
            <a:ext cx="264695" cy="324853"/>
          </a:xfrm>
          <a:prstGeom prst="downArrow">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sz="900"/>
          </a:p>
        </p:txBody>
      </p:sp>
      <p:sp>
        <p:nvSpPr>
          <p:cNvPr id="34" name="TextBox 33"/>
          <p:cNvSpPr txBox="1"/>
          <p:nvPr/>
        </p:nvSpPr>
        <p:spPr>
          <a:xfrm>
            <a:off x="5241822" y="4035845"/>
            <a:ext cx="1220443" cy="369332"/>
          </a:xfrm>
          <a:prstGeom prst="rect">
            <a:avLst/>
          </a:prstGeom>
          <a:noFill/>
        </p:spPr>
        <p:txBody>
          <a:bodyPr wrap="square" rtlCol="0">
            <a:spAutoFit/>
          </a:bodyPr>
          <a:lstStyle/>
          <a:p>
            <a:pPr algn="ctr"/>
            <a:r>
              <a:rPr lang="pt-PT" sz="900" b="1" dirty="0" err="1"/>
              <a:t>Analytics</a:t>
            </a:r>
            <a:endParaRPr lang="pt-PT" sz="900" b="1" dirty="0"/>
          </a:p>
          <a:p>
            <a:pPr algn="ctr"/>
            <a:endParaRPr lang="pt-PT" sz="900" dirty="0"/>
          </a:p>
        </p:txBody>
      </p:sp>
      <p:sp>
        <p:nvSpPr>
          <p:cNvPr id="35" name="TextBox 34"/>
          <p:cNvSpPr txBox="1"/>
          <p:nvPr/>
        </p:nvSpPr>
        <p:spPr>
          <a:xfrm>
            <a:off x="5057043" y="4402941"/>
            <a:ext cx="1724409" cy="923330"/>
          </a:xfrm>
          <a:prstGeom prst="rect">
            <a:avLst/>
          </a:prstGeom>
          <a:noFill/>
        </p:spPr>
        <p:txBody>
          <a:bodyPr wrap="square" rtlCol="0">
            <a:spAutoFit/>
          </a:bodyPr>
          <a:lstStyle/>
          <a:p>
            <a:pPr marL="171450" indent="-171450">
              <a:buFont typeface="Arial" panose="020B0604020202020204" pitchFamily="34" charset="0"/>
              <a:buChar char="•"/>
            </a:pPr>
            <a:r>
              <a:rPr lang="pt-PT" sz="900" dirty="0" err="1"/>
              <a:t>Topology</a:t>
            </a:r>
            <a:r>
              <a:rPr lang="pt-PT" sz="900" dirty="0"/>
              <a:t> </a:t>
            </a:r>
            <a:r>
              <a:rPr lang="pt-PT" sz="900" dirty="0" err="1"/>
              <a:t>discovery</a:t>
            </a:r>
            <a:endParaRPr lang="pt-PT" sz="900" dirty="0"/>
          </a:p>
          <a:p>
            <a:pPr marL="171450" indent="-171450">
              <a:buFont typeface="Arial" panose="020B0604020202020204" pitchFamily="34" charset="0"/>
              <a:buChar char="•"/>
            </a:pPr>
            <a:r>
              <a:rPr lang="pt-PT" sz="900" dirty="0" err="1"/>
              <a:t>Anomaly</a:t>
            </a:r>
            <a:r>
              <a:rPr lang="pt-PT" sz="900" dirty="0"/>
              <a:t> </a:t>
            </a:r>
            <a:r>
              <a:rPr lang="pt-PT" sz="900" dirty="0" err="1"/>
              <a:t>detection</a:t>
            </a:r>
            <a:endParaRPr lang="pt-PT" sz="900" dirty="0"/>
          </a:p>
          <a:p>
            <a:pPr marL="171450" indent="-171450">
              <a:buFont typeface="Arial" panose="020B0604020202020204" pitchFamily="34" charset="0"/>
              <a:buChar char="•"/>
            </a:pPr>
            <a:r>
              <a:rPr lang="pt-PT" sz="900" dirty="0"/>
              <a:t>Log </a:t>
            </a:r>
            <a:r>
              <a:rPr lang="pt-PT" sz="900" dirty="0" err="1"/>
              <a:t>analytics</a:t>
            </a:r>
            <a:endParaRPr lang="pt-PT" sz="900" dirty="0"/>
          </a:p>
          <a:p>
            <a:pPr marL="171450" indent="-171450">
              <a:buFont typeface="Arial" panose="020B0604020202020204" pitchFamily="34" charset="0"/>
              <a:buChar char="•"/>
            </a:pPr>
            <a:r>
              <a:rPr lang="pt-PT" sz="900" dirty="0" err="1"/>
              <a:t>Metrics</a:t>
            </a:r>
            <a:r>
              <a:rPr lang="pt-PT" sz="900" dirty="0"/>
              <a:t> </a:t>
            </a:r>
            <a:r>
              <a:rPr lang="pt-PT" sz="900" dirty="0" err="1"/>
              <a:t>analytics</a:t>
            </a:r>
            <a:endParaRPr lang="pt-PT" sz="900" dirty="0"/>
          </a:p>
          <a:p>
            <a:pPr marL="171450" indent="-171450">
              <a:buFont typeface="Arial" panose="020B0604020202020204" pitchFamily="34" charset="0"/>
              <a:buChar char="•"/>
            </a:pPr>
            <a:r>
              <a:rPr lang="pt-PT" sz="900" dirty="0" err="1"/>
              <a:t>Experience</a:t>
            </a:r>
            <a:r>
              <a:rPr lang="pt-PT" sz="900" dirty="0"/>
              <a:t> </a:t>
            </a:r>
            <a:r>
              <a:rPr lang="pt-PT" sz="900" dirty="0" err="1"/>
              <a:t>analysis</a:t>
            </a:r>
            <a:endParaRPr lang="pt-PT" sz="900" dirty="0"/>
          </a:p>
          <a:p>
            <a:pPr marL="171450" indent="-171450">
              <a:buFont typeface="Arial" panose="020B0604020202020204" pitchFamily="34" charset="0"/>
              <a:buChar char="•"/>
            </a:pPr>
            <a:r>
              <a:rPr lang="pt-PT" sz="900" dirty="0" err="1"/>
              <a:t>Root</a:t>
            </a:r>
            <a:r>
              <a:rPr lang="pt-PT" sz="900" dirty="0"/>
              <a:t> cause </a:t>
            </a:r>
            <a:r>
              <a:rPr lang="pt-PT" sz="900" dirty="0" err="1"/>
              <a:t>analysis</a:t>
            </a:r>
            <a:endParaRPr lang="pt-PT" sz="900" dirty="0"/>
          </a:p>
        </p:txBody>
      </p:sp>
      <p:sp>
        <p:nvSpPr>
          <p:cNvPr id="36" name="Rounded Rectangle 35"/>
          <p:cNvSpPr/>
          <p:nvPr/>
        </p:nvSpPr>
        <p:spPr>
          <a:xfrm>
            <a:off x="6965967" y="1971878"/>
            <a:ext cx="1630279" cy="1803896"/>
          </a:xfrm>
          <a:prstGeom prst="round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sz="900"/>
          </a:p>
        </p:txBody>
      </p:sp>
      <p:sp>
        <p:nvSpPr>
          <p:cNvPr id="37" name="Oval 36"/>
          <p:cNvSpPr/>
          <p:nvPr/>
        </p:nvSpPr>
        <p:spPr>
          <a:xfrm>
            <a:off x="7284805" y="1421478"/>
            <a:ext cx="992605" cy="962527"/>
          </a:xfrm>
          <a:prstGeom prst="ellipse">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sz="900"/>
          </a:p>
        </p:txBody>
      </p:sp>
      <p:sp>
        <p:nvSpPr>
          <p:cNvPr id="38" name="TextBox 37"/>
          <p:cNvSpPr txBox="1"/>
          <p:nvPr/>
        </p:nvSpPr>
        <p:spPr>
          <a:xfrm>
            <a:off x="6965967" y="2428545"/>
            <a:ext cx="1630279" cy="923330"/>
          </a:xfrm>
          <a:prstGeom prst="rect">
            <a:avLst/>
          </a:prstGeom>
          <a:noFill/>
        </p:spPr>
        <p:txBody>
          <a:bodyPr wrap="square" rtlCol="0">
            <a:spAutoFit/>
          </a:bodyPr>
          <a:lstStyle/>
          <a:p>
            <a:r>
              <a:rPr lang="pt-PT" sz="900" dirty="0"/>
              <a:t>Business Insights:</a:t>
            </a:r>
          </a:p>
          <a:p>
            <a:endParaRPr lang="pt-PT" sz="900" dirty="0"/>
          </a:p>
          <a:p>
            <a:pPr marL="171450" indent="-171450">
              <a:buFont typeface="Arial" panose="020B0604020202020204" pitchFamily="34" charset="0"/>
              <a:buChar char="•"/>
            </a:pPr>
            <a:r>
              <a:rPr lang="pt-PT" sz="900" dirty="0"/>
              <a:t>Digital </a:t>
            </a:r>
            <a:r>
              <a:rPr lang="pt-PT" sz="900" dirty="0" err="1"/>
              <a:t>Experience</a:t>
            </a:r>
            <a:r>
              <a:rPr lang="pt-PT" sz="900" dirty="0"/>
              <a:t> Monitoring (DEM)</a:t>
            </a:r>
          </a:p>
          <a:p>
            <a:pPr marL="171450" indent="-171450">
              <a:buFont typeface="Arial" panose="020B0604020202020204" pitchFamily="34" charset="0"/>
              <a:buChar char="•"/>
            </a:pPr>
            <a:r>
              <a:rPr lang="pt-PT" sz="900" dirty="0" err="1"/>
              <a:t>Contectualizing</a:t>
            </a:r>
            <a:r>
              <a:rPr lang="pt-PT" sz="900" dirty="0"/>
              <a:t> </a:t>
            </a:r>
            <a:r>
              <a:rPr lang="pt-PT" sz="900" dirty="0" err="1"/>
              <a:t>functional</a:t>
            </a:r>
            <a:r>
              <a:rPr lang="pt-PT" sz="900" dirty="0"/>
              <a:t> &amp; Business KPIS</a:t>
            </a:r>
          </a:p>
        </p:txBody>
      </p:sp>
      <p:sp>
        <p:nvSpPr>
          <p:cNvPr id="39" name="TextBox 38"/>
          <p:cNvSpPr txBox="1"/>
          <p:nvPr/>
        </p:nvSpPr>
        <p:spPr>
          <a:xfrm>
            <a:off x="7296366" y="1791858"/>
            <a:ext cx="992272" cy="369332"/>
          </a:xfrm>
          <a:prstGeom prst="rect">
            <a:avLst/>
          </a:prstGeom>
          <a:noFill/>
        </p:spPr>
        <p:txBody>
          <a:bodyPr wrap="square" rtlCol="0" anchor="t" anchorCtr="1">
            <a:spAutoFit/>
          </a:bodyPr>
          <a:lstStyle/>
          <a:p>
            <a:pPr algn="ctr"/>
            <a:r>
              <a:rPr lang="pt-PT" sz="900" b="1" dirty="0" err="1"/>
              <a:t>How</a:t>
            </a:r>
            <a:r>
              <a:rPr lang="pt-PT" sz="900" b="1" dirty="0"/>
              <a:t> </a:t>
            </a:r>
            <a:r>
              <a:rPr lang="pt-PT" sz="900" b="1" dirty="0" err="1"/>
              <a:t>is</a:t>
            </a:r>
            <a:r>
              <a:rPr lang="pt-PT" sz="900" b="1" dirty="0"/>
              <a:t> </a:t>
            </a:r>
            <a:r>
              <a:rPr lang="pt-PT" sz="900" b="1" dirty="0" err="1"/>
              <a:t>the</a:t>
            </a:r>
            <a:r>
              <a:rPr lang="pt-PT" sz="900" b="1" dirty="0"/>
              <a:t> business?</a:t>
            </a:r>
          </a:p>
        </p:txBody>
      </p:sp>
      <p:sp>
        <p:nvSpPr>
          <p:cNvPr id="40" name="TextBox 39"/>
          <p:cNvSpPr txBox="1"/>
          <p:nvPr/>
        </p:nvSpPr>
        <p:spPr>
          <a:xfrm>
            <a:off x="7489374" y="1560906"/>
            <a:ext cx="606256" cy="230832"/>
          </a:xfrm>
          <a:prstGeom prst="rect">
            <a:avLst/>
          </a:prstGeom>
          <a:noFill/>
        </p:spPr>
        <p:txBody>
          <a:bodyPr wrap="none" rtlCol="0" anchor="ctr" anchorCtr="1">
            <a:spAutoFit/>
          </a:bodyPr>
          <a:lstStyle/>
          <a:p>
            <a:pPr algn="ctr"/>
            <a:r>
              <a:rPr lang="pt-PT" sz="900" b="1" dirty="0">
                <a:solidFill>
                  <a:schemeClr val="bg1"/>
                </a:solidFill>
              </a:rPr>
              <a:t>STAGE 4</a:t>
            </a:r>
          </a:p>
        </p:txBody>
      </p:sp>
      <p:sp>
        <p:nvSpPr>
          <p:cNvPr id="41" name="Rounded Rectangle 40"/>
          <p:cNvSpPr/>
          <p:nvPr/>
        </p:nvSpPr>
        <p:spPr>
          <a:xfrm>
            <a:off x="6965967" y="3907181"/>
            <a:ext cx="1630279" cy="2155519"/>
          </a:xfrm>
          <a:prstGeom prst="roundRect">
            <a:avLst/>
          </a:prstGeom>
          <a:solidFill>
            <a:schemeClr val="bg1"/>
          </a:solidFill>
          <a:ln>
            <a:solidFill>
              <a:schemeClr val="accent4">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sz="900"/>
          </a:p>
        </p:txBody>
      </p:sp>
      <p:sp>
        <p:nvSpPr>
          <p:cNvPr id="42" name="Down Arrow 41"/>
          <p:cNvSpPr/>
          <p:nvPr/>
        </p:nvSpPr>
        <p:spPr>
          <a:xfrm>
            <a:off x="7648608" y="3710992"/>
            <a:ext cx="264695" cy="324853"/>
          </a:xfrm>
          <a:prstGeom prst="downArrow">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sz="900"/>
          </a:p>
        </p:txBody>
      </p:sp>
      <p:sp>
        <p:nvSpPr>
          <p:cNvPr id="43" name="TextBox 42"/>
          <p:cNvSpPr txBox="1"/>
          <p:nvPr/>
        </p:nvSpPr>
        <p:spPr>
          <a:xfrm>
            <a:off x="7081889" y="4035845"/>
            <a:ext cx="1425513" cy="369332"/>
          </a:xfrm>
          <a:prstGeom prst="rect">
            <a:avLst/>
          </a:prstGeom>
          <a:noFill/>
        </p:spPr>
        <p:txBody>
          <a:bodyPr wrap="square" rtlCol="0">
            <a:spAutoFit/>
          </a:bodyPr>
          <a:lstStyle/>
          <a:p>
            <a:pPr algn="ctr"/>
            <a:r>
              <a:rPr lang="pt-PT" sz="900" b="1" dirty="0"/>
              <a:t>Digital </a:t>
            </a:r>
            <a:r>
              <a:rPr lang="pt-PT" sz="900" b="1" dirty="0" err="1"/>
              <a:t>Experience</a:t>
            </a:r>
            <a:r>
              <a:rPr lang="pt-PT" sz="900" b="1" dirty="0"/>
              <a:t> Monitoring (DEM)</a:t>
            </a:r>
          </a:p>
        </p:txBody>
      </p:sp>
      <p:sp>
        <p:nvSpPr>
          <p:cNvPr id="44" name="TextBox 43"/>
          <p:cNvSpPr txBox="1"/>
          <p:nvPr/>
        </p:nvSpPr>
        <p:spPr>
          <a:xfrm>
            <a:off x="6943473" y="4408910"/>
            <a:ext cx="1724409" cy="507831"/>
          </a:xfrm>
          <a:prstGeom prst="rect">
            <a:avLst/>
          </a:prstGeom>
          <a:noFill/>
        </p:spPr>
        <p:txBody>
          <a:bodyPr wrap="square" rtlCol="0">
            <a:spAutoFit/>
          </a:bodyPr>
          <a:lstStyle/>
          <a:p>
            <a:pPr marL="171450" indent="-171450">
              <a:buFont typeface="Arial" panose="020B0604020202020204" pitchFamily="34" charset="0"/>
              <a:buChar char="•"/>
            </a:pPr>
            <a:r>
              <a:rPr lang="pt-PT" sz="900" dirty="0"/>
              <a:t>Real </a:t>
            </a:r>
            <a:r>
              <a:rPr lang="pt-PT" sz="900" dirty="0" err="1"/>
              <a:t>User</a:t>
            </a:r>
            <a:r>
              <a:rPr lang="pt-PT" sz="900" dirty="0"/>
              <a:t> Monitoring (RUM)</a:t>
            </a:r>
          </a:p>
          <a:p>
            <a:pPr marL="171450" indent="-171450">
              <a:buFont typeface="Arial" panose="020B0604020202020204" pitchFamily="34" charset="0"/>
              <a:buChar char="•"/>
            </a:pPr>
            <a:r>
              <a:rPr lang="pt-PT" sz="900" dirty="0" err="1"/>
              <a:t>Touchpoint</a:t>
            </a:r>
            <a:r>
              <a:rPr lang="pt-PT" sz="900" dirty="0"/>
              <a:t> Monitoring</a:t>
            </a:r>
          </a:p>
          <a:p>
            <a:pPr marL="171450" indent="-171450">
              <a:buFont typeface="Arial" panose="020B0604020202020204" pitchFamily="34" charset="0"/>
              <a:buChar char="•"/>
            </a:pPr>
            <a:r>
              <a:rPr lang="pt-PT" sz="900" dirty="0" err="1"/>
              <a:t>Synthetic</a:t>
            </a:r>
            <a:r>
              <a:rPr lang="pt-PT" sz="900" dirty="0"/>
              <a:t> Monitoring</a:t>
            </a:r>
          </a:p>
        </p:txBody>
      </p:sp>
      <p:sp>
        <p:nvSpPr>
          <p:cNvPr id="45" name="TextBox 44"/>
          <p:cNvSpPr txBox="1"/>
          <p:nvPr/>
        </p:nvSpPr>
        <p:spPr>
          <a:xfrm>
            <a:off x="6965967" y="4925972"/>
            <a:ext cx="1732550" cy="369332"/>
          </a:xfrm>
          <a:prstGeom prst="rect">
            <a:avLst/>
          </a:prstGeom>
          <a:noFill/>
        </p:spPr>
        <p:txBody>
          <a:bodyPr wrap="square" rtlCol="0">
            <a:spAutoFit/>
          </a:bodyPr>
          <a:lstStyle/>
          <a:p>
            <a:pPr algn="ctr"/>
            <a:r>
              <a:rPr lang="pt-PT" sz="900" b="1" dirty="0"/>
              <a:t>Business </a:t>
            </a:r>
            <a:r>
              <a:rPr lang="pt-PT" sz="900" b="1" dirty="0" err="1"/>
              <a:t>and</a:t>
            </a:r>
            <a:r>
              <a:rPr lang="pt-PT" sz="900" b="1" dirty="0"/>
              <a:t> </a:t>
            </a:r>
            <a:r>
              <a:rPr lang="pt-PT" sz="900" b="1" dirty="0" err="1"/>
              <a:t>plataform</a:t>
            </a:r>
            <a:r>
              <a:rPr lang="pt-PT" sz="900" b="1" dirty="0"/>
              <a:t> Monitoring</a:t>
            </a:r>
          </a:p>
        </p:txBody>
      </p:sp>
      <p:sp>
        <p:nvSpPr>
          <p:cNvPr id="46" name="TextBox 45"/>
          <p:cNvSpPr txBox="1"/>
          <p:nvPr/>
        </p:nvSpPr>
        <p:spPr>
          <a:xfrm>
            <a:off x="7061047" y="5304535"/>
            <a:ext cx="1724409" cy="369332"/>
          </a:xfrm>
          <a:prstGeom prst="rect">
            <a:avLst/>
          </a:prstGeom>
          <a:noFill/>
        </p:spPr>
        <p:txBody>
          <a:bodyPr wrap="square" rtlCol="0">
            <a:spAutoFit/>
          </a:bodyPr>
          <a:lstStyle/>
          <a:p>
            <a:pPr marL="171450" indent="-171450">
              <a:buFont typeface="Arial" panose="020B0604020202020204" pitchFamily="34" charset="0"/>
              <a:buChar char="•"/>
            </a:pPr>
            <a:r>
              <a:rPr lang="pt-PT" sz="900" dirty="0" err="1"/>
              <a:t>Application</a:t>
            </a:r>
            <a:r>
              <a:rPr lang="pt-PT" sz="900" dirty="0"/>
              <a:t> </a:t>
            </a:r>
            <a:r>
              <a:rPr lang="pt-PT" sz="900" dirty="0" err="1"/>
              <a:t>functional</a:t>
            </a:r>
            <a:r>
              <a:rPr lang="pt-PT" sz="900" dirty="0"/>
              <a:t> </a:t>
            </a:r>
            <a:r>
              <a:rPr lang="pt-PT" sz="900" dirty="0" err="1"/>
              <a:t>behavior</a:t>
            </a:r>
            <a:endParaRPr lang="pt-PT" sz="900" dirty="0"/>
          </a:p>
        </p:txBody>
      </p:sp>
      <p:sp>
        <p:nvSpPr>
          <p:cNvPr id="47" name="Rounded Rectangle 46"/>
          <p:cNvSpPr/>
          <p:nvPr/>
        </p:nvSpPr>
        <p:spPr>
          <a:xfrm>
            <a:off x="8843537" y="1971878"/>
            <a:ext cx="1630279" cy="1803896"/>
          </a:xfrm>
          <a:prstGeom prst="round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sz="900"/>
          </a:p>
        </p:txBody>
      </p:sp>
      <p:sp>
        <p:nvSpPr>
          <p:cNvPr id="48" name="Oval 47"/>
          <p:cNvSpPr/>
          <p:nvPr/>
        </p:nvSpPr>
        <p:spPr>
          <a:xfrm>
            <a:off x="9162375" y="1421478"/>
            <a:ext cx="992605" cy="962527"/>
          </a:xfrm>
          <a:prstGeom prst="ellipse">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sz="900"/>
          </a:p>
        </p:txBody>
      </p:sp>
      <p:sp>
        <p:nvSpPr>
          <p:cNvPr id="49" name="TextBox 48"/>
          <p:cNvSpPr txBox="1"/>
          <p:nvPr/>
        </p:nvSpPr>
        <p:spPr>
          <a:xfrm>
            <a:off x="8843537" y="2428545"/>
            <a:ext cx="1630279" cy="1200329"/>
          </a:xfrm>
          <a:prstGeom prst="rect">
            <a:avLst/>
          </a:prstGeom>
          <a:noFill/>
        </p:spPr>
        <p:txBody>
          <a:bodyPr wrap="square" rtlCol="0">
            <a:spAutoFit/>
          </a:bodyPr>
          <a:lstStyle/>
          <a:p>
            <a:r>
              <a:rPr lang="pt-PT" sz="900" dirty="0"/>
              <a:t>Artificial </a:t>
            </a:r>
            <a:r>
              <a:rPr lang="pt-PT" sz="900" dirty="0" err="1"/>
              <a:t>Intelligence</a:t>
            </a:r>
            <a:r>
              <a:rPr lang="pt-PT" sz="900" dirty="0"/>
              <a:t> for IT Operations (AIOPS):</a:t>
            </a:r>
          </a:p>
          <a:p>
            <a:endParaRPr lang="pt-PT" sz="900" dirty="0"/>
          </a:p>
          <a:p>
            <a:pPr marL="171450" indent="-171450">
              <a:buFont typeface="Arial" panose="020B0604020202020204" pitchFamily="34" charset="0"/>
              <a:buChar char="•"/>
            </a:pPr>
            <a:r>
              <a:rPr lang="pt-PT" sz="900" dirty="0" err="1"/>
              <a:t>Predictive</a:t>
            </a:r>
            <a:r>
              <a:rPr lang="pt-PT" sz="900" dirty="0"/>
              <a:t> </a:t>
            </a:r>
            <a:r>
              <a:rPr lang="pt-PT" sz="900" dirty="0" err="1"/>
              <a:t>alerts</a:t>
            </a:r>
            <a:endParaRPr lang="pt-PT" sz="900" dirty="0"/>
          </a:p>
          <a:p>
            <a:pPr marL="171450" indent="-171450">
              <a:buFont typeface="Arial" panose="020B0604020202020204" pitchFamily="34" charset="0"/>
              <a:buChar char="•"/>
            </a:pPr>
            <a:r>
              <a:rPr lang="pt-PT" sz="900" dirty="0" err="1"/>
              <a:t>Event</a:t>
            </a:r>
            <a:r>
              <a:rPr lang="pt-PT" sz="900" dirty="0"/>
              <a:t> </a:t>
            </a:r>
            <a:r>
              <a:rPr lang="pt-PT" sz="900" dirty="0" err="1"/>
              <a:t>correlation</a:t>
            </a:r>
            <a:endParaRPr lang="pt-PT" sz="900" dirty="0"/>
          </a:p>
          <a:p>
            <a:pPr marL="171450" indent="-171450">
              <a:buFont typeface="Arial" panose="020B0604020202020204" pitchFamily="34" charset="0"/>
              <a:buChar char="•"/>
            </a:pPr>
            <a:r>
              <a:rPr lang="pt-PT" sz="900" dirty="0"/>
              <a:t>Self-</a:t>
            </a:r>
            <a:r>
              <a:rPr lang="pt-PT" sz="900" dirty="0" err="1"/>
              <a:t>healing</a:t>
            </a:r>
            <a:endParaRPr lang="pt-PT" sz="900" dirty="0"/>
          </a:p>
          <a:p>
            <a:pPr marL="171450" indent="-171450">
              <a:buFont typeface="Arial" panose="020B0604020202020204" pitchFamily="34" charset="0"/>
              <a:buChar char="•"/>
            </a:pPr>
            <a:r>
              <a:rPr lang="pt-PT" sz="900" dirty="0" err="1"/>
              <a:t>Automated</a:t>
            </a:r>
            <a:r>
              <a:rPr lang="pt-PT" sz="900" dirty="0"/>
              <a:t> </a:t>
            </a:r>
            <a:r>
              <a:rPr lang="pt-PT" sz="900" dirty="0" err="1"/>
              <a:t>incident</a:t>
            </a:r>
            <a:r>
              <a:rPr lang="pt-PT" sz="900" dirty="0"/>
              <a:t> management</a:t>
            </a:r>
          </a:p>
        </p:txBody>
      </p:sp>
      <p:sp>
        <p:nvSpPr>
          <p:cNvPr id="50" name="TextBox 49"/>
          <p:cNvSpPr txBox="1"/>
          <p:nvPr/>
        </p:nvSpPr>
        <p:spPr>
          <a:xfrm>
            <a:off x="9183463" y="1789286"/>
            <a:ext cx="992272" cy="507831"/>
          </a:xfrm>
          <a:prstGeom prst="rect">
            <a:avLst/>
          </a:prstGeom>
          <a:noFill/>
        </p:spPr>
        <p:txBody>
          <a:bodyPr wrap="square" rtlCol="0" anchor="t" anchorCtr="1">
            <a:spAutoFit/>
          </a:bodyPr>
          <a:lstStyle/>
          <a:p>
            <a:pPr algn="ctr"/>
            <a:r>
              <a:rPr lang="pt-PT" sz="900" b="1" dirty="0" err="1"/>
              <a:t>Automate</a:t>
            </a:r>
            <a:r>
              <a:rPr lang="pt-PT" sz="900" b="1" dirty="0"/>
              <a:t>, </a:t>
            </a:r>
            <a:r>
              <a:rPr lang="pt-PT" sz="900" b="1" dirty="0" err="1"/>
              <a:t>optimize</a:t>
            </a:r>
            <a:r>
              <a:rPr lang="pt-PT" sz="900" b="1" dirty="0"/>
              <a:t> </a:t>
            </a:r>
            <a:r>
              <a:rPr lang="pt-PT" sz="900" b="1" dirty="0" err="1"/>
              <a:t>and</a:t>
            </a:r>
            <a:r>
              <a:rPr lang="pt-PT" sz="900" b="1" dirty="0"/>
              <a:t> improve</a:t>
            </a:r>
          </a:p>
        </p:txBody>
      </p:sp>
      <p:sp>
        <p:nvSpPr>
          <p:cNvPr id="51" name="TextBox 50"/>
          <p:cNvSpPr txBox="1"/>
          <p:nvPr/>
        </p:nvSpPr>
        <p:spPr>
          <a:xfrm>
            <a:off x="9366944" y="1560906"/>
            <a:ext cx="606256" cy="230832"/>
          </a:xfrm>
          <a:prstGeom prst="rect">
            <a:avLst/>
          </a:prstGeom>
          <a:noFill/>
        </p:spPr>
        <p:txBody>
          <a:bodyPr wrap="none" rtlCol="0" anchor="ctr" anchorCtr="1">
            <a:spAutoFit/>
          </a:bodyPr>
          <a:lstStyle/>
          <a:p>
            <a:pPr algn="ctr"/>
            <a:r>
              <a:rPr lang="pt-PT" sz="900" b="1" dirty="0">
                <a:solidFill>
                  <a:schemeClr val="bg1"/>
                </a:solidFill>
              </a:rPr>
              <a:t>STAGE 5</a:t>
            </a:r>
          </a:p>
        </p:txBody>
      </p:sp>
      <p:sp>
        <p:nvSpPr>
          <p:cNvPr id="52" name="Rounded Rectangle 51"/>
          <p:cNvSpPr/>
          <p:nvPr/>
        </p:nvSpPr>
        <p:spPr>
          <a:xfrm>
            <a:off x="8843537" y="3907181"/>
            <a:ext cx="1630279" cy="2155519"/>
          </a:xfrm>
          <a:prstGeom prst="roundRect">
            <a:avLst/>
          </a:prstGeom>
          <a:solidFill>
            <a:schemeClr val="bg1"/>
          </a:solidFill>
          <a:ln>
            <a:solidFill>
              <a:schemeClr val="accent5">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sz="900"/>
          </a:p>
        </p:txBody>
      </p:sp>
      <p:sp>
        <p:nvSpPr>
          <p:cNvPr id="53" name="Down Arrow 52"/>
          <p:cNvSpPr/>
          <p:nvPr/>
        </p:nvSpPr>
        <p:spPr>
          <a:xfrm>
            <a:off x="9526178" y="3710992"/>
            <a:ext cx="264695" cy="324853"/>
          </a:xfrm>
          <a:prstGeom prst="downArrow">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sz="900"/>
          </a:p>
        </p:txBody>
      </p:sp>
      <p:sp>
        <p:nvSpPr>
          <p:cNvPr id="54" name="TextBox 53"/>
          <p:cNvSpPr txBox="1"/>
          <p:nvPr/>
        </p:nvSpPr>
        <p:spPr>
          <a:xfrm>
            <a:off x="8959459" y="4035845"/>
            <a:ext cx="1425513" cy="230832"/>
          </a:xfrm>
          <a:prstGeom prst="rect">
            <a:avLst/>
          </a:prstGeom>
          <a:noFill/>
        </p:spPr>
        <p:txBody>
          <a:bodyPr wrap="square" rtlCol="0">
            <a:spAutoFit/>
          </a:bodyPr>
          <a:lstStyle/>
          <a:p>
            <a:pPr algn="ctr"/>
            <a:r>
              <a:rPr lang="pt-PT" sz="900" b="1" dirty="0"/>
              <a:t>AIOPS</a:t>
            </a:r>
          </a:p>
        </p:txBody>
      </p:sp>
      <p:sp>
        <p:nvSpPr>
          <p:cNvPr id="55" name="TextBox 54"/>
          <p:cNvSpPr txBox="1"/>
          <p:nvPr/>
        </p:nvSpPr>
        <p:spPr>
          <a:xfrm>
            <a:off x="8838450" y="4407704"/>
            <a:ext cx="1896850" cy="369332"/>
          </a:xfrm>
          <a:prstGeom prst="rect">
            <a:avLst/>
          </a:prstGeom>
          <a:noFill/>
        </p:spPr>
        <p:txBody>
          <a:bodyPr wrap="square" rtlCol="0">
            <a:spAutoFit/>
          </a:bodyPr>
          <a:lstStyle/>
          <a:p>
            <a:pPr marL="171450" indent="-171450">
              <a:buFont typeface="Arial" panose="020B0604020202020204" pitchFamily="34" charset="0"/>
              <a:buChar char="•"/>
            </a:pPr>
            <a:r>
              <a:rPr lang="pt-PT" sz="900" dirty="0" err="1"/>
              <a:t>Automated</a:t>
            </a:r>
            <a:r>
              <a:rPr lang="pt-PT" sz="900" dirty="0"/>
              <a:t> </a:t>
            </a:r>
            <a:r>
              <a:rPr lang="pt-PT" sz="900" dirty="0" err="1"/>
              <a:t>remediation</a:t>
            </a:r>
            <a:endParaRPr lang="pt-PT" sz="900" dirty="0"/>
          </a:p>
          <a:p>
            <a:pPr marL="171450" indent="-171450">
              <a:buFont typeface="Arial" panose="020B0604020202020204" pitchFamily="34" charset="0"/>
              <a:buChar char="•"/>
            </a:pPr>
            <a:r>
              <a:rPr lang="pt-PT" sz="900" dirty="0" err="1"/>
              <a:t>System</a:t>
            </a:r>
            <a:r>
              <a:rPr lang="pt-PT" sz="900" dirty="0"/>
              <a:t> </a:t>
            </a:r>
            <a:r>
              <a:rPr lang="pt-PT" sz="900" dirty="0" err="1"/>
              <a:t>Optimization</a:t>
            </a:r>
            <a:endParaRPr lang="pt-PT" sz="900" dirty="0"/>
          </a:p>
        </p:txBody>
      </p:sp>
      <p:pic>
        <p:nvPicPr>
          <p:cNvPr id="56" name="Picture 55"/>
          <p:cNvPicPr>
            <a:picLocks noChangeAspect="1"/>
          </p:cNvPicPr>
          <p:nvPr/>
        </p:nvPicPr>
        <p:blipFill>
          <a:blip r:embed="rId2"/>
          <a:stretch>
            <a:fillRect/>
          </a:stretch>
        </p:blipFill>
        <p:spPr>
          <a:xfrm>
            <a:off x="3340946" y="5448168"/>
            <a:ext cx="471052" cy="471052"/>
          </a:xfrm>
          <a:prstGeom prst="rect">
            <a:avLst/>
          </a:prstGeom>
        </p:spPr>
      </p:pic>
      <p:pic>
        <p:nvPicPr>
          <p:cNvPr id="57" name="Picture 56"/>
          <p:cNvPicPr>
            <a:picLocks noChangeAspect="1"/>
          </p:cNvPicPr>
          <p:nvPr/>
        </p:nvPicPr>
        <p:blipFill>
          <a:blip r:embed="rId2"/>
          <a:stretch>
            <a:fillRect/>
          </a:stretch>
        </p:blipFill>
        <p:spPr>
          <a:xfrm>
            <a:off x="5327081" y="5457841"/>
            <a:ext cx="471052" cy="471052"/>
          </a:xfrm>
          <a:prstGeom prst="rect">
            <a:avLst/>
          </a:prstGeom>
        </p:spPr>
      </p:pic>
      <p:pic>
        <p:nvPicPr>
          <p:cNvPr id="58" name="Picture 57"/>
          <p:cNvPicPr>
            <a:picLocks noChangeAspect="1"/>
          </p:cNvPicPr>
          <p:nvPr/>
        </p:nvPicPr>
        <p:blipFill>
          <a:blip r:embed="rId2"/>
          <a:stretch>
            <a:fillRect/>
          </a:stretch>
        </p:blipFill>
        <p:spPr>
          <a:xfrm>
            <a:off x="9082479" y="5484898"/>
            <a:ext cx="471052" cy="471052"/>
          </a:xfrm>
          <a:prstGeom prst="rect">
            <a:avLst/>
          </a:prstGeom>
        </p:spPr>
      </p:pic>
      <p:pic>
        <p:nvPicPr>
          <p:cNvPr id="59" name="Picture 58"/>
          <p:cNvPicPr>
            <a:picLocks noChangeAspect="1"/>
          </p:cNvPicPr>
          <p:nvPr/>
        </p:nvPicPr>
        <p:blipFill>
          <a:blip r:embed="rId3"/>
          <a:stretch>
            <a:fillRect/>
          </a:stretch>
        </p:blipFill>
        <p:spPr>
          <a:xfrm>
            <a:off x="6037075" y="5452753"/>
            <a:ext cx="405601" cy="476140"/>
          </a:xfrm>
          <a:prstGeom prst="rect">
            <a:avLst/>
          </a:prstGeom>
        </p:spPr>
      </p:pic>
      <p:pic>
        <p:nvPicPr>
          <p:cNvPr id="60" name="Picture 59"/>
          <p:cNvPicPr>
            <a:picLocks noChangeAspect="1"/>
          </p:cNvPicPr>
          <p:nvPr/>
        </p:nvPicPr>
        <p:blipFill>
          <a:blip r:embed="rId3"/>
          <a:stretch>
            <a:fillRect/>
          </a:stretch>
        </p:blipFill>
        <p:spPr>
          <a:xfrm>
            <a:off x="4004015" y="5448168"/>
            <a:ext cx="405601" cy="476140"/>
          </a:xfrm>
          <a:prstGeom prst="rect">
            <a:avLst/>
          </a:prstGeom>
        </p:spPr>
      </p:pic>
      <p:pic>
        <p:nvPicPr>
          <p:cNvPr id="61" name="Picture 60"/>
          <p:cNvPicPr>
            <a:picLocks noChangeAspect="1"/>
          </p:cNvPicPr>
          <p:nvPr/>
        </p:nvPicPr>
        <p:blipFill>
          <a:blip r:embed="rId2"/>
          <a:stretch>
            <a:fillRect/>
          </a:stretch>
        </p:blipFill>
        <p:spPr>
          <a:xfrm>
            <a:off x="7931562" y="5569383"/>
            <a:ext cx="471052" cy="471052"/>
          </a:xfrm>
          <a:prstGeom prst="rect">
            <a:avLst/>
          </a:prstGeom>
        </p:spPr>
      </p:pic>
      <p:pic>
        <p:nvPicPr>
          <p:cNvPr id="62" name="Picture 2" descr="Logo Alma"/>
          <p:cNvPicPr>
            <a:picLocks noChangeAspect="1" noChangeArrowheads="1"/>
          </p:cNvPicPr>
          <p:nvPr/>
        </p:nvPicPr>
        <p:blipFill>
          <a:blip r:embed="rId4" cstate="hqprint">
            <a:extLst>
              <a:ext uri="{28A0092B-C50C-407E-A947-70E740481C1C}">
                <a14:useLocalDpi xmlns:a14="http://schemas.microsoft.com/office/drawing/2010/main" val="0"/>
              </a:ext>
            </a:extLst>
          </a:blip>
          <a:srcRect/>
          <a:stretch>
            <a:fillRect/>
          </a:stretch>
        </p:blipFill>
        <p:spPr bwMode="auto">
          <a:xfrm>
            <a:off x="9648683" y="5542515"/>
            <a:ext cx="284380" cy="311040"/>
          </a:xfrm>
          <a:prstGeom prst="rect">
            <a:avLst/>
          </a:prstGeom>
          <a:noFill/>
          <a:extLst>
            <a:ext uri="{909E8E84-426E-40DD-AFC4-6F175D3DCCD1}">
              <a14:hiddenFill xmlns:a14="http://schemas.microsoft.com/office/drawing/2010/main">
                <a:solidFill>
                  <a:srgbClr val="FFFFFF"/>
                </a:solidFill>
              </a14:hiddenFill>
            </a:ext>
          </a:extLst>
        </p:spPr>
      </p:pic>
      <p:sp>
        <p:nvSpPr>
          <p:cNvPr id="63" name="TextBox 62"/>
          <p:cNvSpPr txBox="1"/>
          <p:nvPr/>
        </p:nvSpPr>
        <p:spPr>
          <a:xfrm>
            <a:off x="9837211" y="5611443"/>
            <a:ext cx="636605" cy="307777"/>
          </a:xfrm>
          <a:prstGeom prst="rect">
            <a:avLst/>
          </a:prstGeom>
          <a:noFill/>
        </p:spPr>
        <p:txBody>
          <a:bodyPr wrap="square" rtlCol="0">
            <a:spAutoFit/>
          </a:bodyPr>
          <a:lstStyle/>
          <a:p>
            <a:r>
              <a:rPr lang="pt-PT" sz="1400" dirty="0"/>
              <a:t>ALMA</a:t>
            </a:r>
          </a:p>
        </p:txBody>
      </p:sp>
      <p:sp>
        <p:nvSpPr>
          <p:cNvPr id="64" name="Right Arrow 63"/>
          <p:cNvSpPr/>
          <p:nvPr/>
        </p:nvSpPr>
        <p:spPr>
          <a:xfrm>
            <a:off x="2766286" y="1644322"/>
            <a:ext cx="297786" cy="282105"/>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65" name="Right Arrow 64"/>
          <p:cNvSpPr/>
          <p:nvPr/>
        </p:nvSpPr>
        <p:spPr>
          <a:xfrm>
            <a:off x="4737978" y="1644322"/>
            <a:ext cx="297786" cy="282105"/>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66" name="Right Arrow 65"/>
          <p:cNvSpPr/>
          <p:nvPr/>
        </p:nvSpPr>
        <p:spPr>
          <a:xfrm>
            <a:off x="6695376" y="1644306"/>
            <a:ext cx="297786" cy="282105"/>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pic>
        <p:nvPicPr>
          <p:cNvPr id="67" name="Picture 66"/>
          <p:cNvPicPr>
            <a:picLocks noChangeAspect="1"/>
          </p:cNvPicPr>
          <p:nvPr/>
        </p:nvPicPr>
        <p:blipFill>
          <a:blip r:embed="rId2"/>
          <a:stretch>
            <a:fillRect/>
          </a:stretch>
        </p:blipFill>
        <p:spPr>
          <a:xfrm>
            <a:off x="1594413" y="5459875"/>
            <a:ext cx="471052" cy="471052"/>
          </a:xfrm>
          <a:prstGeom prst="rect">
            <a:avLst/>
          </a:prstGeom>
        </p:spPr>
      </p:pic>
      <p:sp>
        <p:nvSpPr>
          <p:cNvPr id="68" name="TextBox 67"/>
          <p:cNvSpPr txBox="1"/>
          <p:nvPr/>
        </p:nvSpPr>
        <p:spPr>
          <a:xfrm>
            <a:off x="2200668" y="1002155"/>
            <a:ext cx="6893297" cy="307777"/>
          </a:xfrm>
          <a:prstGeom prst="rect">
            <a:avLst/>
          </a:prstGeom>
          <a:noFill/>
        </p:spPr>
        <p:txBody>
          <a:bodyPr wrap="none" rtlCol="0">
            <a:spAutoFit/>
          </a:bodyPr>
          <a:lstStyle/>
          <a:p>
            <a:r>
              <a:rPr lang="pt-PT" sz="1400" dirty="0" err="1"/>
              <a:t>Every</a:t>
            </a:r>
            <a:r>
              <a:rPr lang="pt-PT" sz="1400" dirty="0"/>
              <a:t> </a:t>
            </a:r>
            <a:r>
              <a:rPr lang="en-US" sz="1400" dirty="0"/>
              <a:t>projects must have these </a:t>
            </a:r>
            <a:r>
              <a:rPr lang="en-US" sz="1400" b="1" dirty="0"/>
              <a:t>4 stages </a:t>
            </a:r>
            <a:r>
              <a:rPr lang="en-US" sz="1400" dirty="0"/>
              <a:t>of maturity in place in order to run in production.</a:t>
            </a:r>
            <a:endParaRPr lang="pt-PT" sz="1400" dirty="0"/>
          </a:p>
        </p:txBody>
      </p:sp>
      <p:sp>
        <p:nvSpPr>
          <p:cNvPr id="69" name="AutoShape 35"/>
          <p:cNvSpPr>
            <a:spLocks noChangeArrowheads="1"/>
          </p:cNvSpPr>
          <p:nvPr/>
        </p:nvSpPr>
        <p:spPr bwMode="auto">
          <a:xfrm>
            <a:off x="11474045" y="113594"/>
            <a:ext cx="349104" cy="290344"/>
          </a:xfrm>
          <a:prstGeom prst="star8">
            <a:avLst>
              <a:gd name="adj" fmla="val 38250"/>
            </a:avLst>
          </a:prstGeom>
          <a:solidFill>
            <a:srgbClr val="FFFF66"/>
          </a:solidFill>
          <a:ln w="9525">
            <a:solidFill>
              <a:schemeClr val="tx1"/>
            </a:solidFill>
            <a:miter lim="800000"/>
            <a:headEnd/>
            <a:tailEnd/>
          </a:ln>
        </p:spPr>
        <p:txBody>
          <a:bodyPr wrap="none" anchor="ctr"/>
          <a:lstStyle>
            <a:lvl1pPr eaLnBrk="0" hangingPunct="0">
              <a:defRPr sz="500" u="sng">
                <a:solidFill>
                  <a:schemeClr val="tx1"/>
                </a:solidFill>
                <a:latin typeface="Arial" charset="0"/>
                <a:cs typeface="Arial" charset="0"/>
              </a:defRPr>
            </a:lvl1pPr>
            <a:lvl2pPr marL="742950" indent="-285750" eaLnBrk="0" hangingPunct="0">
              <a:defRPr sz="500" u="sng">
                <a:solidFill>
                  <a:schemeClr val="tx1"/>
                </a:solidFill>
                <a:latin typeface="Arial" charset="0"/>
                <a:cs typeface="Arial" charset="0"/>
              </a:defRPr>
            </a:lvl2pPr>
            <a:lvl3pPr marL="1143000" indent="-228600" eaLnBrk="0" hangingPunct="0">
              <a:defRPr sz="500" u="sng">
                <a:solidFill>
                  <a:schemeClr val="tx1"/>
                </a:solidFill>
                <a:latin typeface="Arial" charset="0"/>
                <a:cs typeface="Arial" charset="0"/>
              </a:defRPr>
            </a:lvl3pPr>
            <a:lvl4pPr marL="1600200" indent="-228600" eaLnBrk="0" hangingPunct="0">
              <a:defRPr sz="500" u="sng">
                <a:solidFill>
                  <a:schemeClr val="tx1"/>
                </a:solidFill>
                <a:latin typeface="Arial" charset="0"/>
                <a:cs typeface="Arial" charset="0"/>
              </a:defRPr>
            </a:lvl4pPr>
            <a:lvl5pPr marL="2057400" indent="-228600" eaLnBrk="0" hangingPunct="0">
              <a:defRPr sz="500" u="sng">
                <a:solidFill>
                  <a:schemeClr val="tx1"/>
                </a:solidFill>
                <a:latin typeface="Arial" charset="0"/>
                <a:cs typeface="Arial" charset="0"/>
              </a:defRPr>
            </a:lvl5pPr>
            <a:lvl6pPr marL="2514600" indent="-228600" eaLnBrk="0" fontAlgn="base" hangingPunct="0">
              <a:spcBef>
                <a:spcPct val="0"/>
              </a:spcBef>
              <a:spcAft>
                <a:spcPct val="0"/>
              </a:spcAft>
              <a:defRPr sz="500" u="sng">
                <a:solidFill>
                  <a:schemeClr val="tx1"/>
                </a:solidFill>
                <a:latin typeface="Arial" charset="0"/>
                <a:cs typeface="Arial" charset="0"/>
              </a:defRPr>
            </a:lvl6pPr>
            <a:lvl7pPr marL="2971800" indent="-228600" eaLnBrk="0" fontAlgn="base" hangingPunct="0">
              <a:spcBef>
                <a:spcPct val="0"/>
              </a:spcBef>
              <a:spcAft>
                <a:spcPct val="0"/>
              </a:spcAft>
              <a:defRPr sz="500" u="sng">
                <a:solidFill>
                  <a:schemeClr val="tx1"/>
                </a:solidFill>
                <a:latin typeface="Arial" charset="0"/>
                <a:cs typeface="Arial" charset="0"/>
              </a:defRPr>
            </a:lvl7pPr>
            <a:lvl8pPr marL="3429000" indent="-228600" eaLnBrk="0" fontAlgn="base" hangingPunct="0">
              <a:spcBef>
                <a:spcPct val="0"/>
              </a:spcBef>
              <a:spcAft>
                <a:spcPct val="0"/>
              </a:spcAft>
              <a:defRPr sz="500" u="sng">
                <a:solidFill>
                  <a:schemeClr val="tx1"/>
                </a:solidFill>
                <a:latin typeface="Arial" charset="0"/>
                <a:cs typeface="Arial" charset="0"/>
              </a:defRPr>
            </a:lvl8pPr>
            <a:lvl9pPr marL="3886200" indent="-228600" eaLnBrk="0" fontAlgn="base" hangingPunct="0">
              <a:spcBef>
                <a:spcPct val="0"/>
              </a:spcBef>
              <a:spcAft>
                <a:spcPct val="0"/>
              </a:spcAft>
              <a:defRPr sz="500" u="sng">
                <a:solidFill>
                  <a:schemeClr val="tx1"/>
                </a:solidFill>
                <a:latin typeface="Arial" charset="0"/>
                <a:cs typeface="Arial" charset="0"/>
              </a:defRPr>
            </a:lvl9pPr>
          </a:lstStyle>
          <a:p>
            <a:pPr algn="ctr" eaLnBrk="1" hangingPunct="1"/>
            <a:r>
              <a:rPr lang="pt-PT" altLang="pt-PT" sz="900" b="1" u="none" dirty="0"/>
              <a:t>N</a:t>
            </a:r>
          </a:p>
        </p:txBody>
      </p:sp>
    </p:spTree>
    <p:extLst>
      <p:ext uri="{BB962C8B-B14F-4D97-AF65-F5344CB8AC3E}">
        <p14:creationId xmlns:p14="http://schemas.microsoft.com/office/powerpoint/2010/main" val="31214225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2"/>
          <p:cNvSpPr>
            <a:spLocks noGrp="1"/>
          </p:cNvSpPr>
          <p:nvPr>
            <p:ph type="sldNum" sz="quarter" idx="12"/>
          </p:nvPr>
        </p:nvSpPr>
        <p:spPr>
          <a:xfrm>
            <a:off x="8730845" y="6209600"/>
            <a:ext cx="2743200" cy="365125"/>
          </a:xfrm>
        </p:spPr>
        <p:txBody>
          <a:bodyPr/>
          <a:lstStyle/>
          <a:p>
            <a:fld id="{BC0D97B6-E32F-4D7D-B839-7C3B51F2640F}" type="slidenum">
              <a:rPr lang="es-ES" smtClean="0"/>
              <a:pPr/>
              <a:t>48</a:t>
            </a:fld>
            <a:endParaRPr lang="es-ES"/>
          </a:p>
        </p:txBody>
      </p:sp>
      <p:sp>
        <p:nvSpPr>
          <p:cNvPr id="7" name="CuadroTexto 5">
            <a:extLst>
              <a:ext uri="{FF2B5EF4-FFF2-40B4-BE49-F238E27FC236}">
                <a16:creationId xmlns:a16="http://schemas.microsoft.com/office/drawing/2014/main" id="{E220775D-5790-A2D1-1806-40BD654C6B9F}"/>
              </a:ext>
            </a:extLst>
          </p:cNvPr>
          <p:cNvSpPr txBox="1"/>
          <p:nvPr/>
        </p:nvSpPr>
        <p:spPr>
          <a:xfrm>
            <a:off x="92770" y="120033"/>
            <a:ext cx="5257259" cy="523220"/>
          </a:xfrm>
          <a:prstGeom prst="rect">
            <a:avLst/>
          </a:prstGeom>
          <a:noFill/>
        </p:spPr>
        <p:txBody>
          <a:bodyPr wrap="square" rtlCol="0">
            <a:spAutoFit/>
          </a:bodyPr>
          <a:lstStyle/>
          <a:p>
            <a:r>
              <a:rPr lang="en-US" sz="2800" noProof="1">
                <a:solidFill>
                  <a:srgbClr val="FF0000"/>
                </a:solidFill>
              </a:rPr>
              <a:t>Observability</a:t>
            </a:r>
            <a:endParaRPr lang="en-US" sz="2800" noProof="1"/>
          </a:p>
        </p:txBody>
      </p:sp>
      <p:grpSp>
        <p:nvGrpSpPr>
          <p:cNvPr id="8" name="Group 7"/>
          <p:cNvGrpSpPr/>
          <p:nvPr/>
        </p:nvGrpSpPr>
        <p:grpSpPr>
          <a:xfrm>
            <a:off x="147698" y="600655"/>
            <a:ext cx="1647725" cy="281794"/>
            <a:chOff x="147698" y="600655"/>
            <a:chExt cx="1647725" cy="281794"/>
          </a:xfrm>
        </p:grpSpPr>
        <p:sp>
          <p:nvSpPr>
            <p:cNvPr id="9" name="Rectangle 8"/>
            <p:cNvSpPr/>
            <p:nvPr/>
          </p:nvSpPr>
          <p:spPr>
            <a:xfrm>
              <a:off x="147698" y="605450"/>
              <a:ext cx="1073371" cy="276999"/>
            </a:xfrm>
            <a:prstGeom prst="rect">
              <a:avLst/>
            </a:prstGeom>
          </p:spPr>
          <p:txBody>
            <a:bodyPr wrap="none">
              <a:spAutoFit/>
            </a:bodyPr>
            <a:lstStyle/>
            <a:p>
              <a:r>
                <a:rPr lang="pt-PT" sz="1200" b="1" dirty="0" err="1">
                  <a:solidFill>
                    <a:srgbClr val="000000"/>
                  </a:solidFill>
                </a:rPr>
                <a:t>Observability</a:t>
              </a:r>
              <a:endParaRPr lang="pt-PT" sz="1200" b="1" dirty="0">
                <a:solidFill>
                  <a:srgbClr val="000000"/>
                </a:solidFill>
              </a:endParaRPr>
            </a:p>
          </p:txBody>
        </p:sp>
        <p:sp>
          <p:nvSpPr>
            <p:cNvPr id="10" name="Rectangle 9"/>
            <p:cNvSpPr/>
            <p:nvPr/>
          </p:nvSpPr>
          <p:spPr>
            <a:xfrm>
              <a:off x="1086831" y="600655"/>
              <a:ext cx="708592" cy="276999"/>
            </a:xfrm>
            <a:prstGeom prst="rect">
              <a:avLst/>
            </a:prstGeom>
          </p:spPr>
          <p:txBody>
            <a:bodyPr wrap="none">
              <a:spAutoFit/>
            </a:bodyPr>
            <a:lstStyle/>
            <a:p>
              <a:r>
                <a:rPr lang="pt-PT" sz="1200" b="1" dirty="0" err="1"/>
                <a:t>Loyality</a:t>
              </a:r>
              <a:endParaRPr lang="pt-PT" sz="1200" b="1" dirty="0"/>
            </a:p>
          </p:txBody>
        </p:sp>
      </p:grpSp>
      <p:sp>
        <p:nvSpPr>
          <p:cNvPr id="11" name="Rounded Rectangle 10"/>
          <p:cNvSpPr/>
          <p:nvPr/>
        </p:nvSpPr>
        <p:spPr>
          <a:xfrm>
            <a:off x="940568" y="1185145"/>
            <a:ext cx="1241659" cy="1085249"/>
          </a:xfrm>
          <a:prstGeom prst="roundRect">
            <a:avLst/>
          </a:prstGeom>
          <a:solidFill>
            <a:schemeClr val="bg1"/>
          </a:solidFill>
          <a:ln w="19050">
            <a:solidFill>
              <a:schemeClr val="bg2">
                <a:lumMod val="7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sz="1200">
              <a:solidFill>
                <a:schemeClr val="tx1"/>
              </a:solidFill>
              <a:latin typeface="Santander Text" panose="020B0504020201020104" pitchFamily="34" charset="0"/>
            </a:endParaRPr>
          </a:p>
          <a:p>
            <a:pPr algn="ctr"/>
            <a:endParaRPr lang="pt-PT" sz="1200">
              <a:solidFill>
                <a:schemeClr val="tx1"/>
              </a:solidFill>
              <a:latin typeface="Santander Text" panose="020B0504020201020104" pitchFamily="34" charset="0"/>
            </a:endParaRPr>
          </a:p>
        </p:txBody>
      </p:sp>
      <p:sp>
        <p:nvSpPr>
          <p:cNvPr id="12" name="TextBox 11"/>
          <p:cNvSpPr txBox="1"/>
          <p:nvPr/>
        </p:nvSpPr>
        <p:spPr>
          <a:xfrm>
            <a:off x="1033424" y="1149189"/>
            <a:ext cx="1045013" cy="461665"/>
          </a:xfrm>
          <a:prstGeom prst="rect">
            <a:avLst/>
          </a:prstGeom>
          <a:noFill/>
        </p:spPr>
        <p:txBody>
          <a:bodyPr wrap="square" rtlCol="0">
            <a:spAutoFit/>
          </a:bodyPr>
          <a:lstStyle/>
          <a:p>
            <a:pPr algn="ctr"/>
            <a:r>
              <a:rPr lang="pt-PT" sz="1200" dirty="0">
                <a:latin typeface="Santander Text" panose="020B0504020201020104" pitchFamily="34" charset="0"/>
              </a:rPr>
              <a:t>Canais Assistidos</a:t>
            </a:r>
          </a:p>
        </p:txBody>
      </p:sp>
      <p:sp>
        <p:nvSpPr>
          <p:cNvPr id="13" name="Rounded Rectangle 12"/>
          <p:cNvSpPr/>
          <p:nvPr/>
        </p:nvSpPr>
        <p:spPr>
          <a:xfrm>
            <a:off x="2318085" y="1098758"/>
            <a:ext cx="1100657" cy="5184654"/>
          </a:xfrm>
          <a:prstGeom prst="roundRect">
            <a:avLst/>
          </a:prstGeom>
          <a:noFill/>
          <a:ln w="19050">
            <a:solidFill>
              <a:schemeClr val="bg2">
                <a:lumMod val="7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4" name="Rounded Rectangle 13"/>
          <p:cNvSpPr/>
          <p:nvPr/>
        </p:nvSpPr>
        <p:spPr>
          <a:xfrm>
            <a:off x="3533036" y="1343802"/>
            <a:ext cx="324514" cy="5114464"/>
          </a:xfrm>
          <a:prstGeom prst="roundRect">
            <a:avLst/>
          </a:prstGeom>
          <a:solidFill>
            <a:schemeClr val="accent4">
              <a:lumMod val="20000"/>
              <a:lumOff val="80000"/>
            </a:schemeClr>
          </a:solid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5" name="Rounded Rectangle 14"/>
          <p:cNvSpPr/>
          <p:nvPr/>
        </p:nvSpPr>
        <p:spPr>
          <a:xfrm>
            <a:off x="4025414" y="1003450"/>
            <a:ext cx="4939829" cy="4638105"/>
          </a:xfrm>
          <a:prstGeom prst="roundRect">
            <a:avLst/>
          </a:prstGeom>
          <a:solidFill>
            <a:schemeClr val="bg1"/>
          </a:solid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6" name="Rounded Rectangle 15"/>
          <p:cNvSpPr/>
          <p:nvPr/>
        </p:nvSpPr>
        <p:spPr>
          <a:xfrm>
            <a:off x="1135288" y="1661232"/>
            <a:ext cx="837397" cy="365760"/>
          </a:xfrm>
          <a:prstGeom prst="roundRect">
            <a:avLst/>
          </a:prstGeom>
          <a:solidFill>
            <a:schemeClr val="accent4">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pic>
        <p:nvPicPr>
          <p:cNvPr id="17" name="Picture 16"/>
          <p:cNvPicPr>
            <a:picLocks noChangeAspect="1"/>
          </p:cNvPicPr>
          <p:nvPr/>
        </p:nvPicPr>
        <p:blipFill>
          <a:blip r:embed="rId2"/>
          <a:stretch>
            <a:fillRect/>
          </a:stretch>
        </p:blipFill>
        <p:spPr>
          <a:xfrm>
            <a:off x="2562458" y="5842957"/>
            <a:ext cx="609600" cy="323850"/>
          </a:xfrm>
          <a:prstGeom prst="rect">
            <a:avLst/>
          </a:prstGeom>
        </p:spPr>
      </p:pic>
      <p:sp>
        <p:nvSpPr>
          <p:cNvPr id="18" name="TextBox 17"/>
          <p:cNvSpPr txBox="1"/>
          <p:nvPr/>
        </p:nvSpPr>
        <p:spPr>
          <a:xfrm>
            <a:off x="2303002" y="1384233"/>
            <a:ext cx="904775" cy="276999"/>
          </a:xfrm>
          <a:prstGeom prst="rect">
            <a:avLst/>
          </a:prstGeom>
          <a:noFill/>
        </p:spPr>
        <p:txBody>
          <a:bodyPr wrap="square" rtlCol="0">
            <a:spAutoFit/>
          </a:bodyPr>
          <a:lstStyle/>
          <a:p>
            <a:pPr algn="ctr"/>
            <a:r>
              <a:rPr lang="pt-PT" sz="1200">
                <a:solidFill>
                  <a:schemeClr val="bg1">
                    <a:lumMod val="65000"/>
                  </a:schemeClr>
                </a:solidFill>
                <a:latin typeface="Santander Text" panose="020B0504020201020104" pitchFamily="34" charset="0"/>
              </a:rPr>
              <a:t> </a:t>
            </a:r>
          </a:p>
        </p:txBody>
      </p:sp>
      <p:sp>
        <p:nvSpPr>
          <p:cNvPr id="19" name="TextBox 18"/>
          <p:cNvSpPr txBox="1"/>
          <p:nvPr/>
        </p:nvSpPr>
        <p:spPr>
          <a:xfrm>
            <a:off x="6420858" y="1003451"/>
            <a:ext cx="2204594" cy="276999"/>
          </a:xfrm>
          <a:prstGeom prst="rect">
            <a:avLst/>
          </a:prstGeom>
          <a:noFill/>
        </p:spPr>
        <p:txBody>
          <a:bodyPr wrap="square" rtlCol="0">
            <a:spAutoFit/>
          </a:bodyPr>
          <a:lstStyle/>
          <a:p>
            <a:pPr algn="ctr"/>
            <a:r>
              <a:rPr lang="pt-PT" sz="1200">
                <a:solidFill>
                  <a:schemeClr val="bg1">
                    <a:lumMod val="65000"/>
                  </a:schemeClr>
                </a:solidFill>
                <a:latin typeface="Santander Text" panose="020B0504020201020104" pitchFamily="34" charset="0"/>
              </a:rPr>
              <a:t>Plataforma </a:t>
            </a:r>
            <a:r>
              <a:rPr lang="pt-PT" sz="1200" err="1">
                <a:solidFill>
                  <a:schemeClr val="bg1">
                    <a:lumMod val="65000"/>
                  </a:schemeClr>
                </a:solidFill>
                <a:latin typeface="Santander Text" panose="020B0504020201020104" pitchFamily="34" charset="0"/>
              </a:rPr>
              <a:t>Loyality</a:t>
            </a:r>
            <a:endParaRPr lang="pt-PT" sz="1200">
              <a:solidFill>
                <a:schemeClr val="bg1">
                  <a:lumMod val="65000"/>
                </a:schemeClr>
              </a:solidFill>
              <a:latin typeface="Santander Text" panose="020B0504020201020104" pitchFamily="34" charset="0"/>
            </a:endParaRPr>
          </a:p>
        </p:txBody>
      </p:sp>
      <p:sp>
        <p:nvSpPr>
          <p:cNvPr id="20" name="TextBox 19"/>
          <p:cNvSpPr txBox="1"/>
          <p:nvPr/>
        </p:nvSpPr>
        <p:spPr>
          <a:xfrm rot="16200000">
            <a:off x="2892841" y="3271413"/>
            <a:ext cx="1588168" cy="307777"/>
          </a:xfrm>
          <a:prstGeom prst="rect">
            <a:avLst/>
          </a:prstGeom>
          <a:noFill/>
        </p:spPr>
        <p:txBody>
          <a:bodyPr wrap="square" rtlCol="0">
            <a:spAutoFit/>
          </a:bodyPr>
          <a:lstStyle/>
          <a:p>
            <a:pPr algn="ctr"/>
            <a:r>
              <a:rPr lang="pt-PT" sz="1400">
                <a:latin typeface="Santander Text" panose="020B0504020201020104" pitchFamily="34" charset="0"/>
              </a:rPr>
              <a:t>API GATEWAY</a:t>
            </a:r>
          </a:p>
        </p:txBody>
      </p:sp>
      <p:cxnSp>
        <p:nvCxnSpPr>
          <p:cNvPr id="21" name="Straight Arrow Connector 20"/>
          <p:cNvCxnSpPr>
            <a:stCxn id="11" idx="3"/>
            <a:endCxn id="52" idx="1"/>
          </p:cNvCxnSpPr>
          <p:nvPr/>
        </p:nvCxnSpPr>
        <p:spPr>
          <a:xfrm flipV="1">
            <a:off x="2182227" y="1720398"/>
            <a:ext cx="339724" cy="737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a:stCxn id="52" idx="3"/>
            <a:endCxn id="43" idx="1"/>
          </p:cNvCxnSpPr>
          <p:nvPr/>
        </p:nvCxnSpPr>
        <p:spPr>
          <a:xfrm>
            <a:off x="3294167" y="1720398"/>
            <a:ext cx="924302" cy="18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a:stCxn id="49" idx="3"/>
            <a:endCxn id="47" idx="1"/>
          </p:cNvCxnSpPr>
          <p:nvPr/>
        </p:nvCxnSpPr>
        <p:spPr>
          <a:xfrm>
            <a:off x="5558580" y="1775610"/>
            <a:ext cx="270138" cy="200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24" name="Group 23"/>
          <p:cNvGrpSpPr/>
          <p:nvPr/>
        </p:nvGrpSpPr>
        <p:grpSpPr>
          <a:xfrm>
            <a:off x="4814474" y="5783841"/>
            <a:ext cx="4692017" cy="712274"/>
            <a:chOff x="4495710" y="5597316"/>
            <a:chExt cx="4692017" cy="712274"/>
          </a:xfrm>
        </p:grpSpPr>
        <p:sp>
          <p:nvSpPr>
            <p:cNvPr id="25" name="Rounded Rectangle 24"/>
            <p:cNvSpPr/>
            <p:nvPr/>
          </p:nvSpPr>
          <p:spPr>
            <a:xfrm>
              <a:off x="4519098" y="5597316"/>
              <a:ext cx="3164759" cy="316864"/>
            </a:xfrm>
            <a:prstGeom prst="roundRect">
              <a:avLst/>
            </a:prstGeom>
            <a:solidFill>
              <a:schemeClr val="accent4">
                <a:lumMod val="20000"/>
                <a:lumOff val="80000"/>
              </a:schemeClr>
            </a:solid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26" name="Rounded Rectangle 25"/>
            <p:cNvSpPr/>
            <p:nvPr/>
          </p:nvSpPr>
          <p:spPr>
            <a:xfrm>
              <a:off x="4495710" y="5992133"/>
              <a:ext cx="3188147" cy="316800"/>
            </a:xfrm>
            <a:prstGeom prst="roundRect">
              <a:avLst/>
            </a:prstGeom>
            <a:solidFill>
              <a:schemeClr val="bg1"/>
            </a:solid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pt-PT"/>
                <a:t>&lt;&lt;&lt;&lt;&lt;&lt;&lt;&lt;&lt;&lt;&lt;&lt;&lt;&lt;&lt;&lt;&lt;&lt;&lt;&lt;&lt;&lt;</a:t>
              </a:r>
            </a:p>
          </p:txBody>
        </p:sp>
        <p:sp>
          <p:nvSpPr>
            <p:cNvPr id="27" name="TextBox 26"/>
            <p:cNvSpPr txBox="1"/>
            <p:nvPr/>
          </p:nvSpPr>
          <p:spPr>
            <a:xfrm>
              <a:off x="5360728" y="5597316"/>
              <a:ext cx="1588168" cy="307777"/>
            </a:xfrm>
            <a:prstGeom prst="rect">
              <a:avLst/>
            </a:prstGeom>
            <a:noFill/>
          </p:spPr>
          <p:txBody>
            <a:bodyPr wrap="square" rtlCol="0">
              <a:spAutoFit/>
            </a:bodyPr>
            <a:lstStyle/>
            <a:p>
              <a:pPr algn="ctr"/>
              <a:r>
                <a:rPr lang="pt-PT" sz="1400" dirty="0">
                  <a:latin typeface="Santander Text" panose="020B0504020201020104" pitchFamily="34" charset="0"/>
                </a:rPr>
                <a:t>API GATEWAY</a:t>
              </a:r>
            </a:p>
          </p:txBody>
        </p:sp>
        <p:sp>
          <p:nvSpPr>
            <p:cNvPr id="28" name="TextBox 27"/>
            <p:cNvSpPr txBox="1"/>
            <p:nvPr/>
          </p:nvSpPr>
          <p:spPr>
            <a:xfrm>
              <a:off x="4769682" y="6007336"/>
              <a:ext cx="2801394" cy="276999"/>
            </a:xfrm>
            <a:prstGeom prst="rect">
              <a:avLst/>
            </a:prstGeom>
            <a:noFill/>
          </p:spPr>
          <p:txBody>
            <a:bodyPr wrap="square" lIns="91440" tIns="45720" rIns="91440" bIns="45720" rtlCol="0" anchor="t">
              <a:spAutoFit/>
            </a:bodyPr>
            <a:lstStyle/>
            <a:p>
              <a:pPr algn="ctr"/>
              <a:r>
                <a:rPr lang="pt-PT" sz="1200">
                  <a:latin typeface="Santander Text"/>
                </a:rPr>
                <a:t>Outras Aplicações Banco</a:t>
              </a:r>
              <a:endParaRPr lang="en-US"/>
            </a:p>
          </p:txBody>
        </p:sp>
        <p:grpSp>
          <p:nvGrpSpPr>
            <p:cNvPr id="29" name="Group 28"/>
            <p:cNvGrpSpPr/>
            <p:nvPr/>
          </p:nvGrpSpPr>
          <p:grpSpPr>
            <a:xfrm>
              <a:off x="7798177" y="5992790"/>
              <a:ext cx="1389550" cy="316800"/>
              <a:chOff x="7554153" y="5883409"/>
              <a:chExt cx="1389550" cy="373707"/>
            </a:xfrm>
          </p:grpSpPr>
          <p:sp>
            <p:nvSpPr>
              <p:cNvPr id="30" name="Rounded Rectangle 29"/>
              <p:cNvSpPr/>
              <p:nvPr/>
            </p:nvSpPr>
            <p:spPr>
              <a:xfrm>
                <a:off x="7554153" y="5883409"/>
                <a:ext cx="1389550" cy="373707"/>
              </a:xfrm>
              <a:prstGeom prst="roundRect">
                <a:avLst/>
              </a:prstGeom>
              <a:solidFill>
                <a:schemeClr val="accent6">
                  <a:lumMod val="40000"/>
                  <a:lumOff val="60000"/>
                </a:schemeClr>
              </a:solid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31" name="TextBox 30"/>
              <p:cNvSpPr txBox="1"/>
              <p:nvPr/>
            </p:nvSpPr>
            <p:spPr>
              <a:xfrm>
                <a:off x="7805356" y="5927744"/>
                <a:ext cx="904775" cy="277000"/>
              </a:xfrm>
              <a:prstGeom prst="rect">
                <a:avLst/>
              </a:prstGeom>
              <a:noFill/>
            </p:spPr>
            <p:txBody>
              <a:bodyPr wrap="square" rtlCol="0">
                <a:spAutoFit/>
              </a:bodyPr>
              <a:lstStyle/>
              <a:p>
                <a:pPr algn="ctr"/>
                <a:r>
                  <a:rPr lang="pt-PT" sz="1200">
                    <a:latin typeface="Santander Text" panose="020B0504020201020104" pitchFamily="34" charset="0"/>
                  </a:rPr>
                  <a:t>DATALAKE</a:t>
                </a:r>
              </a:p>
            </p:txBody>
          </p:sp>
        </p:grpSp>
      </p:grpSp>
      <p:sp>
        <p:nvSpPr>
          <p:cNvPr id="32" name="Rectangle 31"/>
          <p:cNvSpPr/>
          <p:nvPr/>
        </p:nvSpPr>
        <p:spPr>
          <a:xfrm>
            <a:off x="701399" y="943001"/>
            <a:ext cx="8917969" cy="5689621"/>
          </a:xfrm>
          <a:prstGeom prst="rect">
            <a:avLst/>
          </a:prstGeom>
          <a:noFill/>
          <a:ln>
            <a:solidFill>
              <a:srgbClr val="FF000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33" name="Rounded Rectangle 32"/>
          <p:cNvSpPr/>
          <p:nvPr/>
        </p:nvSpPr>
        <p:spPr>
          <a:xfrm>
            <a:off x="4277743" y="3458130"/>
            <a:ext cx="4393093" cy="1964534"/>
          </a:xfrm>
          <a:prstGeom prst="roundRect">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34" name="Rectangle 33"/>
          <p:cNvSpPr/>
          <p:nvPr/>
        </p:nvSpPr>
        <p:spPr>
          <a:xfrm>
            <a:off x="9742414" y="946351"/>
            <a:ext cx="2249329" cy="1643173"/>
          </a:xfrm>
          <a:prstGeom prst="rect">
            <a:avLst/>
          </a:prstGeom>
          <a:noFill/>
          <a:ln>
            <a:solidFill>
              <a:schemeClr val="tx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grpSp>
        <p:nvGrpSpPr>
          <p:cNvPr id="35" name="Group 34"/>
          <p:cNvGrpSpPr/>
          <p:nvPr/>
        </p:nvGrpSpPr>
        <p:grpSpPr>
          <a:xfrm>
            <a:off x="9733554" y="974818"/>
            <a:ext cx="1923159" cy="1388518"/>
            <a:chOff x="9785524" y="1477279"/>
            <a:chExt cx="1923159" cy="1388518"/>
          </a:xfrm>
        </p:grpSpPr>
        <p:sp>
          <p:nvSpPr>
            <p:cNvPr id="36" name="TextBox 35"/>
            <p:cNvSpPr txBox="1"/>
            <p:nvPr/>
          </p:nvSpPr>
          <p:spPr>
            <a:xfrm>
              <a:off x="9785524" y="1477279"/>
              <a:ext cx="1049154" cy="276999"/>
            </a:xfrm>
            <a:prstGeom prst="rect">
              <a:avLst/>
            </a:prstGeom>
            <a:noFill/>
            <a:ln>
              <a:noFill/>
            </a:ln>
          </p:spPr>
          <p:txBody>
            <a:bodyPr wrap="square" rtlCol="0">
              <a:spAutoFit/>
            </a:bodyPr>
            <a:lstStyle/>
            <a:p>
              <a:r>
                <a:rPr lang="pt-PT" sz="1200" dirty="0">
                  <a:solidFill>
                    <a:srgbClr val="FF0000"/>
                  </a:solidFill>
                  <a:latin typeface="Santander Text" panose="020B0504020201020104" pitchFamily="34" charset="0"/>
                </a:rPr>
                <a:t>Parceiros</a:t>
              </a:r>
            </a:p>
          </p:txBody>
        </p:sp>
        <p:sp>
          <p:nvSpPr>
            <p:cNvPr id="37" name="Rounded Rectangle 36"/>
            <p:cNvSpPr/>
            <p:nvPr/>
          </p:nvSpPr>
          <p:spPr>
            <a:xfrm>
              <a:off x="10097362" y="1854111"/>
              <a:ext cx="793438" cy="972258"/>
            </a:xfrm>
            <a:prstGeom prst="roundRect">
              <a:avLst/>
            </a:prstGeom>
            <a:solidFill>
              <a:srgbClr val="FFC8C8"/>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38" name="Rounded Rectangle 37"/>
            <p:cNvSpPr/>
            <p:nvPr/>
          </p:nvSpPr>
          <p:spPr>
            <a:xfrm>
              <a:off x="11127704" y="1811470"/>
              <a:ext cx="580979" cy="1054327"/>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cxnSp>
          <p:nvCxnSpPr>
            <p:cNvPr id="39" name="Straight Arrow Connector 38"/>
            <p:cNvCxnSpPr>
              <a:stCxn id="37" idx="3"/>
              <a:endCxn id="38" idx="1"/>
            </p:cNvCxnSpPr>
            <p:nvPr/>
          </p:nvCxnSpPr>
          <p:spPr>
            <a:xfrm flipV="1">
              <a:off x="10890800" y="2338634"/>
              <a:ext cx="236904" cy="160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0" name="TextBox 39"/>
            <p:cNvSpPr txBox="1"/>
            <p:nvPr/>
          </p:nvSpPr>
          <p:spPr>
            <a:xfrm>
              <a:off x="9954852" y="2117145"/>
              <a:ext cx="1036327" cy="461665"/>
            </a:xfrm>
            <a:prstGeom prst="rect">
              <a:avLst/>
            </a:prstGeom>
            <a:noFill/>
          </p:spPr>
          <p:txBody>
            <a:bodyPr wrap="square" rtlCol="0">
              <a:spAutoFit/>
            </a:bodyPr>
            <a:lstStyle/>
            <a:p>
              <a:pPr algn="ctr"/>
              <a:r>
                <a:rPr lang="pt-PT" sz="1200">
                  <a:latin typeface="Santander Text" panose="020B0504020201020104" pitchFamily="34" charset="0"/>
                </a:rPr>
                <a:t>Serviços Integração</a:t>
              </a:r>
            </a:p>
          </p:txBody>
        </p:sp>
        <p:sp>
          <p:nvSpPr>
            <p:cNvPr id="41" name="TextBox 40"/>
            <p:cNvSpPr txBox="1"/>
            <p:nvPr/>
          </p:nvSpPr>
          <p:spPr>
            <a:xfrm rot="16200000">
              <a:off x="10942612" y="2212426"/>
              <a:ext cx="979897" cy="276999"/>
            </a:xfrm>
            <a:prstGeom prst="rect">
              <a:avLst/>
            </a:prstGeom>
            <a:noFill/>
          </p:spPr>
          <p:txBody>
            <a:bodyPr wrap="square" rtlCol="0">
              <a:spAutoFit/>
            </a:bodyPr>
            <a:lstStyle/>
            <a:p>
              <a:pPr algn="ctr"/>
              <a:r>
                <a:rPr lang="pt-PT" sz="1200">
                  <a:latin typeface="Santander Text" panose="020B0504020201020104" pitchFamily="34" charset="0"/>
                </a:rPr>
                <a:t>IT WORTEN</a:t>
              </a:r>
            </a:p>
          </p:txBody>
        </p:sp>
      </p:grpSp>
      <p:grpSp>
        <p:nvGrpSpPr>
          <p:cNvPr id="42" name="Group 41"/>
          <p:cNvGrpSpPr/>
          <p:nvPr/>
        </p:nvGrpSpPr>
        <p:grpSpPr>
          <a:xfrm>
            <a:off x="4218469" y="1270389"/>
            <a:ext cx="4406983" cy="899527"/>
            <a:chOff x="4228094" y="1367971"/>
            <a:chExt cx="4406983" cy="899527"/>
          </a:xfrm>
        </p:grpSpPr>
        <p:sp>
          <p:nvSpPr>
            <p:cNvPr id="43" name="Rounded Rectangle 42"/>
            <p:cNvSpPr/>
            <p:nvPr/>
          </p:nvSpPr>
          <p:spPr>
            <a:xfrm>
              <a:off x="4228094" y="1368825"/>
              <a:ext cx="4406983" cy="898673"/>
            </a:xfrm>
            <a:prstGeom prst="roundRect">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grpSp>
          <p:nvGrpSpPr>
            <p:cNvPr id="44" name="Group 43"/>
            <p:cNvGrpSpPr/>
            <p:nvPr/>
          </p:nvGrpSpPr>
          <p:grpSpPr>
            <a:xfrm>
              <a:off x="4437080" y="1619619"/>
              <a:ext cx="1131125" cy="507145"/>
              <a:chOff x="4437080" y="1619619"/>
              <a:chExt cx="1131125" cy="507145"/>
            </a:xfrm>
          </p:grpSpPr>
          <p:sp>
            <p:nvSpPr>
              <p:cNvPr id="49" name="Rounded Rectangle 48"/>
              <p:cNvSpPr/>
              <p:nvPr/>
            </p:nvSpPr>
            <p:spPr>
              <a:xfrm>
                <a:off x="4437080" y="1619619"/>
                <a:ext cx="1131125" cy="507145"/>
              </a:xfrm>
              <a:prstGeom prst="round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50" name="TextBox 49"/>
              <p:cNvSpPr txBox="1"/>
              <p:nvPr/>
            </p:nvSpPr>
            <p:spPr>
              <a:xfrm>
                <a:off x="4532264" y="1661388"/>
                <a:ext cx="971247" cy="461665"/>
              </a:xfrm>
              <a:prstGeom prst="rect">
                <a:avLst/>
              </a:prstGeom>
              <a:noFill/>
            </p:spPr>
            <p:txBody>
              <a:bodyPr wrap="square" rtlCol="0">
                <a:spAutoFit/>
              </a:bodyPr>
              <a:lstStyle/>
              <a:p>
                <a:pPr algn="ctr"/>
                <a:r>
                  <a:rPr lang="pt-PT" sz="1200">
                    <a:latin typeface="Santander Text" panose="020B0504020201020104" pitchFamily="34" charset="0"/>
                  </a:rPr>
                  <a:t>Serviços Back4Front</a:t>
                </a:r>
              </a:p>
            </p:txBody>
          </p:sp>
        </p:grpSp>
        <p:grpSp>
          <p:nvGrpSpPr>
            <p:cNvPr id="45" name="Group 44"/>
            <p:cNvGrpSpPr/>
            <p:nvPr/>
          </p:nvGrpSpPr>
          <p:grpSpPr>
            <a:xfrm>
              <a:off x="5838343" y="1606299"/>
              <a:ext cx="1040072" cy="537802"/>
              <a:chOff x="5838343" y="1606299"/>
              <a:chExt cx="1040072" cy="537802"/>
            </a:xfrm>
          </p:grpSpPr>
          <p:sp>
            <p:nvSpPr>
              <p:cNvPr id="47" name="Rounded Rectangle 46"/>
              <p:cNvSpPr/>
              <p:nvPr/>
            </p:nvSpPr>
            <p:spPr>
              <a:xfrm>
                <a:off x="5838343" y="1606299"/>
                <a:ext cx="1040072" cy="537802"/>
              </a:xfrm>
              <a:prstGeom prst="round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48" name="TextBox 47"/>
              <p:cNvSpPr txBox="1"/>
              <p:nvPr/>
            </p:nvSpPr>
            <p:spPr>
              <a:xfrm>
                <a:off x="5937659" y="1642209"/>
                <a:ext cx="870034" cy="461665"/>
              </a:xfrm>
              <a:prstGeom prst="rect">
                <a:avLst/>
              </a:prstGeom>
              <a:noFill/>
            </p:spPr>
            <p:txBody>
              <a:bodyPr wrap="square" rtlCol="0">
                <a:spAutoFit/>
              </a:bodyPr>
              <a:lstStyle/>
              <a:p>
                <a:pPr algn="ctr"/>
                <a:r>
                  <a:rPr lang="pt-PT" sz="1200" dirty="0">
                    <a:latin typeface="Santander Text" panose="020B0504020201020104" pitchFamily="34" charset="0"/>
                  </a:rPr>
                  <a:t>Serviços </a:t>
                </a:r>
                <a:r>
                  <a:rPr lang="pt-PT" sz="1200" dirty="0" err="1">
                    <a:latin typeface="Santander Text" panose="020B0504020201020104" pitchFamily="34" charset="0"/>
                  </a:rPr>
                  <a:t>Backend</a:t>
                </a:r>
                <a:endParaRPr lang="pt-PT" sz="1200" dirty="0">
                  <a:latin typeface="Santander Text" panose="020B0504020201020104" pitchFamily="34" charset="0"/>
                </a:endParaRPr>
              </a:p>
            </p:txBody>
          </p:sp>
        </p:grpSp>
        <p:sp>
          <p:nvSpPr>
            <p:cNvPr id="46" name="TextBox 45"/>
            <p:cNvSpPr txBox="1"/>
            <p:nvPr/>
          </p:nvSpPr>
          <p:spPr>
            <a:xfrm>
              <a:off x="7541003" y="1367971"/>
              <a:ext cx="1025544" cy="276999"/>
            </a:xfrm>
            <a:prstGeom prst="rect">
              <a:avLst/>
            </a:prstGeom>
            <a:noFill/>
          </p:spPr>
          <p:txBody>
            <a:bodyPr wrap="square" rtlCol="0">
              <a:spAutoFit/>
            </a:bodyPr>
            <a:lstStyle/>
            <a:p>
              <a:r>
                <a:rPr lang="pt-PT" sz="1200" dirty="0" err="1"/>
                <a:t>MarketPlace</a:t>
              </a:r>
              <a:endParaRPr lang="pt-PT" sz="1200" dirty="0">
                <a:latin typeface="Santander Text" panose="020B0504020201020104" pitchFamily="34" charset="0"/>
              </a:endParaRPr>
            </a:p>
          </p:txBody>
        </p:sp>
      </p:grpSp>
      <p:sp>
        <p:nvSpPr>
          <p:cNvPr id="51" name="Rectangle 50"/>
          <p:cNvSpPr/>
          <p:nvPr/>
        </p:nvSpPr>
        <p:spPr>
          <a:xfrm>
            <a:off x="9785829" y="3394607"/>
            <a:ext cx="2091635" cy="274292"/>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pt-PT" sz="1050" dirty="0" err="1">
                <a:solidFill>
                  <a:schemeClr val="tx1"/>
                </a:solidFill>
                <a:latin typeface="Santander Text" panose="020B0504020201020104" pitchFamily="34" charset="0"/>
              </a:rPr>
              <a:t>Observability</a:t>
            </a:r>
            <a:r>
              <a:rPr lang="pt-PT" sz="1050" dirty="0">
                <a:solidFill>
                  <a:schemeClr val="tx1"/>
                </a:solidFill>
                <a:latin typeface="Santander Text" panose="020B0504020201020104" pitchFamily="34" charset="0"/>
              </a:rPr>
              <a:t> to </a:t>
            </a:r>
            <a:r>
              <a:rPr lang="pt-PT" sz="1050" dirty="0" err="1">
                <a:solidFill>
                  <a:schemeClr val="tx1"/>
                </a:solidFill>
                <a:latin typeface="Santander Text" panose="020B0504020201020104" pitchFamily="34" charset="0"/>
              </a:rPr>
              <a:t>implement</a:t>
            </a:r>
            <a:endParaRPr lang="pt-PT" sz="1050" dirty="0">
              <a:solidFill>
                <a:schemeClr val="tx1"/>
              </a:solidFill>
              <a:latin typeface="Santander Text" panose="020B0504020201020104" pitchFamily="34" charset="0"/>
            </a:endParaRPr>
          </a:p>
        </p:txBody>
      </p:sp>
      <p:sp>
        <p:nvSpPr>
          <p:cNvPr id="52" name="Rounded Rectangle 51"/>
          <p:cNvSpPr/>
          <p:nvPr/>
        </p:nvSpPr>
        <p:spPr>
          <a:xfrm>
            <a:off x="2521951" y="1402786"/>
            <a:ext cx="772216" cy="635224"/>
          </a:xfrm>
          <a:prstGeom prst="round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PT" sz="1200" dirty="0">
                <a:solidFill>
                  <a:schemeClr val="tx1"/>
                </a:solidFill>
                <a:latin typeface="Santander Text" panose="020B0504020201020104" pitchFamily="34" charset="0"/>
              </a:rPr>
              <a:t>µ</a:t>
            </a:r>
            <a:r>
              <a:rPr lang="pt-PT" sz="1200" dirty="0" err="1">
                <a:solidFill>
                  <a:schemeClr val="tx1"/>
                </a:solidFill>
                <a:latin typeface="Santander Text" panose="020B0504020201020104" pitchFamily="34" charset="0"/>
              </a:rPr>
              <a:t>Front</a:t>
            </a:r>
            <a:r>
              <a:rPr lang="pt-PT" sz="1200" dirty="0">
                <a:solidFill>
                  <a:schemeClr val="tx1"/>
                </a:solidFill>
                <a:latin typeface="Santander Text" panose="020B0504020201020104" pitchFamily="34" charset="0"/>
              </a:rPr>
              <a:t> </a:t>
            </a:r>
            <a:r>
              <a:rPr lang="pt-PT" sz="1200" dirty="0" err="1">
                <a:solidFill>
                  <a:schemeClr val="tx1"/>
                </a:solidFill>
                <a:latin typeface="Santander Text" panose="020B0504020201020104" pitchFamily="34" charset="0"/>
              </a:rPr>
              <a:t>Loyality</a:t>
            </a:r>
            <a:r>
              <a:rPr lang="pt-PT" sz="1200" dirty="0">
                <a:solidFill>
                  <a:schemeClr val="tx1"/>
                </a:solidFill>
                <a:latin typeface="Santander Text" panose="020B0504020201020104" pitchFamily="34" charset="0"/>
              </a:rPr>
              <a:t> BO</a:t>
            </a:r>
          </a:p>
        </p:txBody>
      </p:sp>
      <p:sp>
        <p:nvSpPr>
          <p:cNvPr id="53" name="TextBox 52"/>
          <p:cNvSpPr txBox="1"/>
          <p:nvPr/>
        </p:nvSpPr>
        <p:spPr>
          <a:xfrm>
            <a:off x="1125927" y="1712948"/>
            <a:ext cx="904775" cy="276999"/>
          </a:xfrm>
          <a:prstGeom prst="rect">
            <a:avLst/>
          </a:prstGeom>
          <a:noFill/>
        </p:spPr>
        <p:txBody>
          <a:bodyPr wrap="square" rtlCol="0">
            <a:spAutoFit/>
          </a:bodyPr>
          <a:lstStyle/>
          <a:p>
            <a:pPr algn="ctr"/>
            <a:r>
              <a:rPr lang="pt-PT" sz="1200" dirty="0">
                <a:latin typeface="Santander Text" panose="020B0504020201020104" pitchFamily="34" charset="0"/>
              </a:rPr>
              <a:t>Cockpit</a:t>
            </a:r>
          </a:p>
        </p:txBody>
      </p:sp>
      <p:grpSp>
        <p:nvGrpSpPr>
          <p:cNvPr id="54" name="Group 53"/>
          <p:cNvGrpSpPr/>
          <p:nvPr/>
        </p:nvGrpSpPr>
        <p:grpSpPr>
          <a:xfrm>
            <a:off x="923312" y="2340488"/>
            <a:ext cx="2321355" cy="968974"/>
            <a:chOff x="953706" y="2520398"/>
            <a:chExt cx="2321355" cy="968974"/>
          </a:xfrm>
        </p:grpSpPr>
        <p:sp>
          <p:nvSpPr>
            <p:cNvPr id="55" name="Rounded Rectangle 54"/>
            <p:cNvSpPr/>
            <p:nvPr/>
          </p:nvSpPr>
          <p:spPr>
            <a:xfrm>
              <a:off x="953706" y="2537391"/>
              <a:ext cx="1241659" cy="933389"/>
            </a:xfrm>
            <a:prstGeom prst="roundRect">
              <a:avLst/>
            </a:prstGeom>
            <a:solidFill>
              <a:schemeClr val="bg1"/>
            </a:solidFill>
            <a:ln w="19050">
              <a:solidFill>
                <a:schemeClr val="bg2">
                  <a:lumMod val="7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sz="1200">
                <a:solidFill>
                  <a:schemeClr val="tx1"/>
                </a:solidFill>
                <a:latin typeface="Santander Text" panose="020B0504020201020104" pitchFamily="34" charset="0"/>
              </a:endParaRPr>
            </a:p>
            <a:p>
              <a:pPr algn="ctr"/>
              <a:endParaRPr lang="pt-PT" sz="1200">
                <a:solidFill>
                  <a:schemeClr val="tx1"/>
                </a:solidFill>
                <a:latin typeface="Santander Text" panose="020B0504020201020104" pitchFamily="34" charset="0"/>
              </a:endParaRPr>
            </a:p>
          </p:txBody>
        </p:sp>
        <p:sp>
          <p:nvSpPr>
            <p:cNvPr id="56" name="Rounded Rectangle 55"/>
            <p:cNvSpPr/>
            <p:nvPr/>
          </p:nvSpPr>
          <p:spPr>
            <a:xfrm>
              <a:off x="1181054" y="2896047"/>
              <a:ext cx="837397" cy="365760"/>
            </a:xfrm>
            <a:prstGeom prst="round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57" name="TextBox 56"/>
            <p:cNvSpPr txBox="1"/>
            <p:nvPr/>
          </p:nvSpPr>
          <p:spPr>
            <a:xfrm>
              <a:off x="1026300" y="2586284"/>
              <a:ext cx="1090437" cy="276999"/>
            </a:xfrm>
            <a:prstGeom prst="rect">
              <a:avLst/>
            </a:prstGeom>
            <a:noFill/>
          </p:spPr>
          <p:txBody>
            <a:bodyPr wrap="square" rtlCol="0">
              <a:spAutoFit/>
            </a:bodyPr>
            <a:lstStyle/>
            <a:p>
              <a:pPr algn="ctr"/>
              <a:r>
                <a:rPr lang="pt-PT" sz="1200" dirty="0">
                  <a:latin typeface="Santander Text" panose="020B0504020201020104" pitchFamily="34" charset="0"/>
                </a:rPr>
                <a:t>Canal Externo</a:t>
              </a:r>
            </a:p>
          </p:txBody>
        </p:sp>
        <p:cxnSp>
          <p:nvCxnSpPr>
            <p:cNvPr id="58" name="Straight Arrow Connector 57"/>
            <p:cNvCxnSpPr>
              <a:stCxn id="55" idx="3"/>
              <a:endCxn id="59" idx="1"/>
            </p:cNvCxnSpPr>
            <p:nvPr/>
          </p:nvCxnSpPr>
          <p:spPr>
            <a:xfrm>
              <a:off x="2195365" y="3004086"/>
              <a:ext cx="307480" cy="79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9" name="Rounded Rectangle 58"/>
            <p:cNvSpPr/>
            <p:nvPr/>
          </p:nvSpPr>
          <p:spPr>
            <a:xfrm>
              <a:off x="2502845" y="2520398"/>
              <a:ext cx="772216" cy="968974"/>
            </a:xfrm>
            <a:prstGeom prst="round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PT" sz="1200" dirty="0">
                  <a:solidFill>
                    <a:schemeClr val="tx1"/>
                  </a:solidFill>
                  <a:latin typeface="Santander Text" panose="020B0504020201020104" pitchFamily="34" charset="0"/>
                </a:rPr>
                <a:t>µ</a:t>
              </a:r>
              <a:r>
                <a:rPr lang="pt-PT" sz="1200" dirty="0" err="1">
                  <a:solidFill>
                    <a:schemeClr val="tx1"/>
                  </a:solidFill>
                  <a:latin typeface="Santander Text" panose="020B0504020201020104" pitchFamily="34" charset="0"/>
                </a:rPr>
                <a:t>Front</a:t>
              </a:r>
              <a:r>
                <a:rPr lang="pt-PT" sz="1200" dirty="0">
                  <a:solidFill>
                    <a:schemeClr val="tx1"/>
                  </a:solidFill>
                  <a:latin typeface="Santander Text" panose="020B0504020201020104" pitchFamily="34" charset="0"/>
                </a:rPr>
                <a:t> </a:t>
              </a:r>
              <a:r>
                <a:rPr lang="pt-PT" sz="1200" dirty="0" err="1">
                  <a:solidFill>
                    <a:schemeClr val="tx1"/>
                  </a:solidFill>
                  <a:latin typeface="Santander Text" panose="020B0504020201020104" pitchFamily="34" charset="0"/>
                </a:rPr>
                <a:t>Partner</a:t>
              </a:r>
              <a:r>
                <a:rPr lang="pt-PT" sz="1200" dirty="0">
                  <a:solidFill>
                    <a:schemeClr val="tx1"/>
                  </a:solidFill>
                  <a:latin typeface="Santander Text" panose="020B0504020201020104" pitchFamily="34" charset="0"/>
                </a:rPr>
                <a:t> Marketplace BO</a:t>
              </a:r>
            </a:p>
          </p:txBody>
        </p:sp>
        <p:sp>
          <p:nvSpPr>
            <p:cNvPr id="60" name="TextBox 59"/>
            <p:cNvSpPr txBox="1"/>
            <p:nvPr/>
          </p:nvSpPr>
          <p:spPr>
            <a:xfrm>
              <a:off x="1165351" y="2964666"/>
              <a:ext cx="904775" cy="276999"/>
            </a:xfrm>
            <a:prstGeom prst="rect">
              <a:avLst/>
            </a:prstGeom>
            <a:noFill/>
          </p:spPr>
          <p:txBody>
            <a:bodyPr wrap="square" rtlCol="0">
              <a:spAutoFit/>
            </a:bodyPr>
            <a:lstStyle/>
            <a:p>
              <a:pPr algn="ctr"/>
              <a:r>
                <a:rPr lang="pt-PT" sz="1200" dirty="0">
                  <a:latin typeface="Santander Text" panose="020B0504020201020104" pitchFamily="34" charset="0"/>
                </a:rPr>
                <a:t>Parceiros</a:t>
              </a:r>
            </a:p>
          </p:txBody>
        </p:sp>
      </p:grpSp>
      <p:grpSp>
        <p:nvGrpSpPr>
          <p:cNvPr id="61" name="Group 60"/>
          <p:cNvGrpSpPr/>
          <p:nvPr/>
        </p:nvGrpSpPr>
        <p:grpSpPr>
          <a:xfrm>
            <a:off x="5837086" y="3761944"/>
            <a:ext cx="1040072" cy="537802"/>
            <a:chOff x="5852398" y="1475683"/>
            <a:chExt cx="1040072" cy="537802"/>
          </a:xfrm>
        </p:grpSpPr>
        <p:sp>
          <p:nvSpPr>
            <p:cNvPr id="62" name="Rounded Rectangle 61"/>
            <p:cNvSpPr/>
            <p:nvPr/>
          </p:nvSpPr>
          <p:spPr>
            <a:xfrm>
              <a:off x="5852398" y="1475683"/>
              <a:ext cx="1040072" cy="537802"/>
            </a:xfrm>
            <a:prstGeom prst="round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63" name="TextBox 62"/>
            <p:cNvSpPr txBox="1"/>
            <p:nvPr/>
          </p:nvSpPr>
          <p:spPr>
            <a:xfrm>
              <a:off x="5940606" y="1528943"/>
              <a:ext cx="870034" cy="461665"/>
            </a:xfrm>
            <a:prstGeom prst="rect">
              <a:avLst/>
            </a:prstGeom>
            <a:noFill/>
          </p:spPr>
          <p:txBody>
            <a:bodyPr wrap="square" rtlCol="0">
              <a:spAutoFit/>
            </a:bodyPr>
            <a:lstStyle/>
            <a:p>
              <a:pPr algn="ctr"/>
              <a:r>
                <a:rPr lang="pt-PT" sz="1200">
                  <a:latin typeface="Santander Text" panose="020B0504020201020104" pitchFamily="34" charset="0"/>
                </a:rPr>
                <a:t>Serviços </a:t>
              </a:r>
              <a:r>
                <a:rPr lang="pt-PT" sz="1200" err="1">
                  <a:latin typeface="Santander Text" panose="020B0504020201020104" pitchFamily="34" charset="0"/>
                </a:rPr>
                <a:t>Backend</a:t>
              </a:r>
              <a:endParaRPr lang="pt-PT" sz="1200">
                <a:latin typeface="Santander Text" panose="020B0504020201020104" pitchFamily="34" charset="0"/>
              </a:endParaRPr>
            </a:p>
          </p:txBody>
        </p:sp>
      </p:grpSp>
      <p:sp>
        <p:nvSpPr>
          <p:cNvPr id="64" name="TextBox 63"/>
          <p:cNvSpPr txBox="1"/>
          <p:nvPr/>
        </p:nvSpPr>
        <p:spPr>
          <a:xfrm>
            <a:off x="7835472" y="3474440"/>
            <a:ext cx="748241" cy="276999"/>
          </a:xfrm>
          <a:prstGeom prst="rect">
            <a:avLst/>
          </a:prstGeom>
          <a:noFill/>
        </p:spPr>
        <p:txBody>
          <a:bodyPr wrap="square" rtlCol="0">
            <a:spAutoFit/>
          </a:bodyPr>
          <a:lstStyle/>
          <a:p>
            <a:r>
              <a:rPr lang="pt-PT" sz="1200" dirty="0" err="1"/>
              <a:t>Wallet</a:t>
            </a:r>
            <a:endParaRPr lang="pt-PT" sz="1200" dirty="0">
              <a:latin typeface="Santander Text" panose="020B0504020201020104" pitchFamily="34" charset="0"/>
            </a:endParaRPr>
          </a:p>
        </p:txBody>
      </p:sp>
      <p:grpSp>
        <p:nvGrpSpPr>
          <p:cNvPr id="65" name="Group 64"/>
          <p:cNvGrpSpPr/>
          <p:nvPr/>
        </p:nvGrpSpPr>
        <p:grpSpPr>
          <a:xfrm>
            <a:off x="955408" y="3569465"/>
            <a:ext cx="2348906" cy="2339144"/>
            <a:chOff x="957746" y="3649936"/>
            <a:chExt cx="2348906" cy="2339144"/>
          </a:xfrm>
        </p:grpSpPr>
        <p:grpSp>
          <p:nvGrpSpPr>
            <p:cNvPr id="66" name="Group 65"/>
            <p:cNvGrpSpPr/>
            <p:nvPr/>
          </p:nvGrpSpPr>
          <p:grpSpPr>
            <a:xfrm>
              <a:off x="957746" y="3649936"/>
              <a:ext cx="2336060" cy="2339144"/>
              <a:chOff x="946562" y="3892922"/>
              <a:chExt cx="2336060" cy="2339144"/>
            </a:xfrm>
          </p:grpSpPr>
          <p:sp>
            <p:nvSpPr>
              <p:cNvPr id="68" name="Rounded Rectangle 67"/>
              <p:cNvSpPr/>
              <p:nvPr/>
            </p:nvSpPr>
            <p:spPr>
              <a:xfrm>
                <a:off x="946562" y="3961837"/>
                <a:ext cx="1241659" cy="2270229"/>
              </a:xfrm>
              <a:prstGeom prst="roundRect">
                <a:avLst/>
              </a:prstGeom>
              <a:solidFill>
                <a:schemeClr val="bg1"/>
              </a:solidFill>
              <a:ln w="19050">
                <a:solidFill>
                  <a:schemeClr val="bg2">
                    <a:lumMod val="7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grpSp>
            <p:nvGrpSpPr>
              <p:cNvPr id="69" name="Group 68"/>
              <p:cNvGrpSpPr/>
              <p:nvPr/>
            </p:nvGrpSpPr>
            <p:grpSpPr>
              <a:xfrm>
                <a:off x="1108126" y="3892922"/>
                <a:ext cx="2174496" cy="2137195"/>
                <a:chOff x="1108126" y="3892922"/>
                <a:chExt cx="2174496" cy="2137195"/>
              </a:xfrm>
            </p:grpSpPr>
            <p:sp>
              <p:nvSpPr>
                <p:cNvPr id="70" name="TextBox 69"/>
                <p:cNvSpPr txBox="1"/>
                <p:nvPr/>
              </p:nvSpPr>
              <p:spPr>
                <a:xfrm>
                  <a:off x="1108126" y="4032080"/>
                  <a:ext cx="904775" cy="461665"/>
                </a:xfrm>
                <a:prstGeom prst="rect">
                  <a:avLst/>
                </a:prstGeom>
                <a:noFill/>
              </p:spPr>
              <p:txBody>
                <a:bodyPr wrap="square" rtlCol="0">
                  <a:spAutoFit/>
                </a:bodyPr>
                <a:lstStyle/>
                <a:p>
                  <a:pPr algn="ctr"/>
                  <a:r>
                    <a:rPr lang="pt-PT" sz="1200">
                      <a:latin typeface="Santander Text" panose="020B0504020201020104" pitchFamily="34" charset="0"/>
                    </a:rPr>
                    <a:t>Canais Digitais</a:t>
                  </a:r>
                </a:p>
              </p:txBody>
            </p:sp>
            <p:sp>
              <p:nvSpPr>
                <p:cNvPr id="71" name="Rounded Rectangle 70"/>
                <p:cNvSpPr/>
                <p:nvPr/>
              </p:nvSpPr>
              <p:spPr>
                <a:xfrm>
                  <a:off x="1166494" y="4607191"/>
                  <a:ext cx="837397" cy="360000"/>
                </a:xfrm>
                <a:prstGeom prst="roundRect">
                  <a:avLst/>
                </a:prstGeom>
                <a:solidFill>
                  <a:schemeClr val="accent4">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72" name="Rounded Rectangle 71"/>
                <p:cNvSpPr/>
                <p:nvPr/>
              </p:nvSpPr>
              <p:spPr>
                <a:xfrm>
                  <a:off x="1178277" y="5096952"/>
                  <a:ext cx="837397" cy="360000"/>
                </a:xfrm>
                <a:prstGeom prst="roundRect">
                  <a:avLst/>
                </a:prstGeom>
                <a:solidFill>
                  <a:schemeClr val="accent4">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73" name="Rounded Rectangle 72"/>
                <p:cNvSpPr/>
                <p:nvPr/>
              </p:nvSpPr>
              <p:spPr>
                <a:xfrm>
                  <a:off x="2440222" y="3892922"/>
                  <a:ext cx="842400" cy="828000"/>
                </a:xfrm>
                <a:prstGeom prst="round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PT" sz="1200" dirty="0">
                      <a:solidFill>
                        <a:schemeClr val="tx1"/>
                      </a:solidFill>
                      <a:latin typeface="Santander Text" panose="020B0504020201020104" pitchFamily="34" charset="0"/>
                    </a:rPr>
                    <a:t>µ</a:t>
                  </a:r>
                  <a:r>
                    <a:rPr lang="pt-PT" sz="1200" dirty="0" err="1">
                      <a:solidFill>
                        <a:schemeClr val="tx1"/>
                      </a:solidFill>
                      <a:latin typeface="Santander Text" panose="020B0504020201020104" pitchFamily="34" charset="0"/>
                    </a:rPr>
                    <a:t>Front</a:t>
                  </a:r>
                  <a:r>
                    <a:rPr lang="pt-PT" sz="1200" dirty="0">
                      <a:solidFill>
                        <a:schemeClr val="tx1"/>
                      </a:solidFill>
                      <a:latin typeface="Santander Text" panose="020B0504020201020104" pitchFamily="34" charset="0"/>
                    </a:rPr>
                    <a:t> </a:t>
                  </a:r>
                  <a:r>
                    <a:rPr lang="pt-PT" sz="1200" dirty="0" err="1">
                      <a:solidFill>
                        <a:schemeClr val="tx1"/>
                      </a:solidFill>
                      <a:latin typeface="Santander Text" panose="020B0504020201020104" pitchFamily="34" charset="0"/>
                    </a:rPr>
                    <a:t>Shop</a:t>
                  </a:r>
                  <a:r>
                    <a:rPr lang="pt-PT" sz="1200" dirty="0">
                      <a:solidFill>
                        <a:schemeClr val="tx1"/>
                      </a:solidFill>
                      <a:latin typeface="Santander Text" panose="020B0504020201020104" pitchFamily="34" charset="0"/>
                    </a:rPr>
                    <a:t> (</a:t>
                  </a:r>
                  <a:r>
                    <a:rPr lang="pt-PT" sz="1200" dirty="0" err="1">
                      <a:solidFill>
                        <a:schemeClr val="tx1"/>
                      </a:solidFill>
                      <a:latin typeface="Santander Text" panose="020B0504020201020104" pitchFamily="34" charset="0"/>
                    </a:rPr>
                    <a:t>Market</a:t>
                  </a:r>
                  <a:r>
                    <a:rPr lang="pt-PT" sz="1200" dirty="0">
                      <a:solidFill>
                        <a:schemeClr val="tx1"/>
                      </a:solidFill>
                      <a:latin typeface="Santander Text" panose="020B0504020201020104" pitchFamily="34" charset="0"/>
                    </a:rPr>
                    <a:t> </a:t>
                  </a:r>
                  <a:r>
                    <a:rPr lang="pt-PT" sz="1200" dirty="0" err="1">
                      <a:solidFill>
                        <a:schemeClr val="tx1"/>
                      </a:solidFill>
                      <a:latin typeface="Santander Text" panose="020B0504020201020104" pitchFamily="34" charset="0"/>
                    </a:rPr>
                    <a:t>place</a:t>
                  </a:r>
                  <a:r>
                    <a:rPr lang="pt-PT" sz="1200" dirty="0">
                      <a:solidFill>
                        <a:schemeClr val="tx1"/>
                      </a:solidFill>
                      <a:latin typeface="Santander Text" panose="020B0504020201020104" pitchFamily="34" charset="0"/>
                    </a:rPr>
                    <a:t>)</a:t>
                  </a:r>
                </a:p>
              </p:txBody>
            </p:sp>
            <p:sp>
              <p:nvSpPr>
                <p:cNvPr id="74" name="TextBox 73"/>
                <p:cNvSpPr txBox="1"/>
                <p:nvPr/>
              </p:nvSpPr>
              <p:spPr>
                <a:xfrm>
                  <a:off x="1143379" y="4665313"/>
                  <a:ext cx="904775" cy="360000"/>
                </a:xfrm>
                <a:prstGeom prst="rect">
                  <a:avLst/>
                </a:prstGeom>
                <a:noFill/>
              </p:spPr>
              <p:txBody>
                <a:bodyPr wrap="square" rtlCol="0">
                  <a:spAutoFit/>
                </a:bodyPr>
                <a:lstStyle/>
                <a:p>
                  <a:pPr algn="ctr"/>
                  <a:r>
                    <a:rPr lang="pt-PT" sz="1200" err="1">
                      <a:latin typeface="Santander Text" panose="020B0504020201020104" pitchFamily="34" charset="0"/>
                    </a:rPr>
                    <a:t>OneAPP</a:t>
                  </a:r>
                  <a:endParaRPr lang="pt-PT" sz="1200">
                    <a:latin typeface="Santander Text" panose="020B0504020201020104" pitchFamily="34" charset="0"/>
                  </a:endParaRPr>
                </a:p>
              </p:txBody>
            </p:sp>
            <p:sp>
              <p:nvSpPr>
                <p:cNvPr id="75" name="TextBox 74"/>
                <p:cNvSpPr txBox="1"/>
                <p:nvPr/>
              </p:nvSpPr>
              <p:spPr>
                <a:xfrm>
                  <a:off x="1126111" y="5156908"/>
                  <a:ext cx="904775" cy="276999"/>
                </a:xfrm>
                <a:prstGeom prst="rect">
                  <a:avLst/>
                </a:prstGeom>
                <a:noFill/>
              </p:spPr>
              <p:txBody>
                <a:bodyPr wrap="square" rtlCol="0">
                  <a:spAutoFit/>
                </a:bodyPr>
                <a:lstStyle/>
                <a:p>
                  <a:pPr algn="ctr"/>
                  <a:r>
                    <a:rPr lang="pt-PT" sz="1200" err="1">
                      <a:latin typeface="Santander Text" panose="020B0504020201020104" pitchFamily="34" charset="0"/>
                    </a:rPr>
                    <a:t>OneWEB</a:t>
                  </a:r>
                  <a:endParaRPr lang="pt-PT" sz="1200">
                    <a:latin typeface="Santander Text" panose="020B0504020201020104" pitchFamily="34" charset="0"/>
                  </a:endParaRPr>
                </a:p>
              </p:txBody>
            </p:sp>
            <p:cxnSp>
              <p:nvCxnSpPr>
                <p:cNvPr id="76" name="Straight Arrow Connector 75"/>
                <p:cNvCxnSpPr>
                  <a:stCxn id="68" idx="3"/>
                  <a:endCxn id="73" idx="1"/>
                </p:cNvCxnSpPr>
                <p:nvPr/>
              </p:nvCxnSpPr>
              <p:spPr>
                <a:xfrm flipV="1">
                  <a:off x="2188221" y="4306922"/>
                  <a:ext cx="252001" cy="79003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7" name="Rounded Rectangle 76"/>
                <p:cNvSpPr/>
                <p:nvPr/>
              </p:nvSpPr>
              <p:spPr>
                <a:xfrm>
                  <a:off x="2452218" y="5462125"/>
                  <a:ext cx="772216" cy="567992"/>
                </a:xfrm>
                <a:prstGeom prst="round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PT" sz="1200" dirty="0">
                      <a:solidFill>
                        <a:schemeClr val="tx1"/>
                      </a:solidFill>
                      <a:latin typeface="Santander Text" panose="020B0504020201020104" pitchFamily="34" charset="0"/>
                    </a:rPr>
                    <a:t>µ</a:t>
                  </a:r>
                  <a:r>
                    <a:rPr lang="pt-PT" sz="1200" dirty="0" err="1">
                      <a:solidFill>
                        <a:schemeClr val="tx1"/>
                      </a:solidFill>
                      <a:latin typeface="Santander Text" panose="020B0504020201020104" pitchFamily="34" charset="0"/>
                    </a:rPr>
                    <a:t>Front</a:t>
                  </a:r>
                  <a:r>
                    <a:rPr lang="pt-PT" sz="1200" dirty="0">
                      <a:solidFill>
                        <a:schemeClr val="tx1"/>
                      </a:solidFill>
                      <a:latin typeface="Santander Text" panose="020B0504020201020104" pitchFamily="34" charset="0"/>
                    </a:rPr>
                    <a:t> </a:t>
                  </a:r>
                  <a:r>
                    <a:rPr lang="pt-PT" sz="1200" dirty="0" err="1">
                      <a:solidFill>
                        <a:schemeClr val="tx1"/>
                      </a:solidFill>
                      <a:latin typeface="Santander Text" panose="020B0504020201020104" pitchFamily="34" charset="0"/>
                    </a:rPr>
                    <a:t>Wallet</a:t>
                  </a:r>
                  <a:endParaRPr lang="pt-PT" sz="1200" dirty="0">
                    <a:solidFill>
                      <a:schemeClr val="tx1"/>
                    </a:solidFill>
                    <a:latin typeface="Santander Text" panose="020B0504020201020104" pitchFamily="34" charset="0"/>
                  </a:endParaRPr>
                </a:p>
              </p:txBody>
            </p:sp>
            <p:cxnSp>
              <p:nvCxnSpPr>
                <p:cNvPr id="78" name="Straight Arrow Connector 77"/>
                <p:cNvCxnSpPr>
                  <a:stCxn id="68" idx="3"/>
                  <a:endCxn id="77" idx="1"/>
                </p:cNvCxnSpPr>
                <p:nvPr/>
              </p:nvCxnSpPr>
              <p:spPr>
                <a:xfrm>
                  <a:off x="2188221" y="5096952"/>
                  <a:ext cx="263997" cy="64916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sp>
          <p:nvSpPr>
            <p:cNvPr id="67" name="Rounded Rectangle 66"/>
            <p:cNvSpPr/>
            <p:nvPr/>
          </p:nvSpPr>
          <p:spPr>
            <a:xfrm>
              <a:off x="2464978" y="4571677"/>
              <a:ext cx="841674" cy="567992"/>
            </a:xfrm>
            <a:prstGeom prst="round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PT" sz="1200" dirty="0">
                  <a:solidFill>
                    <a:schemeClr val="tx1"/>
                  </a:solidFill>
                  <a:latin typeface="Santander Text" panose="020B0504020201020104" pitchFamily="34" charset="0"/>
                </a:rPr>
                <a:t>µ</a:t>
              </a:r>
              <a:r>
                <a:rPr lang="pt-PT" sz="1200" dirty="0" err="1">
                  <a:solidFill>
                    <a:schemeClr val="tx1"/>
                  </a:solidFill>
                  <a:latin typeface="Santander Text" panose="020B0504020201020104" pitchFamily="34" charset="0"/>
                </a:rPr>
                <a:t>Front</a:t>
              </a:r>
              <a:r>
                <a:rPr lang="pt-PT" sz="1200" dirty="0">
                  <a:solidFill>
                    <a:schemeClr val="tx1"/>
                  </a:solidFill>
                  <a:latin typeface="Santander Text" panose="020B0504020201020104" pitchFamily="34" charset="0"/>
                </a:rPr>
                <a:t> Checkout</a:t>
              </a:r>
            </a:p>
          </p:txBody>
        </p:sp>
      </p:grpSp>
      <p:cxnSp>
        <p:nvCxnSpPr>
          <p:cNvPr id="79" name="Straight Arrow Connector 78"/>
          <p:cNvCxnSpPr>
            <a:stCxn id="68" idx="3"/>
            <a:endCxn id="67" idx="1"/>
          </p:cNvCxnSpPr>
          <p:nvPr/>
        </p:nvCxnSpPr>
        <p:spPr>
          <a:xfrm>
            <a:off x="2197067" y="4773495"/>
            <a:ext cx="265573" cy="170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0" name="Straight Arrow Connector 79"/>
          <p:cNvCxnSpPr>
            <a:stCxn id="59" idx="3"/>
            <a:endCxn id="43" idx="1"/>
          </p:cNvCxnSpPr>
          <p:nvPr/>
        </p:nvCxnSpPr>
        <p:spPr>
          <a:xfrm flipV="1">
            <a:off x="3244667" y="1720580"/>
            <a:ext cx="973802" cy="110439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1" name="Straight Arrow Connector 80"/>
          <p:cNvCxnSpPr>
            <a:stCxn id="73" idx="3"/>
            <a:endCxn id="43" idx="1"/>
          </p:cNvCxnSpPr>
          <p:nvPr/>
        </p:nvCxnSpPr>
        <p:spPr>
          <a:xfrm flipV="1">
            <a:off x="3291468" y="1720580"/>
            <a:ext cx="927001" cy="226288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2" name="Rounded Rectangle 81"/>
          <p:cNvSpPr/>
          <p:nvPr/>
        </p:nvSpPr>
        <p:spPr>
          <a:xfrm>
            <a:off x="7591506" y="1581598"/>
            <a:ext cx="830855" cy="394100"/>
          </a:xfrm>
          <a:prstGeom prst="round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PT" sz="1200">
                <a:solidFill>
                  <a:schemeClr val="tx1"/>
                </a:solidFill>
              </a:rPr>
              <a:t>Serviços </a:t>
            </a:r>
            <a:r>
              <a:rPr lang="pt-PT" sz="1200" err="1">
                <a:solidFill>
                  <a:schemeClr val="tx1"/>
                </a:solidFill>
              </a:rPr>
              <a:t>Int</a:t>
            </a:r>
            <a:r>
              <a:rPr lang="pt-PT" sz="1200">
                <a:solidFill>
                  <a:schemeClr val="tx1"/>
                </a:solidFill>
              </a:rPr>
              <a:t> </a:t>
            </a:r>
            <a:r>
              <a:rPr lang="pt-PT" sz="1200" err="1">
                <a:solidFill>
                  <a:schemeClr val="tx1"/>
                </a:solidFill>
              </a:rPr>
              <a:t>Ext</a:t>
            </a:r>
            <a:endParaRPr lang="pt-PT" sz="1200">
              <a:solidFill>
                <a:schemeClr val="tx1"/>
              </a:solidFill>
            </a:endParaRPr>
          </a:p>
        </p:txBody>
      </p:sp>
      <p:cxnSp>
        <p:nvCxnSpPr>
          <p:cNvPr id="83" name="Straight Arrow Connector 82"/>
          <p:cNvCxnSpPr>
            <a:stCxn id="49" idx="3"/>
            <a:endCxn id="47" idx="1"/>
          </p:cNvCxnSpPr>
          <p:nvPr/>
        </p:nvCxnSpPr>
        <p:spPr>
          <a:xfrm>
            <a:off x="5558580" y="1775610"/>
            <a:ext cx="270138" cy="200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4" name="Straight Arrow Connector 83"/>
          <p:cNvCxnSpPr>
            <a:stCxn id="47" idx="3"/>
            <a:endCxn id="82" idx="1"/>
          </p:cNvCxnSpPr>
          <p:nvPr/>
        </p:nvCxnSpPr>
        <p:spPr>
          <a:xfrm>
            <a:off x="6868790" y="1777618"/>
            <a:ext cx="722716" cy="103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5" name="Straight Arrow Connector 84"/>
          <p:cNvCxnSpPr>
            <a:stCxn id="82" idx="3"/>
            <a:endCxn id="34" idx="1"/>
          </p:cNvCxnSpPr>
          <p:nvPr/>
        </p:nvCxnSpPr>
        <p:spPr>
          <a:xfrm flipV="1">
            <a:off x="8422361" y="1767938"/>
            <a:ext cx="1320053" cy="1071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6" name="Straight Arrow Connector 85"/>
          <p:cNvCxnSpPr>
            <a:stCxn id="67" idx="3"/>
            <a:endCxn id="109" idx="1"/>
          </p:cNvCxnSpPr>
          <p:nvPr/>
        </p:nvCxnSpPr>
        <p:spPr>
          <a:xfrm flipV="1">
            <a:off x="3304314" y="2841658"/>
            <a:ext cx="952831" cy="193354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87" name="Group 86"/>
          <p:cNvGrpSpPr/>
          <p:nvPr/>
        </p:nvGrpSpPr>
        <p:grpSpPr>
          <a:xfrm>
            <a:off x="4617751" y="4604391"/>
            <a:ext cx="990000" cy="287803"/>
            <a:chOff x="4987782" y="3942229"/>
            <a:chExt cx="722068" cy="287803"/>
          </a:xfrm>
        </p:grpSpPr>
        <p:sp>
          <p:nvSpPr>
            <p:cNvPr id="88" name="Rounded Rectangle 87"/>
            <p:cNvSpPr/>
            <p:nvPr/>
          </p:nvSpPr>
          <p:spPr>
            <a:xfrm>
              <a:off x="4987782" y="3960032"/>
              <a:ext cx="722068" cy="270000"/>
            </a:xfrm>
            <a:prstGeom prst="round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89" name="TextBox 88"/>
            <p:cNvSpPr txBox="1"/>
            <p:nvPr/>
          </p:nvSpPr>
          <p:spPr>
            <a:xfrm>
              <a:off x="5034392" y="3942229"/>
              <a:ext cx="588719" cy="2769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s-ES"/>
              </a:defPPr>
              <a:lvl1pPr algn="ctr">
                <a:defRPr>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pt-PT" sz="1200" dirty="0">
                  <a:solidFill>
                    <a:schemeClr val="tx1"/>
                  </a:solidFill>
                  <a:latin typeface="Santander Text" panose="020B0504020201020104" pitchFamily="34" charset="0"/>
                </a:rPr>
                <a:t>Cache</a:t>
              </a:r>
            </a:p>
          </p:txBody>
        </p:sp>
      </p:grpSp>
      <p:grpSp>
        <p:nvGrpSpPr>
          <p:cNvPr id="90" name="Group 89"/>
          <p:cNvGrpSpPr/>
          <p:nvPr/>
        </p:nvGrpSpPr>
        <p:grpSpPr>
          <a:xfrm>
            <a:off x="7384432" y="3815204"/>
            <a:ext cx="1294772" cy="647151"/>
            <a:chOff x="7336542" y="3487371"/>
            <a:chExt cx="900000" cy="491078"/>
          </a:xfrm>
        </p:grpSpPr>
        <p:sp>
          <p:nvSpPr>
            <p:cNvPr id="91" name="Rounded Rectangle 90"/>
            <p:cNvSpPr/>
            <p:nvPr/>
          </p:nvSpPr>
          <p:spPr>
            <a:xfrm>
              <a:off x="7401141" y="3487371"/>
              <a:ext cx="720000" cy="360000"/>
            </a:xfrm>
            <a:prstGeom prst="roundRect">
              <a:avLst/>
            </a:prstGeom>
            <a:solidFill>
              <a:schemeClr val="accent1">
                <a:lumMod val="20000"/>
                <a:lumOff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92" name="TextBox 91"/>
            <p:cNvSpPr txBox="1"/>
            <p:nvPr/>
          </p:nvSpPr>
          <p:spPr>
            <a:xfrm>
              <a:off x="7336542" y="3516784"/>
              <a:ext cx="900000" cy="461665"/>
            </a:xfrm>
            <a:prstGeom prst="rect">
              <a:avLst/>
            </a:prstGeom>
            <a:noFill/>
          </p:spPr>
          <p:txBody>
            <a:bodyPr wrap="square" lIns="91440" tIns="45720" rIns="91440" bIns="45720" rtlCol="0" anchor="t">
              <a:spAutoFit/>
            </a:bodyPr>
            <a:lstStyle/>
            <a:p>
              <a:pPr algn="ctr"/>
              <a:r>
                <a:rPr lang="pt-PT" sz="1200" dirty="0" err="1">
                  <a:latin typeface="Santander Text"/>
                </a:rPr>
                <a:t>Database</a:t>
              </a:r>
              <a:endParaRPr lang="pt-PT" sz="1200" dirty="0">
                <a:latin typeface="Santander Text"/>
              </a:endParaRPr>
            </a:p>
            <a:p>
              <a:pPr algn="ctr"/>
              <a:r>
                <a:rPr lang="pt-PT" sz="1200" dirty="0">
                  <a:latin typeface="Santander Text"/>
                </a:rPr>
                <a:t>Core</a:t>
              </a:r>
              <a:endParaRPr lang="pt-PT" sz="1200" dirty="0">
                <a:latin typeface="Santander Text" panose="020B0504020201020104" pitchFamily="34" charset="0"/>
              </a:endParaRPr>
            </a:p>
          </p:txBody>
        </p:sp>
      </p:grpSp>
      <p:grpSp>
        <p:nvGrpSpPr>
          <p:cNvPr id="93" name="Group 92"/>
          <p:cNvGrpSpPr/>
          <p:nvPr/>
        </p:nvGrpSpPr>
        <p:grpSpPr>
          <a:xfrm>
            <a:off x="5774085" y="4610295"/>
            <a:ext cx="1172778" cy="702642"/>
            <a:chOff x="5795546" y="4448848"/>
            <a:chExt cx="1172778" cy="702642"/>
          </a:xfrm>
        </p:grpSpPr>
        <p:sp>
          <p:nvSpPr>
            <p:cNvPr id="94" name="Rounded Rectangle 93"/>
            <p:cNvSpPr/>
            <p:nvPr/>
          </p:nvSpPr>
          <p:spPr>
            <a:xfrm>
              <a:off x="5795546" y="4448848"/>
              <a:ext cx="1172778" cy="702642"/>
            </a:xfrm>
            <a:prstGeom prst="round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95" name="TextBox 94"/>
            <p:cNvSpPr txBox="1"/>
            <p:nvPr/>
          </p:nvSpPr>
          <p:spPr>
            <a:xfrm>
              <a:off x="5890866" y="4491989"/>
              <a:ext cx="960683" cy="646331"/>
            </a:xfrm>
            <a:prstGeom prst="rect">
              <a:avLst/>
            </a:prstGeom>
            <a:noFill/>
          </p:spPr>
          <p:txBody>
            <a:bodyPr wrap="square" rtlCol="0">
              <a:spAutoFit/>
            </a:bodyPr>
            <a:lstStyle/>
            <a:p>
              <a:pPr algn="ctr"/>
              <a:r>
                <a:rPr lang="en-US" sz="1200">
                  <a:latin typeface="Santander Text" panose="020B0504020201020104" pitchFamily="34" charset="0"/>
                </a:rPr>
                <a:t>Domain #N Connector Services</a:t>
              </a:r>
            </a:p>
          </p:txBody>
        </p:sp>
      </p:grpSp>
      <p:cxnSp>
        <p:nvCxnSpPr>
          <p:cNvPr id="96" name="Straight Arrow Connector 95"/>
          <p:cNvCxnSpPr>
            <a:cxnSpLocks/>
            <a:stCxn id="47" idx="2"/>
            <a:endCxn id="62" idx="0"/>
          </p:cNvCxnSpPr>
          <p:nvPr/>
        </p:nvCxnSpPr>
        <p:spPr>
          <a:xfrm>
            <a:off x="6348754" y="2046519"/>
            <a:ext cx="8368" cy="171542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7" name="Straight Arrow Connector 96"/>
          <p:cNvCxnSpPr>
            <a:cxnSpLocks/>
            <a:stCxn id="62" idx="2"/>
            <a:endCxn id="94" idx="0"/>
          </p:cNvCxnSpPr>
          <p:nvPr/>
        </p:nvCxnSpPr>
        <p:spPr>
          <a:xfrm>
            <a:off x="6357122" y="4299746"/>
            <a:ext cx="3352" cy="31054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8" name="Straight Arrow Connector 97"/>
          <p:cNvCxnSpPr>
            <a:stCxn id="77" idx="3"/>
            <a:endCxn id="33" idx="1"/>
          </p:cNvCxnSpPr>
          <p:nvPr/>
        </p:nvCxnSpPr>
        <p:spPr>
          <a:xfrm flipV="1">
            <a:off x="3233280" y="4440397"/>
            <a:ext cx="1044463" cy="98226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9" name="Straight Arrow Connector 98"/>
          <p:cNvCxnSpPr>
            <a:cxnSpLocks/>
            <a:stCxn id="33" idx="2"/>
            <a:endCxn id="27" idx="0"/>
          </p:cNvCxnSpPr>
          <p:nvPr/>
        </p:nvCxnSpPr>
        <p:spPr>
          <a:xfrm flipH="1">
            <a:off x="6473576" y="5422664"/>
            <a:ext cx="714" cy="36117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0" name="Straight Arrow Connector 99"/>
          <p:cNvCxnSpPr>
            <a:cxnSpLocks/>
            <a:stCxn id="47" idx="2"/>
            <a:endCxn id="89" idx="0"/>
          </p:cNvCxnSpPr>
          <p:nvPr/>
        </p:nvCxnSpPr>
        <p:spPr>
          <a:xfrm flipH="1">
            <a:off x="5085241" y="2046519"/>
            <a:ext cx="1263513" cy="255787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101" name="Group 100"/>
          <p:cNvGrpSpPr/>
          <p:nvPr/>
        </p:nvGrpSpPr>
        <p:grpSpPr>
          <a:xfrm>
            <a:off x="4257145" y="2422529"/>
            <a:ext cx="4560756" cy="827429"/>
            <a:chOff x="4248408" y="2362661"/>
            <a:chExt cx="4560756" cy="827429"/>
          </a:xfrm>
        </p:grpSpPr>
        <p:grpSp>
          <p:nvGrpSpPr>
            <p:cNvPr id="102" name="Group 101"/>
            <p:cNvGrpSpPr/>
            <p:nvPr/>
          </p:nvGrpSpPr>
          <p:grpSpPr>
            <a:xfrm>
              <a:off x="4248408" y="2362661"/>
              <a:ext cx="4560756" cy="827429"/>
              <a:chOff x="4248408" y="2362661"/>
              <a:chExt cx="4560756" cy="827429"/>
            </a:xfrm>
          </p:grpSpPr>
          <p:grpSp>
            <p:nvGrpSpPr>
              <p:cNvPr id="105" name="Group 104"/>
              <p:cNvGrpSpPr/>
              <p:nvPr/>
            </p:nvGrpSpPr>
            <p:grpSpPr>
              <a:xfrm>
                <a:off x="4248408" y="2362661"/>
                <a:ext cx="4560756" cy="827429"/>
                <a:chOff x="4288432" y="1381243"/>
                <a:chExt cx="4560756" cy="827429"/>
              </a:xfrm>
            </p:grpSpPr>
            <p:sp>
              <p:nvSpPr>
                <p:cNvPr id="109" name="Rounded Rectangle 108"/>
                <p:cNvSpPr/>
                <p:nvPr/>
              </p:nvSpPr>
              <p:spPr>
                <a:xfrm>
                  <a:off x="4288432" y="1392071"/>
                  <a:ext cx="4393093" cy="816601"/>
                </a:xfrm>
                <a:prstGeom prst="roundRect">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grpSp>
              <p:nvGrpSpPr>
                <p:cNvPr id="110" name="Group 109"/>
                <p:cNvGrpSpPr/>
                <p:nvPr/>
              </p:nvGrpSpPr>
              <p:grpSpPr>
                <a:xfrm>
                  <a:off x="4437080" y="1551039"/>
                  <a:ext cx="1131125" cy="507145"/>
                  <a:chOff x="4437080" y="1551039"/>
                  <a:chExt cx="1131125" cy="507145"/>
                </a:xfrm>
              </p:grpSpPr>
              <p:sp>
                <p:nvSpPr>
                  <p:cNvPr id="115" name="Rounded Rectangle 114"/>
                  <p:cNvSpPr/>
                  <p:nvPr/>
                </p:nvSpPr>
                <p:spPr>
                  <a:xfrm>
                    <a:off x="4437080" y="1551039"/>
                    <a:ext cx="1131125" cy="507145"/>
                  </a:xfrm>
                  <a:prstGeom prst="round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16" name="TextBox 115"/>
                  <p:cNvSpPr txBox="1"/>
                  <p:nvPr/>
                </p:nvSpPr>
                <p:spPr>
                  <a:xfrm>
                    <a:off x="4532264" y="1592808"/>
                    <a:ext cx="971247" cy="461665"/>
                  </a:xfrm>
                  <a:prstGeom prst="rect">
                    <a:avLst/>
                  </a:prstGeom>
                  <a:noFill/>
                </p:spPr>
                <p:txBody>
                  <a:bodyPr wrap="square" rtlCol="0">
                    <a:spAutoFit/>
                  </a:bodyPr>
                  <a:lstStyle/>
                  <a:p>
                    <a:pPr algn="ctr"/>
                    <a:r>
                      <a:rPr lang="pt-PT" sz="1200">
                        <a:latin typeface="Santander Text" panose="020B0504020201020104" pitchFamily="34" charset="0"/>
                      </a:rPr>
                      <a:t>Serviços Back4Front</a:t>
                    </a:r>
                  </a:p>
                </p:txBody>
              </p:sp>
            </p:grpSp>
            <p:grpSp>
              <p:nvGrpSpPr>
                <p:cNvPr id="111" name="Group 110"/>
                <p:cNvGrpSpPr/>
                <p:nvPr/>
              </p:nvGrpSpPr>
              <p:grpSpPr>
                <a:xfrm>
                  <a:off x="5852640" y="1531976"/>
                  <a:ext cx="1040072" cy="537802"/>
                  <a:chOff x="5852640" y="1531976"/>
                  <a:chExt cx="1040072" cy="537802"/>
                </a:xfrm>
              </p:grpSpPr>
              <p:sp>
                <p:nvSpPr>
                  <p:cNvPr id="113" name="Rounded Rectangle 112"/>
                  <p:cNvSpPr/>
                  <p:nvPr/>
                </p:nvSpPr>
                <p:spPr>
                  <a:xfrm>
                    <a:off x="5852640" y="1531976"/>
                    <a:ext cx="1040072" cy="537802"/>
                  </a:xfrm>
                  <a:prstGeom prst="round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14" name="TextBox 113"/>
                  <p:cNvSpPr txBox="1"/>
                  <p:nvPr/>
                </p:nvSpPr>
                <p:spPr>
                  <a:xfrm>
                    <a:off x="5937659" y="1573629"/>
                    <a:ext cx="870034" cy="461665"/>
                  </a:xfrm>
                  <a:prstGeom prst="rect">
                    <a:avLst/>
                  </a:prstGeom>
                  <a:noFill/>
                </p:spPr>
                <p:txBody>
                  <a:bodyPr wrap="square" rtlCol="0">
                    <a:spAutoFit/>
                  </a:bodyPr>
                  <a:lstStyle/>
                  <a:p>
                    <a:pPr algn="ctr"/>
                    <a:r>
                      <a:rPr lang="pt-PT" sz="1200">
                        <a:latin typeface="Santander Text" panose="020B0504020201020104" pitchFamily="34" charset="0"/>
                      </a:rPr>
                      <a:t>Serviços </a:t>
                    </a:r>
                    <a:r>
                      <a:rPr lang="pt-PT" sz="1200" err="1">
                        <a:latin typeface="Santander Text" panose="020B0504020201020104" pitchFamily="34" charset="0"/>
                      </a:rPr>
                      <a:t>Backend</a:t>
                    </a:r>
                    <a:endParaRPr lang="pt-PT" sz="1200">
                      <a:latin typeface="Santander Text" panose="020B0504020201020104" pitchFamily="34" charset="0"/>
                    </a:endParaRPr>
                  </a:p>
                </p:txBody>
              </p:sp>
            </p:grpSp>
            <p:sp>
              <p:nvSpPr>
                <p:cNvPr id="112" name="TextBox 111"/>
                <p:cNvSpPr txBox="1"/>
                <p:nvPr/>
              </p:nvSpPr>
              <p:spPr>
                <a:xfrm>
                  <a:off x="7768841" y="1381243"/>
                  <a:ext cx="1080347" cy="276999"/>
                </a:xfrm>
                <a:prstGeom prst="rect">
                  <a:avLst/>
                </a:prstGeom>
                <a:noFill/>
              </p:spPr>
              <p:txBody>
                <a:bodyPr wrap="square" rtlCol="0">
                  <a:spAutoFit/>
                </a:bodyPr>
                <a:lstStyle/>
                <a:p>
                  <a:r>
                    <a:rPr lang="pt-PT" sz="1200" dirty="0"/>
                    <a:t>Checkout</a:t>
                  </a:r>
                  <a:endParaRPr lang="pt-PT" sz="1200" dirty="0">
                    <a:latin typeface="Santander Text" panose="020B0504020201020104" pitchFamily="34" charset="0"/>
                  </a:endParaRPr>
                </a:p>
              </p:txBody>
            </p:sp>
          </p:grpSp>
          <p:grpSp>
            <p:nvGrpSpPr>
              <p:cNvPr id="106" name="Group 105"/>
              <p:cNvGrpSpPr/>
              <p:nvPr/>
            </p:nvGrpSpPr>
            <p:grpSpPr>
              <a:xfrm>
                <a:off x="7614146" y="2623702"/>
                <a:ext cx="900000" cy="360000"/>
                <a:chOff x="7336542" y="3487371"/>
                <a:chExt cx="900000" cy="360000"/>
              </a:xfrm>
            </p:grpSpPr>
            <p:sp>
              <p:nvSpPr>
                <p:cNvPr id="107" name="Rounded Rectangle 106"/>
                <p:cNvSpPr/>
                <p:nvPr/>
              </p:nvSpPr>
              <p:spPr>
                <a:xfrm>
                  <a:off x="7401141" y="3487371"/>
                  <a:ext cx="720000" cy="360000"/>
                </a:xfrm>
                <a:prstGeom prst="roundRect">
                  <a:avLst/>
                </a:prstGeom>
                <a:solidFill>
                  <a:schemeClr val="accent1">
                    <a:lumMod val="20000"/>
                    <a:lumOff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08" name="TextBox 107"/>
                <p:cNvSpPr txBox="1"/>
                <p:nvPr/>
              </p:nvSpPr>
              <p:spPr>
                <a:xfrm>
                  <a:off x="7336542" y="3516784"/>
                  <a:ext cx="900000" cy="270000"/>
                </a:xfrm>
                <a:prstGeom prst="rect">
                  <a:avLst/>
                </a:prstGeom>
                <a:noFill/>
              </p:spPr>
              <p:txBody>
                <a:bodyPr wrap="square" rtlCol="0">
                  <a:spAutoFit/>
                </a:bodyPr>
                <a:lstStyle/>
                <a:p>
                  <a:pPr algn="ctr"/>
                  <a:r>
                    <a:rPr lang="pt-PT" sz="1200" err="1">
                      <a:latin typeface="Santander Text" panose="020B0504020201020104" pitchFamily="34" charset="0"/>
                    </a:rPr>
                    <a:t>Database</a:t>
                  </a:r>
                  <a:endParaRPr lang="pt-PT" sz="1200">
                    <a:latin typeface="Santander Text" panose="020B0504020201020104" pitchFamily="34" charset="0"/>
                  </a:endParaRPr>
                </a:p>
              </p:txBody>
            </p:sp>
          </p:grpSp>
        </p:grpSp>
        <p:cxnSp>
          <p:nvCxnSpPr>
            <p:cNvPr id="103" name="Straight Arrow Connector 102"/>
            <p:cNvCxnSpPr>
              <a:stCxn id="115" idx="3"/>
              <a:endCxn id="113" idx="1"/>
            </p:cNvCxnSpPr>
            <p:nvPr/>
          </p:nvCxnSpPr>
          <p:spPr>
            <a:xfrm flipV="1">
              <a:off x="5528181" y="2782295"/>
              <a:ext cx="284435" cy="373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4" name="Straight Arrow Connector 103"/>
            <p:cNvCxnSpPr>
              <a:stCxn id="113" idx="3"/>
              <a:endCxn id="108" idx="1"/>
            </p:cNvCxnSpPr>
            <p:nvPr/>
          </p:nvCxnSpPr>
          <p:spPr>
            <a:xfrm>
              <a:off x="6852688" y="2782295"/>
              <a:ext cx="761458" cy="582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17" name="Group 116"/>
          <p:cNvGrpSpPr/>
          <p:nvPr/>
        </p:nvGrpSpPr>
        <p:grpSpPr>
          <a:xfrm>
            <a:off x="4499923" y="3769724"/>
            <a:ext cx="1131125" cy="507145"/>
            <a:chOff x="4437080" y="1551039"/>
            <a:chExt cx="1131125" cy="507145"/>
          </a:xfrm>
        </p:grpSpPr>
        <p:sp>
          <p:nvSpPr>
            <p:cNvPr id="118" name="Rounded Rectangle 117"/>
            <p:cNvSpPr/>
            <p:nvPr/>
          </p:nvSpPr>
          <p:spPr>
            <a:xfrm>
              <a:off x="4437080" y="1551039"/>
              <a:ext cx="1131125" cy="507145"/>
            </a:xfrm>
            <a:prstGeom prst="round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19" name="TextBox 118"/>
            <p:cNvSpPr txBox="1"/>
            <p:nvPr/>
          </p:nvSpPr>
          <p:spPr>
            <a:xfrm>
              <a:off x="4532264" y="1592808"/>
              <a:ext cx="971247" cy="461665"/>
            </a:xfrm>
            <a:prstGeom prst="rect">
              <a:avLst/>
            </a:prstGeom>
            <a:noFill/>
          </p:spPr>
          <p:txBody>
            <a:bodyPr wrap="square" rtlCol="0">
              <a:spAutoFit/>
            </a:bodyPr>
            <a:lstStyle/>
            <a:p>
              <a:pPr algn="ctr"/>
              <a:r>
                <a:rPr lang="pt-PT" sz="1200" dirty="0">
                  <a:latin typeface="Santander Text" panose="020B0504020201020104" pitchFamily="34" charset="0"/>
                </a:rPr>
                <a:t>Serviços Back4Front</a:t>
              </a:r>
            </a:p>
          </p:txBody>
        </p:sp>
      </p:grpSp>
      <p:sp>
        <p:nvSpPr>
          <p:cNvPr id="120" name="TextBox 119"/>
          <p:cNvSpPr txBox="1"/>
          <p:nvPr/>
        </p:nvSpPr>
        <p:spPr>
          <a:xfrm>
            <a:off x="9716772" y="3119357"/>
            <a:ext cx="1049154" cy="276999"/>
          </a:xfrm>
          <a:prstGeom prst="rect">
            <a:avLst/>
          </a:prstGeom>
          <a:noFill/>
          <a:ln>
            <a:noFill/>
          </a:ln>
        </p:spPr>
        <p:txBody>
          <a:bodyPr wrap="square" rtlCol="0">
            <a:spAutoFit/>
          </a:bodyPr>
          <a:lstStyle/>
          <a:p>
            <a:r>
              <a:rPr lang="pt-PT" sz="1200" b="1" dirty="0">
                <a:latin typeface="Santander Text" panose="020B0504020201020104" pitchFamily="34" charset="0"/>
              </a:rPr>
              <a:t>Legenda:</a:t>
            </a:r>
          </a:p>
        </p:txBody>
      </p:sp>
      <p:grpSp>
        <p:nvGrpSpPr>
          <p:cNvPr id="121" name="Group 120">
            <a:extLst>
              <a:ext uri="{FF2B5EF4-FFF2-40B4-BE49-F238E27FC236}">
                <a16:creationId xmlns:a16="http://schemas.microsoft.com/office/drawing/2014/main" id="{A28B61D2-753F-3893-58A7-CD8C5519CEEE}"/>
              </a:ext>
            </a:extLst>
          </p:cNvPr>
          <p:cNvGrpSpPr/>
          <p:nvPr/>
        </p:nvGrpSpPr>
        <p:grpSpPr>
          <a:xfrm>
            <a:off x="7377440" y="4493266"/>
            <a:ext cx="1099551" cy="537802"/>
            <a:chOff x="5830438" y="1475683"/>
            <a:chExt cx="1099551" cy="537802"/>
          </a:xfrm>
        </p:grpSpPr>
        <p:sp>
          <p:nvSpPr>
            <p:cNvPr id="122" name="Rounded Rectangle 235">
              <a:extLst>
                <a:ext uri="{FF2B5EF4-FFF2-40B4-BE49-F238E27FC236}">
                  <a16:creationId xmlns:a16="http://schemas.microsoft.com/office/drawing/2014/main" id="{6D4810AE-DE37-DD18-1676-A1DBF88CF14C}"/>
                </a:ext>
              </a:extLst>
            </p:cNvPr>
            <p:cNvSpPr/>
            <p:nvPr/>
          </p:nvSpPr>
          <p:spPr>
            <a:xfrm>
              <a:off x="5852398" y="1475683"/>
              <a:ext cx="1040072" cy="537802"/>
            </a:xfrm>
            <a:prstGeom prst="round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23" name="TextBox 122">
              <a:extLst>
                <a:ext uri="{FF2B5EF4-FFF2-40B4-BE49-F238E27FC236}">
                  <a16:creationId xmlns:a16="http://schemas.microsoft.com/office/drawing/2014/main" id="{8D4B1646-F720-0ADC-A7D8-DD34FC682999}"/>
                </a:ext>
              </a:extLst>
            </p:cNvPr>
            <p:cNvSpPr txBox="1"/>
            <p:nvPr/>
          </p:nvSpPr>
          <p:spPr>
            <a:xfrm>
              <a:off x="5830438" y="1538123"/>
              <a:ext cx="1099551" cy="461665"/>
            </a:xfrm>
            <a:prstGeom prst="rect">
              <a:avLst/>
            </a:prstGeom>
            <a:noFill/>
          </p:spPr>
          <p:txBody>
            <a:bodyPr wrap="square" lIns="91440" tIns="45720" rIns="91440" bIns="45720" rtlCol="0" anchor="t">
              <a:spAutoFit/>
            </a:bodyPr>
            <a:lstStyle/>
            <a:p>
              <a:pPr algn="ctr"/>
              <a:r>
                <a:rPr lang="pt-PT" sz="1200" dirty="0" err="1">
                  <a:latin typeface="Santander Text"/>
                </a:rPr>
                <a:t>Database</a:t>
              </a:r>
              <a:endParaRPr lang="pt-PT" sz="1200" dirty="0">
                <a:latin typeface="Santander Text"/>
              </a:endParaRPr>
            </a:p>
            <a:p>
              <a:pPr algn="ctr"/>
              <a:r>
                <a:rPr lang="pt-PT" sz="1200" dirty="0" err="1"/>
                <a:t>Points</a:t>
              </a:r>
              <a:r>
                <a:rPr lang="pt-PT" sz="1200" dirty="0"/>
                <a:t> </a:t>
              </a:r>
              <a:r>
                <a:rPr lang="pt-PT" sz="1200" dirty="0" err="1"/>
                <a:t>Mgmt</a:t>
              </a:r>
              <a:endParaRPr lang="pt-PT" sz="1200" dirty="0"/>
            </a:p>
          </p:txBody>
        </p:sp>
      </p:grpSp>
      <p:sp>
        <p:nvSpPr>
          <p:cNvPr id="124" name="Rounded Rectangle 17">
            <a:extLst>
              <a:ext uri="{FF2B5EF4-FFF2-40B4-BE49-F238E27FC236}">
                <a16:creationId xmlns:a16="http://schemas.microsoft.com/office/drawing/2014/main" id="{DB1D2FEF-2B00-DC5E-07BC-3204C27612CE}"/>
              </a:ext>
            </a:extLst>
          </p:cNvPr>
          <p:cNvSpPr/>
          <p:nvPr/>
        </p:nvSpPr>
        <p:spPr>
          <a:xfrm>
            <a:off x="8115861" y="5783318"/>
            <a:ext cx="1397906" cy="316800"/>
          </a:xfrm>
          <a:prstGeom prst="roundRect">
            <a:avLst/>
          </a:prstGeom>
          <a:solidFill>
            <a:schemeClr val="accent4">
              <a:lumMod val="20000"/>
              <a:lumOff val="80000"/>
            </a:schemeClr>
          </a:solid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pt-PT" sz="1200"/>
          </a:p>
        </p:txBody>
      </p:sp>
      <p:sp>
        <p:nvSpPr>
          <p:cNvPr id="125" name="TextBox 124">
            <a:extLst>
              <a:ext uri="{FF2B5EF4-FFF2-40B4-BE49-F238E27FC236}">
                <a16:creationId xmlns:a16="http://schemas.microsoft.com/office/drawing/2014/main" id="{915C0432-C3C3-CD89-DCF1-6F23B385FA15}"/>
              </a:ext>
            </a:extLst>
          </p:cNvPr>
          <p:cNvSpPr txBox="1"/>
          <p:nvPr/>
        </p:nvSpPr>
        <p:spPr>
          <a:xfrm>
            <a:off x="8206799" y="5830869"/>
            <a:ext cx="1293763"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pt-PT" sz="1200" err="1"/>
              <a:t>Event</a:t>
            </a:r>
            <a:r>
              <a:rPr lang="pt-PT" sz="1200"/>
              <a:t> </a:t>
            </a:r>
            <a:r>
              <a:rPr lang="pt-PT" sz="1200" err="1"/>
              <a:t>Streaming</a:t>
            </a:r>
            <a:endParaRPr lang="en-US" err="1"/>
          </a:p>
        </p:txBody>
      </p:sp>
      <p:cxnSp>
        <p:nvCxnSpPr>
          <p:cNvPr id="126" name="Straight Arrow Connector 125"/>
          <p:cNvCxnSpPr>
            <a:cxnSpLocks/>
            <a:endCxn id="124" idx="0"/>
          </p:cNvCxnSpPr>
          <p:nvPr/>
        </p:nvCxnSpPr>
        <p:spPr>
          <a:xfrm>
            <a:off x="6959995" y="4971950"/>
            <a:ext cx="1854819" cy="81136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7" name="Straight Arrow Connector 126"/>
          <p:cNvCxnSpPr>
            <a:stCxn id="118" idx="3"/>
            <a:endCxn id="62" idx="1"/>
          </p:cNvCxnSpPr>
          <p:nvPr/>
        </p:nvCxnSpPr>
        <p:spPr>
          <a:xfrm>
            <a:off x="5631048" y="4023297"/>
            <a:ext cx="206038" cy="754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8" name="Straight Arrow Connector 127"/>
          <p:cNvCxnSpPr/>
          <p:nvPr/>
        </p:nvCxnSpPr>
        <p:spPr>
          <a:xfrm flipV="1">
            <a:off x="6910678" y="4030322"/>
            <a:ext cx="573152" cy="620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9" name="Straight Arrow Connector 128"/>
          <p:cNvCxnSpPr>
            <a:stCxn id="62" idx="3"/>
            <a:endCxn id="122" idx="0"/>
          </p:cNvCxnSpPr>
          <p:nvPr/>
        </p:nvCxnSpPr>
        <p:spPr>
          <a:xfrm>
            <a:off x="6877158" y="4030845"/>
            <a:ext cx="1042278" cy="46242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0" name="Rounded Rectangle 129"/>
          <p:cNvSpPr/>
          <p:nvPr/>
        </p:nvSpPr>
        <p:spPr>
          <a:xfrm rot="5400000">
            <a:off x="8691022" y="1633989"/>
            <a:ext cx="1281871" cy="316864"/>
          </a:xfrm>
          <a:prstGeom prst="roundRect">
            <a:avLst/>
          </a:prstGeom>
          <a:solidFill>
            <a:schemeClr val="accent4">
              <a:lumMod val="20000"/>
              <a:lumOff val="80000"/>
            </a:schemeClr>
          </a:solid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PT" sz="1400" dirty="0">
                <a:solidFill>
                  <a:schemeClr val="tx1"/>
                </a:solidFill>
                <a:latin typeface="Santander Text" panose="020B0504020201020104" pitchFamily="34" charset="0"/>
              </a:rPr>
              <a:t>API GATEWAY</a:t>
            </a:r>
          </a:p>
        </p:txBody>
      </p:sp>
      <p:sp>
        <p:nvSpPr>
          <p:cNvPr id="131" name="Rounded Rectangle 130"/>
          <p:cNvSpPr/>
          <p:nvPr/>
        </p:nvSpPr>
        <p:spPr>
          <a:xfrm>
            <a:off x="1176594" y="5264089"/>
            <a:ext cx="837397" cy="532569"/>
          </a:xfrm>
          <a:prstGeom prst="roundRect">
            <a:avLst/>
          </a:prstGeom>
          <a:solidFill>
            <a:schemeClr val="accent4">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32" name="TextBox 131"/>
          <p:cNvSpPr txBox="1"/>
          <p:nvPr/>
        </p:nvSpPr>
        <p:spPr>
          <a:xfrm>
            <a:off x="1131396" y="5318639"/>
            <a:ext cx="904775" cy="461665"/>
          </a:xfrm>
          <a:prstGeom prst="rect">
            <a:avLst/>
          </a:prstGeom>
          <a:noFill/>
        </p:spPr>
        <p:txBody>
          <a:bodyPr wrap="square" rtlCol="0">
            <a:spAutoFit/>
          </a:bodyPr>
          <a:lstStyle/>
          <a:p>
            <a:pPr algn="ctr"/>
            <a:r>
              <a:rPr lang="pt-PT" sz="1200" dirty="0">
                <a:latin typeface="Santander Text" panose="020B0504020201020104" pitchFamily="34" charset="0"/>
              </a:rPr>
              <a:t>Website público</a:t>
            </a:r>
          </a:p>
        </p:txBody>
      </p:sp>
      <p:sp>
        <p:nvSpPr>
          <p:cNvPr id="133" name="Rectangle 132"/>
          <p:cNvSpPr/>
          <p:nvPr/>
        </p:nvSpPr>
        <p:spPr>
          <a:xfrm>
            <a:off x="9788604" y="3756030"/>
            <a:ext cx="2088861" cy="274292"/>
          </a:xfrm>
          <a:prstGeom prst="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pt-PT" sz="1050" dirty="0" err="1">
                <a:solidFill>
                  <a:schemeClr val="tx1"/>
                </a:solidFill>
                <a:latin typeface="Santander Text" panose="020B0504020201020104" pitchFamily="34" charset="0"/>
              </a:rPr>
              <a:t>Existing</a:t>
            </a:r>
            <a:r>
              <a:rPr lang="pt-PT" sz="1050" dirty="0">
                <a:solidFill>
                  <a:schemeClr val="tx1"/>
                </a:solidFill>
                <a:latin typeface="Santander Text" panose="020B0504020201020104" pitchFamily="34" charset="0"/>
              </a:rPr>
              <a:t> </a:t>
            </a:r>
            <a:r>
              <a:rPr lang="pt-PT" sz="1050" dirty="0" err="1">
                <a:solidFill>
                  <a:schemeClr val="tx1"/>
                </a:solidFill>
                <a:latin typeface="Santander Text" panose="020B0504020201020104" pitchFamily="34" charset="0"/>
              </a:rPr>
              <a:t>observability</a:t>
            </a:r>
            <a:endParaRPr lang="pt-PT" sz="1050" dirty="0">
              <a:solidFill>
                <a:schemeClr val="tx1"/>
              </a:solidFill>
              <a:latin typeface="Santander Text" panose="020B0504020201020104" pitchFamily="34" charset="0"/>
            </a:endParaRPr>
          </a:p>
        </p:txBody>
      </p:sp>
      <p:sp>
        <p:nvSpPr>
          <p:cNvPr id="134" name="TextBox 133"/>
          <p:cNvSpPr txBox="1"/>
          <p:nvPr/>
        </p:nvSpPr>
        <p:spPr>
          <a:xfrm>
            <a:off x="10099521" y="4586483"/>
            <a:ext cx="1721946" cy="400110"/>
          </a:xfrm>
          <a:prstGeom prst="rect">
            <a:avLst/>
          </a:prstGeom>
          <a:noFill/>
        </p:spPr>
        <p:txBody>
          <a:bodyPr wrap="none" rtlCol="0">
            <a:spAutoFit/>
          </a:bodyPr>
          <a:lstStyle/>
          <a:p>
            <a:r>
              <a:rPr lang="en-US" sz="1000" dirty="0"/>
              <a:t>Observability Points</a:t>
            </a:r>
          </a:p>
          <a:p>
            <a:r>
              <a:rPr lang="en-US" sz="1000" dirty="0"/>
              <a:t> (described on the next slide)</a:t>
            </a:r>
            <a:endParaRPr lang="pt-PT" sz="1000" dirty="0"/>
          </a:p>
        </p:txBody>
      </p:sp>
      <p:sp>
        <p:nvSpPr>
          <p:cNvPr id="135" name="Rectangle 134"/>
          <p:cNvSpPr/>
          <p:nvPr/>
        </p:nvSpPr>
        <p:spPr>
          <a:xfrm>
            <a:off x="9791253" y="4108080"/>
            <a:ext cx="2088861" cy="274292"/>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pt-PT" sz="1050" dirty="0" err="1">
                <a:solidFill>
                  <a:schemeClr val="tx1"/>
                </a:solidFill>
                <a:latin typeface="Santander Text" panose="020B0504020201020104" pitchFamily="34" charset="0"/>
              </a:rPr>
              <a:t>Partial</a:t>
            </a:r>
            <a:r>
              <a:rPr lang="pt-PT" sz="1050" dirty="0">
                <a:solidFill>
                  <a:schemeClr val="tx1"/>
                </a:solidFill>
                <a:latin typeface="Santander Text" panose="020B0504020201020104" pitchFamily="34" charset="0"/>
              </a:rPr>
              <a:t> </a:t>
            </a:r>
            <a:r>
              <a:rPr lang="pt-PT" sz="1050" dirty="0" err="1">
                <a:solidFill>
                  <a:schemeClr val="tx1"/>
                </a:solidFill>
                <a:latin typeface="Santander Text" panose="020B0504020201020104" pitchFamily="34" charset="0"/>
              </a:rPr>
              <a:t>observability</a:t>
            </a:r>
            <a:endParaRPr lang="pt-PT" sz="1050" dirty="0">
              <a:solidFill>
                <a:schemeClr val="tx1"/>
              </a:solidFill>
              <a:latin typeface="Santander Text" panose="020B0504020201020104" pitchFamily="34" charset="0"/>
            </a:endParaRPr>
          </a:p>
        </p:txBody>
      </p:sp>
      <p:sp>
        <p:nvSpPr>
          <p:cNvPr id="136" name="Rectangle 135"/>
          <p:cNvSpPr/>
          <p:nvPr/>
        </p:nvSpPr>
        <p:spPr>
          <a:xfrm>
            <a:off x="2784751" y="953854"/>
            <a:ext cx="392735" cy="31263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37" name="Oval 136">
            <a:extLst>
              <a:ext uri="{FF2B5EF4-FFF2-40B4-BE49-F238E27FC236}">
                <a16:creationId xmlns:a16="http://schemas.microsoft.com/office/drawing/2014/main" id="{E3C5C90A-1C6E-F30A-4674-4AB134B992FC}"/>
              </a:ext>
            </a:extLst>
          </p:cNvPr>
          <p:cNvSpPr/>
          <p:nvPr/>
        </p:nvSpPr>
        <p:spPr>
          <a:xfrm>
            <a:off x="2586344" y="1003450"/>
            <a:ext cx="207932" cy="207932"/>
          </a:xfrm>
          <a:prstGeom prst="ellipse">
            <a:avLst/>
          </a:prstGeom>
          <a:solidFill>
            <a:srgbClr val="6FBEFC"/>
          </a:solidFill>
          <a:ln w="28575">
            <a:solidFill>
              <a:schemeClr val="bg1"/>
            </a:solidFill>
          </a:ln>
        </p:spPr>
        <p:style>
          <a:lnRef idx="0">
            <a:scrgbClr r="0" g="0" b="0"/>
          </a:lnRef>
          <a:fillRef idx="0">
            <a:scrgbClr r="0" g="0" b="0"/>
          </a:fillRef>
          <a:effectRef idx="0">
            <a:scrgbClr r="0" g="0" b="0"/>
          </a:effectRef>
          <a:fontRef idx="minor">
            <a:schemeClr val="lt1"/>
          </a:fontRef>
        </p:style>
        <p:txBody>
          <a:bodyPr rtlCol="0" anchor="ctr"/>
          <a:lstStyle/>
          <a:p>
            <a:pPr algn="ctr"/>
            <a:r>
              <a:rPr lang="pt-PT" sz="900" b="1" dirty="0"/>
              <a:t>1</a:t>
            </a:r>
          </a:p>
        </p:txBody>
      </p:sp>
      <p:sp>
        <p:nvSpPr>
          <p:cNvPr id="138" name="Rectangle 137"/>
          <p:cNvSpPr/>
          <p:nvPr/>
        </p:nvSpPr>
        <p:spPr>
          <a:xfrm>
            <a:off x="6216242" y="1087567"/>
            <a:ext cx="392735" cy="31263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39" name="Oval 138">
            <a:extLst>
              <a:ext uri="{FF2B5EF4-FFF2-40B4-BE49-F238E27FC236}">
                <a16:creationId xmlns:a16="http://schemas.microsoft.com/office/drawing/2014/main" id="{E3C5C90A-1C6E-F30A-4674-4AB134B992FC}"/>
              </a:ext>
            </a:extLst>
          </p:cNvPr>
          <p:cNvSpPr/>
          <p:nvPr/>
        </p:nvSpPr>
        <p:spPr>
          <a:xfrm>
            <a:off x="6017835" y="1156213"/>
            <a:ext cx="207932" cy="207932"/>
          </a:xfrm>
          <a:prstGeom prst="ellipse">
            <a:avLst/>
          </a:prstGeom>
          <a:solidFill>
            <a:srgbClr val="6FBEFC"/>
          </a:solidFill>
          <a:ln w="28575">
            <a:solidFill>
              <a:schemeClr val="bg1"/>
            </a:solidFill>
          </a:ln>
        </p:spPr>
        <p:style>
          <a:lnRef idx="0">
            <a:scrgbClr r="0" g="0" b="0"/>
          </a:lnRef>
          <a:fillRef idx="0">
            <a:scrgbClr r="0" g="0" b="0"/>
          </a:fillRef>
          <a:effectRef idx="0">
            <a:scrgbClr r="0" g="0" b="0"/>
          </a:effectRef>
          <a:fontRef idx="minor">
            <a:schemeClr val="lt1"/>
          </a:fontRef>
        </p:style>
        <p:txBody>
          <a:bodyPr rtlCol="0" anchor="ctr"/>
          <a:lstStyle/>
          <a:p>
            <a:pPr algn="ctr"/>
            <a:r>
              <a:rPr lang="pt-PT" sz="900" b="1" dirty="0"/>
              <a:t>2</a:t>
            </a:r>
          </a:p>
        </p:txBody>
      </p:sp>
      <p:sp>
        <p:nvSpPr>
          <p:cNvPr id="140" name="Rectangle 139"/>
          <p:cNvSpPr/>
          <p:nvPr/>
        </p:nvSpPr>
        <p:spPr>
          <a:xfrm>
            <a:off x="7101746" y="2257352"/>
            <a:ext cx="392735" cy="31263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41" name="Oval 140">
            <a:extLst>
              <a:ext uri="{FF2B5EF4-FFF2-40B4-BE49-F238E27FC236}">
                <a16:creationId xmlns:a16="http://schemas.microsoft.com/office/drawing/2014/main" id="{E3C5C90A-1C6E-F30A-4674-4AB134B992FC}"/>
              </a:ext>
            </a:extLst>
          </p:cNvPr>
          <p:cNvSpPr/>
          <p:nvPr/>
        </p:nvSpPr>
        <p:spPr>
          <a:xfrm>
            <a:off x="6903339" y="2325998"/>
            <a:ext cx="207932" cy="207932"/>
          </a:xfrm>
          <a:prstGeom prst="ellipse">
            <a:avLst/>
          </a:prstGeom>
          <a:solidFill>
            <a:srgbClr val="6FBEFC"/>
          </a:solidFill>
          <a:ln w="28575">
            <a:solidFill>
              <a:schemeClr val="bg1"/>
            </a:solidFill>
          </a:ln>
        </p:spPr>
        <p:style>
          <a:lnRef idx="0">
            <a:scrgbClr r="0" g="0" b="0"/>
          </a:lnRef>
          <a:fillRef idx="0">
            <a:scrgbClr r="0" g="0" b="0"/>
          </a:fillRef>
          <a:effectRef idx="0">
            <a:scrgbClr r="0" g="0" b="0"/>
          </a:effectRef>
          <a:fontRef idx="minor">
            <a:schemeClr val="lt1"/>
          </a:fontRef>
        </p:style>
        <p:txBody>
          <a:bodyPr rtlCol="0" anchor="ctr"/>
          <a:lstStyle/>
          <a:p>
            <a:pPr algn="ctr"/>
            <a:r>
              <a:rPr lang="pt-PT" sz="900" b="1" dirty="0"/>
              <a:t>3</a:t>
            </a:r>
          </a:p>
        </p:txBody>
      </p:sp>
      <p:sp>
        <p:nvSpPr>
          <p:cNvPr id="142" name="Rectangle 141"/>
          <p:cNvSpPr/>
          <p:nvPr/>
        </p:nvSpPr>
        <p:spPr>
          <a:xfrm>
            <a:off x="7130420" y="3295414"/>
            <a:ext cx="392735" cy="31263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43" name="Oval 142">
            <a:extLst>
              <a:ext uri="{FF2B5EF4-FFF2-40B4-BE49-F238E27FC236}">
                <a16:creationId xmlns:a16="http://schemas.microsoft.com/office/drawing/2014/main" id="{E3C5C90A-1C6E-F30A-4674-4AB134B992FC}"/>
              </a:ext>
            </a:extLst>
          </p:cNvPr>
          <p:cNvSpPr/>
          <p:nvPr/>
        </p:nvSpPr>
        <p:spPr>
          <a:xfrm>
            <a:off x="6932013" y="3364060"/>
            <a:ext cx="207932" cy="207932"/>
          </a:xfrm>
          <a:prstGeom prst="ellipse">
            <a:avLst/>
          </a:prstGeom>
          <a:solidFill>
            <a:srgbClr val="6FBEFC"/>
          </a:solidFill>
          <a:ln w="28575">
            <a:solidFill>
              <a:schemeClr val="bg1"/>
            </a:solidFill>
          </a:ln>
        </p:spPr>
        <p:style>
          <a:lnRef idx="0">
            <a:scrgbClr r="0" g="0" b="0"/>
          </a:lnRef>
          <a:fillRef idx="0">
            <a:scrgbClr r="0" g="0" b="0"/>
          </a:fillRef>
          <a:effectRef idx="0">
            <a:scrgbClr r="0" g="0" b="0"/>
          </a:effectRef>
          <a:fontRef idx="minor">
            <a:schemeClr val="lt1"/>
          </a:fontRef>
        </p:style>
        <p:txBody>
          <a:bodyPr rtlCol="0" anchor="ctr"/>
          <a:lstStyle/>
          <a:p>
            <a:pPr algn="ctr"/>
            <a:r>
              <a:rPr lang="pt-PT" sz="900" b="1" dirty="0"/>
              <a:t>4</a:t>
            </a:r>
          </a:p>
        </p:txBody>
      </p:sp>
      <p:sp>
        <p:nvSpPr>
          <p:cNvPr id="144" name="Rectangle 143"/>
          <p:cNvSpPr/>
          <p:nvPr/>
        </p:nvSpPr>
        <p:spPr>
          <a:xfrm>
            <a:off x="10734482" y="790962"/>
            <a:ext cx="392735" cy="31263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45" name="Oval 144">
            <a:extLst>
              <a:ext uri="{FF2B5EF4-FFF2-40B4-BE49-F238E27FC236}">
                <a16:creationId xmlns:a16="http://schemas.microsoft.com/office/drawing/2014/main" id="{E3C5C90A-1C6E-F30A-4674-4AB134B992FC}"/>
              </a:ext>
            </a:extLst>
          </p:cNvPr>
          <p:cNvSpPr/>
          <p:nvPr/>
        </p:nvSpPr>
        <p:spPr>
          <a:xfrm>
            <a:off x="10536075" y="859608"/>
            <a:ext cx="207932" cy="207932"/>
          </a:xfrm>
          <a:prstGeom prst="ellipse">
            <a:avLst/>
          </a:prstGeom>
          <a:solidFill>
            <a:srgbClr val="6FBEFC"/>
          </a:solidFill>
          <a:ln w="28575">
            <a:solidFill>
              <a:schemeClr val="bg1"/>
            </a:solidFill>
          </a:ln>
        </p:spPr>
        <p:style>
          <a:lnRef idx="0">
            <a:scrgbClr r="0" g="0" b="0"/>
          </a:lnRef>
          <a:fillRef idx="0">
            <a:scrgbClr r="0" g="0" b="0"/>
          </a:fillRef>
          <a:effectRef idx="0">
            <a:scrgbClr r="0" g="0" b="0"/>
          </a:effectRef>
          <a:fontRef idx="minor">
            <a:schemeClr val="lt1"/>
          </a:fontRef>
        </p:style>
        <p:txBody>
          <a:bodyPr rtlCol="0" anchor="ctr"/>
          <a:lstStyle/>
          <a:p>
            <a:pPr algn="ctr"/>
            <a:r>
              <a:rPr lang="pt-PT" sz="900" b="1" dirty="0"/>
              <a:t>5</a:t>
            </a:r>
          </a:p>
        </p:txBody>
      </p:sp>
      <p:sp>
        <p:nvSpPr>
          <p:cNvPr id="146" name="Rectangle 145"/>
          <p:cNvSpPr/>
          <p:nvPr/>
        </p:nvSpPr>
        <p:spPr>
          <a:xfrm>
            <a:off x="1446977" y="3123602"/>
            <a:ext cx="392735" cy="31263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47" name="Oval 146">
            <a:extLst>
              <a:ext uri="{FF2B5EF4-FFF2-40B4-BE49-F238E27FC236}">
                <a16:creationId xmlns:a16="http://schemas.microsoft.com/office/drawing/2014/main" id="{E3C5C90A-1C6E-F30A-4674-4AB134B992FC}"/>
              </a:ext>
            </a:extLst>
          </p:cNvPr>
          <p:cNvSpPr/>
          <p:nvPr/>
        </p:nvSpPr>
        <p:spPr>
          <a:xfrm>
            <a:off x="1248570" y="3192248"/>
            <a:ext cx="207932" cy="207932"/>
          </a:xfrm>
          <a:prstGeom prst="ellipse">
            <a:avLst/>
          </a:prstGeom>
          <a:solidFill>
            <a:srgbClr val="6FBEFC"/>
          </a:solidFill>
          <a:ln w="28575">
            <a:solidFill>
              <a:schemeClr val="bg1"/>
            </a:solidFill>
          </a:ln>
        </p:spPr>
        <p:style>
          <a:lnRef idx="0">
            <a:scrgbClr r="0" g="0" b="0"/>
          </a:lnRef>
          <a:fillRef idx="0">
            <a:scrgbClr r="0" g="0" b="0"/>
          </a:fillRef>
          <a:effectRef idx="0">
            <a:scrgbClr r="0" g="0" b="0"/>
          </a:effectRef>
          <a:fontRef idx="minor">
            <a:schemeClr val="lt1"/>
          </a:fontRef>
        </p:style>
        <p:txBody>
          <a:bodyPr rtlCol="0" anchor="ctr"/>
          <a:lstStyle/>
          <a:p>
            <a:pPr algn="ctr"/>
            <a:r>
              <a:rPr lang="pt-PT" sz="900" b="1" dirty="0"/>
              <a:t>6</a:t>
            </a:r>
          </a:p>
        </p:txBody>
      </p:sp>
      <p:pic>
        <p:nvPicPr>
          <p:cNvPr id="149" name="Picture 148"/>
          <p:cNvPicPr>
            <a:picLocks noChangeAspect="1"/>
          </p:cNvPicPr>
          <p:nvPr/>
        </p:nvPicPr>
        <p:blipFill>
          <a:blip r:embed="rId3"/>
          <a:stretch>
            <a:fillRect/>
          </a:stretch>
        </p:blipFill>
        <p:spPr>
          <a:xfrm>
            <a:off x="2809359" y="1013705"/>
            <a:ext cx="297179" cy="297179"/>
          </a:xfrm>
          <a:prstGeom prst="rect">
            <a:avLst/>
          </a:prstGeom>
        </p:spPr>
      </p:pic>
      <p:pic>
        <p:nvPicPr>
          <p:cNvPr id="150" name="Picture 149"/>
          <p:cNvPicPr>
            <a:picLocks noChangeAspect="1"/>
          </p:cNvPicPr>
          <p:nvPr/>
        </p:nvPicPr>
        <p:blipFill>
          <a:blip r:embed="rId3"/>
          <a:stretch>
            <a:fillRect/>
          </a:stretch>
        </p:blipFill>
        <p:spPr>
          <a:xfrm>
            <a:off x="1450205" y="3192248"/>
            <a:ext cx="297179" cy="297179"/>
          </a:xfrm>
          <a:prstGeom prst="rect">
            <a:avLst/>
          </a:prstGeom>
        </p:spPr>
      </p:pic>
      <p:pic>
        <p:nvPicPr>
          <p:cNvPr id="151" name="Picture 150"/>
          <p:cNvPicPr>
            <a:picLocks noChangeAspect="1"/>
          </p:cNvPicPr>
          <p:nvPr/>
        </p:nvPicPr>
        <p:blipFill>
          <a:blip r:embed="rId3"/>
          <a:stretch>
            <a:fillRect/>
          </a:stretch>
        </p:blipFill>
        <p:spPr>
          <a:xfrm>
            <a:off x="6212694" y="1143250"/>
            <a:ext cx="297179" cy="297179"/>
          </a:xfrm>
          <a:prstGeom prst="rect">
            <a:avLst/>
          </a:prstGeom>
        </p:spPr>
      </p:pic>
      <p:pic>
        <p:nvPicPr>
          <p:cNvPr id="152" name="Picture 151"/>
          <p:cNvPicPr>
            <a:picLocks noChangeAspect="1"/>
          </p:cNvPicPr>
          <p:nvPr/>
        </p:nvPicPr>
        <p:blipFill>
          <a:blip r:embed="rId3"/>
          <a:stretch>
            <a:fillRect/>
          </a:stretch>
        </p:blipFill>
        <p:spPr>
          <a:xfrm>
            <a:off x="10771802" y="851141"/>
            <a:ext cx="297179" cy="297179"/>
          </a:xfrm>
          <a:prstGeom prst="rect">
            <a:avLst/>
          </a:prstGeom>
        </p:spPr>
      </p:pic>
      <p:pic>
        <p:nvPicPr>
          <p:cNvPr id="153" name="Picture 152"/>
          <p:cNvPicPr>
            <a:picLocks noChangeAspect="1"/>
          </p:cNvPicPr>
          <p:nvPr/>
        </p:nvPicPr>
        <p:blipFill>
          <a:blip r:embed="rId3"/>
          <a:stretch>
            <a:fillRect/>
          </a:stretch>
        </p:blipFill>
        <p:spPr>
          <a:xfrm>
            <a:off x="7132621" y="2318473"/>
            <a:ext cx="297179" cy="297179"/>
          </a:xfrm>
          <a:prstGeom prst="rect">
            <a:avLst/>
          </a:prstGeom>
        </p:spPr>
      </p:pic>
      <p:pic>
        <p:nvPicPr>
          <p:cNvPr id="154" name="Picture 153"/>
          <p:cNvPicPr>
            <a:picLocks noChangeAspect="1"/>
          </p:cNvPicPr>
          <p:nvPr/>
        </p:nvPicPr>
        <p:blipFill>
          <a:blip r:embed="rId3"/>
          <a:stretch>
            <a:fillRect/>
          </a:stretch>
        </p:blipFill>
        <p:spPr>
          <a:xfrm>
            <a:off x="7169828" y="3348664"/>
            <a:ext cx="297179" cy="297179"/>
          </a:xfrm>
          <a:prstGeom prst="rect">
            <a:avLst/>
          </a:prstGeom>
        </p:spPr>
      </p:pic>
      <p:pic>
        <p:nvPicPr>
          <p:cNvPr id="155" name="Picture 154"/>
          <p:cNvPicPr>
            <a:picLocks noChangeAspect="1"/>
          </p:cNvPicPr>
          <p:nvPr/>
        </p:nvPicPr>
        <p:blipFill>
          <a:blip r:embed="rId4"/>
          <a:stretch>
            <a:fillRect/>
          </a:stretch>
        </p:blipFill>
        <p:spPr>
          <a:xfrm>
            <a:off x="7497299" y="3327758"/>
            <a:ext cx="275435" cy="323337"/>
          </a:xfrm>
          <a:prstGeom prst="rect">
            <a:avLst/>
          </a:prstGeom>
        </p:spPr>
      </p:pic>
      <p:pic>
        <p:nvPicPr>
          <p:cNvPr id="156" name="Picture 155"/>
          <p:cNvPicPr>
            <a:picLocks noChangeAspect="1"/>
          </p:cNvPicPr>
          <p:nvPr/>
        </p:nvPicPr>
        <p:blipFill>
          <a:blip r:embed="rId4"/>
          <a:stretch>
            <a:fillRect/>
          </a:stretch>
        </p:blipFill>
        <p:spPr>
          <a:xfrm>
            <a:off x="7453788" y="2299646"/>
            <a:ext cx="275435" cy="323337"/>
          </a:xfrm>
          <a:prstGeom prst="rect">
            <a:avLst/>
          </a:prstGeom>
        </p:spPr>
      </p:pic>
      <p:pic>
        <p:nvPicPr>
          <p:cNvPr id="157" name="Picture 156"/>
          <p:cNvPicPr>
            <a:picLocks noChangeAspect="1"/>
          </p:cNvPicPr>
          <p:nvPr/>
        </p:nvPicPr>
        <p:blipFill>
          <a:blip r:embed="rId4"/>
          <a:stretch>
            <a:fillRect/>
          </a:stretch>
        </p:blipFill>
        <p:spPr>
          <a:xfrm>
            <a:off x="6552541" y="1133731"/>
            <a:ext cx="275435" cy="323337"/>
          </a:xfrm>
          <a:prstGeom prst="rect">
            <a:avLst/>
          </a:prstGeom>
        </p:spPr>
      </p:pic>
      <p:sp>
        <p:nvSpPr>
          <p:cNvPr id="158" name="Oval 157">
            <a:extLst>
              <a:ext uri="{FF2B5EF4-FFF2-40B4-BE49-F238E27FC236}">
                <a16:creationId xmlns:a16="http://schemas.microsoft.com/office/drawing/2014/main" id="{E3C5C90A-1C6E-F30A-4674-4AB134B992FC}"/>
              </a:ext>
            </a:extLst>
          </p:cNvPr>
          <p:cNvSpPr/>
          <p:nvPr/>
        </p:nvSpPr>
        <p:spPr>
          <a:xfrm>
            <a:off x="9850752" y="4632832"/>
            <a:ext cx="207932" cy="207932"/>
          </a:xfrm>
          <a:prstGeom prst="ellipse">
            <a:avLst/>
          </a:prstGeom>
          <a:solidFill>
            <a:srgbClr val="6FBEFC"/>
          </a:solidFill>
          <a:ln w="28575">
            <a:solidFill>
              <a:schemeClr val="bg1"/>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pt-PT" sz="900" b="1" dirty="0"/>
          </a:p>
        </p:txBody>
      </p:sp>
      <p:sp>
        <p:nvSpPr>
          <p:cNvPr id="159" name="Text Placeholder 18">
            <a:extLst>
              <a:ext uri="{FF2B5EF4-FFF2-40B4-BE49-F238E27FC236}">
                <a16:creationId xmlns:a16="http://schemas.microsoft.com/office/drawing/2014/main" id="{D1AF3B25-64AD-792A-363C-0E5699B73EE9}"/>
              </a:ext>
            </a:extLst>
          </p:cNvPr>
          <p:cNvSpPr txBox="1">
            <a:spLocks/>
          </p:cNvSpPr>
          <p:nvPr/>
        </p:nvSpPr>
        <p:spPr>
          <a:xfrm rot="3188749">
            <a:off x="9582543" y="860156"/>
            <a:ext cx="2407303" cy="374498"/>
          </a:xfrm>
          <a:prstGeom prst="rect">
            <a:avLst/>
          </a:prstGeom>
          <a:solidFill>
            <a:schemeClr val="bg1"/>
          </a:solidFill>
          <a:ln>
            <a:solidFill>
              <a:schemeClr val="accent1"/>
            </a:solidFill>
          </a:ln>
        </p:spPr>
        <p:txBody>
          <a:bodyPr vert="horz" lIns="91440" tIns="45720" rIns="91440" bIns="45720" rtlCol="0" anchor="t">
            <a:noAutofit/>
          </a:bodyPr>
          <a:lstStyle>
            <a:lvl1pPr marL="0" indent="0" algn="l" defTabSz="914400" rtl="0" eaLnBrk="1" latinLnBrk="0" hangingPunct="1">
              <a:lnSpc>
                <a:spcPct val="90000"/>
              </a:lnSpc>
              <a:spcBef>
                <a:spcPts val="1000"/>
              </a:spcBef>
              <a:buFontTx/>
              <a:buNone/>
              <a:defRPr sz="1300" kern="1200">
                <a:solidFill>
                  <a:schemeClr val="accent1"/>
                </a:solidFill>
                <a:latin typeface="+mn-lt"/>
                <a:ea typeface="+mn-ea"/>
                <a:cs typeface="+mn-cs"/>
              </a:defRPr>
            </a:lvl1pPr>
            <a:lvl2pPr marL="457200" indent="0" algn="l" defTabSz="914400" rtl="0" eaLnBrk="1" latinLnBrk="0" hangingPunct="1">
              <a:lnSpc>
                <a:spcPct val="90000"/>
              </a:lnSpc>
              <a:spcBef>
                <a:spcPts val="500"/>
              </a:spcBef>
              <a:buFontTx/>
              <a:buNone/>
              <a:defRPr sz="11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Tx/>
              <a:buNone/>
              <a:defRPr sz="105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Tx/>
              <a:buNone/>
              <a:defRPr sz="10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Tx/>
              <a:buNone/>
              <a:defRPr sz="1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pt-PT" sz="2400" dirty="0"/>
              <a:t>ILUSTRATIVO</a:t>
            </a:r>
          </a:p>
        </p:txBody>
      </p:sp>
    </p:spTree>
    <p:extLst>
      <p:ext uri="{BB962C8B-B14F-4D97-AF65-F5344CB8AC3E}">
        <p14:creationId xmlns:p14="http://schemas.microsoft.com/office/powerpoint/2010/main" val="25685323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BC0D97B6-E32F-4D7D-B839-7C3B51F2640F}" type="slidenum">
              <a:rPr lang="es-ES" smtClean="0"/>
              <a:pPr/>
              <a:t>49</a:t>
            </a:fld>
            <a:endParaRPr lang="es-ES"/>
          </a:p>
        </p:txBody>
      </p:sp>
      <p:sp>
        <p:nvSpPr>
          <p:cNvPr id="41" name="CuadroTexto 5">
            <a:extLst>
              <a:ext uri="{FF2B5EF4-FFF2-40B4-BE49-F238E27FC236}">
                <a16:creationId xmlns:a16="http://schemas.microsoft.com/office/drawing/2014/main" id="{E220775D-5790-A2D1-1806-40BD654C6B9F}"/>
              </a:ext>
            </a:extLst>
          </p:cNvPr>
          <p:cNvSpPr txBox="1"/>
          <p:nvPr/>
        </p:nvSpPr>
        <p:spPr>
          <a:xfrm>
            <a:off x="92770" y="120033"/>
            <a:ext cx="5257259" cy="523220"/>
          </a:xfrm>
          <a:prstGeom prst="rect">
            <a:avLst/>
          </a:prstGeom>
          <a:noFill/>
        </p:spPr>
        <p:txBody>
          <a:bodyPr wrap="square" rtlCol="0">
            <a:spAutoFit/>
          </a:bodyPr>
          <a:lstStyle/>
          <a:p>
            <a:r>
              <a:rPr lang="en-US" sz="2800" noProof="1">
                <a:solidFill>
                  <a:srgbClr val="FF0000"/>
                </a:solidFill>
              </a:rPr>
              <a:t>Observability</a:t>
            </a:r>
            <a:endParaRPr lang="en-US" sz="2800" noProof="1"/>
          </a:p>
        </p:txBody>
      </p:sp>
      <p:sp>
        <p:nvSpPr>
          <p:cNvPr id="42" name="TextBox 41"/>
          <p:cNvSpPr txBox="1"/>
          <p:nvPr/>
        </p:nvSpPr>
        <p:spPr>
          <a:xfrm>
            <a:off x="2129269" y="1619049"/>
            <a:ext cx="904775" cy="276999"/>
          </a:xfrm>
          <a:prstGeom prst="rect">
            <a:avLst/>
          </a:prstGeom>
          <a:noFill/>
        </p:spPr>
        <p:txBody>
          <a:bodyPr wrap="square" rtlCol="0">
            <a:spAutoFit/>
          </a:bodyPr>
          <a:lstStyle/>
          <a:p>
            <a:pPr algn="ctr"/>
            <a:r>
              <a:rPr lang="pt-PT" sz="1200">
                <a:solidFill>
                  <a:schemeClr val="bg1">
                    <a:lumMod val="65000"/>
                  </a:schemeClr>
                </a:solidFill>
                <a:latin typeface="Santander Text" panose="020B0504020201020104" pitchFamily="34" charset="0"/>
              </a:rPr>
              <a:t> </a:t>
            </a:r>
          </a:p>
        </p:txBody>
      </p:sp>
      <p:grpSp>
        <p:nvGrpSpPr>
          <p:cNvPr id="43" name="Group 42"/>
          <p:cNvGrpSpPr/>
          <p:nvPr/>
        </p:nvGrpSpPr>
        <p:grpSpPr>
          <a:xfrm>
            <a:off x="325018" y="1306414"/>
            <a:ext cx="1296672" cy="312635"/>
            <a:chOff x="2784751" y="953854"/>
            <a:chExt cx="1296672" cy="312635"/>
          </a:xfrm>
        </p:grpSpPr>
        <p:sp>
          <p:nvSpPr>
            <p:cNvPr id="44" name="Rectangle 43"/>
            <p:cNvSpPr/>
            <p:nvPr/>
          </p:nvSpPr>
          <p:spPr>
            <a:xfrm>
              <a:off x="2784751" y="953854"/>
              <a:ext cx="392735" cy="31263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45" name="Oval 44">
              <a:extLst>
                <a:ext uri="{FF2B5EF4-FFF2-40B4-BE49-F238E27FC236}">
                  <a16:creationId xmlns:a16="http://schemas.microsoft.com/office/drawing/2014/main" id="{E3C5C90A-1C6E-F30A-4674-4AB134B992FC}"/>
                </a:ext>
              </a:extLst>
            </p:cNvPr>
            <p:cNvSpPr/>
            <p:nvPr/>
          </p:nvSpPr>
          <p:spPr>
            <a:xfrm>
              <a:off x="3873491" y="985696"/>
              <a:ext cx="207932" cy="207932"/>
            </a:xfrm>
            <a:prstGeom prst="ellipse">
              <a:avLst/>
            </a:prstGeom>
            <a:solidFill>
              <a:srgbClr val="6FBEFC"/>
            </a:solidFill>
            <a:ln w="28575">
              <a:solidFill>
                <a:schemeClr val="bg1"/>
              </a:solidFill>
            </a:ln>
          </p:spPr>
          <p:style>
            <a:lnRef idx="0">
              <a:scrgbClr r="0" g="0" b="0"/>
            </a:lnRef>
            <a:fillRef idx="0">
              <a:scrgbClr r="0" g="0" b="0"/>
            </a:fillRef>
            <a:effectRef idx="0">
              <a:scrgbClr r="0" g="0" b="0"/>
            </a:effectRef>
            <a:fontRef idx="minor">
              <a:schemeClr val="lt1"/>
            </a:fontRef>
          </p:style>
          <p:txBody>
            <a:bodyPr rtlCol="0" anchor="ctr"/>
            <a:lstStyle/>
            <a:p>
              <a:pPr algn="ctr"/>
              <a:r>
                <a:rPr lang="pt-PT" sz="900" b="1" dirty="0"/>
                <a:t>1</a:t>
              </a:r>
            </a:p>
          </p:txBody>
        </p:sp>
      </p:grpSp>
      <p:sp>
        <p:nvSpPr>
          <p:cNvPr id="47" name="Rounded Rectangle 46"/>
          <p:cNvSpPr/>
          <p:nvPr/>
        </p:nvSpPr>
        <p:spPr>
          <a:xfrm>
            <a:off x="325018" y="1338256"/>
            <a:ext cx="3801391" cy="2020760"/>
          </a:xfrm>
          <a:prstGeom prst="roundRect">
            <a:avLst/>
          </a:prstGeom>
          <a:solidFill>
            <a:schemeClr val="bg1"/>
          </a:solidFill>
          <a:ln w="19050">
            <a:solidFill>
              <a:srgbClr val="CCD2D3"/>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dirty="0"/>
          </a:p>
        </p:txBody>
      </p:sp>
      <p:sp>
        <p:nvSpPr>
          <p:cNvPr id="48" name="Oval 47">
            <a:extLst>
              <a:ext uri="{FF2B5EF4-FFF2-40B4-BE49-F238E27FC236}">
                <a16:creationId xmlns:a16="http://schemas.microsoft.com/office/drawing/2014/main" id="{E3C5C90A-1C6E-F30A-4674-4AB134B992FC}"/>
              </a:ext>
            </a:extLst>
          </p:cNvPr>
          <p:cNvSpPr/>
          <p:nvPr/>
        </p:nvSpPr>
        <p:spPr>
          <a:xfrm>
            <a:off x="598230" y="1126797"/>
            <a:ext cx="391713" cy="394278"/>
          </a:xfrm>
          <a:prstGeom prst="ellipse">
            <a:avLst/>
          </a:prstGeom>
          <a:solidFill>
            <a:srgbClr val="6FBEFC"/>
          </a:solidFill>
          <a:ln w="28575">
            <a:solidFill>
              <a:schemeClr val="bg1"/>
            </a:solidFill>
          </a:ln>
        </p:spPr>
        <p:style>
          <a:lnRef idx="0">
            <a:scrgbClr r="0" g="0" b="0"/>
          </a:lnRef>
          <a:fillRef idx="0">
            <a:scrgbClr r="0" g="0" b="0"/>
          </a:fillRef>
          <a:effectRef idx="0">
            <a:scrgbClr r="0" g="0" b="0"/>
          </a:effectRef>
          <a:fontRef idx="minor">
            <a:schemeClr val="lt1"/>
          </a:fontRef>
        </p:style>
        <p:txBody>
          <a:bodyPr rtlCol="0" anchor="ctr"/>
          <a:lstStyle/>
          <a:p>
            <a:pPr algn="ctr"/>
            <a:r>
              <a:rPr lang="pt-PT" sz="1400" b="1" dirty="0"/>
              <a:t>1</a:t>
            </a:r>
          </a:p>
        </p:txBody>
      </p:sp>
      <p:sp>
        <p:nvSpPr>
          <p:cNvPr id="49" name="TextBox 48"/>
          <p:cNvSpPr txBox="1"/>
          <p:nvPr/>
        </p:nvSpPr>
        <p:spPr>
          <a:xfrm>
            <a:off x="1449543" y="1158531"/>
            <a:ext cx="2406749" cy="276999"/>
          </a:xfrm>
          <a:prstGeom prst="rect">
            <a:avLst/>
          </a:prstGeom>
          <a:solidFill>
            <a:schemeClr val="bg1"/>
          </a:solidFill>
        </p:spPr>
        <p:txBody>
          <a:bodyPr wrap="none" rtlCol="0">
            <a:spAutoFit/>
          </a:bodyPr>
          <a:lstStyle/>
          <a:p>
            <a:r>
              <a:rPr lang="pt-PT" sz="1200" dirty="0"/>
              <a:t>MICROFRONTS &amp; CANAL EXTERNO</a:t>
            </a:r>
          </a:p>
        </p:txBody>
      </p:sp>
      <p:sp>
        <p:nvSpPr>
          <p:cNvPr id="50" name="TextBox 49"/>
          <p:cNvSpPr txBox="1"/>
          <p:nvPr/>
        </p:nvSpPr>
        <p:spPr>
          <a:xfrm>
            <a:off x="6497768" y="1651593"/>
            <a:ext cx="904775" cy="276999"/>
          </a:xfrm>
          <a:prstGeom prst="rect">
            <a:avLst/>
          </a:prstGeom>
          <a:noFill/>
        </p:spPr>
        <p:txBody>
          <a:bodyPr wrap="square" rtlCol="0">
            <a:spAutoFit/>
          </a:bodyPr>
          <a:lstStyle/>
          <a:p>
            <a:pPr algn="ctr"/>
            <a:r>
              <a:rPr lang="pt-PT" sz="1200">
                <a:solidFill>
                  <a:schemeClr val="bg1">
                    <a:lumMod val="65000"/>
                  </a:schemeClr>
                </a:solidFill>
                <a:latin typeface="Santander Text" panose="020B0504020201020104" pitchFamily="34" charset="0"/>
              </a:rPr>
              <a:t> </a:t>
            </a:r>
          </a:p>
        </p:txBody>
      </p:sp>
      <p:grpSp>
        <p:nvGrpSpPr>
          <p:cNvPr id="51" name="Group 50"/>
          <p:cNvGrpSpPr/>
          <p:nvPr/>
        </p:nvGrpSpPr>
        <p:grpSpPr>
          <a:xfrm>
            <a:off x="4693517" y="1338958"/>
            <a:ext cx="1296672" cy="312635"/>
            <a:chOff x="2784751" y="953854"/>
            <a:chExt cx="1296672" cy="312635"/>
          </a:xfrm>
        </p:grpSpPr>
        <p:sp>
          <p:nvSpPr>
            <p:cNvPr id="52" name="Rectangle 51"/>
            <p:cNvSpPr/>
            <p:nvPr/>
          </p:nvSpPr>
          <p:spPr>
            <a:xfrm>
              <a:off x="2784751" y="953854"/>
              <a:ext cx="392735" cy="31263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53" name="Oval 52">
              <a:extLst>
                <a:ext uri="{FF2B5EF4-FFF2-40B4-BE49-F238E27FC236}">
                  <a16:creationId xmlns:a16="http://schemas.microsoft.com/office/drawing/2014/main" id="{E3C5C90A-1C6E-F30A-4674-4AB134B992FC}"/>
                </a:ext>
              </a:extLst>
            </p:cNvPr>
            <p:cNvSpPr/>
            <p:nvPr/>
          </p:nvSpPr>
          <p:spPr>
            <a:xfrm>
              <a:off x="3873491" y="985696"/>
              <a:ext cx="207932" cy="207932"/>
            </a:xfrm>
            <a:prstGeom prst="ellipse">
              <a:avLst/>
            </a:prstGeom>
            <a:solidFill>
              <a:srgbClr val="6FBEFC"/>
            </a:solidFill>
            <a:ln w="28575">
              <a:solidFill>
                <a:schemeClr val="bg1"/>
              </a:solidFill>
            </a:ln>
          </p:spPr>
          <p:style>
            <a:lnRef idx="0">
              <a:scrgbClr r="0" g="0" b="0"/>
            </a:lnRef>
            <a:fillRef idx="0">
              <a:scrgbClr r="0" g="0" b="0"/>
            </a:fillRef>
            <a:effectRef idx="0">
              <a:scrgbClr r="0" g="0" b="0"/>
            </a:effectRef>
            <a:fontRef idx="minor">
              <a:schemeClr val="lt1"/>
            </a:fontRef>
          </p:style>
          <p:txBody>
            <a:bodyPr rtlCol="0" anchor="ctr"/>
            <a:lstStyle/>
            <a:p>
              <a:pPr algn="ctr"/>
              <a:r>
                <a:rPr lang="pt-PT" sz="900" b="1" dirty="0"/>
                <a:t>1</a:t>
              </a:r>
            </a:p>
          </p:txBody>
        </p:sp>
      </p:grpSp>
      <p:sp>
        <p:nvSpPr>
          <p:cNvPr id="54" name="Rounded Rectangle 53"/>
          <p:cNvSpPr/>
          <p:nvPr/>
        </p:nvSpPr>
        <p:spPr>
          <a:xfrm>
            <a:off x="4337641" y="1370800"/>
            <a:ext cx="4282484" cy="2008332"/>
          </a:xfrm>
          <a:prstGeom prst="roundRect">
            <a:avLst/>
          </a:prstGeom>
          <a:solidFill>
            <a:schemeClr val="bg1"/>
          </a:solidFill>
          <a:ln w="19050">
            <a:solidFill>
              <a:srgbClr val="CCD2D3"/>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dirty="0"/>
          </a:p>
        </p:txBody>
      </p:sp>
      <p:sp>
        <p:nvSpPr>
          <p:cNvPr id="55" name="Oval 54">
            <a:extLst>
              <a:ext uri="{FF2B5EF4-FFF2-40B4-BE49-F238E27FC236}">
                <a16:creationId xmlns:a16="http://schemas.microsoft.com/office/drawing/2014/main" id="{E3C5C90A-1C6E-F30A-4674-4AB134B992FC}"/>
              </a:ext>
            </a:extLst>
          </p:cNvPr>
          <p:cNvSpPr/>
          <p:nvPr/>
        </p:nvSpPr>
        <p:spPr>
          <a:xfrm>
            <a:off x="4533983" y="1168866"/>
            <a:ext cx="391713" cy="394278"/>
          </a:xfrm>
          <a:prstGeom prst="ellipse">
            <a:avLst/>
          </a:prstGeom>
          <a:solidFill>
            <a:srgbClr val="6FBEFC"/>
          </a:solidFill>
          <a:ln w="28575">
            <a:solidFill>
              <a:schemeClr val="bg1"/>
            </a:solidFill>
          </a:ln>
        </p:spPr>
        <p:style>
          <a:lnRef idx="0">
            <a:scrgbClr r="0" g="0" b="0"/>
          </a:lnRef>
          <a:fillRef idx="0">
            <a:scrgbClr r="0" g="0" b="0"/>
          </a:fillRef>
          <a:effectRef idx="0">
            <a:scrgbClr r="0" g="0" b="0"/>
          </a:effectRef>
          <a:fontRef idx="minor">
            <a:schemeClr val="lt1"/>
          </a:fontRef>
        </p:style>
        <p:txBody>
          <a:bodyPr rtlCol="0" anchor="ctr"/>
          <a:lstStyle/>
          <a:p>
            <a:pPr algn="ctr"/>
            <a:r>
              <a:rPr lang="pt-PT" sz="1200" b="1" dirty="0"/>
              <a:t>2</a:t>
            </a:r>
          </a:p>
        </p:txBody>
      </p:sp>
      <p:sp>
        <p:nvSpPr>
          <p:cNvPr id="56" name="TextBox 55"/>
          <p:cNvSpPr txBox="1"/>
          <p:nvPr/>
        </p:nvSpPr>
        <p:spPr>
          <a:xfrm>
            <a:off x="5782257" y="1178527"/>
            <a:ext cx="2583592" cy="276999"/>
          </a:xfrm>
          <a:prstGeom prst="rect">
            <a:avLst/>
          </a:prstGeom>
          <a:solidFill>
            <a:schemeClr val="bg1"/>
          </a:solidFill>
        </p:spPr>
        <p:txBody>
          <a:bodyPr wrap="none" rtlCol="0">
            <a:spAutoFit/>
          </a:bodyPr>
          <a:lstStyle/>
          <a:p>
            <a:r>
              <a:rPr lang="pt-PT" sz="1200" dirty="0"/>
              <a:t>MARKETPLACE,CHECKOUT &amp; WALLET</a:t>
            </a:r>
          </a:p>
        </p:txBody>
      </p:sp>
      <p:sp>
        <p:nvSpPr>
          <p:cNvPr id="57" name="TextBox 56"/>
          <p:cNvSpPr txBox="1"/>
          <p:nvPr/>
        </p:nvSpPr>
        <p:spPr>
          <a:xfrm>
            <a:off x="441619" y="1633098"/>
            <a:ext cx="3267241" cy="1446550"/>
          </a:xfrm>
          <a:prstGeom prst="rect">
            <a:avLst/>
          </a:prstGeom>
          <a:noFill/>
        </p:spPr>
        <p:txBody>
          <a:bodyPr wrap="none" rtlCol="0">
            <a:spAutoFit/>
          </a:bodyPr>
          <a:lstStyle/>
          <a:p>
            <a:pPr marL="171450" indent="-171450">
              <a:buFont typeface="Arial" panose="020B0604020202020204" pitchFamily="34" charset="0"/>
              <a:buChar char="•"/>
            </a:pPr>
            <a:r>
              <a:rPr lang="pt-PT" sz="1100" dirty="0"/>
              <a:t>IT Infraestruture Monitoring</a:t>
            </a:r>
          </a:p>
          <a:p>
            <a:pPr marL="171450" indent="-171450">
              <a:buFont typeface="Arial" panose="020B0604020202020204" pitchFamily="34" charset="0"/>
              <a:buChar char="•"/>
            </a:pPr>
            <a:r>
              <a:rPr lang="pt-PT" sz="1100" dirty="0"/>
              <a:t>IT </a:t>
            </a:r>
            <a:r>
              <a:rPr lang="pt-PT" sz="1100" dirty="0" err="1"/>
              <a:t>Products</a:t>
            </a:r>
            <a:r>
              <a:rPr lang="pt-PT" sz="1100" dirty="0"/>
              <a:t> Monitoring </a:t>
            </a:r>
          </a:p>
          <a:p>
            <a:pPr marL="171450" indent="-171450">
              <a:buFont typeface="Arial" panose="020B0604020202020204" pitchFamily="34" charset="0"/>
              <a:buChar char="•"/>
            </a:pPr>
            <a:r>
              <a:rPr lang="pt-PT" sz="1100" dirty="0" err="1"/>
              <a:t>Application</a:t>
            </a:r>
            <a:r>
              <a:rPr lang="pt-PT" sz="1100" dirty="0"/>
              <a:t> Performance</a:t>
            </a:r>
          </a:p>
          <a:p>
            <a:pPr marL="171450" indent="-171450">
              <a:buFont typeface="Arial" panose="020B0604020202020204" pitchFamily="34" charset="0"/>
              <a:buChar char="•"/>
            </a:pPr>
            <a:r>
              <a:rPr lang="pt-PT" sz="1100" dirty="0" err="1"/>
              <a:t>Synthetic</a:t>
            </a:r>
            <a:r>
              <a:rPr lang="pt-PT" sz="1100" dirty="0"/>
              <a:t> Monitoring (</a:t>
            </a:r>
            <a:r>
              <a:rPr lang="pt-PT" sz="1100" dirty="0" err="1"/>
              <a:t>login,user</a:t>
            </a:r>
            <a:r>
              <a:rPr lang="pt-PT" sz="1100" dirty="0"/>
              <a:t> </a:t>
            </a:r>
            <a:r>
              <a:rPr lang="pt-PT" sz="1100" dirty="0" err="1"/>
              <a:t>journey</a:t>
            </a:r>
            <a:r>
              <a:rPr lang="pt-PT" sz="1100" dirty="0"/>
              <a:t>…)</a:t>
            </a:r>
          </a:p>
          <a:p>
            <a:pPr marL="171450" indent="-171450">
              <a:buFont typeface="Arial" panose="020B0604020202020204" pitchFamily="34" charset="0"/>
              <a:buChar char="•"/>
            </a:pPr>
            <a:r>
              <a:rPr lang="pt-PT" sz="1100" dirty="0"/>
              <a:t>Real </a:t>
            </a:r>
            <a:r>
              <a:rPr lang="pt-PT" sz="1100" dirty="0" err="1"/>
              <a:t>User</a:t>
            </a:r>
            <a:r>
              <a:rPr lang="pt-PT" sz="1100" dirty="0"/>
              <a:t> Monitoring (RUM)</a:t>
            </a:r>
          </a:p>
          <a:p>
            <a:pPr marL="171450" indent="-171450">
              <a:buFont typeface="Arial" panose="020B0604020202020204" pitchFamily="34" charset="0"/>
              <a:buChar char="•"/>
            </a:pPr>
            <a:r>
              <a:rPr lang="pt-PT" sz="1100" dirty="0" err="1"/>
              <a:t>Application</a:t>
            </a:r>
            <a:r>
              <a:rPr lang="pt-PT" sz="1100" dirty="0"/>
              <a:t> </a:t>
            </a:r>
            <a:r>
              <a:rPr lang="pt-PT" sz="1100" dirty="0" err="1"/>
              <a:t>functional</a:t>
            </a:r>
            <a:r>
              <a:rPr lang="pt-PT" sz="1100" dirty="0"/>
              <a:t> </a:t>
            </a:r>
            <a:r>
              <a:rPr lang="pt-PT" sz="1100" dirty="0" err="1"/>
              <a:t>behavior</a:t>
            </a:r>
            <a:endParaRPr lang="pt-PT" sz="1100" dirty="0"/>
          </a:p>
          <a:p>
            <a:pPr marL="171450" indent="-171450">
              <a:buFont typeface="Arial" panose="020B0604020202020204" pitchFamily="34" charset="0"/>
              <a:buChar char="•"/>
            </a:pPr>
            <a:r>
              <a:rPr lang="pt-PT" sz="1100" dirty="0" err="1"/>
              <a:t>Distribute</a:t>
            </a:r>
            <a:r>
              <a:rPr lang="pt-PT" sz="1100" dirty="0"/>
              <a:t> </a:t>
            </a:r>
            <a:r>
              <a:rPr lang="pt-PT" sz="1100" dirty="0" err="1"/>
              <a:t>Tracing</a:t>
            </a:r>
            <a:r>
              <a:rPr lang="pt-PT" sz="1100" dirty="0"/>
              <a:t>, </a:t>
            </a:r>
            <a:r>
              <a:rPr lang="pt-PT" sz="1100" dirty="0" err="1"/>
              <a:t>Technical</a:t>
            </a:r>
            <a:r>
              <a:rPr lang="pt-PT" sz="1100" dirty="0"/>
              <a:t> </a:t>
            </a:r>
            <a:r>
              <a:rPr lang="pt-PT" sz="1100" dirty="0" err="1"/>
              <a:t>and</a:t>
            </a:r>
            <a:r>
              <a:rPr lang="pt-PT" sz="1100" dirty="0"/>
              <a:t> </a:t>
            </a:r>
            <a:r>
              <a:rPr lang="pt-PT" sz="1100" dirty="0" err="1"/>
              <a:t>Functional</a:t>
            </a:r>
            <a:r>
              <a:rPr lang="pt-PT" sz="1100" dirty="0"/>
              <a:t> </a:t>
            </a:r>
            <a:r>
              <a:rPr lang="pt-PT" sz="1100" dirty="0" err="1"/>
              <a:t>Logs</a:t>
            </a:r>
            <a:endParaRPr lang="pt-PT" sz="1100" dirty="0"/>
          </a:p>
          <a:p>
            <a:pPr marL="171450" indent="-171450">
              <a:buFont typeface="Arial" panose="020B0604020202020204" pitchFamily="34" charset="0"/>
              <a:buChar char="•"/>
            </a:pPr>
            <a:endParaRPr lang="pt-PT" sz="1100" dirty="0"/>
          </a:p>
        </p:txBody>
      </p:sp>
      <p:sp>
        <p:nvSpPr>
          <p:cNvPr id="58" name="Oval 57">
            <a:extLst>
              <a:ext uri="{FF2B5EF4-FFF2-40B4-BE49-F238E27FC236}">
                <a16:creationId xmlns:a16="http://schemas.microsoft.com/office/drawing/2014/main" id="{E3C5C90A-1C6E-F30A-4674-4AB134B992FC}"/>
              </a:ext>
            </a:extLst>
          </p:cNvPr>
          <p:cNvSpPr/>
          <p:nvPr/>
        </p:nvSpPr>
        <p:spPr>
          <a:xfrm>
            <a:off x="4939246" y="1168866"/>
            <a:ext cx="391713" cy="394278"/>
          </a:xfrm>
          <a:prstGeom prst="ellipse">
            <a:avLst/>
          </a:prstGeom>
          <a:solidFill>
            <a:srgbClr val="6FBEFC"/>
          </a:solidFill>
          <a:ln w="28575">
            <a:solidFill>
              <a:schemeClr val="bg1"/>
            </a:solidFill>
          </a:ln>
        </p:spPr>
        <p:style>
          <a:lnRef idx="0">
            <a:scrgbClr r="0" g="0" b="0"/>
          </a:lnRef>
          <a:fillRef idx="0">
            <a:scrgbClr r="0" g="0" b="0"/>
          </a:fillRef>
          <a:effectRef idx="0">
            <a:scrgbClr r="0" g="0" b="0"/>
          </a:effectRef>
          <a:fontRef idx="minor">
            <a:schemeClr val="lt1"/>
          </a:fontRef>
        </p:style>
        <p:txBody>
          <a:bodyPr rtlCol="0" anchor="ctr"/>
          <a:lstStyle/>
          <a:p>
            <a:pPr algn="ctr"/>
            <a:r>
              <a:rPr lang="pt-PT" sz="1200" b="1" dirty="0"/>
              <a:t>3</a:t>
            </a:r>
          </a:p>
        </p:txBody>
      </p:sp>
      <p:sp>
        <p:nvSpPr>
          <p:cNvPr id="59" name="Oval 58">
            <a:extLst>
              <a:ext uri="{FF2B5EF4-FFF2-40B4-BE49-F238E27FC236}">
                <a16:creationId xmlns:a16="http://schemas.microsoft.com/office/drawing/2014/main" id="{E3C5C90A-1C6E-F30A-4674-4AB134B992FC}"/>
              </a:ext>
            </a:extLst>
          </p:cNvPr>
          <p:cNvSpPr/>
          <p:nvPr/>
        </p:nvSpPr>
        <p:spPr>
          <a:xfrm>
            <a:off x="5354991" y="1166054"/>
            <a:ext cx="391713" cy="394278"/>
          </a:xfrm>
          <a:prstGeom prst="ellipse">
            <a:avLst/>
          </a:prstGeom>
          <a:solidFill>
            <a:srgbClr val="6FBEFC"/>
          </a:solidFill>
          <a:ln w="28575">
            <a:solidFill>
              <a:schemeClr val="bg1"/>
            </a:solidFill>
          </a:ln>
        </p:spPr>
        <p:style>
          <a:lnRef idx="0">
            <a:scrgbClr r="0" g="0" b="0"/>
          </a:lnRef>
          <a:fillRef idx="0">
            <a:scrgbClr r="0" g="0" b="0"/>
          </a:fillRef>
          <a:effectRef idx="0">
            <a:scrgbClr r="0" g="0" b="0"/>
          </a:effectRef>
          <a:fontRef idx="minor">
            <a:schemeClr val="lt1"/>
          </a:fontRef>
        </p:style>
        <p:txBody>
          <a:bodyPr rtlCol="0" anchor="ctr"/>
          <a:lstStyle/>
          <a:p>
            <a:pPr algn="ctr"/>
            <a:r>
              <a:rPr lang="pt-PT" sz="1200" b="1" dirty="0"/>
              <a:t>4</a:t>
            </a:r>
          </a:p>
        </p:txBody>
      </p:sp>
      <p:sp>
        <p:nvSpPr>
          <p:cNvPr id="60" name="TextBox 59"/>
          <p:cNvSpPr txBox="1"/>
          <p:nvPr/>
        </p:nvSpPr>
        <p:spPr>
          <a:xfrm>
            <a:off x="4533983" y="1645661"/>
            <a:ext cx="3267241" cy="1277273"/>
          </a:xfrm>
          <a:prstGeom prst="rect">
            <a:avLst/>
          </a:prstGeom>
          <a:noFill/>
        </p:spPr>
        <p:txBody>
          <a:bodyPr wrap="none" rtlCol="0">
            <a:spAutoFit/>
          </a:bodyPr>
          <a:lstStyle/>
          <a:p>
            <a:pPr marL="171450" indent="-171450">
              <a:buFont typeface="Arial" panose="020B0604020202020204" pitchFamily="34" charset="0"/>
              <a:buChar char="•"/>
            </a:pPr>
            <a:r>
              <a:rPr lang="pt-PT" sz="1100" dirty="0"/>
              <a:t>IT Infraestruture Monitoring</a:t>
            </a:r>
          </a:p>
          <a:p>
            <a:pPr marL="171450" indent="-171450">
              <a:buFont typeface="Arial" panose="020B0604020202020204" pitchFamily="34" charset="0"/>
              <a:buChar char="•"/>
            </a:pPr>
            <a:r>
              <a:rPr lang="pt-PT" sz="1100" dirty="0"/>
              <a:t>IT </a:t>
            </a:r>
            <a:r>
              <a:rPr lang="pt-PT" sz="1100" dirty="0" err="1"/>
              <a:t>Products</a:t>
            </a:r>
            <a:r>
              <a:rPr lang="pt-PT" sz="1100" dirty="0"/>
              <a:t> Monitoring </a:t>
            </a:r>
          </a:p>
          <a:p>
            <a:pPr marL="171450" indent="-171450">
              <a:buFont typeface="Arial" panose="020B0604020202020204" pitchFamily="34" charset="0"/>
              <a:buChar char="•"/>
            </a:pPr>
            <a:r>
              <a:rPr lang="pt-PT" sz="1100" dirty="0" err="1"/>
              <a:t>Application</a:t>
            </a:r>
            <a:r>
              <a:rPr lang="pt-PT" sz="1100" dirty="0"/>
              <a:t> Performance</a:t>
            </a:r>
          </a:p>
          <a:p>
            <a:pPr marL="171450" indent="-171450">
              <a:buFont typeface="Arial" panose="020B0604020202020204" pitchFamily="34" charset="0"/>
              <a:buChar char="•"/>
            </a:pPr>
            <a:r>
              <a:rPr lang="pt-PT" sz="1100" dirty="0" err="1"/>
              <a:t>Synthetic</a:t>
            </a:r>
            <a:r>
              <a:rPr lang="pt-PT" sz="1100" dirty="0"/>
              <a:t> Monitoring (HTTP </a:t>
            </a:r>
            <a:r>
              <a:rPr lang="pt-PT" sz="1100" dirty="0" err="1"/>
              <a:t>testing</a:t>
            </a:r>
            <a:r>
              <a:rPr lang="pt-PT" sz="1100" dirty="0"/>
              <a:t>)</a:t>
            </a:r>
          </a:p>
          <a:p>
            <a:pPr marL="171450" indent="-171450">
              <a:buFont typeface="Arial" panose="020B0604020202020204" pitchFamily="34" charset="0"/>
              <a:buChar char="•"/>
            </a:pPr>
            <a:r>
              <a:rPr lang="pt-PT" sz="1100" dirty="0" err="1"/>
              <a:t>Custom</a:t>
            </a:r>
            <a:r>
              <a:rPr lang="pt-PT" sz="1100" dirty="0"/>
              <a:t> Monitoring</a:t>
            </a:r>
          </a:p>
          <a:p>
            <a:pPr marL="171450" indent="-171450">
              <a:buFont typeface="Arial" panose="020B0604020202020204" pitchFamily="34" charset="0"/>
              <a:buChar char="•"/>
            </a:pPr>
            <a:r>
              <a:rPr lang="pt-PT" sz="1100" dirty="0" err="1"/>
              <a:t>Distribute</a:t>
            </a:r>
            <a:r>
              <a:rPr lang="pt-PT" sz="1100" dirty="0"/>
              <a:t> </a:t>
            </a:r>
            <a:r>
              <a:rPr lang="pt-PT" sz="1100" dirty="0" err="1"/>
              <a:t>Tracing</a:t>
            </a:r>
            <a:r>
              <a:rPr lang="pt-PT" sz="1100" dirty="0"/>
              <a:t>, </a:t>
            </a:r>
            <a:r>
              <a:rPr lang="pt-PT" sz="1100" dirty="0" err="1"/>
              <a:t>Technical</a:t>
            </a:r>
            <a:r>
              <a:rPr lang="pt-PT" sz="1100" dirty="0"/>
              <a:t> </a:t>
            </a:r>
            <a:r>
              <a:rPr lang="pt-PT" sz="1100" dirty="0" err="1"/>
              <a:t>and</a:t>
            </a:r>
            <a:r>
              <a:rPr lang="pt-PT" sz="1100" dirty="0"/>
              <a:t> </a:t>
            </a:r>
            <a:r>
              <a:rPr lang="pt-PT" sz="1100" dirty="0" err="1"/>
              <a:t>Functional</a:t>
            </a:r>
            <a:r>
              <a:rPr lang="pt-PT" sz="1100" dirty="0"/>
              <a:t> </a:t>
            </a:r>
            <a:r>
              <a:rPr lang="pt-PT" sz="1100" dirty="0" err="1"/>
              <a:t>Logs</a:t>
            </a:r>
            <a:endParaRPr lang="pt-PT" sz="1100" dirty="0"/>
          </a:p>
          <a:p>
            <a:pPr marL="171450" indent="-171450">
              <a:buFont typeface="Arial" panose="020B0604020202020204" pitchFamily="34" charset="0"/>
              <a:buChar char="•"/>
            </a:pPr>
            <a:endParaRPr lang="pt-PT" sz="1100" dirty="0"/>
          </a:p>
        </p:txBody>
      </p:sp>
      <p:sp>
        <p:nvSpPr>
          <p:cNvPr id="61" name="TextBox 60"/>
          <p:cNvSpPr txBox="1"/>
          <p:nvPr/>
        </p:nvSpPr>
        <p:spPr>
          <a:xfrm>
            <a:off x="10618310" y="1596990"/>
            <a:ext cx="904775" cy="276999"/>
          </a:xfrm>
          <a:prstGeom prst="rect">
            <a:avLst/>
          </a:prstGeom>
          <a:noFill/>
        </p:spPr>
        <p:txBody>
          <a:bodyPr wrap="square" rtlCol="0">
            <a:spAutoFit/>
          </a:bodyPr>
          <a:lstStyle/>
          <a:p>
            <a:pPr algn="ctr"/>
            <a:r>
              <a:rPr lang="pt-PT" sz="1200">
                <a:solidFill>
                  <a:schemeClr val="bg1">
                    <a:lumMod val="65000"/>
                  </a:schemeClr>
                </a:solidFill>
                <a:latin typeface="Santander Text" panose="020B0504020201020104" pitchFamily="34" charset="0"/>
              </a:rPr>
              <a:t> </a:t>
            </a:r>
          </a:p>
        </p:txBody>
      </p:sp>
      <p:grpSp>
        <p:nvGrpSpPr>
          <p:cNvPr id="62" name="Group 61"/>
          <p:cNvGrpSpPr/>
          <p:nvPr/>
        </p:nvGrpSpPr>
        <p:grpSpPr>
          <a:xfrm>
            <a:off x="8814059" y="1284355"/>
            <a:ext cx="1296672" cy="312635"/>
            <a:chOff x="2784751" y="953854"/>
            <a:chExt cx="1296672" cy="312635"/>
          </a:xfrm>
        </p:grpSpPr>
        <p:sp>
          <p:nvSpPr>
            <p:cNvPr id="63" name="Rectangle 62"/>
            <p:cNvSpPr/>
            <p:nvPr/>
          </p:nvSpPr>
          <p:spPr>
            <a:xfrm>
              <a:off x="2784751" y="953854"/>
              <a:ext cx="392735" cy="31263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64" name="Oval 63">
              <a:extLst>
                <a:ext uri="{FF2B5EF4-FFF2-40B4-BE49-F238E27FC236}">
                  <a16:creationId xmlns:a16="http://schemas.microsoft.com/office/drawing/2014/main" id="{E3C5C90A-1C6E-F30A-4674-4AB134B992FC}"/>
                </a:ext>
              </a:extLst>
            </p:cNvPr>
            <p:cNvSpPr/>
            <p:nvPr/>
          </p:nvSpPr>
          <p:spPr>
            <a:xfrm>
              <a:off x="3873491" y="985696"/>
              <a:ext cx="207932" cy="207932"/>
            </a:xfrm>
            <a:prstGeom prst="ellipse">
              <a:avLst/>
            </a:prstGeom>
            <a:solidFill>
              <a:srgbClr val="6FBEFC"/>
            </a:solidFill>
            <a:ln w="28575">
              <a:solidFill>
                <a:schemeClr val="bg1"/>
              </a:solidFill>
            </a:ln>
          </p:spPr>
          <p:style>
            <a:lnRef idx="0">
              <a:scrgbClr r="0" g="0" b="0"/>
            </a:lnRef>
            <a:fillRef idx="0">
              <a:scrgbClr r="0" g="0" b="0"/>
            </a:fillRef>
            <a:effectRef idx="0">
              <a:scrgbClr r="0" g="0" b="0"/>
            </a:effectRef>
            <a:fontRef idx="minor">
              <a:schemeClr val="lt1"/>
            </a:fontRef>
          </p:style>
          <p:txBody>
            <a:bodyPr rtlCol="0" anchor="ctr"/>
            <a:lstStyle/>
            <a:p>
              <a:pPr algn="ctr"/>
              <a:r>
                <a:rPr lang="pt-PT" sz="900" b="1" dirty="0"/>
                <a:t>1</a:t>
              </a:r>
            </a:p>
          </p:txBody>
        </p:sp>
      </p:grpSp>
      <p:sp>
        <p:nvSpPr>
          <p:cNvPr id="65" name="Rounded Rectangle 64"/>
          <p:cNvSpPr/>
          <p:nvPr/>
        </p:nvSpPr>
        <p:spPr>
          <a:xfrm>
            <a:off x="8814059" y="1316196"/>
            <a:ext cx="2939791" cy="2062935"/>
          </a:xfrm>
          <a:prstGeom prst="roundRect">
            <a:avLst/>
          </a:prstGeom>
          <a:solidFill>
            <a:schemeClr val="bg1"/>
          </a:solidFill>
          <a:ln w="19050">
            <a:solidFill>
              <a:srgbClr val="CCD2D3"/>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dirty="0"/>
          </a:p>
        </p:txBody>
      </p:sp>
      <p:sp>
        <p:nvSpPr>
          <p:cNvPr id="66" name="TextBox 65"/>
          <p:cNvSpPr txBox="1"/>
          <p:nvPr/>
        </p:nvSpPr>
        <p:spPr>
          <a:xfrm>
            <a:off x="9027056" y="1636152"/>
            <a:ext cx="2496196" cy="430887"/>
          </a:xfrm>
          <a:prstGeom prst="rect">
            <a:avLst/>
          </a:prstGeom>
          <a:noFill/>
        </p:spPr>
        <p:txBody>
          <a:bodyPr wrap="none" rtlCol="0">
            <a:spAutoFit/>
          </a:bodyPr>
          <a:lstStyle/>
          <a:p>
            <a:pPr marL="171450" indent="-171450">
              <a:buFont typeface="Arial" panose="020B0604020202020204" pitchFamily="34" charset="0"/>
              <a:buChar char="•"/>
            </a:pPr>
            <a:r>
              <a:rPr lang="pt-PT" sz="1100" dirty="0" err="1"/>
              <a:t>Synthetic</a:t>
            </a:r>
            <a:r>
              <a:rPr lang="pt-PT" sz="1100" dirty="0"/>
              <a:t> Monitoring (HTTP </a:t>
            </a:r>
            <a:r>
              <a:rPr lang="pt-PT" sz="1100" dirty="0" err="1"/>
              <a:t>testing</a:t>
            </a:r>
            <a:r>
              <a:rPr lang="pt-PT" sz="1100" dirty="0"/>
              <a:t>)</a:t>
            </a:r>
          </a:p>
          <a:p>
            <a:pPr marL="171450" indent="-171450">
              <a:buFont typeface="Arial" panose="020B0604020202020204" pitchFamily="34" charset="0"/>
              <a:buChar char="•"/>
            </a:pPr>
            <a:endParaRPr lang="pt-PT" sz="1100" dirty="0"/>
          </a:p>
        </p:txBody>
      </p:sp>
      <p:sp>
        <p:nvSpPr>
          <p:cNvPr id="67" name="Oval 66">
            <a:extLst>
              <a:ext uri="{FF2B5EF4-FFF2-40B4-BE49-F238E27FC236}">
                <a16:creationId xmlns:a16="http://schemas.microsoft.com/office/drawing/2014/main" id="{E3C5C90A-1C6E-F30A-4674-4AB134B992FC}"/>
              </a:ext>
            </a:extLst>
          </p:cNvPr>
          <p:cNvSpPr/>
          <p:nvPr/>
        </p:nvSpPr>
        <p:spPr>
          <a:xfrm>
            <a:off x="8956498" y="1138169"/>
            <a:ext cx="391713" cy="394278"/>
          </a:xfrm>
          <a:prstGeom prst="ellipse">
            <a:avLst/>
          </a:prstGeom>
          <a:solidFill>
            <a:srgbClr val="6FBEFC"/>
          </a:solidFill>
          <a:ln w="28575">
            <a:solidFill>
              <a:schemeClr val="bg1"/>
            </a:solidFill>
          </a:ln>
        </p:spPr>
        <p:style>
          <a:lnRef idx="0">
            <a:scrgbClr r="0" g="0" b="0"/>
          </a:lnRef>
          <a:fillRef idx="0">
            <a:scrgbClr r="0" g="0" b="0"/>
          </a:fillRef>
          <a:effectRef idx="0">
            <a:scrgbClr r="0" g="0" b="0"/>
          </a:effectRef>
          <a:fontRef idx="minor">
            <a:schemeClr val="lt1"/>
          </a:fontRef>
        </p:style>
        <p:txBody>
          <a:bodyPr rtlCol="0" anchor="ctr"/>
          <a:lstStyle/>
          <a:p>
            <a:pPr algn="ctr"/>
            <a:r>
              <a:rPr lang="pt-PT" sz="1200" b="1" dirty="0"/>
              <a:t>5</a:t>
            </a:r>
          </a:p>
        </p:txBody>
      </p:sp>
      <p:sp>
        <p:nvSpPr>
          <p:cNvPr id="68" name="TextBox 67"/>
          <p:cNvSpPr txBox="1"/>
          <p:nvPr/>
        </p:nvSpPr>
        <p:spPr>
          <a:xfrm>
            <a:off x="9542145" y="1179926"/>
            <a:ext cx="908903" cy="276999"/>
          </a:xfrm>
          <a:prstGeom prst="rect">
            <a:avLst/>
          </a:prstGeom>
          <a:solidFill>
            <a:schemeClr val="bg1"/>
          </a:solidFill>
        </p:spPr>
        <p:txBody>
          <a:bodyPr wrap="none" rtlCol="0">
            <a:spAutoFit/>
          </a:bodyPr>
          <a:lstStyle/>
          <a:p>
            <a:r>
              <a:rPr lang="pt-PT" sz="1200" dirty="0"/>
              <a:t>PARCEIROS</a:t>
            </a:r>
          </a:p>
        </p:txBody>
      </p:sp>
      <p:grpSp>
        <p:nvGrpSpPr>
          <p:cNvPr id="69" name="Group 68"/>
          <p:cNvGrpSpPr/>
          <p:nvPr/>
        </p:nvGrpSpPr>
        <p:grpSpPr>
          <a:xfrm>
            <a:off x="147698" y="600655"/>
            <a:ext cx="1647725" cy="281794"/>
            <a:chOff x="147698" y="600655"/>
            <a:chExt cx="1647725" cy="281794"/>
          </a:xfrm>
        </p:grpSpPr>
        <p:sp>
          <p:nvSpPr>
            <p:cNvPr id="70" name="Rectangle 69"/>
            <p:cNvSpPr/>
            <p:nvPr/>
          </p:nvSpPr>
          <p:spPr>
            <a:xfrm>
              <a:off x="147698" y="605450"/>
              <a:ext cx="1073371" cy="276999"/>
            </a:xfrm>
            <a:prstGeom prst="rect">
              <a:avLst/>
            </a:prstGeom>
          </p:spPr>
          <p:txBody>
            <a:bodyPr wrap="none">
              <a:spAutoFit/>
            </a:bodyPr>
            <a:lstStyle/>
            <a:p>
              <a:r>
                <a:rPr lang="pt-PT" sz="1200" b="1" dirty="0" err="1">
                  <a:solidFill>
                    <a:srgbClr val="000000"/>
                  </a:solidFill>
                </a:rPr>
                <a:t>Observability</a:t>
              </a:r>
              <a:endParaRPr lang="pt-PT" sz="1200" b="1" dirty="0">
                <a:solidFill>
                  <a:srgbClr val="000000"/>
                </a:solidFill>
              </a:endParaRPr>
            </a:p>
          </p:txBody>
        </p:sp>
        <p:sp>
          <p:nvSpPr>
            <p:cNvPr id="71" name="Rectangle 70"/>
            <p:cNvSpPr/>
            <p:nvPr/>
          </p:nvSpPr>
          <p:spPr>
            <a:xfrm>
              <a:off x="1086831" y="600655"/>
              <a:ext cx="708592" cy="276999"/>
            </a:xfrm>
            <a:prstGeom prst="rect">
              <a:avLst/>
            </a:prstGeom>
          </p:spPr>
          <p:txBody>
            <a:bodyPr wrap="none">
              <a:spAutoFit/>
            </a:bodyPr>
            <a:lstStyle/>
            <a:p>
              <a:r>
                <a:rPr lang="pt-PT" sz="1200" b="1" dirty="0" err="1"/>
                <a:t>Loyality</a:t>
              </a:r>
              <a:endParaRPr lang="pt-PT" sz="1200" b="1" dirty="0"/>
            </a:p>
          </p:txBody>
        </p:sp>
      </p:grpSp>
      <p:sp>
        <p:nvSpPr>
          <p:cNvPr id="72" name="Oval 71">
            <a:extLst>
              <a:ext uri="{FF2B5EF4-FFF2-40B4-BE49-F238E27FC236}">
                <a16:creationId xmlns:a16="http://schemas.microsoft.com/office/drawing/2014/main" id="{E3C5C90A-1C6E-F30A-4674-4AB134B992FC}"/>
              </a:ext>
            </a:extLst>
          </p:cNvPr>
          <p:cNvSpPr/>
          <p:nvPr/>
        </p:nvSpPr>
        <p:spPr>
          <a:xfrm>
            <a:off x="1000798" y="1132552"/>
            <a:ext cx="391713" cy="394278"/>
          </a:xfrm>
          <a:prstGeom prst="ellipse">
            <a:avLst/>
          </a:prstGeom>
          <a:solidFill>
            <a:srgbClr val="6FBEFC"/>
          </a:solidFill>
          <a:ln w="28575">
            <a:solidFill>
              <a:schemeClr val="bg1"/>
            </a:solidFill>
          </a:ln>
        </p:spPr>
        <p:style>
          <a:lnRef idx="0">
            <a:scrgbClr r="0" g="0" b="0"/>
          </a:lnRef>
          <a:fillRef idx="0">
            <a:scrgbClr r="0" g="0" b="0"/>
          </a:fillRef>
          <a:effectRef idx="0">
            <a:scrgbClr r="0" g="0" b="0"/>
          </a:effectRef>
          <a:fontRef idx="minor">
            <a:schemeClr val="lt1"/>
          </a:fontRef>
        </p:style>
        <p:txBody>
          <a:bodyPr rtlCol="0" anchor="ctr"/>
          <a:lstStyle/>
          <a:p>
            <a:pPr algn="ctr"/>
            <a:r>
              <a:rPr lang="pt-PT" sz="1200" b="1" dirty="0"/>
              <a:t>6</a:t>
            </a:r>
          </a:p>
        </p:txBody>
      </p:sp>
      <p:sp>
        <p:nvSpPr>
          <p:cNvPr id="73" name="Rounded Rectangle 72"/>
          <p:cNvSpPr/>
          <p:nvPr/>
        </p:nvSpPr>
        <p:spPr>
          <a:xfrm>
            <a:off x="281737" y="3700274"/>
            <a:ext cx="11472113" cy="2282838"/>
          </a:xfrm>
          <a:prstGeom prst="round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74" name="TextBox 73"/>
          <p:cNvSpPr txBox="1"/>
          <p:nvPr/>
        </p:nvSpPr>
        <p:spPr>
          <a:xfrm>
            <a:off x="441619" y="4135698"/>
            <a:ext cx="11213326" cy="1446550"/>
          </a:xfrm>
          <a:prstGeom prst="rect">
            <a:avLst/>
          </a:prstGeom>
          <a:noFill/>
        </p:spPr>
        <p:txBody>
          <a:bodyPr wrap="none" rtlCol="0">
            <a:spAutoFit/>
          </a:bodyPr>
          <a:lstStyle/>
          <a:p>
            <a:pPr marL="171450" indent="-171450">
              <a:buFont typeface="Wingdings" panose="05000000000000000000" pitchFamily="2" charset="2"/>
              <a:buChar char="§"/>
            </a:pPr>
            <a:r>
              <a:rPr lang="pt-PT" sz="1100" dirty="0" err="1"/>
              <a:t>All</a:t>
            </a:r>
            <a:r>
              <a:rPr lang="pt-PT" sz="1100" dirty="0"/>
              <a:t> </a:t>
            </a:r>
            <a:r>
              <a:rPr lang="pt-PT" sz="1100" dirty="0" err="1"/>
              <a:t>important</a:t>
            </a:r>
            <a:r>
              <a:rPr lang="pt-PT" sz="1100" dirty="0"/>
              <a:t> </a:t>
            </a:r>
            <a:r>
              <a:rPr lang="pt-PT" sz="1100" dirty="0" err="1"/>
              <a:t>key</a:t>
            </a:r>
            <a:r>
              <a:rPr lang="pt-PT" sz="1100" dirty="0"/>
              <a:t> </a:t>
            </a:r>
            <a:r>
              <a:rPr lang="pt-PT" sz="1100" dirty="0" err="1"/>
              <a:t>user</a:t>
            </a:r>
            <a:r>
              <a:rPr lang="pt-PT" sz="1100" dirty="0"/>
              <a:t> </a:t>
            </a:r>
            <a:r>
              <a:rPr lang="pt-PT" sz="1100" dirty="0" err="1"/>
              <a:t>journeys</a:t>
            </a:r>
            <a:r>
              <a:rPr lang="pt-PT" sz="1100" dirty="0"/>
              <a:t> </a:t>
            </a:r>
            <a:r>
              <a:rPr lang="pt-PT" sz="1100" dirty="0" err="1"/>
              <a:t>needs</a:t>
            </a:r>
            <a:r>
              <a:rPr lang="pt-PT" sz="1100" dirty="0"/>
              <a:t> to </a:t>
            </a:r>
            <a:r>
              <a:rPr lang="pt-PT" sz="1100" dirty="0" err="1"/>
              <a:t>be</a:t>
            </a:r>
            <a:r>
              <a:rPr lang="pt-PT" sz="1100" dirty="0"/>
              <a:t> </a:t>
            </a:r>
            <a:r>
              <a:rPr lang="pt-PT" sz="1100" dirty="0" err="1"/>
              <a:t>identified</a:t>
            </a:r>
            <a:r>
              <a:rPr lang="pt-PT" sz="1100" dirty="0"/>
              <a:t> to </a:t>
            </a:r>
            <a:r>
              <a:rPr lang="pt-PT" sz="1100" dirty="0" err="1"/>
              <a:t>implement</a:t>
            </a:r>
            <a:r>
              <a:rPr lang="pt-PT" sz="1100" dirty="0"/>
              <a:t> </a:t>
            </a:r>
            <a:r>
              <a:rPr lang="pt-PT" sz="1100" dirty="0" err="1"/>
              <a:t>Synthetic</a:t>
            </a:r>
            <a:r>
              <a:rPr lang="pt-PT" sz="1100" dirty="0"/>
              <a:t> Monitoring (</a:t>
            </a:r>
            <a:r>
              <a:rPr lang="en-US" sz="1100" dirty="0"/>
              <a:t>availability and performance of a critical business flow from a user’s perspective)</a:t>
            </a:r>
            <a:r>
              <a:rPr lang="pt-PT" sz="1100" dirty="0"/>
              <a:t>.</a:t>
            </a:r>
          </a:p>
          <a:p>
            <a:pPr marL="171450" indent="-171450">
              <a:buFont typeface="Wingdings" panose="05000000000000000000" pitchFamily="2" charset="2"/>
              <a:buChar char="§"/>
            </a:pPr>
            <a:r>
              <a:rPr lang="en-US" sz="1100" dirty="0"/>
              <a:t>According to the important </a:t>
            </a:r>
            <a:r>
              <a:rPr lang="en-US" sz="1100" dirty="0" err="1"/>
              <a:t>kpis</a:t>
            </a:r>
            <a:r>
              <a:rPr lang="en-US" sz="1100" dirty="0"/>
              <a:t> to be measured, it is necessary to ensure that metadata and/or variables are present on the frontends at the interface level to enable user actions to be</a:t>
            </a:r>
          </a:p>
          <a:p>
            <a:r>
              <a:rPr lang="en-US" sz="1100" dirty="0"/>
              <a:t> identified and collected by Dynatrace.</a:t>
            </a:r>
          </a:p>
          <a:p>
            <a:pPr marL="171450" indent="-171450">
              <a:buFont typeface="Wingdings" panose="05000000000000000000" pitchFamily="2" charset="2"/>
              <a:buChar char="§"/>
            </a:pPr>
            <a:r>
              <a:rPr lang="en-US" sz="1100" dirty="0"/>
              <a:t>The services should implement the tracing and log correlation standards. Depending on the technology and the use case, the implementation can differ. E.g.: while and API</a:t>
            </a:r>
          </a:p>
          <a:p>
            <a:r>
              <a:rPr lang="en-US" sz="1100" dirty="0"/>
              <a:t>handles the traceability by defining policies, a Spring Boot </a:t>
            </a:r>
            <a:r>
              <a:rPr lang="en-US" sz="1100" dirty="0" err="1"/>
              <a:t>microservice</a:t>
            </a:r>
            <a:r>
              <a:rPr lang="en-US" sz="1100" dirty="0"/>
              <a:t> handles it by using SDKs.</a:t>
            </a:r>
            <a:r>
              <a:rPr lang="pt-PT" sz="1100" dirty="0"/>
              <a:t> </a:t>
            </a:r>
            <a:r>
              <a:rPr lang="en-US" sz="1100" i="1" dirty="0">
                <a:cs typeface="Arial"/>
              </a:rPr>
              <a:t>All the micro-services Spring boot  based should include the lib: "Spring Cloud Sleuth" </a:t>
            </a:r>
          </a:p>
          <a:p>
            <a:r>
              <a:rPr lang="en-US" sz="1100" i="1" dirty="0">
                <a:cs typeface="Arial"/>
              </a:rPr>
              <a:t>to active the distributed login  (“Adds trace and span ids to the </a:t>
            </a:r>
            <a:r>
              <a:rPr lang="en-US" sz="1100" i="1" dirty="0">
                <a:cs typeface="Arial"/>
                <a:hlinkClick r:id="rId2">
                  <a:extLst>
                    <a:ext uri="{A12FA001-AC4F-418D-AE19-62706E023703}">
                      <ahyp:hlinkClr xmlns:ahyp="http://schemas.microsoft.com/office/drawing/2018/hyperlinkcolor" val="tx"/>
                    </a:ext>
                  </a:extLst>
                </a:hlinkClick>
              </a:rPr>
              <a:t>Slf4J</a:t>
            </a:r>
            <a:r>
              <a:rPr lang="en-US" sz="1100" i="1" dirty="0">
                <a:cs typeface="Arial"/>
              </a:rPr>
              <a:t>”) </a:t>
            </a:r>
            <a:r>
              <a:rPr lang="en-US" sz="1100" dirty="0"/>
              <a:t>, for enabling the log correlation and linking the both APM and centralized log repository layers.</a:t>
            </a:r>
          </a:p>
          <a:p>
            <a:pPr marL="171450" indent="-171450">
              <a:buFont typeface="Wingdings" panose="05000000000000000000" pitchFamily="2" charset="2"/>
              <a:buChar char="§"/>
            </a:pPr>
            <a:endParaRPr lang="pt-PT" sz="1100" dirty="0"/>
          </a:p>
          <a:p>
            <a:endParaRPr lang="pt-PT" sz="1100" dirty="0"/>
          </a:p>
        </p:txBody>
      </p:sp>
      <p:sp>
        <p:nvSpPr>
          <p:cNvPr id="75" name="TextBox 74"/>
          <p:cNvSpPr txBox="1"/>
          <p:nvPr/>
        </p:nvSpPr>
        <p:spPr>
          <a:xfrm>
            <a:off x="513194" y="3836628"/>
            <a:ext cx="802848" cy="276999"/>
          </a:xfrm>
          <a:prstGeom prst="rect">
            <a:avLst/>
          </a:prstGeom>
          <a:noFill/>
        </p:spPr>
        <p:txBody>
          <a:bodyPr wrap="none" rtlCol="0">
            <a:spAutoFit/>
          </a:bodyPr>
          <a:lstStyle/>
          <a:p>
            <a:r>
              <a:rPr lang="pt-PT" sz="1200" b="1" dirty="0" err="1"/>
              <a:t>Enablers</a:t>
            </a:r>
            <a:r>
              <a:rPr lang="pt-PT" sz="1200" dirty="0"/>
              <a:t>:</a:t>
            </a:r>
          </a:p>
        </p:txBody>
      </p:sp>
      <p:sp>
        <p:nvSpPr>
          <p:cNvPr id="76" name="Text Placeholder 18">
            <a:extLst>
              <a:ext uri="{FF2B5EF4-FFF2-40B4-BE49-F238E27FC236}">
                <a16:creationId xmlns:a16="http://schemas.microsoft.com/office/drawing/2014/main" id="{D1AF3B25-64AD-792A-363C-0E5699B73EE9}"/>
              </a:ext>
            </a:extLst>
          </p:cNvPr>
          <p:cNvSpPr txBox="1">
            <a:spLocks/>
          </p:cNvSpPr>
          <p:nvPr/>
        </p:nvSpPr>
        <p:spPr>
          <a:xfrm rot="3188749">
            <a:off x="9756698" y="968375"/>
            <a:ext cx="2407303" cy="374498"/>
          </a:xfrm>
          <a:prstGeom prst="rect">
            <a:avLst/>
          </a:prstGeom>
          <a:solidFill>
            <a:schemeClr val="bg1"/>
          </a:solidFill>
          <a:ln>
            <a:solidFill>
              <a:schemeClr val="accent1"/>
            </a:solidFill>
          </a:ln>
        </p:spPr>
        <p:txBody>
          <a:bodyPr vert="horz" lIns="91440" tIns="45720" rIns="91440" bIns="45720" rtlCol="0" anchor="t">
            <a:noAutofit/>
          </a:bodyPr>
          <a:lstStyle>
            <a:lvl1pPr marL="0" indent="0" algn="l" defTabSz="914400" rtl="0" eaLnBrk="1" latinLnBrk="0" hangingPunct="1">
              <a:lnSpc>
                <a:spcPct val="90000"/>
              </a:lnSpc>
              <a:spcBef>
                <a:spcPts val="1000"/>
              </a:spcBef>
              <a:buFontTx/>
              <a:buNone/>
              <a:defRPr sz="1300" kern="1200">
                <a:solidFill>
                  <a:schemeClr val="accent1"/>
                </a:solidFill>
                <a:latin typeface="+mn-lt"/>
                <a:ea typeface="+mn-ea"/>
                <a:cs typeface="+mn-cs"/>
              </a:defRPr>
            </a:lvl1pPr>
            <a:lvl2pPr marL="457200" indent="0" algn="l" defTabSz="914400" rtl="0" eaLnBrk="1" latinLnBrk="0" hangingPunct="1">
              <a:lnSpc>
                <a:spcPct val="90000"/>
              </a:lnSpc>
              <a:spcBef>
                <a:spcPts val="500"/>
              </a:spcBef>
              <a:buFontTx/>
              <a:buNone/>
              <a:defRPr sz="11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Tx/>
              <a:buNone/>
              <a:defRPr sz="105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Tx/>
              <a:buNone/>
              <a:defRPr sz="10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Tx/>
              <a:buNone/>
              <a:defRPr sz="1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pt-PT" sz="2400" dirty="0"/>
              <a:t>ILUSTRATIVO</a:t>
            </a:r>
          </a:p>
        </p:txBody>
      </p:sp>
    </p:spTree>
    <p:extLst>
      <p:ext uri="{BB962C8B-B14F-4D97-AF65-F5344CB8AC3E}">
        <p14:creationId xmlns:p14="http://schemas.microsoft.com/office/powerpoint/2010/main" val="12298196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ángulo 44">
            <a:extLst>
              <a:ext uri="{FF2B5EF4-FFF2-40B4-BE49-F238E27FC236}">
                <a16:creationId xmlns:a16="http://schemas.microsoft.com/office/drawing/2014/main" id="{8E84B346-C3E3-C2AF-3809-D498C9457224}"/>
              </a:ext>
            </a:extLst>
          </p:cNvPr>
          <p:cNvSpPr/>
          <p:nvPr/>
        </p:nvSpPr>
        <p:spPr>
          <a:xfrm>
            <a:off x="1932699" y="581025"/>
            <a:ext cx="202649" cy="5733485"/>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grpSp>
        <p:nvGrpSpPr>
          <p:cNvPr id="14" name="Group 13">
            <a:extLst>
              <a:ext uri="{FF2B5EF4-FFF2-40B4-BE49-F238E27FC236}">
                <a16:creationId xmlns:a16="http://schemas.microsoft.com/office/drawing/2014/main" id="{E01DD7EB-7D2B-DE37-139F-F5C78A450A35}"/>
              </a:ext>
            </a:extLst>
          </p:cNvPr>
          <p:cNvGrpSpPr/>
          <p:nvPr/>
        </p:nvGrpSpPr>
        <p:grpSpPr>
          <a:xfrm>
            <a:off x="1854679" y="2774275"/>
            <a:ext cx="2820101" cy="369332"/>
            <a:chOff x="1854679" y="3238744"/>
            <a:chExt cx="2820101" cy="369332"/>
          </a:xfrm>
        </p:grpSpPr>
        <p:sp>
          <p:nvSpPr>
            <p:cNvPr id="15" name="CuadroTexto 49">
              <a:extLst>
                <a:ext uri="{FF2B5EF4-FFF2-40B4-BE49-F238E27FC236}">
                  <a16:creationId xmlns:a16="http://schemas.microsoft.com/office/drawing/2014/main" id="{9390E2DD-AAEE-3A9D-FC13-328EF0FF1E6B}"/>
                </a:ext>
              </a:extLst>
            </p:cNvPr>
            <p:cNvSpPr txBox="1"/>
            <p:nvPr/>
          </p:nvSpPr>
          <p:spPr>
            <a:xfrm>
              <a:off x="2268993" y="3238744"/>
              <a:ext cx="2405787" cy="369332"/>
            </a:xfrm>
            <a:prstGeom prst="rect">
              <a:avLst/>
            </a:prstGeom>
            <a:noFill/>
          </p:spPr>
          <p:txBody>
            <a:bodyPr wrap="none" rtlCol="0">
              <a:spAutoFit/>
            </a:bodyPr>
            <a:lstStyle/>
            <a:p>
              <a:r>
                <a:rPr lang="en-US" dirty="0" err="1">
                  <a:solidFill>
                    <a:schemeClr val="tx2"/>
                  </a:solidFill>
                  <a:latin typeface="Santander Text" panose="020B0504020201020104" pitchFamily="34" charset="0"/>
                </a:rPr>
                <a:t>Desenho</a:t>
              </a:r>
              <a:r>
                <a:rPr lang="en-US" dirty="0">
                  <a:solidFill>
                    <a:schemeClr val="tx2"/>
                  </a:solidFill>
                  <a:latin typeface="Santander Text" panose="020B0504020201020104" pitchFamily="34" charset="0"/>
                </a:rPr>
                <a:t> Técnico (HLD)</a:t>
              </a:r>
            </a:p>
          </p:txBody>
        </p:sp>
        <p:grpSp>
          <p:nvGrpSpPr>
            <p:cNvPr id="16" name="Punto 1">
              <a:extLst>
                <a:ext uri="{FF2B5EF4-FFF2-40B4-BE49-F238E27FC236}">
                  <a16:creationId xmlns:a16="http://schemas.microsoft.com/office/drawing/2014/main" id="{4E6B16E2-3C95-94CD-4202-D39E8C42CCB9}"/>
                </a:ext>
              </a:extLst>
            </p:cNvPr>
            <p:cNvGrpSpPr/>
            <p:nvPr/>
          </p:nvGrpSpPr>
          <p:grpSpPr>
            <a:xfrm>
              <a:off x="1854679" y="3244066"/>
              <a:ext cx="358688" cy="358688"/>
              <a:chOff x="3928533" y="1504713"/>
              <a:chExt cx="358688" cy="358688"/>
            </a:xfrm>
            <a:solidFill>
              <a:srgbClr val="3C3C3B"/>
            </a:solidFill>
          </p:grpSpPr>
          <p:sp>
            <p:nvSpPr>
              <p:cNvPr id="17" name="Elipse 99">
                <a:extLst>
                  <a:ext uri="{FF2B5EF4-FFF2-40B4-BE49-F238E27FC236}">
                    <a16:creationId xmlns:a16="http://schemas.microsoft.com/office/drawing/2014/main" id="{3AB23783-E5F2-E973-3E90-956A9AEA3591}"/>
                  </a:ext>
                </a:extLst>
              </p:cNvPr>
              <p:cNvSpPr/>
              <p:nvPr/>
            </p:nvSpPr>
            <p:spPr>
              <a:xfrm>
                <a:off x="3928533" y="1504713"/>
                <a:ext cx="358688" cy="35868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sp>
            <p:nvSpPr>
              <p:cNvPr id="18" name="Elipse 100">
                <a:extLst>
                  <a:ext uri="{FF2B5EF4-FFF2-40B4-BE49-F238E27FC236}">
                    <a16:creationId xmlns:a16="http://schemas.microsoft.com/office/drawing/2014/main" id="{627D84D2-9C23-52A9-CF21-8156661D1653}"/>
                  </a:ext>
                </a:extLst>
              </p:cNvPr>
              <p:cNvSpPr/>
              <p:nvPr/>
            </p:nvSpPr>
            <p:spPr>
              <a:xfrm>
                <a:off x="4027046" y="1603226"/>
                <a:ext cx="161662" cy="16166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grpSp>
      </p:grpSp>
      <p:grpSp>
        <p:nvGrpSpPr>
          <p:cNvPr id="26" name="Group 25">
            <a:extLst>
              <a:ext uri="{FF2B5EF4-FFF2-40B4-BE49-F238E27FC236}">
                <a16:creationId xmlns:a16="http://schemas.microsoft.com/office/drawing/2014/main" id="{F41981AA-D7F7-C050-E3ED-BF2658E0EE22}"/>
              </a:ext>
            </a:extLst>
          </p:cNvPr>
          <p:cNvGrpSpPr/>
          <p:nvPr/>
        </p:nvGrpSpPr>
        <p:grpSpPr>
          <a:xfrm>
            <a:off x="1854679" y="3234878"/>
            <a:ext cx="1441839" cy="369332"/>
            <a:chOff x="1854679" y="3814462"/>
            <a:chExt cx="1441839" cy="369332"/>
          </a:xfrm>
        </p:grpSpPr>
        <p:sp>
          <p:nvSpPr>
            <p:cNvPr id="27" name="CuadroTexto 55">
              <a:extLst>
                <a:ext uri="{FF2B5EF4-FFF2-40B4-BE49-F238E27FC236}">
                  <a16:creationId xmlns:a16="http://schemas.microsoft.com/office/drawing/2014/main" id="{B7092479-901E-DA5B-9C50-D4EFC8AA71AA}"/>
                </a:ext>
              </a:extLst>
            </p:cNvPr>
            <p:cNvSpPr txBox="1"/>
            <p:nvPr/>
          </p:nvSpPr>
          <p:spPr>
            <a:xfrm>
              <a:off x="2268993" y="3814462"/>
              <a:ext cx="1027525" cy="369332"/>
            </a:xfrm>
            <a:prstGeom prst="rect">
              <a:avLst/>
            </a:prstGeom>
            <a:noFill/>
          </p:spPr>
          <p:txBody>
            <a:bodyPr wrap="none" rtlCol="0">
              <a:spAutoFit/>
            </a:bodyPr>
            <a:lstStyle/>
            <a:p>
              <a:r>
                <a:rPr lang="en-US" dirty="0">
                  <a:solidFill>
                    <a:schemeClr val="tx2"/>
                  </a:solidFill>
                  <a:latin typeface="Santander Text" panose="020B0504020201020104" pitchFamily="34" charset="0"/>
                </a:rPr>
                <a:t>Volumes</a:t>
              </a:r>
            </a:p>
          </p:txBody>
        </p:sp>
        <p:grpSp>
          <p:nvGrpSpPr>
            <p:cNvPr id="28" name="Punto 1">
              <a:extLst>
                <a:ext uri="{FF2B5EF4-FFF2-40B4-BE49-F238E27FC236}">
                  <a16:creationId xmlns:a16="http://schemas.microsoft.com/office/drawing/2014/main" id="{AFA9A070-3FA7-AFF0-543F-2E7BC9165D28}"/>
                </a:ext>
              </a:extLst>
            </p:cNvPr>
            <p:cNvGrpSpPr/>
            <p:nvPr/>
          </p:nvGrpSpPr>
          <p:grpSpPr>
            <a:xfrm>
              <a:off x="1854679" y="3819784"/>
              <a:ext cx="358688" cy="358688"/>
              <a:chOff x="3928533" y="1504713"/>
              <a:chExt cx="358688" cy="358688"/>
            </a:xfrm>
            <a:solidFill>
              <a:srgbClr val="3C3C3B"/>
            </a:solidFill>
          </p:grpSpPr>
          <p:sp>
            <p:nvSpPr>
              <p:cNvPr id="29" name="Elipse 102">
                <a:extLst>
                  <a:ext uri="{FF2B5EF4-FFF2-40B4-BE49-F238E27FC236}">
                    <a16:creationId xmlns:a16="http://schemas.microsoft.com/office/drawing/2014/main" id="{B7F372AE-57F1-CDAB-8DBA-2739DCD70442}"/>
                  </a:ext>
                </a:extLst>
              </p:cNvPr>
              <p:cNvSpPr/>
              <p:nvPr/>
            </p:nvSpPr>
            <p:spPr>
              <a:xfrm>
                <a:off x="3928533" y="1504713"/>
                <a:ext cx="358688" cy="35868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sp>
            <p:nvSpPr>
              <p:cNvPr id="30" name="Elipse 103">
                <a:extLst>
                  <a:ext uri="{FF2B5EF4-FFF2-40B4-BE49-F238E27FC236}">
                    <a16:creationId xmlns:a16="http://schemas.microsoft.com/office/drawing/2014/main" id="{638236D3-4676-CE09-0F9F-A5FE83A04CBA}"/>
                  </a:ext>
                </a:extLst>
              </p:cNvPr>
              <p:cNvSpPr/>
              <p:nvPr/>
            </p:nvSpPr>
            <p:spPr>
              <a:xfrm>
                <a:off x="4027046" y="1603226"/>
                <a:ext cx="161662" cy="16166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grpSp>
      </p:grpSp>
      <p:grpSp>
        <p:nvGrpSpPr>
          <p:cNvPr id="31" name="Group 30">
            <a:extLst>
              <a:ext uri="{FF2B5EF4-FFF2-40B4-BE49-F238E27FC236}">
                <a16:creationId xmlns:a16="http://schemas.microsoft.com/office/drawing/2014/main" id="{50F505CC-B3C8-C879-A880-AB3CE684C51D}"/>
              </a:ext>
            </a:extLst>
          </p:cNvPr>
          <p:cNvGrpSpPr/>
          <p:nvPr/>
        </p:nvGrpSpPr>
        <p:grpSpPr>
          <a:xfrm>
            <a:off x="1854679" y="4156084"/>
            <a:ext cx="3725670" cy="369332"/>
            <a:chOff x="1854679" y="4351720"/>
            <a:chExt cx="3725670" cy="369332"/>
          </a:xfrm>
        </p:grpSpPr>
        <p:sp>
          <p:nvSpPr>
            <p:cNvPr id="32" name="CuadroTexto 51">
              <a:extLst>
                <a:ext uri="{FF2B5EF4-FFF2-40B4-BE49-F238E27FC236}">
                  <a16:creationId xmlns:a16="http://schemas.microsoft.com/office/drawing/2014/main" id="{21F4BD9D-8D57-0456-5374-8776C7BF44FF}"/>
                </a:ext>
              </a:extLst>
            </p:cNvPr>
            <p:cNvSpPr txBox="1"/>
            <p:nvPr/>
          </p:nvSpPr>
          <p:spPr>
            <a:xfrm>
              <a:off x="2268993" y="4351720"/>
              <a:ext cx="3311356" cy="369332"/>
            </a:xfrm>
            <a:prstGeom prst="rect">
              <a:avLst/>
            </a:prstGeom>
            <a:noFill/>
          </p:spPr>
          <p:txBody>
            <a:bodyPr wrap="none" rtlCol="0">
              <a:spAutoFit/>
            </a:bodyPr>
            <a:lstStyle/>
            <a:p>
              <a:r>
                <a:rPr lang="en-US" dirty="0" err="1">
                  <a:solidFill>
                    <a:schemeClr val="tx2"/>
                  </a:solidFill>
                  <a:latin typeface="Santander Text" panose="020B0504020201020104" pitchFamily="34" charset="0"/>
                </a:rPr>
                <a:t>Desenho</a:t>
              </a:r>
              <a:r>
                <a:rPr lang="en-US" dirty="0">
                  <a:solidFill>
                    <a:schemeClr val="tx2"/>
                  </a:solidFill>
                  <a:latin typeface="Santander Text" panose="020B0504020201020104" pitchFamily="34" charset="0"/>
                </a:rPr>
                <a:t> de </a:t>
              </a:r>
              <a:r>
                <a:rPr lang="en-US" dirty="0" err="1">
                  <a:solidFill>
                    <a:schemeClr val="tx2"/>
                  </a:solidFill>
                  <a:latin typeface="Santander Text" panose="020B0504020201020104" pitchFamily="34" charset="0"/>
                </a:rPr>
                <a:t>Infraestrutura</a:t>
              </a:r>
              <a:r>
                <a:rPr lang="en-US" dirty="0">
                  <a:solidFill>
                    <a:schemeClr val="tx2"/>
                  </a:solidFill>
                  <a:latin typeface="Santander Text" panose="020B0504020201020104" pitchFamily="34" charset="0"/>
                </a:rPr>
                <a:t> + LLD</a:t>
              </a:r>
            </a:p>
          </p:txBody>
        </p:sp>
        <p:grpSp>
          <p:nvGrpSpPr>
            <p:cNvPr id="33" name="Punto 1">
              <a:extLst>
                <a:ext uri="{FF2B5EF4-FFF2-40B4-BE49-F238E27FC236}">
                  <a16:creationId xmlns:a16="http://schemas.microsoft.com/office/drawing/2014/main" id="{B29A1360-5BB5-EEB3-B89B-D43875BD9787}"/>
                </a:ext>
              </a:extLst>
            </p:cNvPr>
            <p:cNvGrpSpPr/>
            <p:nvPr/>
          </p:nvGrpSpPr>
          <p:grpSpPr>
            <a:xfrm>
              <a:off x="1854679" y="4357042"/>
              <a:ext cx="358688" cy="358688"/>
              <a:chOff x="3928533" y="1504713"/>
              <a:chExt cx="358688" cy="358688"/>
            </a:xfrm>
            <a:solidFill>
              <a:srgbClr val="3C3C3B"/>
            </a:solidFill>
          </p:grpSpPr>
          <p:sp>
            <p:nvSpPr>
              <p:cNvPr id="34" name="Elipse 105">
                <a:extLst>
                  <a:ext uri="{FF2B5EF4-FFF2-40B4-BE49-F238E27FC236}">
                    <a16:creationId xmlns:a16="http://schemas.microsoft.com/office/drawing/2014/main" id="{3AE4D0F1-DFDC-ACCD-EC46-5FEE7C1637D4}"/>
                  </a:ext>
                </a:extLst>
              </p:cNvPr>
              <p:cNvSpPr/>
              <p:nvPr/>
            </p:nvSpPr>
            <p:spPr>
              <a:xfrm>
                <a:off x="3928533" y="1504713"/>
                <a:ext cx="358688" cy="35868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sp>
            <p:nvSpPr>
              <p:cNvPr id="35" name="Elipse 106">
                <a:extLst>
                  <a:ext uri="{FF2B5EF4-FFF2-40B4-BE49-F238E27FC236}">
                    <a16:creationId xmlns:a16="http://schemas.microsoft.com/office/drawing/2014/main" id="{4050D061-A4C7-A068-CA8C-00EC157380D4}"/>
                  </a:ext>
                </a:extLst>
              </p:cNvPr>
              <p:cNvSpPr/>
              <p:nvPr/>
            </p:nvSpPr>
            <p:spPr>
              <a:xfrm>
                <a:off x="4027046" y="1603226"/>
                <a:ext cx="161662" cy="16166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grpSp>
      </p:grpSp>
      <p:grpSp>
        <p:nvGrpSpPr>
          <p:cNvPr id="36" name="Group 35">
            <a:extLst>
              <a:ext uri="{FF2B5EF4-FFF2-40B4-BE49-F238E27FC236}">
                <a16:creationId xmlns:a16="http://schemas.microsoft.com/office/drawing/2014/main" id="{0853D6E4-AD81-F58A-EE3E-F341ABB544B4}"/>
              </a:ext>
            </a:extLst>
          </p:cNvPr>
          <p:cNvGrpSpPr/>
          <p:nvPr/>
        </p:nvGrpSpPr>
        <p:grpSpPr>
          <a:xfrm>
            <a:off x="1854679" y="5077290"/>
            <a:ext cx="2754314" cy="369332"/>
            <a:chOff x="1854679" y="4934771"/>
            <a:chExt cx="2754314" cy="369332"/>
          </a:xfrm>
        </p:grpSpPr>
        <p:sp>
          <p:nvSpPr>
            <p:cNvPr id="37" name="CuadroTexto 56">
              <a:extLst>
                <a:ext uri="{FF2B5EF4-FFF2-40B4-BE49-F238E27FC236}">
                  <a16:creationId xmlns:a16="http://schemas.microsoft.com/office/drawing/2014/main" id="{CEE5C86A-4B68-5FF1-C0C8-2A70A66462F9}"/>
                </a:ext>
              </a:extLst>
            </p:cNvPr>
            <p:cNvSpPr txBox="1"/>
            <p:nvPr/>
          </p:nvSpPr>
          <p:spPr>
            <a:xfrm>
              <a:off x="2268993" y="4934771"/>
              <a:ext cx="2340000" cy="369332"/>
            </a:xfrm>
            <a:prstGeom prst="rect">
              <a:avLst/>
            </a:prstGeom>
            <a:noFill/>
          </p:spPr>
          <p:txBody>
            <a:bodyPr wrap="none" rtlCol="0">
              <a:spAutoFit/>
            </a:bodyPr>
            <a:lstStyle>
              <a:defPPr>
                <a:defRPr lang="es-ES"/>
              </a:defPPr>
              <a:lvl1pPr>
                <a:defRPr>
                  <a:solidFill>
                    <a:schemeClr val="tx1">
                      <a:lumMod val="65000"/>
                      <a:lumOff val="35000"/>
                    </a:schemeClr>
                  </a:solidFill>
                </a:defRPr>
              </a:lvl1pPr>
            </a:lstStyle>
            <a:p>
              <a:r>
                <a:rPr lang="en-US" dirty="0" err="1">
                  <a:solidFill>
                    <a:schemeClr val="tx2"/>
                  </a:solidFill>
                  <a:latin typeface="Santander Text" panose="020B0504020201020104" pitchFamily="34" charset="0"/>
                </a:rPr>
                <a:t>Riscos</a:t>
              </a:r>
              <a:r>
                <a:rPr lang="en-US" dirty="0">
                  <a:solidFill>
                    <a:schemeClr val="tx2"/>
                  </a:solidFill>
                  <a:latin typeface="Santander Text" panose="020B0504020201020104" pitchFamily="34" charset="0"/>
                </a:rPr>
                <a:t> e </a:t>
              </a:r>
              <a:r>
                <a:rPr lang="en-US" dirty="0" err="1">
                  <a:solidFill>
                    <a:schemeClr val="tx2"/>
                  </a:solidFill>
                  <a:latin typeface="Santander Text" panose="020B0504020201020104" pitchFamily="34" charset="0"/>
                </a:rPr>
                <a:t>dependências</a:t>
              </a:r>
              <a:endParaRPr lang="en-US" dirty="0">
                <a:solidFill>
                  <a:schemeClr val="tx2"/>
                </a:solidFill>
                <a:latin typeface="Santander Text" panose="020B0504020201020104" pitchFamily="34" charset="0"/>
              </a:endParaRPr>
            </a:p>
          </p:txBody>
        </p:sp>
        <p:grpSp>
          <p:nvGrpSpPr>
            <p:cNvPr id="38" name="Punto 1">
              <a:extLst>
                <a:ext uri="{FF2B5EF4-FFF2-40B4-BE49-F238E27FC236}">
                  <a16:creationId xmlns:a16="http://schemas.microsoft.com/office/drawing/2014/main" id="{F2FFE8AB-54DF-A5ED-4984-D615D8596848}"/>
                </a:ext>
              </a:extLst>
            </p:cNvPr>
            <p:cNvGrpSpPr/>
            <p:nvPr/>
          </p:nvGrpSpPr>
          <p:grpSpPr>
            <a:xfrm>
              <a:off x="1854679" y="4940093"/>
              <a:ext cx="358688" cy="358688"/>
              <a:chOff x="3928533" y="1504713"/>
              <a:chExt cx="358688" cy="358688"/>
            </a:xfrm>
            <a:solidFill>
              <a:srgbClr val="3C3C3B"/>
            </a:solidFill>
          </p:grpSpPr>
          <p:sp>
            <p:nvSpPr>
              <p:cNvPr id="39" name="Elipse 111">
                <a:extLst>
                  <a:ext uri="{FF2B5EF4-FFF2-40B4-BE49-F238E27FC236}">
                    <a16:creationId xmlns:a16="http://schemas.microsoft.com/office/drawing/2014/main" id="{526679CB-419C-94BC-899C-8255C73619E9}"/>
                  </a:ext>
                </a:extLst>
              </p:cNvPr>
              <p:cNvSpPr/>
              <p:nvPr/>
            </p:nvSpPr>
            <p:spPr>
              <a:xfrm>
                <a:off x="3928533" y="1504713"/>
                <a:ext cx="358688" cy="35868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sp>
            <p:nvSpPr>
              <p:cNvPr id="40" name="Elipse 112">
                <a:extLst>
                  <a:ext uri="{FF2B5EF4-FFF2-40B4-BE49-F238E27FC236}">
                    <a16:creationId xmlns:a16="http://schemas.microsoft.com/office/drawing/2014/main" id="{AFCED908-6709-3162-A677-DF65BD99D1F7}"/>
                  </a:ext>
                </a:extLst>
              </p:cNvPr>
              <p:cNvSpPr/>
              <p:nvPr/>
            </p:nvSpPr>
            <p:spPr>
              <a:xfrm>
                <a:off x="4027046" y="1603226"/>
                <a:ext cx="161662" cy="16166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grpSp>
      </p:grpSp>
      <p:grpSp>
        <p:nvGrpSpPr>
          <p:cNvPr id="41" name="Group 40">
            <a:extLst>
              <a:ext uri="{FF2B5EF4-FFF2-40B4-BE49-F238E27FC236}">
                <a16:creationId xmlns:a16="http://schemas.microsoft.com/office/drawing/2014/main" id="{872B81A0-53A4-A81F-B110-8565A6E4936F}"/>
              </a:ext>
            </a:extLst>
          </p:cNvPr>
          <p:cNvGrpSpPr/>
          <p:nvPr/>
        </p:nvGrpSpPr>
        <p:grpSpPr>
          <a:xfrm>
            <a:off x="1854679" y="5537893"/>
            <a:ext cx="4932026" cy="369332"/>
            <a:chOff x="1854679" y="5503730"/>
            <a:chExt cx="4932026" cy="369332"/>
          </a:xfrm>
        </p:grpSpPr>
        <p:sp>
          <p:nvSpPr>
            <p:cNvPr id="42" name="CuadroTexto 45">
              <a:extLst>
                <a:ext uri="{FF2B5EF4-FFF2-40B4-BE49-F238E27FC236}">
                  <a16:creationId xmlns:a16="http://schemas.microsoft.com/office/drawing/2014/main" id="{7DBD9A9F-01E3-49B5-802C-B48127D2F506}"/>
                </a:ext>
              </a:extLst>
            </p:cNvPr>
            <p:cNvSpPr txBox="1"/>
            <p:nvPr/>
          </p:nvSpPr>
          <p:spPr>
            <a:xfrm>
              <a:off x="2268993" y="5503730"/>
              <a:ext cx="4517712" cy="369332"/>
            </a:xfrm>
            <a:prstGeom prst="rect">
              <a:avLst/>
            </a:prstGeom>
            <a:noFill/>
          </p:spPr>
          <p:txBody>
            <a:bodyPr wrap="none" rtlCol="0">
              <a:spAutoFit/>
            </a:bodyPr>
            <a:lstStyle/>
            <a:p>
              <a:r>
                <a:rPr lang="en-US" dirty="0" err="1">
                  <a:solidFill>
                    <a:schemeClr val="tx2"/>
                  </a:solidFill>
                  <a:latin typeface="Santander Text" panose="020B0504020201020104" pitchFamily="34" charset="0"/>
                </a:rPr>
                <a:t>Documentação</a:t>
              </a:r>
              <a:r>
                <a:rPr lang="en-US" dirty="0">
                  <a:solidFill>
                    <a:schemeClr val="tx2"/>
                  </a:solidFill>
                  <a:latin typeface="Santander Text" panose="020B0504020201020104" pitchFamily="34" charset="0"/>
                </a:rPr>
                <a:t> de </a:t>
              </a:r>
              <a:r>
                <a:rPr lang="en-US" dirty="0" err="1">
                  <a:solidFill>
                    <a:schemeClr val="tx2"/>
                  </a:solidFill>
                  <a:latin typeface="Santander Text" panose="020B0504020201020104" pitchFamily="34" charset="0"/>
                </a:rPr>
                <a:t>Referência</a:t>
              </a:r>
              <a:r>
                <a:rPr lang="en-US" dirty="0">
                  <a:solidFill>
                    <a:schemeClr val="tx2"/>
                  </a:solidFill>
                  <a:latin typeface="Santander Text" panose="020B0504020201020104" pitchFamily="34" charset="0"/>
                </a:rPr>
                <a:t> e Boas </a:t>
              </a:r>
              <a:r>
                <a:rPr lang="en-US" dirty="0" err="1">
                  <a:solidFill>
                    <a:schemeClr val="tx2"/>
                  </a:solidFill>
                  <a:latin typeface="Santander Text" panose="020B0504020201020104" pitchFamily="34" charset="0"/>
                </a:rPr>
                <a:t>Práticas</a:t>
              </a:r>
              <a:endParaRPr lang="en-US" dirty="0">
                <a:solidFill>
                  <a:schemeClr val="tx2"/>
                </a:solidFill>
                <a:latin typeface="Santander Text" panose="020B0504020201020104" pitchFamily="34" charset="0"/>
              </a:endParaRPr>
            </a:p>
          </p:txBody>
        </p:sp>
        <p:grpSp>
          <p:nvGrpSpPr>
            <p:cNvPr id="43" name="Punto 1">
              <a:extLst>
                <a:ext uri="{FF2B5EF4-FFF2-40B4-BE49-F238E27FC236}">
                  <a16:creationId xmlns:a16="http://schemas.microsoft.com/office/drawing/2014/main" id="{133E6B81-5DF4-5EF0-C0E2-AFC2440CC553}"/>
                </a:ext>
              </a:extLst>
            </p:cNvPr>
            <p:cNvGrpSpPr/>
            <p:nvPr/>
          </p:nvGrpSpPr>
          <p:grpSpPr>
            <a:xfrm>
              <a:off x="1854679" y="5509052"/>
              <a:ext cx="358688" cy="358688"/>
              <a:chOff x="3928533" y="1504713"/>
              <a:chExt cx="358688" cy="358688"/>
            </a:xfrm>
            <a:solidFill>
              <a:srgbClr val="3C3C3B"/>
            </a:solidFill>
          </p:grpSpPr>
          <p:sp>
            <p:nvSpPr>
              <p:cNvPr id="44" name="Elipse 52">
                <a:extLst>
                  <a:ext uri="{FF2B5EF4-FFF2-40B4-BE49-F238E27FC236}">
                    <a16:creationId xmlns:a16="http://schemas.microsoft.com/office/drawing/2014/main" id="{BB0AD073-EA83-2FB8-EAA0-F750E49D8BCA}"/>
                  </a:ext>
                </a:extLst>
              </p:cNvPr>
              <p:cNvSpPr/>
              <p:nvPr/>
            </p:nvSpPr>
            <p:spPr>
              <a:xfrm>
                <a:off x="3928533" y="1504713"/>
                <a:ext cx="358688" cy="35868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sp>
            <p:nvSpPr>
              <p:cNvPr id="61" name="Elipse 53">
                <a:extLst>
                  <a:ext uri="{FF2B5EF4-FFF2-40B4-BE49-F238E27FC236}">
                    <a16:creationId xmlns:a16="http://schemas.microsoft.com/office/drawing/2014/main" id="{283532B3-4120-CE31-1DDE-D5A9B72C2552}"/>
                  </a:ext>
                </a:extLst>
              </p:cNvPr>
              <p:cNvSpPr/>
              <p:nvPr/>
            </p:nvSpPr>
            <p:spPr>
              <a:xfrm>
                <a:off x="4027046" y="1603226"/>
                <a:ext cx="161662" cy="16166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grpSp>
      </p:grpSp>
      <p:grpSp>
        <p:nvGrpSpPr>
          <p:cNvPr id="62" name="Group 61">
            <a:extLst>
              <a:ext uri="{FF2B5EF4-FFF2-40B4-BE49-F238E27FC236}">
                <a16:creationId xmlns:a16="http://schemas.microsoft.com/office/drawing/2014/main" id="{91258D25-D998-0788-BF32-E7C5DA128A63}"/>
              </a:ext>
            </a:extLst>
          </p:cNvPr>
          <p:cNvGrpSpPr/>
          <p:nvPr/>
        </p:nvGrpSpPr>
        <p:grpSpPr>
          <a:xfrm>
            <a:off x="1854679" y="5998502"/>
            <a:ext cx="1300647" cy="369332"/>
            <a:chOff x="1854679" y="6037414"/>
            <a:chExt cx="1300647" cy="369332"/>
          </a:xfrm>
        </p:grpSpPr>
        <p:sp>
          <p:nvSpPr>
            <p:cNvPr id="63" name="CuadroTexto 59">
              <a:extLst>
                <a:ext uri="{FF2B5EF4-FFF2-40B4-BE49-F238E27FC236}">
                  <a16:creationId xmlns:a16="http://schemas.microsoft.com/office/drawing/2014/main" id="{547C0E11-32D3-D61C-2CF2-683647F076F5}"/>
                </a:ext>
              </a:extLst>
            </p:cNvPr>
            <p:cNvSpPr txBox="1"/>
            <p:nvPr/>
          </p:nvSpPr>
          <p:spPr>
            <a:xfrm>
              <a:off x="2268993" y="6037414"/>
              <a:ext cx="886333" cy="369332"/>
            </a:xfrm>
            <a:prstGeom prst="rect">
              <a:avLst/>
            </a:prstGeom>
            <a:noFill/>
          </p:spPr>
          <p:txBody>
            <a:bodyPr wrap="none" rtlCol="0">
              <a:spAutoFit/>
            </a:bodyPr>
            <a:lstStyle/>
            <a:p>
              <a:r>
                <a:rPr lang="en-US" dirty="0" err="1">
                  <a:solidFill>
                    <a:schemeClr val="tx2"/>
                  </a:solidFill>
                  <a:latin typeface="Santander Text" panose="020B0504020201020104" pitchFamily="34" charset="0"/>
                </a:rPr>
                <a:t>Anexos</a:t>
              </a:r>
              <a:endParaRPr lang="en-US" dirty="0">
                <a:solidFill>
                  <a:schemeClr val="tx2"/>
                </a:solidFill>
                <a:latin typeface="Santander Text" panose="020B0504020201020104" pitchFamily="34" charset="0"/>
              </a:endParaRPr>
            </a:p>
          </p:txBody>
        </p:sp>
        <p:grpSp>
          <p:nvGrpSpPr>
            <p:cNvPr id="64" name="Punto 1">
              <a:extLst>
                <a:ext uri="{FF2B5EF4-FFF2-40B4-BE49-F238E27FC236}">
                  <a16:creationId xmlns:a16="http://schemas.microsoft.com/office/drawing/2014/main" id="{6871489F-5749-5BB6-9287-D7594DC9F6CB}"/>
                </a:ext>
              </a:extLst>
            </p:cNvPr>
            <p:cNvGrpSpPr/>
            <p:nvPr/>
          </p:nvGrpSpPr>
          <p:grpSpPr>
            <a:xfrm>
              <a:off x="1854679" y="6042736"/>
              <a:ext cx="358688" cy="358688"/>
              <a:chOff x="3928533" y="1504713"/>
              <a:chExt cx="358688" cy="358688"/>
            </a:xfrm>
            <a:solidFill>
              <a:srgbClr val="3C3C3B"/>
            </a:solidFill>
          </p:grpSpPr>
          <p:sp>
            <p:nvSpPr>
              <p:cNvPr id="65" name="Elipse 52">
                <a:extLst>
                  <a:ext uri="{FF2B5EF4-FFF2-40B4-BE49-F238E27FC236}">
                    <a16:creationId xmlns:a16="http://schemas.microsoft.com/office/drawing/2014/main" id="{F6563DA2-3E4F-0D6A-57BD-D899A57DA4E1}"/>
                  </a:ext>
                </a:extLst>
              </p:cNvPr>
              <p:cNvSpPr/>
              <p:nvPr/>
            </p:nvSpPr>
            <p:spPr>
              <a:xfrm>
                <a:off x="3928533" y="1504713"/>
                <a:ext cx="358688" cy="35868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sp>
            <p:nvSpPr>
              <p:cNvPr id="66" name="Elipse 53">
                <a:extLst>
                  <a:ext uri="{FF2B5EF4-FFF2-40B4-BE49-F238E27FC236}">
                    <a16:creationId xmlns:a16="http://schemas.microsoft.com/office/drawing/2014/main" id="{3E2D3301-D5A8-285C-1E6F-8CCA6FE02A6A}"/>
                  </a:ext>
                </a:extLst>
              </p:cNvPr>
              <p:cNvSpPr/>
              <p:nvPr/>
            </p:nvSpPr>
            <p:spPr>
              <a:xfrm>
                <a:off x="4027046" y="1603226"/>
                <a:ext cx="161662" cy="16166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grpSp>
      </p:grpSp>
      <p:grpSp>
        <p:nvGrpSpPr>
          <p:cNvPr id="67" name="Group 66">
            <a:extLst>
              <a:ext uri="{FF2B5EF4-FFF2-40B4-BE49-F238E27FC236}">
                <a16:creationId xmlns:a16="http://schemas.microsoft.com/office/drawing/2014/main" id="{494F7AFB-E803-7BF7-4344-B18552E39421}"/>
              </a:ext>
            </a:extLst>
          </p:cNvPr>
          <p:cNvGrpSpPr/>
          <p:nvPr/>
        </p:nvGrpSpPr>
        <p:grpSpPr>
          <a:xfrm>
            <a:off x="1854679" y="931863"/>
            <a:ext cx="1991797" cy="369332"/>
            <a:chOff x="1854679" y="1044073"/>
            <a:chExt cx="1991797" cy="369332"/>
          </a:xfrm>
        </p:grpSpPr>
        <p:grpSp>
          <p:nvGrpSpPr>
            <p:cNvPr id="68" name="Punto 1">
              <a:extLst>
                <a:ext uri="{FF2B5EF4-FFF2-40B4-BE49-F238E27FC236}">
                  <a16:creationId xmlns:a16="http://schemas.microsoft.com/office/drawing/2014/main" id="{6711FC6B-83CC-A0DF-CDEE-9ECC1B82EBA0}"/>
                </a:ext>
              </a:extLst>
            </p:cNvPr>
            <p:cNvGrpSpPr/>
            <p:nvPr/>
          </p:nvGrpSpPr>
          <p:grpSpPr>
            <a:xfrm>
              <a:off x="1854679" y="1049395"/>
              <a:ext cx="358688" cy="358688"/>
              <a:chOff x="3928533" y="1504713"/>
              <a:chExt cx="358688" cy="358688"/>
            </a:xfrm>
            <a:solidFill>
              <a:srgbClr val="3C3C3B"/>
            </a:solidFill>
          </p:grpSpPr>
          <p:sp>
            <p:nvSpPr>
              <p:cNvPr id="70" name="Elipse 96">
                <a:extLst>
                  <a:ext uri="{FF2B5EF4-FFF2-40B4-BE49-F238E27FC236}">
                    <a16:creationId xmlns:a16="http://schemas.microsoft.com/office/drawing/2014/main" id="{285DE238-B380-2F2F-65DE-138FECBE7E29}"/>
                  </a:ext>
                </a:extLst>
              </p:cNvPr>
              <p:cNvSpPr/>
              <p:nvPr/>
            </p:nvSpPr>
            <p:spPr>
              <a:xfrm>
                <a:off x="3928533" y="1504713"/>
                <a:ext cx="358688" cy="35868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sp>
            <p:nvSpPr>
              <p:cNvPr id="71" name="Elipse 97">
                <a:extLst>
                  <a:ext uri="{FF2B5EF4-FFF2-40B4-BE49-F238E27FC236}">
                    <a16:creationId xmlns:a16="http://schemas.microsoft.com/office/drawing/2014/main" id="{7DB66ED3-6AEB-3930-FF77-5482BFCFEB5B}"/>
                  </a:ext>
                </a:extLst>
              </p:cNvPr>
              <p:cNvSpPr/>
              <p:nvPr/>
            </p:nvSpPr>
            <p:spPr>
              <a:xfrm>
                <a:off x="4027046" y="1603226"/>
                <a:ext cx="161662" cy="16166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grpSp>
        <p:sp>
          <p:nvSpPr>
            <p:cNvPr id="69" name="CuadroTexto 47">
              <a:extLst>
                <a:ext uri="{FF2B5EF4-FFF2-40B4-BE49-F238E27FC236}">
                  <a16:creationId xmlns:a16="http://schemas.microsoft.com/office/drawing/2014/main" id="{594AB408-3B88-C462-A912-6EECE0905FAE}"/>
                </a:ext>
              </a:extLst>
            </p:cNvPr>
            <p:cNvSpPr txBox="1"/>
            <p:nvPr/>
          </p:nvSpPr>
          <p:spPr>
            <a:xfrm>
              <a:off x="2268993" y="1044073"/>
              <a:ext cx="1577483" cy="369332"/>
            </a:xfrm>
            <a:prstGeom prst="rect">
              <a:avLst/>
            </a:prstGeom>
            <a:noFill/>
          </p:spPr>
          <p:txBody>
            <a:bodyPr wrap="none" rtlCol="0">
              <a:spAutoFit/>
            </a:bodyPr>
            <a:lstStyle>
              <a:defPPr>
                <a:defRPr lang="es-ES"/>
              </a:defPPr>
              <a:lvl1pPr>
                <a:defRPr>
                  <a:solidFill>
                    <a:schemeClr val="tx1">
                      <a:lumMod val="65000"/>
                      <a:lumOff val="35000"/>
                    </a:schemeClr>
                  </a:solidFill>
                </a:defRPr>
              </a:lvl1pPr>
            </a:lstStyle>
            <a:p>
              <a:r>
                <a:rPr lang="en-US" dirty="0" err="1">
                  <a:solidFill>
                    <a:schemeClr val="tx2"/>
                  </a:solidFill>
                  <a:latin typeface="Santander Text" panose="020B0504020201020104" pitchFamily="34" charset="0"/>
                </a:rPr>
                <a:t>Situação</a:t>
              </a:r>
              <a:r>
                <a:rPr lang="en-US" dirty="0">
                  <a:solidFill>
                    <a:schemeClr val="tx2"/>
                  </a:solidFill>
                  <a:latin typeface="Santander Text" panose="020B0504020201020104" pitchFamily="34" charset="0"/>
                </a:rPr>
                <a:t> </a:t>
              </a:r>
              <a:r>
                <a:rPr lang="en-US" dirty="0" err="1">
                  <a:solidFill>
                    <a:schemeClr val="tx2"/>
                  </a:solidFill>
                  <a:latin typeface="Santander Text" panose="020B0504020201020104" pitchFamily="34" charset="0"/>
                </a:rPr>
                <a:t>Atual</a:t>
              </a:r>
              <a:endParaRPr lang="en-US" dirty="0">
                <a:solidFill>
                  <a:schemeClr val="tx2"/>
                </a:solidFill>
                <a:latin typeface="Santander Text" panose="020B0504020201020104" pitchFamily="34" charset="0"/>
              </a:endParaRPr>
            </a:p>
          </p:txBody>
        </p:sp>
      </p:grpSp>
      <p:grpSp>
        <p:nvGrpSpPr>
          <p:cNvPr id="72" name="Group 71">
            <a:extLst>
              <a:ext uri="{FF2B5EF4-FFF2-40B4-BE49-F238E27FC236}">
                <a16:creationId xmlns:a16="http://schemas.microsoft.com/office/drawing/2014/main" id="{1A1B3727-AF5D-3874-F836-670BF2C24D29}"/>
              </a:ext>
            </a:extLst>
          </p:cNvPr>
          <p:cNvGrpSpPr/>
          <p:nvPr/>
        </p:nvGrpSpPr>
        <p:grpSpPr>
          <a:xfrm>
            <a:off x="1854679" y="1853069"/>
            <a:ext cx="5412990" cy="369332"/>
            <a:chOff x="1854679" y="2101506"/>
            <a:chExt cx="5412990" cy="369332"/>
          </a:xfrm>
        </p:grpSpPr>
        <p:sp>
          <p:nvSpPr>
            <p:cNvPr id="73" name="CuadroTexto 57">
              <a:extLst>
                <a:ext uri="{FF2B5EF4-FFF2-40B4-BE49-F238E27FC236}">
                  <a16:creationId xmlns:a16="http://schemas.microsoft.com/office/drawing/2014/main" id="{5F7A9B91-1395-C614-DDA9-18BEDC661C7E}"/>
                </a:ext>
              </a:extLst>
            </p:cNvPr>
            <p:cNvSpPr txBox="1"/>
            <p:nvPr/>
          </p:nvSpPr>
          <p:spPr>
            <a:xfrm>
              <a:off x="2268993" y="2101506"/>
              <a:ext cx="4998676" cy="369332"/>
            </a:xfrm>
            <a:prstGeom prst="rect">
              <a:avLst/>
            </a:prstGeom>
            <a:noFill/>
          </p:spPr>
          <p:txBody>
            <a:bodyPr wrap="none" rtlCol="0">
              <a:spAutoFit/>
            </a:bodyPr>
            <a:lstStyle/>
            <a:p>
              <a:r>
                <a:rPr lang="pt-PT" dirty="0">
                  <a:solidFill>
                    <a:schemeClr val="tx2"/>
                  </a:solidFill>
                  <a:latin typeface="Santander Text" panose="020B0504020201020104" pitchFamily="34" charset="0"/>
                </a:rPr>
                <a:t>Identificação e Descrição de Requisitos Funcionais</a:t>
              </a:r>
            </a:p>
          </p:txBody>
        </p:sp>
        <p:grpSp>
          <p:nvGrpSpPr>
            <p:cNvPr id="74" name="Punto 1">
              <a:extLst>
                <a:ext uri="{FF2B5EF4-FFF2-40B4-BE49-F238E27FC236}">
                  <a16:creationId xmlns:a16="http://schemas.microsoft.com/office/drawing/2014/main" id="{16479A86-792C-DD9A-D35D-A31B0FA513D8}"/>
                </a:ext>
              </a:extLst>
            </p:cNvPr>
            <p:cNvGrpSpPr/>
            <p:nvPr/>
          </p:nvGrpSpPr>
          <p:grpSpPr>
            <a:xfrm>
              <a:off x="1854679" y="2106828"/>
              <a:ext cx="358688" cy="358688"/>
              <a:chOff x="3928533" y="1504713"/>
              <a:chExt cx="358688" cy="358688"/>
            </a:xfrm>
            <a:solidFill>
              <a:srgbClr val="3C3C3B"/>
            </a:solidFill>
          </p:grpSpPr>
          <p:sp>
            <p:nvSpPr>
              <p:cNvPr id="75" name="Elipse 96">
                <a:extLst>
                  <a:ext uri="{FF2B5EF4-FFF2-40B4-BE49-F238E27FC236}">
                    <a16:creationId xmlns:a16="http://schemas.microsoft.com/office/drawing/2014/main" id="{385EAC2A-05A2-647B-55A4-1631D01E3101}"/>
                  </a:ext>
                </a:extLst>
              </p:cNvPr>
              <p:cNvSpPr/>
              <p:nvPr/>
            </p:nvSpPr>
            <p:spPr>
              <a:xfrm>
                <a:off x="3928533" y="1504713"/>
                <a:ext cx="358688" cy="35868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sp>
            <p:nvSpPr>
              <p:cNvPr id="76" name="Elipse 97">
                <a:extLst>
                  <a:ext uri="{FF2B5EF4-FFF2-40B4-BE49-F238E27FC236}">
                    <a16:creationId xmlns:a16="http://schemas.microsoft.com/office/drawing/2014/main" id="{765AE42A-8BA7-0E29-8E2F-C3F24355C032}"/>
                  </a:ext>
                </a:extLst>
              </p:cNvPr>
              <p:cNvSpPr/>
              <p:nvPr/>
            </p:nvSpPr>
            <p:spPr>
              <a:xfrm>
                <a:off x="4027046" y="1603226"/>
                <a:ext cx="161662" cy="16166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grpSp>
      </p:grpSp>
      <p:grpSp>
        <p:nvGrpSpPr>
          <p:cNvPr id="77" name="Group 76">
            <a:extLst>
              <a:ext uri="{FF2B5EF4-FFF2-40B4-BE49-F238E27FC236}">
                <a16:creationId xmlns:a16="http://schemas.microsoft.com/office/drawing/2014/main" id="{68697A29-6713-5D08-96B1-7B96F46229DA}"/>
              </a:ext>
            </a:extLst>
          </p:cNvPr>
          <p:cNvGrpSpPr/>
          <p:nvPr/>
        </p:nvGrpSpPr>
        <p:grpSpPr>
          <a:xfrm>
            <a:off x="1854679" y="1392466"/>
            <a:ext cx="5086619" cy="369332"/>
            <a:chOff x="1854679" y="1559699"/>
            <a:chExt cx="5086619" cy="369332"/>
          </a:xfrm>
        </p:grpSpPr>
        <p:grpSp>
          <p:nvGrpSpPr>
            <p:cNvPr id="78" name="Punto 1">
              <a:extLst>
                <a:ext uri="{FF2B5EF4-FFF2-40B4-BE49-F238E27FC236}">
                  <a16:creationId xmlns:a16="http://schemas.microsoft.com/office/drawing/2014/main" id="{F6A23DFA-08EB-ADB7-5124-07D26236261B}"/>
                </a:ext>
              </a:extLst>
            </p:cNvPr>
            <p:cNvGrpSpPr/>
            <p:nvPr/>
          </p:nvGrpSpPr>
          <p:grpSpPr>
            <a:xfrm>
              <a:off x="1854679" y="1565021"/>
              <a:ext cx="358688" cy="358688"/>
              <a:chOff x="3928533" y="1504713"/>
              <a:chExt cx="358688" cy="358688"/>
            </a:xfrm>
            <a:solidFill>
              <a:srgbClr val="3C3C3B"/>
            </a:solidFill>
          </p:grpSpPr>
          <p:sp>
            <p:nvSpPr>
              <p:cNvPr id="80" name="Elipse 96">
                <a:extLst>
                  <a:ext uri="{FF2B5EF4-FFF2-40B4-BE49-F238E27FC236}">
                    <a16:creationId xmlns:a16="http://schemas.microsoft.com/office/drawing/2014/main" id="{CF415601-845B-745F-57EA-3D65640A9361}"/>
                  </a:ext>
                </a:extLst>
              </p:cNvPr>
              <p:cNvSpPr/>
              <p:nvPr/>
            </p:nvSpPr>
            <p:spPr>
              <a:xfrm>
                <a:off x="3928533" y="1504713"/>
                <a:ext cx="358688" cy="35868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sp>
            <p:nvSpPr>
              <p:cNvPr id="81" name="Elipse 97">
                <a:extLst>
                  <a:ext uri="{FF2B5EF4-FFF2-40B4-BE49-F238E27FC236}">
                    <a16:creationId xmlns:a16="http://schemas.microsoft.com/office/drawing/2014/main" id="{91F69277-67A8-21B1-D763-0EBD05797550}"/>
                  </a:ext>
                </a:extLst>
              </p:cNvPr>
              <p:cNvSpPr/>
              <p:nvPr/>
            </p:nvSpPr>
            <p:spPr>
              <a:xfrm>
                <a:off x="4027046" y="1603226"/>
                <a:ext cx="161662" cy="16166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grpSp>
        <p:sp>
          <p:nvSpPr>
            <p:cNvPr id="79" name="CuadroTexto 47">
              <a:extLst>
                <a:ext uri="{FF2B5EF4-FFF2-40B4-BE49-F238E27FC236}">
                  <a16:creationId xmlns:a16="http://schemas.microsoft.com/office/drawing/2014/main" id="{BCAA7184-F8EB-F692-AB63-445F47ABBD9F}"/>
                </a:ext>
              </a:extLst>
            </p:cNvPr>
            <p:cNvSpPr txBox="1"/>
            <p:nvPr/>
          </p:nvSpPr>
          <p:spPr>
            <a:xfrm>
              <a:off x="2268993" y="1559699"/>
              <a:ext cx="4672305" cy="369332"/>
            </a:xfrm>
            <a:prstGeom prst="rect">
              <a:avLst/>
            </a:prstGeom>
            <a:noFill/>
          </p:spPr>
          <p:txBody>
            <a:bodyPr wrap="none" rtlCol="0">
              <a:spAutoFit/>
            </a:bodyPr>
            <a:lstStyle>
              <a:defPPr>
                <a:defRPr lang="es-ES"/>
              </a:defPPr>
              <a:lvl1pPr>
                <a:defRPr>
                  <a:solidFill>
                    <a:schemeClr val="tx1">
                      <a:lumMod val="65000"/>
                      <a:lumOff val="35000"/>
                    </a:schemeClr>
                  </a:solidFill>
                </a:defRPr>
              </a:lvl1pPr>
            </a:lstStyle>
            <a:p>
              <a:r>
                <a:rPr lang="en-US" dirty="0" err="1">
                  <a:solidFill>
                    <a:schemeClr val="tx2"/>
                  </a:solidFill>
                  <a:latin typeface="Santander Text" panose="020B0504020201020104" pitchFamily="34" charset="0"/>
                </a:rPr>
                <a:t>Princípios</a:t>
              </a:r>
              <a:r>
                <a:rPr lang="en-US" dirty="0">
                  <a:solidFill>
                    <a:schemeClr val="tx2"/>
                  </a:solidFill>
                  <a:latin typeface="Santander Text" panose="020B0504020201020104" pitchFamily="34" charset="0"/>
                </a:rPr>
                <a:t> </a:t>
              </a:r>
              <a:r>
                <a:rPr lang="en-US" dirty="0" err="1">
                  <a:solidFill>
                    <a:schemeClr val="tx2"/>
                  </a:solidFill>
                  <a:latin typeface="Santander Text" panose="020B0504020201020104" pitchFamily="34" charset="0"/>
                </a:rPr>
                <a:t>Funcionais</a:t>
              </a:r>
              <a:r>
                <a:rPr lang="en-US" dirty="0">
                  <a:solidFill>
                    <a:schemeClr val="tx2"/>
                  </a:solidFill>
                  <a:latin typeface="Santander Text" panose="020B0504020201020104" pitchFamily="34" charset="0"/>
                </a:rPr>
                <a:t> e </a:t>
              </a:r>
              <a:r>
                <a:rPr lang="en-US" dirty="0" err="1">
                  <a:solidFill>
                    <a:schemeClr val="tx2"/>
                  </a:solidFill>
                  <a:latin typeface="Santander Text" panose="020B0504020201020104" pitchFamily="34" charset="0"/>
                </a:rPr>
                <a:t>Indicadores</a:t>
              </a:r>
              <a:r>
                <a:rPr lang="en-US" dirty="0">
                  <a:solidFill>
                    <a:schemeClr val="tx2"/>
                  </a:solidFill>
                  <a:latin typeface="Santander Text" panose="020B0504020201020104" pitchFamily="34" charset="0"/>
                </a:rPr>
                <a:t> de </a:t>
              </a:r>
              <a:r>
                <a:rPr lang="en-US" dirty="0" err="1">
                  <a:solidFill>
                    <a:schemeClr val="tx2"/>
                  </a:solidFill>
                  <a:latin typeface="Santander Text" panose="020B0504020201020104" pitchFamily="34" charset="0"/>
                </a:rPr>
                <a:t>Negócio</a:t>
              </a:r>
              <a:endParaRPr lang="en-US" dirty="0">
                <a:solidFill>
                  <a:schemeClr val="tx2"/>
                </a:solidFill>
                <a:latin typeface="Santander Text" panose="020B0504020201020104" pitchFamily="34" charset="0"/>
              </a:endParaRPr>
            </a:p>
          </p:txBody>
        </p:sp>
      </p:grpSp>
      <p:grpSp>
        <p:nvGrpSpPr>
          <p:cNvPr id="82" name="Group 81">
            <a:extLst>
              <a:ext uri="{FF2B5EF4-FFF2-40B4-BE49-F238E27FC236}">
                <a16:creationId xmlns:a16="http://schemas.microsoft.com/office/drawing/2014/main" id="{C45B9E9D-3344-2F4A-25C5-F145B80BBCDE}"/>
              </a:ext>
            </a:extLst>
          </p:cNvPr>
          <p:cNvGrpSpPr/>
          <p:nvPr/>
        </p:nvGrpSpPr>
        <p:grpSpPr>
          <a:xfrm>
            <a:off x="1854679" y="2313672"/>
            <a:ext cx="2554387" cy="369332"/>
            <a:chOff x="1854679" y="2707045"/>
            <a:chExt cx="2554387" cy="369332"/>
          </a:xfrm>
        </p:grpSpPr>
        <p:sp>
          <p:nvSpPr>
            <p:cNvPr id="83" name="CuadroTexto 57">
              <a:extLst>
                <a:ext uri="{FF2B5EF4-FFF2-40B4-BE49-F238E27FC236}">
                  <a16:creationId xmlns:a16="http://schemas.microsoft.com/office/drawing/2014/main" id="{9F9F12F6-E8F4-2120-A5E9-3E3BC3586171}"/>
                </a:ext>
              </a:extLst>
            </p:cNvPr>
            <p:cNvSpPr txBox="1"/>
            <p:nvPr/>
          </p:nvSpPr>
          <p:spPr>
            <a:xfrm>
              <a:off x="2268993" y="2707045"/>
              <a:ext cx="2140073" cy="369332"/>
            </a:xfrm>
            <a:prstGeom prst="rect">
              <a:avLst/>
            </a:prstGeom>
            <a:noFill/>
          </p:spPr>
          <p:txBody>
            <a:bodyPr wrap="none" rtlCol="0">
              <a:spAutoFit/>
            </a:bodyPr>
            <a:lstStyle/>
            <a:p>
              <a:r>
                <a:rPr lang="en-US" dirty="0" err="1">
                  <a:solidFill>
                    <a:schemeClr val="tx2"/>
                  </a:solidFill>
                  <a:latin typeface="Santander Text" panose="020B0504020201020104" pitchFamily="34" charset="0"/>
                </a:rPr>
                <a:t>Desenho</a:t>
              </a:r>
              <a:r>
                <a:rPr lang="en-US" dirty="0">
                  <a:solidFill>
                    <a:schemeClr val="tx2"/>
                  </a:solidFill>
                  <a:latin typeface="Santander Text" panose="020B0504020201020104" pitchFamily="34" charset="0"/>
                </a:rPr>
                <a:t> de </a:t>
              </a:r>
              <a:r>
                <a:rPr lang="en-US" dirty="0" err="1">
                  <a:solidFill>
                    <a:schemeClr val="tx2"/>
                  </a:solidFill>
                  <a:latin typeface="Santander Text" panose="020B0504020201020104" pitchFamily="34" charset="0"/>
                </a:rPr>
                <a:t>Solução</a:t>
              </a:r>
              <a:endParaRPr lang="en-US" dirty="0">
                <a:solidFill>
                  <a:schemeClr val="tx2"/>
                </a:solidFill>
                <a:latin typeface="Santander Text" panose="020B0504020201020104" pitchFamily="34" charset="0"/>
              </a:endParaRPr>
            </a:p>
          </p:txBody>
        </p:sp>
        <p:grpSp>
          <p:nvGrpSpPr>
            <p:cNvPr id="84" name="Punto 1">
              <a:extLst>
                <a:ext uri="{FF2B5EF4-FFF2-40B4-BE49-F238E27FC236}">
                  <a16:creationId xmlns:a16="http://schemas.microsoft.com/office/drawing/2014/main" id="{4FA3F9C7-3B2E-0F0C-41C7-07067FE45A71}"/>
                </a:ext>
              </a:extLst>
            </p:cNvPr>
            <p:cNvGrpSpPr/>
            <p:nvPr/>
          </p:nvGrpSpPr>
          <p:grpSpPr>
            <a:xfrm>
              <a:off x="1854679" y="2712367"/>
              <a:ext cx="358688" cy="358688"/>
              <a:chOff x="3928533" y="1504713"/>
              <a:chExt cx="358688" cy="358688"/>
            </a:xfrm>
            <a:solidFill>
              <a:srgbClr val="3C3C3B"/>
            </a:solidFill>
          </p:grpSpPr>
          <p:sp>
            <p:nvSpPr>
              <p:cNvPr id="85" name="Elipse 96">
                <a:extLst>
                  <a:ext uri="{FF2B5EF4-FFF2-40B4-BE49-F238E27FC236}">
                    <a16:creationId xmlns:a16="http://schemas.microsoft.com/office/drawing/2014/main" id="{BED6FC76-5DDF-E4BE-7B26-699AD12A92EA}"/>
                  </a:ext>
                </a:extLst>
              </p:cNvPr>
              <p:cNvSpPr/>
              <p:nvPr/>
            </p:nvSpPr>
            <p:spPr>
              <a:xfrm>
                <a:off x="3928533" y="1504713"/>
                <a:ext cx="358688" cy="35868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sp>
            <p:nvSpPr>
              <p:cNvPr id="86" name="Elipse 97">
                <a:extLst>
                  <a:ext uri="{FF2B5EF4-FFF2-40B4-BE49-F238E27FC236}">
                    <a16:creationId xmlns:a16="http://schemas.microsoft.com/office/drawing/2014/main" id="{5526C5A0-9D40-0211-F2DE-A05A467B3594}"/>
                  </a:ext>
                </a:extLst>
              </p:cNvPr>
              <p:cNvSpPr/>
              <p:nvPr/>
            </p:nvSpPr>
            <p:spPr>
              <a:xfrm>
                <a:off x="4027046" y="1603226"/>
                <a:ext cx="161662" cy="16166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grpSp>
      </p:grpSp>
      <p:grpSp>
        <p:nvGrpSpPr>
          <p:cNvPr id="87" name="Group 86">
            <a:extLst>
              <a:ext uri="{FF2B5EF4-FFF2-40B4-BE49-F238E27FC236}">
                <a16:creationId xmlns:a16="http://schemas.microsoft.com/office/drawing/2014/main" id="{9731CEA1-D40B-8BD1-4241-8A608D726ED1}"/>
              </a:ext>
            </a:extLst>
          </p:cNvPr>
          <p:cNvGrpSpPr/>
          <p:nvPr/>
        </p:nvGrpSpPr>
        <p:grpSpPr>
          <a:xfrm>
            <a:off x="1843483" y="471260"/>
            <a:ext cx="4248608" cy="369332"/>
            <a:chOff x="1843483" y="471260"/>
            <a:chExt cx="4248608" cy="369332"/>
          </a:xfrm>
        </p:grpSpPr>
        <p:grpSp>
          <p:nvGrpSpPr>
            <p:cNvPr id="88" name="Group 87">
              <a:extLst>
                <a:ext uri="{FF2B5EF4-FFF2-40B4-BE49-F238E27FC236}">
                  <a16:creationId xmlns:a16="http://schemas.microsoft.com/office/drawing/2014/main" id="{26E7F6CA-DE92-C2D1-1AE3-8F8E1D3A2939}"/>
                </a:ext>
              </a:extLst>
            </p:cNvPr>
            <p:cNvGrpSpPr/>
            <p:nvPr/>
          </p:nvGrpSpPr>
          <p:grpSpPr>
            <a:xfrm>
              <a:off x="1843483" y="471260"/>
              <a:ext cx="4248608" cy="369332"/>
              <a:chOff x="1843483" y="471260"/>
              <a:chExt cx="4248608" cy="369332"/>
            </a:xfrm>
          </p:grpSpPr>
          <p:sp>
            <p:nvSpPr>
              <p:cNvPr id="90" name="CuadroTexto 47">
                <a:extLst>
                  <a:ext uri="{FF2B5EF4-FFF2-40B4-BE49-F238E27FC236}">
                    <a16:creationId xmlns:a16="http://schemas.microsoft.com/office/drawing/2014/main" id="{242EF217-2DEB-025C-4538-ADC73EAA4CA9}"/>
                  </a:ext>
                </a:extLst>
              </p:cNvPr>
              <p:cNvSpPr txBox="1"/>
              <p:nvPr/>
            </p:nvSpPr>
            <p:spPr>
              <a:xfrm>
                <a:off x="2268993" y="471260"/>
                <a:ext cx="3823098" cy="369332"/>
              </a:xfrm>
              <a:prstGeom prst="rect">
                <a:avLst/>
              </a:prstGeom>
              <a:noFill/>
            </p:spPr>
            <p:txBody>
              <a:bodyPr wrap="none" rtlCol="0">
                <a:spAutoFit/>
              </a:bodyPr>
              <a:lstStyle>
                <a:defPPr>
                  <a:defRPr lang="es-ES"/>
                </a:defPPr>
                <a:lvl1pPr>
                  <a:defRPr>
                    <a:solidFill>
                      <a:schemeClr val="tx1">
                        <a:lumMod val="65000"/>
                        <a:lumOff val="35000"/>
                      </a:schemeClr>
                    </a:solidFill>
                  </a:defRPr>
                </a:lvl1pPr>
              </a:lstStyle>
              <a:p>
                <a:r>
                  <a:rPr lang="en-US" dirty="0" err="1">
                    <a:solidFill>
                      <a:schemeClr val="tx2"/>
                    </a:solidFill>
                    <a:latin typeface="Santander Text" panose="020B0504020201020104" pitchFamily="34" charset="0"/>
                  </a:rPr>
                  <a:t>Enquadramento</a:t>
                </a:r>
                <a:r>
                  <a:rPr lang="en-US" dirty="0">
                    <a:solidFill>
                      <a:schemeClr val="tx2"/>
                    </a:solidFill>
                    <a:latin typeface="Santander Text" panose="020B0504020201020104" pitchFamily="34" charset="0"/>
                  </a:rPr>
                  <a:t>, </a:t>
                </a:r>
                <a:r>
                  <a:rPr lang="en-US" dirty="0" err="1">
                    <a:solidFill>
                      <a:schemeClr val="tx2"/>
                    </a:solidFill>
                    <a:latin typeface="Santander Text" panose="020B0504020201020104" pitchFamily="34" charset="0"/>
                  </a:rPr>
                  <a:t>Objectivos</a:t>
                </a:r>
                <a:r>
                  <a:rPr lang="en-US" dirty="0">
                    <a:solidFill>
                      <a:schemeClr val="tx2"/>
                    </a:solidFill>
                    <a:latin typeface="Santander Text" panose="020B0504020201020104" pitchFamily="34" charset="0"/>
                  </a:rPr>
                  <a:t> e </a:t>
                </a:r>
                <a:r>
                  <a:rPr lang="en-US" dirty="0" err="1">
                    <a:solidFill>
                      <a:schemeClr val="tx2"/>
                    </a:solidFill>
                    <a:latin typeface="Santander Text" panose="020B0504020201020104" pitchFamily="34" charset="0"/>
                  </a:rPr>
                  <a:t>Alcance</a:t>
                </a:r>
                <a:endParaRPr lang="en-US" dirty="0">
                  <a:solidFill>
                    <a:schemeClr val="tx2"/>
                  </a:solidFill>
                  <a:latin typeface="Santander Text" panose="020B0504020201020104" pitchFamily="34" charset="0"/>
                </a:endParaRPr>
              </a:p>
            </p:txBody>
          </p:sp>
          <p:sp>
            <p:nvSpPr>
              <p:cNvPr id="91" name="Elipse 93">
                <a:extLst>
                  <a:ext uri="{FF2B5EF4-FFF2-40B4-BE49-F238E27FC236}">
                    <a16:creationId xmlns:a16="http://schemas.microsoft.com/office/drawing/2014/main" id="{7BCE451A-85B8-48C4-A078-CC85A88B4DF6}"/>
                  </a:ext>
                </a:extLst>
              </p:cNvPr>
              <p:cNvSpPr/>
              <p:nvPr/>
            </p:nvSpPr>
            <p:spPr>
              <a:xfrm>
                <a:off x="1843483" y="471260"/>
                <a:ext cx="358688" cy="358688"/>
              </a:xfrm>
              <a:prstGeom prst="ellipse">
                <a:avLst/>
              </a:prstGeom>
              <a:solidFill>
                <a:srgbClr val="3C3C3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grpSp>
        <p:sp>
          <p:nvSpPr>
            <p:cNvPr id="89" name="Elipse 97">
              <a:extLst>
                <a:ext uri="{FF2B5EF4-FFF2-40B4-BE49-F238E27FC236}">
                  <a16:creationId xmlns:a16="http://schemas.microsoft.com/office/drawing/2014/main" id="{561A669C-949B-B759-2A44-BA0FD9CCFE46}"/>
                </a:ext>
              </a:extLst>
            </p:cNvPr>
            <p:cNvSpPr/>
            <p:nvPr/>
          </p:nvSpPr>
          <p:spPr>
            <a:xfrm>
              <a:off x="1941996" y="569773"/>
              <a:ext cx="161662" cy="16166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Santander Text" panose="020B0504020201020104" pitchFamily="34" charset="0"/>
              </a:endParaRPr>
            </a:p>
          </p:txBody>
        </p:sp>
      </p:grpSp>
      <p:grpSp>
        <p:nvGrpSpPr>
          <p:cNvPr id="92" name="Group 91">
            <a:extLst>
              <a:ext uri="{FF2B5EF4-FFF2-40B4-BE49-F238E27FC236}">
                <a16:creationId xmlns:a16="http://schemas.microsoft.com/office/drawing/2014/main" id="{F0D04D59-9CAA-E1C7-1082-F87924ACCAD5}"/>
              </a:ext>
            </a:extLst>
          </p:cNvPr>
          <p:cNvGrpSpPr/>
          <p:nvPr/>
        </p:nvGrpSpPr>
        <p:grpSpPr>
          <a:xfrm>
            <a:off x="1854679" y="3695481"/>
            <a:ext cx="2807213" cy="369332"/>
            <a:chOff x="1854679" y="3814462"/>
            <a:chExt cx="2807213" cy="369332"/>
          </a:xfrm>
        </p:grpSpPr>
        <p:sp>
          <p:nvSpPr>
            <p:cNvPr id="93" name="CuadroTexto 55">
              <a:extLst>
                <a:ext uri="{FF2B5EF4-FFF2-40B4-BE49-F238E27FC236}">
                  <a16:creationId xmlns:a16="http://schemas.microsoft.com/office/drawing/2014/main" id="{10106C17-13D9-34AE-34B4-5619757E6074}"/>
                </a:ext>
              </a:extLst>
            </p:cNvPr>
            <p:cNvSpPr txBox="1"/>
            <p:nvPr/>
          </p:nvSpPr>
          <p:spPr>
            <a:xfrm>
              <a:off x="2268993" y="3814462"/>
              <a:ext cx="2392899" cy="369332"/>
            </a:xfrm>
            <a:prstGeom prst="rect">
              <a:avLst/>
            </a:prstGeom>
            <a:noFill/>
          </p:spPr>
          <p:txBody>
            <a:bodyPr wrap="none" rtlCol="0">
              <a:spAutoFit/>
            </a:bodyPr>
            <a:lstStyle/>
            <a:p>
              <a:r>
                <a:rPr lang="pt-PT" dirty="0">
                  <a:solidFill>
                    <a:schemeClr val="tx2"/>
                  </a:solidFill>
                  <a:latin typeface="Santander Text" panose="020B0504020201020104" pitchFamily="34" charset="0"/>
                </a:rPr>
                <a:t>Desenho de Segurança</a:t>
              </a:r>
            </a:p>
          </p:txBody>
        </p:sp>
        <p:grpSp>
          <p:nvGrpSpPr>
            <p:cNvPr id="94" name="Punto 1">
              <a:extLst>
                <a:ext uri="{FF2B5EF4-FFF2-40B4-BE49-F238E27FC236}">
                  <a16:creationId xmlns:a16="http://schemas.microsoft.com/office/drawing/2014/main" id="{A55E3987-A6C0-A2B1-ECF2-375E7D631B15}"/>
                </a:ext>
              </a:extLst>
            </p:cNvPr>
            <p:cNvGrpSpPr/>
            <p:nvPr/>
          </p:nvGrpSpPr>
          <p:grpSpPr>
            <a:xfrm>
              <a:off x="1854679" y="3819784"/>
              <a:ext cx="358688" cy="358688"/>
              <a:chOff x="3928533" y="1504713"/>
              <a:chExt cx="358688" cy="358688"/>
            </a:xfrm>
            <a:solidFill>
              <a:srgbClr val="3C3C3B"/>
            </a:solidFill>
          </p:grpSpPr>
          <p:sp>
            <p:nvSpPr>
              <p:cNvPr id="95" name="Elipse 102">
                <a:extLst>
                  <a:ext uri="{FF2B5EF4-FFF2-40B4-BE49-F238E27FC236}">
                    <a16:creationId xmlns:a16="http://schemas.microsoft.com/office/drawing/2014/main" id="{3D6558AD-9342-F792-9587-97E92F55D6A6}"/>
                  </a:ext>
                </a:extLst>
              </p:cNvPr>
              <p:cNvSpPr/>
              <p:nvPr/>
            </p:nvSpPr>
            <p:spPr>
              <a:xfrm>
                <a:off x="3928533" y="1504713"/>
                <a:ext cx="358688" cy="35868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sp>
            <p:nvSpPr>
              <p:cNvPr id="108" name="Elipse 103">
                <a:extLst>
                  <a:ext uri="{FF2B5EF4-FFF2-40B4-BE49-F238E27FC236}">
                    <a16:creationId xmlns:a16="http://schemas.microsoft.com/office/drawing/2014/main" id="{343A3147-38EA-3DB6-B8D0-E954A733707B}"/>
                  </a:ext>
                </a:extLst>
              </p:cNvPr>
              <p:cNvSpPr/>
              <p:nvPr/>
            </p:nvSpPr>
            <p:spPr>
              <a:xfrm>
                <a:off x="4027046" y="1603226"/>
                <a:ext cx="161662" cy="16166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grpSp>
      </p:grpSp>
      <p:grpSp>
        <p:nvGrpSpPr>
          <p:cNvPr id="109" name="Group 108">
            <a:extLst>
              <a:ext uri="{FF2B5EF4-FFF2-40B4-BE49-F238E27FC236}">
                <a16:creationId xmlns:a16="http://schemas.microsoft.com/office/drawing/2014/main" id="{73C90D4F-6265-A0AB-31EF-C8A6919AB7BE}"/>
              </a:ext>
            </a:extLst>
          </p:cNvPr>
          <p:cNvGrpSpPr/>
          <p:nvPr/>
        </p:nvGrpSpPr>
        <p:grpSpPr>
          <a:xfrm>
            <a:off x="1854679" y="4616687"/>
            <a:ext cx="4314421" cy="369332"/>
            <a:chOff x="1854679" y="4351720"/>
            <a:chExt cx="4314421" cy="369332"/>
          </a:xfrm>
        </p:grpSpPr>
        <p:sp>
          <p:nvSpPr>
            <p:cNvPr id="110" name="CuadroTexto 51">
              <a:extLst>
                <a:ext uri="{FF2B5EF4-FFF2-40B4-BE49-F238E27FC236}">
                  <a16:creationId xmlns:a16="http://schemas.microsoft.com/office/drawing/2014/main" id="{9BCA254A-CA2B-28E1-BCF5-A07B30B070EA}"/>
                </a:ext>
              </a:extLst>
            </p:cNvPr>
            <p:cNvSpPr txBox="1"/>
            <p:nvPr/>
          </p:nvSpPr>
          <p:spPr>
            <a:xfrm>
              <a:off x="2268993" y="4351720"/>
              <a:ext cx="3900107" cy="369332"/>
            </a:xfrm>
            <a:prstGeom prst="rect">
              <a:avLst/>
            </a:prstGeom>
            <a:noFill/>
          </p:spPr>
          <p:txBody>
            <a:bodyPr wrap="none" rtlCol="0">
              <a:spAutoFit/>
            </a:bodyPr>
            <a:lstStyle/>
            <a:p>
              <a:r>
                <a:rPr lang="en-US" dirty="0" err="1">
                  <a:solidFill>
                    <a:schemeClr val="tx2"/>
                  </a:solidFill>
                  <a:latin typeface="Santander Text" panose="020B0504020201020104" pitchFamily="34" charset="0"/>
                </a:rPr>
                <a:t>Observabilidade</a:t>
              </a:r>
              <a:r>
                <a:rPr lang="en-US" dirty="0">
                  <a:solidFill>
                    <a:schemeClr val="tx2"/>
                  </a:solidFill>
                  <a:latin typeface="Santander Text" panose="020B0504020201020104" pitchFamily="34" charset="0"/>
                </a:rPr>
                <a:t> e </a:t>
              </a:r>
              <a:r>
                <a:rPr lang="en-US" dirty="0" err="1">
                  <a:solidFill>
                    <a:schemeClr val="tx2"/>
                  </a:solidFill>
                  <a:latin typeface="Santander Text" panose="020B0504020201020104" pitchFamily="34" charset="0"/>
                </a:rPr>
                <a:t>Automação</a:t>
              </a:r>
              <a:r>
                <a:rPr lang="en-US" dirty="0">
                  <a:solidFill>
                    <a:schemeClr val="tx2"/>
                  </a:solidFill>
                  <a:latin typeface="Santander Text" panose="020B0504020201020104" pitchFamily="34" charset="0"/>
                </a:rPr>
                <a:t> de SW </a:t>
              </a:r>
            </a:p>
          </p:txBody>
        </p:sp>
        <p:grpSp>
          <p:nvGrpSpPr>
            <p:cNvPr id="114" name="Punto 1">
              <a:extLst>
                <a:ext uri="{FF2B5EF4-FFF2-40B4-BE49-F238E27FC236}">
                  <a16:creationId xmlns:a16="http://schemas.microsoft.com/office/drawing/2014/main" id="{E0B74054-401D-41F6-3F44-224AF73ACA59}"/>
                </a:ext>
              </a:extLst>
            </p:cNvPr>
            <p:cNvGrpSpPr/>
            <p:nvPr/>
          </p:nvGrpSpPr>
          <p:grpSpPr>
            <a:xfrm>
              <a:off x="1854679" y="4357042"/>
              <a:ext cx="358688" cy="358688"/>
              <a:chOff x="3928533" y="1504713"/>
              <a:chExt cx="358688" cy="358688"/>
            </a:xfrm>
            <a:solidFill>
              <a:srgbClr val="3C3C3B"/>
            </a:solidFill>
          </p:grpSpPr>
          <p:sp>
            <p:nvSpPr>
              <p:cNvPr id="115" name="Elipse 105">
                <a:extLst>
                  <a:ext uri="{FF2B5EF4-FFF2-40B4-BE49-F238E27FC236}">
                    <a16:creationId xmlns:a16="http://schemas.microsoft.com/office/drawing/2014/main" id="{BE84FAA3-CCC2-6180-48DF-4502C1F7A0DF}"/>
                  </a:ext>
                </a:extLst>
              </p:cNvPr>
              <p:cNvSpPr/>
              <p:nvPr/>
            </p:nvSpPr>
            <p:spPr>
              <a:xfrm>
                <a:off x="3928533" y="1504713"/>
                <a:ext cx="358688" cy="35868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sp>
            <p:nvSpPr>
              <p:cNvPr id="116" name="Elipse 106">
                <a:extLst>
                  <a:ext uri="{FF2B5EF4-FFF2-40B4-BE49-F238E27FC236}">
                    <a16:creationId xmlns:a16="http://schemas.microsoft.com/office/drawing/2014/main" id="{3398AFE8-3493-C768-BA93-A50E73924DBF}"/>
                  </a:ext>
                </a:extLst>
              </p:cNvPr>
              <p:cNvSpPr/>
              <p:nvPr/>
            </p:nvSpPr>
            <p:spPr>
              <a:xfrm>
                <a:off x="4027046" y="1603226"/>
                <a:ext cx="161662" cy="16166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grpSp>
      </p:grpSp>
    </p:spTree>
    <p:extLst>
      <p:ext uri="{BB962C8B-B14F-4D97-AF65-F5344CB8AC3E}">
        <p14:creationId xmlns:p14="http://schemas.microsoft.com/office/powerpoint/2010/main" val="214178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Tabla 9">
            <a:extLst>
              <a:ext uri="{FF2B5EF4-FFF2-40B4-BE49-F238E27FC236}">
                <a16:creationId xmlns:a16="http://schemas.microsoft.com/office/drawing/2014/main" id="{B5F6755F-816D-405A-A3FC-6CCF65423894}"/>
              </a:ext>
            </a:extLst>
          </p:cNvPr>
          <p:cNvGraphicFramePr>
            <a:graphicFrameLocks noGrp="1"/>
          </p:cNvGraphicFramePr>
          <p:nvPr>
            <p:extLst>
              <p:ext uri="{D42A27DB-BD31-4B8C-83A1-F6EECF244321}">
                <p14:modId xmlns:p14="http://schemas.microsoft.com/office/powerpoint/2010/main" val="626761532"/>
              </p:ext>
            </p:extLst>
          </p:nvPr>
        </p:nvGraphicFramePr>
        <p:xfrm>
          <a:off x="717955" y="1945983"/>
          <a:ext cx="10756091" cy="1855352"/>
        </p:xfrm>
        <a:graphic>
          <a:graphicData uri="http://schemas.openxmlformats.org/drawingml/2006/table">
            <a:tbl>
              <a:tblPr/>
              <a:tblGrid>
                <a:gridCol w="484457">
                  <a:extLst>
                    <a:ext uri="{9D8B030D-6E8A-4147-A177-3AD203B41FA5}">
                      <a16:colId xmlns:a16="http://schemas.microsoft.com/office/drawing/2014/main" val="2409323668"/>
                    </a:ext>
                  </a:extLst>
                </a:gridCol>
                <a:gridCol w="4623937">
                  <a:extLst>
                    <a:ext uri="{9D8B030D-6E8A-4147-A177-3AD203B41FA5}">
                      <a16:colId xmlns:a16="http://schemas.microsoft.com/office/drawing/2014/main" val="20000"/>
                    </a:ext>
                  </a:extLst>
                </a:gridCol>
                <a:gridCol w="4623937">
                  <a:extLst>
                    <a:ext uri="{9D8B030D-6E8A-4147-A177-3AD203B41FA5}">
                      <a16:colId xmlns:a16="http://schemas.microsoft.com/office/drawing/2014/main" val="2487334883"/>
                    </a:ext>
                  </a:extLst>
                </a:gridCol>
                <a:gridCol w="1023760">
                  <a:extLst>
                    <a:ext uri="{9D8B030D-6E8A-4147-A177-3AD203B41FA5}">
                      <a16:colId xmlns:a16="http://schemas.microsoft.com/office/drawing/2014/main" val="20001"/>
                    </a:ext>
                  </a:extLst>
                </a:gridCol>
              </a:tblGrid>
              <a:tr h="334612">
                <a:tc>
                  <a:txBody>
                    <a:bodyPr/>
                    <a:lstStyle/>
                    <a:p>
                      <a:pPr algn="ctr" fontAlgn="ctr"/>
                      <a:r>
                        <a:rPr lang="en-US" sz="1200" b="1" i="0" u="none" strike="noStrike" noProof="0" dirty="0">
                          <a:solidFill>
                            <a:schemeClr val="bg1"/>
                          </a:solidFill>
                          <a:effectLst/>
                          <a:latin typeface="+mn-lt"/>
                        </a:rPr>
                        <a:t>#</a:t>
                      </a:r>
                    </a:p>
                  </a:txBody>
                  <a:tcPr marL="0" marR="0" marT="0" marB="0" anchor="ctr">
                    <a:lnL w="12700" cmpd="sng">
                      <a:solidFill>
                        <a:srgbClr val="FFFFFF"/>
                      </a:solidFill>
                    </a:lnL>
                    <a:lnR w="12700" cap="flat" cmpd="sng" algn="ctr">
                      <a:solidFill>
                        <a:srgbClr val="FFFFFF"/>
                      </a:solidFill>
                      <a:prstDash val="solid"/>
                      <a:round/>
                      <a:headEnd type="none" w="med" len="med"/>
                      <a:tailEnd type="none" w="med" len="med"/>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tx1">
                        <a:lumMod val="75000"/>
                        <a:lumOff val="25000"/>
                      </a:scheme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gn="ctr" fontAlgn="ctr"/>
                      <a:r>
                        <a:rPr lang="en-US" sz="1200" b="1" u="none" strike="noStrike" noProof="0" dirty="0">
                          <a:solidFill>
                            <a:schemeClr val="bg1"/>
                          </a:solidFill>
                          <a:effectLst/>
                          <a:latin typeface="+mn-lt"/>
                        </a:rPr>
                        <a:t>Risk/Dependency</a:t>
                      </a:r>
                      <a:endParaRPr lang="en-US" sz="1200" b="1" i="0" u="none" strike="noStrike" noProof="0" dirty="0">
                        <a:solidFill>
                          <a:schemeClr val="bg1"/>
                        </a:solidFill>
                        <a:effectLst/>
                        <a:latin typeface="+mn-lt"/>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tx1">
                        <a:lumMod val="75000"/>
                        <a:lumOff val="25000"/>
                      </a:schemeClr>
                    </a:solidFill>
                  </a:tcPr>
                </a:tc>
                <a:tc>
                  <a:txBody>
                    <a:bodyPr/>
                    <a:lstStyle/>
                    <a:p>
                      <a:pPr algn="ctr" fontAlgn="ctr"/>
                      <a:r>
                        <a:rPr lang="en-US" sz="1200" b="1" i="0" u="none" strike="noStrike" noProof="0" dirty="0">
                          <a:solidFill>
                            <a:schemeClr val="bg1"/>
                          </a:solidFill>
                          <a:effectLst/>
                          <a:latin typeface="+mn-lt"/>
                        </a:rPr>
                        <a:t>Effect</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tx1">
                        <a:lumMod val="75000"/>
                        <a:lumOff val="25000"/>
                      </a:scheme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gn="ctr" fontAlgn="ctr"/>
                      <a:r>
                        <a:rPr lang="en-US" sz="1200" b="1" i="0" u="none" strike="noStrike" noProof="0" dirty="0">
                          <a:solidFill>
                            <a:schemeClr val="bg1"/>
                          </a:solidFill>
                          <a:effectLst/>
                          <a:latin typeface="+mn-lt"/>
                        </a:rPr>
                        <a:t>Level</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tx1">
                        <a:lumMod val="75000"/>
                        <a:lumOff val="25000"/>
                      </a:schemeClr>
                    </a:solidFill>
                  </a:tcPr>
                </a:tc>
                <a:extLst>
                  <a:ext uri="{0D108BD9-81ED-4DB2-BD59-A6C34878D82A}">
                    <a16:rowId xmlns:a16="http://schemas.microsoft.com/office/drawing/2014/main" val="10000"/>
                  </a:ext>
                </a:extLst>
              </a:tr>
              <a:tr h="380185">
                <a:tc>
                  <a:txBody>
                    <a:bodyPr/>
                    <a:lstStyle/>
                    <a:p>
                      <a:pPr algn="ctr">
                        <a:spcAft>
                          <a:spcPts val="0"/>
                        </a:spcAft>
                      </a:pPr>
                      <a:r>
                        <a:rPr lang="en-US" sz="1050" i="0" noProof="0">
                          <a:solidFill>
                            <a:schemeClr val="tx1"/>
                          </a:solidFill>
                          <a:effectLst/>
                          <a:latin typeface="+mn-lt"/>
                          <a:ea typeface="Calibri" panose="020F0502020204030204" pitchFamily="34" charset="0"/>
                          <a:cs typeface="Times New Roman" panose="02020603050405020304" pitchFamily="18" charset="0"/>
                        </a:rPr>
                        <a:t>1</a:t>
                      </a:r>
                    </a:p>
                  </a:txBody>
                  <a:tcPr marL="63305" marR="63305" marT="0" marB="0" anchor="ctr">
                    <a:lnL w="12700" cmpd="sng">
                      <a:solidFill>
                        <a:srgbClr val="FFFFFF"/>
                      </a:solid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l">
                        <a:spcAft>
                          <a:spcPts val="0"/>
                        </a:spcAft>
                      </a:pPr>
                      <a:endParaRPr lang="en-US" sz="1050" i="0" noProof="0">
                        <a:solidFill>
                          <a:schemeClr val="tx1"/>
                        </a:solidFill>
                        <a:effectLst/>
                        <a:latin typeface="+mn-lt"/>
                        <a:ea typeface="Calibri" panose="020F0502020204030204" pitchFamily="34" charset="0"/>
                        <a:cs typeface="Times New Roman" panose="02020603050405020304" pitchFamily="18" charset="0"/>
                      </a:endParaRPr>
                    </a:p>
                  </a:txBody>
                  <a:tcPr marL="63305" marR="63305"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050" i="0" noProof="0" dirty="0">
                        <a:solidFill>
                          <a:schemeClr val="tx1"/>
                        </a:solidFill>
                        <a:effectLst/>
                        <a:latin typeface="+mn-lt"/>
                        <a:ea typeface="Calibri" panose="020F0502020204030204" pitchFamily="34" charset="0"/>
                        <a:cs typeface="Times New Roman" panose="02020603050405020304" pitchFamily="18" charset="0"/>
                      </a:endParaRPr>
                    </a:p>
                  </a:txBody>
                  <a:tcPr marL="63305" marR="63305"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371" rtl="0" eaLnBrk="1" fontAlgn="auto" latinLnBrk="0" hangingPunct="1">
                        <a:lnSpc>
                          <a:spcPct val="100000"/>
                        </a:lnSpc>
                        <a:spcBef>
                          <a:spcPts val="0"/>
                        </a:spcBef>
                        <a:spcAft>
                          <a:spcPts val="0"/>
                        </a:spcAft>
                        <a:buClrTx/>
                        <a:buSzTx/>
                        <a:buFontTx/>
                        <a:buNone/>
                        <a:tabLst/>
                        <a:defRPr/>
                      </a:pPr>
                      <a:endParaRPr lang="en-US" sz="1050" b="1" i="0" noProof="0">
                        <a:solidFill>
                          <a:schemeClr val="tx1"/>
                        </a:solidFill>
                        <a:effectLst/>
                        <a:latin typeface="+mn-lt"/>
                        <a:ea typeface="Calibri" panose="020F0502020204030204" pitchFamily="34" charset="0"/>
                        <a:cs typeface="Times New Roman" panose="02020603050405020304" pitchFamily="18" charset="0"/>
                      </a:endParaRPr>
                    </a:p>
                  </a:txBody>
                  <a:tcPr marL="63305" marR="63305"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C000"/>
                    </a:solidFill>
                  </a:tcPr>
                </a:tc>
                <a:extLst>
                  <a:ext uri="{0D108BD9-81ED-4DB2-BD59-A6C34878D82A}">
                    <a16:rowId xmlns:a16="http://schemas.microsoft.com/office/drawing/2014/main" val="2135137929"/>
                  </a:ext>
                </a:extLst>
              </a:tr>
              <a:tr h="380185">
                <a:tc>
                  <a:txBody>
                    <a:bodyPr/>
                    <a:lstStyle/>
                    <a:p>
                      <a:pPr algn="ctr">
                        <a:spcAft>
                          <a:spcPts val="0"/>
                        </a:spcAft>
                      </a:pPr>
                      <a:r>
                        <a:rPr lang="en-US" sz="1050" i="0" noProof="0">
                          <a:solidFill>
                            <a:schemeClr val="tx1"/>
                          </a:solidFill>
                          <a:effectLst/>
                          <a:latin typeface="+mn-lt"/>
                          <a:ea typeface="Calibri" panose="020F0502020204030204" pitchFamily="34" charset="0"/>
                          <a:cs typeface="Times New Roman" panose="02020603050405020304" pitchFamily="18" charset="0"/>
                        </a:rPr>
                        <a:t>2</a:t>
                      </a:r>
                    </a:p>
                  </a:txBody>
                  <a:tcPr marL="63305" marR="63305" marT="0" marB="0" anchor="ctr">
                    <a:lnL w="12700" cmpd="sng">
                      <a:solidFill>
                        <a:srgbClr val="FFFFFF"/>
                      </a:solid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lang="pt-PT">
                        <a:latin typeface="+mn-lt"/>
                      </a:endParaRPr>
                    </a:p>
                  </a:txBody>
                  <a:tcPr marL="63305" marR="63305"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lang="pt-PT" dirty="0">
                        <a:latin typeface="+mn-lt"/>
                      </a:endParaRPr>
                    </a:p>
                  </a:txBody>
                  <a:tcPr marL="63305" marR="63305"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lang="pt-PT">
                        <a:latin typeface="+mn-lt"/>
                      </a:endParaRPr>
                    </a:p>
                  </a:txBody>
                  <a:tcPr marL="63305" marR="63305"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C000"/>
                    </a:solidFill>
                  </a:tcPr>
                </a:tc>
                <a:extLst>
                  <a:ext uri="{0D108BD9-81ED-4DB2-BD59-A6C34878D82A}">
                    <a16:rowId xmlns:a16="http://schemas.microsoft.com/office/drawing/2014/main" val="2454034362"/>
                  </a:ext>
                </a:extLst>
              </a:tr>
              <a:tr h="380185">
                <a:tc>
                  <a:txBody>
                    <a:bodyPr/>
                    <a:lstStyle/>
                    <a:p>
                      <a:pPr algn="ctr">
                        <a:spcAft>
                          <a:spcPts val="0"/>
                        </a:spcAft>
                      </a:pPr>
                      <a:r>
                        <a:rPr lang="en-US" sz="1050" i="0" noProof="0">
                          <a:solidFill>
                            <a:schemeClr val="tx1"/>
                          </a:solidFill>
                          <a:effectLst/>
                          <a:latin typeface="+mn-lt"/>
                          <a:ea typeface="Calibri" panose="020F0502020204030204" pitchFamily="34" charset="0"/>
                          <a:cs typeface="Times New Roman" panose="02020603050405020304" pitchFamily="18" charset="0"/>
                        </a:rPr>
                        <a:t>3</a:t>
                      </a:r>
                    </a:p>
                  </a:txBody>
                  <a:tcPr marL="63305" marR="63305" marT="0" marB="0" anchor="ctr">
                    <a:lnL w="12700" cmpd="sng">
                      <a:solidFill>
                        <a:srgbClr val="FFFFFF"/>
                      </a:solid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lang="pt-PT">
                        <a:latin typeface="+mn-lt"/>
                      </a:endParaRPr>
                    </a:p>
                  </a:txBody>
                  <a:tcPr marL="63305" marR="63305"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lang="pt-PT" dirty="0">
                        <a:latin typeface="+mn-lt"/>
                      </a:endParaRPr>
                    </a:p>
                  </a:txBody>
                  <a:tcPr marL="63305" marR="63305"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lang="pt-PT">
                        <a:latin typeface="+mn-lt"/>
                      </a:endParaRPr>
                    </a:p>
                  </a:txBody>
                  <a:tcPr marL="63305" marR="63305"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C000"/>
                    </a:solidFill>
                  </a:tcPr>
                </a:tc>
                <a:extLst>
                  <a:ext uri="{0D108BD9-81ED-4DB2-BD59-A6C34878D82A}">
                    <a16:rowId xmlns:a16="http://schemas.microsoft.com/office/drawing/2014/main" val="4014073716"/>
                  </a:ext>
                </a:extLst>
              </a:tr>
              <a:tr h="380185">
                <a:tc>
                  <a:txBody>
                    <a:bodyPr/>
                    <a:lstStyle/>
                    <a:p>
                      <a:pPr algn="ctr">
                        <a:spcAft>
                          <a:spcPts val="0"/>
                        </a:spcAft>
                      </a:pPr>
                      <a:r>
                        <a:rPr lang="en-US" sz="1050" i="0" noProof="0">
                          <a:solidFill>
                            <a:schemeClr val="tx1"/>
                          </a:solidFill>
                          <a:effectLst/>
                          <a:latin typeface="+mn-lt"/>
                          <a:ea typeface="Calibri" panose="020F0502020204030204" pitchFamily="34" charset="0"/>
                          <a:cs typeface="Times New Roman" panose="02020603050405020304" pitchFamily="18" charset="0"/>
                        </a:rPr>
                        <a:t>4</a:t>
                      </a:r>
                    </a:p>
                  </a:txBody>
                  <a:tcPr marL="63305" marR="63305" marT="0" marB="0" anchor="ctr">
                    <a:lnL w="12700" cmpd="sng">
                      <a:solidFill>
                        <a:srgbClr val="FFFFFF"/>
                      </a:solid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lang="pt-PT" dirty="0">
                        <a:latin typeface="+mn-lt"/>
                      </a:endParaRPr>
                    </a:p>
                  </a:txBody>
                  <a:tcPr marL="63305" marR="63305"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lang="pt-PT" dirty="0">
                        <a:latin typeface="+mn-lt"/>
                      </a:endParaRPr>
                    </a:p>
                  </a:txBody>
                  <a:tcPr marL="63305" marR="63305"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lang="pt-PT" dirty="0">
                        <a:latin typeface="+mn-lt"/>
                      </a:endParaRPr>
                    </a:p>
                  </a:txBody>
                  <a:tcPr marL="63305" marR="63305"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C000"/>
                    </a:solidFill>
                  </a:tcPr>
                </a:tc>
                <a:extLst>
                  <a:ext uri="{0D108BD9-81ED-4DB2-BD59-A6C34878D82A}">
                    <a16:rowId xmlns:a16="http://schemas.microsoft.com/office/drawing/2014/main" val="680531496"/>
                  </a:ext>
                </a:extLst>
              </a:tr>
            </a:tbl>
          </a:graphicData>
        </a:graphic>
      </p:graphicFrame>
      <p:graphicFrame>
        <p:nvGraphicFramePr>
          <p:cNvPr id="11" name="Tabla 10">
            <a:extLst>
              <a:ext uri="{FF2B5EF4-FFF2-40B4-BE49-F238E27FC236}">
                <a16:creationId xmlns:a16="http://schemas.microsoft.com/office/drawing/2014/main" id="{834964F1-F9E6-4D73-8BA4-B0DAB1ECA3AA}"/>
              </a:ext>
            </a:extLst>
          </p:cNvPr>
          <p:cNvGraphicFramePr>
            <a:graphicFrameLocks noGrp="1"/>
          </p:cNvGraphicFramePr>
          <p:nvPr>
            <p:extLst>
              <p:ext uri="{D42A27DB-BD31-4B8C-83A1-F6EECF244321}">
                <p14:modId xmlns:p14="http://schemas.microsoft.com/office/powerpoint/2010/main" val="2694165057"/>
              </p:ext>
            </p:extLst>
          </p:nvPr>
        </p:nvGraphicFramePr>
        <p:xfrm>
          <a:off x="9535051" y="145255"/>
          <a:ext cx="2515018" cy="1247815"/>
        </p:xfrm>
        <a:graphic>
          <a:graphicData uri="http://schemas.openxmlformats.org/drawingml/2006/table">
            <a:tbl>
              <a:tblPr/>
              <a:tblGrid>
                <a:gridCol w="806450">
                  <a:extLst>
                    <a:ext uri="{9D8B030D-6E8A-4147-A177-3AD203B41FA5}">
                      <a16:colId xmlns:a16="http://schemas.microsoft.com/office/drawing/2014/main" val="20000"/>
                    </a:ext>
                  </a:extLst>
                </a:gridCol>
                <a:gridCol w="615560">
                  <a:extLst>
                    <a:ext uri="{9D8B030D-6E8A-4147-A177-3AD203B41FA5}">
                      <a16:colId xmlns:a16="http://schemas.microsoft.com/office/drawing/2014/main" val="20001"/>
                    </a:ext>
                  </a:extLst>
                </a:gridCol>
                <a:gridCol w="615560">
                  <a:extLst>
                    <a:ext uri="{9D8B030D-6E8A-4147-A177-3AD203B41FA5}">
                      <a16:colId xmlns:a16="http://schemas.microsoft.com/office/drawing/2014/main" val="20002"/>
                    </a:ext>
                  </a:extLst>
                </a:gridCol>
                <a:gridCol w="477448">
                  <a:extLst>
                    <a:ext uri="{9D8B030D-6E8A-4147-A177-3AD203B41FA5}">
                      <a16:colId xmlns:a16="http://schemas.microsoft.com/office/drawing/2014/main" val="20003"/>
                    </a:ext>
                  </a:extLst>
                </a:gridCol>
              </a:tblGrid>
              <a:tr h="256297">
                <a:tc rowSpan="2">
                  <a:txBody>
                    <a:bodyPr/>
                    <a:lstStyle/>
                    <a:p>
                      <a:pPr algn="ctr" fontAlgn="ctr"/>
                      <a:r>
                        <a:rPr lang="en-US" sz="800" b="1" u="none" strike="noStrike" noProof="0">
                          <a:solidFill>
                            <a:schemeClr val="tx1"/>
                          </a:solidFill>
                          <a:effectLst/>
                          <a:latin typeface="Santander Text" panose="020B0504020201020104" pitchFamily="34" charset="0"/>
                        </a:rPr>
                        <a:t>PROBABILITY</a:t>
                      </a:r>
                      <a:endParaRPr lang="en-US" sz="800" b="1" i="0" u="none" strike="noStrike" noProof="0">
                        <a:solidFill>
                          <a:schemeClr val="tx1"/>
                        </a:solidFill>
                        <a:effectLst/>
                        <a:latin typeface="Santander Text" panose="020B0504020201020104" pitchFamily="34" charset="0"/>
                      </a:endParaRPr>
                    </a:p>
                  </a:txBody>
                  <a:tcPr marL="0" marR="0" marT="0" marB="0" anchor="ctr">
                    <a:lnL w="12700" cmpd="sng">
                      <a:solidFill>
                        <a:srgbClr val="FFFFFF"/>
                      </a:solidFill>
                    </a:lnL>
                    <a:lnR w="12700" cap="flat" cmpd="sng" algn="ctr">
                      <a:solidFill>
                        <a:srgbClr val="FFFFFF"/>
                      </a:solidFill>
                      <a:prstDash val="solid"/>
                      <a:round/>
                      <a:headEnd type="none" w="med" len="med"/>
                      <a:tailEnd type="none" w="med" len="med"/>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gridSpan="3">
                  <a:txBody>
                    <a:bodyPr/>
                    <a:lstStyle/>
                    <a:p>
                      <a:pPr algn="ctr" fontAlgn="ctr"/>
                      <a:r>
                        <a:rPr lang="en-US" sz="800" b="1" i="0" u="none" strike="noStrike" noProof="0">
                          <a:solidFill>
                            <a:schemeClr val="tx1"/>
                          </a:solidFill>
                          <a:effectLst/>
                          <a:latin typeface="Santander Text" panose="020B0504020201020104" pitchFamily="34" charset="0"/>
                        </a:rPr>
                        <a:t>CONSEQUENCE</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algn="ctr" fontAlgn="ctr"/>
                      <a:endParaRPr lang="es-ES" sz="1200" b="1" i="0" u="none" strike="noStrike">
                        <a:solidFill>
                          <a:schemeClr val="bg1"/>
                        </a:solidFill>
                        <a:effectLst/>
                        <a:latin typeface="+mn-lt"/>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algn="ctr" fontAlgn="ctr"/>
                      <a:endParaRPr lang="es-ES" sz="1200" b="1" i="0" u="none" strike="noStrike" baseline="30000">
                        <a:solidFill>
                          <a:schemeClr val="bg1"/>
                        </a:solidFill>
                        <a:effectLst/>
                        <a:latin typeface="+mn-lt"/>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0000"/>
                  </a:ext>
                </a:extLst>
              </a:tr>
              <a:tr h="231354">
                <a:tc vMerge="1">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gn="ctr" fontAlgn="ctr"/>
                      <a:endParaRPr lang="es-ES" sz="1200" b="1" i="0" u="none" strike="noStrike">
                        <a:solidFill>
                          <a:schemeClr val="tx1"/>
                        </a:solidFill>
                        <a:effectLst/>
                        <a:latin typeface="+mn-lt"/>
                      </a:endParaRPr>
                    </a:p>
                  </a:txBody>
                  <a:tcPr marL="0" marR="0" marT="0" marB="0" anchor="ctr">
                    <a:lnL w="12700" cmpd="sng">
                      <a:solidFill>
                        <a:srgbClr val="FFFFFF"/>
                      </a:solid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chemeClr val="bg1">
                        <a:lumMod val="85000"/>
                      </a:scheme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gn="ctr" fontAlgn="ctr"/>
                      <a:r>
                        <a:rPr lang="en-US" sz="800" b="1" i="0" u="none" strike="noStrike" noProof="0">
                          <a:solidFill>
                            <a:schemeClr val="tx1"/>
                          </a:solidFill>
                          <a:effectLst/>
                          <a:latin typeface="Santander Text" panose="020B0504020201020104" pitchFamily="34" charset="0"/>
                        </a:rPr>
                        <a:t>LOW</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chemeClr val="bg1">
                        <a:lumMod val="85000"/>
                      </a:scheme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gn="ctr" fontAlgn="ctr"/>
                      <a:r>
                        <a:rPr lang="en-US" sz="800" b="1" u="none" strike="noStrike" noProof="0">
                          <a:solidFill>
                            <a:schemeClr val="tx1"/>
                          </a:solidFill>
                          <a:effectLst/>
                          <a:latin typeface="Santander Text" panose="020B0504020201020104" pitchFamily="34" charset="0"/>
                        </a:rPr>
                        <a:t>MEDIUM</a:t>
                      </a:r>
                      <a:endParaRPr lang="en-US" sz="800" b="1" i="0" u="none" strike="noStrike" noProof="0">
                        <a:solidFill>
                          <a:schemeClr val="tx1"/>
                        </a:solidFill>
                        <a:effectLst/>
                        <a:latin typeface="Santander Text" panose="020B0504020201020104" pitchFamily="34"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chemeClr val="bg1">
                        <a:lumMod val="85000"/>
                      </a:scheme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gn="ctr" fontAlgn="ctr"/>
                      <a:r>
                        <a:rPr lang="en-US" sz="800" b="1" u="none" strike="noStrike" noProof="0">
                          <a:solidFill>
                            <a:schemeClr val="tx1"/>
                          </a:solidFill>
                          <a:effectLst/>
                          <a:latin typeface="Santander Text" panose="020B0504020201020104" pitchFamily="34" charset="0"/>
                        </a:rPr>
                        <a:t>HIGH</a:t>
                      </a:r>
                      <a:endParaRPr lang="en-US" sz="800" b="1" i="0" u="none" strike="noStrike" baseline="30000" noProof="0">
                        <a:solidFill>
                          <a:schemeClr val="tx1"/>
                        </a:solidFill>
                        <a:effectLst/>
                        <a:latin typeface="Santander Text" panose="020B0504020201020104" pitchFamily="34"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0001"/>
                  </a:ext>
                </a:extLst>
              </a:tr>
              <a:tr h="253388">
                <a:tc>
                  <a:txBody>
                    <a:bodyPr/>
                    <a:lstStyle/>
                    <a:p>
                      <a:pPr algn="ctr">
                        <a:spcAft>
                          <a:spcPts val="0"/>
                        </a:spcAft>
                      </a:pPr>
                      <a:r>
                        <a:rPr lang="en-US" sz="800" b="1" i="0" noProof="0">
                          <a:solidFill>
                            <a:schemeClr val="tx1"/>
                          </a:solidFill>
                          <a:effectLst/>
                          <a:latin typeface="Santander Text" panose="020B0504020201020104" pitchFamily="34" charset="0"/>
                          <a:ea typeface="Calibri" panose="020F0502020204030204" pitchFamily="34" charset="0"/>
                          <a:cs typeface="Times New Roman" panose="02020603050405020304" pitchFamily="18" charset="0"/>
                        </a:rPr>
                        <a:t>LOW</a:t>
                      </a:r>
                    </a:p>
                  </a:txBody>
                  <a:tcPr marL="63305" marR="63305" marT="0" marB="0" anchor="ctr">
                    <a:lnL w="12700" cmpd="sng">
                      <a:solidFill>
                        <a:srgbClr val="FFFFFF"/>
                      </a:solid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371" rtl="0" eaLnBrk="1" fontAlgn="auto" latinLnBrk="0" hangingPunct="1">
                        <a:lnSpc>
                          <a:spcPct val="100000"/>
                        </a:lnSpc>
                        <a:spcBef>
                          <a:spcPts val="0"/>
                        </a:spcBef>
                        <a:spcAft>
                          <a:spcPts val="0"/>
                        </a:spcAft>
                        <a:buClrTx/>
                        <a:buSzTx/>
                        <a:buFontTx/>
                        <a:buNone/>
                        <a:tabLst/>
                        <a:defRPr/>
                      </a:pPr>
                      <a:r>
                        <a:rPr lang="en-US" sz="800" b="1" i="0" noProof="0">
                          <a:solidFill>
                            <a:schemeClr val="tx1"/>
                          </a:solidFill>
                          <a:effectLst/>
                          <a:latin typeface="Santander Text" panose="020B0504020201020104" pitchFamily="34" charset="0"/>
                          <a:ea typeface="Calibri" panose="020F0502020204030204" pitchFamily="34" charset="0"/>
                          <a:cs typeface="Times New Roman" panose="02020603050405020304" pitchFamily="18" charset="0"/>
                        </a:rPr>
                        <a:t>Low</a:t>
                      </a:r>
                    </a:p>
                  </a:txBody>
                  <a:tcPr marL="63305" marR="63305"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algn="ctr">
                        <a:spcAft>
                          <a:spcPts val="0"/>
                        </a:spcAft>
                      </a:pPr>
                      <a:r>
                        <a:rPr lang="en-US" sz="800" b="1" i="0" kern="1200" baseline="0" noProof="0">
                          <a:solidFill>
                            <a:schemeClr val="tx1"/>
                          </a:solidFill>
                          <a:effectLst/>
                          <a:latin typeface="Santander Text" panose="020B0504020201020104" pitchFamily="34" charset="0"/>
                          <a:ea typeface="Calibri" panose="020F0502020204030204" pitchFamily="34" charset="0"/>
                          <a:cs typeface="Times New Roman" panose="02020603050405020304" pitchFamily="18" charset="0"/>
                        </a:rPr>
                        <a:t>Moderate</a:t>
                      </a:r>
                    </a:p>
                  </a:txBody>
                  <a:tcPr marL="63305" marR="63305"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algn="ctr">
                        <a:spcAft>
                          <a:spcPts val="0"/>
                        </a:spcAft>
                      </a:pPr>
                      <a:r>
                        <a:rPr lang="en-US" sz="800" b="1" i="0" kern="1200" baseline="0" noProof="0">
                          <a:solidFill>
                            <a:schemeClr val="bg1"/>
                          </a:solidFill>
                          <a:effectLst/>
                          <a:latin typeface="Santander Text" panose="020B0504020201020104" pitchFamily="34" charset="0"/>
                          <a:ea typeface="Calibri" panose="020F0502020204030204" pitchFamily="34" charset="0"/>
                          <a:cs typeface="Times New Roman" panose="02020603050405020304" pitchFamily="18" charset="0"/>
                        </a:rPr>
                        <a:t>High</a:t>
                      </a:r>
                    </a:p>
                  </a:txBody>
                  <a:tcPr marL="63305" marR="63305"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0000"/>
                    </a:solidFill>
                  </a:tcPr>
                </a:tc>
                <a:extLst>
                  <a:ext uri="{0D108BD9-81ED-4DB2-BD59-A6C34878D82A}">
                    <a16:rowId xmlns:a16="http://schemas.microsoft.com/office/drawing/2014/main" val="10002"/>
                  </a:ext>
                </a:extLst>
              </a:tr>
              <a:tr h="264405">
                <a:tc>
                  <a:txBody>
                    <a:bodyPr/>
                    <a:lstStyle/>
                    <a:p>
                      <a:pPr algn="ctr">
                        <a:spcAft>
                          <a:spcPts val="0"/>
                        </a:spcAft>
                      </a:pPr>
                      <a:r>
                        <a:rPr lang="en-US" sz="800" b="1" i="0" noProof="0">
                          <a:solidFill>
                            <a:schemeClr val="tx1"/>
                          </a:solidFill>
                          <a:effectLst/>
                          <a:latin typeface="Santander Text" panose="020B0504020201020104" pitchFamily="34" charset="0"/>
                          <a:ea typeface="Calibri" panose="020F0502020204030204" pitchFamily="34" charset="0"/>
                          <a:cs typeface="Times New Roman" panose="02020603050405020304" pitchFamily="18" charset="0"/>
                        </a:rPr>
                        <a:t>MEDIUM</a:t>
                      </a:r>
                    </a:p>
                  </a:txBody>
                  <a:tcPr marL="63305" marR="63305" marT="0" marB="0" anchor="ctr">
                    <a:lnL w="12700" cmpd="sng">
                      <a:solidFill>
                        <a:srgbClr val="FFFFFF"/>
                      </a:solid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371" rtl="0" eaLnBrk="1" fontAlgn="auto" latinLnBrk="0" hangingPunct="1">
                        <a:lnSpc>
                          <a:spcPct val="100000"/>
                        </a:lnSpc>
                        <a:spcBef>
                          <a:spcPts val="0"/>
                        </a:spcBef>
                        <a:spcAft>
                          <a:spcPts val="0"/>
                        </a:spcAft>
                        <a:buClrTx/>
                        <a:buSzTx/>
                        <a:buFontTx/>
                        <a:buNone/>
                        <a:tabLst/>
                        <a:defRPr/>
                      </a:pPr>
                      <a:r>
                        <a:rPr lang="en-US" sz="800" b="1" i="0" noProof="0">
                          <a:solidFill>
                            <a:schemeClr val="tx1"/>
                          </a:solidFill>
                          <a:effectLst/>
                          <a:latin typeface="Santander Text" panose="020B0504020201020104" pitchFamily="34" charset="0"/>
                          <a:ea typeface="Calibri" panose="020F0502020204030204" pitchFamily="34" charset="0"/>
                          <a:cs typeface="Times New Roman" panose="02020603050405020304" pitchFamily="18" charset="0"/>
                        </a:rPr>
                        <a:t>Moderate</a:t>
                      </a:r>
                    </a:p>
                  </a:txBody>
                  <a:tcPr marL="63305" marR="63305"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algn="ctr">
                        <a:spcAft>
                          <a:spcPts val="0"/>
                        </a:spcAft>
                      </a:pPr>
                      <a:r>
                        <a:rPr lang="en-US" sz="800" b="1" i="0" kern="1200" baseline="0" noProof="0">
                          <a:solidFill>
                            <a:schemeClr val="tx1"/>
                          </a:solidFill>
                          <a:effectLst/>
                          <a:latin typeface="Santander Text" panose="020B0504020201020104" pitchFamily="34" charset="0"/>
                          <a:ea typeface="Calibri" panose="020F0502020204030204" pitchFamily="34" charset="0"/>
                          <a:cs typeface="Times New Roman" panose="02020603050405020304" pitchFamily="18" charset="0"/>
                        </a:rPr>
                        <a:t>Moderate</a:t>
                      </a:r>
                    </a:p>
                  </a:txBody>
                  <a:tcPr marL="63305" marR="63305"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algn="ctr">
                        <a:spcAft>
                          <a:spcPts val="0"/>
                        </a:spcAft>
                      </a:pPr>
                      <a:r>
                        <a:rPr lang="en-US" sz="800" b="1" i="0" kern="1200" baseline="0" noProof="0">
                          <a:solidFill>
                            <a:schemeClr val="bg1"/>
                          </a:solidFill>
                          <a:effectLst/>
                          <a:latin typeface="Santander Text" panose="020B0504020201020104" pitchFamily="34" charset="0"/>
                          <a:ea typeface="Calibri" panose="020F0502020204030204" pitchFamily="34" charset="0"/>
                          <a:cs typeface="Times New Roman" panose="02020603050405020304" pitchFamily="18" charset="0"/>
                        </a:rPr>
                        <a:t>High</a:t>
                      </a:r>
                    </a:p>
                  </a:txBody>
                  <a:tcPr marL="63305" marR="63305"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0000"/>
                    </a:solidFill>
                  </a:tcPr>
                </a:tc>
                <a:extLst>
                  <a:ext uri="{0D108BD9-81ED-4DB2-BD59-A6C34878D82A}">
                    <a16:rowId xmlns:a16="http://schemas.microsoft.com/office/drawing/2014/main" val="10003"/>
                  </a:ext>
                </a:extLst>
              </a:tr>
              <a:tr h="242371">
                <a:tc>
                  <a:txBody>
                    <a:bodyPr/>
                    <a:lstStyle/>
                    <a:p>
                      <a:pPr algn="ctr">
                        <a:spcAft>
                          <a:spcPts val="0"/>
                        </a:spcAft>
                      </a:pPr>
                      <a:r>
                        <a:rPr lang="en-US" sz="800" b="1" i="0" noProof="0">
                          <a:solidFill>
                            <a:schemeClr val="tx1"/>
                          </a:solidFill>
                          <a:effectLst/>
                          <a:latin typeface="Santander Text" panose="020B0504020201020104" pitchFamily="34" charset="0"/>
                          <a:ea typeface="Calibri" panose="020F0502020204030204" pitchFamily="34" charset="0"/>
                          <a:cs typeface="Times New Roman" panose="02020603050405020304" pitchFamily="18" charset="0"/>
                        </a:rPr>
                        <a:t>HIGH</a:t>
                      </a:r>
                    </a:p>
                  </a:txBody>
                  <a:tcPr marL="63305" marR="63305" marT="0" marB="0" anchor="ctr">
                    <a:lnL w="12700" cmpd="sng">
                      <a:solidFill>
                        <a:srgbClr val="FFFFFF"/>
                      </a:solid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371" rtl="0" eaLnBrk="1" fontAlgn="auto" latinLnBrk="0" hangingPunct="1">
                        <a:lnSpc>
                          <a:spcPct val="100000"/>
                        </a:lnSpc>
                        <a:spcBef>
                          <a:spcPts val="0"/>
                        </a:spcBef>
                        <a:spcAft>
                          <a:spcPts val="0"/>
                        </a:spcAft>
                        <a:buClrTx/>
                        <a:buSzTx/>
                        <a:buFontTx/>
                        <a:buNone/>
                        <a:tabLst/>
                        <a:defRPr/>
                      </a:pPr>
                      <a:r>
                        <a:rPr lang="en-US" sz="800" b="1" i="0" noProof="0">
                          <a:solidFill>
                            <a:schemeClr val="bg1"/>
                          </a:solidFill>
                          <a:effectLst/>
                          <a:latin typeface="Santander Text" panose="020B0504020201020104" pitchFamily="34" charset="0"/>
                          <a:ea typeface="Calibri" panose="020F0502020204030204" pitchFamily="34" charset="0"/>
                          <a:cs typeface="Times New Roman" panose="02020603050405020304" pitchFamily="18" charset="0"/>
                        </a:rPr>
                        <a:t>High</a:t>
                      </a:r>
                    </a:p>
                  </a:txBody>
                  <a:tcPr marL="63305" marR="63305"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FF0000"/>
                    </a:solidFill>
                  </a:tcPr>
                </a:tc>
                <a:tc>
                  <a:txBody>
                    <a:bodyPr/>
                    <a:lstStyle/>
                    <a:p>
                      <a:pPr algn="ctr">
                        <a:spcAft>
                          <a:spcPts val="0"/>
                        </a:spcAft>
                      </a:pPr>
                      <a:r>
                        <a:rPr lang="en-US" sz="800" b="1" i="0" kern="1200" baseline="0" noProof="0">
                          <a:solidFill>
                            <a:schemeClr val="bg1"/>
                          </a:solidFill>
                          <a:effectLst/>
                          <a:latin typeface="Santander Text" panose="020B0504020201020104" pitchFamily="34" charset="0"/>
                          <a:ea typeface="Calibri" panose="020F0502020204030204" pitchFamily="34" charset="0"/>
                          <a:cs typeface="Times New Roman" panose="02020603050405020304" pitchFamily="18" charset="0"/>
                        </a:rPr>
                        <a:t>High</a:t>
                      </a:r>
                    </a:p>
                  </a:txBody>
                  <a:tcPr marL="63305" marR="63305"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p>
                      <a:pPr algn="ctr">
                        <a:spcAft>
                          <a:spcPts val="0"/>
                        </a:spcAft>
                      </a:pPr>
                      <a:r>
                        <a:rPr lang="en-US" sz="800" b="1" i="0" kern="1200" baseline="0" noProof="0">
                          <a:solidFill>
                            <a:schemeClr val="bg1"/>
                          </a:solidFill>
                          <a:effectLst/>
                          <a:latin typeface="Santander Text" panose="020B0504020201020104" pitchFamily="34" charset="0"/>
                          <a:ea typeface="Calibri" panose="020F0502020204030204" pitchFamily="34" charset="0"/>
                          <a:cs typeface="Times New Roman" panose="02020603050405020304" pitchFamily="18" charset="0"/>
                        </a:rPr>
                        <a:t>Critical</a:t>
                      </a:r>
                    </a:p>
                  </a:txBody>
                  <a:tcPr marL="63305" marR="63305"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accent3">
                        <a:lumMod val="75000"/>
                      </a:schemeClr>
                    </a:solidFill>
                  </a:tcPr>
                </a:tc>
                <a:extLst>
                  <a:ext uri="{0D108BD9-81ED-4DB2-BD59-A6C34878D82A}">
                    <a16:rowId xmlns:a16="http://schemas.microsoft.com/office/drawing/2014/main" val="10004"/>
                  </a:ext>
                </a:extLst>
              </a:tr>
            </a:tbl>
          </a:graphicData>
        </a:graphic>
      </p:graphicFrame>
      <p:sp>
        <p:nvSpPr>
          <p:cNvPr id="4" name="AutoShape 2" descr="data:image/jpg;base64,/9j/4AAQSkZJRgABAQEAYABgAAD/2wBDAAUDBAQEAwUEBAQFBQUGBwwIBwcHBw8LCwkMEQ8SEhEPERETFhwXExQaFRERGCEYGh0dHx8fExciJCIeJBweHx7/2wBDAQUFBQcGBw4ICA4eFBEUHh4eHh4eHh4eHh4eHh4eHh4eHh4eHh4eHh4eHh4eHh4eHh4eHh4eHh4eHh4eHh4eHh7/wAARCADEAO0DASIAAhEBAxEB/8QAHwAAAQUBAQEBAQEAAAAAAAAAAAECAwQFBgcICQoL/8QAtRAAAgEDAwIEAwUFBAQAAAF9AQIDAAQRBRIhMUEGE1FhByJxFDKBkaEII0KxwRVS0fAkM2JyggkKFhcYGRolJicoKSo0NTY3ODk6Q0RFRkdISUpTVFVWV1hZWmNkZWZnaGlqc3R1dnd4eXqDhIWGh4iJipKTlJWWl5iZmqKjpKWmp6ipqrKztLW2t7i5usLDxMXGx8jJytLT1NXW19jZ2uHi4+Tl5ufo6erx8vP09fb3+Pn6/8QAHwEAAwEBAQEBAQEBAQAAAAAAAAECAwQFBgcICQoL/8QAtREAAgECBAQDBAcFBAQAAQJ3AAECAxEEBSExBhJBUQdhcRMiMoEIFEKRobHBCSMzUvAVYnLRChYkNOEl8RcYGRomJygpKjU2Nzg5OkNERUZHSElKU1RVVldYWVpjZGVmZ2hpanN0dXZ3eHl6goOEhYaHiImKkpOUlZaXmJmaoqOkpaanqKmqsrO0tba3uLm6wsPExcbHyMnK0tPU1dbX2Nna4uPk5ebn6Onq8vP09fb3+Pn6/9oADAMBAAIRAxEAPwD7LooooAKKKKACiiigAooooAKKKKACiiigArC8ceL/AA14I0GXXPFWsW2l2EfHmTNy7YJ2oo+Z2wD8qgng8VD8SvGWi+APBWo+K9elKWdjHu2JjfM54SNAerMcAdu5wATXx14a8NeJP2gPFJ+I/wATJJofD4Zl0jSI5GVTHnoOhCcctwzkdgBXFmGYUMBRdau7L8W+yNqGHnXnyQWp32t/thwXl/JafD74b634jWMkNPI5j49QkaOcH3Kn2qtY/th32l3cUXjz4Vaxo1vIcCaKVt/4Ryome/8AFXpmkabp+kWEdhpVjb2NpEMJDBGERR9BUl/aWt/aSWd9aw3VtKu2SGaMOjj0IPBr4d8eP2mlH3fXX8j2/wCwvd+PX0O3+GXxG8HfEjRjqnhHWYb6NMCeE5SeAntJGfmXocHocHBNdZXwx8SfhtrHwt1ofFL4RXE1jJY5kvtOUl0EXV8L/FFx8yHoORjAx9VfAj4maV8Vvh/a+JtPQW1yCYL+zLbmtp1+8ue6kEMp7gjODkD7XLcyoZjRVai9Oq6p9meLicNUw8+SaO9ooor0DAKKKKACiiigAooooAKKKKACiiigAooooAKKKKACiiigAooooAKKKKACiivEf2wPipL8PPh8NL0SRz4o8QFrTTliyZIlOA8wA5yNwVf9pgecGgDx743a3N8ePjzb/D3S5mPgzwtKZdTmjztnnU7ZMMP+/S/9tGGRXt1pb29naQ2lrCkFvCixxRouFRQMBQOwAFcF8BPh/F8PfAkFjMiHVrvFxqMg7yEcRg+iDj67j3r0GvxriXOP7RxTUH7kdF5938/yPsctwn1el73xPf8AyCiiivnD0QIDAhgCDwQe9fPmj6hJ+zn+0DFqEatF4A8VMI7pFHyWrZ/Qxs24f9M3YDJHH0HXK/FbwXY+PvBN74evNiSuPMtJyuTBOoOxx+ZB9VJFe7w9m7yzFqUn7ktJenf5f5nBmGEWJpWW62PoWKRJY1kjdXRwGVlOQQehBp1fNX7EvxHvLvSbz4S+K98HiLwxujtllPMtqrbdg9TGcD3QpjOCa+la/aoyUkmnofGtNOzCiiimIKKKKACiiigAooooAKKKKACiiigAooooAKKKKACiiigAooooApa9q2n6Fol7rWrXKWthZQPPcTOeERRkn8hXxj8MF1D4zfGTU/jL4itnTSrKX7NoNpKM+XsPyY7HYCWJ6GRyRjbiuo/bC8Yal458a6X8B/CE/M8iXGvXCjcsSjDrG2D0QDzGHc+WAc5FeieF9D07w14esdB0mHyrKyiEUS9zjqx9STkk9yTXxvF+cfVMP9Wpv357+Uf+Dt957GUYP2tT2ktl+ZpUUUV+Un1QUUUUAFFFFAHg/wC0ToOq+EvFGkfGvwcgj1TSJk/tFVXiWPGwO2OoKkxt32sOmDX1l8NPGOk+PvA+l+LNFfNrfwhzGSC0Ljh42x/ErAg/TI4rz+/tLW/sZ7G9gjuLW4jaKaKQZWRGGGUj0IJrxT9n7Xrr4G/HK8+F+t3D/wDCJ+I5hNpNzLwsczcRkn/ax5Tf7SoeBnP6fwbnHtqX1Oq/ej8Pmu3y/L0PmM4wfJL20dnv6n2dRRRX3J4gUUUUAFFFFABRRRQAUUUUAFFFFABRRRQAUUUUAFFFFABXn/7QHxJsfhZ8Nb/xLcbJb0/6Pptsx/19ywO0f7owWb/ZU98V37MqqWZgqgZJJwAK+JvEOpt+0T+0G8+1pvh/4SZkgDAGK7k3dffzWXP/AFzQA4JrmxmLp4OhKvVekV/X3mlGlKrNQjuzb/Zm8FX2l6PeeOvExefxN4lc3U0sw/eJE7b+fRnJ3n/gIxxXsVFFfhmPxtTHYiVepu/w7L5H3FCjGhTVOPQKKK8q/ab8daj4L8BxRaGzpq+rz/ZLaRBl4lxl3X/a6KPQtntUYPCVMZXjQp7ydh1qsaMHOWyOv8R/EDwT4cvDZ634o0uyuh96B5wZF+qjJH41p+HPEWg+I7RrrQNYsdThQ7Xa1nWTYfRsdD7GuM+Fv7Kvgax8NwXHxAtJ/EXiC6XzbsteTRRQu3JRfLZS2M8sxOTkgDpXA/Hv4Uv8Dbqw+KHwvuru10+K5SDUdPmmMiKrdOTy0bEbSGJIJUg/3fvq3AsFRfs6rc/NaP8AVfieFHO5c/vR938T6Eoqh4b1a217w9p2t2YYW9/ax3MYbqFdQwB9xmr9fnUouEnGW6PoU01dBXmv7RHw8Xx94GkSziB1vTt1xpzgDcxx80WfRwB/wIKe1elUVthMVUwlaNak7Si7kVaUasHCWzKn7I3xWb4l/DoW+rSt/wAJNohW11NZOHl4+SfH+0AQf9pW4AxXtFfD/wAQWvvgb8bdO+LOg20r6Bq0pt9ctIQAGLcuMHAy+PMX/bQ5IBwftXRdSsdZ0i01bS7qO6sbyFJ7eaM5WRGGVYfga/c8ux1PH4aNens/wfVHw+IoSoVHTl0LdFFFdpiFFFFABRRRQAUUUUAFFFFABRRRQAUUUUAFFFYXj/xVpPgnwbqnirXJvKsdOgMr8jc56Ki56szEKB6kUAeIftrfEm90fw9afDLwozy+J/FOIWWFv3kNqzbT9DIcoD/dDnjANP8AhN4KsvAPgiy8P2ux5lHm3k6jHnzsBub6cAD2UV5n+z/pWq+OvGmsfG7xhHm91KZ00mJuVhjHyFk9lUeUvfAcnOc17xX5bxjnH1it9Tpv3Yb+cv8Agfnc+nyfB+zh7aW729P+CFFFFfEnthXz/wDtb/8AIwfDr/sKv/6HDX0BXz/+1v8A8jD8Ov8AsKP/AOhw19Bwt/yNaXz/APSWefmn+6z+X5o+x5Pvt9TXjH7an/JuHiP/AK6Wn/pVFXs8n32+prxj9tT/AJNw8R/9dLT/ANKoq/Zz5F7Gf8Ef+SQeE/8AsEwf+gCuwrj/AII/8kg8J/8AYKg/9BFdhX4JmH+91f8AE/zZ9xh/4UfRBRRRXGbGR4y8O6d4r8L3/h7VY99pexGNiACUPVXXP8SkAj3FcH+xn421Lwn4o1T4EeMZiLuylkm0SVzxIn3mjX2I/er7FwegFep14r+0/wCDb+40+y+JHheSS28ReGWW482IDc0KNv3c9TGcsO2C/Xivr+Ec4+p4n6vUfuT/AAfR/PZ/I8jNsJ7an7SO6/I+x6K4T4EfEbT/AIo/DfT/ABRZ+XHcsPJ1C2Vs/Z7lQN6fQ5DD/ZZa7uv1k+UCiiigAooooAKKKKACiiigAooooAKKKKACvjn9pPxFd/Gb4yWPwf8ADt048PaJMbjXbqFgVaVeHGf9jOwD++7ZHyg17R+1b8VE+F/w0nlsLhV8R6qGtdIjGCyuR882DnIjBB5BG4oD1rzL9nT4fyeCfBn2rVFZ/EGrsLrUZJDudCeViJ74ySf9pm56V4HEWbrLcI5Rfvy0j/n8vzsd+X4T6zVs9luejabZWmm6dbadYwJb2ltEsMMSDCoijAA/AVYoor8Xbbd2fZJWCiiikMK+f/2t/wDkYfh1/wBhR/8A0OGvoCvn/wDa3/5GH4df9hR//Q4a+g4W/wCRrS+f/pLPPzT/AHWfy/NH2PJ99vqa8Y/bU/5Nw8R/9dLT/wBKoq9nk++31NeMftqf8m4eI/8Arpaf+lUVfs58i9jP+CP/ACSDwn/2CoP/AEEV2Fcf8Ef+SQeE/wDsFQf+giuwr8EzD/e6v+KX5s+4w/8ACj6IKKKK4zYKGVWUqyhlIwQRkEUUUAeAeDNVf9nT9oH7LcStF8P/ABY2CWP7u0fdw3t5TNg/9M3zyRX24CGAIIIPQivnD4yeBrX4geBbzQ5diXYHnWM7D/VTr93n0PKn2Y98VN+xR8TrrxH4Wufh54oldPFPhfMBSYjzJrZW2gn1MZxGfbYSSWNfsXC+cf2hheWo/fho/NdH/n5nx+Z4T6vVvH4X/Vj6Jooor6Y80KKKKACiiigAooooAKKKKACoNRvLXTtPudQv7iO2tLaJpp5pGwsaKMsxPYAAmp6+Wf20/Hepaxqel/A3wbKH1bWnR9VdXI8mH7yRsR0BALt6Io4IapnOMIuUnZIcU5OyOI8J3N18efjtf/EvVIpF8LeH5RbaLaydGZeUyPXkSt/tMgyQK+gKxfA3hrTvB/hTT/Dulr/o9nEE3kANK/VnbHdjkn61tV+JZ7msszxcqv2VpFeX/B3PtcDhVhqSj16hRRRXjHYFFFFABXz/APtb/wDIw/Dr/sKP/wChw19AV8//ALW//Iw/Dr/sKP8A+hw19Bwt/wAjWl8//SWefmn+6z+X5o+x5Pvt9TXjH7an/JuHiP8A66Wn/pVFXs8n32+prxj9tT/k3DxH/wBdLT/0qir9nPkXsZ/wR/5JB4T/AOwVB/6CK7CuP+CP/JIPCf8A2CoP/QRXYV+CZh/vdX/FL82fcYf+FH0QUUUVxmwUUUUAFeBfHnTtW+HPxA0j43+EY/3trMkWrwA7VlU/IC3+y6nyyex2Ec8177VXV9Ps9W0q60vUYFuLO7iaGaNujIwwRXp5RmU8txUa8duq7rr/AF3OXF4ZYik4P5ep6b4F8T6T4z8I6Z4o0OcTWGowCaI8ZXsyNjoysCpHYg1tV8c/sveJr74Q/F/UPgt4nuy2j6pN5+hXMjceYx+QDsPMA2kdBImBncTX2NX7hRrQr041Kbumro+JnCUJOMt0FFFFakhRRRQAUUUUAFFFFAHHfGbx9pnw0+HepeLNSKObdNlpblsG5uGz5cY78nk46KGPavmj9mjwtqdz/aXxV8Wu1x4g8Su00Tv1jgY7twHbfxgdAiqB1xVP4n6w37QX7QEXhuxlaTwL4Rcm5kRjsupc4Y8cHcy7FP8AcV2B5xXu0aJHGscaKiKAqqowFA6ACvgeM849nBYGk9XrL06L57+nqe9k2D5n7aWy2Fooor81PpAooooAKKKKACvn/wDa3/5GH4df9hR//Q4a+gK+f/2t/wDkYfh1/wBhR/8A0OGvoOFv+RrS+f8A6Szz80/3Wfy/NH2PJ99vqa8Y/bU/5Nw8R/8AXS0/9Koq9nk++31NeMftqf8AJuHiP/rpaf8ApVFX7OfIvYz/AII/8kg8J/8AYKg/9BFdhXH/AAR/5JB4T/7BUH/oIrsK/BMw/wB7q/4pfmz7jD/wo+iCiiiuM2CiiigAooooA8r/AGkvh/L4y8HLqWjq6+IdFJubF4iRJIo5aMEc54DL/tKOmTXq/wCyx8Vofip8NILy6mi/4SDTQttq0KkZ34OybHZZACfTIcD7tNr561+6uf2f/j3ZeP8ATYXPhDxE5g1a3jztjZmzJgAYyP8AWJ64dRgV+hcF5xZvA1X5x/VfqvmfP5zg/wDl/H5/5n3DRUNhd21/Y299ZTx3FrcRLLDLG2VkRhlWB7ggg1NX6MfOhRRRQAUUUUAFeC/tmfFC48GeCIvCXh2SRvFXifNraLCT5kMLHa8gxyGOQi9Dkkj7tez+K9e0vwv4b1DxDrVyLbTtPt2uLiQ84VRnAHcnoAOSSAOtfHPwatdT+KvxS1b43eKYXWDzmg0K2diViVQVBA6YReMjguztgEV5+aZhTy/Cyrz6bLu+i/rodGFw8sRVVOJ6J8EfAcHw+8B2ukbUbUZcT6jKvO+YjkA/3VGFH0z3NdxRRX4biMRUxFWVWo7yk7s+3p0404qEdkFFFFYlhRRRQAUUUUAFeJ/te+HtT1DwRp3iXSEd7nw9d/aX2LuZYmxlwMHO1lQnsBuJ4Fe2UMAylWAIIwQRwRXZl+NlgcTDERV3F/8AD/gY4iiq9N031E+Evxk8FfELwzbalb63p9lqXlKb7T7m4WOW3kwNwAbG5M5ww4I9DkDxv9sX4o6P4m0GD4U+B7mLxBrGqXsQuvsTCWOII+Vj3jguXCk4PyhTnGaseKv2d/hvrl695DaXmjSO2500+YJGT7IysF+i4FdN8OfhV4L8BSNc6FprNfMuxr25k8ybb3APRR67QM981+jVuN8GqPNTi3Ps+/m77eh89HJqzlaTVu50HgnRv+Ed8HaPoJkEjafZRW7OOjMiAE/iQa16KK/MKk5VJuct3qfSxiopJBRRRUFBRRRQAUUUUAFYPxB8K6f408IX/hzUhiG6jwkgGTFIOUce4OD7jI71vUVdKpOlNTg7NaomUVJOMtmecfsUePdR0271L4I+MpPL1nQ3dtMLsT5sAOXjUnqFyHX1RuAAtfUlfGP7THhfVNNutM+LnhBmt9e8PSJJctHn95CpyGIH3tuSGHdGIPC4r6f+D3jzS/iT8PdM8WaWQouY9tzBnJt514kjP0PQ9wQe9ft+S5pDMsJGst9muz/rVHxOMwzw1Vwe3T0Ovooor1jlCiivNP2kfidbfCv4ZXmuK0batcZtdKhYZ33DA4YjuqDLH6AdSKAPEP2svFWofEz4l6b8C/CtwVs4JVufEFymSqlcNsPYhFIJHQuyDgrXp/h/SbDQdDstF0uAQWVlCsMKDnCgdz3J6k9ySa8z/Zp8CXPhvwzP4l17zJfEniFvtV3JNkyIjHcqNnncSSze5AP3a9ar8h4rzj69ivZU37kNPV9X+i/4J9blWD9hS5pL3n+QUUUV8qeqFFFFABRRRQAUUUUAFZXi/wAQ6X4V8OXmv61ceRZWibnIGWY5wFUd2JIAHvWrXgn7Z0hfw14XsLiZ4NNudXH2uVf4QEwD+TOfwr0cpwaxuMp4eTspPX03ObF1nRoyqLoO0DxV8fvifE+s/D7wxp2j+H97Lb3F+U3T4ODhnPze+1cA5GSRU+hfFfxn4R8a23g74z+H4dHmvDi01ODAhbJwC2CylSerKRt4yByR9XaVZWWm6XaabpkMcFjawJDbRRjCpEqgKBjtgCvDv27rLSbj4DT3d+sf2y01C3bT3P3vMZtrqPrHvJH+yPSv1itw1ltSj7JUkvNb/f1+Z8vHMMTGXPzX/I7akrmvhTdXd78MvDF3fu73UulWzyu3VmMa8n3PWulr8arU3SqSg+ja+4+vhLmipdwooorMoKKKKACiiigAooooAZPFFPBJBPGksUilHRxlWUjBBHcEV4R8I9ak/Z9+P03g7UJXXwP4rkVrOaRiVtpCcRtk8fKx8tz/AHSjk8AV71XBfHbwBD8QvAdxpsaquqW2bjTpTxiUD7hP91h8p9OD2r6LhrN/7Nxa537ktH+j+X5XPOzLCfWKWnxLb/I+mqK8G/Yz+Kc3jnwJJ4Z8QSSL4p8NbbW7WbIkmhGVjkOeSw2lG6nKgn7wr3mv2ZO58cFfGPj6dvjH+1vPp1z++8MeBlMflZykk6sN4Pu0owRzlYcV9nV8S/sdN/aFv418QXSkahf6uDcE9ejPjHb5pGrw+I8XPCZbUqQ32+92/I7cupKriIxlt/ke/UlFFfiZ9qFFFFABRRRQAUUUUAFFFFABXJfFvwPZfEHwTdeHruTyJSwmtLjbnyZlztbHpglT7Ma62itaFadCpGrTdpJ3RE4RnFxktGfPvhD4ofHb4T6dF4V8QeA5fFljaL5NjdQrI5Ea8Kvmxhgy4xgMoYDg+granovxU+P3ibT7/wCIOnt4X8I2DmSHTlVo3fJ5wrHeXIwN7AAD7o5IP0ZSV9dW42xtSjyRioy7q/4L/hzyYZLRjO7ba7DLeGG2t47e3jWKGJAkaKMBVAwAPYCn0UV8Y3c9gKKKKBhRRRQAUUUUAFFFFABRRRQB4B8RZX+EP7RXhr4oadmHSdZm+yayinCHOFkJ+q7ZAP70ZNfbgIYAggg9CK+Pv2xbOC5+DMs8y5ktNQglhOejEsh/8ddq+nPhTeXOo/C7wnqF4CLm50WzmmBGCHaBC36k1+ycJ4ueJy2PPvFuP3bfg7Hx2a0lTxLt11Olr4e0Sdfgn+0r4p8I6+RaaF4lnF5pt03yxIGd2i9go3PET/eQHpyPuGuA+N3wm8LfFnw0uleIIWiurcs9hqEIHnWrkc4/vKcDch4OB0IBHsY/BU8dh54eptL+k/kzkoVpUaiqR3Rg0V4U/wAP/wBpP4Sr9i8PfY/HPh+HiBPvvHGOg8tmWRTj+FWdR2qs/wAaPilY/u9T+B2vJKPvfubmIZ+hhP8AOvy/E8G5jSm1TSmu6aX52PpqecYeS97R/wBdj36ivn//AIXt4+/6Inrv5z//ABij/he3j7/oieu/nP8A/GK5v9U82/59f+TR/wAzX+1cJ/N+D/yPoCivn/8A4Xt4+/6Inrv5z/8Axij/AIXt4+/6Inrv5z//ABij/VPNv+fX/k0f8w/tXCfzfg/8j6Aor5//AOF7ePv+iJ67+c//AMYo/wCF7ePv+iJ67+c//wAYo/1Tzb/n1/5NH/MP7Vwn834P/I+gKK+f/wDhe3j7/oieu/nP/wDGKP8Ahe3j7/oieu/nP/8AGKP9U82/59f+TR/zD+1cJ/N+D/yPoCivn/8A4Xt4+/6Inrv5z/8Axij/AIXt4+/6Inrv5z//ABij/VPNv+fX/k0f8w/tXCfzfg/8j6Aor5//AOF7ePv+iJ67+c//AMYo/wCF7ePv+iJ67+c//wAYo/1Tzb/n1/5NH/MP7Vwn834P/I+gKK+f/wDhe3j7/oieu/nP/wDGKP8Ahe3j7/oieu/nP/8AGKP9U82/59f+TR/zD+1cJ/N+D/yPoCivn/8A4Xt4+/6Inrv5z/8Axij/AIXt4+/6Inrv5z//ABij/VPNv+fX/k0f8w/tXCfzfg/8j6Aor5//AOF7ePv+iJ67+c//AMYo/wCF7ePv+iJ67+c//wAYo/1Tzb/n1/5NH/MP7Vwn834P/I+gKK+f/wDhe3j7/oieu/nP/wDGKP8Ahe3j7/oieu/nP/8AGKP9U82/59f+TR/zD+1cJ/N+D/yPoCivn/8A4Xt4+/6Inrv5z/8Axij/AIXt4+/6Inrv5z//ABij/VPNv+fX/k0f8w/tXCfzfg/8j6Apa8AT43fEu5Pl2XwP155TwoEdxJz9BCKmj0L9qD4nj7H/AGTB4E0ibiSaXNtJt7g5LTZ+gUHoa3w/B2Z1JWnFRXdtP8rmdTOMNFXi7/L/ADKPx91OX4n+PfD/AMGPCT/abmS/WXUriM7kgIDAg88+Whd2HqFA+YED7c0+0gsLC3sbWMR29tEsMSDoqqAAPyFeX/s+fAvwv8IdPklsnbU9fuohHeapMm1mXOfLjXJ8tMgEjJJIBJOBj1ev07LMup5dho4enrbr3fVnzOJxEsRUdSQUUUV6BgFFFFABRRRQAUUUUAFFFFABRRRQAUUUUAFFFFABRRRQAUUUUAFFFFABRRRQAUUUUAFFFFABRRRQB//Z"/>
          <p:cNvSpPr>
            <a:spLocks noChangeAspect="1" noChangeArrowheads="1"/>
          </p:cNvSpPr>
          <p:nvPr/>
        </p:nvSpPr>
        <p:spPr bwMode="auto">
          <a:xfrm>
            <a:off x="21272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PT"/>
          </a:p>
        </p:txBody>
      </p:sp>
      <p:sp>
        <p:nvSpPr>
          <p:cNvPr id="3" name="Slide Number Placeholder 3">
            <a:extLst>
              <a:ext uri="{FF2B5EF4-FFF2-40B4-BE49-F238E27FC236}">
                <a16:creationId xmlns:a16="http://schemas.microsoft.com/office/drawing/2014/main" id="{D740828A-9CA4-4A49-ADC7-8CC72DA290D7}"/>
              </a:ext>
            </a:extLst>
          </p:cNvPr>
          <p:cNvSpPr>
            <a:spLocks noGrp="1"/>
          </p:cNvSpPr>
          <p:nvPr>
            <p:ph type="sldNum" sz="quarter" idx="12"/>
          </p:nvPr>
        </p:nvSpPr>
        <p:spPr>
          <a:xfrm>
            <a:off x="8730845" y="6209600"/>
            <a:ext cx="2743200" cy="365125"/>
          </a:xfrm>
        </p:spPr>
        <p:txBody>
          <a:bodyPr/>
          <a:lstStyle/>
          <a:p>
            <a:fld id="{BC0D97B6-E32F-4D7D-B839-7C3B51F2640F}" type="slidenum">
              <a:rPr lang="pt-PT" smtClean="0"/>
              <a:pPr/>
              <a:t>51</a:t>
            </a:fld>
            <a:endParaRPr lang="pt-PT" dirty="0"/>
          </a:p>
        </p:txBody>
      </p:sp>
      <p:sp>
        <p:nvSpPr>
          <p:cNvPr id="6" name="Marcador de texto 5">
            <a:extLst>
              <a:ext uri="{FF2B5EF4-FFF2-40B4-BE49-F238E27FC236}">
                <a16:creationId xmlns:a16="http://schemas.microsoft.com/office/drawing/2014/main" id="{6793F1E8-493D-9AEE-5A44-7B1BFFC2701D}"/>
              </a:ext>
            </a:extLst>
          </p:cNvPr>
          <p:cNvSpPr txBox="1">
            <a:spLocks/>
          </p:cNvSpPr>
          <p:nvPr/>
        </p:nvSpPr>
        <p:spPr>
          <a:xfrm>
            <a:off x="106420" y="114373"/>
            <a:ext cx="11547776" cy="538770"/>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Tx/>
              <a:buNone/>
              <a:defRPr sz="1300" kern="1200">
                <a:solidFill>
                  <a:schemeClr val="accent1"/>
                </a:solidFill>
                <a:latin typeface="+mn-lt"/>
                <a:ea typeface="+mn-ea"/>
                <a:cs typeface="+mn-cs"/>
              </a:defRPr>
            </a:lvl1pPr>
            <a:lvl2pPr marL="457200" indent="0" algn="l" defTabSz="914400" rtl="0" eaLnBrk="1" latinLnBrk="0" hangingPunct="1">
              <a:lnSpc>
                <a:spcPct val="90000"/>
              </a:lnSpc>
              <a:spcBef>
                <a:spcPts val="500"/>
              </a:spcBef>
              <a:buFontTx/>
              <a:buNone/>
              <a:defRPr sz="11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Tx/>
              <a:buNone/>
              <a:defRPr sz="105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Tx/>
              <a:buNone/>
              <a:defRPr sz="10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Tx/>
              <a:buNone/>
              <a:defRPr sz="1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400" b="0" dirty="0" err="1">
                <a:ln w="6350" cap="flat">
                  <a:noFill/>
                  <a:miter lim="800000"/>
                </a:ln>
                <a:solidFill>
                  <a:srgbClr val="FF0000"/>
                </a:solidFill>
              </a:rPr>
              <a:t>Riscos</a:t>
            </a:r>
            <a:r>
              <a:rPr lang="en-US" sz="2400" b="0" dirty="0">
                <a:ln w="6350" cap="flat">
                  <a:noFill/>
                  <a:miter lim="800000"/>
                </a:ln>
                <a:solidFill>
                  <a:srgbClr val="FF0000"/>
                </a:solidFill>
              </a:rPr>
              <a:t> e </a:t>
            </a:r>
            <a:r>
              <a:rPr lang="en-US" sz="2400" b="0" dirty="0" err="1">
                <a:ln w="6350" cap="flat">
                  <a:noFill/>
                  <a:miter lim="800000"/>
                </a:ln>
                <a:solidFill>
                  <a:srgbClr val="FF0000"/>
                </a:solidFill>
              </a:rPr>
              <a:t>Dependências</a:t>
            </a:r>
            <a:br>
              <a:rPr lang="pt-PT" sz="2400" dirty="0"/>
            </a:br>
            <a:r>
              <a:rPr lang="pt-PT" sz="1800" dirty="0">
                <a:solidFill>
                  <a:schemeClr val="tx1">
                    <a:lumMod val="75000"/>
                    <a:lumOff val="25000"/>
                  </a:schemeClr>
                </a:solidFill>
              </a:rPr>
              <a:t>Probabilidade e Impactos</a:t>
            </a:r>
          </a:p>
        </p:txBody>
      </p:sp>
    </p:spTree>
    <p:extLst>
      <p:ext uri="{BB962C8B-B14F-4D97-AF65-F5344CB8AC3E}">
        <p14:creationId xmlns:p14="http://schemas.microsoft.com/office/powerpoint/2010/main" val="27821503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ángulo 44">
            <a:extLst>
              <a:ext uri="{FF2B5EF4-FFF2-40B4-BE49-F238E27FC236}">
                <a16:creationId xmlns:a16="http://schemas.microsoft.com/office/drawing/2014/main" id="{B0526F0C-6ECA-69DC-6A1F-AAC8C8F4FE22}"/>
              </a:ext>
            </a:extLst>
          </p:cNvPr>
          <p:cNvSpPr/>
          <p:nvPr/>
        </p:nvSpPr>
        <p:spPr>
          <a:xfrm>
            <a:off x="1932699" y="581025"/>
            <a:ext cx="202649" cy="5733485"/>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grpSp>
        <p:nvGrpSpPr>
          <p:cNvPr id="14" name="Group 13">
            <a:extLst>
              <a:ext uri="{FF2B5EF4-FFF2-40B4-BE49-F238E27FC236}">
                <a16:creationId xmlns:a16="http://schemas.microsoft.com/office/drawing/2014/main" id="{7E899394-9EFA-F11B-4AF8-7EFC324467DF}"/>
              </a:ext>
            </a:extLst>
          </p:cNvPr>
          <p:cNvGrpSpPr/>
          <p:nvPr/>
        </p:nvGrpSpPr>
        <p:grpSpPr>
          <a:xfrm>
            <a:off x="1854679" y="2774275"/>
            <a:ext cx="2820101" cy="369332"/>
            <a:chOff x="1854679" y="3238744"/>
            <a:chExt cx="2820101" cy="369332"/>
          </a:xfrm>
        </p:grpSpPr>
        <p:sp>
          <p:nvSpPr>
            <p:cNvPr id="15" name="CuadroTexto 49">
              <a:extLst>
                <a:ext uri="{FF2B5EF4-FFF2-40B4-BE49-F238E27FC236}">
                  <a16:creationId xmlns:a16="http://schemas.microsoft.com/office/drawing/2014/main" id="{35C968D7-D9D3-A213-168C-4902CAF3E14F}"/>
                </a:ext>
              </a:extLst>
            </p:cNvPr>
            <p:cNvSpPr txBox="1"/>
            <p:nvPr/>
          </p:nvSpPr>
          <p:spPr>
            <a:xfrm>
              <a:off x="2268993" y="3238744"/>
              <a:ext cx="2405787" cy="369332"/>
            </a:xfrm>
            <a:prstGeom prst="rect">
              <a:avLst/>
            </a:prstGeom>
            <a:noFill/>
          </p:spPr>
          <p:txBody>
            <a:bodyPr wrap="none" rtlCol="0">
              <a:spAutoFit/>
            </a:bodyPr>
            <a:lstStyle/>
            <a:p>
              <a:r>
                <a:rPr lang="en-US" dirty="0" err="1">
                  <a:solidFill>
                    <a:schemeClr val="tx2"/>
                  </a:solidFill>
                  <a:latin typeface="Santander Text" panose="020B0504020201020104" pitchFamily="34" charset="0"/>
                </a:rPr>
                <a:t>Desenho</a:t>
              </a:r>
              <a:r>
                <a:rPr lang="en-US" dirty="0">
                  <a:solidFill>
                    <a:schemeClr val="tx2"/>
                  </a:solidFill>
                  <a:latin typeface="Santander Text" panose="020B0504020201020104" pitchFamily="34" charset="0"/>
                </a:rPr>
                <a:t> Técnico (HLD)</a:t>
              </a:r>
            </a:p>
          </p:txBody>
        </p:sp>
        <p:grpSp>
          <p:nvGrpSpPr>
            <p:cNvPr id="16" name="Punto 1">
              <a:extLst>
                <a:ext uri="{FF2B5EF4-FFF2-40B4-BE49-F238E27FC236}">
                  <a16:creationId xmlns:a16="http://schemas.microsoft.com/office/drawing/2014/main" id="{158F39A7-2AEC-436B-E635-E742A3BFC621}"/>
                </a:ext>
              </a:extLst>
            </p:cNvPr>
            <p:cNvGrpSpPr/>
            <p:nvPr/>
          </p:nvGrpSpPr>
          <p:grpSpPr>
            <a:xfrm>
              <a:off x="1854679" y="3244066"/>
              <a:ext cx="358688" cy="358688"/>
              <a:chOff x="3928533" y="1504713"/>
              <a:chExt cx="358688" cy="358688"/>
            </a:xfrm>
            <a:solidFill>
              <a:srgbClr val="3C3C3B"/>
            </a:solidFill>
          </p:grpSpPr>
          <p:sp>
            <p:nvSpPr>
              <p:cNvPr id="17" name="Elipse 99">
                <a:extLst>
                  <a:ext uri="{FF2B5EF4-FFF2-40B4-BE49-F238E27FC236}">
                    <a16:creationId xmlns:a16="http://schemas.microsoft.com/office/drawing/2014/main" id="{0819AACD-AD0A-5FE9-FE61-E766BF6FE511}"/>
                  </a:ext>
                </a:extLst>
              </p:cNvPr>
              <p:cNvSpPr/>
              <p:nvPr/>
            </p:nvSpPr>
            <p:spPr>
              <a:xfrm>
                <a:off x="3928533" y="1504713"/>
                <a:ext cx="358688" cy="35868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sp>
            <p:nvSpPr>
              <p:cNvPr id="18" name="Elipse 100">
                <a:extLst>
                  <a:ext uri="{FF2B5EF4-FFF2-40B4-BE49-F238E27FC236}">
                    <a16:creationId xmlns:a16="http://schemas.microsoft.com/office/drawing/2014/main" id="{FB04280A-AB65-DB0C-51BF-E8F5BF4A3FDE}"/>
                  </a:ext>
                </a:extLst>
              </p:cNvPr>
              <p:cNvSpPr/>
              <p:nvPr/>
            </p:nvSpPr>
            <p:spPr>
              <a:xfrm>
                <a:off x="4027046" y="1603226"/>
                <a:ext cx="161662" cy="16166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grpSp>
      </p:grpSp>
      <p:grpSp>
        <p:nvGrpSpPr>
          <p:cNvPr id="26" name="Group 25">
            <a:extLst>
              <a:ext uri="{FF2B5EF4-FFF2-40B4-BE49-F238E27FC236}">
                <a16:creationId xmlns:a16="http://schemas.microsoft.com/office/drawing/2014/main" id="{4FC2D756-D2A0-22F5-0369-89625FCC50E5}"/>
              </a:ext>
            </a:extLst>
          </p:cNvPr>
          <p:cNvGrpSpPr/>
          <p:nvPr/>
        </p:nvGrpSpPr>
        <p:grpSpPr>
          <a:xfrm>
            <a:off x="1854679" y="3234878"/>
            <a:ext cx="1441839" cy="369332"/>
            <a:chOff x="1854679" y="3814462"/>
            <a:chExt cx="1441839" cy="369332"/>
          </a:xfrm>
        </p:grpSpPr>
        <p:sp>
          <p:nvSpPr>
            <p:cNvPr id="27" name="CuadroTexto 55">
              <a:extLst>
                <a:ext uri="{FF2B5EF4-FFF2-40B4-BE49-F238E27FC236}">
                  <a16:creationId xmlns:a16="http://schemas.microsoft.com/office/drawing/2014/main" id="{00AB5E63-10AC-9945-ADC3-6E20A612E485}"/>
                </a:ext>
              </a:extLst>
            </p:cNvPr>
            <p:cNvSpPr txBox="1"/>
            <p:nvPr/>
          </p:nvSpPr>
          <p:spPr>
            <a:xfrm>
              <a:off x="2268993" y="3814462"/>
              <a:ext cx="1027525" cy="369332"/>
            </a:xfrm>
            <a:prstGeom prst="rect">
              <a:avLst/>
            </a:prstGeom>
            <a:noFill/>
          </p:spPr>
          <p:txBody>
            <a:bodyPr wrap="none" rtlCol="0">
              <a:spAutoFit/>
            </a:bodyPr>
            <a:lstStyle/>
            <a:p>
              <a:r>
                <a:rPr lang="en-US" dirty="0">
                  <a:solidFill>
                    <a:schemeClr val="tx2"/>
                  </a:solidFill>
                  <a:latin typeface="Santander Text" panose="020B0504020201020104" pitchFamily="34" charset="0"/>
                </a:rPr>
                <a:t>Volumes</a:t>
              </a:r>
            </a:p>
          </p:txBody>
        </p:sp>
        <p:grpSp>
          <p:nvGrpSpPr>
            <p:cNvPr id="28" name="Punto 1">
              <a:extLst>
                <a:ext uri="{FF2B5EF4-FFF2-40B4-BE49-F238E27FC236}">
                  <a16:creationId xmlns:a16="http://schemas.microsoft.com/office/drawing/2014/main" id="{1469DDA0-F41C-9FDF-9057-06EC3B05F8AE}"/>
                </a:ext>
              </a:extLst>
            </p:cNvPr>
            <p:cNvGrpSpPr/>
            <p:nvPr/>
          </p:nvGrpSpPr>
          <p:grpSpPr>
            <a:xfrm>
              <a:off x="1854679" y="3819784"/>
              <a:ext cx="358688" cy="358688"/>
              <a:chOff x="3928533" y="1504713"/>
              <a:chExt cx="358688" cy="358688"/>
            </a:xfrm>
            <a:solidFill>
              <a:srgbClr val="3C3C3B"/>
            </a:solidFill>
          </p:grpSpPr>
          <p:sp>
            <p:nvSpPr>
              <p:cNvPr id="29" name="Elipse 102">
                <a:extLst>
                  <a:ext uri="{FF2B5EF4-FFF2-40B4-BE49-F238E27FC236}">
                    <a16:creationId xmlns:a16="http://schemas.microsoft.com/office/drawing/2014/main" id="{A8656A93-78DD-56EA-47B0-96C3C18FAC4C}"/>
                  </a:ext>
                </a:extLst>
              </p:cNvPr>
              <p:cNvSpPr/>
              <p:nvPr/>
            </p:nvSpPr>
            <p:spPr>
              <a:xfrm>
                <a:off x="3928533" y="1504713"/>
                <a:ext cx="358688" cy="35868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sp>
            <p:nvSpPr>
              <p:cNvPr id="30" name="Elipse 103">
                <a:extLst>
                  <a:ext uri="{FF2B5EF4-FFF2-40B4-BE49-F238E27FC236}">
                    <a16:creationId xmlns:a16="http://schemas.microsoft.com/office/drawing/2014/main" id="{7F45BCA7-9CDE-BAA2-E515-3CE0A12B15F5}"/>
                  </a:ext>
                </a:extLst>
              </p:cNvPr>
              <p:cNvSpPr/>
              <p:nvPr/>
            </p:nvSpPr>
            <p:spPr>
              <a:xfrm>
                <a:off x="4027046" y="1603226"/>
                <a:ext cx="161662" cy="16166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grpSp>
      </p:grpSp>
      <p:grpSp>
        <p:nvGrpSpPr>
          <p:cNvPr id="31" name="Group 30">
            <a:extLst>
              <a:ext uri="{FF2B5EF4-FFF2-40B4-BE49-F238E27FC236}">
                <a16:creationId xmlns:a16="http://schemas.microsoft.com/office/drawing/2014/main" id="{38479D00-AAC3-CDF9-461E-AA86FFD90B6B}"/>
              </a:ext>
            </a:extLst>
          </p:cNvPr>
          <p:cNvGrpSpPr/>
          <p:nvPr/>
        </p:nvGrpSpPr>
        <p:grpSpPr>
          <a:xfrm>
            <a:off x="1854679" y="4156084"/>
            <a:ext cx="3725670" cy="369332"/>
            <a:chOff x="1854679" y="4351720"/>
            <a:chExt cx="3725670" cy="369332"/>
          </a:xfrm>
        </p:grpSpPr>
        <p:sp>
          <p:nvSpPr>
            <p:cNvPr id="32" name="CuadroTexto 51">
              <a:extLst>
                <a:ext uri="{FF2B5EF4-FFF2-40B4-BE49-F238E27FC236}">
                  <a16:creationId xmlns:a16="http://schemas.microsoft.com/office/drawing/2014/main" id="{3B2DF044-63D4-8408-F6C4-56CD88DE40DE}"/>
                </a:ext>
              </a:extLst>
            </p:cNvPr>
            <p:cNvSpPr txBox="1"/>
            <p:nvPr/>
          </p:nvSpPr>
          <p:spPr>
            <a:xfrm>
              <a:off x="2268993" y="4351720"/>
              <a:ext cx="3311356" cy="369332"/>
            </a:xfrm>
            <a:prstGeom prst="rect">
              <a:avLst/>
            </a:prstGeom>
            <a:noFill/>
          </p:spPr>
          <p:txBody>
            <a:bodyPr wrap="none" rtlCol="0">
              <a:spAutoFit/>
            </a:bodyPr>
            <a:lstStyle/>
            <a:p>
              <a:r>
                <a:rPr lang="en-US" dirty="0" err="1">
                  <a:solidFill>
                    <a:schemeClr val="tx2"/>
                  </a:solidFill>
                  <a:latin typeface="Santander Text" panose="020B0504020201020104" pitchFamily="34" charset="0"/>
                </a:rPr>
                <a:t>Desenho</a:t>
              </a:r>
              <a:r>
                <a:rPr lang="en-US" dirty="0">
                  <a:solidFill>
                    <a:schemeClr val="tx2"/>
                  </a:solidFill>
                  <a:latin typeface="Santander Text" panose="020B0504020201020104" pitchFamily="34" charset="0"/>
                </a:rPr>
                <a:t> de </a:t>
              </a:r>
              <a:r>
                <a:rPr lang="en-US" dirty="0" err="1">
                  <a:solidFill>
                    <a:schemeClr val="tx2"/>
                  </a:solidFill>
                  <a:latin typeface="Santander Text" panose="020B0504020201020104" pitchFamily="34" charset="0"/>
                </a:rPr>
                <a:t>Infraestrutura</a:t>
              </a:r>
              <a:r>
                <a:rPr lang="en-US" dirty="0">
                  <a:solidFill>
                    <a:schemeClr val="tx2"/>
                  </a:solidFill>
                  <a:latin typeface="Santander Text" panose="020B0504020201020104" pitchFamily="34" charset="0"/>
                </a:rPr>
                <a:t> + LLD</a:t>
              </a:r>
            </a:p>
          </p:txBody>
        </p:sp>
        <p:grpSp>
          <p:nvGrpSpPr>
            <p:cNvPr id="33" name="Punto 1">
              <a:extLst>
                <a:ext uri="{FF2B5EF4-FFF2-40B4-BE49-F238E27FC236}">
                  <a16:creationId xmlns:a16="http://schemas.microsoft.com/office/drawing/2014/main" id="{9B15D12C-EF1A-8BC2-4603-5A360C5236E6}"/>
                </a:ext>
              </a:extLst>
            </p:cNvPr>
            <p:cNvGrpSpPr/>
            <p:nvPr/>
          </p:nvGrpSpPr>
          <p:grpSpPr>
            <a:xfrm>
              <a:off x="1854679" y="4357042"/>
              <a:ext cx="358688" cy="358688"/>
              <a:chOff x="3928533" y="1504713"/>
              <a:chExt cx="358688" cy="358688"/>
            </a:xfrm>
            <a:solidFill>
              <a:srgbClr val="3C3C3B"/>
            </a:solidFill>
          </p:grpSpPr>
          <p:sp>
            <p:nvSpPr>
              <p:cNvPr id="34" name="Elipse 105">
                <a:extLst>
                  <a:ext uri="{FF2B5EF4-FFF2-40B4-BE49-F238E27FC236}">
                    <a16:creationId xmlns:a16="http://schemas.microsoft.com/office/drawing/2014/main" id="{2F6F2FEF-BFBA-070F-8927-CE06C85B0174}"/>
                  </a:ext>
                </a:extLst>
              </p:cNvPr>
              <p:cNvSpPr/>
              <p:nvPr/>
            </p:nvSpPr>
            <p:spPr>
              <a:xfrm>
                <a:off x="3928533" y="1504713"/>
                <a:ext cx="358688" cy="35868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sp>
            <p:nvSpPr>
              <p:cNvPr id="35" name="Elipse 106">
                <a:extLst>
                  <a:ext uri="{FF2B5EF4-FFF2-40B4-BE49-F238E27FC236}">
                    <a16:creationId xmlns:a16="http://schemas.microsoft.com/office/drawing/2014/main" id="{B6A5F192-5D11-BEC8-9B21-B71D3A78EA44}"/>
                  </a:ext>
                </a:extLst>
              </p:cNvPr>
              <p:cNvSpPr/>
              <p:nvPr/>
            </p:nvSpPr>
            <p:spPr>
              <a:xfrm>
                <a:off x="4027046" y="1603226"/>
                <a:ext cx="161662" cy="16166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grpSp>
      </p:grpSp>
      <p:grpSp>
        <p:nvGrpSpPr>
          <p:cNvPr id="36" name="Group 35">
            <a:extLst>
              <a:ext uri="{FF2B5EF4-FFF2-40B4-BE49-F238E27FC236}">
                <a16:creationId xmlns:a16="http://schemas.microsoft.com/office/drawing/2014/main" id="{832A2872-B66C-FDEA-5120-2F2B6E8E1149}"/>
              </a:ext>
            </a:extLst>
          </p:cNvPr>
          <p:cNvGrpSpPr/>
          <p:nvPr/>
        </p:nvGrpSpPr>
        <p:grpSpPr>
          <a:xfrm>
            <a:off x="1854679" y="5077290"/>
            <a:ext cx="2754314" cy="369332"/>
            <a:chOff x="1854679" y="4934771"/>
            <a:chExt cx="2754314" cy="369332"/>
          </a:xfrm>
        </p:grpSpPr>
        <p:sp>
          <p:nvSpPr>
            <p:cNvPr id="37" name="CuadroTexto 56">
              <a:extLst>
                <a:ext uri="{FF2B5EF4-FFF2-40B4-BE49-F238E27FC236}">
                  <a16:creationId xmlns:a16="http://schemas.microsoft.com/office/drawing/2014/main" id="{E9539F89-832A-2E6F-42F8-215F727AF7B1}"/>
                </a:ext>
              </a:extLst>
            </p:cNvPr>
            <p:cNvSpPr txBox="1"/>
            <p:nvPr/>
          </p:nvSpPr>
          <p:spPr>
            <a:xfrm>
              <a:off x="2268993" y="4934771"/>
              <a:ext cx="2340000" cy="369332"/>
            </a:xfrm>
            <a:prstGeom prst="rect">
              <a:avLst/>
            </a:prstGeom>
            <a:noFill/>
          </p:spPr>
          <p:txBody>
            <a:bodyPr wrap="none" rtlCol="0">
              <a:spAutoFit/>
            </a:bodyPr>
            <a:lstStyle>
              <a:defPPr>
                <a:defRPr lang="es-ES"/>
              </a:defPPr>
              <a:lvl1pPr>
                <a:defRPr>
                  <a:solidFill>
                    <a:schemeClr val="tx1">
                      <a:lumMod val="65000"/>
                      <a:lumOff val="35000"/>
                    </a:schemeClr>
                  </a:solidFill>
                </a:defRPr>
              </a:lvl1pPr>
            </a:lstStyle>
            <a:p>
              <a:r>
                <a:rPr lang="en-US" dirty="0" err="1">
                  <a:solidFill>
                    <a:schemeClr val="tx2"/>
                  </a:solidFill>
                  <a:latin typeface="Santander Text" panose="020B0504020201020104" pitchFamily="34" charset="0"/>
                </a:rPr>
                <a:t>Riscos</a:t>
              </a:r>
              <a:r>
                <a:rPr lang="en-US" dirty="0">
                  <a:solidFill>
                    <a:schemeClr val="tx2"/>
                  </a:solidFill>
                  <a:latin typeface="Santander Text" panose="020B0504020201020104" pitchFamily="34" charset="0"/>
                </a:rPr>
                <a:t> e </a:t>
              </a:r>
              <a:r>
                <a:rPr lang="en-US" dirty="0" err="1">
                  <a:solidFill>
                    <a:schemeClr val="tx2"/>
                  </a:solidFill>
                  <a:latin typeface="Santander Text" panose="020B0504020201020104" pitchFamily="34" charset="0"/>
                </a:rPr>
                <a:t>dependências</a:t>
              </a:r>
              <a:endParaRPr lang="en-US" dirty="0">
                <a:solidFill>
                  <a:schemeClr val="tx2"/>
                </a:solidFill>
                <a:latin typeface="Santander Text" panose="020B0504020201020104" pitchFamily="34" charset="0"/>
              </a:endParaRPr>
            </a:p>
          </p:txBody>
        </p:sp>
        <p:grpSp>
          <p:nvGrpSpPr>
            <p:cNvPr id="38" name="Punto 1">
              <a:extLst>
                <a:ext uri="{FF2B5EF4-FFF2-40B4-BE49-F238E27FC236}">
                  <a16:creationId xmlns:a16="http://schemas.microsoft.com/office/drawing/2014/main" id="{A8C5655C-827E-C8DA-B057-DBF1B6AE8A16}"/>
                </a:ext>
              </a:extLst>
            </p:cNvPr>
            <p:cNvGrpSpPr/>
            <p:nvPr/>
          </p:nvGrpSpPr>
          <p:grpSpPr>
            <a:xfrm>
              <a:off x="1854679" y="4940093"/>
              <a:ext cx="358688" cy="358688"/>
              <a:chOff x="3928533" y="1504713"/>
              <a:chExt cx="358688" cy="358688"/>
            </a:xfrm>
            <a:solidFill>
              <a:srgbClr val="3C3C3B"/>
            </a:solidFill>
          </p:grpSpPr>
          <p:sp>
            <p:nvSpPr>
              <p:cNvPr id="39" name="Elipse 111">
                <a:extLst>
                  <a:ext uri="{FF2B5EF4-FFF2-40B4-BE49-F238E27FC236}">
                    <a16:creationId xmlns:a16="http://schemas.microsoft.com/office/drawing/2014/main" id="{61D9CD88-C322-B375-02FD-B51D09423375}"/>
                  </a:ext>
                </a:extLst>
              </p:cNvPr>
              <p:cNvSpPr/>
              <p:nvPr/>
            </p:nvSpPr>
            <p:spPr>
              <a:xfrm>
                <a:off x="3928533" y="1504713"/>
                <a:ext cx="358688" cy="35868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sp>
            <p:nvSpPr>
              <p:cNvPr id="40" name="Elipse 112">
                <a:extLst>
                  <a:ext uri="{FF2B5EF4-FFF2-40B4-BE49-F238E27FC236}">
                    <a16:creationId xmlns:a16="http://schemas.microsoft.com/office/drawing/2014/main" id="{F6EB25C9-91B1-4080-5E0A-76396F7988B1}"/>
                  </a:ext>
                </a:extLst>
              </p:cNvPr>
              <p:cNvSpPr/>
              <p:nvPr/>
            </p:nvSpPr>
            <p:spPr>
              <a:xfrm>
                <a:off x="4027046" y="1603226"/>
                <a:ext cx="161662" cy="16166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grpSp>
      </p:grpSp>
      <p:grpSp>
        <p:nvGrpSpPr>
          <p:cNvPr id="41" name="Group 40">
            <a:extLst>
              <a:ext uri="{FF2B5EF4-FFF2-40B4-BE49-F238E27FC236}">
                <a16:creationId xmlns:a16="http://schemas.microsoft.com/office/drawing/2014/main" id="{D1F24D50-559E-77BC-3088-757150961EAF}"/>
              </a:ext>
            </a:extLst>
          </p:cNvPr>
          <p:cNvGrpSpPr/>
          <p:nvPr/>
        </p:nvGrpSpPr>
        <p:grpSpPr>
          <a:xfrm>
            <a:off x="1854679" y="5537893"/>
            <a:ext cx="4932026" cy="369332"/>
            <a:chOff x="1854679" y="5503730"/>
            <a:chExt cx="4932026" cy="369332"/>
          </a:xfrm>
        </p:grpSpPr>
        <p:sp>
          <p:nvSpPr>
            <p:cNvPr id="42" name="CuadroTexto 45">
              <a:extLst>
                <a:ext uri="{FF2B5EF4-FFF2-40B4-BE49-F238E27FC236}">
                  <a16:creationId xmlns:a16="http://schemas.microsoft.com/office/drawing/2014/main" id="{A7091DFC-CE79-3D94-8C40-CBDCF8020553}"/>
                </a:ext>
              </a:extLst>
            </p:cNvPr>
            <p:cNvSpPr txBox="1"/>
            <p:nvPr/>
          </p:nvSpPr>
          <p:spPr>
            <a:xfrm>
              <a:off x="2268993" y="5503730"/>
              <a:ext cx="4517712" cy="369332"/>
            </a:xfrm>
            <a:prstGeom prst="rect">
              <a:avLst/>
            </a:prstGeom>
            <a:noFill/>
          </p:spPr>
          <p:txBody>
            <a:bodyPr wrap="none" rtlCol="0">
              <a:spAutoFit/>
            </a:bodyPr>
            <a:lstStyle/>
            <a:p>
              <a:r>
                <a:rPr lang="en-US" dirty="0" err="1">
                  <a:solidFill>
                    <a:schemeClr val="tx2"/>
                  </a:solidFill>
                  <a:latin typeface="Santander Text" panose="020B0504020201020104" pitchFamily="34" charset="0"/>
                </a:rPr>
                <a:t>Documentação</a:t>
              </a:r>
              <a:r>
                <a:rPr lang="en-US" dirty="0">
                  <a:solidFill>
                    <a:schemeClr val="tx2"/>
                  </a:solidFill>
                  <a:latin typeface="Santander Text" panose="020B0504020201020104" pitchFamily="34" charset="0"/>
                </a:rPr>
                <a:t> de </a:t>
              </a:r>
              <a:r>
                <a:rPr lang="en-US" dirty="0" err="1">
                  <a:solidFill>
                    <a:schemeClr val="tx2"/>
                  </a:solidFill>
                  <a:latin typeface="Santander Text" panose="020B0504020201020104" pitchFamily="34" charset="0"/>
                </a:rPr>
                <a:t>Referência</a:t>
              </a:r>
              <a:r>
                <a:rPr lang="en-US" dirty="0">
                  <a:solidFill>
                    <a:schemeClr val="tx2"/>
                  </a:solidFill>
                  <a:latin typeface="Santander Text" panose="020B0504020201020104" pitchFamily="34" charset="0"/>
                </a:rPr>
                <a:t> e Boas </a:t>
              </a:r>
              <a:r>
                <a:rPr lang="en-US" dirty="0" err="1">
                  <a:solidFill>
                    <a:schemeClr val="tx2"/>
                  </a:solidFill>
                  <a:latin typeface="Santander Text" panose="020B0504020201020104" pitchFamily="34" charset="0"/>
                </a:rPr>
                <a:t>Práticas</a:t>
              </a:r>
              <a:endParaRPr lang="en-US" dirty="0">
                <a:solidFill>
                  <a:schemeClr val="tx2"/>
                </a:solidFill>
                <a:latin typeface="Santander Text" panose="020B0504020201020104" pitchFamily="34" charset="0"/>
              </a:endParaRPr>
            </a:p>
          </p:txBody>
        </p:sp>
        <p:grpSp>
          <p:nvGrpSpPr>
            <p:cNvPr id="43" name="Punto 1">
              <a:extLst>
                <a:ext uri="{FF2B5EF4-FFF2-40B4-BE49-F238E27FC236}">
                  <a16:creationId xmlns:a16="http://schemas.microsoft.com/office/drawing/2014/main" id="{C66A7B62-3499-F6A6-CC7C-C063FD68D09B}"/>
                </a:ext>
              </a:extLst>
            </p:cNvPr>
            <p:cNvGrpSpPr/>
            <p:nvPr/>
          </p:nvGrpSpPr>
          <p:grpSpPr>
            <a:xfrm>
              <a:off x="1854679" y="5509052"/>
              <a:ext cx="358688" cy="358688"/>
              <a:chOff x="3928533" y="1504713"/>
              <a:chExt cx="358688" cy="358688"/>
            </a:xfrm>
            <a:solidFill>
              <a:srgbClr val="3C3C3B"/>
            </a:solidFill>
          </p:grpSpPr>
          <p:sp>
            <p:nvSpPr>
              <p:cNvPr id="44" name="Elipse 52">
                <a:extLst>
                  <a:ext uri="{FF2B5EF4-FFF2-40B4-BE49-F238E27FC236}">
                    <a16:creationId xmlns:a16="http://schemas.microsoft.com/office/drawing/2014/main" id="{7FB13A04-96B2-95BE-5F70-112F4C57DBD2}"/>
                  </a:ext>
                </a:extLst>
              </p:cNvPr>
              <p:cNvSpPr/>
              <p:nvPr/>
            </p:nvSpPr>
            <p:spPr>
              <a:xfrm>
                <a:off x="3928533" y="1504713"/>
                <a:ext cx="358688" cy="35868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sp>
            <p:nvSpPr>
              <p:cNvPr id="61" name="Elipse 53">
                <a:extLst>
                  <a:ext uri="{FF2B5EF4-FFF2-40B4-BE49-F238E27FC236}">
                    <a16:creationId xmlns:a16="http://schemas.microsoft.com/office/drawing/2014/main" id="{DF76DF15-05D6-548D-C8CC-42C095A6F296}"/>
                  </a:ext>
                </a:extLst>
              </p:cNvPr>
              <p:cNvSpPr/>
              <p:nvPr/>
            </p:nvSpPr>
            <p:spPr>
              <a:xfrm>
                <a:off x="4027046" y="1603226"/>
                <a:ext cx="161662" cy="16166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grpSp>
      </p:grpSp>
      <p:grpSp>
        <p:nvGrpSpPr>
          <p:cNvPr id="62" name="Group 61">
            <a:extLst>
              <a:ext uri="{FF2B5EF4-FFF2-40B4-BE49-F238E27FC236}">
                <a16:creationId xmlns:a16="http://schemas.microsoft.com/office/drawing/2014/main" id="{2C362BFF-F7D7-AEE7-BC2C-3B81444772CB}"/>
              </a:ext>
            </a:extLst>
          </p:cNvPr>
          <p:cNvGrpSpPr/>
          <p:nvPr/>
        </p:nvGrpSpPr>
        <p:grpSpPr>
          <a:xfrm>
            <a:off x="1854679" y="5998502"/>
            <a:ext cx="1300647" cy="369332"/>
            <a:chOff x="1854679" y="6037414"/>
            <a:chExt cx="1300647" cy="369332"/>
          </a:xfrm>
        </p:grpSpPr>
        <p:sp>
          <p:nvSpPr>
            <p:cNvPr id="63" name="CuadroTexto 59">
              <a:extLst>
                <a:ext uri="{FF2B5EF4-FFF2-40B4-BE49-F238E27FC236}">
                  <a16:creationId xmlns:a16="http://schemas.microsoft.com/office/drawing/2014/main" id="{A550191B-BD16-AED7-A71C-BCF065ADB4F7}"/>
                </a:ext>
              </a:extLst>
            </p:cNvPr>
            <p:cNvSpPr txBox="1"/>
            <p:nvPr/>
          </p:nvSpPr>
          <p:spPr>
            <a:xfrm>
              <a:off x="2268993" y="6037414"/>
              <a:ext cx="886333" cy="369332"/>
            </a:xfrm>
            <a:prstGeom prst="rect">
              <a:avLst/>
            </a:prstGeom>
            <a:noFill/>
          </p:spPr>
          <p:txBody>
            <a:bodyPr wrap="none" rtlCol="0">
              <a:spAutoFit/>
            </a:bodyPr>
            <a:lstStyle/>
            <a:p>
              <a:r>
                <a:rPr lang="en-US" dirty="0" err="1">
                  <a:solidFill>
                    <a:schemeClr val="tx2"/>
                  </a:solidFill>
                  <a:latin typeface="Santander Text" panose="020B0504020201020104" pitchFamily="34" charset="0"/>
                </a:rPr>
                <a:t>Anexos</a:t>
              </a:r>
              <a:endParaRPr lang="en-US" dirty="0">
                <a:solidFill>
                  <a:schemeClr val="tx2"/>
                </a:solidFill>
                <a:latin typeface="Santander Text" panose="020B0504020201020104" pitchFamily="34" charset="0"/>
              </a:endParaRPr>
            </a:p>
          </p:txBody>
        </p:sp>
        <p:grpSp>
          <p:nvGrpSpPr>
            <p:cNvPr id="64" name="Punto 1">
              <a:extLst>
                <a:ext uri="{FF2B5EF4-FFF2-40B4-BE49-F238E27FC236}">
                  <a16:creationId xmlns:a16="http://schemas.microsoft.com/office/drawing/2014/main" id="{7D8290BC-AAA0-B5A1-42BF-1445B1CF3372}"/>
                </a:ext>
              </a:extLst>
            </p:cNvPr>
            <p:cNvGrpSpPr/>
            <p:nvPr/>
          </p:nvGrpSpPr>
          <p:grpSpPr>
            <a:xfrm>
              <a:off x="1854679" y="6042736"/>
              <a:ext cx="358688" cy="358688"/>
              <a:chOff x="3928533" y="1504713"/>
              <a:chExt cx="358688" cy="358688"/>
            </a:xfrm>
            <a:solidFill>
              <a:srgbClr val="3C3C3B"/>
            </a:solidFill>
          </p:grpSpPr>
          <p:sp>
            <p:nvSpPr>
              <p:cNvPr id="65" name="Elipse 52">
                <a:extLst>
                  <a:ext uri="{FF2B5EF4-FFF2-40B4-BE49-F238E27FC236}">
                    <a16:creationId xmlns:a16="http://schemas.microsoft.com/office/drawing/2014/main" id="{E834C3D8-E507-06C7-EDF2-ADC9939819B7}"/>
                  </a:ext>
                </a:extLst>
              </p:cNvPr>
              <p:cNvSpPr/>
              <p:nvPr/>
            </p:nvSpPr>
            <p:spPr>
              <a:xfrm>
                <a:off x="3928533" y="1504713"/>
                <a:ext cx="358688" cy="35868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sp>
            <p:nvSpPr>
              <p:cNvPr id="66" name="Elipse 53">
                <a:extLst>
                  <a:ext uri="{FF2B5EF4-FFF2-40B4-BE49-F238E27FC236}">
                    <a16:creationId xmlns:a16="http://schemas.microsoft.com/office/drawing/2014/main" id="{1941B164-212D-35BE-DA8C-E1349158E239}"/>
                  </a:ext>
                </a:extLst>
              </p:cNvPr>
              <p:cNvSpPr/>
              <p:nvPr/>
            </p:nvSpPr>
            <p:spPr>
              <a:xfrm>
                <a:off x="4027046" y="1603226"/>
                <a:ext cx="161662" cy="16166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grpSp>
      </p:grpSp>
      <p:grpSp>
        <p:nvGrpSpPr>
          <p:cNvPr id="67" name="Group 66">
            <a:extLst>
              <a:ext uri="{FF2B5EF4-FFF2-40B4-BE49-F238E27FC236}">
                <a16:creationId xmlns:a16="http://schemas.microsoft.com/office/drawing/2014/main" id="{0AC9B61A-9658-37CF-4308-BDAC2C5AE102}"/>
              </a:ext>
            </a:extLst>
          </p:cNvPr>
          <p:cNvGrpSpPr/>
          <p:nvPr/>
        </p:nvGrpSpPr>
        <p:grpSpPr>
          <a:xfrm>
            <a:off x="1854679" y="931863"/>
            <a:ext cx="1991797" cy="369332"/>
            <a:chOff x="1854679" y="1044073"/>
            <a:chExt cx="1991797" cy="369332"/>
          </a:xfrm>
        </p:grpSpPr>
        <p:grpSp>
          <p:nvGrpSpPr>
            <p:cNvPr id="68" name="Punto 1">
              <a:extLst>
                <a:ext uri="{FF2B5EF4-FFF2-40B4-BE49-F238E27FC236}">
                  <a16:creationId xmlns:a16="http://schemas.microsoft.com/office/drawing/2014/main" id="{6DD6721F-6ED0-EF9D-7A72-557C5A2790B9}"/>
                </a:ext>
              </a:extLst>
            </p:cNvPr>
            <p:cNvGrpSpPr/>
            <p:nvPr/>
          </p:nvGrpSpPr>
          <p:grpSpPr>
            <a:xfrm>
              <a:off x="1854679" y="1049395"/>
              <a:ext cx="358688" cy="358688"/>
              <a:chOff x="3928533" y="1504713"/>
              <a:chExt cx="358688" cy="358688"/>
            </a:xfrm>
            <a:solidFill>
              <a:srgbClr val="3C3C3B"/>
            </a:solidFill>
          </p:grpSpPr>
          <p:sp>
            <p:nvSpPr>
              <p:cNvPr id="70" name="Elipse 96">
                <a:extLst>
                  <a:ext uri="{FF2B5EF4-FFF2-40B4-BE49-F238E27FC236}">
                    <a16:creationId xmlns:a16="http://schemas.microsoft.com/office/drawing/2014/main" id="{3850F7A7-BE10-9A04-EAB8-51BE9912C7C7}"/>
                  </a:ext>
                </a:extLst>
              </p:cNvPr>
              <p:cNvSpPr/>
              <p:nvPr/>
            </p:nvSpPr>
            <p:spPr>
              <a:xfrm>
                <a:off x="3928533" y="1504713"/>
                <a:ext cx="358688" cy="35868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sp>
            <p:nvSpPr>
              <p:cNvPr id="71" name="Elipse 97">
                <a:extLst>
                  <a:ext uri="{FF2B5EF4-FFF2-40B4-BE49-F238E27FC236}">
                    <a16:creationId xmlns:a16="http://schemas.microsoft.com/office/drawing/2014/main" id="{BF006D3B-CA37-9E84-86ED-D9A817C13AEE}"/>
                  </a:ext>
                </a:extLst>
              </p:cNvPr>
              <p:cNvSpPr/>
              <p:nvPr/>
            </p:nvSpPr>
            <p:spPr>
              <a:xfrm>
                <a:off x="4027046" y="1603226"/>
                <a:ext cx="161662" cy="16166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grpSp>
        <p:sp>
          <p:nvSpPr>
            <p:cNvPr id="69" name="CuadroTexto 47">
              <a:extLst>
                <a:ext uri="{FF2B5EF4-FFF2-40B4-BE49-F238E27FC236}">
                  <a16:creationId xmlns:a16="http://schemas.microsoft.com/office/drawing/2014/main" id="{4386F9D5-0F74-DFB9-9574-44192194B988}"/>
                </a:ext>
              </a:extLst>
            </p:cNvPr>
            <p:cNvSpPr txBox="1"/>
            <p:nvPr/>
          </p:nvSpPr>
          <p:spPr>
            <a:xfrm>
              <a:off x="2268993" y="1044073"/>
              <a:ext cx="1577483" cy="369332"/>
            </a:xfrm>
            <a:prstGeom prst="rect">
              <a:avLst/>
            </a:prstGeom>
            <a:noFill/>
          </p:spPr>
          <p:txBody>
            <a:bodyPr wrap="none" rtlCol="0">
              <a:spAutoFit/>
            </a:bodyPr>
            <a:lstStyle>
              <a:defPPr>
                <a:defRPr lang="es-ES"/>
              </a:defPPr>
              <a:lvl1pPr>
                <a:defRPr>
                  <a:solidFill>
                    <a:schemeClr val="tx1">
                      <a:lumMod val="65000"/>
                      <a:lumOff val="35000"/>
                    </a:schemeClr>
                  </a:solidFill>
                </a:defRPr>
              </a:lvl1pPr>
            </a:lstStyle>
            <a:p>
              <a:r>
                <a:rPr lang="en-US" dirty="0" err="1">
                  <a:solidFill>
                    <a:schemeClr val="tx2"/>
                  </a:solidFill>
                  <a:latin typeface="Santander Text" panose="020B0504020201020104" pitchFamily="34" charset="0"/>
                </a:rPr>
                <a:t>Situação</a:t>
              </a:r>
              <a:r>
                <a:rPr lang="en-US" dirty="0">
                  <a:solidFill>
                    <a:schemeClr val="tx2"/>
                  </a:solidFill>
                  <a:latin typeface="Santander Text" panose="020B0504020201020104" pitchFamily="34" charset="0"/>
                </a:rPr>
                <a:t> </a:t>
              </a:r>
              <a:r>
                <a:rPr lang="en-US" dirty="0" err="1">
                  <a:solidFill>
                    <a:schemeClr val="tx2"/>
                  </a:solidFill>
                  <a:latin typeface="Santander Text" panose="020B0504020201020104" pitchFamily="34" charset="0"/>
                </a:rPr>
                <a:t>Atual</a:t>
              </a:r>
              <a:endParaRPr lang="en-US" dirty="0">
                <a:solidFill>
                  <a:schemeClr val="tx2"/>
                </a:solidFill>
                <a:latin typeface="Santander Text" panose="020B0504020201020104" pitchFamily="34" charset="0"/>
              </a:endParaRPr>
            </a:p>
          </p:txBody>
        </p:sp>
      </p:grpSp>
      <p:grpSp>
        <p:nvGrpSpPr>
          <p:cNvPr id="72" name="Group 71">
            <a:extLst>
              <a:ext uri="{FF2B5EF4-FFF2-40B4-BE49-F238E27FC236}">
                <a16:creationId xmlns:a16="http://schemas.microsoft.com/office/drawing/2014/main" id="{20826213-F57A-3D29-804A-E80F230CE0E1}"/>
              </a:ext>
            </a:extLst>
          </p:cNvPr>
          <p:cNvGrpSpPr/>
          <p:nvPr/>
        </p:nvGrpSpPr>
        <p:grpSpPr>
          <a:xfrm>
            <a:off x="1854679" y="1853069"/>
            <a:ext cx="5412990" cy="369332"/>
            <a:chOff x="1854679" y="2101506"/>
            <a:chExt cx="5412990" cy="369332"/>
          </a:xfrm>
        </p:grpSpPr>
        <p:sp>
          <p:nvSpPr>
            <p:cNvPr id="73" name="CuadroTexto 57">
              <a:extLst>
                <a:ext uri="{FF2B5EF4-FFF2-40B4-BE49-F238E27FC236}">
                  <a16:creationId xmlns:a16="http://schemas.microsoft.com/office/drawing/2014/main" id="{C0AB12EB-676E-52F7-41F0-EF9F5CD8C5C3}"/>
                </a:ext>
              </a:extLst>
            </p:cNvPr>
            <p:cNvSpPr txBox="1"/>
            <p:nvPr/>
          </p:nvSpPr>
          <p:spPr>
            <a:xfrm>
              <a:off x="2268993" y="2101506"/>
              <a:ext cx="4998676" cy="369332"/>
            </a:xfrm>
            <a:prstGeom prst="rect">
              <a:avLst/>
            </a:prstGeom>
            <a:noFill/>
          </p:spPr>
          <p:txBody>
            <a:bodyPr wrap="none" rtlCol="0">
              <a:spAutoFit/>
            </a:bodyPr>
            <a:lstStyle/>
            <a:p>
              <a:r>
                <a:rPr lang="pt-PT" dirty="0">
                  <a:solidFill>
                    <a:schemeClr val="tx2"/>
                  </a:solidFill>
                  <a:latin typeface="Santander Text" panose="020B0504020201020104" pitchFamily="34" charset="0"/>
                </a:rPr>
                <a:t>Identificação e Descrição de Requisitos Funcionais</a:t>
              </a:r>
            </a:p>
          </p:txBody>
        </p:sp>
        <p:grpSp>
          <p:nvGrpSpPr>
            <p:cNvPr id="74" name="Punto 1">
              <a:extLst>
                <a:ext uri="{FF2B5EF4-FFF2-40B4-BE49-F238E27FC236}">
                  <a16:creationId xmlns:a16="http://schemas.microsoft.com/office/drawing/2014/main" id="{9CBC6A41-8E28-57DD-A2C7-970343CB5A0A}"/>
                </a:ext>
              </a:extLst>
            </p:cNvPr>
            <p:cNvGrpSpPr/>
            <p:nvPr/>
          </p:nvGrpSpPr>
          <p:grpSpPr>
            <a:xfrm>
              <a:off x="1854679" y="2106828"/>
              <a:ext cx="358688" cy="358688"/>
              <a:chOff x="3928533" y="1504713"/>
              <a:chExt cx="358688" cy="358688"/>
            </a:xfrm>
            <a:solidFill>
              <a:srgbClr val="3C3C3B"/>
            </a:solidFill>
          </p:grpSpPr>
          <p:sp>
            <p:nvSpPr>
              <p:cNvPr id="75" name="Elipse 96">
                <a:extLst>
                  <a:ext uri="{FF2B5EF4-FFF2-40B4-BE49-F238E27FC236}">
                    <a16:creationId xmlns:a16="http://schemas.microsoft.com/office/drawing/2014/main" id="{1EDC524E-D282-EF08-35FC-B84C3E1F9125}"/>
                  </a:ext>
                </a:extLst>
              </p:cNvPr>
              <p:cNvSpPr/>
              <p:nvPr/>
            </p:nvSpPr>
            <p:spPr>
              <a:xfrm>
                <a:off x="3928533" y="1504713"/>
                <a:ext cx="358688" cy="35868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sp>
            <p:nvSpPr>
              <p:cNvPr id="76" name="Elipse 97">
                <a:extLst>
                  <a:ext uri="{FF2B5EF4-FFF2-40B4-BE49-F238E27FC236}">
                    <a16:creationId xmlns:a16="http://schemas.microsoft.com/office/drawing/2014/main" id="{57241146-42EB-6895-18A1-53FF67F4567E}"/>
                  </a:ext>
                </a:extLst>
              </p:cNvPr>
              <p:cNvSpPr/>
              <p:nvPr/>
            </p:nvSpPr>
            <p:spPr>
              <a:xfrm>
                <a:off x="4027046" y="1603226"/>
                <a:ext cx="161662" cy="16166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grpSp>
      </p:grpSp>
      <p:grpSp>
        <p:nvGrpSpPr>
          <p:cNvPr id="77" name="Group 76">
            <a:extLst>
              <a:ext uri="{FF2B5EF4-FFF2-40B4-BE49-F238E27FC236}">
                <a16:creationId xmlns:a16="http://schemas.microsoft.com/office/drawing/2014/main" id="{692D6226-74E1-59CB-73DD-A149431AB444}"/>
              </a:ext>
            </a:extLst>
          </p:cNvPr>
          <p:cNvGrpSpPr/>
          <p:nvPr/>
        </p:nvGrpSpPr>
        <p:grpSpPr>
          <a:xfrm>
            <a:off x="1854679" y="1392466"/>
            <a:ext cx="5086619" cy="369332"/>
            <a:chOff x="1854679" y="1559699"/>
            <a:chExt cx="5086619" cy="369332"/>
          </a:xfrm>
        </p:grpSpPr>
        <p:grpSp>
          <p:nvGrpSpPr>
            <p:cNvPr id="78" name="Punto 1">
              <a:extLst>
                <a:ext uri="{FF2B5EF4-FFF2-40B4-BE49-F238E27FC236}">
                  <a16:creationId xmlns:a16="http://schemas.microsoft.com/office/drawing/2014/main" id="{35842E91-8BFE-A6F8-967B-2DE8F30C31A3}"/>
                </a:ext>
              </a:extLst>
            </p:cNvPr>
            <p:cNvGrpSpPr/>
            <p:nvPr/>
          </p:nvGrpSpPr>
          <p:grpSpPr>
            <a:xfrm>
              <a:off x="1854679" y="1565021"/>
              <a:ext cx="358688" cy="358688"/>
              <a:chOff x="3928533" y="1504713"/>
              <a:chExt cx="358688" cy="358688"/>
            </a:xfrm>
            <a:solidFill>
              <a:srgbClr val="3C3C3B"/>
            </a:solidFill>
          </p:grpSpPr>
          <p:sp>
            <p:nvSpPr>
              <p:cNvPr id="80" name="Elipse 96">
                <a:extLst>
                  <a:ext uri="{FF2B5EF4-FFF2-40B4-BE49-F238E27FC236}">
                    <a16:creationId xmlns:a16="http://schemas.microsoft.com/office/drawing/2014/main" id="{3C49436E-45A0-D5F8-EB14-6BA97198E686}"/>
                  </a:ext>
                </a:extLst>
              </p:cNvPr>
              <p:cNvSpPr/>
              <p:nvPr/>
            </p:nvSpPr>
            <p:spPr>
              <a:xfrm>
                <a:off x="3928533" y="1504713"/>
                <a:ext cx="358688" cy="35868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sp>
            <p:nvSpPr>
              <p:cNvPr id="81" name="Elipse 97">
                <a:extLst>
                  <a:ext uri="{FF2B5EF4-FFF2-40B4-BE49-F238E27FC236}">
                    <a16:creationId xmlns:a16="http://schemas.microsoft.com/office/drawing/2014/main" id="{C04C42FC-549D-156E-27DB-64E91D7F76FD}"/>
                  </a:ext>
                </a:extLst>
              </p:cNvPr>
              <p:cNvSpPr/>
              <p:nvPr/>
            </p:nvSpPr>
            <p:spPr>
              <a:xfrm>
                <a:off x="4027046" y="1603226"/>
                <a:ext cx="161662" cy="16166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grpSp>
        <p:sp>
          <p:nvSpPr>
            <p:cNvPr id="79" name="CuadroTexto 47">
              <a:extLst>
                <a:ext uri="{FF2B5EF4-FFF2-40B4-BE49-F238E27FC236}">
                  <a16:creationId xmlns:a16="http://schemas.microsoft.com/office/drawing/2014/main" id="{8013BFD2-715C-4BDF-59BF-223E94BC2861}"/>
                </a:ext>
              </a:extLst>
            </p:cNvPr>
            <p:cNvSpPr txBox="1"/>
            <p:nvPr/>
          </p:nvSpPr>
          <p:spPr>
            <a:xfrm>
              <a:off x="2268993" y="1559699"/>
              <a:ext cx="4672305" cy="369332"/>
            </a:xfrm>
            <a:prstGeom prst="rect">
              <a:avLst/>
            </a:prstGeom>
            <a:noFill/>
          </p:spPr>
          <p:txBody>
            <a:bodyPr wrap="none" rtlCol="0">
              <a:spAutoFit/>
            </a:bodyPr>
            <a:lstStyle>
              <a:defPPr>
                <a:defRPr lang="es-ES"/>
              </a:defPPr>
              <a:lvl1pPr>
                <a:defRPr>
                  <a:solidFill>
                    <a:schemeClr val="tx1">
                      <a:lumMod val="65000"/>
                      <a:lumOff val="35000"/>
                    </a:schemeClr>
                  </a:solidFill>
                </a:defRPr>
              </a:lvl1pPr>
            </a:lstStyle>
            <a:p>
              <a:r>
                <a:rPr lang="en-US" dirty="0" err="1">
                  <a:solidFill>
                    <a:schemeClr val="tx2"/>
                  </a:solidFill>
                  <a:latin typeface="Santander Text" panose="020B0504020201020104" pitchFamily="34" charset="0"/>
                </a:rPr>
                <a:t>Princípios</a:t>
              </a:r>
              <a:r>
                <a:rPr lang="en-US" dirty="0">
                  <a:solidFill>
                    <a:schemeClr val="tx2"/>
                  </a:solidFill>
                  <a:latin typeface="Santander Text" panose="020B0504020201020104" pitchFamily="34" charset="0"/>
                </a:rPr>
                <a:t> </a:t>
              </a:r>
              <a:r>
                <a:rPr lang="en-US" dirty="0" err="1">
                  <a:solidFill>
                    <a:schemeClr val="tx2"/>
                  </a:solidFill>
                  <a:latin typeface="Santander Text" panose="020B0504020201020104" pitchFamily="34" charset="0"/>
                </a:rPr>
                <a:t>Funcionais</a:t>
              </a:r>
              <a:r>
                <a:rPr lang="en-US" dirty="0">
                  <a:solidFill>
                    <a:schemeClr val="tx2"/>
                  </a:solidFill>
                  <a:latin typeface="Santander Text" panose="020B0504020201020104" pitchFamily="34" charset="0"/>
                </a:rPr>
                <a:t> e </a:t>
              </a:r>
              <a:r>
                <a:rPr lang="en-US" dirty="0" err="1">
                  <a:solidFill>
                    <a:schemeClr val="tx2"/>
                  </a:solidFill>
                  <a:latin typeface="Santander Text" panose="020B0504020201020104" pitchFamily="34" charset="0"/>
                </a:rPr>
                <a:t>Indicadores</a:t>
              </a:r>
              <a:r>
                <a:rPr lang="en-US" dirty="0">
                  <a:solidFill>
                    <a:schemeClr val="tx2"/>
                  </a:solidFill>
                  <a:latin typeface="Santander Text" panose="020B0504020201020104" pitchFamily="34" charset="0"/>
                </a:rPr>
                <a:t> de </a:t>
              </a:r>
              <a:r>
                <a:rPr lang="en-US" dirty="0" err="1">
                  <a:solidFill>
                    <a:schemeClr val="tx2"/>
                  </a:solidFill>
                  <a:latin typeface="Santander Text" panose="020B0504020201020104" pitchFamily="34" charset="0"/>
                </a:rPr>
                <a:t>Negócio</a:t>
              </a:r>
              <a:endParaRPr lang="en-US" dirty="0">
                <a:solidFill>
                  <a:schemeClr val="tx2"/>
                </a:solidFill>
                <a:latin typeface="Santander Text" panose="020B0504020201020104" pitchFamily="34" charset="0"/>
              </a:endParaRPr>
            </a:p>
          </p:txBody>
        </p:sp>
      </p:grpSp>
      <p:grpSp>
        <p:nvGrpSpPr>
          <p:cNvPr id="82" name="Group 81">
            <a:extLst>
              <a:ext uri="{FF2B5EF4-FFF2-40B4-BE49-F238E27FC236}">
                <a16:creationId xmlns:a16="http://schemas.microsoft.com/office/drawing/2014/main" id="{DD5BE75A-6B8F-6201-7422-AE4BC646A9D4}"/>
              </a:ext>
            </a:extLst>
          </p:cNvPr>
          <p:cNvGrpSpPr/>
          <p:nvPr/>
        </p:nvGrpSpPr>
        <p:grpSpPr>
          <a:xfrm>
            <a:off x="1854679" y="2313672"/>
            <a:ext cx="2554387" cy="369332"/>
            <a:chOff x="1854679" y="2707045"/>
            <a:chExt cx="2554387" cy="369332"/>
          </a:xfrm>
        </p:grpSpPr>
        <p:sp>
          <p:nvSpPr>
            <p:cNvPr id="83" name="CuadroTexto 57">
              <a:extLst>
                <a:ext uri="{FF2B5EF4-FFF2-40B4-BE49-F238E27FC236}">
                  <a16:creationId xmlns:a16="http://schemas.microsoft.com/office/drawing/2014/main" id="{5CA4F374-47B4-9650-2C26-38C69C6DBE7C}"/>
                </a:ext>
              </a:extLst>
            </p:cNvPr>
            <p:cNvSpPr txBox="1"/>
            <p:nvPr/>
          </p:nvSpPr>
          <p:spPr>
            <a:xfrm>
              <a:off x="2268993" y="2707045"/>
              <a:ext cx="2140073" cy="369332"/>
            </a:xfrm>
            <a:prstGeom prst="rect">
              <a:avLst/>
            </a:prstGeom>
            <a:noFill/>
          </p:spPr>
          <p:txBody>
            <a:bodyPr wrap="none" rtlCol="0">
              <a:spAutoFit/>
            </a:bodyPr>
            <a:lstStyle/>
            <a:p>
              <a:r>
                <a:rPr lang="en-US" dirty="0" err="1">
                  <a:solidFill>
                    <a:schemeClr val="tx2"/>
                  </a:solidFill>
                  <a:latin typeface="Santander Text" panose="020B0504020201020104" pitchFamily="34" charset="0"/>
                </a:rPr>
                <a:t>Desenho</a:t>
              </a:r>
              <a:r>
                <a:rPr lang="en-US" dirty="0">
                  <a:solidFill>
                    <a:schemeClr val="tx2"/>
                  </a:solidFill>
                  <a:latin typeface="Santander Text" panose="020B0504020201020104" pitchFamily="34" charset="0"/>
                </a:rPr>
                <a:t> de </a:t>
              </a:r>
              <a:r>
                <a:rPr lang="en-US" dirty="0" err="1">
                  <a:solidFill>
                    <a:schemeClr val="tx2"/>
                  </a:solidFill>
                  <a:latin typeface="Santander Text" panose="020B0504020201020104" pitchFamily="34" charset="0"/>
                </a:rPr>
                <a:t>Solução</a:t>
              </a:r>
              <a:endParaRPr lang="en-US" dirty="0">
                <a:solidFill>
                  <a:schemeClr val="tx2"/>
                </a:solidFill>
                <a:latin typeface="Santander Text" panose="020B0504020201020104" pitchFamily="34" charset="0"/>
              </a:endParaRPr>
            </a:p>
          </p:txBody>
        </p:sp>
        <p:grpSp>
          <p:nvGrpSpPr>
            <p:cNvPr id="84" name="Punto 1">
              <a:extLst>
                <a:ext uri="{FF2B5EF4-FFF2-40B4-BE49-F238E27FC236}">
                  <a16:creationId xmlns:a16="http://schemas.microsoft.com/office/drawing/2014/main" id="{D615CD25-D069-BFA5-32AF-79469CEF9DB1}"/>
                </a:ext>
              </a:extLst>
            </p:cNvPr>
            <p:cNvGrpSpPr/>
            <p:nvPr/>
          </p:nvGrpSpPr>
          <p:grpSpPr>
            <a:xfrm>
              <a:off x="1854679" y="2712367"/>
              <a:ext cx="358688" cy="358688"/>
              <a:chOff x="3928533" y="1504713"/>
              <a:chExt cx="358688" cy="358688"/>
            </a:xfrm>
            <a:solidFill>
              <a:srgbClr val="3C3C3B"/>
            </a:solidFill>
          </p:grpSpPr>
          <p:sp>
            <p:nvSpPr>
              <p:cNvPr id="85" name="Elipse 96">
                <a:extLst>
                  <a:ext uri="{FF2B5EF4-FFF2-40B4-BE49-F238E27FC236}">
                    <a16:creationId xmlns:a16="http://schemas.microsoft.com/office/drawing/2014/main" id="{EDDF922C-CC85-4CEE-3EF1-75606D86615A}"/>
                  </a:ext>
                </a:extLst>
              </p:cNvPr>
              <p:cNvSpPr/>
              <p:nvPr/>
            </p:nvSpPr>
            <p:spPr>
              <a:xfrm>
                <a:off x="3928533" y="1504713"/>
                <a:ext cx="358688" cy="35868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sp>
            <p:nvSpPr>
              <p:cNvPr id="86" name="Elipse 97">
                <a:extLst>
                  <a:ext uri="{FF2B5EF4-FFF2-40B4-BE49-F238E27FC236}">
                    <a16:creationId xmlns:a16="http://schemas.microsoft.com/office/drawing/2014/main" id="{E031BFAA-73E3-CEBB-74CE-B464A4E0EE61}"/>
                  </a:ext>
                </a:extLst>
              </p:cNvPr>
              <p:cNvSpPr/>
              <p:nvPr/>
            </p:nvSpPr>
            <p:spPr>
              <a:xfrm>
                <a:off x="4027046" y="1603226"/>
                <a:ext cx="161662" cy="16166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grpSp>
      </p:grpSp>
      <p:grpSp>
        <p:nvGrpSpPr>
          <p:cNvPr id="87" name="Group 86">
            <a:extLst>
              <a:ext uri="{FF2B5EF4-FFF2-40B4-BE49-F238E27FC236}">
                <a16:creationId xmlns:a16="http://schemas.microsoft.com/office/drawing/2014/main" id="{A0AC3F1E-096F-A86A-5D8E-56785BDFFBCC}"/>
              </a:ext>
            </a:extLst>
          </p:cNvPr>
          <p:cNvGrpSpPr/>
          <p:nvPr/>
        </p:nvGrpSpPr>
        <p:grpSpPr>
          <a:xfrm>
            <a:off x="1843483" y="471260"/>
            <a:ext cx="4248608" cy="369332"/>
            <a:chOff x="1843483" y="471260"/>
            <a:chExt cx="4248608" cy="369332"/>
          </a:xfrm>
        </p:grpSpPr>
        <p:grpSp>
          <p:nvGrpSpPr>
            <p:cNvPr id="88" name="Group 87">
              <a:extLst>
                <a:ext uri="{FF2B5EF4-FFF2-40B4-BE49-F238E27FC236}">
                  <a16:creationId xmlns:a16="http://schemas.microsoft.com/office/drawing/2014/main" id="{211DB831-93AA-A196-043A-1A0E6D8C2623}"/>
                </a:ext>
              </a:extLst>
            </p:cNvPr>
            <p:cNvGrpSpPr/>
            <p:nvPr/>
          </p:nvGrpSpPr>
          <p:grpSpPr>
            <a:xfrm>
              <a:off x="1843483" y="471260"/>
              <a:ext cx="4248608" cy="369332"/>
              <a:chOff x="1843483" y="471260"/>
              <a:chExt cx="4248608" cy="369332"/>
            </a:xfrm>
          </p:grpSpPr>
          <p:sp>
            <p:nvSpPr>
              <p:cNvPr id="90" name="CuadroTexto 47">
                <a:extLst>
                  <a:ext uri="{FF2B5EF4-FFF2-40B4-BE49-F238E27FC236}">
                    <a16:creationId xmlns:a16="http://schemas.microsoft.com/office/drawing/2014/main" id="{0CAE5A8A-4691-87EA-6239-61BEF64E0D00}"/>
                  </a:ext>
                </a:extLst>
              </p:cNvPr>
              <p:cNvSpPr txBox="1"/>
              <p:nvPr/>
            </p:nvSpPr>
            <p:spPr>
              <a:xfrm>
                <a:off x="2268993" y="471260"/>
                <a:ext cx="3823098" cy="369332"/>
              </a:xfrm>
              <a:prstGeom prst="rect">
                <a:avLst/>
              </a:prstGeom>
              <a:noFill/>
            </p:spPr>
            <p:txBody>
              <a:bodyPr wrap="none" rtlCol="0">
                <a:spAutoFit/>
              </a:bodyPr>
              <a:lstStyle>
                <a:defPPr>
                  <a:defRPr lang="es-ES"/>
                </a:defPPr>
                <a:lvl1pPr>
                  <a:defRPr>
                    <a:solidFill>
                      <a:schemeClr val="tx1">
                        <a:lumMod val="65000"/>
                        <a:lumOff val="35000"/>
                      </a:schemeClr>
                    </a:solidFill>
                  </a:defRPr>
                </a:lvl1pPr>
              </a:lstStyle>
              <a:p>
                <a:r>
                  <a:rPr lang="en-US" dirty="0" err="1">
                    <a:solidFill>
                      <a:schemeClr val="tx2"/>
                    </a:solidFill>
                    <a:latin typeface="Santander Text" panose="020B0504020201020104" pitchFamily="34" charset="0"/>
                  </a:rPr>
                  <a:t>Enquadramento</a:t>
                </a:r>
                <a:r>
                  <a:rPr lang="en-US" dirty="0">
                    <a:solidFill>
                      <a:schemeClr val="tx2"/>
                    </a:solidFill>
                    <a:latin typeface="Santander Text" panose="020B0504020201020104" pitchFamily="34" charset="0"/>
                  </a:rPr>
                  <a:t>, </a:t>
                </a:r>
                <a:r>
                  <a:rPr lang="en-US" dirty="0" err="1">
                    <a:solidFill>
                      <a:schemeClr val="tx2"/>
                    </a:solidFill>
                    <a:latin typeface="Santander Text" panose="020B0504020201020104" pitchFamily="34" charset="0"/>
                  </a:rPr>
                  <a:t>Objectivos</a:t>
                </a:r>
                <a:r>
                  <a:rPr lang="en-US" dirty="0">
                    <a:solidFill>
                      <a:schemeClr val="tx2"/>
                    </a:solidFill>
                    <a:latin typeface="Santander Text" panose="020B0504020201020104" pitchFamily="34" charset="0"/>
                  </a:rPr>
                  <a:t> e </a:t>
                </a:r>
                <a:r>
                  <a:rPr lang="en-US" dirty="0" err="1">
                    <a:solidFill>
                      <a:schemeClr val="tx2"/>
                    </a:solidFill>
                    <a:latin typeface="Santander Text" panose="020B0504020201020104" pitchFamily="34" charset="0"/>
                  </a:rPr>
                  <a:t>Alcance</a:t>
                </a:r>
                <a:endParaRPr lang="en-US" dirty="0">
                  <a:solidFill>
                    <a:schemeClr val="tx2"/>
                  </a:solidFill>
                  <a:latin typeface="Santander Text" panose="020B0504020201020104" pitchFamily="34" charset="0"/>
                </a:endParaRPr>
              </a:p>
            </p:txBody>
          </p:sp>
          <p:sp>
            <p:nvSpPr>
              <p:cNvPr id="91" name="Elipse 93">
                <a:extLst>
                  <a:ext uri="{FF2B5EF4-FFF2-40B4-BE49-F238E27FC236}">
                    <a16:creationId xmlns:a16="http://schemas.microsoft.com/office/drawing/2014/main" id="{7E6C6728-E819-DA29-60AC-C88C5D95F001}"/>
                  </a:ext>
                </a:extLst>
              </p:cNvPr>
              <p:cNvSpPr/>
              <p:nvPr/>
            </p:nvSpPr>
            <p:spPr>
              <a:xfrm>
                <a:off x="1843483" y="471260"/>
                <a:ext cx="358688" cy="358688"/>
              </a:xfrm>
              <a:prstGeom prst="ellipse">
                <a:avLst/>
              </a:prstGeom>
              <a:solidFill>
                <a:srgbClr val="3C3C3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grpSp>
        <p:sp>
          <p:nvSpPr>
            <p:cNvPr id="89" name="Elipse 97">
              <a:extLst>
                <a:ext uri="{FF2B5EF4-FFF2-40B4-BE49-F238E27FC236}">
                  <a16:creationId xmlns:a16="http://schemas.microsoft.com/office/drawing/2014/main" id="{D714BB9F-6EF0-C1C0-2290-77821317F7A8}"/>
                </a:ext>
              </a:extLst>
            </p:cNvPr>
            <p:cNvSpPr/>
            <p:nvPr/>
          </p:nvSpPr>
          <p:spPr>
            <a:xfrm>
              <a:off x="1941996" y="569773"/>
              <a:ext cx="161662" cy="16166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Santander Text" panose="020B0504020201020104" pitchFamily="34" charset="0"/>
              </a:endParaRPr>
            </a:p>
          </p:txBody>
        </p:sp>
      </p:grpSp>
      <p:grpSp>
        <p:nvGrpSpPr>
          <p:cNvPr id="92" name="Group 91">
            <a:extLst>
              <a:ext uri="{FF2B5EF4-FFF2-40B4-BE49-F238E27FC236}">
                <a16:creationId xmlns:a16="http://schemas.microsoft.com/office/drawing/2014/main" id="{27BE8D28-01ED-1499-98A9-3CE8AF30D4BF}"/>
              </a:ext>
            </a:extLst>
          </p:cNvPr>
          <p:cNvGrpSpPr/>
          <p:nvPr/>
        </p:nvGrpSpPr>
        <p:grpSpPr>
          <a:xfrm>
            <a:off x="1854679" y="3695481"/>
            <a:ext cx="2807213" cy="369332"/>
            <a:chOff x="1854679" y="3814462"/>
            <a:chExt cx="2807213" cy="369332"/>
          </a:xfrm>
        </p:grpSpPr>
        <p:sp>
          <p:nvSpPr>
            <p:cNvPr id="93" name="CuadroTexto 55">
              <a:extLst>
                <a:ext uri="{FF2B5EF4-FFF2-40B4-BE49-F238E27FC236}">
                  <a16:creationId xmlns:a16="http://schemas.microsoft.com/office/drawing/2014/main" id="{99BEE56A-1BD5-196C-E52E-35F99061138F}"/>
                </a:ext>
              </a:extLst>
            </p:cNvPr>
            <p:cNvSpPr txBox="1"/>
            <p:nvPr/>
          </p:nvSpPr>
          <p:spPr>
            <a:xfrm>
              <a:off x="2268993" y="3814462"/>
              <a:ext cx="2392899" cy="369332"/>
            </a:xfrm>
            <a:prstGeom prst="rect">
              <a:avLst/>
            </a:prstGeom>
            <a:noFill/>
          </p:spPr>
          <p:txBody>
            <a:bodyPr wrap="none" rtlCol="0">
              <a:spAutoFit/>
            </a:bodyPr>
            <a:lstStyle/>
            <a:p>
              <a:r>
                <a:rPr lang="pt-PT" dirty="0">
                  <a:solidFill>
                    <a:schemeClr val="tx2"/>
                  </a:solidFill>
                  <a:latin typeface="Santander Text" panose="020B0504020201020104" pitchFamily="34" charset="0"/>
                </a:rPr>
                <a:t>Desenho de Segurança</a:t>
              </a:r>
            </a:p>
          </p:txBody>
        </p:sp>
        <p:grpSp>
          <p:nvGrpSpPr>
            <p:cNvPr id="94" name="Punto 1">
              <a:extLst>
                <a:ext uri="{FF2B5EF4-FFF2-40B4-BE49-F238E27FC236}">
                  <a16:creationId xmlns:a16="http://schemas.microsoft.com/office/drawing/2014/main" id="{4EAE4F88-6FF5-DFD7-9915-06619BDF8084}"/>
                </a:ext>
              </a:extLst>
            </p:cNvPr>
            <p:cNvGrpSpPr/>
            <p:nvPr/>
          </p:nvGrpSpPr>
          <p:grpSpPr>
            <a:xfrm>
              <a:off x="1854679" y="3819784"/>
              <a:ext cx="358688" cy="358688"/>
              <a:chOff x="3928533" y="1504713"/>
              <a:chExt cx="358688" cy="358688"/>
            </a:xfrm>
            <a:solidFill>
              <a:srgbClr val="3C3C3B"/>
            </a:solidFill>
          </p:grpSpPr>
          <p:sp>
            <p:nvSpPr>
              <p:cNvPr id="95" name="Elipse 102">
                <a:extLst>
                  <a:ext uri="{FF2B5EF4-FFF2-40B4-BE49-F238E27FC236}">
                    <a16:creationId xmlns:a16="http://schemas.microsoft.com/office/drawing/2014/main" id="{EAA6087E-8D26-A258-240A-49B2EC4A13BB}"/>
                  </a:ext>
                </a:extLst>
              </p:cNvPr>
              <p:cNvSpPr/>
              <p:nvPr/>
            </p:nvSpPr>
            <p:spPr>
              <a:xfrm>
                <a:off x="3928533" y="1504713"/>
                <a:ext cx="358688" cy="35868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sp>
            <p:nvSpPr>
              <p:cNvPr id="108" name="Elipse 103">
                <a:extLst>
                  <a:ext uri="{FF2B5EF4-FFF2-40B4-BE49-F238E27FC236}">
                    <a16:creationId xmlns:a16="http://schemas.microsoft.com/office/drawing/2014/main" id="{6B59D245-AA72-64FF-9CB9-86C5E814E05D}"/>
                  </a:ext>
                </a:extLst>
              </p:cNvPr>
              <p:cNvSpPr/>
              <p:nvPr/>
            </p:nvSpPr>
            <p:spPr>
              <a:xfrm>
                <a:off x="4027046" y="1603226"/>
                <a:ext cx="161662" cy="16166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grpSp>
      </p:grpSp>
      <p:grpSp>
        <p:nvGrpSpPr>
          <p:cNvPr id="109" name="Group 108">
            <a:extLst>
              <a:ext uri="{FF2B5EF4-FFF2-40B4-BE49-F238E27FC236}">
                <a16:creationId xmlns:a16="http://schemas.microsoft.com/office/drawing/2014/main" id="{6EFB90B2-BD63-AF0D-B8EC-A937E61C6011}"/>
              </a:ext>
            </a:extLst>
          </p:cNvPr>
          <p:cNvGrpSpPr/>
          <p:nvPr/>
        </p:nvGrpSpPr>
        <p:grpSpPr>
          <a:xfrm>
            <a:off x="1854679" y="4616687"/>
            <a:ext cx="4314421" cy="369332"/>
            <a:chOff x="1854679" y="4351720"/>
            <a:chExt cx="4314421" cy="369332"/>
          </a:xfrm>
        </p:grpSpPr>
        <p:sp>
          <p:nvSpPr>
            <p:cNvPr id="110" name="CuadroTexto 51">
              <a:extLst>
                <a:ext uri="{FF2B5EF4-FFF2-40B4-BE49-F238E27FC236}">
                  <a16:creationId xmlns:a16="http://schemas.microsoft.com/office/drawing/2014/main" id="{2C431FC2-B03F-8AAE-F193-151418B485F7}"/>
                </a:ext>
              </a:extLst>
            </p:cNvPr>
            <p:cNvSpPr txBox="1"/>
            <p:nvPr/>
          </p:nvSpPr>
          <p:spPr>
            <a:xfrm>
              <a:off x="2268993" y="4351720"/>
              <a:ext cx="3900107" cy="369332"/>
            </a:xfrm>
            <a:prstGeom prst="rect">
              <a:avLst/>
            </a:prstGeom>
            <a:noFill/>
          </p:spPr>
          <p:txBody>
            <a:bodyPr wrap="none" rtlCol="0">
              <a:spAutoFit/>
            </a:bodyPr>
            <a:lstStyle/>
            <a:p>
              <a:r>
                <a:rPr lang="en-US" dirty="0" err="1">
                  <a:solidFill>
                    <a:schemeClr val="tx2"/>
                  </a:solidFill>
                  <a:latin typeface="Santander Text" panose="020B0504020201020104" pitchFamily="34" charset="0"/>
                </a:rPr>
                <a:t>Observabilidade</a:t>
              </a:r>
              <a:r>
                <a:rPr lang="en-US" dirty="0">
                  <a:solidFill>
                    <a:schemeClr val="tx2"/>
                  </a:solidFill>
                  <a:latin typeface="Santander Text" panose="020B0504020201020104" pitchFamily="34" charset="0"/>
                </a:rPr>
                <a:t> e </a:t>
              </a:r>
              <a:r>
                <a:rPr lang="en-US" dirty="0" err="1">
                  <a:solidFill>
                    <a:schemeClr val="tx2"/>
                  </a:solidFill>
                  <a:latin typeface="Santander Text" panose="020B0504020201020104" pitchFamily="34" charset="0"/>
                </a:rPr>
                <a:t>Automação</a:t>
              </a:r>
              <a:r>
                <a:rPr lang="en-US" dirty="0">
                  <a:solidFill>
                    <a:schemeClr val="tx2"/>
                  </a:solidFill>
                  <a:latin typeface="Santander Text" panose="020B0504020201020104" pitchFamily="34" charset="0"/>
                </a:rPr>
                <a:t> de SW </a:t>
              </a:r>
            </a:p>
          </p:txBody>
        </p:sp>
        <p:grpSp>
          <p:nvGrpSpPr>
            <p:cNvPr id="114" name="Punto 1">
              <a:extLst>
                <a:ext uri="{FF2B5EF4-FFF2-40B4-BE49-F238E27FC236}">
                  <a16:creationId xmlns:a16="http://schemas.microsoft.com/office/drawing/2014/main" id="{D1E0D9E7-A15B-B099-2DFB-2E5C9F629099}"/>
                </a:ext>
              </a:extLst>
            </p:cNvPr>
            <p:cNvGrpSpPr/>
            <p:nvPr/>
          </p:nvGrpSpPr>
          <p:grpSpPr>
            <a:xfrm>
              <a:off x="1854679" y="4357042"/>
              <a:ext cx="358688" cy="358688"/>
              <a:chOff x="3928533" y="1504713"/>
              <a:chExt cx="358688" cy="358688"/>
            </a:xfrm>
            <a:solidFill>
              <a:srgbClr val="3C3C3B"/>
            </a:solidFill>
          </p:grpSpPr>
          <p:sp>
            <p:nvSpPr>
              <p:cNvPr id="115" name="Elipse 105">
                <a:extLst>
                  <a:ext uri="{FF2B5EF4-FFF2-40B4-BE49-F238E27FC236}">
                    <a16:creationId xmlns:a16="http://schemas.microsoft.com/office/drawing/2014/main" id="{C8D912D9-879A-B0D2-71A1-57A1ACC299BC}"/>
                  </a:ext>
                </a:extLst>
              </p:cNvPr>
              <p:cNvSpPr/>
              <p:nvPr/>
            </p:nvSpPr>
            <p:spPr>
              <a:xfrm>
                <a:off x="3928533" y="1504713"/>
                <a:ext cx="358688" cy="35868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sp>
            <p:nvSpPr>
              <p:cNvPr id="116" name="Elipse 106">
                <a:extLst>
                  <a:ext uri="{FF2B5EF4-FFF2-40B4-BE49-F238E27FC236}">
                    <a16:creationId xmlns:a16="http://schemas.microsoft.com/office/drawing/2014/main" id="{C26C9E76-D84A-B0C7-ADCF-27B86F1A77B5}"/>
                  </a:ext>
                </a:extLst>
              </p:cNvPr>
              <p:cNvSpPr/>
              <p:nvPr/>
            </p:nvSpPr>
            <p:spPr>
              <a:xfrm>
                <a:off x="4027046" y="1603226"/>
                <a:ext cx="161662" cy="16166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grpSp>
      </p:grpSp>
    </p:spTree>
    <p:extLst>
      <p:ext uri="{BB962C8B-B14F-4D97-AF65-F5344CB8AC3E}">
        <p14:creationId xmlns:p14="http://schemas.microsoft.com/office/powerpoint/2010/main" val="37707853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Marcador de número de diapositiva 1"/>
          <p:cNvSpPr>
            <a:spLocks noGrp="1"/>
          </p:cNvSpPr>
          <p:nvPr>
            <p:ph type="sldNum" sz="quarter" idx="12"/>
          </p:nvPr>
        </p:nvSpPr>
        <p:spPr/>
        <p:txBody>
          <a:bodyPr/>
          <a:lstStyle/>
          <a:p>
            <a:fld id="{B68F55E9-3C61-4380-AA2E-055BE45728B3}" type="slidenum">
              <a:rPr lang="en-US" smtClean="0">
                <a:latin typeface="Santander Text" panose="020B0504020201020104" pitchFamily="34" charset="0"/>
              </a:rPr>
              <a:t>53</a:t>
            </a:fld>
            <a:endParaRPr lang="en-US">
              <a:latin typeface="Santander Text" panose="020B0504020201020104" pitchFamily="34" charset="0"/>
            </a:endParaRPr>
          </a:p>
        </p:txBody>
      </p:sp>
      <p:graphicFrame>
        <p:nvGraphicFramePr>
          <p:cNvPr id="2" name="Tabla 10">
            <a:extLst>
              <a:ext uri="{FF2B5EF4-FFF2-40B4-BE49-F238E27FC236}">
                <a16:creationId xmlns:a16="http://schemas.microsoft.com/office/drawing/2014/main" id="{FEEABBDA-EEF6-5EB7-7EE4-B76AAC06624D}"/>
              </a:ext>
            </a:extLst>
          </p:cNvPr>
          <p:cNvGraphicFramePr>
            <a:graphicFrameLocks noGrp="1"/>
          </p:cNvGraphicFramePr>
          <p:nvPr>
            <p:extLst>
              <p:ext uri="{D42A27DB-BD31-4B8C-83A1-F6EECF244321}">
                <p14:modId xmlns:p14="http://schemas.microsoft.com/office/powerpoint/2010/main" val="21416089"/>
              </p:ext>
            </p:extLst>
          </p:nvPr>
        </p:nvGraphicFramePr>
        <p:xfrm>
          <a:off x="621102" y="1037239"/>
          <a:ext cx="10852943" cy="5109045"/>
        </p:xfrm>
        <a:graphic>
          <a:graphicData uri="http://schemas.openxmlformats.org/drawingml/2006/table">
            <a:tbl>
              <a:tblPr firstRow="1" bandRow="1">
                <a:tableStyleId>{793D81CF-94F2-401A-BA57-92F5A7B2D0C5}</a:tableStyleId>
              </a:tblPr>
              <a:tblGrid>
                <a:gridCol w="1133577">
                  <a:extLst>
                    <a:ext uri="{9D8B030D-6E8A-4147-A177-3AD203B41FA5}">
                      <a16:colId xmlns:a16="http://schemas.microsoft.com/office/drawing/2014/main" val="20000"/>
                    </a:ext>
                  </a:extLst>
                </a:gridCol>
                <a:gridCol w="972710">
                  <a:extLst>
                    <a:ext uri="{9D8B030D-6E8A-4147-A177-3AD203B41FA5}">
                      <a16:colId xmlns:a16="http://schemas.microsoft.com/office/drawing/2014/main" val="3685326362"/>
                    </a:ext>
                  </a:extLst>
                </a:gridCol>
                <a:gridCol w="2075723">
                  <a:extLst>
                    <a:ext uri="{9D8B030D-6E8A-4147-A177-3AD203B41FA5}">
                      <a16:colId xmlns:a16="http://schemas.microsoft.com/office/drawing/2014/main" val="1857715943"/>
                    </a:ext>
                  </a:extLst>
                </a:gridCol>
                <a:gridCol w="4397763">
                  <a:extLst>
                    <a:ext uri="{9D8B030D-6E8A-4147-A177-3AD203B41FA5}">
                      <a16:colId xmlns:a16="http://schemas.microsoft.com/office/drawing/2014/main" val="20003"/>
                    </a:ext>
                  </a:extLst>
                </a:gridCol>
                <a:gridCol w="2273170">
                  <a:extLst>
                    <a:ext uri="{9D8B030D-6E8A-4147-A177-3AD203B41FA5}">
                      <a16:colId xmlns:a16="http://schemas.microsoft.com/office/drawing/2014/main" val="20004"/>
                    </a:ext>
                  </a:extLst>
                </a:gridCol>
              </a:tblGrid>
              <a:tr h="374616">
                <a:tc>
                  <a:txBody>
                    <a:bodyPr/>
                    <a:lstStyle/>
                    <a:p>
                      <a:pPr algn="ctr"/>
                      <a:r>
                        <a:rPr lang="en-US" sz="1400" noProof="0" dirty="0">
                          <a:latin typeface="Santander Text" panose="020B0504020201020104" pitchFamily="34" charset="0"/>
                        </a:rPr>
                        <a:t>Reference</a:t>
                      </a:r>
                    </a:p>
                  </a:txBody>
                  <a:tcPr anchor="ctr">
                    <a:solidFill>
                      <a:schemeClr val="tx1">
                        <a:lumMod val="75000"/>
                        <a:lumOff val="25000"/>
                      </a:schemeClr>
                    </a:solidFill>
                  </a:tcPr>
                </a:tc>
                <a:tc>
                  <a:txBody>
                    <a:bodyPr/>
                    <a:lstStyle/>
                    <a:p>
                      <a:pPr algn="ctr"/>
                      <a:r>
                        <a:rPr lang="en-US" sz="1400" noProof="0" dirty="0">
                          <a:latin typeface="Santander Text" panose="020B0504020201020104" pitchFamily="34" charset="0"/>
                        </a:rPr>
                        <a:t>Link</a:t>
                      </a:r>
                    </a:p>
                  </a:txBody>
                  <a:tcPr anchor="ctr">
                    <a:solidFill>
                      <a:schemeClr val="tx1">
                        <a:lumMod val="75000"/>
                        <a:lumOff val="25000"/>
                      </a:schemeClr>
                    </a:solidFill>
                  </a:tcPr>
                </a:tc>
                <a:tc>
                  <a:txBody>
                    <a:bodyPr/>
                    <a:lstStyle/>
                    <a:p>
                      <a:pPr algn="ctr"/>
                      <a:r>
                        <a:rPr lang="en-US" sz="1400" noProof="0" dirty="0">
                          <a:latin typeface="Santander Text" panose="020B0504020201020104" pitchFamily="34" charset="0"/>
                        </a:rPr>
                        <a:t>Documentation</a:t>
                      </a:r>
                    </a:p>
                  </a:txBody>
                  <a:tcPr anchor="ctr">
                    <a:solidFill>
                      <a:schemeClr val="tx1">
                        <a:lumMod val="75000"/>
                        <a:lumOff val="25000"/>
                      </a:schemeClr>
                    </a:solidFill>
                  </a:tcPr>
                </a:tc>
                <a:tc>
                  <a:txBody>
                    <a:bodyPr/>
                    <a:lstStyle/>
                    <a:p>
                      <a:pPr algn="ctr"/>
                      <a:r>
                        <a:rPr lang="en-US" sz="1400" noProof="0" dirty="0">
                          <a:latin typeface="Santander Text" panose="020B0504020201020104" pitchFamily="34" charset="0"/>
                        </a:rPr>
                        <a:t>Description</a:t>
                      </a:r>
                    </a:p>
                  </a:txBody>
                  <a:tcPr anchor="ctr">
                    <a:solidFill>
                      <a:schemeClr val="tx1">
                        <a:lumMod val="75000"/>
                        <a:lumOff val="25000"/>
                      </a:schemeClr>
                    </a:solidFill>
                  </a:tcPr>
                </a:tc>
                <a:tc>
                  <a:txBody>
                    <a:bodyPr/>
                    <a:lstStyle/>
                    <a:p>
                      <a:pPr algn="ctr"/>
                      <a:r>
                        <a:rPr lang="en-US" sz="1400" noProof="0" dirty="0">
                          <a:latin typeface="Santander Text" panose="020B0504020201020104" pitchFamily="34" charset="0"/>
                        </a:rPr>
                        <a:t>Author</a:t>
                      </a:r>
                    </a:p>
                  </a:txBody>
                  <a:tcPr anchor="ctr">
                    <a:solidFill>
                      <a:schemeClr val="tx1">
                        <a:lumMod val="75000"/>
                        <a:lumOff val="25000"/>
                      </a:schemeClr>
                    </a:solidFill>
                  </a:tcPr>
                </a:tc>
                <a:extLst>
                  <a:ext uri="{0D108BD9-81ED-4DB2-BD59-A6C34878D82A}">
                    <a16:rowId xmlns:a16="http://schemas.microsoft.com/office/drawing/2014/main" val="4248591368"/>
                  </a:ext>
                </a:extLst>
              </a:tr>
              <a:tr h="67634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noProof="0">
                          <a:latin typeface="Santander Text" panose="020B0504020201020104" pitchFamily="34" charset="0"/>
                        </a:rPr>
                        <a:t>[REF-1]</a:t>
                      </a:r>
                    </a:p>
                  </a:txBody>
                  <a:tcPr anchor="ctr"/>
                </a:tc>
                <a:tc>
                  <a:txBody>
                    <a:bodyPr/>
                    <a:lstStyle/>
                    <a:p>
                      <a:endParaRPr lang="en-US" sz="1400" noProof="0">
                        <a:latin typeface="Santander Text" panose="020B0504020201020104" pitchFamily="34" charset="0"/>
                      </a:endParaRPr>
                    </a:p>
                  </a:txBody>
                  <a:tcPr anchor="ctr"/>
                </a:tc>
                <a:tc>
                  <a:txBody>
                    <a:bodyPr/>
                    <a:lstStyle/>
                    <a:p>
                      <a:r>
                        <a:rPr lang="en-US" sz="1400" noProof="0" dirty="0">
                          <a:latin typeface="Santander Text" panose="020B0504020201020104" pitchFamily="34" charset="0"/>
                          <a:hlinkClick r:id="rId3"/>
                        </a:rPr>
                        <a:t>Gluon Docs</a:t>
                      </a:r>
                      <a:endParaRPr lang="en-US" sz="1400" noProof="0" dirty="0">
                        <a:latin typeface="Santander Text" panose="020B0504020201020104" pitchFamily="34" charset="0"/>
                      </a:endParaRPr>
                    </a:p>
                  </a:txBody>
                  <a:tcPr anchor="ctr"/>
                </a:tc>
                <a:tc>
                  <a:txBody>
                    <a:bodyPr/>
                    <a:lstStyle/>
                    <a:p>
                      <a:r>
                        <a:rPr lang="en-US" sz="1400" noProof="0">
                          <a:latin typeface="Santander Text" panose="020B0504020201020104" pitchFamily="34" charset="0"/>
                        </a:rPr>
                        <a:t>Help for wherever you are on your Gluon journey</a:t>
                      </a:r>
                    </a:p>
                  </a:txBody>
                  <a:tcPr anchor="ctr"/>
                </a:tc>
                <a:tc>
                  <a:txBody>
                    <a:bodyPr/>
                    <a:lstStyle/>
                    <a:p>
                      <a:pPr algn="ctr"/>
                      <a:r>
                        <a:rPr lang="en-US" sz="1400" noProof="0">
                          <a:latin typeface="Santander Text" panose="020B0504020201020104" pitchFamily="34" charset="0"/>
                        </a:rPr>
                        <a:t>Santander Group - Gluon 2023</a:t>
                      </a:r>
                    </a:p>
                  </a:txBody>
                  <a:tcPr anchor="ctr"/>
                </a:tc>
                <a:extLst>
                  <a:ext uri="{0D108BD9-81ED-4DB2-BD59-A6C34878D82A}">
                    <a16:rowId xmlns:a16="http://schemas.microsoft.com/office/drawing/2014/main" val="100460408"/>
                  </a:ext>
                </a:extLst>
              </a:tr>
              <a:tr h="67634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noProof="0">
                          <a:latin typeface="Santander Text" panose="020B0504020201020104" pitchFamily="34" charset="0"/>
                        </a:rPr>
                        <a:t>[REF-2]</a:t>
                      </a:r>
                    </a:p>
                  </a:txBody>
                  <a:tcPr anchor="ctr"/>
                </a:tc>
                <a:tc>
                  <a:txBody>
                    <a:bodyPr/>
                    <a:lstStyle/>
                    <a:p>
                      <a:endParaRPr lang="en-US" sz="1400" noProof="0">
                        <a:latin typeface="Santander Text" panose="020B0504020201020104" pitchFamily="34" charset="0"/>
                      </a:endParaRPr>
                    </a:p>
                  </a:txBody>
                  <a:tcPr anchor="ctr"/>
                </a:tc>
                <a:tc>
                  <a:txBody>
                    <a:bodyPr/>
                    <a:lstStyle/>
                    <a:p>
                      <a:r>
                        <a:rPr lang="en-US" sz="1400" noProof="0">
                          <a:latin typeface="Santander Text" panose="020B0504020201020104" pitchFamily="34" charset="0"/>
                          <a:hlinkClick r:id="rId4"/>
                        </a:rPr>
                        <a:t>Gluon Discussions </a:t>
                      </a:r>
                      <a:endParaRPr lang="en-US" sz="1400" noProof="0">
                        <a:latin typeface="Santander Text" panose="020B0504020201020104" pitchFamily="34" charset="0"/>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noProof="0">
                          <a:latin typeface="Santander Text" panose="020B0504020201020104" pitchFamily="34" charset="0"/>
                        </a:rPr>
                        <a:t>Gluon Discussions</a:t>
                      </a:r>
                      <a:r>
                        <a:rPr lang="en-US" sz="1400" baseline="0" noProof="0">
                          <a:latin typeface="Santander Text" panose="020B0504020201020104" pitchFamily="34" charset="0"/>
                        </a:rPr>
                        <a:t> Community</a:t>
                      </a:r>
                      <a:endParaRPr lang="en-US" sz="1400" noProof="0">
                        <a:latin typeface="Santander Text" panose="020B0504020201020104" pitchFamily="34" charset="0"/>
                      </a:endParaRPr>
                    </a:p>
                  </a:txBody>
                  <a:tcPr anchor="ctr"/>
                </a:tc>
                <a:tc>
                  <a:txBody>
                    <a:bodyPr/>
                    <a:lstStyle/>
                    <a:p>
                      <a:pPr algn="ctr"/>
                      <a:r>
                        <a:rPr lang="en-US" sz="1400" noProof="0">
                          <a:latin typeface="Santander Text" panose="020B0504020201020104" pitchFamily="34" charset="0"/>
                        </a:rPr>
                        <a:t>Santander Group - Gluon 2023</a:t>
                      </a:r>
                    </a:p>
                  </a:txBody>
                  <a:tcPr anchor="ctr"/>
                </a:tc>
                <a:extLst>
                  <a:ext uri="{0D108BD9-81ED-4DB2-BD59-A6C34878D82A}">
                    <a16:rowId xmlns:a16="http://schemas.microsoft.com/office/drawing/2014/main" val="3055898101"/>
                  </a:ext>
                </a:extLst>
              </a:tr>
              <a:tr h="67634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noProof="0">
                          <a:latin typeface="Santander Text" panose="020B0504020201020104" pitchFamily="34" charset="0"/>
                        </a:rPr>
                        <a:t>[REF-3]</a:t>
                      </a:r>
                    </a:p>
                  </a:txBody>
                  <a:tcPr anchor="ctr"/>
                </a:tc>
                <a:tc>
                  <a:txBody>
                    <a:bodyPr/>
                    <a:lstStyle/>
                    <a:p>
                      <a:endParaRPr lang="en-US" sz="1400" noProof="0">
                        <a:latin typeface="Santander Text" panose="020B0504020201020104" pitchFamily="34" charset="0"/>
                      </a:endParaRPr>
                    </a:p>
                  </a:txBody>
                  <a:tcPr anchor="ctr"/>
                </a:tc>
                <a:tc>
                  <a:txBody>
                    <a:bodyPr/>
                    <a:lstStyle/>
                    <a:p>
                      <a:r>
                        <a:rPr lang="en-US" sz="1400" noProof="0">
                          <a:latin typeface="Santander Text" panose="020B0504020201020104" pitchFamily="34" charset="0"/>
                          <a:hlinkClick r:id="rId5"/>
                        </a:rPr>
                        <a:t>Gluon Academy</a:t>
                      </a:r>
                      <a:endParaRPr lang="en-US" sz="1400" noProof="0">
                        <a:latin typeface="Santander Text" panose="020B0504020201020104" pitchFamily="34" charset="0"/>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noProof="0">
                          <a:latin typeface="Santander Text" panose="020B0504020201020104" pitchFamily="34" charset="0"/>
                        </a:rPr>
                        <a:t>Gluon Academy</a:t>
                      </a:r>
                      <a:r>
                        <a:rPr lang="en-US" sz="1400" baseline="0" noProof="0">
                          <a:latin typeface="Santander Text" panose="020B0504020201020104" pitchFamily="34" charset="0"/>
                        </a:rPr>
                        <a:t> Community</a:t>
                      </a:r>
                      <a:endParaRPr lang="en-US" sz="1400" noProof="0">
                        <a:latin typeface="Santander Text" panose="020B0504020201020104" pitchFamily="34" charset="0"/>
                      </a:endParaRPr>
                    </a:p>
                  </a:txBody>
                  <a:tcPr anchor="ctr"/>
                </a:tc>
                <a:tc>
                  <a:txBody>
                    <a:bodyPr/>
                    <a:lstStyle/>
                    <a:p>
                      <a:pPr algn="ctr"/>
                      <a:r>
                        <a:rPr lang="en-US" sz="1400" noProof="0">
                          <a:latin typeface="Santander Text" panose="020B0504020201020104" pitchFamily="34" charset="0"/>
                        </a:rPr>
                        <a:t>Santander Group - Gluon 2023</a:t>
                      </a:r>
                    </a:p>
                  </a:txBody>
                  <a:tcPr anchor="ctr"/>
                </a:tc>
                <a:extLst>
                  <a:ext uri="{0D108BD9-81ED-4DB2-BD59-A6C34878D82A}">
                    <a16:rowId xmlns:a16="http://schemas.microsoft.com/office/drawing/2014/main" val="1030522112"/>
                  </a:ext>
                </a:extLst>
              </a:tr>
              <a:tr h="67634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noProof="0">
                          <a:latin typeface="Santander Text" panose="020B0504020201020104" pitchFamily="34" charset="0"/>
                        </a:rPr>
                        <a:t>[REF-4]</a:t>
                      </a:r>
                    </a:p>
                  </a:txBody>
                  <a:tcPr anchor="ctr"/>
                </a:tc>
                <a:tc>
                  <a:txBody>
                    <a:bodyPr/>
                    <a:lstStyle/>
                    <a:p>
                      <a:endParaRPr lang="en-US" sz="1400" noProof="0">
                        <a:latin typeface="Santander Text" panose="020B0504020201020104" pitchFamily="34" charset="0"/>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noProof="0">
                          <a:latin typeface="Santander Text" panose="020B0504020201020104" pitchFamily="34" charset="0"/>
                          <a:hlinkClick r:id="rId6"/>
                        </a:rPr>
                        <a:t>Darwin</a:t>
                      </a:r>
                      <a:r>
                        <a:rPr lang="en-US" sz="1400" baseline="0" noProof="0">
                          <a:latin typeface="Santander Text" panose="020B0504020201020104" pitchFamily="34" charset="0"/>
                          <a:hlinkClick r:id="rId6"/>
                        </a:rPr>
                        <a:t> </a:t>
                      </a:r>
                      <a:r>
                        <a:rPr lang="en-US" sz="1400" baseline="0" noProof="0" err="1">
                          <a:latin typeface="Santander Text" panose="020B0504020201020104" pitchFamily="34" charset="0"/>
                          <a:hlinkClick r:id="rId6"/>
                        </a:rPr>
                        <a:t>Springboot</a:t>
                      </a:r>
                      <a:endParaRPr lang="en-US" sz="1400" noProof="0">
                        <a:latin typeface="Santander Text" panose="020B0504020201020104" pitchFamily="34" charset="0"/>
                        <a:cs typeface="Arial"/>
                      </a:endParaRPr>
                    </a:p>
                  </a:txBody>
                  <a:tcPr anchor="ctr"/>
                </a:tc>
                <a:tc>
                  <a:txBody>
                    <a:bodyPr/>
                    <a:lstStyle/>
                    <a:p>
                      <a:r>
                        <a:rPr lang="en-US" sz="1400" noProof="0">
                          <a:latin typeface="Santander Text" panose="020B0504020201020104" pitchFamily="34" charset="0"/>
                        </a:rPr>
                        <a:t>Gluon Darwin Framework</a:t>
                      </a:r>
                      <a:endParaRPr lang="en-US" sz="1400" noProof="0">
                        <a:latin typeface="Santander Text" panose="020B0504020201020104" pitchFamily="34" charset="0"/>
                        <a:cs typeface="Arial"/>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noProof="0">
                          <a:latin typeface="Santander Text" panose="020B0504020201020104" pitchFamily="34" charset="0"/>
                        </a:rPr>
                        <a:t>Santander Group – Gluon 2023</a:t>
                      </a:r>
                    </a:p>
                  </a:txBody>
                  <a:tcPr anchor="ctr"/>
                </a:tc>
                <a:extLst>
                  <a:ext uri="{0D108BD9-81ED-4DB2-BD59-A6C34878D82A}">
                    <a16:rowId xmlns:a16="http://schemas.microsoft.com/office/drawing/2014/main" val="931257785"/>
                  </a:ext>
                </a:extLst>
              </a:tr>
              <a:tr h="676347">
                <a:tc>
                  <a:txBody>
                    <a:bodyPr/>
                    <a:lstStyle/>
                    <a:p>
                      <a:pPr marL="0" marR="0" lvl="0" indent="0" algn="ctr" defTabSz="914400">
                        <a:lnSpc>
                          <a:spcPct val="100000"/>
                        </a:lnSpc>
                        <a:spcBef>
                          <a:spcPts val="0"/>
                        </a:spcBef>
                        <a:spcAft>
                          <a:spcPts val="0"/>
                        </a:spcAft>
                        <a:buNone/>
                        <a:tabLst/>
                        <a:defRPr/>
                      </a:pPr>
                      <a:r>
                        <a:rPr lang="en-US" sz="1400" b="0" u="none" strike="noStrike" noProof="0">
                          <a:solidFill>
                            <a:srgbClr val="000000"/>
                          </a:solidFill>
                          <a:latin typeface="Santander Text" panose="020B0504020201020104" pitchFamily="34" charset="0"/>
                        </a:rPr>
                        <a:t>[REF-5]</a:t>
                      </a:r>
                      <a:endParaRPr lang="en-US">
                        <a:latin typeface="Santander Text" panose="020B0504020201020104" pitchFamily="34" charset="0"/>
                      </a:endParaRPr>
                    </a:p>
                  </a:txBody>
                  <a:tcPr anchor="ctr"/>
                </a:tc>
                <a:tc>
                  <a:txBody>
                    <a:bodyPr/>
                    <a:lstStyle/>
                    <a:p>
                      <a:endParaRPr lang="en-US" sz="1400" noProof="0">
                        <a:latin typeface="Santander Text" panose="020B0504020201020104" pitchFamily="34" charset="0"/>
                      </a:endParaRPr>
                    </a:p>
                  </a:txBody>
                  <a:tcPr anchor="ctr"/>
                </a:tc>
                <a:tc>
                  <a:txBody>
                    <a:bodyPr/>
                    <a:lstStyle/>
                    <a:p>
                      <a:endParaRPr lang="en-US" sz="1400" noProof="0">
                        <a:latin typeface="Santander Text" panose="020B0504020201020104" pitchFamily="34" charset="0"/>
                      </a:endParaRPr>
                    </a:p>
                  </a:txBody>
                  <a:tcPr anchor="ctr"/>
                </a:tc>
                <a:tc>
                  <a:txBody>
                    <a:bodyPr/>
                    <a:lstStyle/>
                    <a:p>
                      <a:pPr lvl="0">
                        <a:buNone/>
                      </a:pPr>
                      <a:endParaRPr lang="en-US" sz="1400" b="0" i="0" u="none" strike="noStrike" noProof="0">
                        <a:latin typeface="Santander Text" panose="020B0504020201020104" pitchFamily="34" charset="0"/>
                      </a:endParaRPr>
                    </a:p>
                  </a:txBody>
                  <a:tcPr anchor="ctr"/>
                </a:tc>
                <a:tc>
                  <a:txBody>
                    <a:bodyPr/>
                    <a:lstStyle/>
                    <a:p>
                      <a:pPr algn="ctr"/>
                      <a:endParaRPr lang="en-US" sz="1400" noProof="0">
                        <a:latin typeface="Santander Text" panose="020B0504020201020104" pitchFamily="34" charset="0"/>
                      </a:endParaRPr>
                    </a:p>
                  </a:txBody>
                  <a:tcPr anchor="ctr"/>
                </a:tc>
                <a:extLst>
                  <a:ext uri="{0D108BD9-81ED-4DB2-BD59-A6C34878D82A}">
                    <a16:rowId xmlns:a16="http://schemas.microsoft.com/office/drawing/2014/main" val="2342966674"/>
                  </a:ext>
                </a:extLst>
              </a:tr>
              <a:tr h="67634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400" noProof="0">
                        <a:latin typeface="Santander Text" panose="020B0504020201020104" pitchFamily="34" charset="0"/>
                      </a:endParaRPr>
                    </a:p>
                  </a:txBody>
                  <a:tcPr anchor="ctr"/>
                </a:tc>
                <a:tc>
                  <a:txBody>
                    <a:bodyPr/>
                    <a:lstStyle/>
                    <a:p>
                      <a:endParaRPr lang="en-US" sz="1400" noProof="0">
                        <a:latin typeface="Santander Text" panose="020B0504020201020104" pitchFamily="34" charset="0"/>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400" noProof="0">
                        <a:latin typeface="Santander Text" panose="020B0504020201020104" pitchFamily="34" charset="0"/>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normalizeH="0" baseline="0" dirty="0">
                        <a:ln>
                          <a:noFill/>
                        </a:ln>
                        <a:solidFill>
                          <a:schemeClr val="tx1"/>
                        </a:solidFill>
                        <a:effectLst/>
                        <a:latin typeface="Santander Text" panose="020B0504020201020104" pitchFamily="34" charset="0"/>
                        <a:ea typeface="+mn-ea"/>
                        <a:cs typeface="+mn-cs"/>
                      </a:endParaRPr>
                    </a:p>
                  </a:txBody>
                  <a:tcPr anchor="ctr"/>
                </a:tc>
                <a:tc>
                  <a:txBody>
                    <a:bodyPr/>
                    <a:lstStyle/>
                    <a:p>
                      <a:pPr algn="ctr"/>
                      <a:endParaRPr lang="en-US" sz="1400" noProof="0" dirty="0">
                        <a:latin typeface="Santander Text" panose="020B0504020201020104" pitchFamily="34" charset="0"/>
                      </a:endParaRPr>
                    </a:p>
                  </a:txBody>
                  <a:tcPr anchor="ctr"/>
                </a:tc>
                <a:extLst>
                  <a:ext uri="{0D108BD9-81ED-4DB2-BD59-A6C34878D82A}">
                    <a16:rowId xmlns:a16="http://schemas.microsoft.com/office/drawing/2014/main" val="3516434293"/>
                  </a:ext>
                </a:extLst>
              </a:tr>
              <a:tr h="67634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400" noProof="0" dirty="0">
                        <a:latin typeface="Santander Text" panose="020B0504020201020104" pitchFamily="34" charset="0"/>
                      </a:endParaRPr>
                    </a:p>
                  </a:txBody>
                  <a:tcPr anchor="ctr"/>
                </a:tc>
                <a:tc>
                  <a:txBody>
                    <a:bodyPr/>
                    <a:lstStyle/>
                    <a:p>
                      <a:endParaRPr lang="en-US" sz="1400" noProof="0" dirty="0">
                        <a:latin typeface="Santander Text" panose="020B0504020201020104" pitchFamily="34" charset="0"/>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400" noProof="0">
                        <a:latin typeface="Santander Text" panose="020B0504020201020104" pitchFamily="34" charset="0"/>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normalizeH="0" baseline="0" dirty="0">
                        <a:ln>
                          <a:noFill/>
                        </a:ln>
                        <a:solidFill>
                          <a:schemeClr val="tx1"/>
                        </a:solidFill>
                        <a:effectLst/>
                        <a:latin typeface="Santander Text" panose="020B0504020201020104" pitchFamily="34" charset="0"/>
                        <a:ea typeface="+mn-ea"/>
                        <a:cs typeface="+mn-cs"/>
                      </a:endParaRPr>
                    </a:p>
                  </a:txBody>
                  <a:tcPr anchor="ctr"/>
                </a:tc>
                <a:tc>
                  <a:txBody>
                    <a:bodyPr/>
                    <a:lstStyle/>
                    <a:p>
                      <a:pPr algn="ctr"/>
                      <a:endParaRPr lang="en-US" sz="1400" noProof="0" dirty="0">
                        <a:latin typeface="Santander Text" panose="020B0504020201020104" pitchFamily="34" charset="0"/>
                      </a:endParaRPr>
                    </a:p>
                  </a:txBody>
                  <a:tcPr anchor="ctr"/>
                </a:tc>
                <a:extLst>
                  <a:ext uri="{0D108BD9-81ED-4DB2-BD59-A6C34878D82A}">
                    <a16:rowId xmlns:a16="http://schemas.microsoft.com/office/drawing/2014/main" val="3937136368"/>
                  </a:ext>
                </a:extLst>
              </a:tr>
            </a:tbl>
          </a:graphicData>
        </a:graphic>
      </p:graphicFrame>
      <p:pic>
        <p:nvPicPr>
          <p:cNvPr id="3" name="Imagen 3">
            <a:hlinkClick r:id="rId7"/>
            <a:extLst>
              <a:ext uri="{FF2B5EF4-FFF2-40B4-BE49-F238E27FC236}">
                <a16:creationId xmlns:a16="http://schemas.microsoft.com/office/drawing/2014/main" id="{766D4BC2-0C40-4FB9-2C99-EB8E8E1033D6}"/>
              </a:ext>
            </a:extLst>
          </p:cNvPr>
          <p:cNvPicPr>
            <a:picLocks noChangeAspect="1"/>
          </p:cNvPicPr>
          <p:nvPr/>
        </p:nvPicPr>
        <p:blipFill>
          <a:blip r:embed="rId8"/>
          <a:stretch>
            <a:fillRect/>
          </a:stretch>
        </p:blipFill>
        <p:spPr>
          <a:xfrm>
            <a:off x="1889442" y="1555489"/>
            <a:ext cx="450901" cy="425773"/>
          </a:xfrm>
          <a:prstGeom prst="rect">
            <a:avLst/>
          </a:prstGeom>
        </p:spPr>
      </p:pic>
      <p:pic>
        <p:nvPicPr>
          <p:cNvPr id="6" name="Imagen 4" descr="Un dibujo de una cara feliz&#10;&#10;Descripción generada automáticamente con confianza baja">
            <a:hlinkClick r:id="rId5"/>
            <a:extLst>
              <a:ext uri="{FF2B5EF4-FFF2-40B4-BE49-F238E27FC236}">
                <a16:creationId xmlns:a16="http://schemas.microsoft.com/office/drawing/2014/main" id="{28EC13E6-2336-82AA-F83B-EF8BB68903DE}"/>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819437" y="2213418"/>
            <a:ext cx="590910" cy="512121"/>
          </a:xfrm>
          <a:prstGeom prst="rect">
            <a:avLst/>
          </a:prstGeom>
        </p:spPr>
      </p:pic>
      <p:pic>
        <p:nvPicPr>
          <p:cNvPr id="7" name="Imagen 4" descr="Un dibujo de una cara feliz&#10;&#10;Descripción generada automáticamente con confianza baja">
            <a:hlinkClick r:id="rId5"/>
            <a:extLst>
              <a:ext uri="{FF2B5EF4-FFF2-40B4-BE49-F238E27FC236}">
                <a16:creationId xmlns:a16="http://schemas.microsoft.com/office/drawing/2014/main" id="{3B104EC0-150A-C628-DD0B-FE9C70F86524}"/>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819437" y="2871347"/>
            <a:ext cx="590910" cy="512121"/>
          </a:xfrm>
          <a:prstGeom prst="rect">
            <a:avLst/>
          </a:prstGeom>
        </p:spPr>
      </p:pic>
      <p:pic>
        <p:nvPicPr>
          <p:cNvPr id="8" name="Imagen 3">
            <a:hlinkClick r:id="rId7"/>
            <a:extLst>
              <a:ext uri="{FF2B5EF4-FFF2-40B4-BE49-F238E27FC236}">
                <a16:creationId xmlns:a16="http://schemas.microsoft.com/office/drawing/2014/main" id="{1A752FCC-72B2-288E-4273-3C45A754A087}"/>
              </a:ext>
            </a:extLst>
          </p:cNvPr>
          <p:cNvPicPr>
            <a:picLocks noChangeAspect="1"/>
          </p:cNvPicPr>
          <p:nvPr/>
        </p:nvPicPr>
        <p:blipFill>
          <a:blip r:embed="rId8"/>
          <a:stretch>
            <a:fillRect/>
          </a:stretch>
        </p:blipFill>
        <p:spPr>
          <a:xfrm>
            <a:off x="1889442" y="3544989"/>
            <a:ext cx="450901" cy="425773"/>
          </a:xfrm>
          <a:prstGeom prst="rect">
            <a:avLst/>
          </a:prstGeom>
        </p:spPr>
      </p:pic>
      <p:sp>
        <p:nvSpPr>
          <p:cNvPr id="13" name="Marcador de texto 5">
            <a:extLst>
              <a:ext uri="{FF2B5EF4-FFF2-40B4-BE49-F238E27FC236}">
                <a16:creationId xmlns:a16="http://schemas.microsoft.com/office/drawing/2014/main" id="{C2F3A56C-6016-BA62-FB0C-AF3417517D20}"/>
              </a:ext>
            </a:extLst>
          </p:cNvPr>
          <p:cNvSpPr txBox="1">
            <a:spLocks/>
          </p:cNvSpPr>
          <p:nvPr/>
        </p:nvSpPr>
        <p:spPr>
          <a:xfrm>
            <a:off x="106420" y="114373"/>
            <a:ext cx="11547776" cy="538770"/>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Tx/>
              <a:buNone/>
              <a:defRPr sz="1300" kern="1200">
                <a:solidFill>
                  <a:schemeClr val="accent1"/>
                </a:solidFill>
                <a:latin typeface="+mn-lt"/>
                <a:ea typeface="+mn-ea"/>
                <a:cs typeface="+mn-cs"/>
              </a:defRPr>
            </a:lvl1pPr>
            <a:lvl2pPr marL="457200" indent="0" algn="l" defTabSz="914400" rtl="0" eaLnBrk="1" latinLnBrk="0" hangingPunct="1">
              <a:lnSpc>
                <a:spcPct val="90000"/>
              </a:lnSpc>
              <a:spcBef>
                <a:spcPts val="500"/>
              </a:spcBef>
              <a:buFontTx/>
              <a:buNone/>
              <a:defRPr sz="11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Tx/>
              <a:buNone/>
              <a:defRPr sz="105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Tx/>
              <a:buNone/>
              <a:defRPr sz="10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Tx/>
              <a:buNone/>
              <a:defRPr sz="1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pt-PT" sz="2400" b="0" dirty="0">
                <a:ln w="6350" cap="flat">
                  <a:noFill/>
                  <a:miter lim="800000"/>
                </a:ln>
                <a:solidFill>
                  <a:srgbClr val="FF0000"/>
                </a:solidFill>
              </a:rPr>
              <a:t>Documentação de Referência e Boas Práticas</a:t>
            </a:r>
            <a:br>
              <a:rPr lang="pt-PT" sz="2400" b="0" dirty="0">
                <a:ln w="6350" cap="flat">
                  <a:noFill/>
                  <a:miter lim="800000"/>
                </a:ln>
                <a:solidFill>
                  <a:srgbClr val="FF0000"/>
                </a:solidFill>
              </a:rPr>
            </a:br>
            <a:r>
              <a:rPr lang="pt-PT" sz="1800" dirty="0">
                <a:solidFill>
                  <a:schemeClr val="tx1">
                    <a:lumMod val="75000"/>
                    <a:lumOff val="25000"/>
                  </a:schemeClr>
                </a:solidFill>
              </a:rPr>
              <a:t>Referências</a:t>
            </a:r>
          </a:p>
        </p:txBody>
      </p:sp>
    </p:spTree>
    <p:extLst>
      <p:ext uri="{BB962C8B-B14F-4D97-AF65-F5344CB8AC3E}">
        <p14:creationId xmlns:p14="http://schemas.microsoft.com/office/powerpoint/2010/main" val="11817126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9295276A-B81D-B931-3E75-DB96421C3493}"/>
              </a:ext>
            </a:extLst>
          </p:cNvPr>
          <p:cNvPicPr>
            <a:picLocks noChangeAspect="1"/>
          </p:cNvPicPr>
          <p:nvPr/>
        </p:nvPicPr>
        <p:blipFill>
          <a:blip r:embed="rId3"/>
          <a:stretch>
            <a:fillRect/>
          </a:stretch>
        </p:blipFill>
        <p:spPr>
          <a:xfrm>
            <a:off x="910349" y="1967347"/>
            <a:ext cx="5045890" cy="2932545"/>
          </a:xfrm>
          <a:prstGeom prst="rect">
            <a:avLst/>
          </a:prstGeom>
        </p:spPr>
      </p:pic>
      <p:pic>
        <p:nvPicPr>
          <p:cNvPr id="5" name="Imagen 4">
            <a:extLst>
              <a:ext uri="{FF2B5EF4-FFF2-40B4-BE49-F238E27FC236}">
                <a16:creationId xmlns:a16="http://schemas.microsoft.com/office/drawing/2014/main" id="{78A3BFF2-426B-C87E-B255-85848E849171}"/>
              </a:ext>
            </a:extLst>
          </p:cNvPr>
          <p:cNvPicPr>
            <a:picLocks noChangeAspect="1"/>
          </p:cNvPicPr>
          <p:nvPr/>
        </p:nvPicPr>
        <p:blipFill>
          <a:blip r:embed="rId4"/>
          <a:stretch>
            <a:fillRect/>
          </a:stretch>
        </p:blipFill>
        <p:spPr>
          <a:xfrm>
            <a:off x="6235763" y="1967346"/>
            <a:ext cx="5045890" cy="2932545"/>
          </a:xfrm>
          <a:prstGeom prst="rect">
            <a:avLst/>
          </a:prstGeom>
        </p:spPr>
      </p:pic>
      <p:sp>
        <p:nvSpPr>
          <p:cNvPr id="2" name="Slide Number Placeholder 3">
            <a:extLst>
              <a:ext uri="{FF2B5EF4-FFF2-40B4-BE49-F238E27FC236}">
                <a16:creationId xmlns:a16="http://schemas.microsoft.com/office/drawing/2014/main" id="{2B99277C-6B4B-669C-BF34-F0821A752300}"/>
              </a:ext>
            </a:extLst>
          </p:cNvPr>
          <p:cNvSpPr>
            <a:spLocks noGrp="1"/>
          </p:cNvSpPr>
          <p:nvPr>
            <p:ph type="sldNum" sz="quarter" idx="12"/>
          </p:nvPr>
        </p:nvSpPr>
        <p:spPr>
          <a:xfrm>
            <a:off x="8730845" y="6209600"/>
            <a:ext cx="2743200" cy="365125"/>
          </a:xfrm>
        </p:spPr>
        <p:txBody>
          <a:bodyPr/>
          <a:lstStyle/>
          <a:p>
            <a:fld id="{BC0D97B6-E32F-4D7D-B839-7C3B51F2640F}" type="slidenum">
              <a:rPr lang="pt-PT" smtClean="0"/>
              <a:pPr/>
              <a:t>54</a:t>
            </a:fld>
            <a:endParaRPr lang="pt-PT" dirty="0"/>
          </a:p>
        </p:txBody>
      </p:sp>
      <p:sp>
        <p:nvSpPr>
          <p:cNvPr id="8" name="Marcador de texto 5">
            <a:extLst>
              <a:ext uri="{FF2B5EF4-FFF2-40B4-BE49-F238E27FC236}">
                <a16:creationId xmlns:a16="http://schemas.microsoft.com/office/drawing/2014/main" id="{F473070C-1D46-6B48-FDE3-DB61EE176966}"/>
              </a:ext>
            </a:extLst>
          </p:cNvPr>
          <p:cNvSpPr txBox="1">
            <a:spLocks/>
          </p:cNvSpPr>
          <p:nvPr/>
        </p:nvSpPr>
        <p:spPr>
          <a:xfrm>
            <a:off x="106420" y="114373"/>
            <a:ext cx="11547776" cy="538770"/>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Tx/>
              <a:buNone/>
              <a:defRPr sz="1300" kern="1200">
                <a:solidFill>
                  <a:schemeClr val="accent1"/>
                </a:solidFill>
                <a:latin typeface="+mn-lt"/>
                <a:ea typeface="+mn-ea"/>
                <a:cs typeface="+mn-cs"/>
              </a:defRPr>
            </a:lvl1pPr>
            <a:lvl2pPr marL="457200" indent="0" algn="l" defTabSz="914400" rtl="0" eaLnBrk="1" latinLnBrk="0" hangingPunct="1">
              <a:lnSpc>
                <a:spcPct val="90000"/>
              </a:lnSpc>
              <a:spcBef>
                <a:spcPts val="500"/>
              </a:spcBef>
              <a:buFontTx/>
              <a:buNone/>
              <a:defRPr sz="11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Tx/>
              <a:buNone/>
              <a:defRPr sz="105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Tx/>
              <a:buNone/>
              <a:defRPr sz="10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Tx/>
              <a:buNone/>
              <a:defRPr sz="1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pt-PT" sz="2400" b="0" dirty="0">
                <a:ln w="6350" cap="flat">
                  <a:noFill/>
                  <a:miter lim="800000"/>
                </a:ln>
                <a:solidFill>
                  <a:srgbClr val="FF0000"/>
                </a:solidFill>
              </a:rPr>
              <a:t>Documentação de Referência e Boas Práticas</a:t>
            </a:r>
            <a:br>
              <a:rPr lang="pt-PT" sz="2400" b="0" dirty="0">
                <a:ln w="6350" cap="flat">
                  <a:noFill/>
                  <a:miter lim="800000"/>
                </a:ln>
                <a:solidFill>
                  <a:srgbClr val="FF0000"/>
                </a:solidFill>
              </a:rPr>
            </a:br>
            <a:r>
              <a:rPr lang="pt-PT" sz="1800" dirty="0">
                <a:solidFill>
                  <a:schemeClr val="tx1">
                    <a:lumMod val="75000"/>
                    <a:lumOff val="25000"/>
                  </a:schemeClr>
                </a:solidFill>
              </a:rPr>
              <a:t>Boas Práticas</a:t>
            </a:r>
          </a:p>
        </p:txBody>
      </p:sp>
      <p:sp>
        <p:nvSpPr>
          <p:cNvPr id="9" name="Title 1">
            <a:extLst>
              <a:ext uri="{FF2B5EF4-FFF2-40B4-BE49-F238E27FC236}">
                <a16:creationId xmlns:a16="http://schemas.microsoft.com/office/drawing/2014/main" id="{585F55BC-040A-A5BD-89A3-1DA8E331291C}"/>
              </a:ext>
            </a:extLst>
          </p:cNvPr>
          <p:cNvSpPr>
            <a:spLocks noGrp="1"/>
          </p:cNvSpPr>
          <p:nvPr>
            <p:ph type="title"/>
          </p:nvPr>
        </p:nvSpPr>
        <p:spPr>
          <a:xfrm>
            <a:off x="722243" y="1071437"/>
            <a:ext cx="10758733" cy="1117407"/>
          </a:xfrm>
        </p:spPr>
        <p:txBody>
          <a:bodyPr/>
          <a:lstStyle/>
          <a:p>
            <a:r>
              <a:rPr lang="pt-PT" sz="2400" dirty="0">
                <a:solidFill>
                  <a:schemeClr val="accent3"/>
                </a:solidFill>
              </a:rPr>
              <a:t>Boas práticas, recomendações e guias de desenvolvimento estão definidas em [REF-1] Gluon </a:t>
            </a:r>
            <a:r>
              <a:rPr lang="pt-PT" sz="2400" dirty="0" err="1">
                <a:solidFill>
                  <a:schemeClr val="accent3"/>
                </a:solidFill>
              </a:rPr>
              <a:t>Docs</a:t>
            </a:r>
            <a:r>
              <a:rPr lang="pt-PT" sz="2400" dirty="0">
                <a:solidFill>
                  <a:schemeClr val="accent3"/>
                </a:solidFill>
              </a:rPr>
              <a:t> e [REF-2] Academia Gluon.</a:t>
            </a:r>
          </a:p>
        </p:txBody>
      </p:sp>
    </p:spTree>
    <p:extLst>
      <p:ext uri="{BB962C8B-B14F-4D97-AF65-F5344CB8AC3E}">
        <p14:creationId xmlns:p14="http://schemas.microsoft.com/office/powerpoint/2010/main" val="31068372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ángulo 44">
            <a:extLst>
              <a:ext uri="{FF2B5EF4-FFF2-40B4-BE49-F238E27FC236}">
                <a16:creationId xmlns:a16="http://schemas.microsoft.com/office/drawing/2014/main" id="{87A84AEA-E81F-D7A8-1098-C6E04D9F2B1C}"/>
              </a:ext>
            </a:extLst>
          </p:cNvPr>
          <p:cNvSpPr/>
          <p:nvPr/>
        </p:nvSpPr>
        <p:spPr>
          <a:xfrm>
            <a:off x="1932699" y="581025"/>
            <a:ext cx="202649" cy="5733485"/>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grpSp>
        <p:nvGrpSpPr>
          <p:cNvPr id="14" name="Group 13">
            <a:extLst>
              <a:ext uri="{FF2B5EF4-FFF2-40B4-BE49-F238E27FC236}">
                <a16:creationId xmlns:a16="http://schemas.microsoft.com/office/drawing/2014/main" id="{9FF5F5B8-E75F-474C-8DC3-7B8005338126}"/>
              </a:ext>
            </a:extLst>
          </p:cNvPr>
          <p:cNvGrpSpPr/>
          <p:nvPr/>
        </p:nvGrpSpPr>
        <p:grpSpPr>
          <a:xfrm>
            <a:off x="1854679" y="2774275"/>
            <a:ext cx="2820101" cy="369332"/>
            <a:chOff x="1854679" y="3238744"/>
            <a:chExt cx="2820101" cy="369332"/>
          </a:xfrm>
        </p:grpSpPr>
        <p:sp>
          <p:nvSpPr>
            <p:cNvPr id="15" name="CuadroTexto 49">
              <a:extLst>
                <a:ext uri="{FF2B5EF4-FFF2-40B4-BE49-F238E27FC236}">
                  <a16:creationId xmlns:a16="http://schemas.microsoft.com/office/drawing/2014/main" id="{B49D194D-6762-F2A6-B17A-2F662CE2428F}"/>
                </a:ext>
              </a:extLst>
            </p:cNvPr>
            <p:cNvSpPr txBox="1"/>
            <p:nvPr/>
          </p:nvSpPr>
          <p:spPr>
            <a:xfrm>
              <a:off x="2268993" y="3238744"/>
              <a:ext cx="2405787" cy="369332"/>
            </a:xfrm>
            <a:prstGeom prst="rect">
              <a:avLst/>
            </a:prstGeom>
            <a:noFill/>
          </p:spPr>
          <p:txBody>
            <a:bodyPr wrap="none" rtlCol="0">
              <a:spAutoFit/>
            </a:bodyPr>
            <a:lstStyle/>
            <a:p>
              <a:r>
                <a:rPr lang="en-US" dirty="0" err="1">
                  <a:solidFill>
                    <a:schemeClr val="tx2"/>
                  </a:solidFill>
                  <a:latin typeface="Santander Text" panose="020B0504020201020104" pitchFamily="34" charset="0"/>
                </a:rPr>
                <a:t>Desenho</a:t>
              </a:r>
              <a:r>
                <a:rPr lang="en-US" dirty="0">
                  <a:solidFill>
                    <a:schemeClr val="tx2"/>
                  </a:solidFill>
                  <a:latin typeface="Santander Text" panose="020B0504020201020104" pitchFamily="34" charset="0"/>
                </a:rPr>
                <a:t> Técnico (HLD)</a:t>
              </a:r>
            </a:p>
          </p:txBody>
        </p:sp>
        <p:grpSp>
          <p:nvGrpSpPr>
            <p:cNvPr id="16" name="Punto 1">
              <a:extLst>
                <a:ext uri="{FF2B5EF4-FFF2-40B4-BE49-F238E27FC236}">
                  <a16:creationId xmlns:a16="http://schemas.microsoft.com/office/drawing/2014/main" id="{92058C7B-002F-C00A-8169-0DCDDBB0299F}"/>
                </a:ext>
              </a:extLst>
            </p:cNvPr>
            <p:cNvGrpSpPr/>
            <p:nvPr/>
          </p:nvGrpSpPr>
          <p:grpSpPr>
            <a:xfrm>
              <a:off x="1854679" y="3244066"/>
              <a:ext cx="358688" cy="358688"/>
              <a:chOff x="3928533" y="1504713"/>
              <a:chExt cx="358688" cy="358688"/>
            </a:xfrm>
            <a:solidFill>
              <a:srgbClr val="3C3C3B"/>
            </a:solidFill>
          </p:grpSpPr>
          <p:sp>
            <p:nvSpPr>
              <p:cNvPr id="17" name="Elipse 99">
                <a:extLst>
                  <a:ext uri="{FF2B5EF4-FFF2-40B4-BE49-F238E27FC236}">
                    <a16:creationId xmlns:a16="http://schemas.microsoft.com/office/drawing/2014/main" id="{CDB9B1D0-2732-94FD-EFB4-BCB388C150AE}"/>
                  </a:ext>
                </a:extLst>
              </p:cNvPr>
              <p:cNvSpPr/>
              <p:nvPr/>
            </p:nvSpPr>
            <p:spPr>
              <a:xfrm>
                <a:off x="3928533" y="1504713"/>
                <a:ext cx="358688" cy="35868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sp>
            <p:nvSpPr>
              <p:cNvPr id="18" name="Elipse 100">
                <a:extLst>
                  <a:ext uri="{FF2B5EF4-FFF2-40B4-BE49-F238E27FC236}">
                    <a16:creationId xmlns:a16="http://schemas.microsoft.com/office/drawing/2014/main" id="{C311274F-3154-B16A-9DF0-A65F3304FBFD}"/>
                  </a:ext>
                </a:extLst>
              </p:cNvPr>
              <p:cNvSpPr/>
              <p:nvPr/>
            </p:nvSpPr>
            <p:spPr>
              <a:xfrm>
                <a:off x="4027046" y="1603226"/>
                <a:ext cx="161662" cy="16166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grpSp>
      </p:grpSp>
      <p:grpSp>
        <p:nvGrpSpPr>
          <p:cNvPr id="26" name="Group 25">
            <a:extLst>
              <a:ext uri="{FF2B5EF4-FFF2-40B4-BE49-F238E27FC236}">
                <a16:creationId xmlns:a16="http://schemas.microsoft.com/office/drawing/2014/main" id="{10C8EDED-4FDC-DBB6-E41D-2AF6CB2D81A3}"/>
              </a:ext>
            </a:extLst>
          </p:cNvPr>
          <p:cNvGrpSpPr/>
          <p:nvPr/>
        </p:nvGrpSpPr>
        <p:grpSpPr>
          <a:xfrm>
            <a:off x="1854679" y="3234878"/>
            <a:ext cx="1441839" cy="369332"/>
            <a:chOff x="1854679" y="3814462"/>
            <a:chExt cx="1441839" cy="369332"/>
          </a:xfrm>
        </p:grpSpPr>
        <p:sp>
          <p:nvSpPr>
            <p:cNvPr id="27" name="CuadroTexto 55">
              <a:extLst>
                <a:ext uri="{FF2B5EF4-FFF2-40B4-BE49-F238E27FC236}">
                  <a16:creationId xmlns:a16="http://schemas.microsoft.com/office/drawing/2014/main" id="{45D3B5EC-4349-772A-E4C0-366D0E9F3469}"/>
                </a:ext>
              </a:extLst>
            </p:cNvPr>
            <p:cNvSpPr txBox="1"/>
            <p:nvPr/>
          </p:nvSpPr>
          <p:spPr>
            <a:xfrm>
              <a:off x="2268993" y="3814462"/>
              <a:ext cx="1027525" cy="369332"/>
            </a:xfrm>
            <a:prstGeom prst="rect">
              <a:avLst/>
            </a:prstGeom>
            <a:noFill/>
          </p:spPr>
          <p:txBody>
            <a:bodyPr wrap="none" rtlCol="0">
              <a:spAutoFit/>
            </a:bodyPr>
            <a:lstStyle/>
            <a:p>
              <a:r>
                <a:rPr lang="en-US" dirty="0">
                  <a:solidFill>
                    <a:schemeClr val="tx2"/>
                  </a:solidFill>
                  <a:latin typeface="Santander Text" panose="020B0504020201020104" pitchFamily="34" charset="0"/>
                </a:rPr>
                <a:t>Volumes</a:t>
              </a:r>
            </a:p>
          </p:txBody>
        </p:sp>
        <p:grpSp>
          <p:nvGrpSpPr>
            <p:cNvPr id="28" name="Punto 1">
              <a:extLst>
                <a:ext uri="{FF2B5EF4-FFF2-40B4-BE49-F238E27FC236}">
                  <a16:creationId xmlns:a16="http://schemas.microsoft.com/office/drawing/2014/main" id="{2F1B1E87-7A01-E273-A389-A59A843223BC}"/>
                </a:ext>
              </a:extLst>
            </p:cNvPr>
            <p:cNvGrpSpPr/>
            <p:nvPr/>
          </p:nvGrpSpPr>
          <p:grpSpPr>
            <a:xfrm>
              <a:off x="1854679" y="3819784"/>
              <a:ext cx="358688" cy="358688"/>
              <a:chOff x="3928533" y="1504713"/>
              <a:chExt cx="358688" cy="358688"/>
            </a:xfrm>
            <a:solidFill>
              <a:srgbClr val="3C3C3B"/>
            </a:solidFill>
          </p:grpSpPr>
          <p:sp>
            <p:nvSpPr>
              <p:cNvPr id="29" name="Elipse 102">
                <a:extLst>
                  <a:ext uri="{FF2B5EF4-FFF2-40B4-BE49-F238E27FC236}">
                    <a16:creationId xmlns:a16="http://schemas.microsoft.com/office/drawing/2014/main" id="{589359DA-A03A-F857-B0A7-F873825DE7C5}"/>
                  </a:ext>
                </a:extLst>
              </p:cNvPr>
              <p:cNvSpPr/>
              <p:nvPr/>
            </p:nvSpPr>
            <p:spPr>
              <a:xfrm>
                <a:off x="3928533" y="1504713"/>
                <a:ext cx="358688" cy="35868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sp>
            <p:nvSpPr>
              <p:cNvPr id="30" name="Elipse 103">
                <a:extLst>
                  <a:ext uri="{FF2B5EF4-FFF2-40B4-BE49-F238E27FC236}">
                    <a16:creationId xmlns:a16="http://schemas.microsoft.com/office/drawing/2014/main" id="{9CAFF4D5-48DD-AE75-1AD4-8D92872273FB}"/>
                  </a:ext>
                </a:extLst>
              </p:cNvPr>
              <p:cNvSpPr/>
              <p:nvPr/>
            </p:nvSpPr>
            <p:spPr>
              <a:xfrm>
                <a:off x="4027046" y="1603226"/>
                <a:ext cx="161662" cy="16166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grpSp>
      </p:grpSp>
      <p:grpSp>
        <p:nvGrpSpPr>
          <p:cNvPr id="31" name="Group 30">
            <a:extLst>
              <a:ext uri="{FF2B5EF4-FFF2-40B4-BE49-F238E27FC236}">
                <a16:creationId xmlns:a16="http://schemas.microsoft.com/office/drawing/2014/main" id="{AADDFD94-FAA6-D0C7-E64C-B43B92A4B380}"/>
              </a:ext>
            </a:extLst>
          </p:cNvPr>
          <p:cNvGrpSpPr/>
          <p:nvPr/>
        </p:nvGrpSpPr>
        <p:grpSpPr>
          <a:xfrm>
            <a:off x="1854679" y="4156084"/>
            <a:ext cx="3725670" cy="369332"/>
            <a:chOff x="1854679" y="4351720"/>
            <a:chExt cx="3725670" cy="369332"/>
          </a:xfrm>
        </p:grpSpPr>
        <p:sp>
          <p:nvSpPr>
            <p:cNvPr id="32" name="CuadroTexto 51">
              <a:extLst>
                <a:ext uri="{FF2B5EF4-FFF2-40B4-BE49-F238E27FC236}">
                  <a16:creationId xmlns:a16="http://schemas.microsoft.com/office/drawing/2014/main" id="{23699CEE-4C4F-C284-9973-E47D889F03E9}"/>
                </a:ext>
              </a:extLst>
            </p:cNvPr>
            <p:cNvSpPr txBox="1"/>
            <p:nvPr/>
          </p:nvSpPr>
          <p:spPr>
            <a:xfrm>
              <a:off x="2268993" y="4351720"/>
              <a:ext cx="3311356" cy="369332"/>
            </a:xfrm>
            <a:prstGeom prst="rect">
              <a:avLst/>
            </a:prstGeom>
            <a:noFill/>
          </p:spPr>
          <p:txBody>
            <a:bodyPr wrap="none" rtlCol="0">
              <a:spAutoFit/>
            </a:bodyPr>
            <a:lstStyle/>
            <a:p>
              <a:r>
                <a:rPr lang="en-US" dirty="0" err="1">
                  <a:solidFill>
                    <a:schemeClr val="tx2"/>
                  </a:solidFill>
                  <a:latin typeface="Santander Text" panose="020B0504020201020104" pitchFamily="34" charset="0"/>
                </a:rPr>
                <a:t>Desenho</a:t>
              </a:r>
              <a:r>
                <a:rPr lang="en-US" dirty="0">
                  <a:solidFill>
                    <a:schemeClr val="tx2"/>
                  </a:solidFill>
                  <a:latin typeface="Santander Text" panose="020B0504020201020104" pitchFamily="34" charset="0"/>
                </a:rPr>
                <a:t> de </a:t>
              </a:r>
              <a:r>
                <a:rPr lang="en-US" dirty="0" err="1">
                  <a:solidFill>
                    <a:schemeClr val="tx2"/>
                  </a:solidFill>
                  <a:latin typeface="Santander Text" panose="020B0504020201020104" pitchFamily="34" charset="0"/>
                </a:rPr>
                <a:t>Infraestrutura</a:t>
              </a:r>
              <a:r>
                <a:rPr lang="en-US" dirty="0">
                  <a:solidFill>
                    <a:schemeClr val="tx2"/>
                  </a:solidFill>
                  <a:latin typeface="Santander Text" panose="020B0504020201020104" pitchFamily="34" charset="0"/>
                </a:rPr>
                <a:t> + LLD</a:t>
              </a:r>
            </a:p>
          </p:txBody>
        </p:sp>
        <p:grpSp>
          <p:nvGrpSpPr>
            <p:cNvPr id="33" name="Punto 1">
              <a:extLst>
                <a:ext uri="{FF2B5EF4-FFF2-40B4-BE49-F238E27FC236}">
                  <a16:creationId xmlns:a16="http://schemas.microsoft.com/office/drawing/2014/main" id="{E0F49152-95ED-BC2C-31FC-7714BA92DAE2}"/>
                </a:ext>
              </a:extLst>
            </p:cNvPr>
            <p:cNvGrpSpPr/>
            <p:nvPr/>
          </p:nvGrpSpPr>
          <p:grpSpPr>
            <a:xfrm>
              <a:off x="1854679" y="4357042"/>
              <a:ext cx="358688" cy="358688"/>
              <a:chOff x="3928533" y="1504713"/>
              <a:chExt cx="358688" cy="358688"/>
            </a:xfrm>
            <a:solidFill>
              <a:srgbClr val="3C3C3B"/>
            </a:solidFill>
          </p:grpSpPr>
          <p:sp>
            <p:nvSpPr>
              <p:cNvPr id="34" name="Elipse 105">
                <a:extLst>
                  <a:ext uri="{FF2B5EF4-FFF2-40B4-BE49-F238E27FC236}">
                    <a16:creationId xmlns:a16="http://schemas.microsoft.com/office/drawing/2014/main" id="{9D188BB1-98C7-E2C8-13A1-3F480F6D518E}"/>
                  </a:ext>
                </a:extLst>
              </p:cNvPr>
              <p:cNvSpPr/>
              <p:nvPr/>
            </p:nvSpPr>
            <p:spPr>
              <a:xfrm>
                <a:off x="3928533" y="1504713"/>
                <a:ext cx="358688" cy="35868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sp>
            <p:nvSpPr>
              <p:cNvPr id="35" name="Elipse 106">
                <a:extLst>
                  <a:ext uri="{FF2B5EF4-FFF2-40B4-BE49-F238E27FC236}">
                    <a16:creationId xmlns:a16="http://schemas.microsoft.com/office/drawing/2014/main" id="{B14FB015-ADB6-9652-3F87-DDADE92E3158}"/>
                  </a:ext>
                </a:extLst>
              </p:cNvPr>
              <p:cNvSpPr/>
              <p:nvPr/>
            </p:nvSpPr>
            <p:spPr>
              <a:xfrm>
                <a:off x="4027046" y="1603226"/>
                <a:ext cx="161662" cy="16166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grpSp>
      </p:grpSp>
      <p:grpSp>
        <p:nvGrpSpPr>
          <p:cNvPr id="36" name="Group 35">
            <a:extLst>
              <a:ext uri="{FF2B5EF4-FFF2-40B4-BE49-F238E27FC236}">
                <a16:creationId xmlns:a16="http://schemas.microsoft.com/office/drawing/2014/main" id="{2951847D-2A44-F56F-CF20-5D1B90FC22AB}"/>
              </a:ext>
            </a:extLst>
          </p:cNvPr>
          <p:cNvGrpSpPr/>
          <p:nvPr/>
        </p:nvGrpSpPr>
        <p:grpSpPr>
          <a:xfrm>
            <a:off x="1854679" y="5077290"/>
            <a:ext cx="2754314" cy="369332"/>
            <a:chOff x="1854679" y="4934771"/>
            <a:chExt cx="2754314" cy="369332"/>
          </a:xfrm>
        </p:grpSpPr>
        <p:sp>
          <p:nvSpPr>
            <p:cNvPr id="37" name="CuadroTexto 56">
              <a:extLst>
                <a:ext uri="{FF2B5EF4-FFF2-40B4-BE49-F238E27FC236}">
                  <a16:creationId xmlns:a16="http://schemas.microsoft.com/office/drawing/2014/main" id="{C37A77EC-0372-804E-4651-30FA61A4D825}"/>
                </a:ext>
              </a:extLst>
            </p:cNvPr>
            <p:cNvSpPr txBox="1"/>
            <p:nvPr/>
          </p:nvSpPr>
          <p:spPr>
            <a:xfrm>
              <a:off x="2268993" y="4934771"/>
              <a:ext cx="2340000" cy="369332"/>
            </a:xfrm>
            <a:prstGeom prst="rect">
              <a:avLst/>
            </a:prstGeom>
            <a:noFill/>
          </p:spPr>
          <p:txBody>
            <a:bodyPr wrap="none" rtlCol="0">
              <a:spAutoFit/>
            </a:bodyPr>
            <a:lstStyle>
              <a:defPPr>
                <a:defRPr lang="es-ES"/>
              </a:defPPr>
              <a:lvl1pPr>
                <a:defRPr>
                  <a:solidFill>
                    <a:schemeClr val="tx1">
                      <a:lumMod val="65000"/>
                      <a:lumOff val="35000"/>
                    </a:schemeClr>
                  </a:solidFill>
                </a:defRPr>
              </a:lvl1pPr>
            </a:lstStyle>
            <a:p>
              <a:r>
                <a:rPr lang="en-US" dirty="0" err="1">
                  <a:solidFill>
                    <a:schemeClr val="tx2"/>
                  </a:solidFill>
                  <a:latin typeface="Santander Text" panose="020B0504020201020104" pitchFamily="34" charset="0"/>
                </a:rPr>
                <a:t>Riscos</a:t>
              </a:r>
              <a:r>
                <a:rPr lang="en-US" dirty="0">
                  <a:solidFill>
                    <a:schemeClr val="tx2"/>
                  </a:solidFill>
                  <a:latin typeface="Santander Text" panose="020B0504020201020104" pitchFamily="34" charset="0"/>
                </a:rPr>
                <a:t> e </a:t>
              </a:r>
              <a:r>
                <a:rPr lang="en-US" dirty="0" err="1">
                  <a:solidFill>
                    <a:schemeClr val="tx2"/>
                  </a:solidFill>
                  <a:latin typeface="Santander Text" panose="020B0504020201020104" pitchFamily="34" charset="0"/>
                </a:rPr>
                <a:t>dependências</a:t>
              </a:r>
              <a:endParaRPr lang="en-US" dirty="0">
                <a:solidFill>
                  <a:schemeClr val="tx2"/>
                </a:solidFill>
                <a:latin typeface="Santander Text" panose="020B0504020201020104" pitchFamily="34" charset="0"/>
              </a:endParaRPr>
            </a:p>
          </p:txBody>
        </p:sp>
        <p:grpSp>
          <p:nvGrpSpPr>
            <p:cNvPr id="38" name="Punto 1">
              <a:extLst>
                <a:ext uri="{FF2B5EF4-FFF2-40B4-BE49-F238E27FC236}">
                  <a16:creationId xmlns:a16="http://schemas.microsoft.com/office/drawing/2014/main" id="{4722D38B-0C4E-EA2D-C900-099261E0D552}"/>
                </a:ext>
              </a:extLst>
            </p:cNvPr>
            <p:cNvGrpSpPr/>
            <p:nvPr/>
          </p:nvGrpSpPr>
          <p:grpSpPr>
            <a:xfrm>
              <a:off x="1854679" y="4940093"/>
              <a:ext cx="358688" cy="358688"/>
              <a:chOff x="3928533" y="1504713"/>
              <a:chExt cx="358688" cy="358688"/>
            </a:xfrm>
            <a:solidFill>
              <a:srgbClr val="3C3C3B"/>
            </a:solidFill>
          </p:grpSpPr>
          <p:sp>
            <p:nvSpPr>
              <p:cNvPr id="39" name="Elipse 111">
                <a:extLst>
                  <a:ext uri="{FF2B5EF4-FFF2-40B4-BE49-F238E27FC236}">
                    <a16:creationId xmlns:a16="http://schemas.microsoft.com/office/drawing/2014/main" id="{0B4ADB1E-FE09-36DF-187E-A43365C7A484}"/>
                  </a:ext>
                </a:extLst>
              </p:cNvPr>
              <p:cNvSpPr/>
              <p:nvPr/>
            </p:nvSpPr>
            <p:spPr>
              <a:xfrm>
                <a:off x="3928533" y="1504713"/>
                <a:ext cx="358688" cy="35868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sp>
            <p:nvSpPr>
              <p:cNvPr id="40" name="Elipse 112">
                <a:extLst>
                  <a:ext uri="{FF2B5EF4-FFF2-40B4-BE49-F238E27FC236}">
                    <a16:creationId xmlns:a16="http://schemas.microsoft.com/office/drawing/2014/main" id="{53C17401-B0B0-6743-1A65-E7D72A8AE5B1}"/>
                  </a:ext>
                </a:extLst>
              </p:cNvPr>
              <p:cNvSpPr/>
              <p:nvPr/>
            </p:nvSpPr>
            <p:spPr>
              <a:xfrm>
                <a:off x="4027046" y="1603226"/>
                <a:ext cx="161662" cy="16166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grpSp>
      </p:grpSp>
      <p:grpSp>
        <p:nvGrpSpPr>
          <p:cNvPr id="41" name="Group 40">
            <a:extLst>
              <a:ext uri="{FF2B5EF4-FFF2-40B4-BE49-F238E27FC236}">
                <a16:creationId xmlns:a16="http://schemas.microsoft.com/office/drawing/2014/main" id="{C1864875-C7B4-55D9-00AB-7F38B449459A}"/>
              </a:ext>
            </a:extLst>
          </p:cNvPr>
          <p:cNvGrpSpPr/>
          <p:nvPr/>
        </p:nvGrpSpPr>
        <p:grpSpPr>
          <a:xfrm>
            <a:off x="1854679" y="5537893"/>
            <a:ext cx="4932026" cy="369332"/>
            <a:chOff x="1854679" y="5503730"/>
            <a:chExt cx="4932026" cy="369332"/>
          </a:xfrm>
        </p:grpSpPr>
        <p:sp>
          <p:nvSpPr>
            <p:cNvPr id="42" name="CuadroTexto 45">
              <a:extLst>
                <a:ext uri="{FF2B5EF4-FFF2-40B4-BE49-F238E27FC236}">
                  <a16:creationId xmlns:a16="http://schemas.microsoft.com/office/drawing/2014/main" id="{A66DF631-8F1D-39D6-A03F-1356293DA804}"/>
                </a:ext>
              </a:extLst>
            </p:cNvPr>
            <p:cNvSpPr txBox="1"/>
            <p:nvPr/>
          </p:nvSpPr>
          <p:spPr>
            <a:xfrm>
              <a:off x="2268993" y="5503730"/>
              <a:ext cx="4517712" cy="369332"/>
            </a:xfrm>
            <a:prstGeom prst="rect">
              <a:avLst/>
            </a:prstGeom>
            <a:noFill/>
          </p:spPr>
          <p:txBody>
            <a:bodyPr wrap="none" rtlCol="0">
              <a:spAutoFit/>
            </a:bodyPr>
            <a:lstStyle/>
            <a:p>
              <a:r>
                <a:rPr lang="en-US" dirty="0" err="1">
                  <a:solidFill>
                    <a:schemeClr val="tx2"/>
                  </a:solidFill>
                  <a:latin typeface="Santander Text" panose="020B0504020201020104" pitchFamily="34" charset="0"/>
                </a:rPr>
                <a:t>Documentação</a:t>
              </a:r>
              <a:r>
                <a:rPr lang="en-US" dirty="0">
                  <a:solidFill>
                    <a:schemeClr val="tx2"/>
                  </a:solidFill>
                  <a:latin typeface="Santander Text" panose="020B0504020201020104" pitchFamily="34" charset="0"/>
                </a:rPr>
                <a:t> de </a:t>
              </a:r>
              <a:r>
                <a:rPr lang="en-US" dirty="0" err="1">
                  <a:solidFill>
                    <a:schemeClr val="tx2"/>
                  </a:solidFill>
                  <a:latin typeface="Santander Text" panose="020B0504020201020104" pitchFamily="34" charset="0"/>
                </a:rPr>
                <a:t>Referência</a:t>
              </a:r>
              <a:r>
                <a:rPr lang="en-US" dirty="0">
                  <a:solidFill>
                    <a:schemeClr val="tx2"/>
                  </a:solidFill>
                  <a:latin typeface="Santander Text" panose="020B0504020201020104" pitchFamily="34" charset="0"/>
                </a:rPr>
                <a:t> e Boas </a:t>
              </a:r>
              <a:r>
                <a:rPr lang="en-US" dirty="0" err="1">
                  <a:solidFill>
                    <a:schemeClr val="tx2"/>
                  </a:solidFill>
                  <a:latin typeface="Santander Text" panose="020B0504020201020104" pitchFamily="34" charset="0"/>
                </a:rPr>
                <a:t>Práticas</a:t>
              </a:r>
              <a:endParaRPr lang="en-US" dirty="0">
                <a:solidFill>
                  <a:schemeClr val="tx2"/>
                </a:solidFill>
                <a:latin typeface="Santander Text" panose="020B0504020201020104" pitchFamily="34" charset="0"/>
              </a:endParaRPr>
            </a:p>
          </p:txBody>
        </p:sp>
        <p:grpSp>
          <p:nvGrpSpPr>
            <p:cNvPr id="43" name="Punto 1">
              <a:extLst>
                <a:ext uri="{FF2B5EF4-FFF2-40B4-BE49-F238E27FC236}">
                  <a16:creationId xmlns:a16="http://schemas.microsoft.com/office/drawing/2014/main" id="{A25B9483-C04A-4D74-C28E-141F84C608E5}"/>
                </a:ext>
              </a:extLst>
            </p:cNvPr>
            <p:cNvGrpSpPr/>
            <p:nvPr/>
          </p:nvGrpSpPr>
          <p:grpSpPr>
            <a:xfrm>
              <a:off x="1854679" y="5509052"/>
              <a:ext cx="358688" cy="358688"/>
              <a:chOff x="3928533" y="1504713"/>
              <a:chExt cx="358688" cy="358688"/>
            </a:xfrm>
            <a:solidFill>
              <a:srgbClr val="3C3C3B"/>
            </a:solidFill>
          </p:grpSpPr>
          <p:sp>
            <p:nvSpPr>
              <p:cNvPr id="44" name="Elipse 52">
                <a:extLst>
                  <a:ext uri="{FF2B5EF4-FFF2-40B4-BE49-F238E27FC236}">
                    <a16:creationId xmlns:a16="http://schemas.microsoft.com/office/drawing/2014/main" id="{944EB8D0-BCE9-FD41-1C9C-FB2305D3FF2F}"/>
                  </a:ext>
                </a:extLst>
              </p:cNvPr>
              <p:cNvSpPr/>
              <p:nvPr/>
            </p:nvSpPr>
            <p:spPr>
              <a:xfrm>
                <a:off x="3928533" y="1504713"/>
                <a:ext cx="358688" cy="35868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sp>
            <p:nvSpPr>
              <p:cNvPr id="61" name="Elipse 53">
                <a:extLst>
                  <a:ext uri="{FF2B5EF4-FFF2-40B4-BE49-F238E27FC236}">
                    <a16:creationId xmlns:a16="http://schemas.microsoft.com/office/drawing/2014/main" id="{F3595F5C-169D-9502-FE03-30FF77A1B038}"/>
                  </a:ext>
                </a:extLst>
              </p:cNvPr>
              <p:cNvSpPr/>
              <p:nvPr/>
            </p:nvSpPr>
            <p:spPr>
              <a:xfrm>
                <a:off x="4027046" y="1603226"/>
                <a:ext cx="161662" cy="16166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grpSp>
      </p:grpSp>
      <p:grpSp>
        <p:nvGrpSpPr>
          <p:cNvPr id="62" name="Group 61">
            <a:extLst>
              <a:ext uri="{FF2B5EF4-FFF2-40B4-BE49-F238E27FC236}">
                <a16:creationId xmlns:a16="http://schemas.microsoft.com/office/drawing/2014/main" id="{5AF97875-02F0-84C4-5B5B-5826782910C7}"/>
              </a:ext>
            </a:extLst>
          </p:cNvPr>
          <p:cNvGrpSpPr/>
          <p:nvPr/>
        </p:nvGrpSpPr>
        <p:grpSpPr>
          <a:xfrm>
            <a:off x="1854679" y="5998502"/>
            <a:ext cx="1300647" cy="369332"/>
            <a:chOff x="1854679" y="6037414"/>
            <a:chExt cx="1300647" cy="369332"/>
          </a:xfrm>
        </p:grpSpPr>
        <p:sp>
          <p:nvSpPr>
            <p:cNvPr id="63" name="CuadroTexto 59">
              <a:extLst>
                <a:ext uri="{FF2B5EF4-FFF2-40B4-BE49-F238E27FC236}">
                  <a16:creationId xmlns:a16="http://schemas.microsoft.com/office/drawing/2014/main" id="{7CC5AC07-BD57-98D2-51E5-26F8B88DBADF}"/>
                </a:ext>
              </a:extLst>
            </p:cNvPr>
            <p:cNvSpPr txBox="1"/>
            <p:nvPr/>
          </p:nvSpPr>
          <p:spPr>
            <a:xfrm>
              <a:off x="2268993" y="6037414"/>
              <a:ext cx="886333" cy="369332"/>
            </a:xfrm>
            <a:prstGeom prst="rect">
              <a:avLst/>
            </a:prstGeom>
            <a:noFill/>
          </p:spPr>
          <p:txBody>
            <a:bodyPr wrap="none" rtlCol="0">
              <a:spAutoFit/>
            </a:bodyPr>
            <a:lstStyle/>
            <a:p>
              <a:r>
                <a:rPr lang="en-US" dirty="0" err="1">
                  <a:solidFill>
                    <a:schemeClr val="tx2"/>
                  </a:solidFill>
                  <a:latin typeface="Santander Text" panose="020B0504020201020104" pitchFamily="34" charset="0"/>
                </a:rPr>
                <a:t>Anexos</a:t>
              </a:r>
              <a:endParaRPr lang="en-US" dirty="0">
                <a:solidFill>
                  <a:schemeClr val="tx2"/>
                </a:solidFill>
                <a:latin typeface="Santander Text" panose="020B0504020201020104" pitchFamily="34" charset="0"/>
              </a:endParaRPr>
            </a:p>
          </p:txBody>
        </p:sp>
        <p:grpSp>
          <p:nvGrpSpPr>
            <p:cNvPr id="64" name="Punto 1">
              <a:extLst>
                <a:ext uri="{FF2B5EF4-FFF2-40B4-BE49-F238E27FC236}">
                  <a16:creationId xmlns:a16="http://schemas.microsoft.com/office/drawing/2014/main" id="{967E453F-A62E-A3C5-D458-8E8CA669B7B0}"/>
                </a:ext>
              </a:extLst>
            </p:cNvPr>
            <p:cNvGrpSpPr/>
            <p:nvPr/>
          </p:nvGrpSpPr>
          <p:grpSpPr>
            <a:xfrm>
              <a:off x="1854679" y="6042736"/>
              <a:ext cx="358688" cy="358688"/>
              <a:chOff x="3928533" y="1504713"/>
              <a:chExt cx="358688" cy="358688"/>
            </a:xfrm>
            <a:solidFill>
              <a:srgbClr val="3C3C3B"/>
            </a:solidFill>
          </p:grpSpPr>
          <p:sp>
            <p:nvSpPr>
              <p:cNvPr id="65" name="Elipse 52">
                <a:extLst>
                  <a:ext uri="{FF2B5EF4-FFF2-40B4-BE49-F238E27FC236}">
                    <a16:creationId xmlns:a16="http://schemas.microsoft.com/office/drawing/2014/main" id="{CC1F0BEF-795D-EB9F-61C8-5D56F04FA393}"/>
                  </a:ext>
                </a:extLst>
              </p:cNvPr>
              <p:cNvSpPr/>
              <p:nvPr/>
            </p:nvSpPr>
            <p:spPr>
              <a:xfrm>
                <a:off x="3928533" y="1504713"/>
                <a:ext cx="358688" cy="35868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sp>
            <p:nvSpPr>
              <p:cNvPr id="66" name="Elipse 53">
                <a:extLst>
                  <a:ext uri="{FF2B5EF4-FFF2-40B4-BE49-F238E27FC236}">
                    <a16:creationId xmlns:a16="http://schemas.microsoft.com/office/drawing/2014/main" id="{DDC2EA78-E300-9953-E6C0-9DA546B58638}"/>
                  </a:ext>
                </a:extLst>
              </p:cNvPr>
              <p:cNvSpPr/>
              <p:nvPr/>
            </p:nvSpPr>
            <p:spPr>
              <a:xfrm>
                <a:off x="4027046" y="1603226"/>
                <a:ext cx="161662" cy="16166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grpSp>
      </p:grpSp>
      <p:grpSp>
        <p:nvGrpSpPr>
          <p:cNvPr id="67" name="Group 66">
            <a:extLst>
              <a:ext uri="{FF2B5EF4-FFF2-40B4-BE49-F238E27FC236}">
                <a16:creationId xmlns:a16="http://schemas.microsoft.com/office/drawing/2014/main" id="{403DA4FE-596C-98A1-C903-40F9CD6A2A29}"/>
              </a:ext>
            </a:extLst>
          </p:cNvPr>
          <p:cNvGrpSpPr/>
          <p:nvPr/>
        </p:nvGrpSpPr>
        <p:grpSpPr>
          <a:xfrm>
            <a:off x="1854679" y="931863"/>
            <a:ext cx="1991797" cy="369332"/>
            <a:chOff x="1854679" y="1044073"/>
            <a:chExt cx="1991797" cy="369332"/>
          </a:xfrm>
        </p:grpSpPr>
        <p:grpSp>
          <p:nvGrpSpPr>
            <p:cNvPr id="68" name="Punto 1">
              <a:extLst>
                <a:ext uri="{FF2B5EF4-FFF2-40B4-BE49-F238E27FC236}">
                  <a16:creationId xmlns:a16="http://schemas.microsoft.com/office/drawing/2014/main" id="{0A9FDCA9-AC3A-B8FE-734F-A22B92547EFC}"/>
                </a:ext>
              </a:extLst>
            </p:cNvPr>
            <p:cNvGrpSpPr/>
            <p:nvPr/>
          </p:nvGrpSpPr>
          <p:grpSpPr>
            <a:xfrm>
              <a:off x="1854679" y="1049395"/>
              <a:ext cx="358688" cy="358688"/>
              <a:chOff x="3928533" y="1504713"/>
              <a:chExt cx="358688" cy="358688"/>
            </a:xfrm>
            <a:solidFill>
              <a:srgbClr val="3C3C3B"/>
            </a:solidFill>
          </p:grpSpPr>
          <p:sp>
            <p:nvSpPr>
              <p:cNvPr id="70" name="Elipse 96">
                <a:extLst>
                  <a:ext uri="{FF2B5EF4-FFF2-40B4-BE49-F238E27FC236}">
                    <a16:creationId xmlns:a16="http://schemas.microsoft.com/office/drawing/2014/main" id="{8CF946B2-CD2B-CB2D-437C-D168ECD87B86}"/>
                  </a:ext>
                </a:extLst>
              </p:cNvPr>
              <p:cNvSpPr/>
              <p:nvPr/>
            </p:nvSpPr>
            <p:spPr>
              <a:xfrm>
                <a:off x="3928533" y="1504713"/>
                <a:ext cx="358688" cy="35868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sp>
            <p:nvSpPr>
              <p:cNvPr id="71" name="Elipse 97">
                <a:extLst>
                  <a:ext uri="{FF2B5EF4-FFF2-40B4-BE49-F238E27FC236}">
                    <a16:creationId xmlns:a16="http://schemas.microsoft.com/office/drawing/2014/main" id="{23C4302A-D472-7DA4-293A-72884136C331}"/>
                  </a:ext>
                </a:extLst>
              </p:cNvPr>
              <p:cNvSpPr/>
              <p:nvPr/>
            </p:nvSpPr>
            <p:spPr>
              <a:xfrm>
                <a:off x="4027046" y="1603226"/>
                <a:ext cx="161662" cy="16166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grpSp>
        <p:sp>
          <p:nvSpPr>
            <p:cNvPr id="69" name="CuadroTexto 47">
              <a:extLst>
                <a:ext uri="{FF2B5EF4-FFF2-40B4-BE49-F238E27FC236}">
                  <a16:creationId xmlns:a16="http://schemas.microsoft.com/office/drawing/2014/main" id="{5E80DA9A-53EA-4CDC-DE34-F297228C30C0}"/>
                </a:ext>
              </a:extLst>
            </p:cNvPr>
            <p:cNvSpPr txBox="1"/>
            <p:nvPr/>
          </p:nvSpPr>
          <p:spPr>
            <a:xfrm>
              <a:off x="2268993" y="1044073"/>
              <a:ext cx="1577483" cy="369332"/>
            </a:xfrm>
            <a:prstGeom prst="rect">
              <a:avLst/>
            </a:prstGeom>
            <a:noFill/>
          </p:spPr>
          <p:txBody>
            <a:bodyPr wrap="none" rtlCol="0">
              <a:spAutoFit/>
            </a:bodyPr>
            <a:lstStyle>
              <a:defPPr>
                <a:defRPr lang="es-ES"/>
              </a:defPPr>
              <a:lvl1pPr>
                <a:defRPr>
                  <a:solidFill>
                    <a:schemeClr val="tx1">
                      <a:lumMod val="65000"/>
                      <a:lumOff val="35000"/>
                    </a:schemeClr>
                  </a:solidFill>
                </a:defRPr>
              </a:lvl1pPr>
            </a:lstStyle>
            <a:p>
              <a:r>
                <a:rPr lang="en-US" dirty="0" err="1">
                  <a:solidFill>
                    <a:schemeClr val="tx2"/>
                  </a:solidFill>
                  <a:latin typeface="Santander Text" panose="020B0504020201020104" pitchFamily="34" charset="0"/>
                </a:rPr>
                <a:t>Situação</a:t>
              </a:r>
              <a:r>
                <a:rPr lang="en-US" dirty="0">
                  <a:solidFill>
                    <a:schemeClr val="tx2"/>
                  </a:solidFill>
                  <a:latin typeface="Santander Text" panose="020B0504020201020104" pitchFamily="34" charset="0"/>
                </a:rPr>
                <a:t> </a:t>
              </a:r>
              <a:r>
                <a:rPr lang="en-US" dirty="0" err="1">
                  <a:solidFill>
                    <a:schemeClr val="tx2"/>
                  </a:solidFill>
                  <a:latin typeface="Santander Text" panose="020B0504020201020104" pitchFamily="34" charset="0"/>
                </a:rPr>
                <a:t>Atual</a:t>
              </a:r>
              <a:endParaRPr lang="en-US" dirty="0">
                <a:solidFill>
                  <a:schemeClr val="tx2"/>
                </a:solidFill>
                <a:latin typeface="Santander Text" panose="020B0504020201020104" pitchFamily="34" charset="0"/>
              </a:endParaRPr>
            </a:p>
          </p:txBody>
        </p:sp>
      </p:grpSp>
      <p:grpSp>
        <p:nvGrpSpPr>
          <p:cNvPr id="72" name="Group 71">
            <a:extLst>
              <a:ext uri="{FF2B5EF4-FFF2-40B4-BE49-F238E27FC236}">
                <a16:creationId xmlns:a16="http://schemas.microsoft.com/office/drawing/2014/main" id="{222F525F-CE32-2773-F9A0-89E3AF89C841}"/>
              </a:ext>
            </a:extLst>
          </p:cNvPr>
          <p:cNvGrpSpPr/>
          <p:nvPr/>
        </p:nvGrpSpPr>
        <p:grpSpPr>
          <a:xfrm>
            <a:off x="1854679" y="1853069"/>
            <a:ext cx="5412990" cy="369332"/>
            <a:chOff x="1854679" y="2101506"/>
            <a:chExt cx="5412990" cy="369332"/>
          </a:xfrm>
        </p:grpSpPr>
        <p:sp>
          <p:nvSpPr>
            <p:cNvPr id="73" name="CuadroTexto 57">
              <a:extLst>
                <a:ext uri="{FF2B5EF4-FFF2-40B4-BE49-F238E27FC236}">
                  <a16:creationId xmlns:a16="http://schemas.microsoft.com/office/drawing/2014/main" id="{5DF4FF7C-BDBC-2517-150F-8F7EBABE3B44}"/>
                </a:ext>
              </a:extLst>
            </p:cNvPr>
            <p:cNvSpPr txBox="1"/>
            <p:nvPr/>
          </p:nvSpPr>
          <p:spPr>
            <a:xfrm>
              <a:off x="2268993" y="2101506"/>
              <a:ext cx="4998676" cy="369332"/>
            </a:xfrm>
            <a:prstGeom prst="rect">
              <a:avLst/>
            </a:prstGeom>
            <a:noFill/>
          </p:spPr>
          <p:txBody>
            <a:bodyPr wrap="none" rtlCol="0">
              <a:spAutoFit/>
            </a:bodyPr>
            <a:lstStyle/>
            <a:p>
              <a:r>
                <a:rPr lang="pt-PT" dirty="0">
                  <a:solidFill>
                    <a:schemeClr val="tx2"/>
                  </a:solidFill>
                  <a:latin typeface="Santander Text" panose="020B0504020201020104" pitchFamily="34" charset="0"/>
                </a:rPr>
                <a:t>Identificação e Descrição de Requisitos Funcionais</a:t>
              </a:r>
            </a:p>
          </p:txBody>
        </p:sp>
        <p:grpSp>
          <p:nvGrpSpPr>
            <p:cNvPr id="74" name="Punto 1">
              <a:extLst>
                <a:ext uri="{FF2B5EF4-FFF2-40B4-BE49-F238E27FC236}">
                  <a16:creationId xmlns:a16="http://schemas.microsoft.com/office/drawing/2014/main" id="{148BE0CB-0DB1-2E91-4E84-15545017B927}"/>
                </a:ext>
              </a:extLst>
            </p:cNvPr>
            <p:cNvGrpSpPr/>
            <p:nvPr/>
          </p:nvGrpSpPr>
          <p:grpSpPr>
            <a:xfrm>
              <a:off x="1854679" y="2106828"/>
              <a:ext cx="358688" cy="358688"/>
              <a:chOff x="3928533" y="1504713"/>
              <a:chExt cx="358688" cy="358688"/>
            </a:xfrm>
            <a:solidFill>
              <a:srgbClr val="3C3C3B"/>
            </a:solidFill>
          </p:grpSpPr>
          <p:sp>
            <p:nvSpPr>
              <p:cNvPr id="75" name="Elipse 96">
                <a:extLst>
                  <a:ext uri="{FF2B5EF4-FFF2-40B4-BE49-F238E27FC236}">
                    <a16:creationId xmlns:a16="http://schemas.microsoft.com/office/drawing/2014/main" id="{F00657EC-8958-A4DB-55F6-42BAC74BE000}"/>
                  </a:ext>
                </a:extLst>
              </p:cNvPr>
              <p:cNvSpPr/>
              <p:nvPr/>
            </p:nvSpPr>
            <p:spPr>
              <a:xfrm>
                <a:off x="3928533" y="1504713"/>
                <a:ext cx="358688" cy="35868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sp>
            <p:nvSpPr>
              <p:cNvPr id="76" name="Elipse 97">
                <a:extLst>
                  <a:ext uri="{FF2B5EF4-FFF2-40B4-BE49-F238E27FC236}">
                    <a16:creationId xmlns:a16="http://schemas.microsoft.com/office/drawing/2014/main" id="{6911C885-EFF1-0BA0-65F1-CC13A57DF42D}"/>
                  </a:ext>
                </a:extLst>
              </p:cNvPr>
              <p:cNvSpPr/>
              <p:nvPr/>
            </p:nvSpPr>
            <p:spPr>
              <a:xfrm>
                <a:off x="4027046" y="1603226"/>
                <a:ext cx="161662" cy="16166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grpSp>
      </p:grpSp>
      <p:grpSp>
        <p:nvGrpSpPr>
          <p:cNvPr id="77" name="Group 76">
            <a:extLst>
              <a:ext uri="{FF2B5EF4-FFF2-40B4-BE49-F238E27FC236}">
                <a16:creationId xmlns:a16="http://schemas.microsoft.com/office/drawing/2014/main" id="{A5F34AA1-4EA4-60C9-19B3-9D709FCF6FA5}"/>
              </a:ext>
            </a:extLst>
          </p:cNvPr>
          <p:cNvGrpSpPr/>
          <p:nvPr/>
        </p:nvGrpSpPr>
        <p:grpSpPr>
          <a:xfrm>
            <a:off x="1854679" y="1392466"/>
            <a:ext cx="5086619" cy="369332"/>
            <a:chOff x="1854679" y="1559699"/>
            <a:chExt cx="5086619" cy="369332"/>
          </a:xfrm>
        </p:grpSpPr>
        <p:grpSp>
          <p:nvGrpSpPr>
            <p:cNvPr id="78" name="Punto 1">
              <a:extLst>
                <a:ext uri="{FF2B5EF4-FFF2-40B4-BE49-F238E27FC236}">
                  <a16:creationId xmlns:a16="http://schemas.microsoft.com/office/drawing/2014/main" id="{594D8C9B-466C-00DF-3F87-BA0500FD0A64}"/>
                </a:ext>
              </a:extLst>
            </p:cNvPr>
            <p:cNvGrpSpPr/>
            <p:nvPr/>
          </p:nvGrpSpPr>
          <p:grpSpPr>
            <a:xfrm>
              <a:off x="1854679" y="1565021"/>
              <a:ext cx="358688" cy="358688"/>
              <a:chOff x="3928533" y="1504713"/>
              <a:chExt cx="358688" cy="358688"/>
            </a:xfrm>
            <a:solidFill>
              <a:srgbClr val="3C3C3B"/>
            </a:solidFill>
          </p:grpSpPr>
          <p:sp>
            <p:nvSpPr>
              <p:cNvPr id="80" name="Elipse 96">
                <a:extLst>
                  <a:ext uri="{FF2B5EF4-FFF2-40B4-BE49-F238E27FC236}">
                    <a16:creationId xmlns:a16="http://schemas.microsoft.com/office/drawing/2014/main" id="{CF520A3A-8670-DF25-D5BD-CB0137511FBA}"/>
                  </a:ext>
                </a:extLst>
              </p:cNvPr>
              <p:cNvSpPr/>
              <p:nvPr/>
            </p:nvSpPr>
            <p:spPr>
              <a:xfrm>
                <a:off x="3928533" y="1504713"/>
                <a:ext cx="358688" cy="35868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sp>
            <p:nvSpPr>
              <p:cNvPr id="81" name="Elipse 97">
                <a:extLst>
                  <a:ext uri="{FF2B5EF4-FFF2-40B4-BE49-F238E27FC236}">
                    <a16:creationId xmlns:a16="http://schemas.microsoft.com/office/drawing/2014/main" id="{F6C104F9-EC9C-2231-72B3-DD4B4B5ED7D8}"/>
                  </a:ext>
                </a:extLst>
              </p:cNvPr>
              <p:cNvSpPr/>
              <p:nvPr/>
            </p:nvSpPr>
            <p:spPr>
              <a:xfrm>
                <a:off x="4027046" y="1603226"/>
                <a:ext cx="161662" cy="16166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grpSp>
        <p:sp>
          <p:nvSpPr>
            <p:cNvPr id="79" name="CuadroTexto 47">
              <a:extLst>
                <a:ext uri="{FF2B5EF4-FFF2-40B4-BE49-F238E27FC236}">
                  <a16:creationId xmlns:a16="http://schemas.microsoft.com/office/drawing/2014/main" id="{715D9ACC-4D14-F257-FA6C-4A9DC2DE91FB}"/>
                </a:ext>
              </a:extLst>
            </p:cNvPr>
            <p:cNvSpPr txBox="1"/>
            <p:nvPr/>
          </p:nvSpPr>
          <p:spPr>
            <a:xfrm>
              <a:off x="2268993" y="1559699"/>
              <a:ext cx="4672305" cy="369332"/>
            </a:xfrm>
            <a:prstGeom prst="rect">
              <a:avLst/>
            </a:prstGeom>
            <a:noFill/>
          </p:spPr>
          <p:txBody>
            <a:bodyPr wrap="none" rtlCol="0">
              <a:spAutoFit/>
            </a:bodyPr>
            <a:lstStyle>
              <a:defPPr>
                <a:defRPr lang="es-ES"/>
              </a:defPPr>
              <a:lvl1pPr>
                <a:defRPr>
                  <a:solidFill>
                    <a:schemeClr val="tx1">
                      <a:lumMod val="65000"/>
                      <a:lumOff val="35000"/>
                    </a:schemeClr>
                  </a:solidFill>
                </a:defRPr>
              </a:lvl1pPr>
            </a:lstStyle>
            <a:p>
              <a:r>
                <a:rPr lang="en-US" dirty="0" err="1">
                  <a:solidFill>
                    <a:schemeClr val="tx2"/>
                  </a:solidFill>
                  <a:latin typeface="Santander Text" panose="020B0504020201020104" pitchFamily="34" charset="0"/>
                </a:rPr>
                <a:t>Princípios</a:t>
              </a:r>
              <a:r>
                <a:rPr lang="en-US" dirty="0">
                  <a:solidFill>
                    <a:schemeClr val="tx2"/>
                  </a:solidFill>
                  <a:latin typeface="Santander Text" panose="020B0504020201020104" pitchFamily="34" charset="0"/>
                </a:rPr>
                <a:t> </a:t>
              </a:r>
              <a:r>
                <a:rPr lang="en-US" dirty="0" err="1">
                  <a:solidFill>
                    <a:schemeClr val="tx2"/>
                  </a:solidFill>
                  <a:latin typeface="Santander Text" panose="020B0504020201020104" pitchFamily="34" charset="0"/>
                </a:rPr>
                <a:t>Funcionais</a:t>
              </a:r>
              <a:r>
                <a:rPr lang="en-US" dirty="0">
                  <a:solidFill>
                    <a:schemeClr val="tx2"/>
                  </a:solidFill>
                  <a:latin typeface="Santander Text" panose="020B0504020201020104" pitchFamily="34" charset="0"/>
                </a:rPr>
                <a:t> e </a:t>
              </a:r>
              <a:r>
                <a:rPr lang="en-US" dirty="0" err="1">
                  <a:solidFill>
                    <a:schemeClr val="tx2"/>
                  </a:solidFill>
                  <a:latin typeface="Santander Text" panose="020B0504020201020104" pitchFamily="34" charset="0"/>
                </a:rPr>
                <a:t>Indicadores</a:t>
              </a:r>
              <a:r>
                <a:rPr lang="en-US" dirty="0">
                  <a:solidFill>
                    <a:schemeClr val="tx2"/>
                  </a:solidFill>
                  <a:latin typeface="Santander Text" panose="020B0504020201020104" pitchFamily="34" charset="0"/>
                </a:rPr>
                <a:t> de </a:t>
              </a:r>
              <a:r>
                <a:rPr lang="en-US" dirty="0" err="1">
                  <a:solidFill>
                    <a:schemeClr val="tx2"/>
                  </a:solidFill>
                  <a:latin typeface="Santander Text" panose="020B0504020201020104" pitchFamily="34" charset="0"/>
                </a:rPr>
                <a:t>Negócio</a:t>
              </a:r>
              <a:endParaRPr lang="en-US" dirty="0">
                <a:solidFill>
                  <a:schemeClr val="tx2"/>
                </a:solidFill>
                <a:latin typeface="Santander Text" panose="020B0504020201020104" pitchFamily="34" charset="0"/>
              </a:endParaRPr>
            </a:p>
          </p:txBody>
        </p:sp>
      </p:grpSp>
      <p:grpSp>
        <p:nvGrpSpPr>
          <p:cNvPr id="82" name="Group 81">
            <a:extLst>
              <a:ext uri="{FF2B5EF4-FFF2-40B4-BE49-F238E27FC236}">
                <a16:creationId xmlns:a16="http://schemas.microsoft.com/office/drawing/2014/main" id="{6F732D8B-9F66-D375-2258-9C9511623F28}"/>
              </a:ext>
            </a:extLst>
          </p:cNvPr>
          <p:cNvGrpSpPr/>
          <p:nvPr/>
        </p:nvGrpSpPr>
        <p:grpSpPr>
          <a:xfrm>
            <a:off x="1854679" y="2313672"/>
            <a:ext cx="2554387" cy="369332"/>
            <a:chOff x="1854679" y="2707045"/>
            <a:chExt cx="2554387" cy="369332"/>
          </a:xfrm>
        </p:grpSpPr>
        <p:sp>
          <p:nvSpPr>
            <p:cNvPr id="83" name="CuadroTexto 57">
              <a:extLst>
                <a:ext uri="{FF2B5EF4-FFF2-40B4-BE49-F238E27FC236}">
                  <a16:creationId xmlns:a16="http://schemas.microsoft.com/office/drawing/2014/main" id="{23B20666-8504-F8C7-2D6D-5791274AC2F5}"/>
                </a:ext>
              </a:extLst>
            </p:cNvPr>
            <p:cNvSpPr txBox="1"/>
            <p:nvPr/>
          </p:nvSpPr>
          <p:spPr>
            <a:xfrm>
              <a:off x="2268993" y="2707045"/>
              <a:ext cx="2140073" cy="369332"/>
            </a:xfrm>
            <a:prstGeom prst="rect">
              <a:avLst/>
            </a:prstGeom>
            <a:noFill/>
          </p:spPr>
          <p:txBody>
            <a:bodyPr wrap="none" rtlCol="0">
              <a:spAutoFit/>
            </a:bodyPr>
            <a:lstStyle/>
            <a:p>
              <a:r>
                <a:rPr lang="en-US" dirty="0" err="1">
                  <a:solidFill>
                    <a:schemeClr val="tx2"/>
                  </a:solidFill>
                  <a:latin typeface="Santander Text" panose="020B0504020201020104" pitchFamily="34" charset="0"/>
                </a:rPr>
                <a:t>Desenho</a:t>
              </a:r>
              <a:r>
                <a:rPr lang="en-US" dirty="0">
                  <a:solidFill>
                    <a:schemeClr val="tx2"/>
                  </a:solidFill>
                  <a:latin typeface="Santander Text" panose="020B0504020201020104" pitchFamily="34" charset="0"/>
                </a:rPr>
                <a:t> de </a:t>
              </a:r>
              <a:r>
                <a:rPr lang="en-US" dirty="0" err="1">
                  <a:solidFill>
                    <a:schemeClr val="tx2"/>
                  </a:solidFill>
                  <a:latin typeface="Santander Text" panose="020B0504020201020104" pitchFamily="34" charset="0"/>
                </a:rPr>
                <a:t>Solução</a:t>
              </a:r>
              <a:endParaRPr lang="en-US" dirty="0">
                <a:solidFill>
                  <a:schemeClr val="tx2"/>
                </a:solidFill>
                <a:latin typeface="Santander Text" panose="020B0504020201020104" pitchFamily="34" charset="0"/>
              </a:endParaRPr>
            </a:p>
          </p:txBody>
        </p:sp>
        <p:grpSp>
          <p:nvGrpSpPr>
            <p:cNvPr id="84" name="Punto 1">
              <a:extLst>
                <a:ext uri="{FF2B5EF4-FFF2-40B4-BE49-F238E27FC236}">
                  <a16:creationId xmlns:a16="http://schemas.microsoft.com/office/drawing/2014/main" id="{5C163FB8-C8BB-EF1E-97B0-8318356E42C0}"/>
                </a:ext>
              </a:extLst>
            </p:cNvPr>
            <p:cNvGrpSpPr/>
            <p:nvPr/>
          </p:nvGrpSpPr>
          <p:grpSpPr>
            <a:xfrm>
              <a:off x="1854679" y="2712367"/>
              <a:ext cx="358688" cy="358688"/>
              <a:chOff x="3928533" y="1504713"/>
              <a:chExt cx="358688" cy="358688"/>
            </a:xfrm>
            <a:solidFill>
              <a:srgbClr val="3C3C3B"/>
            </a:solidFill>
          </p:grpSpPr>
          <p:sp>
            <p:nvSpPr>
              <p:cNvPr id="85" name="Elipse 96">
                <a:extLst>
                  <a:ext uri="{FF2B5EF4-FFF2-40B4-BE49-F238E27FC236}">
                    <a16:creationId xmlns:a16="http://schemas.microsoft.com/office/drawing/2014/main" id="{BC72D399-050B-E4A6-4B11-2B9ECBCC77A6}"/>
                  </a:ext>
                </a:extLst>
              </p:cNvPr>
              <p:cNvSpPr/>
              <p:nvPr/>
            </p:nvSpPr>
            <p:spPr>
              <a:xfrm>
                <a:off x="3928533" y="1504713"/>
                <a:ext cx="358688" cy="35868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sp>
            <p:nvSpPr>
              <p:cNvPr id="86" name="Elipse 97">
                <a:extLst>
                  <a:ext uri="{FF2B5EF4-FFF2-40B4-BE49-F238E27FC236}">
                    <a16:creationId xmlns:a16="http://schemas.microsoft.com/office/drawing/2014/main" id="{C186363A-3071-DF68-6AA6-B98D81F098F1}"/>
                  </a:ext>
                </a:extLst>
              </p:cNvPr>
              <p:cNvSpPr/>
              <p:nvPr/>
            </p:nvSpPr>
            <p:spPr>
              <a:xfrm>
                <a:off x="4027046" y="1603226"/>
                <a:ext cx="161662" cy="16166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grpSp>
      </p:grpSp>
      <p:grpSp>
        <p:nvGrpSpPr>
          <p:cNvPr id="87" name="Group 86">
            <a:extLst>
              <a:ext uri="{FF2B5EF4-FFF2-40B4-BE49-F238E27FC236}">
                <a16:creationId xmlns:a16="http://schemas.microsoft.com/office/drawing/2014/main" id="{4555C04F-6EA7-6D5D-BC05-412C342A86A2}"/>
              </a:ext>
            </a:extLst>
          </p:cNvPr>
          <p:cNvGrpSpPr/>
          <p:nvPr/>
        </p:nvGrpSpPr>
        <p:grpSpPr>
          <a:xfrm>
            <a:off x="1843483" y="471260"/>
            <a:ext cx="4248608" cy="369332"/>
            <a:chOff x="1843483" y="471260"/>
            <a:chExt cx="4248608" cy="369332"/>
          </a:xfrm>
        </p:grpSpPr>
        <p:grpSp>
          <p:nvGrpSpPr>
            <p:cNvPr id="88" name="Group 87">
              <a:extLst>
                <a:ext uri="{FF2B5EF4-FFF2-40B4-BE49-F238E27FC236}">
                  <a16:creationId xmlns:a16="http://schemas.microsoft.com/office/drawing/2014/main" id="{D455865A-1758-06BB-107E-59052928D4E6}"/>
                </a:ext>
              </a:extLst>
            </p:cNvPr>
            <p:cNvGrpSpPr/>
            <p:nvPr/>
          </p:nvGrpSpPr>
          <p:grpSpPr>
            <a:xfrm>
              <a:off x="1843483" y="471260"/>
              <a:ext cx="4248608" cy="369332"/>
              <a:chOff x="1843483" y="471260"/>
              <a:chExt cx="4248608" cy="369332"/>
            </a:xfrm>
          </p:grpSpPr>
          <p:sp>
            <p:nvSpPr>
              <p:cNvPr id="90" name="CuadroTexto 47">
                <a:extLst>
                  <a:ext uri="{FF2B5EF4-FFF2-40B4-BE49-F238E27FC236}">
                    <a16:creationId xmlns:a16="http://schemas.microsoft.com/office/drawing/2014/main" id="{C6BA7D98-3A11-5F5F-E167-5487F3984A8C}"/>
                  </a:ext>
                </a:extLst>
              </p:cNvPr>
              <p:cNvSpPr txBox="1"/>
              <p:nvPr/>
            </p:nvSpPr>
            <p:spPr>
              <a:xfrm>
                <a:off x="2268993" y="471260"/>
                <a:ext cx="3823098" cy="369332"/>
              </a:xfrm>
              <a:prstGeom prst="rect">
                <a:avLst/>
              </a:prstGeom>
              <a:noFill/>
            </p:spPr>
            <p:txBody>
              <a:bodyPr wrap="none" rtlCol="0">
                <a:spAutoFit/>
              </a:bodyPr>
              <a:lstStyle>
                <a:defPPr>
                  <a:defRPr lang="es-ES"/>
                </a:defPPr>
                <a:lvl1pPr>
                  <a:defRPr>
                    <a:solidFill>
                      <a:schemeClr val="tx1">
                        <a:lumMod val="65000"/>
                        <a:lumOff val="35000"/>
                      </a:schemeClr>
                    </a:solidFill>
                  </a:defRPr>
                </a:lvl1pPr>
              </a:lstStyle>
              <a:p>
                <a:r>
                  <a:rPr lang="en-US" dirty="0" err="1">
                    <a:solidFill>
                      <a:schemeClr val="tx2"/>
                    </a:solidFill>
                    <a:latin typeface="Santander Text" panose="020B0504020201020104" pitchFamily="34" charset="0"/>
                  </a:rPr>
                  <a:t>Enquadramento</a:t>
                </a:r>
                <a:r>
                  <a:rPr lang="en-US" dirty="0">
                    <a:solidFill>
                      <a:schemeClr val="tx2"/>
                    </a:solidFill>
                    <a:latin typeface="Santander Text" panose="020B0504020201020104" pitchFamily="34" charset="0"/>
                  </a:rPr>
                  <a:t>, </a:t>
                </a:r>
                <a:r>
                  <a:rPr lang="en-US" dirty="0" err="1">
                    <a:solidFill>
                      <a:schemeClr val="tx2"/>
                    </a:solidFill>
                    <a:latin typeface="Santander Text" panose="020B0504020201020104" pitchFamily="34" charset="0"/>
                  </a:rPr>
                  <a:t>Objectivos</a:t>
                </a:r>
                <a:r>
                  <a:rPr lang="en-US" dirty="0">
                    <a:solidFill>
                      <a:schemeClr val="tx2"/>
                    </a:solidFill>
                    <a:latin typeface="Santander Text" panose="020B0504020201020104" pitchFamily="34" charset="0"/>
                  </a:rPr>
                  <a:t> e </a:t>
                </a:r>
                <a:r>
                  <a:rPr lang="en-US" dirty="0" err="1">
                    <a:solidFill>
                      <a:schemeClr val="tx2"/>
                    </a:solidFill>
                    <a:latin typeface="Santander Text" panose="020B0504020201020104" pitchFamily="34" charset="0"/>
                  </a:rPr>
                  <a:t>Alcance</a:t>
                </a:r>
                <a:endParaRPr lang="en-US" dirty="0">
                  <a:solidFill>
                    <a:schemeClr val="tx2"/>
                  </a:solidFill>
                  <a:latin typeface="Santander Text" panose="020B0504020201020104" pitchFamily="34" charset="0"/>
                </a:endParaRPr>
              </a:p>
            </p:txBody>
          </p:sp>
          <p:sp>
            <p:nvSpPr>
              <p:cNvPr id="91" name="Elipse 93">
                <a:extLst>
                  <a:ext uri="{FF2B5EF4-FFF2-40B4-BE49-F238E27FC236}">
                    <a16:creationId xmlns:a16="http://schemas.microsoft.com/office/drawing/2014/main" id="{286C27EE-6BFF-5ABD-7FE4-BF6C6A7C302F}"/>
                  </a:ext>
                </a:extLst>
              </p:cNvPr>
              <p:cNvSpPr/>
              <p:nvPr/>
            </p:nvSpPr>
            <p:spPr>
              <a:xfrm>
                <a:off x="1843483" y="471260"/>
                <a:ext cx="358688" cy="358688"/>
              </a:xfrm>
              <a:prstGeom prst="ellipse">
                <a:avLst/>
              </a:prstGeom>
              <a:solidFill>
                <a:srgbClr val="3C3C3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grpSp>
        <p:sp>
          <p:nvSpPr>
            <p:cNvPr id="89" name="Elipse 97">
              <a:extLst>
                <a:ext uri="{FF2B5EF4-FFF2-40B4-BE49-F238E27FC236}">
                  <a16:creationId xmlns:a16="http://schemas.microsoft.com/office/drawing/2014/main" id="{92FB6278-175B-9010-03EF-F0DBF25FFBDA}"/>
                </a:ext>
              </a:extLst>
            </p:cNvPr>
            <p:cNvSpPr/>
            <p:nvPr/>
          </p:nvSpPr>
          <p:spPr>
            <a:xfrm>
              <a:off x="1941996" y="569773"/>
              <a:ext cx="161662" cy="16166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Santander Text" panose="020B0504020201020104" pitchFamily="34" charset="0"/>
              </a:endParaRPr>
            </a:p>
          </p:txBody>
        </p:sp>
      </p:grpSp>
      <p:grpSp>
        <p:nvGrpSpPr>
          <p:cNvPr id="92" name="Group 91">
            <a:extLst>
              <a:ext uri="{FF2B5EF4-FFF2-40B4-BE49-F238E27FC236}">
                <a16:creationId xmlns:a16="http://schemas.microsoft.com/office/drawing/2014/main" id="{325A12D0-F93F-1216-AED4-6A6E932486D0}"/>
              </a:ext>
            </a:extLst>
          </p:cNvPr>
          <p:cNvGrpSpPr/>
          <p:nvPr/>
        </p:nvGrpSpPr>
        <p:grpSpPr>
          <a:xfrm>
            <a:off x="1854679" y="3695481"/>
            <a:ext cx="2807213" cy="369332"/>
            <a:chOff x="1854679" y="3814462"/>
            <a:chExt cx="2807213" cy="369332"/>
          </a:xfrm>
        </p:grpSpPr>
        <p:sp>
          <p:nvSpPr>
            <p:cNvPr id="93" name="CuadroTexto 55">
              <a:extLst>
                <a:ext uri="{FF2B5EF4-FFF2-40B4-BE49-F238E27FC236}">
                  <a16:creationId xmlns:a16="http://schemas.microsoft.com/office/drawing/2014/main" id="{27EC3E75-55AB-D319-4FD3-85984F7F9EC1}"/>
                </a:ext>
              </a:extLst>
            </p:cNvPr>
            <p:cNvSpPr txBox="1"/>
            <p:nvPr/>
          </p:nvSpPr>
          <p:spPr>
            <a:xfrm>
              <a:off x="2268993" y="3814462"/>
              <a:ext cx="2392899" cy="369332"/>
            </a:xfrm>
            <a:prstGeom prst="rect">
              <a:avLst/>
            </a:prstGeom>
            <a:noFill/>
          </p:spPr>
          <p:txBody>
            <a:bodyPr wrap="none" rtlCol="0">
              <a:spAutoFit/>
            </a:bodyPr>
            <a:lstStyle/>
            <a:p>
              <a:r>
                <a:rPr lang="pt-PT" dirty="0">
                  <a:solidFill>
                    <a:schemeClr val="tx2"/>
                  </a:solidFill>
                  <a:latin typeface="Santander Text" panose="020B0504020201020104" pitchFamily="34" charset="0"/>
                </a:rPr>
                <a:t>Desenho de Segurança</a:t>
              </a:r>
            </a:p>
          </p:txBody>
        </p:sp>
        <p:grpSp>
          <p:nvGrpSpPr>
            <p:cNvPr id="94" name="Punto 1">
              <a:extLst>
                <a:ext uri="{FF2B5EF4-FFF2-40B4-BE49-F238E27FC236}">
                  <a16:creationId xmlns:a16="http://schemas.microsoft.com/office/drawing/2014/main" id="{13B928E1-44E5-1880-AD13-540077CDF6D2}"/>
                </a:ext>
              </a:extLst>
            </p:cNvPr>
            <p:cNvGrpSpPr/>
            <p:nvPr/>
          </p:nvGrpSpPr>
          <p:grpSpPr>
            <a:xfrm>
              <a:off x="1854679" y="3819784"/>
              <a:ext cx="358688" cy="358688"/>
              <a:chOff x="3928533" y="1504713"/>
              <a:chExt cx="358688" cy="358688"/>
            </a:xfrm>
            <a:solidFill>
              <a:srgbClr val="3C3C3B"/>
            </a:solidFill>
          </p:grpSpPr>
          <p:sp>
            <p:nvSpPr>
              <p:cNvPr id="95" name="Elipse 102">
                <a:extLst>
                  <a:ext uri="{FF2B5EF4-FFF2-40B4-BE49-F238E27FC236}">
                    <a16:creationId xmlns:a16="http://schemas.microsoft.com/office/drawing/2014/main" id="{F5DC77DA-7EFE-FFC5-B969-074BFB4476F1}"/>
                  </a:ext>
                </a:extLst>
              </p:cNvPr>
              <p:cNvSpPr/>
              <p:nvPr/>
            </p:nvSpPr>
            <p:spPr>
              <a:xfrm>
                <a:off x="3928533" y="1504713"/>
                <a:ext cx="358688" cy="35868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sp>
            <p:nvSpPr>
              <p:cNvPr id="108" name="Elipse 103">
                <a:extLst>
                  <a:ext uri="{FF2B5EF4-FFF2-40B4-BE49-F238E27FC236}">
                    <a16:creationId xmlns:a16="http://schemas.microsoft.com/office/drawing/2014/main" id="{679E9BE0-BBA3-0A53-9AB3-D8DE5CD5ECF1}"/>
                  </a:ext>
                </a:extLst>
              </p:cNvPr>
              <p:cNvSpPr/>
              <p:nvPr/>
            </p:nvSpPr>
            <p:spPr>
              <a:xfrm>
                <a:off x="4027046" y="1603226"/>
                <a:ext cx="161662" cy="16166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grpSp>
      </p:grpSp>
      <p:grpSp>
        <p:nvGrpSpPr>
          <p:cNvPr id="109" name="Group 108">
            <a:extLst>
              <a:ext uri="{FF2B5EF4-FFF2-40B4-BE49-F238E27FC236}">
                <a16:creationId xmlns:a16="http://schemas.microsoft.com/office/drawing/2014/main" id="{0808EECD-8A76-12EC-BFFA-2A15DA237C02}"/>
              </a:ext>
            </a:extLst>
          </p:cNvPr>
          <p:cNvGrpSpPr/>
          <p:nvPr/>
        </p:nvGrpSpPr>
        <p:grpSpPr>
          <a:xfrm>
            <a:off x="1854679" y="4616687"/>
            <a:ext cx="4314421" cy="369332"/>
            <a:chOff x="1854679" y="4351720"/>
            <a:chExt cx="4314421" cy="369332"/>
          </a:xfrm>
        </p:grpSpPr>
        <p:sp>
          <p:nvSpPr>
            <p:cNvPr id="110" name="CuadroTexto 51">
              <a:extLst>
                <a:ext uri="{FF2B5EF4-FFF2-40B4-BE49-F238E27FC236}">
                  <a16:creationId xmlns:a16="http://schemas.microsoft.com/office/drawing/2014/main" id="{15B8A290-D54F-9B64-B6EA-4044EC5AF5C3}"/>
                </a:ext>
              </a:extLst>
            </p:cNvPr>
            <p:cNvSpPr txBox="1"/>
            <p:nvPr/>
          </p:nvSpPr>
          <p:spPr>
            <a:xfrm>
              <a:off x="2268993" y="4351720"/>
              <a:ext cx="3900107" cy="369332"/>
            </a:xfrm>
            <a:prstGeom prst="rect">
              <a:avLst/>
            </a:prstGeom>
            <a:noFill/>
          </p:spPr>
          <p:txBody>
            <a:bodyPr wrap="none" rtlCol="0">
              <a:spAutoFit/>
            </a:bodyPr>
            <a:lstStyle/>
            <a:p>
              <a:r>
                <a:rPr lang="en-US" dirty="0" err="1">
                  <a:solidFill>
                    <a:schemeClr val="tx2"/>
                  </a:solidFill>
                  <a:latin typeface="Santander Text" panose="020B0504020201020104" pitchFamily="34" charset="0"/>
                </a:rPr>
                <a:t>Observabilidade</a:t>
              </a:r>
              <a:r>
                <a:rPr lang="en-US" dirty="0">
                  <a:solidFill>
                    <a:schemeClr val="tx2"/>
                  </a:solidFill>
                  <a:latin typeface="Santander Text" panose="020B0504020201020104" pitchFamily="34" charset="0"/>
                </a:rPr>
                <a:t> e </a:t>
              </a:r>
              <a:r>
                <a:rPr lang="en-US" dirty="0" err="1">
                  <a:solidFill>
                    <a:schemeClr val="tx2"/>
                  </a:solidFill>
                  <a:latin typeface="Santander Text" panose="020B0504020201020104" pitchFamily="34" charset="0"/>
                </a:rPr>
                <a:t>Automação</a:t>
              </a:r>
              <a:r>
                <a:rPr lang="en-US" dirty="0">
                  <a:solidFill>
                    <a:schemeClr val="tx2"/>
                  </a:solidFill>
                  <a:latin typeface="Santander Text" panose="020B0504020201020104" pitchFamily="34" charset="0"/>
                </a:rPr>
                <a:t> de SW </a:t>
              </a:r>
            </a:p>
          </p:txBody>
        </p:sp>
        <p:grpSp>
          <p:nvGrpSpPr>
            <p:cNvPr id="114" name="Punto 1">
              <a:extLst>
                <a:ext uri="{FF2B5EF4-FFF2-40B4-BE49-F238E27FC236}">
                  <a16:creationId xmlns:a16="http://schemas.microsoft.com/office/drawing/2014/main" id="{34EF8922-EBD4-7E18-F42B-9FE4ADA3C33E}"/>
                </a:ext>
              </a:extLst>
            </p:cNvPr>
            <p:cNvGrpSpPr/>
            <p:nvPr/>
          </p:nvGrpSpPr>
          <p:grpSpPr>
            <a:xfrm>
              <a:off x="1854679" y="4357042"/>
              <a:ext cx="358688" cy="358688"/>
              <a:chOff x="3928533" y="1504713"/>
              <a:chExt cx="358688" cy="358688"/>
            </a:xfrm>
            <a:solidFill>
              <a:srgbClr val="3C3C3B"/>
            </a:solidFill>
          </p:grpSpPr>
          <p:sp>
            <p:nvSpPr>
              <p:cNvPr id="115" name="Elipse 105">
                <a:extLst>
                  <a:ext uri="{FF2B5EF4-FFF2-40B4-BE49-F238E27FC236}">
                    <a16:creationId xmlns:a16="http://schemas.microsoft.com/office/drawing/2014/main" id="{4C1D5F28-E971-F7FF-CADA-4CD57650CA0D}"/>
                  </a:ext>
                </a:extLst>
              </p:cNvPr>
              <p:cNvSpPr/>
              <p:nvPr/>
            </p:nvSpPr>
            <p:spPr>
              <a:xfrm>
                <a:off x="3928533" y="1504713"/>
                <a:ext cx="358688" cy="35868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sp>
            <p:nvSpPr>
              <p:cNvPr id="116" name="Elipse 106">
                <a:extLst>
                  <a:ext uri="{FF2B5EF4-FFF2-40B4-BE49-F238E27FC236}">
                    <a16:creationId xmlns:a16="http://schemas.microsoft.com/office/drawing/2014/main" id="{CB8B8FB0-E043-2CC4-C43C-24A773BFDE2F}"/>
                  </a:ext>
                </a:extLst>
              </p:cNvPr>
              <p:cNvSpPr/>
              <p:nvPr/>
            </p:nvSpPr>
            <p:spPr>
              <a:xfrm>
                <a:off x="4027046" y="1603226"/>
                <a:ext cx="161662" cy="16166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tander Text" panose="020B0504020201020104" pitchFamily="34" charset="0"/>
                </a:endParaRPr>
              </a:p>
            </p:txBody>
          </p:sp>
        </p:grpSp>
      </p:grpSp>
    </p:spTree>
    <p:extLst>
      <p:ext uri="{BB962C8B-B14F-4D97-AF65-F5344CB8AC3E}">
        <p14:creationId xmlns:p14="http://schemas.microsoft.com/office/powerpoint/2010/main" val="27169731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Group 35"/>
          <p:cNvGraphicFramePr>
            <a:graphicFrameLocks/>
          </p:cNvGraphicFramePr>
          <p:nvPr>
            <p:extLst>
              <p:ext uri="{D42A27DB-BD31-4B8C-83A1-F6EECF244321}">
                <p14:modId xmlns:p14="http://schemas.microsoft.com/office/powerpoint/2010/main" val="484939856"/>
              </p:ext>
            </p:extLst>
          </p:nvPr>
        </p:nvGraphicFramePr>
        <p:xfrm>
          <a:off x="657786" y="941570"/>
          <a:ext cx="10368728" cy="3325276"/>
        </p:xfrm>
        <a:graphic>
          <a:graphicData uri="http://schemas.openxmlformats.org/drawingml/2006/table">
            <a:tbl>
              <a:tblPr/>
              <a:tblGrid>
                <a:gridCol w="745660">
                  <a:extLst>
                    <a:ext uri="{9D8B030D-6E8A-4147-A177-3AD203B41FA5}">
                      <a16:colId xmlns:a16="http://schemas.microsoft.com/office/drawing/2014/main" val="20000"/>
                    </a:ext>
                  </a:extLst>
                </a:gridCol>
                <a:gridCol w="1399950">
                  <a:extLst>
                    <a:ext uri="{9D8B030D-6E8A-4147-A177-3AD203B41FA5}">
                      <a16:colId xmlns:a16="http://schemas.microsoft.com/office/drawing/2014/main" val="20001"/>
                    </a:ext>
                  </a:extLst>
                </a:gridCol>
                <a:gridCol w="1067091">
                  <a:extLst>
                    <a:ext uri="{9D8B030D-6E8A-4147-A177-3AD203B41FA5}">
                      <a16:colId xmlns:a16="http://schemas.microsoft.com/office/drawing/2014/main" val="20002"/>
                    </a:ext>
                  </a:extLst>
                </a:gridCol>
                <a:gridCol w="4998265">
                  <a:extLst>
                    <a:ext uri="{9D8B030D-6E8A-4147-A177-3AD203B41FA5}">
                      <a16:colId xmlns:a16="http://schemas.microsoft.com/office/drawing/2014/main" val="20003"/>
                    </a:ext>
                  </a:extLst>
                </a:gridCol>
                <a:gridCol w="2157762">
                  <a:extLst>
                    <a:ext uri="{9D8B030D-6E8A-4147-A177-3AD203B41FA5}">
                      <a16:colId xmlns:a16="http://schemas.microsoft.com/office/drawing/2014/main" val="20004"/>
                    </a:ext>
                  </a:extLst>
                </a:gridCol>
              </a:tblGrid>
              <a:tr h="550872">
                <a:tc>
                  <a:txBody>
                    <a:bodyPr/>
                    <a:lstStyle/>
                    <a:p>
                      <a:pPr marL="0" marR="0" lvl="0" indent="0" algn="ctr" defTabSz="914400" rtl="0" eaLnBrk="1" fontAlgn="base" latinLnBrk="0" hangingPunct="1">
                        <a:lnSpc>
                          <a:spcPct val="100000"/>
                        </a:lnSpc>
                        <a:spcBef>
                          <a:spcPct val="20000"/>
                        </a:spcBef>
                        <a:spcAft>
                          <a:spcPct val="0"/>
                        </a:spcAft>
                        <a:buClrTx/>
                        <a:buSzPct val="25000"/>
                        <a:buFont typeface="Times" pitchFamily="18" charset="0"/>
                        <a:buNone/>
                        <a:tabLst>
                          <a:tab pos="450850" algn="l"/>
                          <a:tab pos="900113" algn="l"/>
                          <a:tab pos="1349375" algn="l"/>
                          <a:tab pos="2251075" algn="l"/>
                        </a:tabLst>
                      </a:pPr>
                      <a:r>
                        <a:rPr kumimoji="0" lang="pt-PT" sz="1300" b="1" i="0" u="none" strike="noStrike" cap="none" normalizeH="0" baseline="0" noProof="0" dirty="0">
                          <a:ln>
                            <a:noFill/>
                          </a:ln>
                          <a:solidFill>
                            <a:schemeClr val="bg1"/>
                          </a:solidFill>
                          <a:effectLst/>
                          <a:latin typeface="Santander Text" panose="020B0504020201020104" pitchFamily="34" charset="0"/>
                        </a:rPr>
                        <a:t>#</a:t>
                      </a:r>
                    </a:p>
                  </a:txBody>
                  <a:tcPr marL="71999" marR="71999" marT="72001" marB="7200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tx1">
                        <a:lumMod val="65000"/>
                        <a:lumOff val="35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Pct val="25000"/>
                        <a:buFont typeface="Times" pitchFamily="18" charset="0"/>
                        <a:buNone/>
                        <a:tabLst>
                          <a:tab pos="450850" algn="l"/>
                          <a:tab pos="900113" algn="l"/>
                          <a:tab pos="1349375" algn="l"/>
                          <a:tab pos="2251075" algn="l"/>
                        </a:tabLst>
                      </a:pPr>
                      <a:r>
                        <a:rPr kumimoji="0" lang="pt-PT" sz="1300" b="1" i="0" u="none" strike="noStrike" cap="none" normalizeH="0" baseline="0" noProof="0" dirty="0">
                          <a:ln>
                            <a:noFill/>
                          </a:ln>
                          <a:solidFill>
                            <a:schemeClr val="bg1"/>
                          </a:solidFill>
                          <a:effectLst/>
                          <a:latin typeface="Santander Text" panose="020B0504020201020104" pitchFamily="34" charset="0"/>
                        </a:rPr>
                        <a:t>Ficheiro/Nome</a:t>
                      </a:r>
                    </a:p>
                  </a:txBody>
                  <a:tcPr marL="71999" marR="71999" marT="72001" marB="7200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tx1">
                        <a:lumMod val="65000"/>
                        <a:lumOff val="35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Pct val="25000"/>
                        <a:buFont typeface="Times" pitchFamily="18" charset="0"/>
                        <a:buNone/>
                        <a:tabLst>
                          <a:tab pos="450850" algn="l"/>
                          <a:tab pos="900113" algn="l"/>
                          <a:tab pos="1349375" algn="l"/>
                          <a:tab pos="2251075" algn="l"/>
                        </a:tabLst>
                      </a:pPr>
                      <a:r>
                        <a:rPr kumimoji="0" lang="pt-PT" sz="1300" b="1" i="0" u="none" strike="noStrike" cap="none" normalizeH="0" baseline="0" noProof="0" dirty="0">
                          <a:ln>
                            <a:noFill/>
                          </a:ln>
                          <a:solidFill>
                            <a:schemeClr val="bg1"/>
                          </a:solidFill>
                          <a:effectLst/>
                          <a:latin typeface="Santander Text" panose="020B0504020201020104" pitchFamily="34" charset="0"/>
                        </a:rPr>
                        <a:t>Data</a:t>
                      </a:r>
                    </a:p>
                  </a:txBody>
                  <a:tcPr marL="71999" marR="71999" marT="72001" marB="7200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tx1">
                        <a:lumMod val="65000"/>
                        <a:lumOff val="35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Pct val="25000"/>
                        <a:buFont typeface="Times" pitchFamily="18" charset="0"/>
                        <a:buNone/>
                        <a:tabLst>
                          <a:tab pos="450850" algn="l"/>
                          <a:tab pos="900113" algn="l"/>
                          <a:tab pos="1349375" algn="l"/>
                          <a:tab pos="2251075" algn="l"/>
                        </a:tabLst>
                      </a:pPr>
                      <a:r>
                        <a:rPr kumimoji="0" lang="pt-PT" sz="1300" b="1" i="0" u="none" strike="noStrike" cap="none" normalizeH="0" baseline="0" noProof="0" dirty="0">
                          <a:ln>
                            <a:noFill/>
                          </a:ln>
                          <a:solidFill>
                            <a:schemeClr val="bg1"/>
                          </a:solidFill>
                          <a:effectLst/>
                          <a:latin typeface="Santander Text" panose="020B0504020201020104" pitchFamily="34" charset="0"/>
                        </a:rPr>
                        <a:t>Comentário / Link</a:t>
                      </a:r>
                    </a:p>
                  </a:txBody>
                  <a:tcPr marL="71999" marR="71999" marT="72001" marB="7200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tx1">
                        <a:lumMod val="65000"/>
                        <a:lumOff val="35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Pct val="25000"/>
                        <a:buFont typeface="Times" pitchFamily="18" charset="0"/>
                        <a:buNone/>
                        <a:tabLst>
                          <a:tab pos="450850" algn="l"/>
                          <a:tab pos="900113" algn="l"/>
                          <a:tab pos="1349375" algn="l"/>
                          <a:tab pos="2251075" algn="l"/>
                        </a:tabLst>
                      </a:pPr>
                      <a:r>
                        <a:rPr kumimoji="0" lang="pt-PT" sz="1300" b="1" i="0" u="none" strike="noStrike" cap="none" normalizeH="0" baseline="0" noProof="0" dirty="0">
                          <a:ln>
                            <a:noFill/>
                          </a:ln>
                          <a:solidFill>
                            <a:schemeClr val="bg1"/>
                          </a:solidFill>
                          <a:effectLst/>
                          <a:latin typeface="Santander Text" panose="020B0504020201020104" pitchFamily="34" charset="0"/>
                        </a:rPr>
                        <a:t>Autor</a:t>
                      </a:r>
                    </a:p>
                  </a:txBody>
                  <a:tcPr marL="71999" marR="71999" marT="72001" marB="7200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tx1">
                        <a:lumMod val="65000"/>
                        <a:lumOff val="35000"/>
                      </a:schemeClr>
                    </a:solidFill>
                  </a:tcPr>
                </a:tc>
                <a:extLst>
                  <a:ext uri="{0D108BD9-81ED-4DB2-BD59-A6C34878D82A}">
                    <a16:rowId xmlns:a16="http://schemas.microsoft.com/office/drawing/2014/main" val="10000"/>
                  </a:ext>
                </a:extLst>
              </a:tr>
              <a:tr h="784430">
                <a:tc>
                  <a:txBody>
                    <a:bodyPr/>
                    <a:lstStyle/>
                    <a:p>
                      <a:pPr marL="0" marR="0" lvl="0" indent="0" algn="ctr" defTabSz="914400" rtl="0" eaLnBrk="1" fontAlgn="base" latinLnBrk="0" hangingPunct="1">
                        <a:lnSpc>
                          <a:spcPct val="100000"/>
                        </a:lnSpc>
                        <a:spcBef>
                          <a:spcPct val="20000"/>
                        </a:spcBef>
                        <a:spcAft>
                          <a:spcPct val="0"/>
                        </a:spcAft>
                        <a:buClr>
                          <a:schemeClr val="bg1"/>
                        </a:buClr>
                        <a:buSzPct val="25000"/>
                        <a:buFont typeface="Times" pitchFamily="18" charset="0"/>
                        <a:buNone/>
                        <a:tabLst/>
                      </a:pPr>
                      <a:r>
                        <a:rPr kumimoji="0" lang="pt-PT" sz="1400" b="0" i="0" u="none" strike="noStrike" kern="1200" cap="none" normalizeH="0" baseline="0" noProof="0">
                          <a:ln>
                            <a:noFill/>
                          </a:ln>
                          <a:solidFill>
                            <a:schemeClr val="tx1"/>
                          </a:solidFill>
                          <a:effectLst/>
                          <a:latin typeface="Santander Text" panose="020B0504020201020104" pitchFamily="34" charset="0"/>
                          <a:ea typeface="+mn-ea"/>
                          <a:cs typeface="+mn-cs"/>
                        </a:rPr>
                        <a:t>REF#1</a:t>
                      </a:r>
                    </a:p>
                  </a:txBody>
                  <a:tcPr marL="71999" marR="71999" marT="72001" marB="7200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1"/>
                        </a:buClr>
                        <a:buSzPct val="25000"/>
                        <a:buFont typeface="Times" pitchFamily="18" charset="0"/>
                        <a:buNone/>
                        <a:tabLst/>
                        <a:defRPr/>
                      </a:pPr>
                      <a:endParaRPr kumimoji="0" lang="pt-PT" sz="1200" b="0" i="0" u="none" strike="noStrike" cap="none" normalizeH="0" baseline="0" noProof="0">
                        <a:ln>
                          <a:noFill/>
                        </a:ln>
                        <a:solidFill>
                          <a:srgbClr val="FF0000"/>
                        </a:solidFill>
                        <a:effectLst/>
                        <a:latin typeface="Santander Text" panose="020B0504020201020104" pitchFamily="34" charset="0"/>
                      </a:endParaRPr>
                    </a:p>
                  </a:txBody>
                  <a:tcPr marL="71999" marR="71999" marT="72001" marB="7200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1"/>
                        </a:buClr>
                        <a:buSzPct val="25000"/>
                        <a:buFont typeface="Times" pitchFamily="18" charset="0"/>
                        <a:buNone/>
                        <a:tabLst/>
                        <a:defRPr/>
                      </a:pPr>
                      <a:endParaRPr kumimoji="0" lang="pt-PT" sz="1400" b="0" i="0" u="none" strike="noStrike" kern="1200" cap="none" normalizeH="0" baseline="0" noProof="0">
                        <a:ln>
                          <a:noFill/>
                        </a:ln>
                        <a:solidFill>
                          <a:schemeClr val="tx1"/>
                        </a:solidFill>
                        <a:effectLst/>
                        <a:latin typeface="Santander Text" panose="020B0504020201020104" pitchFamily="34" charset="0"/>
                        <a:ea typeface="+mn-ea"/>
                        <a:cs typeface="+mn-cs"/>
                      </a:endParaRPr>
                    </a:p>
                  </a:txBody>
                  <a:tcPr marL="71999" marR="71999" marT="72001" marB="7200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endParaRPr kumimoji="0" lang="pt-PT" sz="1400" b="0" i="0" u="none" strike="noStrike" kern="1200" cap="none" normalizeH="0" baseline="0">
                        <a:ln>
                          <a:noFill/>
                        </a:ln>
                        <a:solidFill>
                          <a:schemeClr val="tx1"/>
                        </a:solidFill>
                        <a:effectLst/>
                        <a:latin typeface="Santander Text" panose="020B0504020201020104" pitchFamily="34" charset="0"/>
                        <a:ea typeface="+mn-ea"/>
                        <a:cs typeface="+mn-cs"/>
                      </a:endParaRPr>
                    </a:p>
                  </a:txBody>
                  <a:tcPr marL="71999" marR="71999" marT="72001" marB="7200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endParaRPr kumimoji="0" lang="pt-PT" sz="1400" b="0" i="0" u="none" strike="noStrike" kern="1200" cap="none" normalizeH="0" baseline="0">
                        <a:ln>
                          <a:noFill/>
                        </a:ln>
                        <a:solidFill>
                          <a:schemeClr val="tx1"/>
                        </a:solidFill>
                        <a:effectLst/>
                        <a:latin typeface="Santander Text" panose="020B0504020201020104" pitchFamily="34" charset="0"/>
                        <a:ea typeface="+mn-ea"/>
                        <a:cs typeface="+mn-cs"/>
                      </a:endParaRPr>
                    </a:p>
                  </a:txBody>
                  <a:tcPr marL="71999" marR="71999" marT="72001" marB="7200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89816">
                <a:tc>
                  <a:txBody>
                    <a:bodyPr/>
                    <a:lstStyle/>
                    <a:p>
                      <a:pPr marL="0" marR="0" lvl="0" indent="0" algn="ctr" defTabSz="914400" rtl="0" eaLnBrk="1" fontAlgn="base" latinLnBrk="0" hangingPunct="1">
                        <a:lnSpc>
                          <a:spcPct val="100000"/>
                        </a:lnSpc>
                        <a:spcBef>
                          <a:spcPct val="20000"/>
                        </a:spcBef>
                        <a:spcAft>
                          <a:spcPct val="0"/>
                        </a:spcAft>
                        <a:buClr>
                          <a:schemeClr val="bg1"/>
                        </a:buClr>
                        <a:buSzPct val="25000"/>
                        <a:buFont typeface="Times" pitchFamily="18" charset="0"/>
                        <a:buNone/>
                        <a:tabLst/>
                      </a:pPr>
                      <a:r>
                        <a:rPr kumimoji="0" lang="pt-PT" sz="1400" b="0" i="0" u="none" strike="noStrike" kern="1200" cap="none" normalizeH="0" baseline="0" noProof="0">
                          <a:ln>
                            <a:noFill/>
                          </a:ln>
                          <a:solidFill>
                            <a:schemeClr val="tx1"/>
                          </a:solidFill>
                          <a:effectLst/>
                          <a:latin typeface="Santander Text" panose="020B0504020201020104" pitchFamily="34" charset="0"/>
                          <a:ea typeface="+mn-ea"/>
                          <a:cs typeface="+mn-cs"/>
                        </a:rPr>
                        <a:t>REF#2</a:t>
                      </a:r>
                    </a:p>
                  </a:txBody>
                  <a:tcPr marL="71999" marR="71999" marT="72001" marB="7200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endParaRPr lang="pt-PT">
                        <a:latin typeface="Santander Text" panose="020B0504020201020104" pitchFamily="34" charset="0"/>
                      </a:endParaRPr>
                    </a:p>
                  </a:txBody>
                  <a:tcPr marL="71999" marR="71999" marT="72001" marB="7200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endParaRPr kumimoji="0" lang="pt-PT" sz="1400" b="0" i="0" u="none" strike="noStrike" kern="1200" cap="none" normalizeH="0" baseline="0">
                        <a:ln>
                          <a:noFill/>
                        </a:ln>
                        <a:solidFill>
                          <a:schemeClr val="tx1"/>
                        </a:solidFill>
                        <a:effectLst/>
                        <a:latin typeface="Santander Text" panose="020B0504020201020104" pitchFamily="34" charset="0"/>
                        <a:ea typeface="+mn-ea"/>
                        <a:cs typeface="+mn-cs"/>
                      </a:endParaRPr>
                    </a:p>
                  </a:txBody>
                  <a:tcPr marL="71999" marR="71999" marT="72001" marB="7200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algn="l" defTabSz="914400" rtl="0" eaLnBrk="1" latinLnBrk="0" hangingPunct="1"/>
                      <a:endParaRPr kumimoji="0" lang="pt-PT" sz="1400" b="0" i="0" u="none" strike="noStrike" kern="1200" cap="none" normalizeH="0" baseline="0">
                        <a:ln>
                          <a:noFill/>
                        </a:ln>
                        <a:solidFill>
                          <a:schemeClr val="tx1"/>
                        </a:solidFill>
                        <a:effectLst/>
                        <a:latin typeface="Santander Text" panose="020B0504020201020104" pitchFamily="34" charset="0"/>
                        <a:ea typeface="+mn-ea"/>
                        <a:cs typeface="+mn-cs"/>
                      </a:endParaRPr>
                    </a:p>
                  </a:txBody>
                  <a:tcPr marL="71999" marR="71999" marT="72001" marB="7200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algn="l" defTabSz="914400" rtl="0" eaLnBrk="1" latinLnBrk="0" hangingPunct="1"/>
                      <a:endParaRPr kumimoji="0" lang="pt-PT" sz="1400" b="0" i="0" u="none" strike="noStrike" kern="1200" cap="none" normalizeH="0" baseline="0">
                        <a:ln>
                          <a:noFill/>
                        </a:ln>
                        <a:solidFill>
                          <a:schemeClr val="tx1"/>
                        </a:solidFill>
                        <a:effectLst/>
                        <a:latin typeface="Santander Text" panose="020B0504020201020104" pitchFamily="34" charset="0"/>
                        <a:ea typeface="+mn-ea"/>
                        <a:cs typeface="+mn-cs"/>
                      </a:endParaRPr>
                    </a:p>
                  </a:txBody>
                  <a:tcPr marL="71999" marR="71999" marT="72001" marB="7200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0">
                <a:tc>
                  <a:txBody>
                    <a:bodyPr/>
                    <a:lstStyle/>
                    <a:p>
                      <a:pPr marL="0" marR="0" lvl="0" indent="0" algn="ctr" defTabSz="914400" rtl="0" eaLnBrk="1" fontAlgn="base" latinLnBrk="0" hangingPunct="1">
                        <a:lnSpc>
                          <a:spcPct val="100000"/>
                        </a:lnSpc>
                        <a:spcBef>
                          <a:spcPct val="20000"/>
                        </a:spcBef>
                        <a:spcAft>
                          <a:spcPct val="0"/>
                        </a:spcAft>
                        <a:buClr>
                          <a:schemeClr val="bg1"/>
                        </a:buClr>
                        <a:buSzPct val="25000"/>
                        <a:buFont typeface="Times" pitchFamily="18" charset="0"/>
                        <a:buNone/>
                        <a:tabLst/>
                      </a:pPr>
                      <a:r>
                        <a:rPr kumimoji="0" lang="pt-PT" sz="1400" b="0" i="0" u="none" strike="noStrike" kern="1200" cap="none" normalizeH="0" baseline="0" noProof="0" dirty="0">
                          <a:ln>
                            <a:noFill/>
                          </a:ln>
                          <a:solidFill>
                            <a:schemeClr val="tx1"/>
                          </a:solidFill>
                          <a:effectLst/>
                          <a:latin typeface="Santander Text" panose="020B0504020201020104" pitchFamily="34" charset="0"/>
                          <a:ea typeface="+mn-ea"/>
                          <a:cs typeface="+mn-cs"/>
                        </a:rPr>
                        <a:t>REF#3</a:t>
                      </a:r>
                    </a:p>
                  </a:txBody>
                  <a:tcPr marL="71999" marR="71999" marT="72001" marB="7200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endParaRPr lang="pt-PT" sz="1400">
                        <a:latin typeface="Santander Text" panose="020B0504020201020104" pitchFamily="34" charset="0"/>
                      </a:endParaRPr>
                    </a:p>
                  </a:txBody>
                  <a:tcPr marL="71999" marR="71999" marT="72001" marB="7200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endParaRPr kumimoji="0" lang="pt-PT" sz="1400" b="0" i="0" u="none" strike="noStrike" kern="1200" cap="none" normalizeH="0" baseline="0">
                        <a:ln>
                          <a:noFill/>
                        </a:ln>
                        <a:solidFill>
                          <a:schemeClr val="tx1"/>
                        </a:solidFill>
                        <a:effectLst/>
                        <a:latin typeface="Santander Text" panose="020B0504020201020104" pitchFamily="34" charset="0"/>
                        <a:ea typeface="+mn-ea"/>
                        <a:cs typeface="+mn-cs"/>
                      </a:endParaRPr>
                    </a:p>
                  </a:txBody>
                  <a:tcPr marL="71999" marR="71999" marT="72001" marB="7200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1"/>
                        </a:buClr>
                        <a:buSzPct val="25000"/>
                        <a:buFont typeface="Times" pitchFamily="18" charset="0"/>
                        <a:buNone/>
                        <a:tabLst/>
                        <a:defRPr/>
                      </a:pPr>
                      <a:endParaRPr kumimoji="0" lang="pt-PT" sz="1400" b="0" i="0" u="none" strike="noStrike" kern="1200" cap="none" normalizeH="0" baseline="0" noProof="0">
                        <a:ln>
                          <a:noFill/>
                        </a:ln>
                        <a:solidFill>
                          <a:schemeClr val="tx1"/>
                        </a:solidFill>
                        <a:effectLst/>
                        <a:latin typeface="Santander Text" panose="020B0504020201020104" pitchFamily="34" charset="0"/>
                        <a:ea typeface="+mn-ea"/>
                        <a:cs typeface="+mn-cs"/>
                      </a:endParaRPr>
                    </a:p>
                  </a:txBody>
                  <a:tcPr marL="71999" marR="71999" marT="72001" marB="7200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endParaRPr kumimoji="0" lang="pt-PT" sz="1400" b="0" i="0" u="none" strike="noStrike" kern="1200" cap="none" normalizeH="0" baseline="0">
                        <a:ln>
                          <a:noFill/>
                        </a:ln>
                        <a:solidFill>
                          <a:schemeClr val="tx1"/>
                        </a:solidFill>
                        <a:effectLst/>
                        <a:latin typeface="Santander Text" panose="020B0504020201020104" pitchFamily="34" charset="0"/>
                        <a:ea typeface="+mn-ea"/>
                        <a:cs typeface="+mn-cs"/>
                      </a:endParaRPr>
                    </a:p>
                  </a:txBody>
                  <a:tcPr marL="71999" marR="71999" marT="72001" marB="7200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17541">
                <a:tc>
                  <a:txBody>
                    <a:bodyPr/>
                    <a:lstStyle/>
                    <a:p>
                      <a:pPr marL="0" marR="0" lvl="0" indent="0" algn="ctr" defTabSz="914400" rtl="0" eaLnBrk="1" fontAlgn="base" latinLnBrk="0" hangingPunct="1">
                        <a:lnSpc>
                          <a:spcPct val="100000"/>
                        </a:lnSpc>
                        <a:spcBef>
                          <a:spcPct val="20000"/>
                        </a:spcBef>
                        <a:spcAft>
                          <a:spcPct val="0"/>
                        </a:spcAft>
                        <a:buClr>
                          <a:schemeClr val="bg1"/>
                        </a:buClr>
                        <a:buSzPct val="25000"/>
                        <a:buFont typeface="Times" pitchFamily="18" charset="0"/>
                        <a:buNone/>
                        <a:tabLst/>
                      </a:pPr>
                      <a:r>
                        <a:rPr kumimoji="0" lang="pt-PT" sz="1400" b="0" i="0" u="none" strike="noStrike" kern="1200" cap="none" normalizeH="0" baseline="0" noProof="0">
                          <a:ln>
                            <a:noFill/>
                          </a:ln>
                          <a:solidFill>
                            <a:schemeClr val="tx1"/>
                          </a:solidFill>
                          <a:effectLst/>
                          <a:latin typeface="Santander Text" panose="020B0504020201020104" pitchFamily="34" charset="0"/>
                          <a:ea typeface="+mn-ea"/>
                          <a:cs typeface="+mn-cs"/>
                        </a:rPr>
                        <a:t>REF#4</a:t>
                      </a:r>
                    </a:p>
                  </a:txBody>
                  <a:tcPr marL="71999" marR="71999" marT="72001" marB="7200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1"/>
                        </a:buClr>
                        <a:buSzPct val="25000"/>
                        <a:buFont typeface="Times" pitchFamily="18" charset="0"/>
                        <a:buNone/>
                        <a:tabLst/>
                      </a:pPr>
                      <a:endParaRPr kumimoji="0" lang="pt-PT" sz="1000" b="0" i="0" u="none" strike="noStrike" cap="none" normalizeH="0" baseline="0" noProof="0">
                        <a:ln>
                          <a:noFill/>
                        </a:ln>
                        <a:solidFill>
                          <a:srgbClr val="FF0000"/>
                        </a:solidFill>
                        <a:effectLst/>
                        <a:latin typeface="Santander Text" panose="020B0504020201020104" pitchFamily="34" charset="0"/>
                      </a:endParaRPr>
                    </a:p>
                  </a:txBody>
                  <a:tcPr marL="71999" marR="71999" marT="72001" marB="7200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1"/>
                        </a:buClr>
                        <a:buSzPct val="25000"/>
                        <a:buFont typeface="Times" pitchFamily="18" charset="0"/>
                        <a:buNone/>
                        <a:tabLst/>
                        <a:defRPr/>
                      </a:pPr>
                      <a:endParaRPr kumimoji="0" lang="pt-PT" sz="1400" b="0" i="0" u="none" strike="noStrike" kern="1200" cap="none" normalizeH="0" baseline="0" noProof="0">
                        <a:ln>
                          <a:noFill/>
                        </a:ln>
                        <a:solidFill>
                          <a:schemeClr val="tx1"/>
                        </a:solidFill>
                        <a:effectLst/>
                        <a:latin typeface="Santander Text" panose="020B0504020201020104" pitchFamily="34" charset="0"/>
                        <a:ea typeface="+mn-ea"/>
                        <a:cs typeface="+mn-cs"/>
                      </a:endParaRPr>
                    </a:p>
                  </a:txBody>
                  <a:tcPr marL="71999" marR="71999" marT="72001" marB="7200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endParaRPr kumimoji="0" lang="pt-PT" sz="1400" b="0" i="0" u="none" strike="noStrike" kern="1200" cap="none" normalizeH="0" baseline="0" noProof="0">
                        <a:ln>
                          <a:noFill/>
                        </a:ln>
                        <a:solidFill>
                          <a:schemeClr val="tx1"/>
                        </a:solidFill>
                        <a:effectLst/>
                        <a:latin typeface="Santander Text" panose="020B0504020201020104" pitchFamily="34" charset="0"/>
                        <a:ea typeface="+mn-ea"/>
                        <a:cs typeface="+mn-cs"/>
                      </a:endParaRPr>
                    </a:p>
                  </a:txBody>
                  <a:tcPr marL="71999" marR="71999" marT="72001" marB="7200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endParaRPr kumimoji="0" lang="pt-PT" sz="1400" b="0" i="0" u="none" strike="noStrike" kern="1200" cap="none" normalizeH="0" baseline="0">
                        <a:ln>
                          <a:noFill/>
                        </a:ln>
                        <a:solidFill>
                          <a:schemeClr val="tx1"/>
                        </a:solidFill>
                        <a:effectLst/>
                        <a:latin typeface="Santander Text" panose="020B0504020201020104" pitchFamily="34" charset="0"/>
                        <a:ea typeface="+mn-ea"/>
                        <a:cs typeface="+mn-cs"/>
                      </a:endParaRPr>
                    </a:p>
                  </a:txBody>
                  <a:tcPr marL="71999" marR="71999" marT="72001" marB="7200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39387">
                <a:tc>
                  <a:txBody>
                    <a:bodyPr/>
                    <a:lstStyle/>
                    <a:p>
                      <a:pPr marL="0" marR="0" lvl="0" indent="0" algn="ctr" defTabSz="914400" rtl="0" eaLnBrk="1" fontAlgn="base" latinLnBrk="0" hangingPunct="1">
                        <a:lnSpc>
                          <a:spcPct val="100000"/>
                        </a:lnSpc>
                        <a:spcBef>
                          <a:spcPct val="20000"/>
                        </a:spcBef>
                        <a:spcAft>
                          <a:spcPct val="0"/>
                        </a:spcAft>
                        <a:buClr>
                          <a:schemeClr val="bg1"/>
                        </a:buClr>
                        <a:buSzPct val="25000"/>
                        <a:buFont typeface="Times" pitchFamily="18" charset="0"/>
                        <a:buNone/>
                        <a:tabLst/>
                      </a:pPr>
                      <a:r>
                        <a:rPr kumimoji="0" lang="pt-PT" sz="1400" b="0" i="0" u="none" strike="noStrike" kern="1200" cap="none" normalizeH="0" baseline="0" noProof="0">
                          <a:ln>
                            <a:noFill/>
                          </a:ln>
                          <a:solidFill>
                            <a:schemeClr val="tx1"/>
                          </a:solidFill>
                          <a:effectLst/>
                          <a:latin typeface="Santander Text" panose="020B0504020201020104" pitchFamily="34" charset="0"/>
                          <a:ea typeface="+mn-ea"/>
                          <a:cs typeface="+mn-cs"/>
                        </a:rPr>
                        <a:t>REF#5</a:t>
                      </a:r>
                    </a:p>
                  </a:txBody>
                  <a:tcPr marL="71999" marR="71999" marT="72001" marB="7200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1"/>
                        </a:buClr>
                        <a:buSzPct val="25000"/>
                        <a:buFont typeface="Times" pitchFamily="18" charset="0"/>
                        <a:buNone/>
                        <a:tabLst/>
                      </a:pPr>
                      <a:endParaRPr kumimoji="0" lang="pt-PT" sz="1000" b="0" i="0" u="none" strike="noStrike" cap="none" normalizeH="0" baseline="0" noProof="0">
                        <a:ln>
                          <a:noFill/>
                        </a:ln>
                        <a:solidFill>
                          <a:srgbClr val="FF0000"/>
                        </a:solidFill>
                        <a:effectLst/>
                        <a:latin typeface="Santander Text" panose="020B0504020201020104" pitchFamily="34" charset="0"/>
                      </a:endParaRPr>
                    </a:p>
                  </a:txBody>
                  <a:tcPr marL="71999" marR="71999" marT="72001" marB="7200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1"/>
                        </a:buClr>
                        <a:buSzPct val="25000"/>
                        <a:buFont typeface="Times" pitchFamily="18" charset="0"/>
                        <a:buNone/>
                        <a:tabLst/>
                        <a:defRPr/>
                      </a:pPr>
                      <a:endParaRPr kumimoji="0" lang="pt-PT" sz="1400" b="0" i="0" u="none" strike="noStrike" kern="1200" cap="none" normalizeH="0" baseline="0" noProof="0">
                        <a:ln>
                          <a:noFill/>
                        </a:ln>
                        <a:solidFill>
                          <a:srgbClr val="FF0000"/>
                        </a:solidFill>
                        <a:effectLst/>
                        <a:latin typeface="Santander Text" panose="020B0504020201020104" pitchFamily="34" charset="0"/>
                        <a:ea typeface="+mn-ea"/>
                        <a:cs typeface="Arial" charset="0"/>
                      </a:endParaRPr>
                    </a:p>
                  </a:txBody>
                  <a:tcPr marL="71999" marR="71999" marT="72001" marB="7200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endParaRPr kumimoji="0" lang="pt-PT" sz="1400" b="0" i="0" u="none" strike="noStrike" kern="1200" cap="none" normalizeH="0" baseline="0" noProof="0">
                        <a:ln>
                          <a:noFill/>
                        </a:ln>
                        <a:solidFill>
                          <a:schemeClr val="tx1"/>
                        </a:solidFill>
                        <a:effectLst/>
                        <a:latin typeface="Santander Text" panose="020B0504020201020104" pitchFamily="34" charset="0"/>
                        <a:ea typeface="+mn-ea"/>
                        <a:cs typeface="+mn-cs"/>
                      </a:endParaRPr>
                    </a:p>
                  </a:txBody>
                  <a:tcPr marL="71999" marR="71999" marT="72001" marB="7200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endParaRPr kumimoji="0" lang="pt-PT" sz="1400" b="0" i="0" u="none" strike="noStrike" kern="1200" cap="none" normalizeH="0" baseline="0">
                        <a:ln>
                          <a:noFill/>
                        </a:ln>
                        <a:solidFill>
                          <a:schemeClr val="tx1"/>
                        </a:solidFill>
                        <a:effectLst/>
                        <a:latin typeface="Santander Text" panose="020B0504020201020104" pitchFamily="34" charset="0"/>
                        <a:ea typeface="+mn-ea"/>
                        <a:cs typeface="+mn-cs"/>
                      </a:endParaRPr>
                    </a:p>
                  </a:txBody>
                  <a:tcPr marL="71999" marR="71999" marT="72001" marB="7200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296883">
                <a:tc>
                  <a:txBody>
                    <a:bodyPr/>
                    <a:lstStyle/>
                    <a:p>
                      <a:pPr marL="0" marR="0" lvl="0" indent="0" algn="ctr" defTabSz="914400" rtl="0" eaLnBrk="1" fontAlgn="base" latinLnBrk="0" hangingPunct="1">
                        <a:lnSpc>
                          <a:spcPct val="100000"/>
                        </a:lnSpc>
                        <a:spcBef>
                          <a:spcPct val="20000"/>
                        </a:spcBef>
                        <a:spcAft>
                          <a:spcPct val="0"/>
                        </a:spcAft>
                        <a:buClr>
                          <a:schemeClr val="bg1"/>
                        </a:buClr>
                        <a:buSzPct val="25000"/>
                        <a:buFont typeface="Times" pitchFamily="18" charset="0"/>
                        <a:buNone/>
                        <a:tabLst/>
                      </a:pPr>
                      <a:r>
                        <a:rPr kumimoji="0" lang="pt-PT" sz="1400" b="0" i="0" u="none" strike="noStrike" kern="1200" cap="none" normalizeH="0" baseline="0" noProof="0">
                          <a:ln>
                            <a:noFill/>
                          </a:ln>
                          <a:solidFill>
                            <a:schemeClr val="tx1"/>
                          </a:solidFill>
                          <a:effectLst/>
                          <a:latin typeface="Santander Text" panose="020B0504020201020104" pitchFamily="34" charset="0"/>
                          <a:ea typeface="+mn-ea"/>
                          <a:cs typeface="+mn-cs"/>
                        </a:rPr>
                        <a:t>REF#6</a:t>
                      </a:r>
                    </a:p>
                  </a:txBody>
                  <a:tcPr marL="71999" marR="71999" marT="72001" marB="7200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1"/>
                        </a:buClr>
                        <a:buSzPct val="25000"/>
                        <a:buFont typeface="Times" pitchFamily="18" charset="0"/>
                        <a:buNone/>
                        <a:tabLst/>
                      </a:pPr>
                      <a:endParaRPr lang="pt-PT" sz="1000" u="sng" kern="1200" noProof="0">
                        <a:solidFill>
                          <a:schemeClr val="tx1"/>
                        </a:solidFill>
                        <a:effectLst/>
                        <a:latin typeface="Santander Text" panose="020B0504020201020104" pitchFamily="34" charset="0"/>
                        <a:ea typeface="+mn-ea"/>
                        <a:cs typeface="+mn-cs"/>
                      </a:endParaRPr>
                    </a:p>
                  </a:txBody>
                  <a:tcPr marL="71999" marR="71999" marT="72001" marB="7200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1"/>
                        </a:buClr>
                        <a:buSzPct val="25000"/>
                        <a:buFont typeface="Times" pitchFamily="18" charset="0"/>
                        <a:buNone/>
                        <a:tabLst/>
                        <a:defRPr/>
                      </a:pPr>
                      <a:endParaRPr kumimoji="0" lang="pt-PT" sz="1400" b="0" i="0" u="none" strike="noStrike" kern="1200" cap="none" normalizeH="0" baseline="0" noProof="0">
                        <a:ln>
                          <a:noFill/>
                        </a:ln>
                        <a:solidFill>
                          <a:srgbClr val="FF0000"/>
                        </a:solidFill>
                        <a:effectLst/>
                        <a:latin typeface="Santander Text" panose="020B0504020201020104" pitchFamily="34" charset="0"/>
                        <a:ea typeface="+mn-ea"/>
                        <a:cs typeface="Arial" charset="0"/>
                      </a:endParaRPr>
                    </a:p>
                  </a:txBody>
                  <a:tcPr marL="71999" marR="71999" marT="72001" marB="7200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endParaRPr kumimoji="0" lang="pt-PT" sz="1400" b="0" i="0" u="none" strike="noStrike" kern="1200" cap="none" normalizeH="0" baseline="0" noProof="0">
                        <a:ln>
                          <a:noFill/>
                        </a:ln>
                        <a:solidFill>
                          <a:schemeClr val="tx1"/>
                        </a:solidFill>
                        <a:effectLst/>
                        <a:latin typeface="Santander Text" panose="020B0504020201020104" pitchFamily="34" charset="0"/>
                        <a:ea typeface="+mn-ea"/>
                        <a:cs typeface="+mn-cs"/>
                      </a:endParaRPr>
                    </a:p>
                  </a:txBody>
                  <a:tcPr marL="71999" marR="71999" marT="72001" marB="7200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endParaRPr kumimoji="0" lang="pt-PT" sz="1400" b="0" i="0" u="none" strike="noStrike" kern="1200" cap="none" normalizeH="0" baseline="0" dirty="0">
                        <a:ln>
                          <a:noFill/>
                        </a:ln>
                        <a:solidFill>
                          <a:schemeClr val="tx1"/>
                        </a:solidFill>
                        <a:effectLst/>
                        <a:latin typeface="Santander Text" panose="020B0504020201020104" pitchFamily="34" charset="0"/>
                        <a:ea typeface="+mn-ea"/>
                        <a:cs typeface="+mn-cs"/>
                      </a:endParaRPr>
                    </a:p>
                  </a:txBody>
                  <a:tcPr marL="71999" marR="71999" marT="72001" marB="7200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
        <p:nvSpPr>
          <p:cNvPr id="7" name="Marcador de texto 5">
            <a:extLst>
              <a:ext uri="{FF2B5EF4-FFF2-40B4-BE49-F238E27FC236}">
                <a16:creationId xmlns:a16="http://schemas.microsoft.com/office/drawing/2014/main" id="{C5A6910C-A85B-4E78-920A-D86C8E059C1C}"/>
              </a:ext>
            </a:extLst>
          </p:cNvPr>
          <p:cNvSpPr>
            <a:spLocks noGrp="1"/>
          </p:cNvSpPr>
          <p:nvPr>
            <p:ph type="body" sz="quarter" idx="14"/>
          </p:nvPr>
        </p:nvSpPr>
        <p:spPr>
          <a:xfrm>
            <a:off x="711024" y="337100"/>
            <a:ext cx="10758734" cy="304800"/>
          </a:xfrm>
        </p:spPr>
        <p:txBody>
          <a:bodyPr/>
          <a:lstStyle/>
          <a:p>
            <a:r>
              <a:rPr lang="pt-PT" sz="2400" dirty="0"/>
              <a:t>Anexos</a:t>
            </a:r>
          </a:p>
        </p:txBody>
      </p:sp>
      <p:sp>
        <p:nvSpPr>
          <p:cNvPr id="9" name="Slide Number Placeholder 8"/>
          <p:cNvSpPr>
            <a:spLocks noGrp="1"/>
          </p:cNvSpPr>
          <p:nvPr>
            <p:ph type="sldNum" sz="quarter" idx="12"/>
          </p:nvPr>
        </p:nvSpPr>
        <p:spPr/>
        <p:txBody>
          <a:bodyPr/>
          <a:lstStyle/>
          <a:p>
            <a:fld id="{BC0D97B6-E32F-4D7D-B839-7C3B51F2640F}" type="slidenum">
              <a:rPr lang="es-ES" smtClean="0"/>
              <a:pPr/>
              <a:t>56</a:t>
            </a:fld>
            <a:endParaRPr lang="es-ES"/>
          </a:p>
        </p:txBody>
      </p:sp>
    </p:spTree>
    <p:extLst>
      <p:ext uri="{BB962C8B-B14F-4D97-AF65-F5344CB8AC3E}">
        <p14:creationId xmlns:p14="http://schemas.microsoft.com/office/powerpoint/2010/main" val="22931209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Marcador de texto 5">
            <a:extLst>
              <a:ext uri="{FF2B5EF4-FFF2-40B4-BE49-F238E27FC236}">
                <a16:creationId xmlns:a16="http://schemas.microsoft.com/office/drawing/2014/main" id="{C5A6910C-A85B-4E78-920A-D86C8E059C1C}"/>
              </a:ext>
            </a:extLst>
          </p:cNvPr>
          <p:cNvSpPr>
            <a:spLocks noGrp="1"/>
          </p:cNvSpPr>
          <p:nvPr>
            <p:ph type="body" sz="quarter" idx="14"/>
          </p:nvPr>
        </p:nvSpPr>
        <p:spPr/>
        <p:txBody>
          <a:bodyPr/>
          <a:lstStyle/>
          <a:p>
            <a:r>
              <a:rPr lang="pt-PT" sz="2400"/>
              <a:t>Glossário</a:t>
            </a:r>
          </a:p>
        </p:txBody>
      </p:sp>
      <p:graphicFrame>
        <p:nvGraphicFramePr>
          <p:cNvPr id="16" name="Group 220"/>
          <p:cNvGraphicFramePr>
            <a:graphicFrameLocks noGrp="1"/>
          </p:cNvGraphicFramePr>
          <p:nvPr>
            <p:extLst>
              <p:ext uri="{D42A27DB-BD31-4B8C-83A1-F6EECF244321}">
                <p14:modId xmlns:p14="http://schemas.microsoft.com/office/powerpoint/2010/main" val="455802488"/>
              </p:ext>
            </p:extLst>
          </p:nvPr>
        </p:nvGraphicFramePr>
        <p:xfrm>
          <a:off x="839416" y="908720"/>
          <a:ext cx="10630342" cy="4176105"/>
        </p:xfrm>
        <a:graphic>
          <a:graphicData uri="http://schemas.openxmlformats.org/drawingml/2006/table">
            <a:tbl>
              <a:tblPr/>
              <a:tblGrid>
                <a:gridCol w="1180041">
                  <a:extLst>
                    <a:ext uri="{9D8B030D-6E8A-4147-A177-3AD203B41FA5}">
                      <a16:colId xmlns:a16="http://schemas.microsoft.com/office/drawing/2014/main" val="20000"/>
                    </a:ext>
                  </a:extLst>
                </a:gridCol>
                <a:gridCol w="9450301">
                  <a:extLst>
                    <a:ext uri="{9D8B030D-6E8A-4147-A177-3AD203B41FA5}">
                      <a16:colId xmlns:a16="http://schemas.microsoft.com/office/drawing/2014/main" val="20001"/>
                    </a:ext>
                  </a:extLst>
                </a:gridCol>
              </a:tblGrid>
              <a:tr h="321702">
                <a:tc>
                  <a:txBody>
                    <a:bodyPr/>
                    <a:lstStyle/>
                    <a:p>
                      <a:pPr marL="0" marR="0" lvl="0" indent="0" algn="ctr" defTabSz="914400" rtl="0" eaLnBrk="1" fontAlgn="base" latinLnBrk="0" hangingPunct="1">
                        <a:lnSpc>
                          <a:spcPct val="100000"/>
                        </a:lnSpc>
                        <a:spcBef>
                          <a:spcPct val="50000"/>
                        </a:spcBef>
                        <a:spcAft>
                          <a:spcPct val="0"/>
                        </a:spcAft>
                        <a:buClr>
                          <a:srgbClr val="9C9A9A"/>
                        </a:buClr>
                        <a:buSzPct val="155000"/>
                        <a:buFont typeface="Wingdings" pitchFamily="2" charset="2"/>
                        <a:buNone/>
                        <a:tabLst/>
                      </a:pPr>
                      <a:r>
                        <a:rPr kumimoji="0" lang="pt-PT" sz="1200" b="1" i="0" u="none" strike="noStrike" cap="none" normalizeH="0" baseline="0" noProof="0" dirty="0">
                          <a:ln>
                            <a:noFill/>
                          </a:ln>
                          <a:solidFill>
                            <a:schemeClr val="bg1"/>
                          </a:solidFill>
                          <a:effectLst/>
                          <a:latin typeface="Santander Text" panose="020B0504020201020104" pitchFamily="34" charset="0"/>
                          <a:cs typeface="Arial" charset="0"/>
                        </a:rPr>
                        <a:t>Termo</a:t>
                      </a:r>
                    </a:p>
                  </a:txBody>
                  <a:tcPr marL="53999" marR="53999" marT="0" marB="0" anchor="ctr" horzOverflow="overflow">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a:noFill/>
                    </a:lnTlToBr>
                    <a:lnBlToTr>
                      <a:noFill/>
                    </a:lnBlToTr>
                    <a:solidFill>
                      <a:schemeClr val="tx1">
                        <a:lumMod val="65000"/>
                        <a:lumOff val="35000"/>
                      </a:schemeClr>
                    </a:solidFill>
                  </a:tcPr>
                </a:tc>
                <a:tc>
                  <a:txBody>
                    <a:bodyPr/>
                    <a:lstStyle/>
                    <a:p>
                      <a:pPr marL="0" marR="0" lvl="0" indent="0" algn="ctr" defTabSz="914400" rtl="0" eaLnBrk="1" fontAlgn="base" latinLnBrk="0" hangingPunct="1">
                        <a:lnSpc>
                          <a:spcPct val="100000"/>
                        </a:lnSpc>
                        <a:spcBef>
                          <a:spcPct val="50000"/>
                        </a:spcBef>
                        <a:spcAft>
                          <a:spcPct val="0"/>
                        </a:spcAft>
                        <a:buClr>
                          <a:srgbClr val="9C9A9A"/>
                        </a:buClr>
                        <a:buSzPct val="155000"/>
                        <a:buFont typeface="Wingdings" pitchFamily="2" charset="2"/>
                        <a:buNone/>
                        <a:tabLst/>
                      </a:pPr>
                      <a:r>
                        <a:rPr kumimoji="0" lang="pt-PT" sz="1200" b="1" i="0" u="none" strike="noStrike" cap="none" normalizeH="0" baseline="0" noProof="0" dirty="0">
                          <a:ln>
                            <a:noFill/>
                          </a:ln>
                          <a:solidFill>
                            <a:schemeClr val="bg1"/>
                          </a:solidFill>
                          <a:effectLst/>
                          <a:latin typeface="Santander Text" panose="020B0504020201020104" pitchFamily="34" charset="0"/>
                          <a:cs typeface="Arial" charset="0"/>
                        </a:rPr>
                        <a:t>Descrição</a:t>
                      </a:r>
                    </a:p>
                  </a:txBody>
                  <a:tcPr marL="53999" marR="53999" marT="0" marB="0" anchor="ctr" horzOverflow="overflow">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a:noFill/>
                    </a:lnTlToBr>
                    <a:lnBlToTr>
                      <a:noFill/>
                    </a:lnBlToTr>
                    <a:solidFill>
                      <a:schemeClr val="tx1">
                        <a:lumMod val="65000"/>
                        <a:lumOff val="35000"/>
                      </a:schemeClr>
                    </a:solidFill>
                  </a:tcPr>
                </a:tc>
                <a:extLst>
                  <a:ext uri="{0D108BD9-81ED-4DB2-BD59-A6C34878D82A}">
                    <a16:rowId xmlns:a16="http://schemas.microsoft.com/office/drawing/2014/main" val="10000"/>
                  </a:ext>
                </a:extLst>
              </a:tr>
              <a:tr h="428267">
                <a:tc>
                  <a:txBody>
                    <a:bodyPr/>
                    <a:lstStyle/>
                    <a:p>
                      <a:pPr marL="0" marR="0" lvl="0" indent="0" algn="ctr" defTabSz="914400" rtl="0" eaLnBrk="1" fontAlgn="base" latinLnBrk="0" hangingPunct="1">
                        <a:lnSpc>
                          <a:spcPct val="100000"/>
                        </a:lnSpc>
                        <a:spcBef>
                          <a:spcPts val="0"/>
                        </a:spcBef>
                        <a:spcAft>
                          <a:spcPct val="0"/>
                        </a:spcAft>
                        <a:buClr>
                          <a:srgbClr val="CC3300"/>
                        </a:buClr>
                        <a:buSzPct val="155000"/>
                        <a:buFont typeface="Wingdings" pitchFamily="2" charset="2"/>
                        <a:buNone/>
                        <a:tabLst/>
                      </a:pPr>
                      <a:endParaRPr kumimoji="0" lang="pt-PT" sz="1100" b="0" i="0" u="none" strike="noStrike" cap="none" normalizeH="0" baseline="0" noProof="0">
                        <a:ln>
                          <a:noFill/>
                        </a:ln>
                        <a:solidFill>
                          <a:srgbClr val="000000"/>
                        </a:solidFill>
                        <a:effectLst/>
                        <a:latin typeface="Santander Text" panose="020B0504020201020104" pitchFamily="34" charset="0"/>
                      </a:endParaRPr>
                    </a:p>
                  </a:txBody>
                  <a:tcPr marL="53999" marR="53999" marT="0" marB="0" anchor="ctr" horzOverflow="overflow">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a:noFill/>
                    </a:lnTlToBr>
                    <a:lnBlToTr>
                      <a:noFill/>
                    </a:lnBlToTr>
                    <a:solidFill>
                      <a:srgbClr val="F3F3F3"/>
                    </a:solidFill>
                  </a:tcPr>
                </a:tc>
                <a:tc>
                  <a:txBody>
                    <a:bodyPr/>
                    <a:lstStyle/>
                    <a:p>
                      <a:pPr marL="0" marR="0" lvl="0" indent="0" algn="l" defTabSz="914400" rtl="0" eaLnBrk="1" fontAlgn="base" latinLnBrk="0" hangingPunct="1">
                        <a:lnSpc>
                          <a:spcPct val="100000"/>
                        </a:lnSpc>
                        <a:spcBef>
                          <a:spcPts val="0"/>
                        </a:spcBef>
                        <a:spcAft>
                          <a:spcPct val="0"/>
                        </a:spcAft>
                        <a:buClr>
                          <a:srgbClr val="CC3300"/>
                        </a:buClr>
                        <a:buSzPct val="155000"/>
                        <a:buFont typeface="Wingdings" pitchFamily="2" charset="2"/>
                        <a:buNone/>
                        <a:tabLst/>
                      </a:pPr>
                      <a:endParaRPr kumimoji="0" lang="pt-PT" sz="1100" b="0" i="0" u="none" strike="noStrike" kern="1200" cap="none" normalizeH="0" baseline="0" noProof="0">
                        <a:ln>
                          <a:noFill/>
                        </a:ln>
                        <a:solidFill>
                          <a:srgbClr val="000000"/>
                        </a:solidFill>
                        <a:effectLst/>
                        <a:latin typeface="Santander Text" panose="020B0504020201020104" pitchFamily="34" charset="0"/>
                        <a:ea typeface="+mn-ea"/>
                        <a:cs typeface="+mn-cs"/>
                      </a:endParaRPr>
                    </a:p>
                  </a:txBody>
                  <a:tcPr marL="53999" marR="53999" marT="0" marB="0" anchor="ctr" horzOverflow="overflow">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a:noFill/>
                    </a:lnTlToBr>
                    <a:lnBlToTr>
                      <a:noFill/>
                    </a:lnBlToTr>
                    <a:solidFill>
                      <a:srgbClr val="F3F3F3"/>
                    </a:solidFill>
                  </a:tcPr>
                </a:tc>
                <a:extLst>
                  <a:ext uri="{0D108BD9-81ED-4DB2-BD59-A6C34878D82A}">
                    <a16:rowId xmlns:a16="http://schemas.microsoft.com/office/drawing/2014/main" val="10004"/>
                  </a:ext>
                </a:extLst>
              </a:tr>
              <a:tr h="428267">
                <a:tc>
                  <a:txBody>
                    <a:bodyPr/>
                    <a:lstStyle/>
                    <a:p>
                      <a:pPr algn="ctr">
                        <a:lnSpc>
                          <a:spcPct val="100000"/>
                        </a:lnSpc>
                        <a:spcBef>
                          <a:spcPts val="0"/>
                        </a:spcBef>
                      </a:pPr>
                      <a:endParaRPr lang="pt-PT" sz="1200" i="0" u="none" kern="1200">
                        <a:solidFill>
                          <a:schemeClr val="tx1">
                            <a:lumMod val="75000"/>
                            <a:lumOff val="25000"/>
                          </a:schemeClr>
                        </a:solidFill>
                        <a:latin typeface="Santander Text" panose="020B0504020201020104" pitchFamily="34" charset="0"/>
                        <a:ea typeface="+mn-ea"/>
                        <a:cs typeface="+mn-cs"/>
                      </a:endParaRPr>
                    </a:p>
                  </a:txBody>
                  <a:tcPr marL="53999" marR="53999" marT="0" marB="0" anchor="ctr" horzOverflow="overflow">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a:noFill/>
                    </a:lnTlToBr>
                    <a:lnBlToTr>
                      <a:noFill/>
                    </a:lnBlToTr>
                    <a:solidFill>
                      <a:srgbClr val="F3F3F3"/>
                    </a:solidFill>
                  </a:tcPr>
                </a:tc>
                <a:tc>
                  <a:txBody>
                    <a:bodyPr/>
                    <a:lstStyle/>
                    <a:p>
                      <a:pPr marL="0" marR="0" lvl="0" indent="0" algn="l" defTabSz="914400" rtl="0" eaLnBrk="1" fontAlgn="base" latinLnBrk="0" hangingPunct="1">
                        <a:lnSpc>
                          <a:spcPct val="100000"/>
                        </a:lnSpc>
                        <a:spcBef>
                          <a:spcPts val="0"/>
                        </a:spcBef>
                        <a:spcAft>
                          <a:spcPct val="0"/>
                        </a:spcAft>
                        <a:buClr>
                          <a:srgbClr val="CC3300"/>
                        </a:buClr>
                        <a:buSzPct val="155000"/>
                        <a:buFont typeface="Wingdings" pitchFamily="2" charset="2"/>
                        <a:buNone/>
                        <a:tabLst/>
                      </a:pPr>
                      <a:endParaRPr lang="pt-PT" sz="1200" i="0" u="none" kern="1200" noProof="0">
                        <a:solidFill>
                          <a:schemeClr val="tx1">
                            <a:lumMod val="75000"/>
                            <a:lumOff val="25000"/>
                          </a:schemeClr>
                        </a:solidFill>
                        <a:latin typeface="Santander Text" panose="020B0504020201020104" pitchFamily="34" charset="0"/>
                        <a:ea typeface="+mn-ea"/>
                        <a:cs typeface="+mn-cs"/>
                      </a:endParaRPr>
                    </a:p>
                  </a:txBody>
                  <a:tcPr marL="53999" marR="53999" marT="0" marB="0" anchor="ctr" horzOverflow="overflow">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a:noFill/>
                    </a:lnTlToBr>
                    <a:lnBlToTr>
                      <a:noFill/>
                    </a:lnBlToTr>
                    <a:solidFill>
                      <a:srgbClr val="F3F3F3"/>
                    </a:solidFill>
                  </a:tcPr>
                </a:tc>
                <a:extLst>
                  <a:ext uri="{0D108BD9-81ED-4DB2-BD59-A6C34878D82A}">
                    <a16:rowId xmlns:a16="http://schemas.microsoft.com/office/drawing/2014/main" val="10005"/>
                  </a:ext>
                </a:extLst>
              </a:tr>
              <a:tr h="428267">
                <a:tc>
                  <a:txBody>
                    <a:bodyPr/>
                    <a:lstStyle/>
                    <a:p>
                      <a:pPr marL="0" marR="0" lvl="0" indent="0" algn="ctr" defTabSz="914400" rtl="0" eaLnBrk="1" fontAlgn="base" latinLnBrk="0" hangingPunct="1">
                        <a:lnSpc>
                          <a:spcPct val="100000"/>
                        </a:lnSpc>
                        <a:spcBef>
                          <a:spcPts val="0"/>
                        </a:spcBef>
                        <a:spcAft>
                          <a:spcPct val="0"/>
                        </a:spcAft>
                        <a:buClr>
                          <a:srgbClr val="CC3300"/>
                        </a:buClr>
                        <a:buSzPct val="155000"/>
                        <a:buFont typeface="Wingdings" pitchFamily="2" charset="2"/>
                        <a:buNone/>
                        <a:tabLst/>
                      </a:pPr>
                      <a:endParaRPr kumimoji="0" lang="pt-PT" sz="1100" b="0" i="0" u="none" strike="noStrike" cap="none" normalizeH="0" baseline="0" noProof="0">
                        <a:ln>
                          <a:noFill/>
                        </a:ln>
                        <a:solidFill>
                          <a:srgbClr val="000000"/>
                        </a:solidFill>
                        <a:effectLst/>
                        <a:latin typeface="Santander Text" panose="020B0504020201020104" pitchFamily="34" charset="0"/>
                      </a:endParaRPr>
                    </a:p>
                  </a:txBody>
                  <a:tcPr marL="53999" marR="53999" marT="0" marB="0" anchor="ctr" horzOverflow="overflow">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a:noFill/>
                    </a:lnTlToBr>
                    <a:lnBlToTr>
                      <a:noFill/>
                    </a:lnBlToTr>
                    <a:solidFill>
                      <a:srgbClr val="F3F3F3"/>
                    </a:solidFill>
                  </a:tcPr>
                </a:tc>
                <a:tc>
                  <a:txBody>
                    <a:bodyPr/>
                    <a:lstStyle/>
                    <a:p>
                      <a:pPr marL="0" marR="0" lvl="0" indent="0" algn="l" defTabSz="914400" rtl="0" eaLnBrk="1" fontAlgn="base" latinLnBrk="0" hangingPunct="1">
                        <a:lnSpc>
                          <a:spcPct val="100000"/>
                        </a:lnSpc>
                        <a:spcBef>
                          <a:spcPts val="0"/>
                        </a:spcBef>
                        <a:spcAft>
                          <a:spcPct val="0"/>
                        </a:spcAft>
                        <a:buClr>
                          <a:srgbClr val="CC3300"/>
                        </a:buClr>
                        <a:buSzPct val="155000"/>
                        <a:buFont typeface="Wingdings" pitchFamily="2" charset="2"/>
                        <a:buNone/>
                        <a:tabLst/>
                        <a:defRPr/>
                      </a:pPr>
                      <a:endParaRPr lang="pt-PT" sz="1200" i="0" u="none" kern="1200">
                        <a:solidFill>
                          <a:schemeClr val="tx1">
                            <a:lumMod val="75000"/>
                            <a:lumOff val="25000"/>
                          </a:schemeClr>
                        </a:solidFill>
                        <a:latin typeface="Santander Text" panose="020B0504020201020104" pitchFamily="34" charset="0"/>
                        <a:ea typeface="+mn-ea"/>
                        <a:cs typeface="+mn-cs"/>
                      </a:endParaRPr>
                    </a:p>
                  </a:txBody>
                  <a:tcPr marL="53999" marR="53999" marT="0" marB="0" anchor="ctr" horzOverflow="overflow">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a:noFill/>
                    </a:lnTlToBr>
                    <a:lnBlToTr>
                      <a:noFill/>
                    </a:lnBlToTr>
                    <a:solidFill>
                      <a:srgbClr val="F3F3F3"/>
                    </a:solidFill>
                  </a:tcPr>
                </a:tc>
                <a:extLst>
                  <a:ext uri="{0D108BD9-81ED-4DB2-BD59-A6C34878D82A}">
                    <a16:rowId xmlns:a16="http://schemas.microsoft.com/office/drawing/2014/main" val="10006"/>
                  </a:ext>
                </a:extLst>
              </a:tr>
              <a:tr h="428267">
                <a:tc>
                  <a:txBody>
                    <a:bodyPr/>
                    <a:lstStyle/>
                    <a:p>
                      <a:pPr marL="0" marR="0" lvl="0" indent="0" algn="ctr" defTabSz="914400" rtl="0" eaLnBrk="1" fontAlgn="base" latinLnBrk="0" hangingPunct="1">
                        <a:lnSpc>
                          <a:spcPct val="100000"/>
                        </a:lnSpc>
                        <a:spcBef>
                          <a:spcPts val="0"/>
                        </a:spcBef>
                        <a:spcAft>
                          <a:spcPct val="0"/>
                        </a:spcAft>
                        <a:buClr>
                          <a:srgbClr val="CC3300"/>
                        </a:buClr>
                        <a:buSzPct val="155000"/>
                        <a:buFont typeface="Wingdings" pitchFamily="2" charset="2"/>
                        <a:buNone/>
                        <a:tabLst/>
                        <a:defRPr/>
                      </a:pPr>
                      <a:endParaRPr lang="pt-PT" sz="1200" i="0" u="none" kern="1200">
                        <a:solidFill>
                          <a:schemeClr val="tx1">
                            <a:lumMod val="75000"/>
                            <a:lumOff val="25000"/>
                          </a:schemeClr>
                        </a:solidFill>
                        <a:latin typeface="Santander Text" panose="020B0504020201020104" pitchFamily="34" charset="0"/>
                        <a:ea typeface="+mn-ea"/>
                        <a:cs typeface="+mn-cs"/>
                      </a:endParaRPr>
                    </a:p>
                  </a:txBody>
                  <a:tcPr marL="53999" marR="53999" marT="0" marB="0" anchor="ctr" horzOverflow="overflow">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a:noFill/>
                    </a:lnTlToBr>
                    <a:lnBlToTr>
                      <a:noFill/>
                    </a:lnBlToTr>
                    <a:solidFill>
                      <a:srgbClr val="F3F3F3"/>
                    </a:solidFill>
                  </a:tcPr>
                </a:tc>
                <a:tc>
                  <a:txBody>
                    <a:bodyPr/>
                    <a:lstStyle/>
                    <a:p>
                      <a:pPr marL="0" marR="0" lvl="0" indent="0" algn="l" defTabSz="914400" rtl="0" eaLnBrk="1" fontAlgn="base" latinLnBrk="0" hangingPunct="1">
                        <a:lnSpc>
                          <a:spcPct val="100000"/>
                        </a:lnSpc>
                        <a:spcBef>
                          <a:spcPts val="0"/>
                        </a:spcBef>
                        <a:spcAft>
                          <a:spcPct val="0"/>
                        </a:spcAft>
                        <a:buClr>
                          <a:srgbClr val="CC3300"/>
                        </a:buClr>
                        <a:buSzPct val="155000"/>
                        <a:buFont typeface="Wingdings" pitchFamily="2" charset="2"/>
                        <a:buNone/>
                        <a:tabLst/>
                        <a:defRPr/>
                      </a:pPr>
                      <a:endParaRPr lang="pt-PT" sz="1200" i="0" u="none" kern="1200">
                        <a:solidFill>
                          <a:schemeClr val="tx1">
                            <a:lumMod val="75000"/>
                            <a:lumOff val="25000"/>
                          </a:schemeClr>
                        </a:solidFill>
                        <a:latin typeface="Santander Text" panose="020B0504020201020104" pitchFamily="34" charset="0"/>
                        <a:ea typeface="+mn-ea"/>
                        <a:cs typeface="+mn-cs"/>
                      </a:endParaRPr>
                    </a:p>
                  </a:txBody>
                  <a:tcPr marL="53999" marR="53999" marT="0" marB="0" anchor="ctr" horzOverflow="overflow">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a:noFill/>
                    </a:lnTlToBr>
                    <a:lnBlToTr>
                      <a:noFill/>
                    </a:lnBlToTr>
                    <a:solidFill>
                      <a:srgbClr val="F3F3F3"/>
                    </a:solidFill>
                  </a:tcPr>
                </a:tc>
                <a:extLst>
                  <a:ext uri="{0D108BD9-81ED-4DB2-BD59-A6C34878D82A}">
                    <a16:rowId xmlns:a16="http://schemas.microsoft.com/office/drawing/2014/main" val="10007"/>
                  </a:ext>
                </a:extLst>
              </a:tr>
              <a:tr h="428267">
                <a:tc>
                  <a:txBody>
                    <a:bodyPr/>
                    <a:lstStyle/>
                    <a:p>
                      <a:pPr marL="0" marR="0" lvl="0" indent="0" algn="ctr" defTabSz="914400" rtl="0" eaLnBrk="1" fontAlgn="base" latinLnBrk="0" hangingPunct="1">
                        <a:lnSpc>
                          <a:spcPct val="100000"/>
                        </a:lnSpc>
                        <a:spcBef>
                          <a:spcPts val="0"/>
                        </a:spcBef>
                        <a:spcAft>
                          <a:spcPct val="0"/>
                        </a:spcAft>
                        <a:buClr>
                          <a:srgbClr val="CC3300"/>
                        </a:buClr>
                        <a:buSzPct val="155000"/>
                        <a:buFont typeface="Wingdings" pitchFamily="2" charset="2"/>
                        <a:buNone/>
                        <a:tabLst/>
                        <a:defRPr/>
                      </a:pPr>
                      <a:endParaRPr lang="pt-PT" sz="1200" i="0" u="none" kern="1200" noProof="0">
                        <a:solidFill>
                          <a:schemeClr val="tx1">
                            <a:lumMod val="75000"/>
                            <a:lumOff val="25000"/>
                          </a:schemeClr>
                        </a:solidFill>
                        <a:latin typeface="Santander Text" panose="020B0504020201020104" pitchFamily="34" charset="0"/>
                        <a:ea typeface="+mn-ea"/>
                        <a:cs typeface="+mn-cs"/>
                      </a:endParaRPr>
                    </a:p>
                  </a:txBody>
                  <a:tcPr marL="53999" marR="53999" marT="0" marB="0" anchor="ctr" horzOverflow="overflow">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a:noFill/>
                    </a:lnTlToBr>
                    <a:lnBlToTr>
                      <a:noFill/>
                    </a:lnBlToTr>
                    <a:solidFill>
                      <a:srgbClr val="F3F3F3"/>
                    </a:solidFill>
                  </a:tcPr>
                </a:tc>
                <a:tc>
                  <a:txBody>
                    <a:bodyPr/>
                    <a:lstStyle/>
                    <a:p>
                      <a:pPr marL="0" marR="0" lvl="0" indent="0" algn="l" defTabSz="914400" rtl="0" eaLnBrk="1" fontAlgn="base" latinLnBrk="0" hangingPunct="1">
                        <a:lnSpc>
                          <a:spcPct val="100000"/>
                        </a:lnSpc>
                        <a:spcBef>
                          <a:spcPts val="0"/>
                        </a:spcBef>
                        <a:spcAft>
                          <a:spcPct val="0"/>
                        </a:spcAft>
                        <a:buClr>
                          <a:srgbClr val="CC3300"/>
                        </a:buClr>
                        <a:buSzPct val="155000"/>
                        <a:buFont typeface="Wingdings" pitchFamily="2" charset="2"/>
                        <a:buNone/>
                        <a:tabLst/>
                        <a:defRPr/>
                      </a:pPr>
                      <a:endParaRPr lang="pt-PT" sz="1200" i="0" u="none" kern="1200" noProof="0">
                        <a:solidFill>
                          <a:schemeClr val="tx1">
                            <a:lumMod val="75000"/>
                            <a:lumOff val="25000"/>
                          </a:schemeClr>
                        </a:solidFill>
                        <a:latin typeface="Santander Text" panose="020B0504020201020104" pitchFamily="34" charset="0"/>
                        <a:ea typeface="+mn-ea"/>
                        <a:cs typeface="+mn-cs"/>
                      </a:endParaRPr>
                    </a:p>
                  </a:txBody>
                  <a:tcPr marL="53999" marR="53999" marT="0" marB="0" anchor="ctr" horzOverflow="overflow">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a:noFill/>
                    </a:lnTlToBr>
                    <a:lnBlToTr>
                      <a:noFill/>
                    </a:lnBlToTr>
                    <a:solidFill>
                      <a:srgbClr val="F3F3F3"/>
                    </a:solidFill>
                  </a:tcPr>
                </a:tc>
                <a:extLst>
                  <a:ext uri="{0D108BD9-81ED-4DB2-BD59-A6C34878D82A}">
                    <a16:rowId xmlns:a16="http://schemas.microsoft.com/office/drawing/2014/main" val="10008"/>
                  </a:ext>
                </a:extLst>
              </a:tr>
              <a:tr h="428267">
                <a:tc>
                  <a:txBody>
                    <a:bodyPr/>
                    <a:lstStyle/>
                    <a:p>
                      <a:pPr marL="0" marR="0" lvl="0" indent="0" algn="ctr" defTabSz="914400" rtl="0" eaLnBrk="1" fontAlgn="base" latinLnBrk="0" hangingPunct="1">
                        <a:lnSpc>
                          <a:spcPct val="100000"/>
                        </a:lnSpc>
                        <a:spcBef>
                          <a:spcPts val="0"/>
                        </a:spcBef>
                        <a:spcAft>
                          <a:spcPct val="0"/>
                        </a:spcAft>
                        <a:buClr>
                          <a:srgbClr val="CC3300"/>
                        </a:buClr>
                        <a:buSzPct val="155000"/>
                        <a:buFont typeface="Wingdings" pitchFamily="2" charset="2"/>
                        <a:buNone/>
                        <a:tabLst/>
                        <a:defRPr/>
                      </a:pPr>
                      <a:endParaRPr lang="pt-PT" sz="1200" i="0" u="none" kern="1200">
                        <a:solidFill>
                          <a:schemeClr val="tx1">
                            <a:lumMod val="75000"/>
                            <a:lumOff val="25000"/>
                          </a:schemeClr>
                        </a:solidFill>
                        <a:latin typeface="Santander Text" panose="020B0504020201020104" pitchFamily="34" charset="0"/>
                        <a:ea typeface="+mn-ea"/>
                        <a:cs typeface="+mn-cs"/>
                      </a:endParaRPr>
                    </a:p>
                  </a:txBody>
                  <a:tcPr marL="53999" marR="53999" marT="0" marB="0" anchor="ctr" horzOverflow="overflow">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a:noFill/>
                    </a:lnTlToBr>
                    <a:lnBlToTr>
                      <a:noFill/>
                    </a:lnBlToTr>
                    <a:solidFill>
                      <a:srgbClr val="F3F3F3"/>
                    </a:solidFill>
                  </a:tcPr>
                </a:tc>
                <a:tc>
                  <a:txBody>
                    <a:bodyPr/>
                    <a:lstStyle/>
                    <a:p>
                      <a:pPr marL="0" marR="0" lvl="0" indent="0" algn="l" defTabSz="914400" rtl="0" eaLnBrk="1" fontAlgn="base" latinLnBrk="0" hangingPunct="1">
                        <a:lnSpc>
                          <a:spcPct val="100000"/>
                        </a:lnSpc>
                        <a:spcBef>
                          <a:spcPts val="0"/>
                        </a:spcBef>
                        <a:spcAft>
                          <a:spcPct val="0"/>
                        </a:spcAft>
                        <a:buClr>
                          <a:srgbClr val="CC3300"/>
                        </a:buClr>
                        <a:buSzPct val="155000"/>
                        <a:buFont typeface="Wingdings" pitchFamily="2" charset="2"/>
                        <a:buNone/>
                        <a:tabLst/>
                        <a:defRPr/>
                      </a:pPr>
                      <a:endParaRPr lang="pt-PT" sz="1200" i="0" u="none" kern="1200" noProof="0">
                        <a:solidFill>
                          <a:schemeClr val="tx1">
                            <a:lumMod val="75000"/>
                            <a:lumOff val="25000"/>
                          </a:schemeClr>
                        </a:solidFill>
                        <a:latin typeface="Santander Text" panose="020B0504020201020104" pitchFamily="34" charset="0"/>
                        <a:ea typeface="+mn-ea"/>
                        <a:cs typeface="+mn-cs"/>
                      </a:endParaRPr>
                    </a:p>
                  </a:txBody>
                  <a:tcPr marL="53999" marR="53999" marT="0" marB="0" anchor="ctr" horzOverflow="overflow">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a:noFill/>
                    </a:lnTlToBr>
                    <a:lnBlToTr>
                      <a:noFill/>
                    </a:lnBlToTr>
                    <a:solidFill>
                      <a:srgbClr val="F3F3F3"/>
                    </a:solidFill>
                  </a:tcPr>
                </a:tc>
                <a:extLst>
                  <a:ext uri="{0D108BD9-81ED-4DB2-BD59-A6C34878D82A}">
                    <a16:rowId xmlns:a16="http://schemas.microsoft.com/office/drawing/2014/main" val="10009"/>
                  </a:ext>
                </a:extLst>
              </a:tr>
              <a:tr h="428267">
                <a:tc>
                  <a:txBody>
                    <a:bodyPr/>
                    <a:lstStyle/>
                    <a:p>
                      <a:pPr>
                        <a:lnSpc>
                          <a:spcPct val="100000"/>
                        </a:lnSpc>
                        <a:spcBef>
                          <a:spcPts val="0"/>
                        </a:spcBef>
                      </a:pPr>
                      <a:endParaRPr lang="pt-PT" i="0">
                        <a:latin typeface="Santander Text" panose="020B0504020201020104" pitchFamily="34" charset="0"/>
                      </a:endParaRPr>
                    </a:p>
                  </a:txBody>
                  <a:tcPr marL="53999" marR="53999" marT="0" marB="0" anchor="ctr" horzOverflow="overflow">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a:noFill/>
                    </a:lnTlToBr>
                    <a:lnBlToTr>
                      <a:noFill/>
                    </a:lnBlToTr>
                    <a:solidFill>
                      <a:srgbClr val="F3F3F3"/>
                    </a:solidFill>
                  </a:tcPr>
                </a:tc>
                <a:tc>
                  <a:txBody>
                    <a:bodyPr/>
                    <a:lstStyle/>
                    <a:p>
                      <a:pPr>
                        <a:lnSpc>
                          <a:spcPct val="100000"/>
                        </a:lnSpc>
                        <a:spcBef>
                          <a:spcPts val="0"/>
                        </a:spcBef>
                      </a:pPr>
                      <a:endParaRPr lang="pt-PT" i="0">
                        <a:latin typeface="Santander Text" panose="020B0504020201020104" pitchFamily="34" charset="0"/>
                      </a:endParaRPr>
                    </a:p>
                  </a:txBody>
                  <a:tcPr marL="53999" marR="53999" marT="0" marB="0" anchor="ctr" horzOverflow="overflow">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a:noFill/>
                    </a:lnTlToBr>
                    <a:lnBlToTr>
                      <a:noFill/>
                    </a:lnBlToTr>
                    <a:solidFill>
                      <a:srgbClr val="F3F3F3"/>
                    </a:solidFill>
                  </a:tcPr>
                </a:tc>
                <a:extLst>
                  <a:ext uri="{0D108BD9-81ED-4DB2-BD59-A6C34878D82A}">
                    <a16:rowId xmlns:a16="http://schemas.microsoft.com/office/drawing/2014/main" val="10010"/>
                  </a:ext>
                </a:extLst>
              </a:tr>
              <a:tr h="428267">
                <a:tc>
                  <a:txBody>
                    <a:bodyPr/>
                    <a:lstStyle/>
                    <a:p>
                      <a:pPr>
                        <a:lnSpc>
                          <a:spcPct val="100000"/>
                        </a:lnSpc>
                        <a:spcBef>
                          <a:spcPts val="0"/>
                        </a:spcBef>
                      </a:pPr>
                      <a:endParaRPr lang="pt-PT" i="0">
                        <a:latin typeface="Santander Text" panose="020B0504020201020104" pitchFamily="34" charset="0"/>
                      </a:endParaRPr>
                    </a:p>
                  </a:txBody>
                  <a:tcPr marL="53999" marR="53999" marT="0" marB="0" anchor="ctr" horzOverflow="overflow">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a:noFill/>
                    </a:lnTlToBr>
                    <a:lnBlToTr>
                      <a:noFill/>
                    </a:lnBlToTr>
                    <a:solidFill>
                      <a:srgbClr val="F3F3F3"/>
                    </a:solidFill>
                  </a:tcPr>
                </a:tc>
                <a:tc>
                  <a:txBody>
                    <a:bodyPr/>
                    <a:lstStyle/>
                    <a:p>
                      <a:pPr>
                        <a:lnSpc>
                          <a:spcPct val="100000"/>
                        </a:lnSpc>
                        <a:spcBef>
                          <a:spcPts val="0"/>
                        </a:spcBef>
                      </a:pPr>
                      <a:endParaRPr lang="pt-PT" i="0">
                        <a:latin typeface="Santander Text" panose="020B0504020201020104" pitchFamily="34" charset="0"/>
                      </a:endParaRPr>
                    </a:p>
                  </a:txBody>
                  <a:tcPr marL="53999" marR="53999" marT="0" marB="0" anchor="ctr" horzOverflow="overflow">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a:noFill/>
                    </a:lnTlToBr>
                    <a:lnBlToTr>
                      <a:noFill/>
                    </a:lnBlToTr>
                    <a:solidFill>
                      <a:srgbClr val="F3F3F3"/>
                    </a:solidFill>
                  </a:tcPr>
                </a:tc>
                <a:extLst>
                  <a:ext uri="{0D108BD9-81ED-4DB2-BD59-A6C34878D82A}">
                    <a16:rowId xmlns:a16="http://schemas.microsoft.com/office/drawing/2014/main" val="10011"/>
                  </a:ext>
                </a:extLst>
              </a:tr>
              <a:tr h="428267">
                <a:tc>
                  <a:txBody>
                    <a:bodyPr/>
                    <a:lstStyle/>
                    <a:p>
                      <a:pPr>
                        <a:lnSpc>
                          <a:spcPct val="100000"/>
                        </a:lnSpc>
                        <a:spcBef>
                          <a:spcPts val="0"/>
                        </a:spcBef>
                      </a:pPr>
                      <a:endParaRPr lang="pt-PT" i="0">
                        <a:latin typeface="Santander Text" panose="020B0504020201020104" pitchFamily="34" charset="0"/>
                      </a:endParaRPr>
                    </a:p>
                  </a:txBody>
                  <a:tcPr marL="53999" marR="53999" marT="0" marB="0" anchor="ctr" horzOverflow="overflow">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a:noFill/>
                    </a:lnTlToBr>
                    <a:lnBlToTr>
                      <a:noFill/>
                    </a:lnBlToTr>
                    <a:solidFill>
                      <a:srgbClr val="F3F3F3"/>
                    </a:solidFill>
                  </a:tcPr>
                </a:tc>
                <a:tc>
                  <a:txBody>
                    <a:bodyPr/>
                    <a:lstStyle/>
                    <a:p>
                      <a:pPr>
                        <a:lnSpc>
                          <a:spcPct val="100000"/>
                        </a:lnSpc>
                        <a:spcBef>
                          <a:spcPts val="0"/>
                        </a:spcBef>
                      </a:pPr>
                      <a:endParaRPr lang="pt-PT" i="0" dirty="0">
                        <a:latin typeface="Santander Text" panose="020B0504020201020104" pitchFamily="34" charset="0"/>
                      </a:endParaRPr>
                    </a:p>
                  </a:txBody>
                  <a:tcPr marL="53999" marR="53999" marT="0" marB="0" anchor="ctr" horzOverflow="overflow">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a:noFill/>
                    </a:lnTlToBr>
                    <a:lnBlToTr>
                      <a:noFill/>
                    </a:lnBlToTr>
                    <a:solidFill>
                      <a:srgbClr val="F3F3F3"/>
                    </a:solidFill>
                  </a:tcPr>
                </a:tc>
                <a:extLst>
                  <a:ext uri="{0D108BD9-81ED-4DB2-BD59-A6C34878D82A}">
                    <a16:rowId xmlns:a16="http://schemas.microsoft.com/office/drawing/2014/main" val="1880721736"/>
                  </a:ext>
                </a:extLst>
              </a:tr>
            </a:tbl>
          </a:graphicData>
        </a:graphic>
      </p:graphicFrame>
      <p:sp>
        <p:nvSpPr>
          <p:cNvPr id="3" name="Slide Number Placeholder 2"/>
          <p:cNvSpPr>
            <a:spLocks noGrp="1"/>
          </p:cNvSpPr>
          <p:nvPr>
            <p:ph type="sldNum" sz="quarter" idx="12"/>
          </p:nvPr>
        </p:nvSpPr>
        <p:spPr/>
        <p:txBody>
          <a:bodyPr/>
          <a:lstStyle/>
          <a:p>
            <a:fld id="{BC0D97B6-E32F-4D7D-B839-7C3B51F2640F}" type="slidenum">
              <a:rPr lang="es-ES" smtClean="0"/>
              <a:pPr/>
              <a:t>57</a:t>
            </a:fld>
            <a:endParaRPr lang="es-ES"/>
          </a:p>
        </p:txBody>
      </p:sp>
    </p:spTree>
    <p:extLst>
      <p:ext uri="{BB962C8B-B14F-4D97-AF65-F5344CB8AC3E}">
        <p14:creationId xmlns:p14="http://schemas.microsoft.com/office/powerpoint/2010/main" val="21762726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2351268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j4YjDp_gQpGci3h5.mPUeA"/>
</p:tagLst>
</file>

<file path=ppt/tags/tag3.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4.xml><?xml version="1.0" encoding="utf-8"?>
<p:tagLst xmlns:a="http://schemas.openxmlformats.org/drawingml/2006/main" xmlns:r="http://schemas.openxmlformats.org/officeDocument/2006/relationships" xmlns:p="http://schemas.openxmlformats.org/presentationml/2006/main">
  <p:tag name="SHAPENAME" val="3. Subtitle"/>
</p:tagLst>
</file>

<file path=ppt/theme/theme1.xml><?xml version="1.0" encoding="utf-8"?>
<a:theme xmlns:a="http://schemas.openxmlformats.org/drawingml/2006/main" name="1_Tema de Office">
  <a:themeElements>
    <a:clrScheme name="Personalizado 3">
      <a:dk1>
        <a:sysClr val="windowText" lastClr="000000"/>
      </a:dk1>
      <a:lt1>
        <a:sysClr val="window" lastClr="FFFFFF"/>
      </a:lt1>
      <a:dk2>
        <a:srgbClr val="6E7678"/>
      </a:dk2>
      <a:lt2>
        <a:srgbClr val="E7E6E6"/>
      </a:lt2>
      <a:accent1>
        <a:srgbClr val="EB0000"/>
      </a:accent1>
      <a:accent2>
        <a:srgbClr val="DEEDF1"/>
      </a:accent2>
      <a:accent3>
        <a:srgbClr val="9D3566"/>
      </a:accent3>
      <a:accent4>
        <a:srgbClr val="62B967"/>
      </a:accent4>
      <a:accent5>
        <a:srgbClr val="1AB2BB"/>
      </a:accent5>
      <a:accent6>
        <a:srgbClr val="FFCB32"/>
      </a:accent6>
      <a:hlink>
        <a:srgbClr val="3265FF"/>
      </a:hlink>
      <a:folHlink>
        <a:srgbClr val="954F72"/>
      </a:folHlink>
    </a:clrScheme>
    <a:fontScheme name="Santander Text">
      <a:majorFont>
        <a:latin typeface="Santander Headline"/>
        <a:ea typeface=""/>
        <a:cs typeface=""/>
      </a:majorFont>
      <a:minorFont>
        <a:latin typeface="Santander Tex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esentation1" id="{BA4909E9-C6D6-4D1F-9410-648BD5ECDA44}" vid="{E091276B-2E46-409B-8A43-CA07533966FD}"/>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0B6B9A5E792D2446B8986FAE34BEC557" ma:contentTypeVersion="13" ma:contentTypeDescription="Criar um novo documento." ma:contentTypeScope="" ma:versionID="76c42d233f396c620dfe843c8ada89d5">
  <xsd:schema xmlns:xsd="http://www.w3.org/2001/XMLSchema" xmlns:xs="http://www.w3.org/2001/XMLSchema" xmlns:p="http://schemas.microsoft.com/office/2006/metadata/properties" xmlns:ns1="http://schemas.microsoft.com/sharepoint/v3" xmlns:ns2="5ad20f8b-9281-4829-a9aa-2b5a878ba2cc" xmlns:ns3="09d3dac3-f296-4107-b579-4b1e37be6169" targetNamespace="http://schemas.microsoft.com/office/2006/metadata/properties" ma:root="true" ma:fieldsID="ee5843f5cb2ee2b6912e5b34715a9ac2" ns1:_="" ns2:_="" ns3:_="">
    <xsd:import namespace="http://schemas.microsoft.com/sharepoint/v3"/>
    <xsd:import namespace="5ad20f8b-9281-4829-a9aa-2b5a878ba2cc"/>
    <xsd:import namespace="09d3dac3-f296-4107-b579-4b1e37be6169"/>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1:_ip_UnifiedCompliancePolicyProperties" minOccurs="0"/>
                <xsd:element ref="ns1:_ip_UnifiedCompliancePolicyUIAction"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SearchPropertie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1" nillable="true" ma:displayName="Propriedades da Política de Conformidade Unificada" ma:hidden="true" ma:internalName="_ip_UnifiedCompliancePolicyProperties">
      <xsd:simpleType>
        <xsd:restriction base="dms:Note"/>
      </xsd:simpleType>
    </xsd:element>
    <xsd:element name="_ip_UnifiedCompliancePolicyUIAction" ma:index="12" nillable="true" ma:displayName="Ação de IU da Política de Conformidade Unificada"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5ad20f8b-9281-4829-a9aa-2b5a878ba2c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lcf76f155ced4ddcb4097134ff3c332f" ma:index="14" nillable="true" ma:taxonomy="true" ma:internalName="lcf76f155ced4ddcb4097134ff3c332f" ma:taxonomyFieldName="MediaServiceImageTags" ma:displayName="Etiquetas de Imagem" ma:readOnly="false" ma:fieldId="{5cf76f15-5ced-4ddc-b409-7134ff3c332f}" ma:taxonomyMulti="true" ma:sspId="e471ada5-31db-43fa-8830-84ca9293ff45" ma:termSetId="09814cd3-568e-fe90-9814-8d621ff8fb84" ma:anchorId="fba54fb3-c3e1-fe81-a776-ca4b69148c4d" ma:open="true" ma:isKeyword="false">
      <xsd:complexType>
        <xsd:sequence>
          <xsd:element ref="pc:Terms" minOccurs="0" maxOccurs="1"/>
        </xsd:sequence>
      </xsd:complex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SearchProperties" ma:index="19" nillable="true" ma:displayName="MediaServiceSearchProperties" ma:hidden="true" ma:internalName="MediaServiceSearchProperties" ma:readOnly="true">
      <xsd:simpleType>
        <xsd:restriction base="dms:Note"/>
      </xsd:simpleType>
    </xsd:element>
    <xsd:element name="MediaServiceDateTaken" ma:index="20" nillable="true" ma:displayName="MediaServiceDateTaken" ma:hidden="true" ma:indexed="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09d3dac3-f296-4107-b579-4b1e37be6169" elementFormDefault="qualified">
    <xsd:import namespace="http://schemas.microsoft.com/office/2006/documentManagement/types"/>
    <xsd:import namespace="http://schemas.microsoft.com/office/infopath/2007/PartnerControls"/>
    <xsd:element name="TaxCatchAll" ma:index="15" nillable="true" ma:displayName="Taxonomy Catch All Column" ma:hidden="true" ma:list="{2f43633d-4f01-4e5f-8ed6-670c29f8108f}" ma:internalName="TaxCatchAll" ma:showField="CatchAllData" ma:web="09d3dac3-f296-4107-b579-4b1e37be616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ú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TaxCatchAll xmlns="09d3dac3-f296-4107-b579-4b1e37be6169" xsi:nil="true"/>
    <lcf76f155ced4ddcb4097134ff3c332f xmlns="5ad20f8b-9281-4829-a9aa-2b5a878ba2cc">
      <Terms xmlns="http://schemas.microsoft.com/office/infopath/2007/PartnerControls"/>
    </lcf76f155ced4ddcb4097134ff3c332f>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E6BBA9FD-F821-4196-8F1C-AE8CA38B7B69}"/>
</file>

<file path=customXml/itemProps2.xml><?xml version="1.0" encoding="utf-8"?>
<ds:datastoreItem xmlns:ds="http://schemas.openxmlformats.org/officeDocument/2006/customXml" ds:itemID="{A1D05A0D-C2A9-49B4-9CCD-B02809AE6E40}">
  <ds:schemaRefs>
    <ds:schemaRef ds:uri="http://schemas.microsoft.com/office/infopath/2007/PartnerControls"/>
    <ds:schemaRef ds:uri="http://purl.org/dc/terms/"/>
    <ds:schemaRef ds:uri="http://schemas.openxmlformats.org/package/2006/metadata/core-properties"/>
    <ds:schemaRef ds:uri="http://schemas.microsoft.com/office/2006/documentManagement/types"/>
    <ds:schemaRef ds:uri="84cc0d6f-51d2-4273-a95b-2243f39b32fa"/>
    <ds:schemaRef ds:uri="http://www.w3.org/XML/1998/namespace"/>
    <ds:schemaRef ds:uri="0e9ba3e0-3d22-4408-96b5-c8a59fd87904"/>
    <ds:schemaRef ds:uri="http://purl.org/dc/dcmitype/"/>
    <ds:schemaRef ds:uri="http://schemas.microsoft.com/sharepoint/v3"/>
    <ds:schemaRef ds:uri="http://schemas.microsoft.com/office/2006/metadata/properties"/>
    <ds:schemaRef ds:uri="http://purl.org/dc/elements/1.1/"/>
    <ds:schemaRef ds:uri="6319d1eb-377a-45fe-ae7c-6876226ff8be"/>
    <ds:schemaRef ds:uri="ce35248c-1812-42da-9ed5-f6cb0550abb1"/>
    <ds:schemaRef ds:uri="09d3dac3-f296-4107-b579-4b1e37be6169"/>
    <ds:schemaRef ds:uri="5ad20f8b-9281-4829-a9aa-2b5a878ba2cc"/>
  </ds:schemaRefs>
</ds:datastoreItem>
</file>

<file path=customXml/itemProps3.xml><?xml version="1.0" encoding="utf-8"?>
<ds:datastoreItem xmlns:ds="http://schemas.openxmlformats.org/officeDocument/2006/customXml" ds:itemID="{8BC850DB-72B7-4E8A-80E0-88E05368133F}">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DD Template v1.1 (1) - v.completa 2</Template>
  <TotalTime>356</TotalTime>
  <Words>7861</Words>
  <Application>Microsoft Office PowerPoint</Application>
  <PresentationFormat>Widescreen</PresentationFormat>
  <Paragraphs>1603</Paragraphs>
  <Slides>58</Slides>
  <Notes>52</Notes>
  <HiddenSlides>0</HiddenSlides>
  <MMClips>0</MMClips>
  <ScaleCrop>false</ScaleCrop>
  <HeadingPairs>
    <vt:vector size="8" baseType="variant">
      <vt:variant>
        <vt:lpstr>Fonts Used</vt:lpstr>
      </vt:variant>
      <vt:variant>
        <vt:i4>12</vt:i4>
      </vt:variant>
      <vt:variant>
        <vt:lpstr>Theme</vt:lpstr>
      </vt:variant>
      <vt:variant>
        <vt:i4>1</vt:i4>
      </vt:variant>
      <vt:variant>
        <vt:lpstr>Embedded OLE Servers</vt:lpstr>
      </vt:variant>
      <vt:variant>
        <vt:i4>2</vt:i4>
      </vt:variant>
      <vt:variant>
        <vt:lpstr>Slide Titles</vt:lpstr>
      </vt:variant>
      <vt:variant>
        <vt:i4>58</vt:i4>
      </vt:variant>
    </vt:vector>
  </HeadingPairs>
  <TitlesOfParts>
    <vt:vector size="73" baseType="lpstr">
      <vt:lpstr>Arial</vt:lpstr>
      <vt:lpstr>Arial Black</vt:lpstr>
      <vt:lpstr>Calibri</vt:lpstr>
      <vt:lpstr>Santander Headline</vt:lpstr>
      <vt:lpstr>Santander Text</vt:lpstr>
      <vt:lpstr>Santander Text Light</vt:lpstr>
      <vt:lpstr>Santander Text SemiBold</vt:lpstr>
      <vt:lpstr>SantanderText-Regular</vt:lpstr>
      <vt:lpstr>Segoe UI</vt:lpstr>
      <vt:lpstr>Segoe UI Semibold</vt:lpstr>
      <vt:lpstr>Times</vt:lpstr>
      <vt:lpstr>Wingdings</vt:lpstr>
      <vt:lpstr>1_Tema de Office</vt:lpstr>
      <vt:lpstr>Diapositiva de think-cell</vt:lpstr>
      <vt:lpstr>Worksheet</vt:lpstr>
      <vt:lpstr>Documento de Desenho</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Boas práticas, recomendações e guias de desenvolvimento estão definidas em [REF-1] Gluon Docs e [REF-2] Academia Gluon.</vt:lpstr>
      <vt:lpstr>PowerPoint Presentation</vt:lpstr>
      <vt:lpstr>PowerPoint Presentation</vt:lpstr>
      <vt:lpstr>PowerPoint Presentation</vt:lpstr>
      <vt:lpstr>PowerPoint Presentation</vt:lpstr>
    </vt:vector>
  </TitlesOfParts>
  <Company>Banco Santander Portugal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Luís Filipe da Silva Pragosa</dc:creator>
  <cp:lastModifiedBy>Luís Filipe da Silva Pragosa</cp:lastModifiedBy>
  <cp:revision>1</cp:revision>
  <cp:lastPrinted>2020-08-14T10:29:20Z</cp:lastPrinted>
  <dcterms:created xsi:type="dcterms:W3CDTF">2026-03-02T11:37:29Z</dcterms:created>
  <dcterms:modified xsi:type="dcterms:W3CDTF">2026-03-10T15:19:51Z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0c2abd79-57a9-4473-8700-c843f76a1e37_Enabled">
    <vt:lpwstr>true</vt:lpwstr>
  </property>
  <property fmtid="{D5CDD505-2E9C-101B-9397-08002B2CF9AE}" pid="3" name="MSIP_Label_0c2abd79-57a9-4473-8700-c843f76a1e37_SetDate">
    <vt:lpwstr>2021-10-25T09:40:20Z</vt:lpwstr>
  </property>
  <property fmtid="{D5CDD505-2E9C-101B-9397-08002B2CF9AE}" pid="4" name="MSIP_Label_0c2abd79-57a9-4473-8700-c843f76a1e37_Method">
    <vt:lpwstr>Privileged</vt:lpwstr>
  </property>
  <property fmtid="{D5CDD505-2E9C-101B-9397-08002B2CF9AE}" pid="5" name="MSIP_Label_0c2abd79-57a9-4473-8700-c843f76a1e37_Name">
    <vt:lpwstr>Internal</vt:lpwstr>
  </property>
  <property fmtid="{D5CDD505-2E9C-101B-9397-08002B2CF9AE}" pid="6" name="MSIP_Label_0c2abd79-57a9-4473-8700-c843f76a1e37_SiteId">
    <vt:lpwstr>35595a02-4d6d-44ac-99e1-f9ab4cd872db</vt:lpwstr>
  </property>
  <property fmtid="{D5CDD505-2E9C-101B-9397-08002B2CF9AE}" pid="7" name="MSIP_Label_0c2abd79-57a9-4473-8700-c843f76a1e37_ActionId">
    <vt:lpwstr>ff1ea4e8-4c4d-44d5-a012-589992ab534d</vt:lpwstr>
  </property>
  <property fmtid="{D5CDD505-2E9C-101B-9397-08002B2CF9AE}" pid="8" name="MSIP_Label_0c2abd79-57a9-4473-8700-c843f76a1e37_ContentBits">
    <vt:lpwstr>0</vt:lpwstr>
  </property>
  <property fmtid="{D5CDD505-2E9C-101B-9397-08002B2CF9AE}" pid="9" name="MediaServiceImageTags">
    <vt:lpwstr/>
  </property>
  <property fmtid="{D5CDD505-2E9C-101B-9397-08002B2CF9AE}" pid="10" name="ContentTypeId">
    <vt:lpwstr>0x0101000B6B9A5E792D2446B8986FAE34BEC557</vt:lpwstr>
  </property>
</Properties>
</file>