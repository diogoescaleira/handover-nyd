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7" r:id="rId5"/>
    <p:sldId id="25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1526035-B88C-4CD5-9E9A-74EAF3E95EFC}" v="743" dt="2025-12-17T14:47:29.1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ís Filipe da Silva Pragosa" userId="4d0e0cea-b732-4472-9144-3c8ba6b0f54b" providerId="ADAL" clId="{E6B3F969-B5A0-4E4C-AD14-5EF80DEA546E}"/>
    <pc:docChg chg="undo custSel addSld delSld modSld">
      <pc:chgData name="Luís Filipe da Silva Pragosa" userId="4d0e0cea-b732-4472-9144-3c8ba6b0f54b" providerId="ADAL" clId="{E6B3F969-B5A0-4E4C-AD14-5EF80DEA546E}" dt="2025-12-18T10:48:49.367" v="1417" actId="554"/>
      <pc:docMkLst>
        <pc:docMk/>
      </pc:docMkLst>
      <pc:sldChg chg="addSp delSp modSp mod addAnim delAnim modAnim">
        <pc:chgData name="Luís Filipe da Silva Pragosa" userId="4d0e0cea-b732-4472-9144-3c8ba6b0f54b" providerId="ADAL" clId="{E6B3F969-B5A0-4E4C-AD14-5EF80DEA546E}" dt="2025-12-18T10:48:49.367" v="1417" actId="554"/>
        <pc:sldMkLst>
          <pc:docMk/>
          <pc:sldMk cId="2659182" sldId="257"/>
        </pc:sldMkLst>
        <pc:spChg chg="add del mod">
          <ac:chgData name="Luís Filipe da Silva Pragosa" userId="4d0e0cea-b732-4472-9144-3c8ba6b0f54b" providerId="ADAL" clId="{E6B3F969-B5A0-4E4C-AD14-5EF80DEA546E}" dt="2025-12-17T10:44:26.799" v="159" actId="478"/>
          <ac:spMkLst>
            <pc:docMk/>
            <pc:sldMk cId="2659182" sldId="257"/>
            <ac:spMk id="2" creationId="{915866B0-9521-3D99-CAF4-ABD605B18E39}"/>
          </ac:spMkLst>
        </pc:spChg>
        <pc:spChg chg="add mod">
          <ac:chgData name="Luís Filipe da Silva Pragosa" userId="4d0e0cea-b732-4472-9144-3c8ba6b0f54b" providerId="ADAL" clId="{E6B3F969-B5A0-4E4C-AD14-5EF80DEA546E}" dt="2025-12-18T10:48:49.367" v="1417" actId="554"/>
          <ac:spMkLst>
            <pc:docMk/>
            <pc:sldMk cId="2659182" sldId="257"/>
            <ac:spMk id="3" creationId="{31CF8873-3C40-F5F1-094A-8A7CC01361FE}"/>
          </ac:spMkLst>
        </pc:spChg>
        <pc:spChg chg="mod">
          <ac:chgData name="Luís Filipe da Silva Pragosa" userId="4d0e0cea-b732-4472-9144-3c8ba6b0f54b" providerId="ADAL" clId="{E6B3F969-B5A0-4E4C-AD14-5EF80DEA546E}" dt="2025-12-17T10:47:57.011" v="295" actId="14100"/>
          <ac:spMkLst>
            <pc:docMk/>
            <pc:sldMk cId="2659182" sldId="257"/>
            <ac:spMk id="4" creationId="{00000000-0000-0000-0000-000000000000}"/>
          </ac:spMkLst>
        </pc:spChg>
        <pc:spChg chg="mod">
          <ac:chgData name="Luís Filipe da Silva Pragosa" userId="4d0e0cea-b732-4472-9144-3c8ba6b0f54b" providerId="ADAL" clId="{E6B3F969-B5A0-4E4C-AD14-5EF80DEA546E}" dt="2025-12-17T10:46:40.526" v="227" actId="1037"/>
          <ac:spMkLst>
            <pc:docMk/>
            <pc:sldMk cId="2659182" sldId="257"/>
            <ac:spMk id="5" creationId="{00000000-0000-0000-0000-000000000000}"/>
          </ac:spMkLst>
        </pc:spChg>
        <pc:spChg chg="mod">
          <ac:chgData name="Luís Filipe da Silva Pragosa" userId="4d0e0cea-b732-4472-9144-3c8ba6b0f54b" providerId="ADAL" clId="{E6B3F969-B5A0-4E4C-AD14-5EF80DEA546E}" dt="2025-12-17T11:27:53.082" v="1241" actId="14100"/>
          <ac:spMkLst>
            <pc:docMk/>
            <pc:sldMk cId="2659182" sldId="257"/>
            <ac:spMk id="6" creationId="{00000000-0000-0000-0000-000000000000}"/>
          </ac:spMkLst>
        </pc:spChg>
        <pc:spChg chg="mod">
          <ac:chgData name="Luís Filipe da Silva Pragosa" userId="4d0e0cea-b732-4472-9144-3c8ba6b0f54b" providerId="ADAL" clId="{E6B3F969-B5A0-4E4C-AD14-5EF80DEA546E}" dt="2025-12-18T10:48:49.367" v="1417" actId="554"/>
          <ac:spMkLst>
            <pc:docMk/>
            <pc:sldMk cId="2659182" sldId="257"/>
            <ac:spMk id="7" creationId="{00000000-0000-0000-0000-000000000000}"/>
          </ac:spMkLst>
        </pc:spChg>
        <pc:spChg chg="mod">
          <ac:chgData name="Luís Filipe da Silva Pragosa" userId="4d0e0cea-b732-4472-9144-3c8ba6b0f54b" providerId="ADAL" clId="{E6B3F969-B5A0-4E4C-AD14-5EF80DEA546E}" dt="2025-12-18T10:48:49.367" v="1417" actId="554"/>
          <ac:spMkLst>
            <pc:docMk/>
            <pc:sldMk cId="2659182" sldId="257"/>
            <ac:spMk id="8" creationId="{00000000-0000-0000-0000-000000000000}"/>
          </ac:spMkLst>
        </pc:spChg>
        <pc:spChg chg="mod">
          <ac:chgData name="Luís Filipe da Silva Pragosa" userId="4d0e0cea-b732-4472-9144-3c8ba6b0f54b" providerId="ADAL" clId="{E6B3F969-B5A0-4E4C-AD14-5EF80DEA546E}" dt="2025-12-17T10:46:40.526" v="227" actId="1037"/>
          <ac:spMkLst>
            <pc:docMk/>
            <pc:sldMk cId="2659182" sldId="257"/>
            <ac:spMk id="9" creationId="{00000000-0000-0000-0000-000000000000}"/>
          </ac:spMkLst>
        </pc:spChg>
        <pc:spChg chg="mod">
          <ac:chgData name="Luís Filipe da Silva Pragosa" userId="4d0e0cea-b732-4472-9144-3c8ba6b0f54b" providerId="ADAL" clId="{E6B3F969-B5A0-4E4C-AD14-5EF80DEA546E}" dt="2025-12-17T10:46:40.526" v="227" actId="1037"/>
          <ac:spMkLst>
            <pc:docMk/>
            <pc:sldMk cId="2659182" sldId="257"/>
            <ac:spMk id="10" creationId="{14EFBA94-FC78-49EB-A4AF-BA9FC608CD32}"/>
          </ac:spMkLst>
        </pc:spChg>
        <pc:spChg chg="mod">
          <ac:chgData name="Luís Filipe da Silva Pragosa" userId="4d0e0cea-b732-4472-9144-3c8ba6b0f54b" providerId="ADAL" clId="{E6B3F969-B5A0-4E4C-AD14-5EF80DEA546E}" dt="2025-12-17T10:46:40.526" v="227" actId="1037"/>
          <ac:spMkLst>
            <pc:docMk/>
            <pc:sldMk cId="2659182" sldId="257"/>
            <ac:spMk id="11" creationId="{0C2E659E-B60D-4106-8DA8-791A90E66889}"/>
          </ac:spMkLst>
        </pc:spChg>
        <pc:spChg chg="mod">
          <ac:chgData name="Luís Filipe da Silva Pragosa" userId="4d0e0cea-b732-4472-9144-3c8ba6b0f54b" providerId="ADAL" clId="{E6B3F969-B5A0-4E4C-AD14-5EF80DEA546E}" dt="2025-12-17T10:46:40.526" v="227" actId="1037"/>
          <ac:spMkLst>
            <pc:docMk/>
            <pc:sldMk cId="2659182" sldId="257"/>
            <ac:spMk id="12" creationId="{A1B0947F-D6DD-43A8-A34D-42F678EE52F8}"/>
          </ac:spMkLst>
        </pc:spChg>
        <pc:spChg chg="mod">
          <ac:chgData name="Luís Filipe da Silva Pragosa" userId="4d0e0cea-b732-4472-9144-3c8ba6b0f54b" providerId="ADAL" clId="{E6B3F969-B5A0-4E4C-AD14-5EF80DEA546E}" dt="2025-12-17T10:46:40.526" v="227" actId="1037"/>
          <ac:spMkLst>
            <pc:docMk/>
            <pc:sldMk cId="2659182" sldId="257"/>
            <ac:spMk id="13" creationId="{14EFBA94-FC78-49EB-A4AF-BA9FC608CD32}"/>
          </ac:spMkLst>
        </pc:spChg>
        <pc:spChg chg="mod">
          <ac:chgData name="Luís Filipe da Silva Pragosa" userId="4d0e0cea-b732-4472-9144-3c8ba6b0f54b" providerId="ADAL" clId="{E6B3F969-B5A0-4E4C-AD14-5EF80DEA546E}" dt="2025-12-17T11:43:55.778" v="1386" actId="554"/>
          <ac:spMkLst>
            <pc:docMk/>
            <pc:sldMk cId="2659182" sldId="257"/>
            <ac:spMk id="14" creationId="{91CDA135-DCE9-4423-9C48-D0BC8EB548FB}"/>
          </ac:spMkLst>
        </pc:spChg>
        <pc:spChg chg="mod">
          <ac:chgData name="Luís Filipe da Silva Pragosa" userId="4d0e0cea-b732-4472-9144-3c8ba6b0f54b" providerId="ADAL" clId="{E6B3F969-B5A0-4E4C-AD14-5EF80DEA546E}" dt="2025-12-17T11:27:08.049" v="1239" actId="1037"/>
          <ac:spMkLst>
            <pc:docMk/>
            <pc:sldMk cId="2659182" sldId="257"/>
            <ac:spMk id="18" creationId="{00000000-0000-0000-0000-000000000000}"/>
          </ac:spMkLst>
        </pc:spChg>
        <pc:spChg chg="mod">
          <ac:chgData name="Luís Filipe da Silva Pragosa" userId="4d0e0cea-b732-4472-9144-3c8ba6b0f54b" providerId="ADAL" clId="{E6B3F969-B5A0-4E4C-AD14-5EF80DEA546E}" dt="2025-12-17T10:48:16.447" v="314" actId="1037"/>
          <ac:spMkLst>
            <pc:docMk/>
            <pc:sldMk cId="2659182" sldId="257"/>
            <ac:spMk id="20" creationId="{55D81000-F466-483E-AF13-600FF3A37032}"/>
          </ac:spMkLst>
        </pc:spChg>
        <pc:spChg chg="mod">
          <ac:chgData name="Luís Filipe da Silva Pragosa" userId="4d0e0cea-b732-4472-9144-3c8ba6b0f54b" providerId="ADAL" clId="{E6B3F969-B5A0-4E4C-AD14-5EF80DEA546E}" dt="2025-12-17T10:48:16.447" v="314" actId="1037"/>
          <ac:spMkLst>
            <pc:docMk/>
            <pc:sldMk cId="2659182" sldId="257"/>
            <ac:spMk id="25" creationId="{00000000-0000-0000-0000-000000000000}"/>
          </ac:spMkLst>
        </pc:spChg>
        <pc:spChg chg="mod">
          <ac:chgData name="Luís Filipe da Silva Pragosa" userId="4d0e0cea-b732-4472-9144-3c8ba6b0f54b" providerId="ADAL" clId="{E6B3F969-B5A0-4E4C-AD14-5EF80DEA546E}" dt="2025-12-17T10:48:16.447" v="314" actId="1037"/>
          <ac:spMkLst>
            <pc:docMk/>
            <pc:sldMk cId="2659182" sldId="257"/>
            <ac:spMk id="27" creationId="{8B9BAC6E-9E5D-4251-8CC2-278BAAAA04D3}"/>
          </ac:spMkLst>
        </pc:spChg>
        <pc:spChg chg="mod">
          <ac:chgData name="Luís Filipe da Silva Pragosa" userId="4d0e0cea-b732-4472-9144-3c8ba6b0f54b" providerId="ADAL" clId="{E6B3F969-B5A0-4E4C-AD14-5EF80DEA546E}" dt="2025-12-17T11:07:46.629" v="672" actId="1076"/>
          <ac:spMkLst>
            <pc:docMk/>
            <pc:sldMk cId="2659182" sldId="257"/>
            <ac:spMk id="28" creationId="{07023724-C232-4DCE-B2AD-572B51780A59}"/>
          </ac:spMkLst>
        </pc:spChg>
        <pc:spChg chg="mod">
          <ac:chgData name="Luís Filipe da Silva Pragosa" userId="4d0e0cea-b732-4472-9144-3c8ba6b0f54b" providerId="ADAL" clId="{E6B3F969-B5A0-4E4C-AD14-5EF80DEA546E}" dt="2025-12-17T11:07:46.629" v="672" actId="1076"/>
          <ac:spMkLst>
            <pc:docMk/>
            <pc:sldMk cId="2659182" sldId="257"/>
            <ac:spMk id="29" creationId="{BCF97D6A-1EB0-49D3-A831-DC139A5D34ED}"/>
          </ac:spMkLst>
        </pc:spChg>
        <pc:spChg chg="mod topLvl">
          <ac:chgData name="Luís Filipe da Silva Pragosa" userId="4d0e0cea-b732-4472-9144-3c8ba6b0f54b" providerId="ADAL" clId="{E6B3F969-B5A0-4E4C-AD14-5EF80DEA546E}" dt="2025-12-17T11:09:12.957" v="760" actId="478"/>
          <ac:spMkLst>
            <pc:docMk/>
            <pc:sldMk cId="2659182" sldId="257"/>
            <ac:spMk id="35" creationId="{8A9B3DBE-ACE6-4B81-ADD9-223668AAC958}"/>
          </ac:spMkLst>
        </pc:spChg>
        <pc:spChg chg="del mod topLvl">
          <ac:chgData name="Luís Filipe da Silva Pragosa" userId="4d0e0cea-b732-4472-9144-3c8ba6b0f54b" providerId="ADAL" clId="{E6B3F969-B5A0-4E4C-AD14-5EF80DEA546E}" dt="2025-12-17T11:09:12.957" v="760" actId="478"/>
          <ac:spMkLst>
            <pc:docMk/>
            <pc:sldMk cId="2659182" sldId="257"/>
            <ac:spMk id="37" creationId="{8B9BAC6E-9E5D-4251-8CC2-278BAAAA04D3}"/>
          </ac:spMkLst>
        </pc:spChg>
        <pc:spChg chg="del mod">
          <ac:chgData name="Luís Filipe da Silva Pragosa" userId="4d0e0cea-b732-4472-9144-3c8ba6b0f54b" providerId="ADAL" clId="{E6B3F969-B5A0-4E4C-AD14-5EF80DEA546E}" dt="2025-12-17T11:09:09.521" v="759" actId="478"/>
          <ac:spMkLst>
            <pc:docMk/>
            <pc:sldMk cId="2659182" sldId="257"/>
            <ac:spMk id="38" creationId="{07023724-C232-4DCE-B2AD-572B51780A59}"/>
          </ac:spMkLst>
        </pc:spChg>
        <pc:spChg chg="del mod">
          <ac:chgData name="Luís Filipe da Silva Pragosa" userId="4d0e0cea-b732-4472-9144-3c8ba6b0f54b" providerId="ADAL" clId="{E6B3F969-B5A0-4E4C-AD14-5EF80DEA546E}" dt="2025-12-17T11:09:06.239" v="758" actId="478"/>
          <ac:spMkLst>
            <pc:docMk/>
            <pc:sldMk cId="2659182" sldId="257"/>
            <ac:spMk id="39" creationId="{BCF97D6A-1EB0-49D3-A831-DC139A5D34ED}"/>
          </ac:spMkLst>
        </pc:spChg>
        <pc:spChg chg="mod">
          <ac:chgData name="Luís Filipe da Silva Pragosa" userId="4d0e0cea-b732-4472-9144-3c8ba6b0f54b" providerId="ADAL" clId="{E6B3F969-B5A0-4E4C-AD14-5EF80DEA546E}" dt="2025-12-17T11:07:46.629" v="672" actId="1076"/>
          <ac:spMkLst>
            <pc:docMk/>
            <pc:sldMk cId="2659182" sldId="257"/>
            <ac:spMk id="40" creationId="{00000000-0000-0000-0000-000000000000}"/>
          </ac:spMkLst>
        </pc:spChg>
        <pc:spChg chg="mod">
          <ac:chgData name="Luís Filipe da Silva Pragosa" userId="4d0e0cea-b732-4472-9144-3c8ba6b0f54b" providerId="ADAL" clId="{E6B3F969-B5A0-4E4C-AD14-5EF80DEA546E}" dt="2025-12-17T11:04:55.966" v="597" actId="14100"/>
          <ac:spMkLst>
            <pc:docMk/>
            <pc:sldMk cId="2659182" sldId="257"/>
            <ac:spMk id="41" creationId="{00000000-0000-0000-0000-000000000000}"/>
          </ac:spMkLst>
        </pc:spChg>
        <pc:spChg chg="mod">
          <ac:chgData name="Luís Filipe da Silva Pragosa" userId="4d0e0cea-b732-4472-9144-3c8ba6b0f54b" providerId="ADAL" clId="{E6B3F969-B5A0-4E4C-AD14-5EF80DEA546E}" dt="2025-12-17T11:05:09.279" v="603" actId="1038"/>
          <ac:spMkLst>
            <pc:docMk/>
            <pc:sldMk cId="2659182" sldId="257"/>
            <ac:spMk id="42" creationId="{00000000-0000-0000-0000-000000000000}"/>
          </ac:spMkLst>
        </pc:spChg>
        <pc:spChg chg="mod">
          <ac:chgData name="Luís Filipe da Silva Pragosa" userId="4d0e0cea-b732-4472-9144-3c8ba6b0f54b" providerId="ADAL" clId="{E6B3F969-B5A0-4E4C-AD14-5EF80DEA546E}" dt="2025-12-17T11:05:05.239" v="602" actId="1038"/>
          <ac:spMkLst>
            <pc:docMk/>
            <pc:sldMk cId="2659182" sldId="257"/>
            <ac:spMk id="43" creationId="{00000000-0000-0000-0000-000000000000}"/>
          </ac:spMkLst>
        </pc:spChg>
        <pc:spChg chg="mod">
          <ac:chgData name="Luís Filipe da Silva Pragosa" userId="4d0e0cea-b732-4472-9144-3c8ba6b0f54b" providerId="ADAL" clId="{E6B3F969-B5A0-4E4C-AD14-5EF80DEA546E}" dt="2025-12-17T11:22:28.940" v="1093" actId="1036"/>
          <ac:spMkLst>
            <pc:docMk/>
            <pc:sldMk cId="2659182" sldId="257"/>
            <ac:spMk id="44" creationId="{00000000-0000-0000-0000-000000000000}"/>
          </ac:spMkLst>
        </pc:spChg>
        <pc:spChg chg="mod">
          <ac:chgData name="Luís Filipe da Silva Pragosa" userId="4d0e0cea-b732-4472-9144-3c8ba6b0f54b" providerId="ADAL" clId="{E6B3F969-B5A0-4E4C-AD14-5EF80DEA546E}" dt="2025-12-17T11:45:10.177" v="1412" actId="1035"/>
          <ac:spMkLst>
            <pc:docMk/>
            <pc:sldMk cId="2659182" sldId="257"/>
            <ac:spMk id="49" creationId="{00000000-0000-0000-0000-000000000000}"/>
          </ac:spMkLst>
        </pc:spChg>
        <pc:spChg chg="mod">
          <ac:chgData name="Luís Filipe da Silva Pragosa" userId="4d0e0cea-b732-4472-9144-3c8ba6b0f54b" providerId="ADAL" clId="{E6B3F969-B5A0-4E4C-AD14-5EF80DEA546E}" dt="2025-12-17T11:34:08.412" v="1363" actId="1038"/>
          <ac:spMkLst>
            <pc:docMk/>
            <pc:sldMk cId="2659182" sldId="257"/>
            <ac:spMk id="59" creationId="{8A9B3DBE-ACE6-4B81-ADD9-223668AAC958}"/>
          </ac:spMkLst>
        </pc:spChg>
        <pc:spChg chg="mod">
          <ac:chgData name="Luís Filipe da Silva Pragosa" userId="4d0e0cea-b732-4472-9144-3c8ba6b0f54b" providerId="ADAL" clId="{E6B3F969-B5A0-4E4C-AD14-5EF80DEA546E}" dt="2025-12-17T11:30:35.804" v="1356" actId="113"/>
          <ac:spMkLst>
            <pc:docMk/>
            <pc:sldMk cId="2659182" sldId="257"/>
            <ac:spMk id="62" creationId="{00000000-0000-0000-0000-000000000000}"/>
          </ac:spMkLst>
        </pc:spChg>
        <pc:spChg chg="mod">
          <ac:chgData name="Luís Filipe da Silva Pragosa" userId="4d0e0cea-b732-4472-9144-3c8ba6b0f54b" providerId="ADAL" clId="{E6B3F969-B5A0-4E4C-AD14-5EF80DEA546E}" dt="2025-12-17T11:30:32.711" v="1355" actId="1076"/>
          <ac:spMkLst>
            <pc:docMk/>
            <pc:sldMk cId="2659182" sldId="257"/>
            <ac:spMk id="66" creationId="{00000000-0000-0000-0000-000000000000}"/>
          </ac:spMkLst>
        </pc:spChg>
        <pc:spChg chg="mod">
          <ac:chgData name="Luís Filipe da Silva Pragosa" userId="4d0e0cea-b732-4472-9144-3c8ba6b0f54b" providerId="ADAL" clId="{E6B3F969-B5A0-4E4C-AD14-5EF80DEA546E}" dt="2025-12-17T11:30:32.711" v="1355" actId="1076"/>
          <ac:spMkLst>
            <pc:docMk/>
            <pc:sldMk cId="2659182" sldId="257"/>
            <ac:spMk id="67" creationId="{00000000-0000-0000-0000-000000000000}"/>
          </ac:spMkLst>
        </pc:spChg>
        <pc:spChg chg="mod">
          <ac:chgData name="Luís Filipe da Silva Pragosa" userId="4d0e0cea-b732-4472-9144-3c8ba6b0f54b" providerId="ADAL" clId="{E6B3F969-B5A0-4E4C-AD14-5EF80DEA546E}" dt="2025-12-17T11:30:32.711" v="1355" actId="1076"/>
          <ac:spMkLst>
            <pc:docMk/>
            <pc:sldMk cId="2659182" sldId="257"/>
            <ac:spMk id="68" creationId="{00000000-0000-0000-0000-000000000000}"/>
          </ac:spMkLst>
        </pc:spChg>
        <pc:spChg chg="mod">
          <ac:chgData name="Luís Filipe da Silva Pragosa" userId="4d0e0cea-b732-4472-9144-3c8ba6b0f54b" providerId="ADAL" clId="{E6B3F969-B5A0-4E4C-AD14-5EF80DEA546E}" dt="2025-12-17T11:35:11.998" v="1378" actId="1035"/>
          <ac:spMkLst>
            <pc:docMk/>
            <pc:sldMk cId="2659182" sldId="257"/>
            <ac:spMk id="70" creationId="{00000000-0000-0000-0000-000000000000}"/>
          </ac:spMkLst>
        </pc:spChg>
        <pc:spChg chg="mod">
          <ac:chgData name="Luís Filipe da Silva Pragosa" userId="4d0e0cea-b732-4472-9144-3c8ba6b0f54b" providerId="ADAL" clId="{E6B3F969-B5A0-4E4C-AD14-5EF80DEA546E}" dt="2025-12-18T10:48:49.367" v="1417" actId="554"/>
          <ac:spMkLst>
            <pc:docMk/>
            <pc:sldMk cId="2659182" sldId="257"/>
            <ac:spMk id="72" creationId="{00000000-0000-0000-0000-000000000000}"/>
          </ac:spMkLst>
        </pc:spChg>
        <pc:spChg chg="mod">
          <ac:chgData name="Luís Filipe da Silva Pragosa" userId="4d0e0cea-b732-4472-9144-3c8ba6b0f54b" providerId="ADAL" clId="{E6B3F969-B5A0-4E4C-AD14-5EF80DEA546E}" dt="2025-12-17T10:46:26.516" v="208" actId="1037"/>
          <ac:spMkLst>
            <pc:docMk/>
            <pc:sldMk cId="2659182" sldId="257"/>
            <ac:spMk id="73" creationId="{00000000-0000-0000-0000-000000000000}"/>
          </ac:spMkLst>
        </pc:spChg>
        <pc:spChg chg="mod">
          <ac:chgData name="Luís Filipe da Silva Pragosa" userId="4d0e0cea-b732-4472-9144-3c8ba6b0f54b" providerId="ADAL" clId="{E6B3F969-B5A0-4E4C-AD14-5EF80DEA546E}" dt="2025-12-17T10:46:26.516" v="208" actId="1037"/>
          <ac:spMkLst>
            <pc:docMk/>
            <pc:sldMk cId="2659182" sldId="257"/>
            <ac:spMk id="74" creationId="{00000000-0000-0000-0000-000000000000}"/>
          </ac:spMkLst>
        </pc:spChg>
        <pc:spChg chg="mod">
          <ac:chgData name="Luís Filipe da Silva Pragosa" userId="4d0e0cea-b732-4472-9144-3c8ba6b0f54b" providerId="ADAL" clId="{E6B3F969-B5A0-4E4C-AD14-5EF80DEA546E}" dt="2025-12-17T10:45:40.364" v="165" actId="14100"/>
          <ac:spMkLst>
            <pc:docMk/>
            <pc:sldMk cId="2659182" sldId="257"/>
            <ac:spMk id="75" creationId="{00000000-0000-0000-0000-000000000000}"/>
          </ac:spMkLst>
        </pc:spChg>
        <pc:spChg chg="mod">
          <ac:chgData name="Luís Filipe da Silva Pragosa" userId="4d0e0cea-b732-4472-9144-3c8ba6b0f54b" providerId="ADAL" clId="{E6B3F969-B5A0-4E4C-AD14-5EF80DEA546E}" dt="2025-12-17T10:46:26.516" v="208" actId="1037"/>
          <ac:spMkLst>
            <pc:docMk/>
            <pc:sldMk cId="2659182" sldId="257"/>
            <ac:spMk id="76" creationId="{00000000-0000-0000-0000-000000000000}"/>
          </ac:spMkLst>
        </pc:spChg>
        <pc:spChg chg="mod">
          <ac:chgData name="Luís Filipe da Silva Pragosa" userId="4d0e0cea-b732-4472-9144-3c8ba6b0f54b" providerId="ADAL" clId="{E6B3F969-B5A0-4E4C-AD14-5EF80DEA546E}" dt="2025-12-17T10:48:34.290" v="316" actId="1037"/>
          <ac:spMkLst>
            <pc:docMk/>
            <pc:sldMk cId="2659182" sldId="257"/>
            <ac:spMk id="77" creationId="{677869A8-986F-4D44-A6FC-F1C6CE9DB344}"/>
          </ac:spMkLst>
        </pc:spChg>
        <pc:spChg chg="mod">
          <ac:chgData name="Luís Filipe da Silva Pragosa" userId="4d0e0cea-b732-4472-9144-3c8ba6b0f54b" providerId="ADAL" clId="{E6B3F969-B5A0-4E4C-AD14-5EF80DEA546E}" dt="2025-12-17T10:48:34.290" v="316" actId="1037"/>
          <ac:spMkLst>
            <pc:docMk/>
            <pc:sldMk cId="2659182" sldId="257"/>
            <ac:spMk id="78" creationId="{A1B0947F-D6DD-43A8-A34D-42F678EE52F8}"/>
          </ac:spMkLst>
        </pc:spChg>
        <pc:spChg chg="mod">
          <ac:chgData name="Luís Filipe da Silva Pragosa" userId="4d0e0cea-b732-4472-9144-3c8ba6b0f54b" providerId="ADAL" clId="{E6B3F969-B5A0-4E4C-AD14-5EF80DEA546E}" dt="2025-12-17T10:48:34.290" v="316" actId="1037"/>
          <ac:spMkLst>
            <pc:docMk/>
            <pc:sldMk cId="2659182" sldId="257"/>
            <ac:spMk id="79" creationId="{CF6ECD96-2963-4F6B-9547-F4ECB6D31B9A}"/>
          </ac:spMkLst>
        </pc:spChg>
        <pc:spChg chg="mod">
          <ac:chgData name="Luís Filipe da Silva Pragosa" userId="4d0e0cea-b732-4472-9144-3c8ba6b0f54b" providerId="ADAL" clId="{E6B3F969-B5A0-4E4C-AD14-5EF80DEA546E}" dt="2025-12-17T10:45:40.364" v="165" actId="14100"/>
          <ac:spMkLst>
            <pc:docMk/>
            <pc:sldMk cId="2659182" sldId="257"/>
            <ac:spMk id="80" creationId="{677869A8-986F-4D44-A6FC-F1C6CE9DB344}"/>
          </ac:spMkLst>
        </pc:spChg>
        <pc:spChg chg="mod">
          <ac:chgData name="Luís Filipe da Silva Pragosa" userId="4d0e0cea-b732-4472-9144-3c8ba6b0f54b" providerId="ADAL" clId="{E6B3F969-B5A0-4E4C-AD14-5EF80DEA546E}" dt="2025-12-17T10:46:26.516" v="208" actId="1037"/>
          <ac:spMkLst>
            <pc:docMk/>
            <pc:sldMk cId="2659182" sldId="257"/>
            <ac:spMk id="81" creationId="{00000000-0000-0000-0000-000000000000}"/>
          </ac:spMkLst>
        </pc:spChg>
        <pc:spChg chg="mod">
          <ac:chgData name="Luís Filipe da Silva Pragosa" userId="4d0e0cea-b732-4472-9144-3c8ba6b0f54b" providerId="ADAL" clId="{E6B3F969-B5A0-4E4C-AD14-5EF80DEA546E}" dt="2025-12-17T10:48:34.290" v="316" actId="1037"/>
          <ac:spMkLst>
            <pc:docMk/>
            <pc:sldMk cId="2659182" sldId="257"/>
            <ac:spMk id="84" creationId="{CF6ECD96-2963-4F6B-9547-F4ECB6D31B9A}"/>
          </ac:spMkLst>
        </pc:spChg>
        <pc:spChg chg="mod">
          <ac:chgData name="Luís Filipe da Silva Pragosa" userId="4d0e0cea-b732-4472-9144-3c8ba6b0f54b" providerId="ADAL" clId="{E6B3F969-B5A0-4E4C-AD14-5EF80DEA546E}" dt="2025-12-17T10:48:34.290" v="316" actId="1037"/>
          <ac:spMkLst>
            <pc:docMk/>
            <pc:sldMk cId="2659182" sldId="257"/>
            <ac:spMk id="85" creationId="{00000000-0000-0000-0000-000000000000}"/>
          </ac:spMkLst>
        </pc:spChg>
        <pc:spChg chg="add mod">
          <ac:chgData name="Luís Filipe da Silva Pragosa" userId="4d0e0cea-b732-4472-9144-3c8ba6b0f54b" providerId="ADAL" clId="{E6B3F969-B5A0-4E4C-AD14-5EF80DEA546E}" dt="2025-12-17T11:07:36.921" v="667"/>
          <ac:spMkLst>
            <pc:docMk/>
            <pc:sldMk cId="2659182" sldId="257"/>
            <ac:spMk id="94" creationId="{D0DAC310-9C77-1C58-6FD2-52D09936A8B7}"/>
          </ac:spMkLst>
        </pc:spChg>
        <pc:spChg chg="add mod">
          <ac:chgData name="Luís Filipe da Silva Pragosa" userId="4d0e0cea-b732-4472-9144-3c8ba6b0f54b" providerId="ADAL" clId="{E6B3F969-B5A0-4E4C-AD14-5EF80DEA546E}" dt="2025-12-17T11:07:36.921" v="667"/>
          <ac:spMkLst>
            <pc:docMk/>
            <pc:sldMk cId="2659182" sldId="257"/>
            <ac:spMk id="98" creationId="{81838C56-C90E-6C67-3F58-D45AC55CCC49}"/>
          </ac:spMkLst>
        </pc:spChg>
        <pc:spChg chg="mod">
          <ac:chgData name="Luís Filipe da Silva Pragosa" userId="4d0e0cea-b732-4472-9144-3c8ba6b0f54b" providerId="ADAL" clId="{E6B3F969-B5A0-4E4C-AD14-5EF80DEA546E}" dt="2025-12-17T11:07:36.921" v="667"/>
          <ac:spMkLst>
            <pc:docMk/>
            <pc:sldMk cId="2659182" sldId="257"/>
            <ac:spMk id="100" creationId="{FCFB9B3B-3487-203B-88AD-0ED4E7CC789B}"/>
          </ac:spMkLst>
        </pc:spChg>
        <pc:spChg chg="mod">
          <ac:chgData name="Luís Filipe da Silva Pragosa" userId="4d0e0cea-b732-4472-9144-3c8ba6b0f54b" providerId="ADAL" clId="{E6B3F969-B5A0-4E4C-AD14-5EF80DEA546E}" dt="2025-12-17T11:07:36.921" v="667"/>
          <ac:spMkLst>
            <pc:docMk/>
            <pc:sldMk cId="2659182" sldId="257"/>
            <ac:spMk id="101" creationId="{73A761D0-C40B-FDCD-896A-0772AF0C5D73}"/>
          </ac:spMkLst>
        </pc:spChg>
        <pc:spChg chg="mod">
          <ac:chgData name="Luís Filipe da Silva Pragosa" userId="4d0e0cea-b732-4472-9144-3c8ba6b0f54b" providerId="ADAL" clId="{E6B3F969-B5A0-4E4C-AD14-5EF80DEA546E}" dt="2025-12-17T11:07:36.921" v="667"/>
          <ac:spMkLst>
            <pc:docMk/>
            <pc:sldMk cId="2659182" sldId="257"/>
            <ac:spMk id="102" creationId="{23B7FA26-75B3-CB3E-3E25-887DEE604FF3}"/>
          </ac:spMkLst>
        </pc:spChg>
        <pc:spChg chg="mod">
          <ac:chgData name="Luís Filipe da Silva Pragosa" userId="4d0e0cea-b732-4472-9144-3c8ba6b0f54b" providerId="ADAL" clId="{E6B3F969-B5A0-4E4C-AD14-5EF80DEA546E}" dt="2025-12-17T11:07:36.921" v="667"/>
          <ac:spMkLst>
            <pc:docMk/>
            <pc:sldMk cId="2659182" sldId="257"/>
            <ac:spMk id="105" creationId="{1AAB6427-7174-88E3-B4A4-B5F35F83F4A0}"/>
          </ac:spMkLst>
        </pc:spChg>
        <pc:spChg chg="mod">
          <ac:chgData name="Luís Filipe da Silva Pragosa" userId="4d0e0cea-b732-4472-9144-3c8ba6b0f54b" providerId="ADAL" clId="{E6B3F969-B5A0-4E4C-AD14-5EF80DEA546E}" dt="2025-12-17T11:07:36.921" v="667"/>
          <ac:spMkLst>
            <pc:docMk/>
            <pc:sldMk cId="2659182" sldId="257"/>
            <ac:spMk id="108" creationId="{3225DC1D-27FA-D68A-2BF1-D90AFCF93740}"/>
          </ac:spMkLst>
        </pc:spChg>
        <pc:spChg chg="mod">
          <ac:chgData name="Luís Filipe da Silva Pragosa" userId="4d0e0cea-b732-4472-9144-3c8ba6b0f54b" providerId="ADAL" clId="{E6B3F969-B5A0-4E4C-AD14-5EF80DEA546E}" dt="2025-12-17T11:07:36.921" v="667"/>
          <ac:spMkLst>
            <pc:docMk/>
            <pc:sldMk cId="2659182" sldId="257"/>
            <ac:spMk id="109" creationId="{A7BADD88-A459-81C2-7EE2-EEC22D7F7A68}"/>
          </ac:spMkLst>
        </pc:spChg>
        <pc:spChg chg="add mod">
          <ac:chgData name="Luís Filipe da Silva Pragosa" userId="4d0e0cea-b732-4472-9144-3c8ba6b0f54b" providerId="ADAL" clId="{E6B3F969-B5A0-4E4C-AD14-5EF80DEA546E}" dt="2025-12-17T11:07:36.921" v="667"/>
          <ac:spMkLst>
            <pc:docMk/>
            <pc:sldMk cId="2659182" sldId="257"/>
            <ac:spMk id="110" creationId="{CA6D162C-19C7-CB1F-98A5-EEB6E9D8340D}"/>
          </ac:spMkLst>
        </pc:spChg>
        <pc:spChg chg="add mod">
          <ac:chgData name="Luís Filipe da Silva Pragosa" userId="4d0e0cea-b732-4472-9144-3c8ba6b0f54b" providerId="ADAL" clId="{E6B3F969-B5A0-4E4C-AD14-5EF80DEA546E}" dt="2025-12-17T11:07:36.921" v="667"/>
          <ac:spMkLst>
            <pc:docMk/>
            <pc:sldMk cId="2659182" sldId="257"/>
            <ac:spMk id="114" creationId="{5A2B9D47-D821-DAAF-B5CE-437824905766}"/>
          </ac:spMkLst>
        </pc:spChg>
        <pc:spChg chg="add mod">
          <ac:chgData name="Luís Filipe da Silva Pragosa" userId="4d0e0cea-b732-4472-9144-3c8ba6b0f54b" providerId="ADAL" clId="{E6B3F969-B5A0-4E4C-AD14-5EF80DEA546E}" dt="2025-12-17T11:10:51.527" v="881" actId="1037"/>
          <ac:spMkLst>
            <pc:docMk/>
            <pc:sldMk cId="2659182" sldId="257"/>
            <ac:spMk id="130" creationId="{8FD122B7-690C-9BC3-576B-911060BCE7C6}"/>
          </ac:spMkLst>
        </pc:spChg>
        <pc:spChg chg="mod topLvl">
          <ac:chgData name="Luís Filipe da Silva Pragosa" userId="4d0e0cea-b732-4472-9144-3c8ba6b0f54b" providerId="ADAL" clId="{E6B3F969-B5A0-4E4C-AD14-5EF80DEA546E}" dt="2025-12-17T11:30:03.663" v="1341" actId="14100"/>
          <ac:spMkLst>
            <pc:docMk/>
            <pc:sldMk cId="2659182" sldId="257"/>
            <ac:spMk id="133" creationId="{ED74D176-3787-C100-A473-0B718283EF0D}"/>
          </ac:spMkLst>
        </pc:spChg>
        <pc:spChg chg="del mod topLvl">
          <ac:chgData name="Luís Filipe da Silva Pragosa" userId="4d0e0cea-b732-4472-9144-3c8ba6b0f54b" providerId="ADAL" clId="{E6B3F969-B5A0-4E4C-AD14-5EF80DEA546E}" dt="2025-12-17T11:09:35.219" v="767" actId="478"/>
          <ac:spMkLst>
            <pc:docMk/>
            <pc:sldMk cId="2659182" sldId="257"/>
            <ac:spMk id="135" creationId="{D71AE373-C55C-28F3-823E-F71837E91648}"/>
          </ac:spMkLst>
        </pc:spChg>
        <pc:spChg chg="del mod">
          <ac:chgData name="Luís Filipe da Silva Pragosa" userId="4d0e0cea-b732-4472-9144-3c8ba6b0f54b" providerId="ADAL" clId="{E6B3F969-B5A0-4E4C-AD14-5EF80DEA546E}" dt="2025-12-17T11:09:32.863" v="766" actId="478"/>
          <ac:spMkLst>
            <pc:docMk/>
            <pc:sldMk cId="2659182" sldId="257"/>
            <ac:spMk id="136" creationId="{6117F6A9-5A7E-3543-DA69-318FE899A056}"/>
          </ac:spMkLst>
        </pc:spChg>
        <pc:spChg chg="del mod">
          <ac:chgData name="Luís Filipe da Silva Pragosa" userId="4d0e0cea-b732-4472-9144-3c8ba6b0f54b" providerId="ADAL" clId="{E6B3F969-B5A0-4E4C-AD14-5EF80DEA546E}" dt="2025-12-17T11:09:25.974" v="763" actId="478"/>
          <ac:spMkLst>
            <pc:docMk/>
            <pc:sldMk cId="2659182" sldId="257"/>
            <ac:spMk id="137" creationId="{84F15220-3AE9-FAB6-70ED-93D2F75B8B4D}"/>
          </ac:spMkLst>
        </pc:spChg>
        <pc:spChg chg="add mod">
          <ac:chgData name="Luís Filipe da Silva Pragosa" userId="4d0e0cea-b732-4472-9144-3c8ba6b0f54b" providerId="ADAL" clId="{E6B3F969-B5A0-4E4C-AD14-5EF80DEA546E}" dt="2025-12-17T11:29:21.169" v="1335" actId="1037"/>
          <ac:spMkLst>
            <pc:docMk/>
            <pc:sldMk cId="2659182" sldId="257"/>
            <ac:spMk id="138" creationId="{D6C9E705-12EE-713B-4080-CFC4C069AA79}"/>
          </ac:spMkLst>
        </pc:spChg>
        <pc:spChg chg="add del mod">
          <ac:chgData name="Luís Filipe da Silva Pragosa" userId="4d0e0cea-b732-4472-9144-3c8ba6b0f54b" providerId="ADAL" clId="{E6B3F969-B5A0-4E4C-AD14-5EF80DEA546E}" dt="2025-12-17T11:29:21.169" v="1335" actId="1037"/>
          <ac:spMkLst>
            <pc:docMk/>
            <pc:sldMk cId="2659182" sldId="257"/>
            <ac:spMk id="139" creationId="{C798EE5E-8147-F88B-1E25-FCBC00B5C2B0}"/>
          </ac:spMkLst>
        </pc:spChg>
        <pc:spChg chg="add mod">
          <ac:chgData name="Luís Filipe da Silva Pragosa" userId="4d0e0cea-b732-4472-9144-3c8ba6b0f54b" providerId="ADAL" clId="{E6B3F969-B5A0-4E4C-AD14-5EF80DEA546E}" dt="2025-12-17T11:29:21.169" v="1335" actId="1037"/>
          <ac:spMkLst>
            <pc:docMk/>
            <pc:sldMk cId="2659182" sldId="257"/>
            <ac:spMk id="140" creationId="{17BAEDD1-BA63-BE91-BB5B-F2A3767052B8}"/>
          </ac:spMkLst>
        </pc:spChg>
        <pc:spChg chg="add del mod">
          <ac:chgData name="Luís Filipe da Silva Pragosa" userId="4d0e0cea-b732-4472-9144-3c8ba6b0f54b" providerId="ADAL" clId="{E6B3F969-B5A0-4E4C-AD14-5EF80DEA546E}" dt="2025-12-17T11:20:45.550" v="1050" actId="478"/>
          <ac:spMkLst>
            <pc:docMk/>
            <pc:sldMk cId="2659182" sldId="257"/>
            <ac:spMk id="141" creationId="{E0EC3E6E-2B57-5AE4-95AC-595A3E6F1D5D}"/>
          </ac:spMkLst>
        </pc:spChg>
        <pc:spChg chg="add mod">
          <ac:chgData name="Luís Filipe da Silva Pragosa" userId="4d0e0cea-b732-4472-9144-3c8ba6b0f54b" providerId="ADAL" clId="{E6B3F969-B5A0-4E4C-AD14-5EF80DEA546E}" dt="2025-12-17T11:29:21.169" v="1335" actId="1037"/>
          <ac:spMkLst>
            <pc:docMk/>
            <pc:sldMk cId="2659182" sldId="257"/>
            <ac:spMk id="142" creationId="{60C067F9-3D32-E18A-1025-E66D0CFF2441}"/>
          </ac:spMkLst>
        </pc:spChg>
        <pc:spChg chg="mod">
          <ac:chgData name="Luís Filipe da Silva Pragosa" userId="4d0e0cea-b732-4472-9144-3c8ba6b0f54b" providerId="ADAL" clId="{E6B3F969-B5A0-4E4C-AD14-5EF80DEA546E}" dt="2025-12-17T11:09:15.005" v="761"/>
          <ac:spMkLst>
            <pc:docMk/>
            <pc:sldMk cId="2659182" sldId="257"/>
            <ac:spMk id="152" creationId="{EF30C652-E9AC-DEF7-F1F5-F205B81F7D7F}"/>
          </ac:spMkLst>
        </pc:spChg>
        <pc:spChg chg="mod">
          <ac:chgData name="Luís Filipe da Silva Pragosa" userId="4d0e0cea-b732-4472-9144-3c8ba6b0f54b" providerId="ADAL" clId="{E6B3F969-B5A0-4E4C-AD14-5EF80DEA546E}" dt="2025-12-17T11:09:15.005" v="761"/>
          <ac:spMkLst>
            <pc:docMk/>
            <pc:sldMk cId="2659182" sldId="257"/>
            <ac:spMk id="153" creationId="{CFC65C03-27D1-8AF0-B72E-DC6C7F8DBF2B}"/>
          </ac:spMkLst>
        </pc:spChg>
        <pc:spChg chg="mod">
          <ac:chgData name="Luís Filipe da Silva Pragosa" userId="4d0e0cea-b732-4472-9144-3c8ba6b0f54b" providerId="ADAL" clId="{E6B3F969-B5A0-4E4C-AD14-5EF80DEA546E}" dt="2025-12-17T11:09:15.005" v="761"/>
          <ac:spMkLst>
            <pc:docMk/>
            <pc:sldMk cId="2659182" sldId="257"/>
            <ac:spMk id="154" creationId="{3EFF33C3-05C5-9C94-CE8C-F6F413091960}"/>
          </ac:spMkLst>
        </pc:spChg>
        <pc:spChg chg="mod">
          <ac:chgData name="Luís Filipe da Silva Pragosa" userId="4d0e0cea-b732-4472-9144-3c8ba6b0f54b" providerId="ADAL" clId="{E6B3F969-B5A0-4E4C-AD14-5EF80DEA546E}" dt="2025-12-17T11:13:29.632" v="961" actId="1038"/>
          <ac:spMkLst>
            <pc:docMk/>
            <pc:sldMk cId="2659182" sldId="257"/>
            <ac:spMk id="156" creationId="{8D1CB303-1B15-777C-1277-C9A5FFC64D84}"/>
          </ac:spMkLst>
        </pc:spChg>
        <pc:spChg chg="mod">
          <ac:chgData name="Luís Filipe da Silva Pragosa" userId="4d0e0cea-b732-4472-9144-3c8ba6b0f54b" providerId="ADAL" clId="{E6B3F969-B5A0-4E4C-AD14-5EF80DEA546E}" dt="2025-12-17T11:13:29.632" v="961" actId="1038"/>
          <ac:spMkLst>
            <pc:docMk/>
            <pc:sldMk cId="2659182" sldId="257"/>
            <ac:spMk id="157" creationId="{299D9C5D-B566-CF3A-6193-1ABABC2EEEB7}"/>
          </ac:spMkLst>
        </pc:spChg>
        <pc:spChg chg="mod">
          <ac:chgData name="Luís Filipe da Silva Pragosa" userId="4d0e0cea-b732-4472-9144-3c8ba6b0f54b" providerId="ADAL" clId="{E6B3F969-B5A0-4E4C-AD14-5EF80DEA546E}" dt="2025-12-17T11:13:29.632" v="961" actId="1038"/>
          <ac:spMkLst>
            <pc:docMk/>
            <pc:sldMk cId="2659182" sldId="257"/>
            <ac:spMk id="158" creationId="{2585CC80-ADB3-8361-1CE5-066F777DA077}"/>
          </ac:spMkLst>
        </pc:spChg>
        <pc:spChg chg="add mod">
          <ac:chgData name="Luís Filipe da Silva Pragosa" userId="4d0e0cea-b732-4472-9144-3c8ba6b0f54b" providerId="ADAL" clId="{E6B3F969-B5A0-4E4C-AD14-5EF80DEA546E}" dt="2025-12-17T11:44:56.420" v="1408" actId="1036"/>
          <ac:spMkLst>
            <pc:docMk/>
            <pc:sldMk cId="2659182" sldId="257"/>
            <ac:spMk id="159" creationId="{3D301F45-9847-0DC5-71A4-675FE5859BCB}"/>
          </ac:spMkLst>
        </pc:spChg>
        <pc:spChg chg="add del">
          <ac:chgData name="Luís Filipe da Silva Pragosa" userId="4d0e0cea-b732-4472-9144-3c8ba6b0f54b" providerId="ADAL" clId="{E6B3F969-B5A0-4E4C-AD14-5EF80DEA546E}" dt="2025-12-17T11:19:51.343" v="1038" actId="22"/>
          <ac:spMkLst>
            <pc:docMk/>
            <pc:sldMk cId="2659182" sldId="257"/>
            <ac:spMk id="173" creationId="{CB3DA978-D86E-9E24-5B61-8863CD5865B3}"/>
          </ac:spMkLst>
        </pc:spChg>
        <pc:spChg chg="add mod ord">
          <ac:chgData name="Luís Filipe da Silva Pragosa" userId="4d0e0cea-b732-4472-9144-3c8ba6b0f54b" providerId="ADAL" clId="{E6B3F969-B5A0-4E4C-AD14-5EF80DEA546E}" dt="2025-12-17T11:44:37.058" v="1404" actId="14100"/>
          <ac:spMkLst>
            <pc:docMk/>
            <pc:sldMk cId="2659182" sldId="257"/>
            <ac:spMk id="180" creationId="{BA3C8BD1-38E3-49A2-75A2-BF1098C7F78E}"/>
          </ac:spMkLst>
        </pc:spChg>
        <pc:spChg chg="add mod">
          <ac:chgData name="Luís Filipe da Silva Pragosa" userId="4d0e0cea-b732-4472-9144-3c8ba6b0f54b" providerId="ADAL" clId="{E6B3F969-B5A0-4E4C-AD14-5EF80DEA546E}" dt="2025-12-17T11:44:21.605" v="1403" actId="1076"/>
          <ac:spMkLst>
            <pc:docMk/>
            <pc:sldMk cId="2659182" sldId="257"/>
            <ac:spMk id="181" creationId="{84F99F59-0470-EB0E-73A9-28A7D1F47C65}"/>
          </ac:spMkLst>
        </pc:spChg>
        <pc:grpChg chg="mod">
          <ac:chgData name="Luís Filipe da Silva Pragosa" userId="4d0e0cea-b732-4472-9144-3c8ba6b0f54b" providerId="ADAL" clId="{E6B3F969-B5A0-4E4C-AD14-5EF80DEA546E}" dt="2025-12-17T11:27:08.049" v="1239" actId="1037"/>
          <ac:grpSpMkLst>
            <pc:docMk/>
            <pc:sldMk cId="2659182" sldId="257"/>
            <ac:grpSpMk id="15" creationId="{00000000-0000-0000-0000-000000000000}"/>
          </ac:grpSpMkLst>
        </pc:grpChg>
        <pc:grpChg chg="del mod">
          <ac:chgData name="Luís Filipe da Silva Pragosa" userId="4d0e0cea-b732-4472-9144-3c8ba6b0f54b" providerId="ADAL" clId="{E6B3F969-B5A0-4E4C-AD14-5EF80DEA546E}" dt="2025-12-17T11:09:12.957" v="760" actId="478"/>
          <ac:grpSpMkLst>
            <pc:docMk/>
            <pc:sldMk cId="2659182" sldId="257"/>
            <ac:grpSpMk id="34" creationId="{00000000-0000-0000-0000-000000000000}"/>
          </ac:grpSpMkLst>
        </pc:grpChg>
        <pc:grpChg chg="del">
          <ac:chgData name="Luís Filipe da Silva Pragosa" userId="4d0e0cea-b732-4472-9144-3c8ba6b0f54b" providerId="ADAL" clId="{E6B3F969-B5A0-4E4C-AD14-5EF80DEA546E}" dt="2025-12-17T11:09:09.521" v="759" actId="478"/>
          <ac:grpSpMkLst>
            <pc:docMk/>
            <pc:sldMk cId="2659182" sldId="257"/>
            <ac:grpSpMk id="36" creationId="{DA7F669B-1774-4125-9922-8107A6911262}"/>
          </ac:grpSpMkLst>
        </pc:grpChg>
        <pc:grpChg chg="mod">
          <ac:chgData name="Luís Filipe da Silva Pragosa" userId="4d0e0cea-b732-4472-9144-3c8ba6b0f54b" providerId="ADAL" clId="{E6B3F969-B5A0-4E4C-AD14-5EF80DEA546E}" dt="2025-12-17T11:34:08.412" v="1363" actId="1038"/>
          <ac:grpSpMkLst>
            <pc:docMk/>
            <pc:sldMk cId="2659182" sldId="257"/>
            <ac:grpSpMk id="56" creationId="{00000000-0000-0000-0000-000000000000}"/>
          </ac:grpSpMkLst>
        </pc:grpChg>
        <pc:grpChg chg="mod">
          <ac:chgData name="Luís Filipe da Silva Pragosa" userId="4d0e0cea-b732-4472-9144-3c8ba6b0f54b" providerId="ADAL" clId="{E6B3F969-B5A0-4E4C-AD14-5EF80DEA546E}" dt="2025-12-17T11:34:08.412" v="1363" actId="1038"/>
          <ac:grpSpMkLst>
            <pc:docMk/>
            <pc:sldMk cId="2659182" sldId="257"/>
            <ac:grpSpMk id="57" creationId="{00000000-0000-0000-0000-000000000000}"/>
          </ac:grpSpMkLst>
        </pc:grpChg>
        <pc:grpChg chg="mod">
          <ac:chgData name="Luís Filipe da Silva Pragosa" userId="4d0e0cea-b732-4472-9144-3c8ba6b0f54b" providerId="ADAL" clId="{E6B3F969-B5A0-4E4C-AD14-5EF80DEA546E}" dt="2025-12-17T11:30:22.258" v="1354" actId="1037"/>
          <ac:grpSpMkLst>
            <pc:docMk/>
            <pc:sldMk cId="2659182" sldId="257"/>
            <ac:grpSpMk id="86" creationId="{00000000-0000-0000-0000-000000000000}"/>
          </ac:grpSpMkLst>
        </pc:grpChg>
        <pc:grpChg chg="del">
          <ac:chgData name="Luís Filipe da Silva Pragosa" userId="4d0e0cea-b732-4472-9144-3c8ba6b0f54b" providerId="ADAL" clId="{E6B3F969-B5A0-4E4C-AD14-5EF80DEA546E}" dt="2025-12-17T11:09:35.219" v="767" actId="478"/>
          <ac:grpSpMkLst>
            <pc:docMk/>
            <pc:sldMk cId="2659182" sldId="257"/>
            <ac:grpSpMk id="132" creationId="{37A5CF1E-8688-1BC8-7E46-92F2F97A3FE8}"/>
          </ac:grpSpMkLst>
        </pc:grpChg>
        <pc:grpChg chg="del">
          <ac:chgData name="Luís Filipe da Silva Pragosa" userId="4d0e0cea-b732-4472-9144-3c8ba6b0f54b" providerId="ADAL" clId="{E6B3F969-B5A0-4E4C-AD14-5EF80DEA546E}" dt="2025-12-17T11:09:32.863" v="766" actId="478"/>
          <ac:grpSpMkLst>
            <pc:docMk/>
            <pc:sldMk cId="2659182" sldId="257"/>
            <ac:grpSpMk id="134" creationId="{DD7B41C8-A773-34E6-DB1F-07D234655FBD}"/>
          </ac:grpSpMkLst>
        </pc:grpChg>
        <pc:grpChg chg="add mod">
          <ac:chgData name="Luís Filipe da Silva Pragosa" userId="4d0e0cea-b732-4472-9144-3c8ba6b0f54b" providerId="ADAL" clId="{E6B3F969-B5A0-4E4C-AD14-5EF80DEA546E}" dt="2025-12-17T11:09:55.303" v="834" actId="1038"/>
          <ac:grpSpMkLst>
            <pc:docMk/>
            <pc:sldMk cId="2659182" sldId="257"/>
            <ac:grpSpMk id="151" creationId="{4A63AD8B-82AF-864C-6C17-56CE5E13D4B2}"/>
          </ac:grpSpMkLst>
        </pc:grpChg>
        <pc:grpChg chg="add mod">
          <ac:chgData name="Luís Filipe da Silva Pragosa" userId="4d0e0cea-b732-4472-9144-3c8ba6b0f54b" providerId="ADAL" clId="{E6B3F969-B5A0-4E4C-AD14-5EF80DEA546E}" dt="2025-12-17T11:28:23.320" v="1294" actId="1037"/>
          <ac:grpSpMkLst>
            <pc:docMk/>
            <pc:sldMk cId="2659182" sldId="257"/>
            <ac:grpSpMk id="155" creationId="{A05A6016-FC6D-A96D-47CD-A8576FFD96D0}"/>
          </ac:grpSpMkLst>
        </pc:grpChg>
        <pc:picChg chg="mod">
          <ac:chgData name="Luís Filipe da Silva Pragosa" userId="4d0e0cea-b732-4472-9144-3c8ba6b0f54b" providerId="ADAL" clId="{E6B3F969-B5A0-4E4C-AD14-5EF80DEA546E}" dt="2025-12-17T11:27:08.049" v="1239" actId="1037"/>
          <ac:picMkLst>
            <pc:docMk/>
            <pc:sldMk cId="2659182" sldId="257"/>
            <ac:picMk id="16" creationId="{00000000-0000-0000-0000-000000000000}"/>
          </ac:picMkLst>
        </pc:picChg>
        <pc:picChg chg="mod">
          <ac:chgData name="Luís Filipe da Silva Pragosa" userId="4d0e0cea-b732-4472-9144-3c8ba6b0f54b" providerId="ADAL" clId="{E6B3F969-B5A0-4E4C-AD14-5EF80DEA546E}" dt="2025-12-17T11:27:08.049" v="1239" actId="1037"/>
          <ac:picMkLst>
            <pc:docMk/>
            <pc:sldMk cId="2659182" sldId="257"/>
            <ac:picMk id="17" creationId="{00000000-0000-0000-0000-000000000000}"/>
          </ac:picMkLst>
        </pc:picChg>
        <pc:picChg chg="mod">
          <ac:chgData name="Luís Filipe da Silva Pragosa" userId="4d0e0cea-b732-4472-9144-3c8ba6b0f54b" providerId="ADAL" clId="{E6B3F969-B5A0-4E4C-AD14-5EF80DEA546E}" dt="2025-12-17T11:02:51.390" v="582" actId="465"/>
          <ac:picMkLst>
            <pc:docMk/>
            <pc:sldMk cId="2659182" sldId="257"/>
            <ac:picMk id="33" creationId="{00000000-0000-0000-0000-000000000000}"/>
          </ac:picMkLst>
        </pc:picChg>
        <pc:picChg chg="del mod">
          <ac:chgData name="Luís Filipe da Silva Pragosa" userId="4d0e0cea-b732-4472-9144-3c8ba6b0f54b" providerId="ADAL" clId="{E6B3F969-B5A0-4E4C-AD14-5EF80DEA546E}" dt="2025-12-17T11:01:12.628" v="561" actId="478"/>
          <ac:picMkLst>
            <pc:docMk/>
            <pc:sldMk cId="2659182" sldId="257"/>
            <ac:picMk id="45" creationId="{00000000-0000-0000-0000-000000000000}"/>
          </ac:picMkLst>
        </pc:picChg>
        <pc:picChg chg="del mod">
          <ac:chgData name="Luís Filipe da Silva Pragosa" userId="4d0e0cea-b732-4472-9144-3c8ba6b0f54b" providerId="ADAL" clId="{E6B3F969-B5A0-4E4C-AD14-5EF80DEA546E}" dt="2025-12-17T11:01:14.555" v="562" actId="478"/>
          <ac:picMkLst>
            <pc:docMk/>
            <pc:sldMk cId="2659182" sldId="257"/>
            <ac:picMk id="46" creationId="{00000000-0000-0000-0000-000000000000}"/>
          </ac:picMkLst>
        </pc:picChg>
        <pc:picChg chg="del mod">
          <ac:chgData name="Luís Filipe da Silva Pragosa" userId="4d0e0cea-b732-4472-9144-3c8ba6b0f54b" providerId="ADAL" clId="{E6B3F969-B5A0-4E4C-AD14-5EF80DEA546E}" dt="2025-12-17T11:01:17.336" v="564" actId="478"/>
          <ac:picMkLst>
            <pc:docMk/>
            <pc:sldMk cId="2659182" sldId="257"/>
            <ac:picMk id="47" creationId="{00000000-0000-0000-0000-000000000000}"/>
          </ac:picMkLst>
        </pc:picChg>
        <pc:picChg chg="del mod">
          <ac:chgData name="Luís Filipe da Silva Pragosa" userId="4d0e0cea-b732-4472-9144-3c8ba6b0f54b" providerId="ADAL" clId="{E6B3F969-B5A0-4E4C-AD14-5EF80DEA546E}" dt="2025-12-17T11:01:16.505" v="563" actId="478"/>
          <ac:picMkLst>
            <pc:docMk/>
            <pc:sldMk cId="2659182" sldId="257"/>
            <ac:picMk id="48" creationId="{00000000-0000-0000-0000-000000000000}"/>
          </ac:picMkLst>
        </pc:picChg>
        <pc:picChg chg="del mod">
          <ac:chgData name="Luís Filipe da Silva Pragosa" userId="4d0e0cea-b732-4472-9144-3c8ba6b0f54b" providerId="ADAL" clId="{E6B3F969-B5A0-4E4C-AD14-5EF80DEA546E}" dt="2025-12-17T11:08:34.514" v="754" actId="478"/>
          <ac:picMkLst>
            <pc:docMk/>
            <pc:sldMk cId="2659182" sldId="257"/>
            <ac:picMk id="54" creationId="{00000000-0000-0000-0000-000000000000}"/>
          </ac:picMkLst>
        </pc:picChg>
        <pc:picChg chg="mod">
          <ac:chgData name="Luís Filipe da Silva Pragosa" userId="4d0e0cea-b732-4472-9144-3c8ba6b0f54b" providerId="ADAL" clId="{E6B3F969-B5A0-4E4C-AD14-5EF80DEA546E}" dt="2025-12-17T11:34:08.412" v="1363" actId="1038"/>
          <ac:picMkLst>
            <pc:docMk/>
            <pc:sldMk cId="2659182" sldId="257"/>
            <ac:picMk id="58" creationId="{00000000-0000-0000-0000-000000000000}"/>
          </ac:picMkLst>
        </pc:picChg>
        <pc:picChg chg="mod">
          <ac:chgData name="Luís Filipe da Silva Pragosa" userId="4d0e0cea-b732-4472-9144-3c8ba6b0f54b" providerId="ADAL" clId="{E6B3F969-B5A0-4E4C-AD14-5EF80DEA546E}" dt="2025-12-17T11:34:08.412" v="1363" actId="1038"/>
          <ac:picMkLst>
            <pc:docMk/>
            <pc:sldMk cId="2659182" sldId="257"/>
            <ac:picMk id="60" creationId="{00000000-0000-0000-0000-000000000000}"/>
          </ac:picMkLst>
        </pc:picChg>
        <pc:picChg chg="mod">
          <ac:chgData name="Luís Filipe da Silva Pragosa" userId="4d0e0cea-b732-4472-9144-3c8ba6b0f54b" providerId="ADAL" clId="{E6B3F969-B5A0-4E4C-AD14-5EF80DEA546E}" dt="2025-12-17T11:30:22.258" v="1354" actId="1037"/>
          <ac:picMkLst>
            <pc:docMk/>
            <pc:sldMk cId="2659182" sldId="257"/>
            <ac:picMk id="82" creationId="{00000000-0000-0000-0000-000000000000}"/>
          </ac:picMkLst>
        </pc:picChg>
        <pc:picChg chg="mod">
          <ac:chgData name="Luís Filipe da Silva Pragosa" userId="4d0e0cea-b732-4472-9144-3c8ba6b0f54b" providerId="ADAL" clId="{E6B3F969-B5A0-4E4C-AD14-5EF80DEA546E}" dt="2025-12-17T11:30:22.258" v="1354" actId="1037"/>
          <ac:picMkLst>
            <pc:docMk/>
            <pc:sldMk cId="2659182" sldId="257"/>
            <ac:picMk id="87" creationId="{00000000-0000-0000-0000-000000000000}"/>
          </ac:picMkLst>
        </pc:picChg>
        <pc:picChg chg="mod">
          <ac:chgData name="Luís Filipe da Silva Pragosa" userId="4d0e0cea-b732-4472-9144-3c8ba6b0f54b" providerId="ADAL" clId="{E6B3F969-B5A0-4E4C-AD14-5EF80DEA546E}" dt="2025-12-17T11:30:22.258" v="1354" actId="1037"/>
          <ac:picMkLst>
            <pc:docMk/>
            <pc:sldMk cId="2659182" sldId="257"/>
            <ac:picMk id="88" creationId="{00000000-0000-0000-0000-000000000000}"/>
          </ac:picMkLst>
        </pc:picChg>
        <pc:picChg chg="add mod">
          <ac:chgData name="Luís Filipe da Silva Pragosa" userId="4d0e0cea-b732-4472-9144-3c8ba6b0f54b" providerId="ADAL" clId="{E6B3F969-B5A0-4E4C-AD14-5EF80DEA546E}" dt="2025-12-17T11:02:51.390" v="582" actId="465"/>
          <ac:picMkLst>
            <pc:docMk/>
            <pc:sldMk cId="2659182" sldId="257"/>
            <ac:picMk id="89" creationId="{232E67CD-E2B3-F576-EC81-6918F597F0DC}"/>
          </ac:picMkLst>
        </pc:picChg>
        <pc:picChg chg="add mod">
          <ac:chgData name="Luís Filipe da Silva Pragosa" userId="4d0e0cea-b732-4472-9144-3c8ba6b0f54b" providerId="ADAL" clId="{E6B3F969-B5A0-4E4C-AD14-5EF80DEA546E}" dt="2025-12-17T11:02:51.390" v="582" actId="465"/>
          <ac:picMkLst>
            <pc:docMk/>
            <pc:sldMk cId="2659182" sldId="257"/>
            <ac:picMk id="90" creationId="{60F27D6E-59C1-9172-EB04-46A45301D085}"/>
          </ac:picMkLst>
        </pc:picChg>
        <pc:picChg chg="add mod">
          <ac:chgData name="Luís Filipe da Silva Pragosa" userId="4d0e0cea-b732-4472-9144-3c8ba6b0f54b" providerId="ADAL" clId="{E6B3F969-B5A0-4E4C-AD14-5EF80DEA546E}" dt="2025-12-17T11:02:51.390" v="582" actId="465"/>
          <ac:picMkLst>
            <pc:docMk/>
            <pc:sldMk cId="2659182" sldId="257"/>
            <ac:picMk id="91" creationId="{C106F181-4AD1-886D-ED09-65524575909C}"/>
          </ac:picMkLst>
        </pc:picChg>
        <pc:picChg chg="add mod">
          <ac:chgData name="Luís Filipe da Silva Pragosa" userId="4d0e0cea-b732-4472-9144-3c8ba6b0f54b" providerId="ADAL" clId="{E6B3F969-B5A0-4E4C-AD14-5EF80DEA546E}" dt="2025-12-17T11:02:51.390" v="582" actId="465"/>
          <ac:picMkLst>
            <pc:docMk/>
            <pc:sldMk cId="2659182" sldId="257"/>
            <ac:picMk id="92" creationId="{4FA5D824-019D-9B68-7C0A-11C88A4C091A}"/>
          </ac:picMkLst>
        </pc:picChg>
        <pc:picChg chg="mod">
          <ac:chgData name="Luís Filipe da Silva Pragosa" userId="4d0e0cea-b732-4472-9144-3c8ba6b0f54b" providerId="ADAL" clId="{E6B3F969-B5A0-4E4C-AD14-5EF80DEA546E}" dt="2025-12-17T11:29:08.555" v="1326" actId="1038"/>
          <ac:picMkLst>
            <pc:docMk/>
            <pc:sldMk cId="2659182" sldId="257"/>
            <ac:picMk id="131" creationId="{C85A4CB6-7B0E-05FE-E505-50E5BA0DE15C}"/>
          </ac:picMkLst>
        </pc:picChg>
        <pc:picChg chg="mod">
          <ac:chgData name="Luís Filipe da Silva Pragosa" userId="4d0e0cea-b732-4472-9144-3c8ba6b0f54b" providerId="ADAL" clId="{E6B3F969-B5A0-4E4C-AD14-5EF80DEA546E}" dt="2025-12-17T14:47:29.189" v="1414" actId="1038"/>
          <ac:picMkLst>
            <pc:docMk/>
            <pc:sldMk cId="2659182" sldId="257"/>
            <ac:picMk id="143" creationId="{5D723858-A482-4F6B-F6CB-BA60F40939CB}"/>
          </ac:picMkLst>
        </pc:picChg>
        <pc:picChg chg="mod">
          <ac:chgData name="Luís Filipe da Silva Pragosa" userId="4d0e0cea-b732-4472-9144-3c8ba6b0f54b" providerId="ADAL" clId="{E6B3F969-B5A0-4E4C-AD14-5EF80DEA546E}" dt="2025-12-17T11:29:08.555" v="1326" actId="1038"/>
          <ac:picMkLst>
            <pc:docMk/>
            <pc:sldMk cId="2659182" sldId="257"/>
            <ac:picMk id="147" creationId="{C0091CF1-2A88-ED97-B5DF-7F1C7041DFC7}"/>
          </ac:picMkLst>
        </pc:picChg>
        <pc:picChg chg="mod">
          <ac:chgData name="Luís Filipe da Silva Pragosa" userId="4d0e0cea-b732-4472-9144-3c8ba6b0f54b" providerId="ADAL" clId="{E6B3F969-B5A0-4E4C-AD14-5EF80DEA546E}" dt="2025-12-17T11:29:08.555" v="1326" actId="1038"/>
          <ac:picMkLst>
            <pc:docMk/>
            <pc:sldMk cId="2659182" sldId="257"/>
            <ac:picMk id="148" creationId="{2103FF15-283B-C9C5-5965-C5BD9FCE2938}"/>
          </ac:picMkLst>
        </pc:picChg>
        <pc:picChg chg="del mod">
          <ac:chgData name="Luís Filipe da Silva Pragosa" userId="4d0e0cea-b732-4472-9144-3c8ba6b0f54b" providerId="ADAL" clId="{E6B3F969-B5A0-4E4C-AD14-5EF80DEA546E}" dt="2025-12-17T11:20:43.829" v="1049" actId="478"/>
          <ac:picMkLst>
            <pc:docMk/>
            <pc:sldMk cId="2659182" sldId="257"/>
            <ac:picMk id="149" creationId="{F5105AFF-CAB9-E893-9E54-979A79A515FE}"/>
          </ac:picMkLst>
        </pc:picChg>
        <pc:picChg chg="mod">
          <ac:chgData name="Luís Filipe da Silva Pragosa" userId="4d0e0cea-b732-4472-9144-3c8ba6b0f54b" providerId="ADAL" clId="{E6B3F969-B5A0-4E4C-AD14-5EF80DEA546E}" dt="2025-12-17T11:29:08.555" v="1326" actId="1038"/>
          <ac:picMkLst>
            <pc:docMk/>
            <pc:sldMk cId="2659182" sldId="257"/>
            <ac:picMk id="150" creationId="{F6C91390-4BAA-7DA0-16F9-53C489FED7D4}"/>
          </ac:picMkLst>
        </pc:picChg>
        <pc:picChg chg="add mod">
          <ac:chgData name="Luís Filipe da Silva Pragosa" userId="4d0e0cea-b732-4472-9144-3c8ba6b0f54b" providerId="ADAL" clId="{E6B3F969-B5A0-4E4C-AD14-5EF80DEA546E}" dt="2025-12-17T11:29:42.592" v="1339" actId="1037"/>
          <ac:picMkLst>
            <pc:docMk/>
            <pc:sldMk cId="2659182" sldId="257"/>
            <ac:picMk id="160" creationId="{9281EB72-FA24-AFBB-29E8-59BF2881CD1A}"/>
          </ac:picMkLst>
        </pc:picChg>
        <pc:cxnChg chg="mod">
          <ac:chgData name="Luís Filipe da Silva Pragosa" userId="4d0e0cea-b732-4472-9144-3c8ba6b0f54b" providerId="ADAL" clId="{E6B3F969-B5A0-4E4C-AD14-5EF80DEA546E}" dt="2025-12-17T11:27:27.705" v="1240" actId="14100"/>
          <ac:cxnSpMkLst>
            <pc:docMk/>
            <pc:sldMk cId="2659182" sldId="257"/>
            <ac:cxnSpMk id="51" creationId="{00000000-0000-0000-0000-000000000000}"/>
          </ac:cxnSpMkLst>
        </pc:cxnChg>
        <pc:cxnChg chg="mod">
          <ac:chgData name="Luís Filipe da Silva Pragosa" userId="4d0e0cea-b732-4472-9144-3c8ba6b0f54b" providerId="ADAL" clId="{E6B3F969-B5A0-4E4C-AD14-5EF80DEA546E}" dt="2025-12-17T11:27:08.049" v="1239" actId="1037"/>
          <ac:cxnSpMkLst>
            <pc:docMk/>
            <pc:sldMk cId="2659182" sldId="257"/>
            <ac:cxnSpMk id="52" creationId="{00000000-0000-0000-0000-000000000000}"/>
          </ac:cxnSpMkLst>
        </pc:cxnChg>
        <pc:cxnChg chg="del mod">
          <ac:chgData name="Luís Filipe da Silva Pragosa" userId="4d0e0cea-b732-4472-9144-3c8ba6b0f54b" providerId="ADAL" clId="{E6B3F969-B5A0-4E4C-AD14-5EF80DEA546E}" dt="2025-12-17T11:08:31.491" v="752" actId="478"/>
          <ac:cxnSpMkLst>
            <pc:docMk/>
            <pc:sldMk cId="2659182" sldId="257"/>
            <ac:cxnSpMk id="55" creationId="{00000000-0000-0000-0000-000000000000}"/>
          </ac:cxnSpMkLst>
        </pc:cxnChg>
        <pc:cxnChg chg="del mod">
          <ac:chgData name="Luís Filipe da Silva Pragosa" userId="4d0e0cea-b732-4472-9144-3c8ba6b0f54b" providerId="ADAL" clId="{E6B3F969-B5A0-4E4C-AD14-5EF80DEA546E}" dt="2025-12-17T11:08:33.423" v="753" actId="478"/>
          <ac:cxnSpMkLst>
            <pc:docMk/>
            <pc:sldMk cId="2659182" sldId="257"/>
            <ac:cxnSpMk id="61" creationId="{00000000-0000-0000-0000-000000000000}"/>
          </ac:cxnSpMkLst>
        </pc:cxnChg>
        <pc:cxnChg chg="mod">
          <ac:chgData name="Luís Filipe da Silva Pragosa" userId="4d0e0cea-b732-4472-9144-3c8ba6b0f54b" providerId="ADAL" clId="{E6B3F969-B5A0-4E4C-AD14-5EF80DEA546E}" dt="2025-12-17T11:30:32.711" v="1355" actId="1076"/>
          <ac:cxnSpMkLst>
            <pc:docMk/>
            <pc:sldMk cId="2659182" sldId="257"/>
            <ac:cxnSpMk id="63" creationId="{00000000-0000-0000-0000-000000000000}"/>
          </ac:cxnSpMkLst>
        </pc:cxnChg>
        <pc:cxnChg chg="mod">
          <ac:chgData name="Luís Filipe da Silva Pragosa" userId="4d0e0cea-b732-4472-9144-3c8ba6b0f54b" providerId="ADAL" clId="{E6B3F969-B5A0-4E4C-AD14-5EF80DEA546E}" dt="2025-12-17T11:30:32.711" v="1355" actId="1076"/>
          <ac:cxnSpMkLst>
            <pc:docMk/>
            <pc:sldMk cId="2659182" sldId="257"/>
            <ac:cxnSpMk id="64" creationId="{00000000-0000-0000-0000-000000000000}"/>
          </ac:cxnSpMkLst>
        </pc:cxnChg>
        <pc:cxnChg chg="mod">
          <ac:chgData name="Luís Filipe da Silva Pragosa" userId="4d0e0cea-b732-4472-9144-3c8ba6b0f54b" providerId="ADAL" clId="{E6B3F969-B5A0-4E4C-AD14-5EF80DEA546E}" dt="2025-12-17T11:30:32.711" v="1355" actId="1076"/>
          <ac:cxnSpMkLst>
            <pc:docMk/>
            <pc:sldMk cId="2659182" sldId="257"/>
            <ac:cxnSpMk id="65" creationId="{00000000-0000-0000-0000-000000000000}"/>
          </ac:cxnSpMkLst>
        </pc:cxnChg>
        <pc:cxnChg chg="del mod">
          <ac:chgData name="Luís Filipe da Silva Pragosa" userId="4d0e0cea-b732-4472-9144-3c8ba6b0f54b" providerId="ADAL" clId="{E6B3F969-B5A0-4E4C-AD14-5EF80DEA546E}" dt="2025-12-17T11:08:35.611" v="755" actId="478"/>
          <ac:cxnSpMkLst>
            <pc:docMk/>
            <pc:sldMk cId="2659182" sldId="257"/>
            <ac:cxnSpMk id="69" creationId="{00000000-0000-0000-0000-000000000000}"/>
          </ac:cxnSpMkLst>
        </pc:cxnChg>
        <pc:cxnChg chg="mod">
          <ac:chgData name="Luís Filipe da Silva Pragosa" userId="4d0e0cea-b732-4472-9144-3c8ba6b0f54b" providerId="ADAL" clId="{E6B3F969-B5A0-4E4C-AD14-5EF80DEA546E}" dt="2025-12-17T11:30:22.258" v="1354" actId="1037"/>
          <ac:cxnSpMkLst>
            <pc:docMk/>
            <pc:sldMk cId="2659182" sldId="257"/>
            <ac:cxnSpMk id="71" creationId="{00000000-0000-0000-0000-000000000000}"/>
          </ac:cxnSpMkLst>
        </pc:cxnChg>
        <pc:cxnChg chg="mod">
          <ac:chgData name="Luís Filipe da Silva Pragosa" userId="4d0e0cea-b732-4472-9144-3c8ba6b0f54b" providerId="ADAL" clId="{E6B3F969-B5A0-4E4C-AD14-5EF80DEA546E}" dt="2025-12-17T11:35:05.293" v="1377" actId="1037"/>
          <ac:cxnSpMkLst>
            <pc:docMk/>
            <pc:sldMk cId="2659182" sldId="257"/>
            <ac:cxnSpMk id="83" creationId="{00000000-0000-0000-0000-000000000000}"/>
          </ac:cxnSpMkLst>
        </pc:cxnChg>
        <pc:cxnChg chg="mod">
          <ac:chgData name="Luís Filipe da Silva Pragosa" userId="4d0e0cea-b732-4472-9144-3c8ba6b0f54b" providerId="ADAL" clId="{E6B3F969-B5A0-4E4C-AD14-5EF80DEA546E}" dt="2025-12-17T14:47:29.189" v="1414" actId="1038"/>
          <ac:cxnSpMkLst>
            <pc:docMk/>
            <pc:sldMk cId="2659182" sldId="257"/>
            <ac:cxnSpMk id="144" creationId="{B638C70C-8312-6CF0-8883-B91AD58C7102}"/>
          </ac:cxnSpMkLst>
        </pc:cxnChg>
        <pc:cxnChg chg="mod">
          <ac:chgData name="Luís Filipe da Silva Pragosa" userId="4d0e0cea-b732-4472-9144-3c8ba6b0f54b" providerId="ADAL" clId="{E6B3F969-B5A0-4E4C-AD14-5EF80DEA546E}" dt="2025-12-17T11:34:26.627" v="1371" actId="1038"/>
          <ac:cxnSpMkLst>
            <pc:docMk/>
            <pc:sldMk cId="2659182" sldId="257"/>
            <ac:cxnSpMk id="145" creationId="{FF22C9F2-6537-DE5B-9BD5-66CF417D45B3}"/>
          </ac:cxnSpMkLst>
        </pc:cxnChg>
        <pc:cxnChg chg="mod">
          <ac:chgData name="Luís Filipe da Silva Pragosa" userId="4d0e0cea-b732-4472-9144-3c8ba6b0f54b" providerId="ADAL" clId="{E6B3F969-B5A0-4E4C-AD14-5EF80DEA546E}" dt="2025-12-17T11:34:56.850" v="1375" actId="1038"/>
          <ac:cxnSpMkLst>
            <pc:docMk/>
            <pc:sldMk cId="2659182" sldId="257"/>
            <ac:cxnSpMk id="146" creationId="{1E725338-E60B-1378-D428-E1C53154DD11}"/>
          </ac:cxnSpMkLst>
        </pc:cxnChg>
        <pc:cxnChg chg="add mod">
          <ac:chgData name="Luís Filipe da Silva Pragosa" userId="4d0e0cea-b732-4472-9144-3c8ba6b0f54b" providerId="ADAL" clId="{E6B3F969-B5A0-4E4C-AD14-5EF80DEA546E}" dt="2025-12-17T11:27:59.648" v="1242" actId="14100"/>
          <ac:cxnSpMkLst>
            <pc:docMk/>
            <pc:sldMk cId="2659182" sldId="257"/>
            <ac:cxnSpMk id="161" creationId="{91EA62B1-FCEF-FCA8-EEEF-1C7AE1E72A8B}"/>
          </ac:cxnSpMkLst>
        </pc:cxnChg>
        <pc:cxnChg chg="add mod">
          <ac:chgData name="Luís Filipe da Silva Pragosa" userId="4d0e0cea-b732-4472-9144-3c8ba6b0f54b" providerId="ADAL" clId="{E6B3F969-B5A0-4E4C-AD14-5EF80DEA546E}" dt="2025-12-17T11:29:50.369" v="1340" actId="14100"/>
          <ac:cxnSpMkLst>
            <pc:docMk/>
            <pc:sldMk cId="2659182" sldId="257"/>
            <ac:cxnSpMk id="162" creationId="{4CE501F4-CCE5-1AE5-8972-5AA99F6C513E}"/>
          </ac:cxnSpMkLst>
        </pc:cxnChg>
        <pc:cxnChg chg="add mod">
          <ac:chgData name="Luís Filipe da Silva Pragosa" userId="4d0e0cea-b732-4472-9144-3c8ba6b0f54b" providerId="ADAL" clId="{E6B3F969-B5A0-4E4C-AD14-5EF80DEA546E}" dt="2025-12-17T11:29:31.164" v="1336" actId="14100"/>
          <ac:cxnSpMkLst>
            <pc:docMk/>
            <pc:sldMk cId="2659182" sldId="257"/>
            <ac:cxnSpMk id="170" creationId="{B57F6CCE-AD80-E1BC-1DE2-A61D3D1D76EA}"/>
          </ac:cxnSpMkLst>
        </pc:cxnChg>
      </pc:sldChg>
      <pc:sldChg chg="addSp delSp modSp new mod">
        <pc:chgData name="Luís Filipe da Silva Pragosa" userId="4d0e0cea-b732-4472-9144-3c8ba6b0f54b" providerId="ADAL" clId="{E6B3F969-B5A0-4E4C-AD14-5EF80DEA546E}" dt="2025-12-16T16:37:44.051" v="49"/>
        <pc:sldMkLst>
          <pc:docMk/>
          <pc:sldMk cId="3502646276" sldId="258"/>
        </pc:sldMkLst>
        <pc:spChg chg="add mod">
          <ac:chgData name="Luís Filipe da Silva Pragosa" userId="4d0e0cea-b732-4472-9144-3c8ba6b0f54b" providerId="ADAL" clId="{E6B3F969-B5A0-4E4C-AD14-5EF80DEA546E}" dt="2025-12-16T16:37:30.844" v="43" actId="14100"/>
          <ac:spMkLst>
            <pc:docMk/>
            <pc:sldMk cId="3502646276" sldId="258"/>
            <ac:spMk id="11" creationId="{AE0AAA6A-B7DB-69B4-050E-BC2CC8381DD9}"/>
          </ac:spMkLst>
        </pc:spChg>
        <pc:spChg chg="add mod">
          <ac:chgData name="Luís Filipe da Silva Pragosa" userId="4d0e0cea-b732-4472-9144-3c8ba6b0f54b" providerId="ADAL" clId="{E6B3F969-B5A0-4E4C-AD14-5EF80DEA546E}" dt="2025-12-16T16:37:43.072" v="47" actId="20577"/>
          <ac:spMkLst>
            <pc:docMk/>
            <pc:sldMk cId="3502646276" sldId="258"/>
            <ac:spMk id="12" creationId="{2BAC9C11-1D0F-F8C7-7E03-8A05A18156D6}"/>
          </ac:spMkLst>
        </pc:spChg>
        <pc:picChg chg="add mod">
          <ac:chgData name="Luís Filipe da Silva Pragosa" userId="4d0e0cea-b732-4472-9144-3c8ba6b0f54b" providerId="ADAL" clId="{E6B3F969-B5A0-4E4C-AD14-5EF80DEA546E}" dt="2025-12-16T16:36:10.461" v="6"/>
          <ac:picMkLst>
            <pc:docMk/>
            <pc:sldMk cId="3502646276" sldId="258"/>
            <ac:picMk id="6" creationId="{57F12840-B53B-1F17-8838-C67B4E753349}"/>
          </ac:picMkLst>
        </pc:picChg>
        <pc:cxnChg chg="add mod">
          <ac:chgData name="Luís Filipe da Silva Pragosa" userId="4d0e0cea-b732-4472-9144-3c8ba6b0f54b" providerId="ADAL" clId="{E6B3F969-B5A0-4E4C-AD14-5EF80DEA546E}" dt="2025-12-16T16:36:28.171" v="8" actId="1076"/>
          <ac:cxnSpMkLst>
            <pc:docMk/>
            <pc:sldMk cId="3502646276" sldId="258"/>
            <ac:cxnSpMk id="8" creationId="{C017EC1B-476C-0403-4A57-BB1202CB2A1C}"/>
          </ac:cxnSpMkLst>
        </pc:cxnChg>
        <pc:cxnChg chg="add mod">
          <ac:chgData name="Luís Filipe da Silva Pragosa" userId="4d0e0cea-b732-4472-9144-3c8ba6b0f54b" providerId="ADAL" clId="{E6B3F969-B5A0-4E4C-AD14-5EF80DEA546E}" dt="2025-12-16T16:36:47.937" v="30" actId="14100"/>
          <ac:cxnSpMkLst>
            <pc:docMk/>
            <pc:sldMk cId="3502646276" sldId="258"/>
            <ac:cxnSpMk id="9" creationId="{B039DC4D-D48E-F15D-B5F9-0BCC6538BA90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FA2EA-0002-4302-9060-0E87986BC456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D91F6-E619-486D-82CD-56C4D70B3C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8436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FA2EA-0002-4302-9060-0E87986BC456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D91F6-E619-486D-82CD-56C4D70B3C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235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FA2EA-0002-4302-9060-0E87986BC456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D91F6-E619-486D-82CD-56C4D70B3C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2176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FA2EA-0002-4302-9060-0E87986BC456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D91F6-E619-486D-82CD-56C4D70B3C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8246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FA2EA-0002-4302-9060-0E87986BC456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D91F6-E619-486D-82CD-56C4D70B3C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867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FA2EA-0002-4302-9060-0E87986BC456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D91F6-E619-486D-82CD-56C4D70B3C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778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FA2EA-0002-4302-9060-0E87986BC456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D91F6-E619-486D-82CD-56C4D70B3C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678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FA2EA-0002-4302-9060-0E87986BC456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D91F6-E619-486D-82CD-56C4D70B3C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816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FA2EA-0002-4302-9060-0E87986BC456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D91F6-E619-486D-82CD-56C4D70B3C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054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FA2EA-0002-4302-9060-0E87986BC456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D91F6-E619-486D-82CD-56C4D70B3C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8031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FA2EA-0002-4302-9060-0E87986BC456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D91F6-E619-486D-82CD-56C4D70B3C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2478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9FA2EA-0002-4302-9060-0E87986BC456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BD91F6-E619-486D-82CD-56C4D70B3C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716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Rectángulo 302">
            <a:extLst>
              <a:ext uri="{FF2B5EF4-FFF2-40B4-BE49-F238E27FC236}">
                <a16:creationId xmlns:a16="http://schemas.microsoft.com/office/drawing/2014/main" id="{BA3C8BD1-38E3-49A2-75A2-BF1098C7F78E}"/>
              </a:ext>
            </a:extLst>
          </p:cNvPr>
          <p:cNvSpPr/>
          <p:nvPr/>
        </p:nvSpPr>
        <p:spPr>
          <a:xfrm>
            <a:off x="6786662" y="1508760"/>
            <a:ext cx="1852968" cy="2782766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Rectángulo 68"/>
          <p:cNvSpPr/>
          <p:nvPr/>
        </p:nvSpPr>
        <p:spPr>
          <a:xfrm>
            <a:off x="2185473" y="627113"/>
            <a:ext cx="972000" cy="366903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antander Headline" panose="020B0504020201020104" pitchFamily="34" charset="0"/>
              <a:ea typeface="+mn-ea"/>
              <a:cs typeface="+mn-cs"/>
            </a:endParaRPr>
          </a:p>
        </p:txBody>
      </p:sp>
      <p:sp>
        <p:nvSpPr>
          <p:cNvPr id="5" name="Rectángulo 68"/>
          <p:cNvSpPr/>
          <p:nvPr/>
        </p:nvSpPr>
        <p:spPr>
          <a:xfrm>
            <a:off x="1189334" y="627113"/>
            <a:ext cx="936000" cy="366903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antander Headline" panose="020B0504020201020104" pitchFamily="34" charset="0"/>
              <a:ea typeface="+mn-ea"/>
              <a:cs typeface="+mn-cs"/>
            </a:endParaRPr>
          </a:p>
        </p:txBody>
      </p:sp>
      <p:sp>
        <p:nvSpPr>
          <p:cNvPr id="6" name="Rectángulo 302"/>
          <p:cNvSpPr/>
          <p:nvPr/>
        </p:nvSpPr>
        <p:spPr>
          <a:xfrm>
            <a:off x="3229653" y="1508760"/>
            <a:ext cx="3385236" cy="2782766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ángulo 305"/>
          <p:cNvSpPr/>
          <p:nvPr/>
        </p:nvSpPr>
        <p:spPr>
          <a:xfrm>
            <a:off x="2170312" y="440149"/>
            <a:ext cx="4444577" cy="320400"/>
          </a:xfrm>
          <a:prstGeom prst="rect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1" i="1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Datalake – </a:t>
            </a:r>
            <a:r>
              <a:rPr kumimoji="0" lang="pt-PT" sz="1000" b="1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Fase 1</a:t>
            </a:r>
          </a:p>
        </p:txBody>
      </p:sp>
      <p:sp>
        <p:nvSpPr>
          <p:cNvPr id="8" name="Rectángulo 69"/>
          <p:cNvSpPr/>
          <p:nvPr/>
        </p:nvSpPr>
        <p:spPr>
          <a:xfrm>
            <a:off x="1189334" y="440149"/>
            <a:ext cx="936000" cy="321085"/>
          </a:xfrm>
          <a:prstGeom prst="rect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Text" panose="020B0504020201020104" pitchFamily="34" charset="0"/>
              </a:rPr>
              <a:t>Aplicações</a:t>
            </a:r>
            <a:r>
              <a:rPr kumimoji="0" lang="en-GB" sz="1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Headline" panose="020B0504020201020104" pitchFamily="34" charset="0"/>
                <a:ea typeface="+mn-ea"/>
                <a:cs typeface="+mn-cs"/>
              </a:rPr>
              <a:t> </a:t>
            </a:r>
            <a:r>
              <a:rPr lang="en-GB" sz="1000" b="1" kern="0" dirty="0" err="1">
                <a:solidFill>
                  <a:prstClr val="white"/>
                </a:solidFill>
                <a:latin typeface="Santander Headline" panose="020B0504020201020104" pitchFamily="34" charset="0"/>
              </a:rPr>
              <a:t>Intermédias</a:t>
            </a:r>
            <a:endParaRPr kumimoji="0" lang="en-GB" sz="1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antander Headline" panose="020B0504020201020104" pitchFamily="34" charset="0"/>
              <a:ea typeface="+mn-ea"/>
              <a:cs typeface="+mn-cs"/>
            </a:endParaRPr>
          </a:p>
        </p:txBody>
      </p:sp>
      <p:sp>
        <p:nvSpPr>
          <p:cNvPr id="9" name="Rectangle 32"/>
          <p:cNvSpPr>
            <a:spLocks noChangeArrowheads="1"/>
          </p:cNvSpPr>
          <p:nvPr/>
        </p:nvSpPr>
        <p:spPr bwMode="auto">
          <a:xfrm>
            <a:off x="1217003" y="1392072"/>
            <a:ext cx="864000" cy="2988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lvl="0" algn="ctr" defTabSz="914400">
              <a:defRPr/>
            </a:pPr>
            <a:r>
              <a:rPr lang="pt-PT" altLang="pt-PT" sz="1000" kern="0" dirty="0">
                <a:solidFill>
                  <a:prstClr val="black"/>
                </a:solidFill>
                <a:latin typeface="Santander Headline" panose="020B0504020201020104" pitchFamily="34" charset="0"/>
              </a:rPr>
              <a:t>Imparidade</a:t>
            </a:r>
            <a:endParaRPr kumimoji="0" lang="pt-BR" altLang="pt-PT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tander Headline" panose="020B0504020201020104" pitchFamily="34" charset="0"/>
              <a:ea typeface="+mn-ea"/>
              <a:cs typeface="+mn-cs"/>
            </a:endParaRPr>
          </a:p>
        </p:txBody>
      </p:sp>
      <p:sp>
        <p:nvSpPr>
          <p:cNvPr id="10" name="Rectangle 30">
            <a:extLst>
              <a:ext uri="{FF2B5EF4-FFF2-40B4-BE49-F238E27FC236}">
                <a16:creationId xmlns:a16="http://schemas.microsoft.com/office/drawing/2014/main" id="{14EFBA94-FC78-49EB-A4AF-BA9FC608CD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7003" y="2585440"/>
            <a:ext cx="864000" cy="2988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lvl="0" algn="ctr" defTabSz="914400">
              <a:defRPr/>
            </a:pPr>
            <a:r>
              <a:rPr lang="pt-PT" altLang="pt-PT" sz="1000" kern="0" dirty="0">
                <a:solidFill>
                  <a:prstClr val="black"/>
                </a:solidFill>
                <a:latin typeface="Santander Headline" panose="020B0504020201020104" pitchFamily="34" charset="0"/>
              </a:rPr>
              <a:t>BDR</a:t>
            </a:r>
            <a:endParaRPr kumimoji="0" lang="pt-PT" altLang="pt-PT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tander Headline" panose="020B0504020201020104" pitchFamily="34" charset="0"/>
              <a:ea typeface="+mn-ea"/>
              <a:cs typeface="+mn-cs"/>
            </a:endParaRPr>
          </a:p>
        </p:txBody>
      </p:sp>
      <p:sp>
        <p:nvSpPr>
          <p:cNvPr id="11" name="Rectangle 32">
            <a:extLst>
              <a:ext uri="{FF2B5EF4-FFF2-40B4-BE49-F238E27FC236}">
                <a16:creationId xmlns:a16="http://schemas.microsoft.com/office/drawing/2014/main" id="{0C2E659E-B60D-4106-8DA8-791A90E668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7003" y="1988756"/>
            <a:ext cx="864000" cy="2988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altLang="pt-PT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Headline" panose="020B0504020201020104" pitchFamily="34" charset="0"/>
                <a:ea typeface="+mn-ea"/>
                <a:cs typeface="+mn-cs"/>
              </a:rPr>
              <a:t>Riscos</a:t>
            </a:r>
          </a:p>
        </p:txBody>
      </p:sp>
      <p:sp>
        <p:nvSpPr>
          <p:cNvPr id="12" name="Rectangle 32">
            <a:extLst>
              <a:ext uri="{FF2B5EF4-FFF2-40B4-BE49-F238E27FC236}">
                <a16:creationId xmlns:a16="http://schemas.microsoft.com/office/drawing/2014/main" id="{A1B0947F-D6DD-43A8-A34D-42F678EE52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7003" y="795388"/>
            <a:ext cx="864000" cy="2988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altLang="pt-PT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Headline" panose="020B0504020201020104" pitchFamily="34" charset="0"/>
                <a:ea typeface="+mn-ea"/>
                <a:cs typeface="+mn-cs"/>
              </a:rPr>
              <a:t>ICs</a:t>
            </a:r>
          </a:p>
        </p:txBody>
      </p:sp>
      <p:sp>
        <p:nvSpPr>
          <p:cNvPr id="13" name="Rectangle 30">
            <a:extLst>
              <a:ext uri="{FF2B5EF4-FFF2-40B4-BE49-F238E27FC236}">
                <a16:creationId xmlns:a16="http://schemas.microsoft.com/office/drawing/2014/main" id="{14EFBA94-FC78-49EB-A4AF-BA9FC608CD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7003" y="3182122"/>
            <a:ext cx="864000" cy="2988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lvl="0" algn="ctr" defTabSz="914400">
              <a:defRPr/>
            </a:pPr>
            <a:r>
              <a:rPr lang="pt-PT" altLang="pt-PT" sz="1000" kern="0" dirty="0">
                <a:solidFill>
                  <a:prstClr val="black"/>
                </a:solidFill>
                <a:latin typeface="Santander Headline" panose="020B0504020201020104" pitchFamily="34" charset="0"/>
              </a:rPr>
              <a:t>…</a:t>
            </a:r>
            <a:endParaRPr kumimoji="0" lang="pt-PT" altLang="pt-PT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tander Headline" panose="020B0504020201020104" pitchFamily="34" charset="0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1CDA135-DCE9-4423-9C48-D0BC8EB548FB}"/>
              </a:ext>
            </a:extLst>
          </p:cNvPr>
          <p:cNvSpPr txBox="1"/>
          <p:nvPr/>
        </p:nvSpPr>
        <p:spPr>
          <a:xfrm>
            <a:off x="3816453" y="4088500"/>
            <a:ext cx="25130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pt-PT" sz="1000" b="1" i="1" dirty="0">
                <a:solidFill>
                  <a:prstClr val="black"/>
                </a:solidFill>
                <a:latin typeface="Santander Text" panose="020B0504020201020104" pitchFamily="34" charset="0"/>
              </a:rPr>
              <a:t>Tape </a:t>
            </a:r>
            <a:r>
              <a:rPr lang="pt-PT" sz="1000" b="1" i="1" dirty="0" err="1">
                <a:solidFill>
                  <a:prstClr val="black"/>
                </a:solidFill>
                <a:latin typeface="Santander Text" panose="020B0504020201020104" pitchFamily="34" charset="0"/>
              </a:rPr>
              <a:t>Reporting</a:t>
            </a:r>
            <a:r>
              <a:rPr lang="pt-PT" sz="1000" b="1" i="1" dirty="0">
                <a:solidFill>
                  <a:prstClr val="black"/>
                </a:solidFill>
                <a:latin typeface="Santander Text" panose="020B0504020201020104" pitchFamily="34" charset="0"/>
              </a:rPr>
              <a:t> </a:t>
            </a:r>
            <a:r>
              <a:rPr lang="pt-PT" sz="1000" b="1" i="1" dirty="0" err="1">
                <a:solidFill>
                  <a:prstClr val="black"/>
                </a:solidFill>
                <a:latin typeface="Santander Text" panose="020B0504020201020104" pitchFamily="34" charset="0"/>
              </a:rPr>
              <a:t>Engine</a:t>
            </a:r>
            <a:r>
              <a:rPr lang="pt-PT" sz="1000" b="1" i="1" dirty="0">
                <a:solidFill>
                  <a:prstClr val="black"/>
                </a:solidFill>
                <a:latin typeface="Santander Text" panose="020B0504020201020104" pitchFamily="34" charset="0"/>
              </a:rPr>
              <a:t> </a:t>
            </a:r>
            <a:r>
              <a:rPr lang="pt-PT" sz="1000" b="1" dirty="0">
                <a:solidFill>
                  <a:prstClr val="black"/>
                </a:solidFill>
                <a:latin typeface="Santander Text" panose="020B0504020201020104" pitchFamily="34" charset="0"/>
              </a:rPr>
              <a:t>(Motor </a:t>
            </a:r>
            <a:r>
              <a:rPr lang="pt-PT" sz="1000" b="1" i="1" dirty="0" err="1">
                <a:solidFill>
                  <a:prstClr val="black"/>
                </a:solidFill>
                <a:latin typeface="Santander Text" panose="020B0504020201020104" pitchFamily="34" charset="0"/>
              </a:rPr>
              <a:t>Loan</a:t>
            </a:r>
            <a:r>
              <a:rPr lang="pt-PT" sz="1000" b="1" i="1" dirty="0">
                <a:solidFill>
                  <a:prstClr val="black"/>
                </a:solidFill>
                <a:latin typeface="Santander Text" panose="020B0504020201020104" pitchFamily="34" charset="0"/>
              </a:rPr>
              <a:t> Tape) 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5606973" y="983957"/>
            <a:ext cx="541382" cy="449352"/>
            <a:chOff x="2988362" y="1267823"/>
            <a:chExt cx="737727" cy="564878"/>
          </a:xfrm>
        </p:grpSpPr>
        <p:pic>
          <p:nvPicPr>
            <p:cNvPr id="16" name="Picture 14" descr="Simple computer screen icon computer #AD , #Affiliate, #sponsored, #computer,  #screen, #icon, #Simple | Camera illustration, Screen icon, Computer logo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61211" y="1267823"/>
              <a:ext cx="564878" cy="5648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16" descr="User shape - Free people icons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88362" y="1471582"/>
              <a:ext cx="345698" cy="3456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8" name="CuadroTexto 86"/>
          <p:cNvSpPr txBox="1"/>
          <p:nvPr/>
        </p:nvSpPr>
        <p:spPr>
          <a:xfrm>
            <a:off x="5314417" y="756297"/>
            <a:ext cx="1262685" cy="288791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pPr algn="ctr" defTabSz="914400"/>
            <a:r>
              <a:rPr lang="es-ES" sz="1000" b="1" i="1" dirty="0">
                <a:solidFill>
                  <a:prstClr val="black"/>
                </a:solidFill>
                <a:latin typeface="Santander Text" panose="020B0504020201020104" pitchFamily="34" charset="0"/>
              </a:rPr>
              <a:t>Front Datalake </a:t>
            </a:r>
            <a:r>
              <a:rPr lang="es-ES" sz="1000" b="1" i="1" dirty="0" err="1">
                <a:solidFill>
                  <a:prstClr val="black"/>
                </a:solidFill>
                <a:latin typeface="Santander Text" panose="020B0504020201020104" pitchFamily="34" charset="0"/>
              </a:rPr>
              <a:t>Hub</a:t>
            </a:r>
            <a:endParaRPr lang="es-ES" sz="1000" b="1" i="1" dirty="0">
              <a:solidFill>
                <a:prstClr val="black"/>
              </a:solidFill>
              <a:latin typeface="Santander Text" panose="020B0504020201020104" pitchFamily="34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8CAED7A-A528-4152-B5B5-C4B98F66A0C8}"/>
              </a:ext>
            </a:extLst>
          </p:cNvPr>
          <p:cNvGrpSpPr/>
          <p:nvPr/>
        </p:nvGrpSpPr>
        <p:grpSpPr>
          <a:xfrm>
            <a:off x="3536510" y="1221931"/>
            <a:ext cx="982328" cy="240407"/>
            <a:chOff x="3608497" y="4223067"/>
            <a:chExt cx="952560" cy="323062"/>
          </a:xfrm>
        </p:grpSpPr>
        <p:sp>
          <p:nvSpPr>
            <p:cNvPr id="20" name="Fluxograma: multidocumentos 215">
              <a:extLst>
                <a:ext uri="{FF2B5EF4-FFF2-40B4-BE49-F238E27FC236}">
                  <a16:creationId xmlns:a16="http://schemas.microsoft.com/office/drawing/2014/main" id="{55D81000-F466-483E-AF13-600FF3A37032}"/>
                </a:ext>
              </a:extLst>
            </p:cNvPr>
            <p:cNvSpPr/>
            <p:nvPr/>
          </p:nvSpPr>
          <p:spPr>
            <a:xfrm>
              <a:off x="3608497" y="4223067"/>
              <a:ext cx="814813" cy="323062"/>
            </a:xfrm>
            <a:prstGeom prst="flowChartMultidocument">
              <a:avLst/>
            </a:prstGeom>
            <a:solidFill>
              <a:sysClr val="window" lastClr="FFFFFF"/>
            </a:solidFill>
            <a:ln w="31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0" rIns="36000" bIns="0"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800" b="0" i="0" u="none" strike="noStrike" kern="0" cap="none" spc="0" normalizeH="0" baseline="30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CaixaDeTexto 167">
              <a:extLst>
                <a:ext uri="{FF2B5EF4-FFF2-40B4-BE49-F238E27FC236}">
                  <a16:creationId xmlns:a16="http://schemas.microsoft.com/office/drawing/2014/main" id="{748ACA4D-EFBB-4C32-AFBC-9EC9A4B63BDE}"/>
                </a:ext>
              </a:extLst>
            </p:cNvPr>
            <p:cNvSpPr txBox="1"/>
            <p:nvPr/>
          </p:nvSpPr>
          <p:spPr>
            <a:xfrm>
              <a:off x="3613292" y="4247645"/>
              <a:ext cx="947765" cy="2895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800" b="0" i="1" u="none" strike="noStrike" kern="0" cap="none" spc="0" normalizeH="0" baseline="0" noProof="0" dirty="0">
                  <a:ln>
                    <a:noFill/>
                  </a:ln>
                  <a:solidFill>
                    <a:srgbClr val="E7E6E6">
                      <a:lumMod val="25000"/>
                    </a:srgbClr>
                  </a:solidFill>
                  <a:effectLst/>
                  <a:uLnTx/>
                  <a:uFillTx/>
                  <a:latin typeface="Santander Text" panose="020B0504020201020104" pitchFamily="34" charset="0"/>
                </a:rPr>
                <a:t>Input</a:t>
              </a:r>
              <a:r>
                <a:rPr kumimoji="0" lang="pt-PT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E7E6E6">
                      <a:lumMod val="25000"/>
                    </a:srgbClr>
                  </a:solidFill>
                  <a:effectLst/>
                  <a:uLnTx/>
                  <a:uFillTx/>
                  <a:latin typeface="Santander Text" panose="020B0504020201020104" pitchFamily="34" charset="0"/>
                </a:rPr>
                <a:t> Manual</a:t>
              </a:r>
            </a:p>
          </p:txBody>
        </p:sp>
      </p:grpSp>
      <p:cxnSp>
        <p:nvCxnSpPr>
          <p:cNvPr id="22" name="Conector angular 217">
            <a:extLst>
              <a:ext uri="{FF2B5EF4-FFF2-40B4-BE49-F238E27FC236}">
                <a16:creationId xmlns:a16="http://schemas.microsoft.com/office/drawing/2014/main" id="{104FF1AD-6C79-410F-877A-A8EED90DF68C}"/>
              </a:ext>
            </a:extLst>
          </p:cNvPr>
          <p:cNvCxnSpPr>
            <a:cxnSpLocks/>
          </p:cNvCxnSpPr>
          <p:nvPr/>
        </p:nvCxnSpPr>
        <p:spPr>
          <a:xfrm rot="16200000" flipH="1">
            <a:off x="3652085" y="1681080"/>
            <a:ext cx="457679" cy="1986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rgbClr val="70AD47">
                <a:lumMod val="40000"/>
                <a:lumOff val="60000"/>
              </a:srgbClr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3" name="Elbow Connector 22"/>
          <p:cNvCxnSpPr>
            <a:endCxn id="21" idx="0"/>
          </p:cNvCxnSpPr>
          <p:nvPr/>
        </p:nvCxnSpPr>
        <p:spPr>
          <a:xfrm rot="10800000" flipV="1">
            <a:off x="4030148" y="1123053"/>
            <a:ext cx="1605409" cy="117168"/>
          </a:xfrm>
          <a:prstGeom prst="bentConnector2">
            <a:avLst/>
          </a:prstGeom>
          <a:noFill/>
          <a:ln w="9525" cap="flat" cmpd="sng" algn="ctr">
            <a:solidFill>
              <a:srgbClr val="70AD47">
                <a:lumMod val="40000"/>
                <a:lumOff val="60000"/>
              </a:srgbClr>
            </a:solidFill>
            <a:prstDash val="solid"/>
            <a:miter lim="800000"/>
            <a:tailEnd type="triangle"/>
          </a:ln>
          <a:effectLst/>
        </p:spPr>
      </p:cxnSp>
      <p:pic>
        <p:nvPicPr>
          <p:cNvPr id="24" name="Picture 25" descr="database table&quot; Icon - Download for free – Iconduck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8053" y="1956089"/>
            <a:ext cx="409005" cy="409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CuadroTexto 86"/>
          <p:cNvSpPr txBox="1"/>
          <p:nvPr/>
        </p:nvSpPr>
        <p:spPr>
          <a:xfrm>
            <a:off x="3266562" y="2319293"/>
            <a:ext cx="1262685" cy="288791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pPr algn="ctr" defTabSz="914400"/>
            <a:r>
              <a:rPr lang="es-ES" sz="900" b="1" dirty="0">
                <a:solidFill>
                  <a:prstClr val="black"/>
                </a:solidFill>
                <a:latin typeface="Santander Text" panose="020B0504020201020104" pitchFamily="34" charset="0"/>
              </a:rPr>
              <a:t>Parametrizações</a:t>
            </a:r>
          </a:p>
        </p:txBody>
      </p:sp>
      <p:grpSp>
        <p:nvGrpSpPr>
          <p:cNvPr id="26" name="Grupo 83">
            <a:extLst>
              <a:ext uri="{FF2B5EF4-FFF2-40B4-BE49-F238E27FC236}">
                <a16:creationId xmlns:a16="http://schemas.microsoft.com/office/drawing/2014/main" id="{DA7F669B-1774-4125-9922-8107A6911262}"/>
              </a:ext>
            </a:extLst>
          </p:cNvPr>
          <p:cNvGrpSpPr/>
          <p:nvPr/>
        </p:nvGrpSpPr>
        <p:grpSpPr>
          <a:xfrm>
            <a:off x="4624061" y="3030429"/>
            <a:ext cx="372432" cy="404986"/>
            <a:chOff x="8038758" y="3835908"/>
            <a:chExt cx="1282700" cy="1173653"/>
          </a:xfrm>
          <a:solidFill>
            <a:srgbClr val="FFC000"/>
          </a:solidFill>
        </p:grpSpPr>
        <p:sp>
          <p:nvSpPr>
            <p:cNvPr id="27" name="Disco magnético 89">
              <a:extLst>
                <a:ext uri="{FF2B5EF4-FFF2-40B4-BE49-F238E27FC236}">
                  <a16:creationId xmlns:a16="http://schemas.microsoft.com/office/drawing/2014/main" id="{8B9BAC6E-9E5D-4251-8CC2-278BAAAA04D3}"/>
                </a:ext>
              </a:extLst>
            </p:cNvPr>
            <p:cNvSpPr/>
            <p:nvPr/>
          </p:nvSpPr>
          <p:spPr>
            <a:xfrm>
              <a:off x="8038758" y="4560176"/>
              <a:ext cx="1282700" cy="449385"/>
            </a:xfrm>
            <a:prstGeom prst="flowChartMagneticDisk">
              <a:avLst/>
            </a:prstGeom>
            <a:grpFill/>
            <a:ln w="12700" cap="flat" cmpd="sng" algn="ctr">
              <a:solidFill>
                <a:srgbClr val="70AD47">
                  <a:lumMod val="20000"/>
                  <a:lumOff val="8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Disco magnético 91">
              <a:extLst>
                <a:ext uri="{FF2B5EF4-FFF2-40B4-BE49-F238E27FC236}">
                  <a16:creationId xmlns:a16="http://schemas.microsoft.com/office/drawing/2014/main" id="{07023724-C232-4DCE-B2AD-572B51780A59}"/>
                </a:ext>
              </a:extLst>
            </p:cNvPr>
            <p:cNvSpPr/>
            <p:nvPr/>
          </p:nvSpPr>
          <p:spPr>
            <a:xfrm>
              <a:off x="8038758" y="4198042"/>
              <a:ext cx="1282700" cy="449385"/>
            </a:xfrm>
            <a:prstGeom prst="flowChartMagneticDisk">
              <a:avLst/>
            </a:prstGeom>
            <a:grpFill/>
            <a:ln w="12700" cap="flat" cmpd="sng" algn="ctr">
              <a:solidFill>
                <a:srgbClr val="70AD47">
                  <a:lumMod val="20000"/>
                  <a:lumOff val="8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" name="Disco magnético 92">
              <a:extLst>
                <a:ext uri="{FF2B5EF4-FFF2-40B4-BE49-F238E27FC236}">
                  <a16:creationId xmlns:a16="http://schemas.microsoft.com/office/drawing/2014/main" id="{BCF97D6A-1EB0-49D3-A831-DC139A5D34ED}"/>
                </a:ext>
              </a:extLst>
            </p:cNvPr>
            <p:cNvSpPr/>
            <p:nvPr/>
          </p:nvSpPr>
          <p:spPr>
            <a:xfrm>
              <a:off x="8038758" y="3835908"/>
              <a:ext cx="1282700" cy="449385"/>
            </a:xfrm>
            <a:prstGeom prst="flowChartMagneticDisk">
              <a:avLst/>
            </a:prstGeom>
            <a:grpFill/>
            <a:ln w="12700" cap="flat" cmpd="sng" algn="ctr">
              <a:solidFill>
                <a:srgbClr val="70AD47">
                  <a:lumMod val="20000"/>
                  <a:lumOff val="8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0" name="CuadroTexto 86"/>
          <p:cNvSpPr txBox="1"/>
          <p:nvPr/>
        </p:nvSpPr>
        <p:spPr>
          <a:xfrm>
            <a:off x="4175619" y="3423528"/>
            <a:ext cx="1262685" cy="288791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pPr algn="ctr" defTabSz="914400"/>
            <a:r>
              <a:rPr lang="es-ES" sz="900" b="1" dirty="0">
                <a:solidFill>
                  <a:prstClr val="black"/>
                </a:solidFill>
                <a:latin typeface="Santander Text" panose="020B0504020201020104" pitchFamily="34" charset="0"/>
              </a:rPr>
              <a:t>Universo</a:t>
            </a:r>
          </a:p>
        </p:txBody>
      </p:sp>
      <p:cxnSp>
        <p:nvCxnSpPr>
          <p:cNvPr id="31" name="Elbow Connector 30"/>
          <p:cNvCxnSpPr>
            <a:endCxn id="28" idx="2"/>
          </p:cNvCxnSpPr>
          <p:nvPr/>
        </p:nvCxnSpPr>
        <p:spPr>
          <a:xfrm>
            <a:off x="2758420" y="944788"/>
            <a:ext cx="1865641" cy="2288135"/>
          </a:xfrm>
          <a:prstGeom prst="bentConnector3">
            <a:avLst>
              <a:gd name="adj1" fmla="val 37257"/>
            </a:avLst>
          </a:prstGeom>
          <a:noFill/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2" name="Elbow Connector 31"/>
          <p:cNvCxnSpPr/>
          <p:nvPr/>
        </p:nvCxnSpPr>
        <p:spPr>
          <a:xfrm rot="16200000" flipH="1">
            <a:off x="3809394" y="2418637"/>
            <a:ext cx="867829" cy="761505"/>
          </a:xfrm>
          <a:prstGeom prst="bentConnector2">
            <a:avLst/>
          </a:prstGeom>
          <a:noFill/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  <a:tailEnd type="triangle"/>
          </a:ln>
          <a:effectLst/>
        </p:spPr>
      </p:cxnSp>
      <p:pic>
        <p:nvPicPr>
          <p:cNvPr id="33" name="Picture 25" descr="database table&quot; Icon - Download for free – Iconduck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1194" y="1746957"/>
            <a:ext cx="312105" cy="31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Rectángulo 302">
            <a:extLst>
              <a:ext uri="{FF2B5EF4-FFF2-40B4-BE49-F238E27FC236}">
                <a16:creationId xmlns:a16="http://schemas.microsoft.com/office/drawing/2014/main" id="{8A9B3DBE-ACE6-4B81-ADD9-223668AAC958}"/>
              </a:ext>
            </a:extLst>
          </p:cNvPr>
          <p:cNvSpPr/>
          <p:nvPr/>
        </p:nvSpPr>
        <p:spPr>
          <a:xfrm>
            <a:off x="5452493" y="1725161"/>
            <a:ext cx="1093883" cy="2391741"/>
          </a:xfrm>
          <a:prstGeom prst="rect">
            <a:avLst/>
          </a:prstGeom>
          <a:noFill/>
          <a:ln w="12700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CuadroTexto 86"/>
          <p:cNvSpPr txBox="1"/>
          <p:nvPr/>
        </p:nvSpPr>
        <p:spPr>
          <a:xfrm>
            <a:off x="5608539" y="1966934"/>
            <a:ext cx="962243" cy="288791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pPr defTabSz="914400"/>
            <a:r>
              <a:rPr lang="es-ES" sz="900" b="1" dirty="0">
                <a:solidFill>
                  <a:prstClr val="black"/>
                </a:solidFill>
                <a:latin typeface="Santander Text" panose="020B0504020201020104" pitchFamily="34" charset="0"/>
              </a:rPr>
              <a:t>lt002_instrument</a:t>
            </a:r>
          </a:p>
        </p:txBody>
      </p:sp>
      <p:sp>
        <p:nvSpPr>
          <p:cNvPr id="41" name="CuadroTexto 86"/>
          <p:cNvSpPr txBox="1"/>
          <p:nvPr/>
        </p:nvSpPr>
        <p:spPr>
          <a:xfrm>
            <a:off x="5608539" y="2456178"/>
            <a:ext cx="731301" cy="288791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pPr defTabSz="914400"/>
            <a:r>
              <a:rPr lang="es-ES" sz="900" b="1" dirty="0">
                <a:solidFill>
                  <a:prstClr val="black"/>
                </a:solidFill>
                <a:latin typeface="Santander Text" panose="020B0504020201020104" pitchFamily="34" charset="0"/>
              </a:rPr>
              <a:t>lt003_entity</a:t>
            </a:r>
          </a:p>
        </p:txBody>
      </p:sp>
      <p:sp>
        <p:nvSpPr>
          <p:cNvPr id="42" name="CuadroTexto 86"/>
          <p:cNvSpPr txBox="1"/>
          <p:nvPr/>
        </p:nvSpPr>
        <p:spPr>
          <a:xfrm>
            <a:off x="5639019" y="2930960"/>
            <a:ext cx="874364" cy="288791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pPr defTabSz="914400"/>
            <a:r>
              <a:rPr lang="es-ES" sz="900" b="1" dirty="0">
                <a:solidFill>
                  <a:prstClr val="black"/>
                </a:solidFill>
                <a:latin typeface="Santander Text" panose="020B0504020201020104" pitchFamily="34" charset="0"/>
              </a:rPr>
              <a:t>lt004_protection</a:t>
            </a:r>
          </a:p>
        </p:txBody>
      </p:sp>
      <p:sp>
        <p:nvSpPr>
          <p:cNvPr id="43" name="CuadroTexto 86"/>
          <p:cNvSpPr txBox="1"/>
          <p:nvPr/>
        </p:nvSpPr>
        <p:spPr>
          <a:xfrm>
            <a:off x="5623779" y="3904902"/>
            <a:ext cx="890686" cy="288791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pPr defTabSz="914400"/>
            <a:r>
              <a:rPr lang="es-ES" sz="900" b="1" dirty="0">
                <a:solidFill>
                  <a:prstClr val="black"/>
                </a:solidFill>
                <a:latin typeface="Santander Text" panose="020B0504020201020104" pitchFamily="34" charset="0"/>
              </a:rPr>
              <a:t>lt006_instr_prot</a:t>
            </a:r>
          </a:p>
        </p:txBody>
      </p:sp>
      <p:sp>
        <p:nvSpPr>
          <p:cNvPr id="44" name="CuadroTexto 86"/>
          <p:cNvSpPr txBox="1"/>
          <p:nvPr/>
        </p:nvSpPr>
        <p:spPr>
          <a:xfrm>
            <a:off x="5608539" y="3410425"/>
            <a:ext cx="907523" cy="288791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pPr defTabSz="914400"/>
            <a:r>
              <a:rPr lang="es-ES" sz="900" b="1" dirty="0">
                <a:solidFill>
                  <a:prstClr val="black"/>
                </a:solidFill>
                <a:latin typeface="Santander Text" panose="020B0504020201020104" pitchFamily="34" charset="0"/>
              </a:rPr>
              <a:t>lt005_instr_ent</a:t>
            </a:r>
          </a:p>
        </p:txBody>
      </p:sp>
      <p:sp>
        <p:nvSpPr>
          <p:cNvPr id="49" name="CuadroTexto 86"/>
          <p:cNvSpPr txBox="1"/>
          <p:nvPr/>
        </p:nvSpPr>
        <p:spPr>
          <a:xfrm>
            <a:off x="4815395" y="1409544"/>
            <a:ext cx="1262685" cy="288791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pPr algn="ctr" defTabSz="914400"/>
            <a:r>
              <a:rPr lang="es-ES" sz="900" b="1" dirty="0">
                <a:solidFill>
                  <a:prstClr val="black"/>
                </a:solidFill>
                <a:latin typeface="Santander Text" panose="020B0504020201020104" pitchFamily="34" charset="0"/>
              </a:rPr>
              <a:t>Output</a:t>
            </a:r>
          </a:p>
        </p:txBody>
      </p:sp>
      <p:cxnSp>
        <p:nvCxnSpPr>
          <p:cNvPr id="50" name="Elbow Connector 49"/>
          <p:cNvCxnSpPr/>
          <p:nvPr/>
        </p:nvCxnSpPr>
        <p:spPr>
          <a:xfrm flipV="1">
            <a:off x="4987349" y="3229533"/>
            <a:ext cx="468000" cy="3390"/>
          </a:xfrm>
          <a:prstGeom prst="bentConnector3">
            <a:avLst/>
          </a:prstGeom>
          <a:noFill/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51" name="Straight Arrow Connector 50"/>
          <p:cNvCxnSpPr>
            <a:cxnSpLocks/>
          </p:cNvCxnSpPr>
          <p:nvPr/>
        </p:nvCxnSpPr>
        <p:spPr>
          <a:xfrm flipV="1">
            <a:off x="3154917" y="3907194"/>
            <a:ext cx="2300432" cy="6682"/>
          </a:xfrm>
          <a:prstGeom prst="straightConnector1">
            <a:avLst/>
          </a:prstGeom>
          <a:noFill/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52" name="Elbow Connector 51"/>
          <p:cNvCxnSpPr>
            <a:stCxn id="16" idx="2"/>
            <a:endCxn id="29" idx="0"/>
          </p:cNvCxnSpPr>
          <p:nvPr/>
        </p:nvCxnSpPr>
        <p:spPr>
          <a:xfrm rot="5400000">
            <a:off x="4551278" y="1692308"/>
            <a:ext cx="1648809" cy="1130810"/>
          </a:xfrm>
          <a:prstGeom prst="bentConnector3">
            <a:avLst>
              <a:gd name="adj1" fmla="val 1751"/>
            </a:avLst>
          </a:prstGeom>
          <a:noFill/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  <a:tailEnd type="triangle"/>
          </a:ln>
          <a:effectLst/>
        </p:spPr>
      </p:cxnSp>
      <p:pic>
        <p:nvPicPr>
          <p:cNvPr id="53" name="Picture 31" descr="process&quot; Icon - Download for free – Iconduck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7493" y="1934844"/>
            <a:ext cx="258719" cy="258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6" name="Group 55"/>
          <p:cNvGrpSpPr/>
          <p:nvPr/>
        </p:nvGrpSpPr>
        <p:grpSpPr>
          <a:xfrm>
            <a:off x="9056994" y="3027770"/>
            <a:ext cx="677604" cy="684549"/>
            <a:chOff x="10072503" y="3695273"/>
            <a:chExt cx="1288224" cy="1197595"/>
          </a:xfrm>
        </p:grpSpPr>
        <p:grpSp>
          <p:nvGrpSpPr>
            <p:cNvPr id="57" name="Group 56"/>
            <p:cNvGrpSpPr/>
            <p:nvPr/>
          </p:nvGrpSpPr>
          <p:grpSpPr>
            <a:xfrm>
              <a:off x="10072503" y="3695273"/>
              <a:ext cx="1288224" cy="1197595"/>
              <a:chOff x="9692355" y="3052813"/>
              <a:chExt cx="1358030" cy="1232796"/>
            </a:xfrm>
          </p:grpSpPr>
          <p:sp>
            <p:nvSpPr>
              <p:cNvPr id="59" name="Rectángulo 302">
                <a:extLst>
                  <a:ext uri="{FF2B5EF4-FFF2-40B4-BE49-F238E27FC236}">
                    <a16:creationId xmlns:a16="http://schemas.microsoft.com/office/drawing/2014/main" id="{8A9B3DBE-ACE6-4B81-ADD9-223668AAC958}"/>
                  </a:ext>
                </a:extLst>
              </p:cNvPr>
              <p:cNvSpPr/>
              <p:nvPr/>
            </p:nvSpPr>
            <p:spPr>
              <a:xfrm>
                <a:off x="9815143" y="3216705"/>
                <a:ext cx="1235242" cy="1068904"/>
              </a:xfrm>
              <a:prstGeom prst="rect">
                <a:avLst/>
              </a:prstGeom>
              <a:noFill/>
              <a:ln w="12700" cap="flat" cmpd="sng" algn="ctr">
                <a:solidFill>
                  <a:sysClr val="window" lastClr="FFFFFF">
                    <a:lumMod val="85000"/>
                  </a:sys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pic>
            <p:nvPicPr>
              <p:cNvPr id="60" name="Picture 59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692355" y="3052813"/>
                <a:ext cx="283429" cy="192090"/>
              </a:xfrm>
              <a:prstGeom prst="rect">
                <a:avLst/>
              </a:prstGeom>
            </p:spPr>
          </p:pic>
        </p:grpSp>
        <p:pic>
          <p:nvPicPr>
            <p:cNvPr id="58" name="Picture 36" descr="File - Free files and folders icons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567761" y="4144979"/>
              <a:ext cx="442633" cy="4426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62" name="TextBox 61"/>
          <p:cNvSpPr txBox="1"/>
          <p:nvPr/>
        </p:nvSpPr>
        <p:spPr>
          <a:xfrm>
            <a:off x="8683518" y="4334721"/>
            <a:ext cx="206155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pt-PT" sz="1000" b="1" dirty="0">
                <a:solidFill>
                  <a:prstClr val="black"/>
                </a:solidFill>
                <a:latin typeface="Calibri" panose="020F0502020204030204"/>
              </a:rPr>
              <a:t>Legenda:</a:t>
            </a:r>
          </a:p>
        </p:txBody>
      </p:sp>
      <p:cxnSp>
        <p:nvCxnSpPr>
          <p:cNvPr id="63" name="Straight Connector 62"/>
          <p:cNvCxnSpPr/>
          <p:nvPr/>
        </p:nvCxnSpPr>
        <p:spPr>
          <a:xfrm>
            <a:off x="8801372" y="4575274"/>
            <a:ext cx="383765" cy="0"/>
          </a:xfrm>
          <a:prstGeom prst="line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64" name="Straight Connector 63"/>
          <p:cNvCxnSpPr/>
          <p:nvPr/>
        </p:nvCxnSpPr>
        <p:spPr>
          <a:xfrm>
            <a:off x="8801372" y="4710638"/>
            <a:ext cx="383765" cy="0"/>
          </a:xfrm>
          <a:prstGeom prst="line">
            <a:avLst/>
          </a:prstGeom>
          <a:noFill/>
          <a:ln w="6350" cap="flat" cmpd="sng" algn="ctr">
            <a:solidFill>
              <a:srgbClr val="70AD47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65" name="Straight Connector 64"/>
          <p:cNvCxnSpPr/>
          <p:nvPr/>
        </p:nvCxnSpPr>
        <p:spPr>
          <a:xfrm>
            <a:off x="8801372" y="4848490"/>
            <a:ext cx="383765" cy="0"/>
          </a:xfrm>
          <a:prstGeom prst="line">
            <a:avLst/>
          </a:prstGeom>
          <a:noFill/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  <a:tailEnd type="triangle"/>
          </a:ln>
          <a:effectLst/>
        </p:spPr>
      </p:cxnSp>
      <p:sp>
        <p:nvSpPr>
          <p:cNvPr id="66" name="TextBox 65"/>
          <p:cNvSpPr txBox="1"/>
          <p:nvPr/>
        </p:nvSpPr>
        <p:spPr>
          <a:xfrm>
            <a:off x="9206278" y="4459858"/>
            <a:ext cx="20615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pt-PT" sz="900" dirty="0">
                <a:solidFill>
                  <a:prstClr val="black"/>
                </a:solidFill>
                <a:latin typeface="Calibri" panose="020F0502020204030204"/>
              </a:rPr>
              <a:t>Extrações</a:t>
            </a:r>
            <a:endParaRPr lang="pt-PT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9206278" y="4601334"/>
            <a:ext cx="20615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pt-PT" sz="900" dirty="0">
                <a:solidFill>
                  <a:prstClr val="black"/>
                </a:solidFill>
                <a:latin typeface="Calibri" panose="020F0502020204030204"/>
              </a:rPr>
              <a:t>Atualização Parametrizações</a:t>
            </a:r>
            <a:endParaRPr lang="pt-PT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9203091" y="4733074"/>
            <a:ext cx="20615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pt-PT" sz="900" dirty="0">
                <a:solidFill>
                  <a:prstClr val="black"/>
                </a:solidFill>
                <a:latin typeface="Calibri" panose="020F0502020204030204"/>
              </a:rPr>
              <a:t>Execução do motor</a:t>
            </a:r>
            <a:endParaRPr lang="pt-PT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0" name="CuadroTexto 86"/>
          <p:cNvSpPr txBox="1"/>
          <p:nvPr/>
        </p:nvSpPr>
        <p:spPr>
          <a:xfrm>
            <a:off x="9711701" y="3008065"/>
            <a:ext cx="1020400" cy="288791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pPr algn="ctr" defTabSz="914400"/>
            <a:r>
              <a:rPr lang="es-ES" sz="1000" b="1" dirty="0" err="1">
                <a:solidFill>
                  <a:prstClr val="black"/>
                </a:solidFill>
                <a:latin typeface="Santander Text" panose="020B0504020201020104" pitchFamily="34" charset="0"/>
              </a:rPr>
              <a:t>Corporação</a:t>
            </a:r>
            <a:endParaRPr lang="es-ES" sz="1000" b="1" dirty="0">
              <a:solidFill>
                <a:prstClr val="black"/>
              </a:solidFill>
              <a:latin typeface="Santander Text" panose="020B0504020201020104" pitchFamily="34" charset="0"/>
            </a:endParaRPr>
          </a:p>
        </p:txBody>
      </p:sp>
      <p:cxnSp>
        <p:nvCxnSpPr>
          <p:cNvPr id="71" name="Straight Arrow Connector 70"/>
          <p:cNvCxnSpPr/>
          <p:nvPr/>
        </p:nvCxnSpPr>
        <p:spPr>
          <a:xfrm>
            <a:off x="9711701" y="3335228"/>
            <a:ext cx="252000" cy="0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72" name="Rectángulo 69"/>
          <p:cNvSpPr/>
          <p:nvPr/>
        </p:nvSpPr>
        <p:spPr>
          <a:xfrm>
            <a:off x="201465" y="440149"/>
            <a:ext cx="936000" cy="320400"/>
          </a:xfrm>
          <a:prstGeom prst="rect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Text" panose="020B0504020201020104" pitchFamily="34" charset="0"/>
              </a:rPr>
              <a:t>Aplicações</a:t>
            </a:r>
            <a:r>
              <a:rPr kumimoji="0" lang="en-GB" sz="1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Headline" panose="020B0504020201020104" pitchFamily="34" charset="0"/>
                <a:ea typeface="+mn-ea"/>
                <a:cs typeface="+mn-cs"/>
              </a:rPr>
              <a:t> </a:t>
            </a:r>
            <a:r>
              <a:rPr lang="en-GB" sz="1000" b="1" kern="0" dirty="0" err="1">
                <a:solidFill>
                  <a:prstClr val="white"/>
                </a:solidFill>
                <a:latin typeface="Santander Headline" panose="020B0504020201020104" pitchFamily="34" charset="0"/>
              </a:rPr>
              <a:t>Operacionais</a:t>
            </a:r>
            <a:endParaRPr kumimoji="0" lang="en-GB" sz="1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antander Headline" panose="020B0504020201020104" pitchFamily="34" charset="0"/>
              <a:ea typeface="+mn-ea"/>
              <a:cs typeface="+mn-cs"/>
            </a:endParaRPr>
          </a:p>
        </p:txBody>
      </p:sp>
      <p:sp>
        <p:nvSpPr>
          <p:cNvPr id="73" name="Rectángulo 68"/>
          <p:cNvSpPr/>
          <p:nvPr/>
        </p:nvSpPr>
        <p:spPr>
          <a:xfrm>
            <a:off x="201465" y="745262"/>
            <a:ext cx="936000" cy="3546263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antander Headline" panose="020B0504020201020104" pitchFamily="34" charset="0"/>
              <a:ea typeface="+mn-ea"/>
              <a:cs typeface="+mn-cs"/>
            </a:endParaRPr>
          </a:p>
        </p:txBody>
      </p:sp>
      <p:sp>
        <p:nvSpPr>
          <p:cNvPr id="74" name="Rectangle 18"/>
          <p:cNvSpPr>
            <a:spLocks noChangeArrowheads="1"/>
          </p:cNvSpPr>
          <p:nvPr/>
        </p:nvSpPr>
        <p:spPr bwMode="auto">
          <a:xfrm>
            <a:off x="233889" y="1392072"/>
            <a:ext cx="864000" cy="2988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altLang="pt-PT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Headline" panose="020B0504020201020104" pitchFamily="34" charset="0"/>
                <a:ea typeface="+mn-ea"/>
                <a:cs typeface="+mn-cs"/>
              </a:rPr>
              <a:t>Títulos</a:t>
            </a:r>
          </a:p>
        </p:txBody>
      </p:sp>
      <p:sp>
        <p:nvSpPr>
          <p:cNvPr id="75" name="Rectangle 30"/>
          <p:cNvSpPr>
            <a:spLocks noChangeArrowheads="1"/>
          </p:cNvSpPr>
          <p:nvPr/>
        </p:nvSpPr>
        <p:spPr bwMode="auto">
          <a:xfrm>
            <a:off x="233889" y="2585440"/>
            <a:ext cx="864000" cy="2988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altLang="pt-PT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Headline" panose="020B0504020201020104" pitchFamily="34" charset="0"/>
                <a:ea typeface="+mn-ea"/>
                <a:cs typeface="+mn-cs"/>
              </a:rPr>
              <a:t>SIGOM</a:t>
            </a:r>
          </a:p>
        </p:txBody>
      </p:sp>
      <p:sp>
        <p:nvSpPr>
          <p:cNvPr id="76" name="Rectangle 18"/>
          <p:cNvSpPr>
            <a:spLocks noChangeArrowheads="1"/>
          </p:cNvSpPr>
          <p:nvPr/>
        </p:nvSpPr>
        <p:spPr bwMode="auto">
          <a:xfrm>
            <a:off x="233889" y="795388"/>
            <a:ext cx="864000" cy="2988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lvl="0" algn="ctr" defTabSz="914400">
              <a:defRPr/>
            </a:pPr>
            <a:r>
              <a:rPr lang="pt-PT" altLang="pt-PT" sz="1000" kern="0" dirty="0">
                <a:solidFill>
                  <a:prstClr val="black"/>
                </a:solidFill>
                <a:latin typeface="Santander Headline" panose="020B0504020201020104" pitchFamily="34" charset="0"/>
              </a:rPr>
              <a:t>Empréstimos</a:t>
            </a:r>
            <a:endParaRPr kumimoji="0" lang="en-US" altLang="pt-PT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tander Headline" panose="020B0504020201020104" pitchFamily="34" charset="0"/>
              <a:ea typeface="+mn-ea"/>
              <a:cs typeface="+mn-cs"/>
            </a:endParaRPr>
          </a:p>
        </p:txBody>
      </p:sp>
      <p:sp>
        <p:nvSpPr>
          <p:cNvPr id="77" name="Rectangle 30">
            <a:extLst>
              <a:ext uri="{FF2B5EF4-FFF2-40B4-BE49-F238E27FC236}">
                <a16:creationId xmlns:a16="http://schemas.microsoft.com/office/drawing/2014/main" id="{677869A8-986F-4D44-A6FC-F1C6CE9DB3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9812" y="795388"/>
            <a:ext cx="900000" cy="2988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altLang="pt-PT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Headline" panose="020B0504020201020104" pitchFamily="34" charset="0"/>
                <a:ea typeface="+mn-ea"/>
                <a:cs typeface="+mn-cs"/>
              </a:rPr>
              <a:t>Contabilidade/FINREP</a:t>
            </a:r>
          </a:p>
        </p:txBody>
      </p:sp>
      <p:sp>
        <p:nvSpPr>
          <p:cNvPr id="78" name="Rectangle 32">
            <a:extLst>
              <a:ext uri="{FF2B5EF4-FFF2-40B4-BE49-F238E27FC236}">
                <a16:creationId xmlns:a16="http://schemas.microsoft.com/office/drawing/2014/main" id="{A1B0947F-D6DD-43A8-A34D-42F678EE52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9812" y="1392072"/>
            <a:ext cx="900000" cy="2988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lvl="0" algn="ctr" defTabSz="914400">
              <a:defRPr/>
            </a:pPr>
            <a:r>
              <a:rPr lang="en-US" altLang="pt-PT" sz="1000" kern="0" dirty="0">
                <a:solidFill>
                  <a:prstClr val="black"/>
                </a:solidFill>
                <a:latin typeface="Santander Headline" panose="020B0504020201020104" pitchFamily="34" charset="0"/>
              </a:rPr>
              <a:t>Capital</a:t>
            </a:r>
            <a:endParaRPr kumimoji="0" lang="pt-BR" altLang="pt-PT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tander Headline" panose="020B0504020201020104" pitchFamily="34" charset="0"/>
              <a:ea typeface="+mn-ea"/>
              <a:cs typeface="+mn-cs"/>
            </a:endParaRPr>
          </a:p>
        </p:txBody>
      </p:sp>
      <p:sp>
        <p:nvSpPr>
          <p:cNvPr id="79" name="Rectangle 18">
            <a:extLst>
              <a:ext uri="{FF2B5EF4-FFF2-40B4-BE49-F238E27FC236}">
                <a16:creationId xmlns:a16="http://schemas.microsoft.com/office/drawing/2014/main" id="{CF6ECD96-2963-4F6B-9547-F4ECB6D31B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9812" y="1988756"/>
            <a:ext cx="900000" cy="2988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lvl="0" algn="ctr" defTabSz="914400">
              <a:defRPr/>
            </a:pPr>
            <a:r>
              <a:rPr lang="en-US" altLang="pt-PT" sz="1000" kern="0" dirty="0" err="1">
                <a:solidFill>
                  <a:prstClr val="black"/>
                </a:solidFill>
                <a:latin typeface="Santander Headline" panose="020B0504020201020104" pitchFamily="34" charset="0"/>
              </a:rPr>
              <a:t>Rentabilidade</a:t>
            </a:r>
            <a:endParaRPr kumimoji="0" lang="en-US" altLang="pt-PT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tander Headline" panose="020B0504020201020104" pitchFamily="34" charset="0"/>
              <a:ea typeface="+mn-ea"/>
              <a:cs typeface="+mn-cs"/>
            </a:endParaRPr>
          </a:p>
        </p:txBody>
      </p:sp>
      <p:sp>
        <p:nvSpPr>
          <p:cNvPr id="80" name="Rectangle 30">
            <a:extLst>
              <a:ext uri="{FF2B5EF4-FFF2-40B4-BE49-F238E27FC236}">
                <a16:creationId xmlns:a16="http://schemas.microsoft.com/office/drawing/2014/main" id="{677869A8-986F-4D44-A6FC-F1C6CE9DB3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586" y="1988756"/>
            <a:ext cx="864000" cy="2988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lvl="0" algn="ctr" defTabSz="914400">
              <a:defRPr/>
            </a:pPr>
            <a:r>
              <a:rPr lang="pt-PT" altLang="pt-PT" sz="1000" kern="0">
                <a:solidFill>
                  <a:prstClr val="black"/>
                </a:solidFill>
                <a:latin typeface="Santander Headline" panose="020B0504020201020104" pitchFamily="34" charset="0"/>
              </a:rPr>
              <a:t>Clientes</a:t>
            </a:r>
            <a:endParaRPr kumimoji="0" lang="pt-PT" altLang="pt-PT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tander Headline" panose="020B0504020201020104" pitchFamily="34" charset="0"/>
              <a:ea typeface="+mn-ea"/>
              <a:cs typeface="+mn-cs"/>
            </a:endParaRPr>
          </a:p>
        </p:txBody>
      </p:sp>
      <p:sp>
        <p:nvSpPr>
          <p:cNvPr id="81" name="Rectangle 30"/>
          <p:cNvSpPr>
            <a:spLocks noChangeArrowheads="1"/>
          </p:cNvSpPr>
          <p:nvPr/>
        </p:nvSpPr>
        <p:spPr bwMode="auto">
          <a:xfrm>
            <a:off x="239586" y="3182122"/>
            <a:ext cx="864000" cy="2988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lvl="0" algn="ctr" defTabSz="914400">
              <a:defRPr/>
            </a:pPr>
            <a:r>
              <a:rPr lang="pt-PT" altLang="pt-PT" sz="1000" kern="0" dirty="0">
                <a:solidFill>
                  <a:prstClr val="black"/>
                </a:solidFill>
                <a:latin typeface="Santander Headline" panose="020B0504020201020104" pitchFamily="34" charset="0"/>
              </a:rPr>
              <a:t>…</a:t>
            </a:r>
            <a:endParaRPr kumimoji="0" lang="pt-PT" altLang="pt-PT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tander Headline" panose="020B0504020201020104" pitchFamily="34" charset="0"/>
              <a:ea typeface="+mn-ea"/>
              <a:cs typeface="+mn-cs"/>
            </a:endParaRPr>
          </a:p>
        </p:txBody>
      </p:sp>
      <p:pic>
        <p:nvPicPr>
          <p:cNvPr id="82" name="Picture 8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14783" y="3127516"/>
            <a:ext cx="939072" cy="494916"/>
          </a:xfrm>
          <a:prstGeom prst="rect">
            <a:avLst/>
          </a:prstGeom>
        </p:spPr>
      </p:pic>
      <p:cxnSp>
        <p:nvCxnSpPr>
          <p:cNvPr id="83" name="Straight Connector 82"/>
          <p:cNvCxnSpPr/>
          <p:nvPr/>
        </p:nvCxnSpPr>
        <p:spPr>
          <a:xfrm>
            <a:off x="10427302" y="3337348"/>
            <a:ext cx="180000" cy="0"/>
          </a:xfrm>
          <a:prstGeom prst="line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84" name="Rectangle 18">
            <a:extLst>
              <a:ext uri="{FF2B5EF4-FFF2-40B4-BE49-F238E27FC236}">
                <a16:creationId xmlns:a16="http://schemas.microsoft.com/office/drawing/2014/main" id="{CF6ECD96-2963-4F6B-9547-F4ECB6D31B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9812" y="2585440"/>
            <a:ext cx="900000" cy="2988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pt-PT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Headline" panose="020B0504020201020104" pitchFamily="34" charset="0"/>
                <a:ea typeface="+mn-ea"/>
                <a:cs typeface="+mn-cs"/>
              </a:rPr>
              <a:t>ALM</a:t>
            </a:r>
          </a:p>
        </p:txBody>
      </p:sp>
      <p:sp>
        <p:nvSpPr>
          <p:cNvPr id="85" name="Rectangle 30"/>
          <p:cNvSpPr>
            <a:spLocks noChangeArrowheads="1"/>
          </p:cNvSpPr>
          <p:nvPr/>
        </p:nvSpPr>
        <p:spPr bwMode="auto">
          <a:xfrm>
            <a:off x="2219812" y="3182122"/>
            <a:ext cx="900000" cy="2988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lvl="0" algn="ctr" defTabSz="914400">
              <a:defRPr/>
            </a:pPr>
            <a:r>
              <a:rPr lang="pt-PT" altLang="pt-PT" sz="1000" kern="0">
                <a:solidFill>
                  <a:prstClr val="black"/>
                </a:solidFill>
                <a:latin typeface="Santander Headline" panose="020B0504020201020104" pitchFamily="34" charset="0"/>
              </a:rPr>
              <a:t>…</a:t>
            </a:r>
            <a:endParaRPr kumimoji="0" lang="pt-PT" altLang="pt-PT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tander Headline" panose="020B0504020201020104" pitchFamily="34" charset="0"/>
              <a:ea typeface="+mn-ea"/>
              <a:cs typeface="+mn-cs"/>
            </a:endParaRPr>
          </a:p>
        </p:txBody>
      </p:sp>
      <p:grpSp>
        <p:nvGrpSpPr>
          <p:cNvPr id="86" name="Group 85"/>
          <p:cNvGrpSpPr/>
          <p:nvPr/>
        </p:nvGrpSpPr>
        <p:grpSpPr>
          <a:xfrm>
            <a:off x="9887260" y="3185496"/>
            <a:ext cx="541382" cy="449352"/>
            <a:chOff x="2988362" y="1267823"/>
            <a:chExt cx="737727" cy="564878"/>
          </a:xfrm>
        </p:grpSpPr>
        <p:pic>
          <p:nvPicPr>
            <p:cNvPr id="87" name="Picture 14" descr="Simple computer screen icon computer #AD , #Affiliate, #sponsored, #computer,  #screen, #icon, #Simple | Camera illustration, Screen icon, Computer logo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61211" y="1267823"/>
              <a:ext cx="564878" cy="5648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8" name="Picture 16" descr="User shape - Free people icons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88362" y="1471582"/>
              <a:ext cx="345698" cy="3456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" name="Rectángulo 305">
            <a:extLst>
              <a:ext uri="{FF2B5EF4-FFF2-40B4-BE49-F238E27FC236}">
                <a16:creationId xmlns:a16="http://schemas.microsoft.com/office/drawing/2014/main" id="{31CF8873-3C40-F5F1-094A-8A7CC01361FE}"/>
              </a:ext>
            </a:extLst>
          </p:cNvPr>
          <p:cNvSpPr/>
          <p:nvPr/>
        </p:nvSpPr>
        <p:spPr>
          <a:xfrm>
            <a:off x="6779144" y="440149"/>
            <a:ext cx="1986702" cy="320400"/>
          </a:xfrm>
          <a:prstGeom prst="rect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1" i="1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Datalake – </a:t>
            </a:r>
            <a:r>
              <a:rPr kumimoji="0" lang="pt-PT" sz="1000" b="1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Fase 2</a:t>
            </a:r>
          </a:p>
        </p:txBody>
      </p:sp>
      <p:pic>
        <p:nvPicPr>
          <p:cNvPr id="89" name="Picture 25" descr="database table&quot; Icon - Download for free – Iconduck">
            <a:extLst>
              <a:ext uri="{FF2B5EF4-FFF2-40B4-BE49-F238E27FC236}">
                <a16:creationId xmlns:a16="http://schemas.microsoft.com/office/drawing/2014/main" id="{232E67CD-E2B3-F576-EC81-6918F597F0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1194" y="2229546"/>
            <a:ext cx="312105" cy="31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0" name="Picture 25" descr="database table&quot; Icon - Download for free – Iconduck">
            <a:extLst>
              <a:ext uri="{FF2B5EF4-FFF2-40B4-BE49-F238E27FC236}">
                <a16:creationId xmlns:a16="http://schemas.microsoft.com/office/drawing/2014/main" id="{60F27D6E-59C1-9172-EB04-46A45301D0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1194" y="2712135"/>
            <a:ext cx="312105" cy="31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1" name="Picture 25" descr="database table&quot; Icon - Download for free – Iconduck">
            <a:extLst>
              <a:ext uri="{FF2B5EF4-FFF2-40B4-BE49-F238E27FC236}">
                <a16:creationId xmlns:a16="http://schemas.microsoft.com/office/drawing/2014/main" id="{C106F181-4AD1-886D-ED09-6552457590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1193" y="3677312"/>
            <a:ext cx="312105" cy="31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" name="Picture 25" descr="database table&quot; Icon - Download for free – Iconduck">
            <a:extLst>
              <a:ext uri="{FF2B5EF4-FFF2-40B4-BE49-F238E27FC236}">
                <a16:creationId xmlns:a16="http://schemas.microsoft.com/office/drawing/2014/main" id="{4FA5D824-019D-9B68-7C0A-11C88A4C09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1194" y="3194724"/>
            <a:ext cx="312105" cy="31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7" name="Group 126">
            <a:extLst>
              <a:ext uri="{FF2B5EF4-FFF2-40B4-BE49-F238E27FC236}">
                <a16:creationId xmlns:a16="http://schemas.microsoft.com/office/drawing/2014/main" id="{05D1E677-1E40-5604-3BFF-3DD5BF497584}"/>
              </a:ext>
            </a:extLst>
          </p:cNvPr>
          <p:cNvGrpSpPr/>
          <p:nvPr/>
        </p:nvGrpSpPr>
        <p:grpSpPr>
          <a:xfrm>
            <a:off x="7329093" y="976337"/>
            <a:ext cx="541382" cy="449352"/>
            <a:chOff x="2988362" y="1267823"/>
            <a:chExt cx="737727" cy="564878"/>
          </a:xfrm>
        </p:grpSpPr>
        <p:pic>
          <p:nvPicPr>
            <p:cNvPr id="128" name="Picture 14" descr="Simple computer screen icon computer #AD , #Affiliate, #sponsored, #computer,  #screen, #icon, #Simple | Camera illustration, Screen icon, Computer logo">
              <a:extLst>
                <a:ext uri="{FF2B5EF4-FFF2-40B4-BE49-F238E27FC236}">
                  <a16:creationId xmlns:a16="http://schemas.microsoft.com/office/drawing/2014/main" id="{EF7275AF-335D-7BDE-1055-3BFE8D5EE0D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61211" y="1267823"/>
              <a:ext cx="564878" cy="5648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9" name="Picture 128" descr="User shape - Free people icons">
              <a:extLst>
                <a:ext uri="{FF2B5EF4-FFF2-40B4-BE49-F238E27FC236}">
                  <a16:creationId xmlns:a16="http://schemas.microsoft.com/office/drawing/2014/main" id="{8355B2D1-BDDA-F010-ED93-445B567C383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88362" y="1471582"/>
              <a:ext cx="345698" cy="3456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30" name="CuadroTexto 86">
            <a:extLst>
              <a:ext uri="{FF2B5EF4-FFF2-40B4-BE49-F238E27FC236}">
                <a16:creationId xmlns:a16="http://schemas.microsoft.com/office/drawing/2014/main" id="{8FD122B7-690C-9BC3-576B-911060BCE7C6}"/>
              </a:ext>
            </a:extLst>
          </p:cNvPr>
          <p:cNvSpPr txBox="1"/>
          <p:nvPr/>
        </p:nvSpPr>
        <p:spPr>
          <a:xfrm>
            <a:off x="7036537" y="748677"/>
            <a:ext cx="1262685" cy="288791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pPr algn="ctr" defTabSz="914400"/>
            <a:r>
              <a:rPr lang="es-ES" sz="1000" b="1" i="1" dirty="0">
                <a:solidFill>
                  <a:prstClr val="black"/>
                </a:solidFill>
                <a:latin typeface="Santander Text" panose="020B0504020201020104" pitchFamily="34" charset="0"/>
              </a:rPr>
              <a:t>Front Datalake </a:t>
            </a:r>
            <a:r>
              <a:rPr lang="es-ES" sz="1000" b="1" i="1" dirty="0" err="1">
                <a:solidFill>
                  <a:prstClr val="black"/>
                </a:solidFill>
                <a:latin typeface="Santander Text" panose="020B0504020201020104" pitchFamily="34" charset="0"/>
              </a:rPr>
              <a:t>Hub</a:t>
            </a:r>
            <a:endParaRPr lang="es-ES" sz="1000" b="1" i="1" dirty="0">
              <a:solidFill>
                <a:prstClr val="black"/>
              </a:solidFill>
              <a:latin typeface="Santander Text" panose="020B0504020201020104" pitchFamily="34" charset="0"/>
            </a:endParaRPr>
          </a:p>
        </p:txBody>
      </p:sp>
      <p:pic>
        <p:nvPicPr>
          <p:cNvPr id="131" name="Picture 25" descr="database table&quot; Icon - Download for free – Iconduck">
            <a:extLst>
              <a:ext uri="{FF2B5EF4-FFF2-40B4-BE49-F238E27FC236}">
                <a16:creationId xmlns:a16="http://schemas.microsoft.com/office/drawing/2014/main" id="{C85A4CB6-7B0E-05FE-E505-50E5BA0DE1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9474" y="2028897"/>
            <a:ext cx="312105" cy="31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3" name="Rectángulo 302">
            <a:extLst>
              <a:ext uri="{FF2B5EF4-FFF2-40B4-BE49-F238E27FC236}">
                <a16:creationId xmlns:a16="http://schemas.microsoft.com/office/drawing/2014/main" id="{ED74D176-3787-C100-A473-0B718283EF0D}"/>
              </a:ext>
            </a:extLst>
          </p:cNvPr>
          <p:cNvSpPr/>
          <p:nvPr/>
        </p:nvSpPr>
        <p:spPr>
          <a:xfrm>
            <a:off x="7121273" y="1717541"/>
            <a:ext cx="1468770" cy="2391741"/>
          </a:xfrm>
          <a:prstGeom prst="rect">
            <a:avLst/>
          </a:prstGeom>
          <a:noFill/>
          <a:ln w="12700" cap="flat" cmpd="sng" algn="ctr">
            <a:solidFill>
              <a:sysClr val="windowText" lastClr="000000">
                <a:lumMod val="85000"/>
                <a:lumOff val="1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8" name="CuadroTexto 86">
            <a:extLst>
              <a:ext uri="{FF2B5EF4-FFF2-40B4-BE49-F238E27FC236}">
                <a16:creationId xmlns:a16="http://schemas.microsoft.com/office/drawing/2014/main" id="{D6C9E705-12EE-713B-4080-CFC4C069AA79}"/>
              </a:ext>
            </a:extLst>
          </p:cNvPr>
          <p:cNvSpPr txBox="1"/>
          <p:nvPr/>
        </p:nvSpPr>
        <p:spPr>
          <a:xfrm>
            <a:off x="7143004" y="2250004"/>
            <a:ext cx="1439961" cy="288791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r>
              <a:rPr lang="es-ES" sz="900" b="1" dirty="0">
                <a:solidFill>
                  <a:prstClr val="black"/>
                </a:solidFill>
                <a:latin typeface="Santander Text" panose="020B0504020201020104" pitchFamily="34" charset="0"/>
              </a:rPr>
              <a:t>out_b0100_aggregate_view</a:t>
            </a:r>
          </a:p>
        </p:txBody>
      </p:sp>
      <p:sp>
        <p:nvSpPr>
          <p:cNvPr id="139" name="CuadroTexto 86">
            <a:extLst>
              <a:ext uri="{FF2B5EF4-FFF2-40B4-BE49-F238E27FC236}">
                <a16:creationId xmlns:a16="http://schemas.microsoft.com/office/drawing/2014/main" id="{C798EE5E-8147-F88B-1E25-FCBC00B5C2B0}"/>
              </a:ext>
            </a:extLst>
          </p:cNvPr>
          <p:cNvSpPr txBox="1"/>
          <p:nvPr/>
        </p:nvSpPr>
        <p:spPr>
          <a:xfrm>
            <a:off x="7145739" y="2739141"/>
            <a:ext cx="1383261" cy="288791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r>
              <a:rPr lang="es-ES" sz="900" b="1" dirty="0">
                <a:solidFill>
                  <a:prstClr val="black"/>
                </a:solidFill>
                <a:latin typeface="Santander Text" panose="020B0504020201020104" pitchFamily="34" charset="0"/>
              </a:rPr>
              <a:t>out_b0200_main_liabilities</a:t>
            </a:r>
          </a:p>
        </p:txBody>
      </p:sp>
      <p:sp>
        <p:nvSpPr>
          <p:cNvPr id="140" name="CuadroTexto 86">
            <a:extLst>
              <a:ext uri="{FF2B5EF4-FFF2-40B4-BE49-F238E27FC236}">
                <a16:creationId xmlns:a16="http://schemas.microsoft.com/office/drawing/2014/main" id="{17BAEDD1-BA63-BE91-BB5B-F2A3767052B8}"/>
              </a:ext>
            </a:extLst>
          </p:cNvPr>
          <p:cNvSpPr txBox="1"/>
          <p:nvPr/>
        </p:nvSpPr>
        <p:spPr>
          <a:xfrm>
            <a:off x="7157093" y="3221021"/>
            <a:ext cx="1170441" cy="288791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r>
              <a:rPr lang="es-ES" sz="900" b="1" dirty="0">
                <a:solidFill>
                  <a:prstClr val="black"/>
                </a:solidFill>
                <a:latin typeface="Santander Text" panose="020B0504020201020104" pitchFamily="34" charset="0"/>
              </a:rPr>
              <a:t>out_b0500_guarantees</a:t>
            </a:r>
          </a:p>
        </p:txBody>
      </p:sp>
      <p:sp>
        <p:nvSpPr>
          <p:cNvPr id="142" name="CuadroTexto 86">
            <a:extLst>
              <a:ext uri="{FF2B5EF4-FFF2-40B4-BE49-F238E27FC236}">
                <a16:creationId xmlns:a16="http://schemas.microsoft.com/office/drawing/2014/main" id="{60C067F9-3D32-E18A-1025-E66D0CFF2441}"/>
              </a:ext>
            </a:extLst>
          </p:cNvPr>
          <p:cNvSpPr txBox="1"/>
          <p:nvPr/>
        </p:nvSpPr>
        <p:spPr>
          <a:xfrm>
            <a:off x="7139599" y="3700385"/>
            <a:ext cx="1363525" cy="288791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r>
              <a:rPr lang="es-ES" sz="900" b="1" dirty="0">
                <a:solidFill>
                  <a:prstClr val="black"/>
                </a:solidFill>
                <a:latin typeface="Santander Text" panose="020B0504020201020104" pitchFamily="34" charset="0"/>
              </a:rPr>
              <a:t>out_b9000_counterparties</a:t>
            </a:r>
          </a:p>
        </p:txBody>
      </p:sp>
      <p:pic>
        <p:nvPicPr>
          <p:cNvPr id="143" name="Picture 31" descr="process&quot; Icon - Download for free – Iconduck">
            <a:extLst>
              <a:ext uri="{FF2B5EF4-FFF2-40B4-BE49-F238E27FC236}">
                <a16:creationId xmlns:a16="http://schemas.microsoft.com/office/drawing/2014/main" id="{5D723858-A482-4F6B-F6CB-BA60F40939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1618" y="3227509"/>
            <a:ext cx="258719" cy="258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4" name="Elbow Connector 54">
            <a:extLst>
              <a:ext uri="{FF2B5EF4-FFF2-40B4-BE49-F238E27FC236}">
                <a16:creationId xmlns:a16="http://schemas.microsoft.com/office/drawing/2014/main" id="{B638C70C-8312-6CF0-8883-B91AD58C7102}"/>
              </a:ext>
            </a:extLst>
          </p:cNvPr>
          <p:cNvCxnSpPr>
            <a:cxnSpLocks/>
            <a:stCxn id="128" idx="3"/>
            <a:endCxn id="143" idx="0"/>
          </p:cNvCxnSpPr>
          <p:nvPr/>
        </p:nvCxnSpPr>
        <p:spPr>
          <a:xfrm>
            <a:off x="7870475" y="1201013"/>
            <a:ext cx="980503" cy="2026496"/>
          </a:xfrm>
          <a:prstGeom prst="bentConnector2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FF22C9F2-6537-DE5B-9BD5-66CF417D45B3}"/>
              </a:ext>
            </a:extLst>
          </p:cNvPr>
          <p:cNvCxnSpPr/>
          <p:nvPr/>
        </p:nvCxnSpPr>
        <p:spPr>
          <a:xfrm>
            <a:off x="8580104" y="3339651"/>
            <a:ext cx="144000" cy="0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1E725338-E60B-1378-D428-E1C53154DD11}"/>
              </a:ext>
            </a:extLst>
          </p:cNvPr>
          <p:cNvCxnSpPr/>
          <p:nvPr/>
        </p:nvCxnSpPr>
        <p:spPr>
          <a:xfrm>
            <a:off x="8896800" y="3350261"/>
            <a:ext cx="216000" cy="0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pic>
        <p:nvPicPr>
          <p:cNvPr id="147" name="Picture 25" descr="database table&quot; Icon - Download for free – Iconduck">
            <a:extLst>
              <a:ext uri="{FF2B5EF4-FFF2-40B4-BE49-F238E27FC236}">
                <a16:creationId xmlns:a16="http://schemas.microsoft.com/office/drawing/2014/main" id="{C0091CF1-2A88-ED97-B5DF-7F1C7041DF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9474" y="2511486"/>
            <a:ext cx="312105" cy="31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8" name="Picture 25" descr="database table&quot; Icon - Download for free – Iconduck">
            <a:extLst>
              <a:ext uri="{FF2B5EF4-FFF2-40B4-BE49-F238E27FC236}">
                <a16:creationId xmlns:a16="http://schemas.microsoft.com/office/drawing/2014/main" id="{2103FF15-283B-C9C5-5965-C5BD9FCE29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9474" y="2994075"/>
            <a:ext cx="312105" cy="31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0" name="Picture 25" descr="database table&quot; Icon - Download for free – Iconduck">
            <a:extLst>
              <a:ext uri="{FF2B5EF4-FFF2-40B4-BE49-F238E27FC236}">
                <a16:creationId xmlns:a16="http://schemas.microsoft.com/office/drawing/2014/main" id="{F6C91390-4BAA-7DA0-16F9-53C489FED7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9474" y="3476664"/>
            <a:ext cx="312105" cy="31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51" name="Grupo 83">
            <a:extLst>
              <a:ext uri="{FF2B5EF4-FFF2-40B4-BE49-F238E27FC236}">
                <a16:creationId xmlns:a16="http://schemas.microsoft.com/office/drawing/2014/main" id="{4A63AD8B-82AF-864C-6C17-56CE5E13D4B2}"/>
              </a:ext>
            </a:extLst>
          </p:cNvPr>
          <p:cNvGrpSpPr/>
          <p:nvPr/>
        </p:nvGrpSpPr>
        <p:grpSpPr>
          <a:xfrm>
            <a:off x="5234966" y="1605880"/>
            <a:ext cx="372432" cy="404986"/>
            <a:chOff x="8038758" y="3835908"/>
            <a:chExt cx="1282700" cy="1173653"/>
          </a:xfrm>
          <a:solidFill>
            <a:srgbClr val="FFC000"/>
          </a:solidFill>
        </p:grpSpPr>
        <p:sp>
          <p:nvSpPr>
            <p:cNvPr id="152" name="Disco magnético 89">
              <a:extLst>
                <a:ext uri="{FF2B5EF4-FFF2-40B4-BE49-F238E27FC236}">
                  <a16:creationId xmlns:a16="http://schemas.microsoft.com/office/drawing/2014/main" id="{EF30C652-E9AC-DEF7-F1F5-F205B81F7D7F}"/>
                </a:ext>
              </a:extLst>
            </p:cNvPr>
            <p:cNvSpPr/>
            <p:nvPr/>
          </p:nvSpPr>
          <p:spPr>
            <a:xfrm>
              <a:off x="8038758" y="4560176"/>
              <a:ext cx="1282700" cy="449385"/>
            </a:xfrm>
            <a:prstGeom prst="flowChartMagneticDisk">
              <a:avLst/>
            </a:prstGeom>
            <a:grpFill/>
            <a:ln w="12700" cap="flat" cmpd="sng" algn="ctr">
              <a:solidFill>
                <a:srgbClr val="70AD47">
                  <a:lumMod val="20000"/>
                  <a:lumOff val="8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3" name="Disco magnético 91">
              <a:extLst>
                <a:ext uri="{FF2B5EF4-FFF2-40B4-BE49-F238E27FC236}">
                  <a16:creationId xmlns:a16="http://schemas.microsoft.com/office/drawing/2014/main" id="{CFC65C03-27D1-8AF0-B72E-DC6C7F8DBF2B}"/>
                </a:ext>
              </a:extLst>
            </p:cNvPr>
            <p:cNvSpPr/>
            <p:nvPr/>
          </p:nvSpPr>
          <p:spPr>
            <a:xfrm>
              <a:off x="8038758" y="4198042"/>
              <a:ext cx="1282700" cy="449385"/>
            </a:xfrm>
            <a:prstGeom prst="flowChartMagneticDisk">
              <a:avLst/>
            </a:prstGeom>
            <a:grpFill/>
            <a:ln w="12700" cap="flat" cmpd="sng" algn="ctr">
              <a:solidFill>
                <a:srgbClr val="70AD47">
                  <a:lumMod val="20000"/>
                  <a:lumOff val="8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4" name="Disco magnético 92">
              <a:extLst>
                <a:ext uri="{FF2B5EF4-FFF2-40B4-BE49-F238E27FC236}">
                  <a16:creationId xmlns:a16="http://schemas.microsoft.com/office/drawing/2014/main" id="{3EFF33C3-05C5-9C94-CE8C-F6F413091960}"/>
                </a:ext>
              </a:extLst>
            </p:cNvPr>
            <p:cNvSpPr/>
            <p:nvPr/>
          </p:nvSpPr>
          <p:spPr>
            <a:xfrm>
              <a:off x="8038758" y="3835908"/>
              <a:ext cx="1282700" cy="449385"/>
            </a:xfrm>
            <a:prstGeom prst="flowChartMagneticDisk">
              <a:avLst/>
            </a:prstGeom>
            <a:grpFill/>
            <a:ln w="12700" cap="flat" cmpd="sng" algn="ctr">
              <a:solidFill>
                <a:srgbClr val="70AD47">
                  <a:lumMod val="20000"/>
                  <a:lumOff val="8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55" name="Grupo 83">
            <a:extLst>
              <a:ext uri="{FF2B5EF4-FFF2-40B4-BE49-F238E27FC236}">
                <a16:creationId xmlns:a16="http://schemas.microsoft.com/office/drawing/2014/main" id="{A05A6016-FC6D-A96D-47CD-A8576FFD96D0}"/>
              </a:ext>
            </a:extLst>
          </p:cNvPr>
          <p:cNvGrpSpPr/>
          <p:nvPr/>
        </p:nvGrpSpPr>
        <p:grpSpPr>
          <a:xfrm>
            <a:off x="6921580" y="1596631"/>
            <a:ext cx="372432" cy="404986"/>
            <a:chOff x="8038758" y="3835908"/>
            <a:chExt cx="1282700" cy="1173653"/>
          </a:xfrm>
          <a:solidFill>
            <a:srgbClr val="FFC000"/>
          </a:solidFill>
        </p:grpSpPr>
        <p:sp>
          <p:nvSpPr>
            <p:cNvPr id="156" name="Disco magnético 89">
              <a:extLst>
                <a:ext uri="{FF2B5EF4-FFF2-40B4-BE49-F238E27FC236}">
                  <a16:creationId xmlns:a16="http://schemas.microsoft.com/office/drawing/2014/main" id="{8D1CB303-1B15-777C-1277-C9A5FFC64D84}"/>
                </a:ext>
              </a:extLst>
            </p:cNvPr>
            <p:cNvSpPr/>
            <p:nvPr/>
          </p:nvSpPr>
          <p:spPr>
            <a:xfrm>
              <a:off x="8038758" y="4560176"/>
              <a:ext cx="1282700" cy="449385"/>
            </a:xfrm>
            <a:prstGeom prst="flowChartMagneticDisk">
              <a:avLst/>
            </a:prstGeom>
            <a:grpFill/>
            <a:ln w="12700" cap="flat" cmpd="sng" algn="ctr">
              <a:solidFill>
                <a:srgbClr val="70AD47">
                  <a:lumMod val="20000"/>
                  <a:lumOff val="8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7" name="Disco magnético 91">
              <a:extLst>
                <a:ext uri="{FF2B5EF4-FFF2-40B4-BE49-F238E27FC236}">
                  <a16:creationId xmlns:a16="http://schemas.microsoft.com/office/drawing/2014/main" id="{299D9C5D-B566-CF3A-6193-1ABABC2EEEB7}"/>
                </a:ext>
              </a:extLst>
            </p:cNvPr>
            <p:cNvSpPr/>
            <p:nvPr/>
          </p:nvSpPr>
          <p:spPr>
            <a:xfrm>
              <a:off x="8038758" y="4198042"/>
              <a:ext cx="1282700" cy="449385"/>
            </a:xfrm>
            <a:prstGeom prst="flowChartMagneticDisk">
              <a:avLst/>
            </a:prstGeom>
            <a:grpFill/>
            <a:ln w="12700" cap="flat" cmpd="sng" algn="ctr">
              <a:solidFill>
                <a:srgbClr val="70AD47">
                  <a:lumMod val="20000"/>
                  <a:lumOff val="8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8" name="Disco magnético 92">
              <a:extLst>
                <a:ext uri="{FF2B5EF4-FFF2-40B4-BE49-F238E27FC236}">
                  <a16:creationId xmlns:a16="http://schemas.microsoft.com/office/drawing/2014/main" id="{2585CC80-ADB3-8361-1CE5-066F777DA077}"/>
                </a:ext>
              </a:extLst>
            </p:cNvPr>
            <p:cNvSpPr/>
            <p:nvPr/>
          </p:nvSpPr>
          <p:spPr>
            <a:xfrm>
              <a:off x="8038758" y="3835908"/>
              <a:ext cx="1282700" cy="449385"/>
            </a:xfrm>
            <a:prstGeom prst="flowChartMagneticDisk">
              <a:avLst/>
            </a:prstGeom>
            <a:grpFill/>
            <a:ln w="12700" cap="flat" cmpd="sng" algn="ctr">
              <a:solidFill>
                <a:srgbClr val="70AD47">
                  <a:lumMod val="20000"/>
                  <a:lumOff val="8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59" name="CuadroTexto 86">
            <a:extLst>
              <a:ext uri="{FF2B5EF4-FFF2-40B4-BE49-F238E27FC236}">
                <a16:creationId xmlns:a16="http://schemas.microsoft.com/office/drawing/2014/main" id="{3D301F45-9847-0DC5-71A4-675FE5859BCB}"/>
              </a:ext>
            </a:extLst>
          </p:cNvPr>
          <p:cNvSpPr txBox="1"/>
          <p:nvPr/>
        </p:nvSpPr>
        <p:spPr>
          <a:xfrm>
            <a:off x="6813557" y="1418858"/>
            <a:ext cx="579447" cy="288791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pPr algn="ctr" defTabSz="914400"/>
            <a:r>
              <a:rPr lang="es-ES" sz="900" b="1" dirty="0">
                <a:solidFill>
                  <a:prstClr val="black"/>
                </a:solidFill>
                <a:latin typeface="Santander Text" panose="020B0504020201020104" pitchFamily="34" charset="0"/>
              </a:rPr>
              <a:t>Output</a:t>
            </a:r>
          </a:p>
        </p:txBody>
      </p:sp>
      <p:pic>
        <p:nvPicPr>
          <p:cNvPr id="160" name="Picture 31" descr="process&quot; Icon - Download for free – Iconduck">
            <a:extLst>
              <a:ext uri="{FF2B5EF4-FFF2-40B4-BE49-F238E27FC236}">
                <a16:creationId xmlns:a16="http://schemas.microsoft.com/office/drawing/2014/main" id="{9281EB72-FA24-AFBB-29E8-59BF2881CD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1959" y="2780580"/>
            <a:ext cx="258719" cy="258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61" name="Elbow Connector 49">
            <a:extLst>
              <a:ext uri="{FF2B5EF4-FFF2-40B4-BE49-F238E27FC236}">
                <a16:creationId xmlns:a16="http://schemas.microsoft.com/office/drawing/2014/main" id="{91EA62B1-FCEF-FCA8-EEEF-1C7AE1E72A8B}"/>
              </a:ext>
            </a:extLst>
          </p:cNvPr>
          <p:cNvCxnSpPr>
            <a:cxnSpLocks/>
          </p:cNvCxnSpPr>
          <p:nvPr/>
        </p:nvCxnSpPr>
        <p:spPr>
          <a:xfrm flipV="1">
            <a:off x="6545478" y="2864797"/>
            <a:ext cx="219599" cy="3390"/>
          </a:xfrm>
          <a:prstGeom prst="bentConnector3">
            <a:avLst/>
          </a:prstGeom>
          <a:noFill/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62" name="Elbow Connector 51">
            <a:extLst>
              <a:ext uri="{FF2B5EF4-FFF2-40B4-BE49-F238E27FC236}">
                <a16:creationId xmlns:a16="http://schemas.microsoft.com/office/drawing/2014/main" id="{4CE501F4-CCE5-1AE5-8972-5AA99F6C513E}"/>
              </a:ext>
            </a:extLst>
          </p:cNvPr>
          <p:cNvCxnSpPr>
            <a:cxnSpLocks/>
            <a:stCxn id="128" idx="2"/>
            <a:endCxn id="160" idx="0"/>
          </p:cNvCxnSpPr>
          <p:nvPr/>
        </p:nvCxnSpPr>
        <p:spPr>
          <a:xfrm rot="5400000">
            <a:off x="6584818" y="1702190"/>
            <a:ext cx="1354891" cy="801888"/>
          </a:xfrm>
          <a:prstGeom prst="bentConnector3">
            <a:avLst>
              <a:gd name="adj1" fmla="val 3320"/>
            </a:avLst>
          </a:prstGeom>
          <a:noFill/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70" name="Elbow Connector 49">
            <a:extLst>
              <a:ext uri="{FF2B5EF4-FFF2-40B4-BE49-F238E27FC236}">
                <a16:creationId xmlns:a16="http://schemas.microsoft.com/office/drawing/2014/main" id="{B57F6CCE-AD80-E1BC-1DE2-A61D3D1D76EA}"/>
              </a:ext>
            </a:extLst>
          </p:cNvPr>
          <p:cNvCxnSpPr>
            <a:cxnSpLocks/>
          </p:cNvCxnSpPr>
          <p:nvPr/>
        </p:nvCxnSpPr>
        <p:spPr>
          <a:xfrm flipV="1">
            <a:off x="6996657" y="2873616"/>
            <a:ext cx="144000" cy="3390"/>
          </a:xfrm>
          <a:prstGeom prst="bentConnector3">
            <a:avLst/>
          </a:prstGeom>
          <a:noFill/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  <a:tailEnd type="triangle"/>
          </a:ln>
          <a:effectLst/>
        </p:spPr>
      </p:cxnSp>
      <p:sp>
        <p:nvSpPr>
          <p:cNvPr id="181" name="TextBox 180">
            <a:extLst>
              <a:ext uri="{FF2B5EF4-FFF2-40B4-BE49-F238E27FC236}">
                <a16:creationId xmlns:a16="http://schemas.microsoft.com/office/drawing/2014/main" id="{84F99F59-0470-EB0E-73A9-28A7D1F47C65}"/>
              </a:ext>
            </a:extLst>
          </p:cNvPr>
          <p:cNvSpPr txBox="1"/>
          <p:nvPr/>
        </p:nvSpPr>
        <p:spPr>
          <a:xfrm>
            <a:off x="7244955" y="4095061"/>
            <a:ext cx="109388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pt-PT" sz="1000" b="1" dirty="0">
                <a:solidFill>
                  <a:prstClr val="black"/>
                </a:solidFill>
                <a:latin typeface="Santander Text" panose="020B0504020201020104" pitchFamily="34" charset="0"/>
              </a:rPr>
              <a:t>Motor Fase 2</a:t>
            </a:r>
          </a:p>
        </p:txBody>
      </p:sp>
    </p:spTree>
    <p:extLst>
      <p:ext uri="{BB962C8B-B14F-4D97-AF65-F5344CB8AC3E}">
        <p14:creationId xmlns:p14="http://schemas.microsoft.com/office/powerpoint/2010/main" val="2659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0" grpId="0" animBg="1"/>
      <p:bldP spid="6" grpId="0" animBg="1"/>
      <p:bldP spid="7" grpId="0" animBg="1"/>
      <p:bldP spid="18" grpId="0"/>
      <p:bldP spid="25" grpId="0"/>
      <p:bldP spid="30" grpId="0"/>
      <p:bldP spid="40" grpId="0"/>
      <p:bldP spid="41" grpId="0"/>
      <p:bldP spid="42" grpId="0"/>
      <p:bldP spid="43" grpId="0"/>
      <p:bldP spid="44" grpId="0"/>
      <p:bldP spid="49" grpId="0"/>
      <p:bldP spid="70" grpId="0"/>
      <p:bldP spid="3" grpId="0" animBg="1"/>
      <p:bldP spid="130" grpId="0"/>
      <p:bldP spid="138" grpId="0"/>
      <p:bldP spid="139" grpId="0"/>
      <p:bldP spid="140" grpId="0"/>
      <p:bldP spid="142" grpId="0"/>
      <p:bldP spid="15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7F12840-B53B-1F17-8838-C67B4E7533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4200" y="2609532"/>
            <a:ext cx="5943600" cy="1638935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017EC1B-476C-0403-4A57-BB1202CB2A1C}"/>
              </a:ext>
            </a:extLst>
          </p:cNvPr>
          <p:cNvCxnSpPr/>
          <p:nvPr/>
        </p:nvCxnSpPr>
        <p:spPr>
          <a:xfrm flipH="1">
            <a:off x="8062451" y="3942735"/>
            <a:ext cx="153383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039DC4D-D48E-F15D-B5F9-0BCC6538BA90}"/>
              </a:ext>
            </a:extLst>
          </p:cNvPr>
          <p:cNvCxnSpPr/>
          <p:nvPr/>
        </p:nvCxnSpPr>
        <p:spPr>
          <a:xfrm flipH="1">
            <a:off x="7438102" y="4144296"/>
            <a:ext cx="2160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E0AAA6A-B7DB-69B4-050E-BC2CC8381DD9}"/>
              </a:ext>
            </a:extLst>
          </p:cNvPr>
          <p:cNvSpPr txBox="1"/>
          <p:nvPr/>
        </p:nvSpPr>
        <p:spPr>
          <a:xfrm>
            <a:off x="9596284" y="3758069"/>
            <a:ext cx="7964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600" dirty="0">
                <a:solidFill>
                  <a:schemeClr val="accent1"/>
                </a:solidFill>
              </a:rPr>
              <a:t>Fase 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BAC9C11-1D0F-F8C7-7E03-8A05A18156D6}"/>
              </a:ext>
            </a:extLst>
          </p:cNvPr>
          <p:cNvSpPr txBox="1"/>
          <p:nvPr/>
        </p:nvSpPr>
        <p:spPr>
          <a:xfrm>
            <a:off x="9596284" y="3970847"/>
            <a:ext cx="7964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600" dirty="0">
                <a:solidFill>
                  <a:schemeClr val="accent1"/>
                </a:solidFill>
              </a:rPr>
              <a:t>Fase 2</a:t>
            </a:r>
          </a:p>
        </p:txBody>
      </p:sp>
    </p:spTree>
    <p:extLst>
      <p:ext uri="{BB962C8B-B14F-4D97-AF65-F5344CB8AC3E}">
        <p14:creationId xmlns:p14="http://schemas.microsoft.com/office/powerpoint/2010/main" val="35026462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B6B9A5E792D2446B8986FAE34BEC557" ma:contentTypeVersion="13" ma:contentTypeDescription="Create a new document." ma:contentTypeScope="" ma:versionID="c03bd845fb1e6d668deb1d300a78a236">
  <xsd:schema xmlns:xsd="http://www.w3.org/2001/XMLSchema" xmlns:xs="http://www.w3.org/2001/XMLSchema" xmlns:p="http://schemas.microsoft.com/office/2006/metadata/properties" xmlns:ns1="http://schemas.microsoft.com/sharepoint/v3" xmlns:ns2="5ad20f8b-9281-4829-a9aa-2b5a878ba2cc" xmlns:ns3="09d3dac3-f296-4107-b579-4b1e37be6169" targetNamespace="http://schemas.microsoft.com/office/2006/metadata/properties" ma:root="true" ma:fieldsID="36319acfe5044590a668df6ed7b7ca83" ns1:_="" ns2:_="" ns3:_="">
    <xsd:import namespace="http://schemas.microsoft.com/sharepoint/v3"/>
    <xsd:import namespace="5ad20f8b-9281-4829-a9aa-2b5a878ba2cc"/>
    <xsd:import namespace="09d3dac3-f296-4107-b579-4b1e37be616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1:_ip_UnifiedCompliancePolicyProperties" minOccurs="0"/>
                <xsd:element ref="ns1:_ip_UnifiedCompliancePolicyUIActio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1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2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d20f8b-9281-4829-a9aa-2b5a878ba2c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e471ada5-31db-43fa-8830-84ca9293ff4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d3dac3-f296-4107-b579-4b1e37be6169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2f43633d-4f01-4e5f-8ed6-670c29f8108f}" ma:internalName="TaxCatchAll" ma:showField="CatchAllData" ma:web="09d3dac3-f296-4107-b579-4b1e37be616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09d3dac3-f296-4107-b579-4b1e37be6169" xsi:nil="true"/>
    <lcf76f155ced4ddcb4097134ff3c332f xmlns="5ad20f8b-9281-4829-a9aa-2b5a878ba2cc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103BD7F-6865-4ADA-9C47-6E526AA4DDA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5ad20f8b-9281-4829-a9aa-2b5a878ba2cc"/>
    <ds:schemaRef ds:uri="09d3dac3-f296-4107-b579-4b1e37be616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6581705-97BD-4FC6-B302-6405B8514C51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09d3dac3-f296-4107-b579-4b1e37be6169"/>
    <ds:schemaRef ds:uri="5ad20f8b-9281-4829-a9aa-2b5a878ba2cc"/>
  </ds:schemaRefs>
</ds:datastoreItem>
</file>

<file path=customXml/itemProps3.xml><?xml version="1.0" encoding="utf-8"?>
<ds:datastoreItem xmlns:ds="http://schemas.openxmlformats.org/officeDocument/2006/customXml" ds:itemID="{13BB9292-556E-4CC4-8A24-FF1DF3812ED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1372</TotalTime>
  <Words>108</Words>
  <Application>Microsoft Office PowerPoint</Application>
  <PresentationFormat>Widescreen</PresentationFormat>
  <Paragraphs>44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Calibri</vt:lpstr>
      <vt:lpstr>Calibri Light</vt:lpstr>
      <vt:lpstr>Santander Headline</vt:lpstr>
      <vt:lpstr>Santander Text</vt:lpstr>
      <vt:lpstr>Office Theme</vt:lpstr>
      <vt:lpstr>PowerPoint Presentation</vt:lpstr>
      <vt:lpstr>PowerPoint Presentation</vt:lpstr>
    </vt:vector>
  </TitlesOfParts>
  <Company>Banco Santander Portugal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Luís Filipe da Silva Pragosa</dc:creator>
  <cp:lastModifiedBy>Luís Filipe da Silva Pragosa</cp:lastModifiedBy>
  <cp:revision>1</cp:revision>
  <dcterms:created xsi:type="dcterms:W3CDTF">2025-01-24T16:08:49Z</dcterms:created>
  <dcterms:modified xsi:type="dcterms:W3CDTF">2025-12-18T10:49:00Z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c2abd79-57a9-4473-8700-c843f76a1e37_Enabled">
    <vt:lpwstr>true</vt:lpwstr>
  </property>
  <property fmtid="{D5CDD505-2E9C-101B-9397-08002B2CF9AE}" pid="3" name="MSIP_Label_0c2abd79-57a9-4473-8700-c843f76a1e37_SetDate">
    <vt:lpwstr>2025-01-24T16:11:11Z</vt:lpwstr>
  </property>
  <property fmtid="{D5CDD505-2E9C-101B-9397-08002B2CF9AE}" pid="4" name="MSIP_Label_0c2abd79-57a9-4473-8700-c843f76a1e37_Method">
    <vt:lpwstr>Privileged</vt:lpwstr>
  </property>
  <property fmtid="{D5CDD505-2E9C-101B-9397-08002B2CF9AE}" pid="5" name="MSIP_Label_0c2abd79-57a9-4473-8700-c843f76a1e37_Name">
    <vt:lpwstr>Internal</vt:lpwstr>
  </property>
  <property fmtid="{D5CDD505-2E9C-101B-9397-08002B2CF9AE}" pid="6" name="MSIP_Label_0c2abd79-57a9-4473-8700-c843f76a1e37_SiteId">
    <vt:lpwstr>35595a02-4d6d-44ac-99e1-f9ab4cd872db</vt:lpwstr>
  </property>
  <property fmtid="{D5CDD505-2E9C-101B-9397-08002B2CF9AE}" pid="7" name="MSIP_Label_0c2abd79-57a9-4473-8700-c843f76a1e37_ActionId">
    <vt:lpwstr>a2a5b728-3540-409a-8aa7-55aa5a9cfb7c</vt:lpwstr>
  </property>
  <property fmtid="{D5CDD505-2E9C-101B-9397-08002B2CF9AE}" pid="8" name="MSIP_Label_0c2abd79-57a9-4473-8700-c843f76a1e37_ContentBits">
    <vt:lpwstr>0</vt:lpwstr>
  </property>
  <property fmtid="{D5CDD505-2E9C-101B-9397-08002B2CF9AE}" pid="9" name="ContentTypeId">
    <vt:lpwstr>0x0101000B6B9A5E792D2446B8986FAE34BEC557</vt:lpwstr>
  </property>
  <property fmtid="{D5CDD505-2E9C-101B-9397-08002B2CF9AE}" pid="10" name="MediaServiceImageTags">
    <vt:lpwstr/>
  </property>
</Properties>
</file>