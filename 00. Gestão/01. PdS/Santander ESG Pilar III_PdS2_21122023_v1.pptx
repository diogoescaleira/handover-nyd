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6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9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0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11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2.xml" ContentType="application/vnd.openxmlformats-officedocument.theme+xml"/>
  <Override PartName="/ppt/slideLayouts/slideLayout26.xml" ContentType="application/vnd.openxmlformats-officedocument.presentationml.slideLayout+xml"/>
  <Override PartName="/ppt/theme/theme1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1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15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1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17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18.xml" ContentType="application/vnd.openxmlformats-officedocument.theme+xml"/>
  <Override PartName="/ppt/theme/theme1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4"/>
    <p:sldMasterId id="2147483702" r:id="rId5"/>
    <p:sldMasterId id="2147483706" r:id="rId6"/>
    <p:sldMasterId id="2147483688" r:id="rId7"/>
    <p:sldMasterId id="2147483674" r:id="rId8"/>
    <p:sldMasterId id="2147483710" r:id="rId9"/>
    <p:sldMasterId id="2147483726" r:id="rId10"/>
    <p:sldMasterId id="2147483731" r:id="rId11"/>
    <p:sldMasterId id="2147483733" r:id="rId12"/>
    <p:sldMasterId id="2147483738" r:id="rId13"/>
    <p:sldMasterId id="2147483756" r:id="rId14"/>
    <p:sldMasterId id="2147483760" r:id="rId15"/>
    <p:sldMasterId id="2147483769" r:id="rId16"/>
    <p:sldMasterId id="2147483771" r:id="rId17"/>
    <p:sldMasterId id="2147483778" r:id="rId18"/>
    <p:sldMasterId id="2147483784" r:id="rId19"/>
    <p:sldMasterId id="2147483787" r:id="rId20"/>
    <p:sldMasterId id="2147483792" r:id="rId21"/>
  </p:sldMasterIdLst>
  <p:notesMasterIdLst>
    <p:notesMasterId r:id="rId29"/>
  </p:notesMasterIdLst>
  <p:sldIdLst>
    <p:sldId id="1786" r:id="rId22"/>
    <p:sldId id="258" r:id="rId23"/>
    <p:sldId id="1924" r:id="rId24"/>
    <p:sldId id="3149" r:id="rId25"/>
    <p:sldId id="3151" r:id="rId26"/>
    <p:sldId id="3129" r:id="rId27"/>
    <p:sldId id="266" r:id="rId28"/>
  </p:sldIdLst>
  <p:sldSz cx="12190413" cy="6859588"/>
  <p:notesSz cx="6858000" cy="9144000"/>
  <p:defaultTextStyle>
    <a:defPPr marL="0" marR="0" indent="0" algn="l" defTabSz="449245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84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112311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224622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336934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449245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561556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673867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786178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898489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1276" userDrawn="1">
          <p15:clr>
            <a:srgbClr val="A4A3A4"/>
          </p15:clr>
        </p15:guide>
        <p15:guide id="2" pos="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E6C220F-12ED-3D17-AABA-2ABFF32E93EB}" name="Escaleira, Diogo Alexandre" initials="EDA" userId="S::descaleira@epimetheus.pt::72fb12db-bc92-4c43-9b41-3ac15f1f989a" providerId="AD"/>
  <p188:author id="{55B1A912-4C09-9945-F70A-A288666158F5}" name="Amaro, Sandra" initials="AS" userId="S::samaro@epimetheus.pt::6bedbfcc-5e0a-4e18-b9b0-c8ab328504b9" providerId="AD"/>
  <p188:author id="{823ED62F-73C6-59DC-6808-B8C8BBC1E55B}" name="Cunha, Ricardo Jesus" initials="CRJ" userId="S::ricunha@neyond.pt::3a14ff4c-a595-4060-b93a-2caaccc102b9" providerId="AD"/>
  <p188:author id="{1BF7525D-60EC-A2DC-437F-FE195A72693A}" name="Reia, Hugo Alexandre" initials="RHA" userId="S::hreia@neyond.pt::dee69c61-2ac7-4b82-bc09-1c91e89a6358" providerId="AD"/>
  <p188:author id="{44B2048D-5C18-4B91-B955-1679C26855BB}" name="Caguerelho, Ana Rita" initials="CAR" userId="S::acaguerelho@neyond.pt::7b95d777-22bb-4b12-8360-afcdb5cf1abd" providerId="AD"/>
  <p188:author id="{CA811FA9-5862-93D8-F5D5-56ED83AC8E33}" name="Amaro, Sandra" initials="AS" userId="S::samaro@neyond.pt::6bedbfcc-5e0a-4e18-b9b0-c8ab328504b9" providerId="AD"/>
  <p188:author id="{03BB7DB1-0E48-2EDE-A5F3-CC2072F7B62C}" name="Cunha, Ricardo Jesus" initials="CRJ" userId="S::ricunha@epimetheus.pt::3a14ff4c-a595-4060-b93a-2caaccc102b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Amaro, Sandra" initials="AS" lastIdx="62" clrIdx="6">
    <p:extLst>
      <p:ext uri="{19B8F6BF-5375-455C-9EA6-DF929625EA0E}">
        <p15:presenceInfo xmlns:p15="http://schemas.microsoft.com/office/powerpoint/2012/main" userId="S::samaro@epimetheus.pt::6bedbfcc-5e0a-4e18-b9b0-c8ab328504b9" providerId="AD"/>
      </p:ext>
    </p:extLst>
  </p:cmAuthor>
  <p:cmAuthor id="1" name="Pereira, Joao" initials="PJ" lastIdx="117" clrIdx="0">
    <p:extLst>
      <p:ext uri="{19B8F6BF-5375-455C-9EA6-DF929625EA0E}">
        <p15:presenceInfo xmlns:p15="http://schemas.microsoft.com/office/powerpoint/2012/main" userId="S::jpereira@epimetheus.pt::a240beba-fee2-4a23-986d-f8fb809b0673" providerId="AD"/>
      </p:ext>
    </p:extLst>
  </p:cmAuthor>
  <p:cmAuthor id="8" name="Goncalves, Sofia Maria" initials="GSM" lastIdx="43" clrIdx="7">
    <p:extLst>
      <p:ext uri="{19B8F6BF-5375-455C-9EA6-DF929625EA0E}">
        <p15:presenceInfo xmlns:p15="http://schemas.microsoft.com/office/powerpoint/2012/main" userId="S::sogoncalves@epimetheus.pt::1e48f094-560d-4059-b8b7-4ac332255dcb" providerId="AD"/>
      </p:ext>
    </p:extLst>
  </p:cmAuthor>
  <p:cmAuthor id="2" name="Maranga, Luis Miguel" initials="MLM" lastIdx="92" clrIdx="1">
    <p:extLst>
      <p:ext uri="{19B8F6BF-5375-455C-9EA6-DF929625EA0E}">
        <p15:presenceInfo xmlns:p15="http://schemas.microsoft.com/office/powerpoint/2012/main" userId="S::lmaranga@epimetheus.pt::8f3347f3-4e20-4fd2-bf94-7b3d86be4c32" providerId="AD"/>
      </p:ext>
    </p:extLst>
  </p:cmAuthor>
  <p:cmAuthor id="9" name="Sousa, Luis Filipe" initials="SLF" lastIdx="5" clrIdx="8">
    <p:extLst>
      <p:ext uri="{19B8F6BF-5375-455C-9EA6-DF929625EA0E}">
        <p15:presenceInfo xmlns:p15="http://schemas.microsoft.com/office/powerpoint/2012/main" userId="S::lsousa@epimetheus.pt::c000e94c-30eb-4439-a755-c8c777314584" providerId="AD"/>
      </p:ext>
    </p:extLst>
  </p:cmAuthor>
  <p:cmAuthor id="3" name="Vieira, Paulo Neiva" initials="VPN" lastIdx="24" clrIdx="2">
    <p:extLst>
      <p:ext uri="{19B8F6BF-5375-455C-9EA6-DF929625EA0E}">
        <p15:presenceInfo xmlns:p15="http://schemas.microsoft.com/office/powerpoint/2012/main" userId="S::pavieira@epimetheus.pt::c20eadd0-e61a-4ca2-a58c-b88c67a34227" providerId="AD"/>
      </p:ext>
    </p:extLst>
  </p:cmAuthor>
  <p:cmAuthor id="10" name="Ventura, Hugo Miguel" initials="VHM" lastIdx="15" clrIdx="9">
    <p:extLst>
      <p:ext uri="{19B8F6BF-5375-455C-9EA6-DF929625EA0E}">
        <p15:presenceInfo xmlns:p15="http://schemas.microsoft.com/office/powerpoint/2012/main" userId="S::hventura@epimetheus.pt::7f25fc2f-b5e6-4615-bb77-9e7a5745551f" providerId="AD"/>
      </p:ext>
    </p:extLst>
  </p:cmAuthor>
  <p:cmAuthor id="4" name="Cardoso, Nuno Alexandre" initials="CA" lastIdx="4" clrIdx="3">
    <p:extLst>
      <p:ext uri="{19B8F6BF-5375-455C-9EA6-DF929625EA0E}">
        <p15:presenceInfo xmlns:p15="http://schemas.microsoft.com/office/powerpoint/2012/main" userId="S::ncardoso@epimetheus.pt::c8ba9172-f0b5-4f90-bf4b-4e14342d57de" providerId="AD"/>
      </p:ext>
    </p:extLst>
  </p:cmAuthor>
  <p:cmAuthor id="11" name="Cunha, Ricardo Jesus" initials="CRJ" lastIdx="12" clrIdx="10">
    <p:extLst>
      <p:ext uri="{19B8F6BF-5375-455C-9EA6-DF929625EA0E}">
        <p15:presenceInfo xmlns:p15="http://schemas.microsoft.com/office/powerpoint/2012/main" userId="S::ricunha@epimetheus.pt::3a14ff4c-a595-4060-b93a-2caaccc102b9" providerId="AD"/>
      </p:ext>
    </p:extLst>
  </p:cmAuthor>
  <p:cmAuthor id="5" name="Godinho, Luis" initials="GL" lastIdx="178" clrIdx="4">
    <p:extLst>
      <p:ext uri="{19B8F6BF-5375-455C-9EA6-DF929625EA0E}">
        <p15:presenceInfo xmlns:p15="http://schemas.microsoft.com/office/powerpoint/2012/main" userId="S::lgodinho@epimetheus.pt::73da12d6-0d4b-484b-8b4c-3d031c51bbca" providerId="AD"/>
      </p:ext>
    </p:extLst>
  </p:cmAuthor>
  <p:cmAuthor id="12" name="Escaleira, Diogo Alexandre" initials="EDA" lastIdx="1" clrIdx="11">
    <p:extLst>
      <p:ext uri="{19B8F6BF-5375-455C-9EA6-DF929625EA0E}">
        <p15:presenceInfo xmlns:p15="http://schemas.microsoft.com/office/powerpoint/2012/main" userId="S::descaleira@epimetheus.pt::72fb12db-bc92-4c43-9b41-3ac15f1f989a" providerId="AD"/>
      </p:ext>
    </p:extLst>
  </p:cmAuthor>
  <p:cmAuthor id="6" name="Queiroz, Andre Miguel" initials="QAM" lastIdx="2" clrIdx="5">
    <p:extLst>
      <p:ext uri="{19B8F6BF-5375-455C-9EA6-DF929625EA0E}">
        <p15:presenceInfo xmlns:p15="http://schemas.microsoft.com/office/powerpoint/2012/main" userId="S::aqueiroz@epimetheus.pt::ea6045e6-670f-4468-88e1-84c25e8ccec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CD44"/>
    <a:srgbClr val="003E51"/>
    <a:srgbClr val="C00000"/>
    <a:srgbClr val="FFDF79"/>
    <a:srgbClr val="005F7C"/>
    <a:srgbClr val="707070"/>
    <a:srgbClr val="5F5F5F"/>
    <a:srgbClr val="94E6FF"/>
    <a:srgbClr val="009FDF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830" autoAdjust="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>
        <p:guide orient="horz" pos="1276"/>
        <p:guide pos="39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26" Type="http://schemas.openxmlformats.org/officeDocument/2006/relationships/slide" Target="slides/slide5.xml"/><Relationship Id="rId3" Type="http://schemas.openxmlformats.org/officeDocument/2006/relationships/customXml" Target="../customXml/item3.xml"/><Relationship Id="rId21" Type="http://schemas.openxmlformats.org/officeDocument/2006/relationships/slideMaster" Target="slideMasters/slideMaster18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" Target="slides/slide4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Master" Target="slideMasters/slideMaster17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3.xml"/><Relationship Id="rId32" Type="http://schemas.openxmlformats.org/officeDocument/2006/relationships/viewProps" Target="viewProps.xml"/><Relationship Id="rId37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2.xml"/><Relationship Id="rId28" Type="http://schemas.openxmlformats.org/officeDocument/2006/relationships/slide" Target="slides/slide7.xml"/><Relationship Id="rId36" Type="http://schemas.microsoft.com/office/2016/11/relationships/changesInfo" Target="changesInfos/changesInfo1.xml"/><Relationship Id="rId10" Type="http://schemas.openxmlformats.org/officeDocument/2006/relationships/slideMaster" Target="slideMasters/slideMaster7.xml"/><Relationship Id="rId19" Type="http://schemas.openxmlformats.org/officeDocument/2006/relationships/slideMaster" Target="slideMasters/slideMaster16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1.xml"/><Relationship Id="rId27" Type="http://schemas.openxmlformats.org/officeDocument/2006/relationships/slide" Target="slides/slide6.xml"/><Relationship Id="rId30" Type="http://schemas.openxmlformats.org/officeDocument/2006/relationships/commentAuthors" Target="commentAuthors.xml"/><Relationship Id="rId8" Type="http://schemas.openxmlformats.org/officeDocument/2006/relationships/slideMaster" Target="slideMasters/slideMaster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ia, Hugo Alexandre" userId="dee69c61-2ac7-4b82-bc09-1c91e89a6358" providerId="ADAL" clId="{706D8537-E8A2-43C1-81A0-6D5C5B3A7CB1}"/>
    <pc:docChg chg="undo custSel modSld">
      <pc:chgData name="Reia, Hugo Alexandre" userId="dee69c61-2ac7-4b82-bc09-1c91e89a6358" providerId="ADAL" clId="{706D8537-E8A2-43C1-81A0-6D5C5B3A7CB1}" dt="2023-05-05T11:05:32.118" v="129" actId="20577"/>
      <pc:docMkLst>
        <pc:docMk/>
      </pc:docMkLst>
      <pc:sldChg chg="addSp delSp modSp mod">
        <pc:chgData name="Reia, Hugo Alexandre" userId="dee69c61-2ac7-4b82-bc09-1c91e89a6358" providerId="ADAL" clId="{706D8537-E8A2-43C1-81A0-6D5C5B3A7CB1}" dt="2023-05-05T10:14:06.077" v="20" actId="478"/>
        <pc:sldMkLst>
          <pc:docMk/>
          <pc:sldMk cId="432801520" sldId="3149"/>
        </pc:sldMkLst>
        <pc:spChg chg="mod">
          <ac:chgData name="Reia, Hugo Alexandre" userId="dee69c61-2ac7-4b82-bc09-1c91e89a6358" providerId="ADAL" clId="{706D8537-E8A2-43C1-81A0-6D5C5B3A7CB1}" dt="2023-05-05T10:12:38.053" v="15" actId="20577"/>
          <ac:spMkLst>
            <pc:docMk/>
            <pc:sldMk cId="432801520" sldId="3149"/>
            <ac:spMk id="7" creationId="{25EFF698-7023-AA42-07B9-13EE7A6008C6}"/>
          </ac:spMkLst>
        </pc:spChg>
        <pc:spChg chg="mod">
          <ac:chgData name="Reia, Hugo Alexandre" userId="dee69c61-2ac7-4b82-bc09-1c91e89a6358" providerId="ADAL" clId="{706D8537-E8A2-43C1-81A0-6D5C5B3A7CB1}" dt="2023-05-05T10:12:51.326" v="17" actId="20577"/>
          <ac:spMkLst>
            <pc:docMk/>
            <pc:sldMk cId="432801520" sldId="3149"/>
            <ac:spMk id="399" creationId="{55327F54-AE39-104D-D7ED-FEB9F88B2CC6}"/>
          </ac:spMkLst>
        </pc:spChg>
        <pc:cxnChg chg="add del mod">
          <ac:chgData name="Reia, Hugo Alexandre" userId="dee69c61-2ac7-4b82-bc09-1c91e89a6358" providerId="ADAL" clId="{706D8537-E8A2-43C1-81A0-6D5C5B3A7CB1}" dt="2023-05-05T10:09:51.663" v="12" actId="478"/>
          <ac:cxnSpMkLst>
            <pc:docMk/>
            <pc:sldMk cId="432801520" sldId="3149"/>
            <ac:cxnSpMk id="11" creationId="{2821D969-6DB4-509A-B1D3-B0E7C4946F01}"/>
          </ac:cxnSpMkLst>
        </pc:cxnChg>
        <pc:cxnChg chg="add del mod">
          <ac:chgData name="Reia, Hugo Alexandre" userId="dee69c61-2ac7-4b82-bc09-1c91e89a6358" providerId="ADAL" clId="{706D8537-E8A2-43C1-81A0-6D5C5B3A7CB1}" dt="2023-05-04T15:06:46.257" v="9" actId="478"/>
          <ac:cxnSpMkLst>
            <pc:docMk/>
            <pc:sldMk cId="432801520" sldId="3149"/>
            <ac:cxnSpMk id="11" creationId="{8AC0CE18-D241-0016-2608-112486732DDE}"/>
          </ac:cxnSpMkLst>
        </pc:cxnChg>
        <pc:cxnChg chg="add del mod">
          <ac:chgData name="Reia, Hugo Alexandre" userId="dee69c61-2ac7-4b82-bc09-1c91e89a6358" providerId="ADAL" clId="{706D8537-E8A2-43C1-81A0-6D5C5B3A7CB1}" dt="2023-05-05T10:14:06.077" v="20" actId="478"/>
          <ac:cxnSpMkLst>
            <pc:docMk/>
            <pc:sldMk cId="432801520" sldId="3149"/>
            <ac:cxnSpMk id="16" creationId="{83C768D9-5793-6CA5-0EF6-C5086A5652ED}"/>
          </ac:cxnSpMkLst>
        </pc:cxnChg>
      </pc:sldChg>
      <pc:sldChg chg="modSp mod">
        <pc:chgData name="Reia, Hugo Alexandre" userId="dee69c61-2ac7-4b82-bc09-1c91e89a6358" providerId="ADAL" clId="{706D8537-E8A2-43C1-81A0-6D5C5B3A7CB1}" dt="2023-05-05T11:05:32.118" v="129" actId="20577"/>
        <pc:sldMkLst>
          <pc:docMk/>
          <pc:sldMk cId="220176590" sldId="3150"/>
        </pc:sldMkLst>
        <pc:spChg chg="mod">
          <ac:chgData name="Reia, Hugo Alexandre" userId="dee69c61-2ac7-4b82-bc09-1c91e89a6358" providerId="ADAL" clId="{706D8537-E8A2-43C1-81A0-6D5C5B3A7CB1}" dt="2023-05-05T11:05:32.118" v="129" actId="20577"/>
          <ac:spMkLst>
            <pc:docMk/>
            <pc:sldMk cId="220176590" sldId="3150"/>
            <ac:spMk id="18" creationId="{E1492F7E-F7A0-4E85-8FC1-862D9C8BA94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1pPr>
    <a:lvl2pPr indent="112311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2pPr>
    <a:lvl3pPr indent="224622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3pPr>
    <a:lvl4pPr indent="336934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4pPr>
    <a:lvl5pPr indent="449245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5pPr>
    <a:lvl6pPr indent="561556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6pPr>
    <a:lvl7pPr indent="673867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7pPr>
    <a:lvl8pPr indent="786178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8pPr>
    <a:lvl9pPr indent="898489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8160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48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53184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197565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70982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8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3F6B1260-E885-40E4-9472-5D2F63367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4895422" cy="3018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tint val="75000"/>
                  </a:schemeClr>
                </a:solidFill>
                <a:latin typeface="Muli Light" panose="00000400000000000000" pitchFamily="2" charset="0"/>
                <a:cs typeface="Arial" panose="020B0604020202020204" pitchFamily="34" charset="0"/>
              </a:defRPr>
            </a:lvl1pPr>
            <a:lvl2pPr marL="222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454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682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90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13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364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59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81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4BFDDA9-04CB-42FB-B1B0-1B692D9692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525" y="6345975"/>
            <a:ext cx="1907752" cy="28819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000" baseline="0">
                <a:solidFill>
                  <a:srgbClr val="003E51"/>
                </a:solidFill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PT" err="1"/>
              <a:t>Click</a:t>
            </a:r>
            <a:r>
              <a:rPr lang="pt-PT"/>
              <a:t> to </a:t>
            </a:r>
            <a:r>
              <a:rPr lang="pt-PT" err="1"/>
              <a:t>add</a:t>
            </a:r>
            <a:r>
              <a:rPr lang="pt-PT"/>
              <a:t> date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D997750-FF72-467B-ACFF-81B71F984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5" y="2746617"/>
            <a:ext cx="4895422" cy="9003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2200"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0575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8402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8728" y="1362404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47592" y="136228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8728" y="1736659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7592" y="173665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AA104C2-253D-4E00-BCF1-80D3FC312F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973" y="309174"/>
            <a:ext cx="1631978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ÍNDICE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844E4C2-EB70-4B9D-ABF8-0DEE63B699E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3346" y="2111152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346" y="2485407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110" y="2859900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110" y="3234155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8728" y="3608648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8728" y="3982900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52211" y="2111033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52211" y="2485407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56831" y="2859781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56831" y="323415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61452" y="360852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61452" y="3982900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6223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647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27767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62153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117840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9030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8650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2407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963374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915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19545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7690BFAA-E82F-41A9-8C93-23507FFA76EF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4732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084525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356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7161964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7049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314794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06585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15511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5722719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9756690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0737312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3" y="76218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8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109009F-C856-4D9E-8F28-0A0A0C41B4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1" y="1742685"/>
            <a:ext cx="11114228" cy="119169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1050">
                <a:solidFill>
                  <a:srgbClr val="003E51"/>
                </a:solidFill>
                <a:latin typeface="Muli Light"/>
                <a:sym typeface="Muli Light"/>
              </a:defRPr>
            </a:lvl1pPr>
          </a:lstStyle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endParaRPr lang="pt-PT"/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8" y="6576344"/>
            <a:ext cx="407894" cy="144067"/>
          </a:xfrm>
          <a:prstGeom prst="rect">
            <a:avLst/>
          </a:prstGeom>
        </p:spPr>
        <p:txBody>
          <a:bodyPr vert="horz" lIns="60951" tIns="30475" rIns="60951" bIns="30475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7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7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5861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4400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48237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1084153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9563888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8034167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48585207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117964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0997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4732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195">
            <a:extLst>
              <a:ext uri="{FF2B5EF4-FFF2-40B4-BE49-F238E27FC236}">
                <a16:creationId xmlns:a16="http://schemas.microsoft.com/office/drawing/2014/main" id="{3E295EC7-7F17-482E-BACC-233844E93A82}"/>
              </a:ext>
            </a:extLst>
          </p:cNvPr>
          <p:cNvSpPr/>
          <p:nvPr userDrawn="1"/>
        </p:nvSpPr>
        <p:spPr>
          <a:xfrm>
            <a:off x="343430" y="6484599"/>
            <a:ext cx="5517112" cy="293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24739" tIns="24739" rIns="24739" bIns="24739">
            <a:spAutoFit/>
          </a:bodyPr>
          <a:lstStyle>
            <a:lvl1pPr algn="l">
              <a:lnSpc>
                <a:spcPct val="90000"/>
              </a:lnSpc>
              <a:defRPr sz="3600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</a:lstStyle>
          <a:p>
            <a:r>
              <a:rPr lang="pt-PT" sz="1754"/>
              <a:t>Lisboa . Porto. Madrid</a:t>
            </a:r>
            <a:endParaRPr sz="1754"/>
          </a:p>
        </p:txBody>
      </p:sp>
    </p:spTree>
    <p:extLst>
      <p:ext uri="{BB962C8B-B14F-4D97-AF65-F5344CB8AC3E}">
        <p14:creationId xmlns:p14="http://schemas.microsoft.com/office/powerpoint/2010/main" val="28659881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80830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127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9033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0960900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9616050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461897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895C7139-3DCC-4C1B-897D-5F2CFDE34B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4C081C9-B184-4F12-BA9A-7849F1D85D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419A0CB-C986-4C28-AB1F-D0593B544C44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6866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54101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7569006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1983199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743140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29206366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51180619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846636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6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9.xml"/><Relationship Id="rId7" Type="http://schemas.openxmlformats.org/officeDocument/2006/relationships/theme" Target="../theme/theme1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9" Type="http://schemas.openxmlformats.org/officeDocument/2006/relationships/image" Target="../media/image7.png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theme" Target="../theme/theme16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3.png"/><Relationship Id="rId5" Type="http://schemas.openxmlformats.org/officeDocument/2006/relationships/theme" Target="../theme/theme17.xml"/><Relationship Id="rId4" Type="http://schemas.openxmlformats.org/officeDocument/2006/relationships/slideLayout" Target="../slideLayouts/slideLayout41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44.xml"/><Relationship Id="rId7" Type="http://schemas.openxmlformats.org/officeDocument/2006/relationships/theme" Target="../theme/theme18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Relationship Id="rId9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.png">
            <a:extLst>
              <a:ext uri="{FF2B5EF4-FFF2-40B4-BE49-F238E27FC236}">
                <a16:creationId xmlns:a16="http://schemas.microsoft.com/office/drawing/2014/main" id="{78052317-F054-4A47-98BD-A3E4D2DB7B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7028" y="341777"/>
            <a:ext cx="4238063" cy="215945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19FD69-E702-4F11-8706-45EEEFCE96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11117"/>
          <a:stretch/>
        </p:blipFill>
        <p:spPr>
          <a:xfrm>
            <a:off x="8990164" y="0"/>
            <a:ext cx="2275933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5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708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_01.png">
            <a:extLst>
              <a:ext uri="{FF2B5EF4-FFF2-40B4-BE49-F238E27FC236}">
                <a16:creationId xmlns:a16="http://schemas.microsoft.com/office/drawing/2014/main" id="{32BA6EBF-5562-4727-9DC6-3BD90A89C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03_Indice.png">
            <a:extLst>
              <a:ext uri="{FF2B5EF4-FFF2-40B4-BE49-F238E27FC236}">
                <a16:creationId xmlns:a16="http://schemas.microsoft.com/office/drawing/2014/main" id="{43BAEF5B-8F8B-465A-9949-DE951D41B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50851"/>
          <a:stretch/>
        </p:blipFill>
        <p:spPr>
          <a:xfrm>
            <a:off x="6198826" y="0"/>
            <a:ext cx="5985949" cy="685958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3305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6815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4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9154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99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white.pdf">
            <a:extLst>
              <a:ext uri="{FF2B5EF4-FFF2-40B4-BE49-F238E27FC236}">
                <a16:creationId xmlns:a16="http://schemas.microsoft.com/office/drawing/2014/main" id="{A7714FFF-5612-4744-B3EB-D14AF51F2E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3685" y="2371188"/>
            <a:ext cx="5023044" cy="21172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398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23460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91083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9" r:id="rId2"/>
    <p:sldLayoutId id="2147483730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4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54453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6553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6" r:id="rId2"/>
    <p:sldLayoutId id="2147483737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46787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BFC06F-EA62-4716-A2D1-F243BEC47CD3}"/>
              </a:ext>
            </a:extLst>
          </p:cNvPr>
          <p:cNvSpPr/>
          <p:nvPr userDrawn="1"/>
        </p:nvSpPr>
        <p:spPr>
          <a:xfrm>
            <a:off x="9964402" y="6485235"/>
            <a:ext cx="13292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800" kern="1200">
                <a:solidFill>
                  <a:schemeClr val="tx1"/>
                </a:solidFill>
                <a:effectLst/>
                <a:latin typeface="Muli" panose="00000500000000000000" pitchFamily="2" charset="0"/>
                <a:ea typeface="+mn-ea"/>
                <a:cs typeface="Arial" panose="020B0604020202020204" pitchFamily="34" charset="0"/>
              </a:rPr>
              <a:t>N.11.20219012262 v1.1</a:t>
            </a:r>
            <a:endParaRPr lang="pt-PT" sz="800">
              <a:latin typeface="Muli" panose="000005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341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0978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65628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08811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32855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4060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1675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59692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23.svg"/><Relationship Id="rId5" Type="http://schemas.openxmlformats.org/officeDocument/2006/relationships/image" Target="../media/image20.png"/><Relationship Id="rId4" Type="http://schemas.openxmlformats.org/officeDocument/2006/relationships/image" Target="../media/image2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6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DFDE417-BE67-403A-8E7B-2F67EBE84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6870674" cy="301892"/>
          </a:xfrm>
        </p:spPr>
        <p:txBody>
          <a:bodyPr/>
          <a:lstStyle/>
          <a:p>
            <a:r>
              <a:rPr lang="pt-PT" dirty="0">
                <a:latin typeface="Arial" panose="020B0604020202020204" pitchFamily="34" charset="0"/>
              </a:rPr>
              <a:t>Ponto de Situação #2</a:t>
            </a:r>
            <a:endParaRPr lang="pt-PT" i="1" dirty="0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EDB14-447D-417D-BB84-48C9F66C8A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pt-PT" dirty="0" smtClean="0">
                <a:latin typeface="Arial" panose="020B0604020202020204" pitchFamily="34" charset="0"/>
              </a:rPr>
              <a:t>21 </a:t>
            </a:r>
            <a:r>
              <a:rPr lang="pt-PT" dirty="0">
                <a:latin typeface="Arial" panose="020B0604020202020204" pitchFamily="34" charset="0"/>
              </a:rPr>
              <a:t>de </a:t>
            </a:r>
            <a:r>
              <a:rPr lang="pt-PT" dirty="0" smtClean="0">
                <a:latin typeface="Arial" panose="020B0604020202020204" pitchFamily="34" charset="0"/>
              </a:rPr>
              <a:t>dezembro </a:t>
            </a:r>
            <a:r>
              <a:rPr lang="pt-PT" dirty="0">
                <a:latin typeface="Arial" panose="020B0604020202020204" pitchFamily="34" charset="0"/>
              </a:rPr>
              <a:t>de 2023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9D7301-5192-460C-A18F-7FB195825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4" y="2746617"/>
            <a:ext cx="7498749" cy="900308"/>
          </a:xfrm>
        </p:spPr>
        <p:txBody>
          <a:bodyPr/>
          <a:lstStyle/>
          <a:p>
            <a:r>
              <a:rPr lang="pt-PT" sz="2000" i="1" dirty="0">
                <a:latin typeface="Arial" panose="020B0604020202020204" pitchFamily="34" charset="0"/>
              </a:rPr>
              <a:t>Reporting </a:t>
            </a:r>
            <a:r>
              <a:rPr lang="pt-PT" sz="2000" dirty="0">
                <a:latin typeface="Arial" panose="020B0604020202020204" pitchFamily="34" charset="0"/>
              </a:rPr>
              <a:t>ESG Pilar III</a:t>
            </a:r>
          </a:p>
        </p:txBody>
      </p:sp>
      <p:pic>
        <p:nvPicPr>
          <p:cNvPr id="1026" name="Picture 2" descr="Santander Logo: valor, história, PNG">
            <a:extLst>
              <a:ext uri="{FF2B5EF4-FFF2-40B4-BE49-F238E27FC236}">
                <a16:creationId xmlns:a16="http://schemas.microsoft.com/office/drawing/2014/main" id="{B41535F9-35DB-2473-8C65-3479DB7C1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0" y="5422236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958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E1117D-CBD7-4CD3-A4DB-E3D3350DE2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6" name="Rectangle 53">
            <a:extLst>
              <a:ext uri="{FF2B5EF4-FFF2-40B4-BE49-F238E27FC236}">
                <a16:creationId xmlns:a16="http://schemas.microsoft.com/office/drawing/2014/main" id="{27633E4E-7104-494E-9D8B-7DC965C20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560881"/>
            <a:ext cx="6984776" cy="3799784"/>
          </a:xfrm>
          <a:prstGeom prst="rect">
            <a:avLst/>
          </a:prstGeom>
          <a:noFill/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72000" tIns="36000" rIns="72000" bIns="36000"/>
          <a:lstStyle/>
          <a:p>
            <a:pPr marL="88900" marR="0" lvl="0" indent="0" algn="just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04853" algn="just" defTabSz="1077718" eaLnBrk="0">
              <a:spcBef>
                <a:spcPct val="0"/>
              </a:spcBef>
              <a:spcAft>
                <a:spcPts val="476"/>
              </a:spcAft>
              <a:defRPr/>
            </a:pPr>
            <a:r>
              <a:rPr lang="pt-PT" sz="110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Realização da 2ª reunião de acompanhamento de projeto, de acordo com a seguinte ordem de atividades:</a:t>
            </a:r>
          </a:p>
        </p:txBody>
      </p:sp>
      <p:sp>
        <p:nvSpPr>
          <p:cNvPr id="7" name="Rectangle 54">
            <a:extLst>
              <a:ext uri="{FF2B5EF4-FFF2-40B4-BE49-F238E27FC236}">
                <a16:creationId xmlns:a16="http://schemas.microsoft.com/office/drawing/2014/main" id="{D3FFE2EB-DD03-4F13-B691-855F6CC70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560424"/>
            <a:ext cx="3595569" cy="3799784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numCol="2"/>
          <a:lstStyle/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C3D21F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solidFill>
                <a:srgbClr val="003E51"/>
              </a:solidFill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87313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" name="Rectangle 54">
            <a:extLst>
              <a:ext uri="{FF2B5EF4-FFF2-40B4-BE49-F238E27FC236}">
                <a16:creationId xmlns:a16="http://schemas.microsoft.com/office/drawing/2014/main" id="{15D8C526-E58D-4844-A15C-905928933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270011"/>
            <a:ext cx="6984776" cy="288000"/>
          </a:xfrm>
          <a:prstGeom prst="rect">
            <a:avLst/>
          </a:prstGeom>
          <a:solidFill>
            <a:srgbClr val="003E5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Objetivos</a:t>
            </a:r>
          </a:p>
        </p:txBody>
      </p:sp>
      <p:sp>
        <p:nvSpPr>
          <p:cNvPr id="9" name="Rectangle 54">
            <a:extLst>
              <a:ext uri="{FF2B5EF4-FFF2-40B4-BE49-F238E27FC236}">
                <a16:creationId xmlns:a16="http://schemas.microsoft.com/office/drawing/2014/main" id="{3A558929-AD00-44AD-AEC2-4D0E93AFA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269554"/>
            <a:ext cx="3595569" cy="288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Participantes</a:t>
            </a:r>
          </a:p>
        </p:txBody>
      </p:sp>
      <p:sp>
        <p:nvSpPr>
          <p:cNvPr id="31" name="Rectangle 53">
            <a:extLst>
              <a:ext uri="{FF2B5EF4-FFF2-40B4-BE49-F238E27FC236}">
                <a16:creationId xmlns:a16="http://schemas.microsoft.com/office/drawing/2014/main" id="{487B6253-6564-45E9-9883-00D4FB5C6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000" y="5768268"/>
            <a:ext cx="3456022" cy="285396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18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:00 </a:t>
            </a:r>
            <a:r>
              <a:rPr kumimoji="0" lang="pt-PT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– 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19:00</a:t>
            </a:r>
            <a:endParaRPr kumimoji="0" lang="pt-PT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2" name="Rectangle 53">
            <a:extLst>
              <a:ext uri="{FF2B5EF4-FFF2-40B4-BE49-F238E27FC236}">
                <a16:creationId xmlns:a16="http://schemas.microsoft.com/office/drawing/2014/main" id="{7CD9833C-0640-421F-85C5-C0408FE1B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770433"/>
            <a:ext cx="3456384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21 </a:t>
            </a:r>
            <a:r>
              <a:rPr lang="pt-PT" sz="1000" dirty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de </a:t>
            </a: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dezembro 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de </a:t>
            </a:r>
            <a:r>
              <a:rPr kumimoji="0" lang="pt-PT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2023</a:t>
            </a:r>
          </a:p>
        </p:txBody>
      </p:sp>
      <p:sp>
        <p:nvSpPr>
          <p:cNvPr id="33" name="Rectangle 53">
            <a:extLst>
              <a:ext uri="{FF2B5EF4-FFF2-40B4-BE49-F238E27FC236}">
                <a16:creationId xmlns:a16="http://schemas.microsoft.com/office/drawing/2014/main" id="{F6DF2307-5D44-46E3-93B3-01FAF6F54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483529"/>
            <a:ext cx="3595569" cy="287337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Local</a:t>
            </a:r>
          </a:p>
        </p:txBody>
      </p:sp>
      <p:sp>
        <p:nvSpPr>
          <p:cNvPr id="34" name="Rectangle 53">
            <a:extLst>
              <a:ext uri="{FF2B5EF4-FFF2-40B4-BE49-F238E27FC236}">
                <a16:creationId xmlns:a16="http://schemas.microsoft.com/office/drawing/2014/main" id="{0A565E87-EBA8-4478-8807-362A8F4B9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768268"/>
            <a:ext cx="3595569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0" tIns="36000" rIns="0" bIns="3600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PT" sz="1000" i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Microsoft Teams </a:t>
            </a:r>
            <a:r>
              <a:rPr lang="pt-PT" sz="1000" i="1" err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Call</a:t>
            </a:r>
            <a:endParaRPr kumimoji="0" lang="pt-PT" sz="10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5" name="Rectangle 53">
            <a:extLst>
              <a:ext uri="{FF2B5EF4-FFF2-40B4-BE49-F238E27FC236}">
                <a16:creationId xmlns:a16="http://schemas.microsoft.com/office/drawing/2014/main" id="{A0F59B8D-BAFC-4D64-A266-A80A48DB5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483936"/>
            <a:ext cx="3456384" cy="28733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6D32B9F-193D-456F-B10D-46C5107E0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360" y="5485694"/>
            <a:ext cx="3456384" cy="284739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Hora Início - Fim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B6C59664-F150-4886-8873-78A8C7EE5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30601" y="3287068"/>
            <a:ext cx="1188466" cy="50261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1916E43-00E8-4AAD-AB66-E306BF4D9129}"/>
              </a:ext>
            </a:extLst>
          </p:cNvPr>
          <p:cNvGrpSpPr/>
          <p:nvPr/>
        </p:nvGrpSpPr>
        <p:grpSpPr>
          <a:xfrm>
            <a:off x="1185783" y="3120811"/>
            <a:ext cx="5073500" cy="324000"/>
            <a:chOff x="1187752" y="3242607"/>
            <a:chExt cx="5073500" cy="324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6605C5F-FD24-4091-A7C9-C05F74228E45}"/>
                </a:ext>
              </a:extLst>
            </p:cNvPr>
            <p:cNvSpPr/>
            <p:nvPr/>
          </p:nvSpPr>
          <p:spPr>
            <a:xfrm>
              <a:off x="1187752" y="3272289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Planeamento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5AED5A5-B1F6-4685-B572-96070B7665D9}"/>
                </a:ext>
              </a:extLst>
            </p:cNvPr>
            <p:cNvSpPr/>
            <p:nvPr/>
          </p:nvSpPr>
          <p:spPr>
            <a:xfrm>
              <a:off x="2481252" y="3272289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Resumo do </a:t>
              </a:r>
              <a:r>
                <a:rPr lang="pt-PT" sz="1000" i="1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status</a:t>
              </a: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das atividades a realizar ao longo do projeto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1BD3468-356B-443F-8186-5B679E995BBE}"/>
                </a:ext>
              </a:extLst>
            </p:cNvPr>
            <p:cNvCxnSpPr/>
            <p:nvPr/>
          </p:nvCxnSpPr>
          <p:spPr>
            <a:xfrm>
              <a:off x="2410502" y="3242607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C8D6F25-667B-4D64-B49F-653A819D33AE}"/>
              </a:ext>
            </a:extLst>
          </p:cNvPr>
          <p:cNvGrpSpPr/>
          <p:nvPr/>
        </p:nvGrpSpPr>
        <p:grpSpPr>
          <a:xfrm>
            <a:off x="1185783" y="4746782"/>
            <a:ext cx="5073500" cy="324000"/>
            <a:chOff x="1185783" y="4289890"/>
            <a:chExt cx="5073500" cy="3240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4D43095-8AA4-4821-B289-361FBCD35E66}"/>
                </a:ext>
              </a:extLst>
            </p:cNvPr>
            <p:cNvSpPr/>
            <p:nvPr/>
          </p:nvSpPr>
          <p:spPr>
            <a:xfrm>
              <a:off x="1185783" y="4319571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Próximos Passos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92D3BCA-9A35-4706-BB3E-697EA65D690A}"/>
                </a:ext>
              </a:extLst>
            </p:cNvPr>
            <p:cNvSpPr/>
            <p:nvPr/>
          </p:nvSpPr>
          <p:spPr>
            <a:xfrm>
              <a:off x="2479283" y="4319571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Identificação das próximas atividades a desenvolver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EE93767-3839-411B-A61B-40FD60B12553}"/>
                </a:ext>
              </a:extLst>
            </p:cNvPr>
            <p:cNvCxnSpPr/>
            <p:nvPr/>
          </p:nvCxnSpPr>
          <p:spPr>
            <a:xfrm>
              <a:off x="2408533" y="4289890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C98F0DD-2292-49EB-ABC6-2CB6D81D48D3}"/>
              </a:ext>
            </a:extLst>
          </p:cNvPr>
          <p:cNvGrpSpPr/>
          <p:nvPr/>
        </p:nvGrpSpPr>
        <p:grpSpPr>
          <a:xfrm>
            <a:off x="1185783" y="3933797"/>
            <a:ext cx="5073500" cy="324000"/>
            <a:chOff x="1185783" y="3791408"/>
            <a:chExt cx="5073500" cy="324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BE05A05-1DA4-4ACD-B9BA-368B042EC2E4}"/>
                </a:ext>
              </a:extLst>
            </p:cNvPr>
            <p:cNvSpPr/>
            <p:nvPr/>
          </p:nvSpPr>
          <p:spPr>
            <a:xfrm>
              <a:off x="1185783" y="3821089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Esclarecimentos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E429228-8794-4E96-B932-C8831B0D6C7B}"/>
                </a:ext>
              </a:extLst>
            </p:cNvPr>
            <p:cNvSpPr/>
            <p:nvPr/>
          </p:nvSpPr>
          <p:spPr>
            <a:xfrm>
              <a:off x="2479283" y="3821089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marL="0" marR="0" lvl="0" indent="0" algn="l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Definição / discussão de temas identificados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DDA7C09-7720-4321-B9C0-A674A42CA489}"/>
                </a:ext>
              </a:extLst>
            </p:cNvPr>
            <p:cNvCxnSpPr/>
            <p:nvPr/>
          </p:nvCxnSpPr>
          <p:spPr>
            <a:xfrm>
              <a:off x="2408533" y="3791408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D15F32F-6EBC-43CC-BBE5-56B4AD7B8010}"/>
              </a:ext>
            </a:extLst>
          </p:cNvPr>
          <p:cNvGrpSpPr/>
          <p:nvPr/>
        </p:nvGrpSpPr>
        <p:grpSpPr>
          <a:xfrm>
            <a:off x="1185783" y="2307825"/>
            <a:ext cx="5073500" cy="324000"/>
            <a:chOff x="1187752" y="2545149"/>
            <a:chExt cx="5073500" cy="324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631F8B1-E329-468A-9C14-84D90F695609}"/>
                </a:ext>
              </a:extLst>
            </p:cNvPr>
            <p:cNvSpPr/>
            <p:nvPr/>
          </p:nvSpPr>
          <p:spPr>
            <a:xfrm>
              <a:off x="1187752" y="2574831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Sumário </a:t>
              </a:r>
            </a:p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Executivo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870518A-CC29-4C64-8C31-867BDBBC4DC6}"/>
                </a:ext>
              </a:extLst>
            </p:cNvPr>
            <p:cNvSpPr/>
            <p:nvPr/>
          </p:nvSpPr>
          <p:spPr>
            <a:xfrm>
              <a:off x="2481252" y="2574831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Visão global sobre evolução da execução do projeto, riscos e dependências principais</a:t>
              </a:r>
              <a:endParaRPr lang="pt-PT" sz="1000" i="1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917CF51-27B9-4A3D-B8D1-FB3BEDB05936}"/>
                </a:ext>
              </a:extLst>
            </p:cNvPr>
            <p:cNvCxnSpPr/>
            <p:nvPr/>
          </p:nvCxnSpPr>
          <p:spPr>
            <a:xfrm>
              <a:off x="2410502" y="2545149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2" descr="Santander Logo: valor, história, PNG">
            <a:extLst>
              <a:ext uri="{FF2B5EF4-FFF2-40B4-BE49-F238E27FC236}">
                <a16:creationId xmlns:a16="http://schemas.microsoft.com/office/drawing/2014/main" id="{53364168-FA32-F00E-A1B1-C3E02A43A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4013" y="1437103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C9B73E2-1AB7-292B-963E-ED0B0745789E}"/>
              </a:ext>
            </a:extLst>
          </p:cNvPr>
          <p:cNvSpPr txBox="1"/>
          <p:nvPr/>
        </p:nvSpPr>
        <p:spPr>
          <a:xfrm>
            <a:off x="8143000" y="2293166"/>
            <a:ext cx="3244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Susana </a:t>
            </a:r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Bernardo</a:t>
            </a:r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A85C88-438F-B557-E685-B9BBD82B1C1A}"/>
              </a:ext>
            </a:extLst>
          </p:cNvPr>
          <p:cNvSpPr txBox="1"/>
          <p:nvPr/>
        </p:nvSpPr>
        <p:spPr>
          <a:xfrm>
            <a:off x="8143000" y="3996119"/>
            <a:ext cx="324439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Hugo Reia</a:t>
            </a:r>
          </a:p>
          <a:p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 Rita Caguerelho</a:t>
            </a:r>
          </a:p>
          <a:p>
            <a:endParaRPr lang="pt-PT" sz="1100" dirty="0" smtClean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Dora Roxo</a:t>
            </a:r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587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25B62A-73E6-47B4-9EB4-F4B966E47D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Sumário Executivo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FF2D0AE-D308-4F38-8820-C70A2A1656F6}"/>
              </a:ext>
            </a:extLst>
          </p:cNvPr>
          <p:cNvGrpSpPr/>
          <p:nvPr/>
        </p:nvGrpSpPr>
        <p:grpSpPr>
          <a:xfrm>
            <a:off x="4311926" y="6178291"/>
            <a:ext cx="3566561" cy="536504"/>
            <a:chOff x="7252834" y="5891389"/>
            <a:chExt cx="3566561" cy="53650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9EFBAE9-1B28-4DAD-90FA-813654A968B1}"/>
                </a:ext>
              </a:extLst>
            </p:cNvPr>
            <p:cNvSpPr/>
            <p:nvPr/>
          </p:nvSpPr>
          <p:spPr>
            <a:xfrm>
              <a:off x="7252834" y="6208943"/>
              <a:ext cx="188926" cy="188926"/>
            </a:xfrm>
            <a:prstGeom prst="ellipse">
              <a:avLst/>
            </a:prstGeom>
            <a:solidFill>
              <a:srgbClr val="92D0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D11BD45-287A-4465-A5D1-02ABE03418BC}"/>
                </a:ext>
              </a:extLst>
            </p:cNvPr>
            <p:cNvSpPr txBox="1"/>
            <p:nvPr/>
          </p:nvSpPr>
          <p:spPr>
            <a:xfrm>
              <a:off x="7385145" y="6197061"/>
              <a:ext cx="928459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Sem impactos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928C99D-7896-432E-9208-322C22992C67}"/>
                </a:ext>
              </a:extLst>
            </p:cNvPr>
            <p:cNvSpPr/>
            <p:nvPr/>
          </p:nvSpPr>
          <p:spPr>
            <a:xfrm>
              <a:off x="8275298" y="6208943"/>
              <a:ext cx="188926" cy="188926"/>
            </a:xfrm>
            <a:prstGeom prst="ellipse">
              <a:avLst/>
            </a:prstGeom>
            <a:solidFill>
              <a:srgbClr val="FFBF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F3BE222-478C-4D2B-B77A-03A3D331FCFA}"/>
                </a:ext>
              </a:extLst>
            </p:cNvPr>
            <p:cNvSpPr txBox="1"/>
            <p:nvPr/>
          </p:nvSpPr>
          <p:spPr>
            <a:xfrm>
              <a:off x="8400395" y="6197061"/>
              <a:ext cx="1080745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Risco de impacto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5E22654-130B-4944-AA44-EEA54C3122F0}"/>
                </a:ext>
              </a:extLst>
            </p:cNvPr>
            <p:cNvSpPr/>
            <p:nvPr/>
          </p:nvSpPr>
          <p:spPr>
            <a:xfrm>
              <a:off x="9435620" y="6203931"/>
              <a:ext cx="188926" cy="188926"/>
            </a:xfrm>
            <a:prstGeom prst="ellipse">
              <a:avLst/>
            </a:prstGeom>
            <a:solidFill>
              <a:srgbClr val="EE2429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1D79E60-0396-4E00-9822-B853EE35BF6C}"/>
                </a:ext>
              </a:extLst>
            </p:cNvPr>
            <p:cNvSpPr txBox="1"/>
            <p:nvPr/>
          </p:nvSpPr>
          <p:spPr>
            <a:xfrm>
              <a:off x="9554305" y="6192049"/>
              <a:ext cx="1265090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Impactos verificados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CFDA3B2-F780-460D-B318-DAB70D67F536}"/>
                </a:ext>
              </a:extLst>
            </p:cNvPr>
            <p:cNvCxnSpPr/>
            <p:nvPr/>
          </p:nvCxnSpPr>
          <p:spPr>
            <a:xfrm>
              <a:off x="7255089" y="6108403"/>
              <a:ext cx="342491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7D18978-6D1C-44C1-BB7C-B6F2FA7A46DB}"/>
                </a:ext>
              </a:extLst>
            </p:cNvPr>
            <p:cNvSpPr txBox="1"/>
            <p:nvPr/>
          </p:nvSpPr>
          <p:spPr>
            <a:xfrm>
              <a:off x="8500111" y="5891389"/>
              <a:ext cx="934871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b="1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RAG STATUS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EA6C23-674A-479C-B866-18314CBBEBA1}"/>
              </a:ext>
            </a:extLst>
          </p:cNvPr>
          <p:cNvGrpSpPr/>
          <p:nvPr/>
        </p:nvGrpSpPr>
        <p:grpSpPr>
          <a:xfrm>
            <a:off x="7950233" y="1264393"/>
            <a:ext cx="3600000" cy="4894848"/>
            <a:chOff x="8028330" y="1264393"/>
            <a:chExt cx="3600000" cy="489484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3A70E3A-9F42-4FE8-BE75-FF9DDC4EFC28}"/>
                </a:ext>
              </a:extLst>
            </p:cNvPr>
            <p:cNvGrpSpPr/>
            <p:nvPr/>
          </p:nvGrpSpPr>
          <p:grpSpPr>
            <a:xfrm>
              <a:off x="8028330" y="1264393"/>
              <a:ext cx="3600000" cy="4894848"/>
              <a:chOff x="7743850" y="1264393"/>
              <a:chExt cx="3240000" cy="4894848"/>
            </a:xfrm>
          </p:grpSpPr>
          <p:sp>
            <p:nvSpPr>
              <p:cNvPr id="35" name="AutoShape 5">
                <a:extLst>
                  <a:ext uri="{FF2B5EF4-FFF2-40B4-BE49-F238E27FC236}">
                    <a16:creationId xmlns:a16="http://schemas.microsoft.com/office/drawing/2014/main" id="{43D09C47-A09D-47B1-B48B-2A227BBF0D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H="1">
                <a:off x="9025387" y="-17143"/>
                <a:ext cx="662903" cy="3225975"/>
              </a:xfrm>
              <a:prstGeom prst="homePlate">
                <a:avLst>
                  <a:gd name="adj" fmla="val 41986"/>
                </a:avLst>
              </a:prstGeom>
              <a:solidFill>
                <a:srgbClr val="003E51"/>
              </a:solidFill>
              <a:ln w="1905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19191"/>
                      </a:outerShdw>
                    </a:effectLst>
                  </a14:hiddenEffects>
                </a:ext>
              </a:extLst>
            </p:spPr>
            <p:txBody>
              <a:bodyPr vert="eaVert" wrap="none" lIns="45731" rIns="45731"/>
              <a:lstStyle>
                <a:lvl1pPr algn="l" eaLnBrk="0" hangingPunct="0">
                  <a:spcBef>
                    <a:spcPct val="20000"/>
                  </a:spcBef>
                  <a:buClr>
                    <a:srgbClr val="FFD200"/>
                  </a:buClr>
                  <a:buSzPct val="75000"/>
                  <a:buFont typeface="Arial" panose="020B0604020202020204" pitchFamily="34" charset="0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D200"/>
                  </a:buClr>
                  <a:buSzPct val="75000"/>
                  <a:buFont typeface="Arial" panose="020B0604020202020204" pitchFamily="34" charset="0"/>
                  <a:defRPr sz="1400" b="1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583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GB" altLang="pt-PT" sz="9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37" name="Freeform 6">
                <a:extLst>
                  <a:ext uri="{FF2B5EF4-FFF2-40B4-BE49-F238E27FC236}">
                    <a16:creationId xmlns:a16="http://schemas.microsoft.com/office/drawing/2014/main" id="{159A6AC7-D04B-4272-B901-1C6FA7F3E4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3850" y="1648026"/>
                <a:ext cx="3240000" cy="4511215"/>
              </a:xfrm>
              <a:custGeom>
                <a:avLst/>
                <a:gdLst>
                  <a:gd name="T0" fmla="*/ 5319639 w 1590"/>
                  <a:gd name="T1" fmla="*/ 0 h 1901"/>
                  <a:gd name="T2" fmla="*/ 1059877831 w 1590"/>
                  <a:gd name="T3" fmla="*/ 255052971 h 1901"/>
                  <a:gd name="T4" fmla="*/ 2113106401 w 1590"/>
                  <a:gd name="T5" fmla="*/ 0 h 1901"/>
                  <a:gd name="T6" fmla="*/ 2113106401 w 1590"/>
                  <a:gd name="T7" fmla="*/ 2147483647 h 1901"/>
                  <a:gd name="T8" fmla="*/ 0 w 1590"/>
                  <a:gd name="T9" fmla="*/ 2147483647 h 1901"/>
                  <a:gd name="T10" fmla="*/ 31915528 w 1590"/>
                  <a:gd name="T11" fmla="*/ 2147483647 h 1901"/>
                  <a:gd name="T12" fmla="*/ 10638125 w 1590"/>
                  <a:gd name="T13" fmla="*/ 2147483647 h 1901"/>
                  <a:gd name="T14" fmla="*/ 5319639 w 1590"/>
                  <a:gd name="T15" fmla="*/ 2147483647 h 1901"/>
                  <a:gd name="T16" fmla="*/ 5319639 w 1590"/>
                  <a:gd name="T17" fmla="*/ 0 h 190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90" h="1901">
                    <a:moveTo>
                      <a:pt x="4" y="0"/>
                    </a:moveTo>
                    <a:lnTo>
                      <a:pt x="797" y="127"/>
                    </a:lnTo>
                    <a:lnTo>
                      <a:pt x="1589" y="0"/>
                    </a:lnTo>
                    <a:lnTo>
                      <a:pt x="1589" y="1900"/>
                    </a:lnTo>
                    <a:lnTo>
                      <a:pt x="0" y="1900"/>
                    </a:lnTo>
                    <a:lnTo>
                      <a:pt x="24" y="1900"/>
                    </a:lnTo>
                    <a:lnTo>
                      <a:pt x="8" y="1900"/>
                    </a:lnTo>
                    <a:lnTo>
                      <a:pt x="4" y="1900"/>
                    </a:lnTo>
                    <a:lnTo>
                      <a:pt x="4" y="0"/>
                    </a:lnTo>
                  </a:path>
                </a:pathLst>
              </a:custGeom>
              <a:solidFill>
                <a:srgbClr val="FFFFFF">
                  <a:lumMod val="95000"/>
                </a:srgbClr>
              </a:solidFill>
              <a:ln w="1905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31" rIns="45731"/>
              <a:lstStyle/>
              <a:p>
                <a:pPr marL="0" marR="0" lvl="0" indent="0" algn="ctr" defTabSz="91458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pic>
          <p:nvPicPr>
            <p:cNvPr id="53" name="Graphic 52" descr="Connections">
              <a:extLst>
                <a:ext uri="{FF2B5EF4-FFF2-40B4-BE49-F238E27FC236}">
                  <a16:creationId xmlns:a16="http://schemas.microsoft.com/office/drawing/2014/main" id="{2958E870-3676-43BF-9A54-C2C870799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9544110" y="1295211"/>
              <a:ext cx="568440" cy="56844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DCBB948-28AD-41A0-894D-99CB29EEB6AF}"/>
              </a:ext>
            </a:extLst>
          </p:cNvPr>
          <p:cNvGrpSpPr/>
          <p:nvPr/>
        </p:nvGrpSpPr>
        <p:grpSpPr>
          <a:xfrm>
            <a:off x="617282" y="1264393"/>
            <a:ext cx="3600000" cy="4894860"/>
            <a:chOff x="617282" y="1264393"/>
            <a:chExt cx="3600000" cy="489486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B29F295-60E2-4722-86AF-B0F2C59FF7CD}"/>
                </a:ext>
              </a:extLst>
            </p:cNvPr>
            <p:cNvGrpSpPr/>
            <p:nvPr/>
          </p:nvGrpSpPr>
          <p:grpSpPr>
            <a:xfrm>
              <a:off x="617282" y="1648026"/>
              <a:ext cx="3600000" cy="4511227"/>
              <a:chOff x="1350562" y="1648026"/>
              <a:chExt cx="2952000" cy="4259365"/>
            </a:xfrm>
          </p:grpSpPr>
          <p:sp>
            <p:nvSpPr>
              <p:cNvPr id="41" name="Freeform 6">
                <a:extLst>
                  <a:ext uri="{FF2B5EF4-FFF2-40B4-BE49-F238E27FC236}">
                    <a16:creationId xmlns:a16="http://schemas.microsoft.com/office/drawing/2014/main" id="{7968FF25-F10F-4F3F-BA2E-BE2DB06264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0562" y="1648026"/>
                <a:ext cx="2952000" cy="4259365"/>
              </a:xfrm>
              <a:custGeom>
                <a:avLst/>
                <a:gdLst>
                  <a:gd name="T0" fmla="*/ 5319639 w 1590"/>
                  <a:gd name="T1" fmla="*/ 0 h 1901"/>
                  <a:gd name="T2" fmla="*/ 1059877831 w 1590"/>
                  <a:gd name="T3" fmla="*/ 255052971 h 1901"/>
                  <a:gd name="T4" fmla="*/ 2113106401 w 1590"/>
                  <a:gd name="T5" fmla="*/ 0 h 1901"/>
                  <a:gd name="T6" fmla="*/ 2113106401 w 1590"/>
                  <a:gd name="T7" fmla="*/ 2147483647 h 1901"/>
                  <a:gd name="T8" fmla="*/ 0 w 1590"/>
                  <a:gd name="T9" fmla="*/ 2147483647 h 1901"/>
                  <a:gd name="T10" fmla="*/ 31915528 w 1590"/>
                  <a:gd name="T11" fmla="*/ 2147483647 h 1901"/>
                  <a:gd name="T12" fmla="*/ 10638125 w 1590"/>
                  <a:gd name="T13" fmla="*/ 2147483647 h 1901"/>
                  <a:gd name="T14" fmla="*/ 5319639 w 1590"/>
                  <a:gd name="T15" fmla="*/ 2147483647 h 1901"/>
                  <a:gd name="T16" fmla="*/ 5319639 w 1590"/>
                  <a:gd name="T17" fmla="*/ 0 h 190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90" h="1901">
                    <a:moveTo>
                      <a:pt x="4" y="0"/>
                    </a:moveTo>
                    <a:lnTo>
                      <a:pt x="797" y="127"/>
                    </a:lnTo>
                    <a:lnTo>
                      <a:pt x="1589" y="0"/>
                    </a:lnTo>
                    <a:lnTo>
                      <a:pt x="1589" y="1900"/>
                    </a:lnTo>
                    <a:lnTo>
                      <a:pt x="0" y="1900"/>
                    </a:lnTo>
                    <a:lnTo>
                      <a:pt x="24" y="1900"/>
                    </a:lnTo>
                    <a:lnTo>
                      <a:pt x="8" y="1900"/>
                    </a:lnTo>
                    <a:lnTo>
                      <a:pt x="4" y="1900"/>
                    </a:lnTo>
                    <a:lnTo>
                      <a:pt x="4" y="0"/>
                    </a:lnTo>
                  </a:path>
                </a:pathLst>
              </a:custGeom>
              <a:solidFill>
                <a:srgbClr val="FFFFFF">
                  <a:lumMod val="95000"/>
                </a:srgbClr>
              </a:solidFill>
              <a:ln w="1905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31" rIns="45731"/>
              <a:lstStyle/>
              <a:p>
                <a:pPr marL="0" marR="0" lvl="0" indent="0" algn="ctr" defTabSz="91458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sym typeface="Helvetica Light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2C4BC3C-1F70-4500-AC90-B256830C063D}"/>
                  </a:ext>
                </a:extLst>
              </p:cNvPr>
              <p:cNvSpPr txBox="1"/>
              <p:nvPr/>
            </p:nvSpPr>
            <p:spPr>
              <a:xfrm>
                <a:off x="1350562" y="1833960"/>
                <a:ext cx="2952000" cy="2702518"/>
              </a:xfrm>
              <a:prstGeom prst="rect">
                <a:avLst/>
              </a:prstGeom>
              <a:noFill/>
            </p:spPr>
            <p:txBody>
              <a:bodyPr wrap="square" lIns="72000" rIns="18000" rtlCol="0" anchor="t">
                <a:spAutoFit/>
              </a:bodyPr>
              <a:lstStyle/>
              <a:p>
                <a:pPr marL="0" marR="0" lvl="0" indent="0" defTabSz="412629" eaLnBrk="1" fontAlgn="auto" latinLnBrk="0" hangingPunct="0">
                  <a:lnSpc>
                    <a:spcPct val="2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altLang="pt-PT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Helvetica Light"/>
                  </a:rPr>
                  <a:t>Progresso</a:t>
                </a:r>
                <a:endParaRPr kumimoji="0" lang="pt-PT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Início da recolha de dados necessários para o exercício de Dez23;</a:t>
                </a:r>
                <a:endParaRPr lang="pt-PT" sz="1200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Realização de reuniões de trabalho por forma a agilizar o subsequente processo de conciliação contabilística;</a:t>
                </a:r>
                <a:endParaRPr lang="pt-PT" sz="1200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Implementação de alterações metodológicas e funcionais nos processos de geração de Satélites;</a:t>
                </a:r>
                <a:endParaRPr lang="pt-PT" sz="1200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2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Início dos desenvolvimentos de geração do Satélite 109.</a:t>
                </a:r>
                <a:endParaRPr lang="pt-PT" sz="1200" kern="0" dirty="0">
                  <a:solidFill>
                    <a:srgbClr val="707070"/>
                  </a:solidFill>
                  <a:latin typeface="Muli Light" panose="00000400000000000000" pitchFamily="2" charset="0"/>
                  <a:sym typeface="Helvetica Light"/>
                </a:endParaRPr>
              </a:p>
            </p:txBody>
          </p:sp>
        </p:grpSp>
        <p:sp>
          <p:nvSpPr>
            <p:cNvPr id="40" name="AutoShape 5">
              <a:extLst>
                <a:ext uri="{FF2B5EF4-FFF2-40B4-BE49-F238E27FC236}">
                  <a16:creationId xmlns:a16="http://schemas.microsoft.com/office/drawing/2014/main" id="{C685FF1D-0939-4A5D-B535-CCF8B56EE6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2078040" y="-196364"/>
              <a:ext cx="662903" cy="3584417"/>
            </a:xfrm>
            <a:prstGeom prst="homePlate">
              <a:avLst>
                <a:gd name="adj" fmla="val 41986"/>
              </a:avLst>
            </a:prstGeom>
            <a:solidFill>
              <a:srgbClr val="003E51"/>
            </a:solidFill>
            <a:ln w="1905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19191"/>
                    </a:outerShdw>
                  </a:effectLst>
                </a14:hiddenEffects>
              </a:ext>
            </a:extLst>
          </p:spPr>
          <p:txBody>
            <a:bodyPr vert="eaVert" wrap="none" lIns="45731" rIns="45731"/>
            <a:lstStyle>
              <a:lvl1pPr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400" b="1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583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GB" altLang="pt-PT" sz="900" b="0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sym typeface="Helvetica Light"/>
              </a:endParaRPr>
            </a:p>
          </p:txBody>
        </p:sp>
        <p:pic>
          <p:nvPicPr>
            <p:cNvPr id="48" name="Graphic 47" descr="List RTL">
              <a:extLst>
                <a:ext uri="{FF2B5EF4-FFF2-40B4-BE49-F238E27FC236}">
                  <a16:creationId xmlns:a16="http://schemas.microsoft.com/office/drawing/2014/main" id="{B6DA387A-C4F6-4715-B166-03D3C4B05563}"/>
                </a:ext>
              </a:extLst>
            </p:cNvPr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54636" y="1317778"/>
              <a:ext cx="522516" cy="523306"/>
            </a:xfrm>
            <a:prstGeom prst="rect">
              <a:avLst/>
            </a:prstGeom>
          </p:spPr>
        </p:pic>
      </p:grpSp>
      <p:sp>
        <p:nvSpPr>
          <p:cNvPr id="32" name="AutoShape 5">
            <a:extLst>
              <a:ext uri="{FF2B5EF4-FFF2-40B4-BE49-F238E27FC236}">
                <a16:creationId xmlns:a16="http://schemas.microsoft.com/office/drawing/2014/main" id="{E63BDF97-7422-4357-BF28-4E869A5DD23A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5783564" y="-196364"/>
            <a:ext cx="662903" cy="3584417"/>
          </a:xfrm>
          <a:prstGeom prst="homePlate">
            <a:avLst>
              <a:gd name="adj" fmla="val 41986"/>
            </a:avLst>
          </a:prstGeom>
          <a:solidFill>
            <a:srgbClr val="003E5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19191"/>
                  </a:outerShdw>
                </a:effectLst>
              </a14:hiddenEffects>
            </a:ext>
          </a:extLst>
        </p:spPr>
        <p:txBody>
          <a:bodyPr vert="eaVert" wrap="none" lIns="45731" rIns="45731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altLang="pt-PT" sz="9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5D16D15E-EF44-4117-8F79-C8BC9FDCF1E5}"/>
              </a:ext>
            </a:extLst>
          </p:cNvPr>
          <p:cNvSpPr>
            <a:spLocks/>
          </p:cNvSpPr>
          <p:nvPr/>
        </p:nvSpPr>
        <p:spPr bwMode="auto">
          <a:xfrm>
            <a:off x="4350234" y="1667078"/>
            <a:ext cx="3600000" cy="4511213"/>
          </a:xfrm>
          <a:custGeom>
            <a:avLst/>
            <a:gdLst>
              <a:gd name="T0" fmla="*/ 5319639 w 1590"/>
              <a:gd name="T1" fmla="*/ 0 h 1901"/>
              <a:gd name="T2" fmla="*/ 1059877831 w 1590"/>
              <a:gd name="T3" fmla="*/ 255052971 h 1901"/>
              <a:gd name="T4" fmla="*/ 2113106401 w 1590"/>
              <a:gd name="T5" fmla="*/ 0 h 1901"/>
              <a:gd name="T6" fmla="*/ 2113106401 w 1590"/>
              <a:gd name="T7" fmla="*/ 2147483647 h 1901"/>
              <a:gd name="T8" fmla="*/ 0 w 1590"/>
              <a:gd name="T9" fmla="*/ 2147483647 h 1901"/>
              <a:gd name="T10" fmla="*/ 31915528 w 1590"/>
              <a:gd name="T11" fmla="*/ 2147483647 h 1901"/>
              <a:gd name="T12" fmla="*/ 10638125 w 1590"/>
              <a:gd name="T13" fmla="*/ 2147483647 h 1901"/>
              <a:gd name="T14" fmla="*/ 5319639 w 1590"/>
              <a:gd name="T15" fmla="*/ 2147483647 h 1901"/>
              <a:gd name="T16" fmla="*/ 5319639 w 1590"/>
              <a:gd name="T17" fmla="*/ 0 h 19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90" h="1901">
                <a:moveTo>
                  <a:pt x="4" y="0"/>
                </a:moveTo>
                <a:lnTo>
                  <a:pt x="797" y="127"/>
                </a:lnTo>
                <a:lnTo>
                  <a:pt x="1589" y="0"/>
                </a:lnTo>
                <a:lnTo>
                  <a:pt x="1589" y="1900"/>
                </a:lnTo>
                <a:lnTo>
                  <a:pt x="0" y="1900"/>
                </a:lnTo>
                <a:lnTo>
                  <a:pt x="24" y="1900"/>
                </a:lnTo>
                <a:lnTo>
                  <a:pt x="8" y="1900"/>
                </a:lnTo>
                <a:lnTo>
                  <a:pt x="4" y="1900"/>
                </a:lnTo>
                <a:lnTo>
                  <a:pt x="4" y="0"/>
                </a:lnTo>
              </a:path>
            </a:pathLst>
          </a:custGeom>
          <a:solidFill>
            <a:srgbClr val="FFFFFF">
              <a:lumMod val="95000"/>
            </a:srgbClr>
          </a:solidFill>
          <a:ln w="19050" cap="rnd" cmpd="sng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31" rIns="45731"/>
          <a:lstStyle/>
          <a:p>
            <a:pPr marL="0" marR="0" lvl="0" indent="0" algn="ctr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E567D8-F108-4FC1-8DD4-36ADCCABE4C3}"/>
              </a:ext>
            </a:extLst>
          </p:cNvPr>
          <p:cNvSpPr txBox="1"/>
          <p:nvPr/>
        </p:nvSpPr>
        <p:spPr>
          <a:xfrm>
            <a:off x="4444237" y="1845291"/>
            <a:ext cx="3343948" cy="183127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en-GB" altLang="pt-PT" sz="1600" b="1" kern="0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Riscos</a:t>
            </a:r>
            <a:r>
              <a:rPr lang="en-GB" altLang="pt-PT" sz="1600" b="1" kern="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 </a:t>
            </a:r>
            <a:r>
              <a:rPr lang="en-GB" altLang="pt-PT" sz="1600" b="1" kern="0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desafios</a:t>
            </a:r>
            <a:endParaRPr lang="en-GB" altLang="pt-PT" sz="1600" b="1" kern="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Mapeamento de características associadas a </a:t>
            </a:r>
            <a:r>
              <a:rPr lang="pt-PT" sz="1200" i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motor </a:t>
            </a:r>
            <a:r>
              <a:rPr lang="pt-PT" sz="1200" i="1" dirty="0" err="1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vehicle</a:t>
            </a:r>
            <a:r>
              <a:rPr lang="pt-PT" sz="1200" i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200" i="1" dirty="0" err="1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loans</a:t>
            </a: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i="1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Inputs </a:t>
            </a: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Corporativos;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Receção de adjudicados.</a:t>
            </a:r>
            <a:endParaRPr lang="pt-PT" sz="1200" dirty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2" name="Graphic 51" descr="Daily calendar">
            <a:extLst>
              <a:ext uri="{FF2B5EF4-FFF2-40B4-BE49-F238E27FC236}">
                <a16:creationId xmlns:a16="http://schemas.microsoft.com/office/drawing/2014/main" id="{57180BB1-8122-4E1F-922B-3B88B3E1417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34467" y="1320441"/>
            <a:ext cx="517980" cy="517980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7034544" y="2184719"/>
            <a:ext cx="188926" cy="188926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D6D797-458A-1198-F3B1-EAC41A33EBEA}"/>
              </a:ext>
            </a:extLst>
          </p:cNvPr>
          <p:cNvSpPr txBox="1"/>
          <p:nvPr/>
        </p:nvSpPr>
        <p:spPr>
          <a:xfrm>
            <a:off x="8078259" y="1872674"/>
            <a:ext cx="3343948" cy="198515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en-GB" altLang="pt-PT" sz="1600" b="1" kern="0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Dependências</a:t>
            </a:r>
            <a:endParaRPr lang="en-GB" altLang="pt-PT" sz="1600" b="1" kern="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Corporação;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Contabilidade;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Controlo de Gestão;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2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Desinvestimentos.</a:t>
            </a:r>
            <a:endParaRPr lang="pt-PT" sz="1200" dirty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2984771" y="2184719"/>
            <a:ext cx="188926" cy="188926"/>
          </a:xfrm>
          <a:prstGeom prst="ellipse">
            <a:avLst/>
          </a:prstGeom>
          <a:solidFill>
            <a:srgbClr val="8BCD44"/>
          </a:solidFill>
          <a:ln w="3175">
            <a:solidFill>
              <a:srgbClr val="8BCD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10513113" y="2184719"/>
            <a:ext cx="188926" cy="188926"/>
          </a:xfrm>
          <a:prstGeom prst="ellipse">
            <a:avLst/>
          </a:prstGeom>
          <a:solidFill>
            <a:srgbClr val="FFC00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214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6EC5B0-C726-45B7-80BF-59F7C2256B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Planeamento</a:t>
            </a:r>
          </a:p>
        </p:txBody>
      </p:sp>
      <p:sp>
        <p:nvSpPr>
          <p:cNvPr id="225" name="Text Placeholder 224">
            <a:extLst>
              <a:ext uri="{FF2B5EF4-FFF2-40B4-BE49-F238E27FC236}">
                <a16:creationId xmlns:a16="http://schemas.microsoft.com/office/drawing/2014/main" id="{C458D2FE-AB1E-4664-B412-BC846DD96C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Plano de projeto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38FDB12-DC16-6962-CF2D-347DD516D01D}"/>
              </a:ext>
            </a:extLst>
          </p:cNvPr>
          <p:cNvCxnSpPr>
            <a:cxnSpLocks/>
          </p:cNvCxnSpPr>
          <p:nvPr/>
        </p:nvCxnSpPr>
        <p:spPr>
          <a:xfrm>
            <a:off x="5849587" y="1269736"/>
            <a:ext cx="0" cy="4392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D006F2F-D40A-D9EC-53A7-BAEB5A7DB496}"/>
              </a:ext>
            </a:extLst>
          </p:cNvPr>
          <p:cNvCxnSpPr>
            <a:cxnSpLocks/>
          </p:cNvCxnSpPr>
          <p:nvPr/>
        </p:nvCxnSpPr>
        <p:spPr>
          <a:xfrm>
            <a:off x="5241003" y="1286578"/>
            <a:ext cx="0" cy="4392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0D69A93-7B86-F87D-E364-25CD4C2A7A92}"/>
              </a:ext>
            </a:extLst>
          </p:cNvPr>
          <p:cNvCxnSpPr>
            <a:cxnSpLocks/>
          </p:cNvCxnSpPr>
          <p:nvPr/>
        </p:nvCxnSpPr>
        <p:spPr>
          <a:xfrm>
            <a:off x="6458171" y="1269736"/>
            <a:ext cx="0" cy="4392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F79ED07-AEA2-4355-9977-4040EDC7EAF4}"/>
              </a:ext>
            </a:extLst>
          </p:cNvPr>
          <p:cNvCxnSpPr>
            <a:cxnSpLocks/>
          </p:cNvCxnSpPr>
          <p:nvPr/>
        </p:nvCxnSpPr>
        <p:spPr>
          <a:xfrm>
            <a:off x="7675339" y="1269736"/>
            <a:ext cx="0" cy="4392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F3DBE89-C8D9-FE3E-3410-941FD6D6B55C}"/>
              </a:ext>
            </a:extLst>
          </p:cNvPr>
          <p:cNvCxnSpPr>
            <a:cxnSpLocks/>
          </p:cNvCxnSpPr>
          <p:nvPr/>
        </p:nvCxnSpPr>
        <p:spPr>
          <a:xfrm>
            <a:off x="9124406" y="1269736"/>
            <a:ext cx="0" cy="4392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5828B23C-077E-BD32-F171-B1DD7493258A}"/>
              </a:ext>
            </a:extLst>
          </p:cNvPr>
          <p:cNvCxnSpPr>
            <a:cxnSpLocks/>
          </p:cNvCxnSpPr>
          <p:nvPr/>
        </p:nvCxnSpPr>
        <p:spPr>
          <a:xfrm>
            <a:off x="9501091" y="1269736"/>
            <a:ext cx="0" cy="4392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Text Placeholder 3">
            <a:extLst>
              <a:ext uri="{FF2B5EF4-FFF2-40B4-BE49-F238E27FC236}">
                <a16:creationId xmlns:a16="http://schemas.microsoft.com/office/drawing/2014/main" id="{67140A32-92FB-BF04-B8DF-49B6439C86B2}"/>
              </a:ext>
            </a:extLst>
          </p:cNvPr>
          <p:cNvSpPr txBox="1">
            <a:spLocks/>
          </p:cNvSpPr>
          <p:nvPr/>
        </p:nvSpPr>
        <p:spPr>
          <a:xfrm>
            <a:off x="161666" y="5689326"/>
            <a:ext cx="757562" cy="2616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0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Legenda:</a:t>
            </a: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024F0507-E898-C529-0FCE-7F4EC04DC764}"/>
              </a:ext>
            </a:extLst>
          </p:cNvPr>
          <p:cNvGrpSpPr/>
          <p:nvPr/>
        </p:nvGrpSpPr>
        <p:grpSpPr>
          <a:xfrm>
            <a:off x="869171" y="5700172"/>
            <a:ext cx="1331692" cy="244682"/>
            <a:chOff x="932671" y="5761026"/>
            <a:chExt cx="1331692" cy="244682"/>
          </a:xfrm>
        </p:grpSpPr>
        <p:sp>
          <p:nvSpPr>
            <p:cNvPr id="255" name="Text Placeholder 3">
              <a:extLst>
                <a:ext uri="{FF2B5EF4-FFF2-40B4-BE49-F238E27FC236}">
                  <a16:creationId xmlns:a16="http://schemas.microsoft.com/office/drawing/2014/main" id="{628D45A8-22B9-B26F-CF73-D94DE2C0164E}"/>
                </a:ext>
              </a:extLst>
            </p:cNvPr>
            <p:cNvSpPr txBox="1">
              <a:spLocks/>
            </p:cNvSpPr>
            <p:nvPr/>
          </p:nvSpPr>
          <p:spPr>
            <a:xfrm>
              <a:off x="1041210" y="5761026"/>
              <a:ext cx="1223153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Reunião de </a:t>
              </a:r>
              <a:r>
                <a:rPr kumimoji="0" lang="pt-PT" sz="900" b="0" i="1" u="none" strike="noStrike" kern="1200" cap="none" spc="0" normalizeH="0" baseline="0" noProof="0" err="1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Kick-off</a:t>
              </a:r>
              <a:endParaRPr kumimoji="0" lang="pt-PT" sz="900" b="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59" name="Diamond 258">
              <a:extLst>
                <a:ext uri="{FF2B5EF4-FFF2-40B4-BE49-F238E27FC236}">
                  <a16:creationId xmlns:a16="http://schemas.microsoft.com/office/drawing/2014/main" id="{EC9E2059-8B8F-0955-1A17-AA0DE01B234B}"/>
                </a:ext>
              </a:extLst>
            </p:cNvPr>
            <p:cNvSpPr/>
            <p:nvPr/>
          </p:nvSpPr>
          <p:spPr>
            <a:xfrm>
              <a:off x="932671" y="5812641"/>
              <a:ext cx="108000" cy="108000"/>
            </a:xfrm>
            <a:prstGeom prst="diamond">
              <a:avLst/>
            </a:prstGeom>
            <a:solidFill>
              <a:schemeClr val="accent4"/>
            </a:solidFill>
            <a:ln w="3175" cap="flat" cmpd="sng" algn="ctr">
              <a:solidFill>
                <a:schemeClr val="accent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B46AF1E2-0B63-59BC-2001-6CF342FB4E78}"/>
              </a:ext>
            </a:extLst>
          </p:cNvPr>
          <p:cNvGrpSpPr/>
          <p:nvPr/>
        </p:nvGrpSpPr>
        <p:grpSpPr>
          <a:xfrm>
            <a:off x="2274577" y="5700172"/>
            <a:ext cx="1280912" cy="244682"/>
            <a:chOff x="2233302" y="5761026"/>
            <a:chExt cx="1280912" cy="244682"/>
          </a:xfrm>
        </p:grpSpPr>
        <p:sp>
          <p:nvSpPr>
            <p:cNvPr id="265" name="Diamond 264">
              <a:extLst>
                <a:ext uri="{FF2B5EF4-FFF2-40B4-BE49-F238E27FC236}">
                  <a16:creationId xmlns:a16="http://schemas.microsoft.com/office/drawing/2014/main" id="{EE69AA38-1D32-2074-7557-8D314F70920D}"/>
                </a:ext>
              </a:extLst>
            </p:cNvPr>
            <p:cNvSpPr/>
            <p:nvPr/>
          </p:nvSpPr>
          <p:spPr>
            <a:xfrm>
              <a:off x="2233302" y="5812709"/>
              <a:ext cx="108000" cy="108000"/>
            </a:xfrm>
            <a:prstGeom prst="diamond">
              <a:avLst/>
            </a:prstGeom>
            <a:solidFill>
              <a:srgbClr val="FFFFFF"/>
            </a:solidFill>
            <a:ln w="3175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66" name="Text Placeholder 3">
              <a:extLst>
                <a:ext uri="{FF2B5EF4-FFF2-40B4-BE49-F238E27FC236}">
                  <a16:creationId xmlns:a16="http://schemas.microsoft.com/office/drawing/2014/main" id="{55767F44-8570-462D-4523-E02A06F35561}"/>
                </a:ext>
              </a:extLst>
            </p:cNvPr>
            <p:cNvSpPr txBox="1">
              <a:spLocks/>
            </p:cNvSpPr>
            <p:nvPr/>
          </p:nvSpPr>
          <p:spPr>
            <a:xfrm>
              <a:off x="2337703" y="5761026"/>
              <a:ext cx="1176511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Reunião de PDS</a:t>
              </a:r>
              <a:endPara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3C03E522-46DE-0EF0-1C94-374A2A98CCDF}"/>
              </a:ext>
            </a:extLst>
          </p:cNvPr>
          <p:cNvCxnSpPr>
            <a:cxnSpLocks/>
          </p:cNvCxnSpPr>
          <p:nvPr/>
        </p:nvCxnSpPr>
        <p:spPr>
          <a:xfrm>
            <a:off x="10718259" y="1269736"/>
            <a:ext cx="0" cy="4392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813826B4-FBEB-D1C0-EF6C-EC0C161D10EA}"/>
              </a:ext>
            </a:extLst>
          </p:cNvPr>
          <p:cNvCxnSpPr>
            <a:cxnSpLocks/>
          </p:cNvCxnSpPr>
          <p:nvPr/>
        </p:nvCxnSpPr>
        <p:spPr>
          <a:xfrm>
            <a:off x="4664354" y="870617"/>
            <a:ext cx="541113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headEnd type="diamond" w="med" len="sm"/>
            <a:tailEnd type="diamond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Text Box 74">
            <a:extLst>
              <a:ext uri="{FF2B5EF4-FFF2-40B4-BE49-F238E27FC236}">
                <a16:creationId xmlns:a16="http://schemas.microsoft.com/office/drawing/2014/main" id="{15016070-330A-ECBF-4277-BFE442FABFB8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051992" y="746433"/>
            <a:ext cx="648219" cy="24836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7164" tIns="46783" rIns="97164" bIns="46783">
            <a:sp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defTabSz="412629" eaLnBrk="0">
              <a:defRPr sz="1000" i="1">
                <a:solidFill>
                  <a:schemeClr val="bg1">
                    <a:lumMod val="85000"/>
                  </a:schemeClr>
                </a:solidFill>
                <a:latin typeface="Muli" panose="00000500000000000000" pitchFamily="2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41262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0" i="1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sym typeface="Helvetica Light"/>
              </a:rPr>
              <a:t>2023</a:t>
            </a:r>
            <a:endParaRPr kumimoji="0" lang="en-US" sz="1000" b="0" i="1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Arial" panose="020B0604020202020204" pitchFamily="34" charset="0"/>
              <a:sym typeface="Helvetica Light"/>
            </a:endParaRPr>
          </a:p>
        </p:txBody>
      </p: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B4FA39CE-9C5D-7C75-1F6E-FD3C824CFF53}"/>
              </a:ext>
            </a:extLst>
          </p:cNvPr>
          <p:cNvCxnSpPr>
            <a:cxnSpLocks/>
          </p:cNvCxnSpPr>
          <p:nvPr/>
        </p:nvCxnSpPr>
        <p:spPr>
          <a:xfrm>
            <a:off x="10148133" y="870617"/>
            <a:ext cx="1762272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headEnd type="diamond" w="med" len="sm"/>
            <a:tailEnd type="diamond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Text Box 74">
            <a:extLst>
              <a:ext uri="{FF2B5EF4-FFF2-40B4-BE49-F238E27FC236}">
                <a16:creationId xmlns:a16="http://schemas.microsoft.com/office/drawing/2014/main" id="{40CC0388-44F5-D2C9-0456-96419F1B6888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705269" y="746433"/>
            <a:ext cx="648000" cy="24836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7164" tIns="46783" rIns="97164" bIns="46783">
            <a:spAutoFit/>
          </a:bodyPr>
          <a:lstStyle/>
          <a:p>
            <a:pPr marL="0" marR="0" lvl="0" indent="0" algn="ctr" defTabSz="412629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0" i="1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2024</a:t>
            </a:r>
            <a:endParaRPr kumimoji="0" lang="en-US" sz="1000" b="0" i="1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B740A295-86BC-9D4F-DEA4-0619BC93B184}"/>
              </a:ext>
            </a:extLst>
          </p:cNvPr>
          <p:cNvSpPr/>
          <p:nvPr/>
        </p:nvSpPr>
        <p:spPr>
          <a:xfrm>
            <a:off x="4629003" y="990075"/>
            <a:ext cx="612000" cy="241144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Abril</a:t>
            </a:r>
          </a:p>
        </p:txBody>
      </p: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BE7823B2-2EBB-9629-FD13-5DFB6276C444}"/>
              </a:ext>
            </a:extLst>
          </p:cNvPr>
          <p:cNvCxnSpPr>
            <a:cxnSpLocks/>
          </p:cNvCxnSpPr>
          <p:nvPr/>
        </p:nvCxnSpPr>
        <p:spPr>
          <a:xfrm>
            <a:off x="7066755" y="1269736"/>
            <a:ext cx="0" cy="4392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Rectangle 280">
            <a:extLst>
              <a:ext uri="{FF2B5EF4-FFF2-40B4-BE49-F238E27FC236}">
                <a16:creationId xmlns:a16="http://schemas.microsoft.com/office/drawing/2014/main" id="{B5C2C16B-CFC1-B65A-63F9-6AFE0218F868}"/>
              </a:ext>
            </a:extLst>
          </p:cNvPr>
          <p:cNvSpPr/>
          <p:nvPr/>
        </p:nvSpPr>
        <p:spPr>
          <a:xfrm>
            <a:off x="10714843" y="990075"/>
            <a:ext cx="612000" cy="241144"/>
          </a:xfrm>
          <a:prstGeom prst="rect">
            <a:avLst/>
          </a:prstGeom>
          <a:solidFill>
            <a:schemeClr val="tx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Fevereiro</a:t>
            </a: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AA22D168-A4C0-EAF3-B47A-9F9DABAD2E09}"/>
              </a:ext>
            </a:extLst>
          </p:cNvPr>
          <p:cNvSpPr/>
          <p:nvPr/>
        </p:nvSpPr>
        <p:spPr>
          <a:xfrm>
            <a:off x="5846171" y="990075"/>
            <a:ext cx="612000" cy="241144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Junho</a:t>
            </a: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13DB3481-F921-5ECB-1A38-F9FB457893B4}"/>
              </a:ext>
            </a:extLst>
          </p:cNvPr>
          <p:cNvSpPr/>
          <p:nvPr/>
        </p:nvSpPr>
        <p:spPr>
          <a:xfrm>
            <a:off x="6454755" y="990075"/>
            <a:ext cx="612000" cy="241144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Julho</a:t>
            </a:r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A0ECA12F-DB77-9EBB-943D-7C949BD6CEF9}"/>
              </a:ext>
            </a:extLst>
          </p:cNvPr>
          <p:cNvSpPr/>
          <p:nvPr/>
        </p:nvSpPr>
        <p:spPr>
          <a:xfrm>
            <a:off x="5237587" y="990075"/>
            <a:ext cx="612000" cy="241144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Maio</a:t>
            </a: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6AB79887-DF7C-25B1-5954-B638B3272602}"/>
              </a:ext>
            </a:extLst>
          </p:cNvPr>
          <p:cNvSpPr/>
          <p:nvPr/>
        </p:nvSpPr>
        <p:spPr>
          <a:xfrm>
            <a:off x="7063339" y="990075"/>
            <a:ext cx="612000" cy="241144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Agosto</a:t>
            </a:r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56BFDA5F-8482-380B-2EDB-6F6663209F22}"/>
              </a:ext>
            </a:extLst>
          </p:cNvPr>
          <p:cNvSpPr/>
          <p:nvPr/>
        </p:nvSpPr>
        <p:spPr>
          <a:xfrm>
            <a:off x="7671923" y="990075"/>
            <a:ext cx="612000" cy="241144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Setembro</a:t>
            </a:r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9D82CEE5-5DC3-4C93-4D0D-856D237826A7}"/>
              </a:ext>
            </a:extLst>
          </p:cNvPr>
          <p:cNvSpPr/>
          <p:nvPr/>
        </p:nvSpPr>
        <p:spPr>
          <a:xfrm>
            <a:off x="8280507" y="990075"/>
            <a:ext cx="612000" cy="241144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Outubro</a:t>
            </a:r>
            <a:endParaRPr kumimoji="0" lang="pt-PT" sz="800" b="1" i="0" u="none" strike="noStrike" kern="0" cap="none" spc="0" normalizeH="0" baseline="30000" noProof="0">
              <a:ln>
                <a:noFill/>
              </a:ln>
              <a:solidFill>
                <a:srgbClr val="EBEBE6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67527CD8-515A-BA14-79D8-219C8A0C4307}"/>
              </a:ext>
            </a:extLst>
          </p:cNvPr>
          <p:cNvSpPr/>
          <p:nvPr/>
        </p:nvSpPr>
        <p:spPr>
          <a:xfrm>
            <a:off x="8889091" y="990075"/>
            <a:ext cx="612000" cy="241144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Novembro</a:t>
            </a:r>
            <a:r>
              <a:rPr kumimoji="0" lang="pt-PT" sz="800" b="1" i="0" u="none" strike="noStrike" kern="0" cap="none" spc="0" normalizeH="0" baseline="3000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5</a:t>
            </a: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AE06BD79-D877-BA27-5216-2E0DC6EFD1CC}"/>
              </a:ext>
            </a:extLst>
          </p:cNvPr>
          <p:cNvSpPr/>
          <p:nvPr/>
        </p:nvSpPr>
        <p:spPr>
          <a:xfrm>
            <a:off x="9497675" y="990075"/>
            <a:ext cx="612000" cy="241144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Dezembro</a:t>
            </a: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C98638E6-8570-46FC-19B1-3E03B99ECF7F}"/>
              </a:ext>
            </a:extLst>
          </p:cNvPr>
          <p:cNvSpPr/>
          <p:nvPr/>
        </p:nvSpPr>
        <p:spPr>
          <a:xfrm>
            <a:off x="10106259" y="990075"/>
            <a:ext cx="612000" cy="241144"/>
          </a:xfrm>
          <a:prstGeom prst="rect">
            <a:avLst/>
          </a:prstGeom>
          <a:solidFill>
            <a:schemeClr val="tx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Janeiro</a:t>
            </a:r>
          </a:p>
        </p:txBody>
      </p: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5E6D9C2C-310C-F0A0-AA6C-C6136F873F61}"/>
              </a:ext>
            </a:extLst>
          </p:cNvPr>
          <p:cNvCxnSpPr>
            <a:cxnSpLocks/>
          </p:cNvCxnSpPr>
          <p:nvPr/>
        </p:nvCxnSpPr>
        <p:spPr>
          <a:xfrm>
            <a:off x="11326843" y="1269736"/>
            <a:ext cx="0" cy="4392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Text Placeholder 3">
            <a:extLst>
              <a:ext uri="{FF2B5EF4-FFF2-40B4-BE49-F238E27FC236}">
                <a16:creationId xmlns:a16="http://schemas.microsoft.com/office/drawing/2014/main" id="{0B9F269B-D29F-4F28-3414-154977BB7440}"/>
              </a:ext>
            </a:extLst>
          </p:cNvPr>
          <p:cNvSpPr txBox="1">
            <a:spLocks/>
          </p:cNvSpPr>
          <p:nvPr/>
        </p:nvSpPr>
        <p:spPr>
          <a:xfrm>
            <a:off x="161666" y="5929169"/>
            <a:ext cx="757562" cy="2616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sz="1000" b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Notas:</a:t>
            </a: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97" name="Text Placeholder 3">
            <a:extLst>
              <a:ext uri="{FF2B5EF4-FFF2-40B4-BE49-F238E27FC236}">
                <a16:creationId xmlns:a16="http://schemas.microsoft.com/office/drawing/2014/main" id="{86B31838-9487-F06D-C7F8-08B7EB1587CC}"/>
              </a:ext>
            </a:extLst>
          </p:cNvPr>
          <p:cNvSpPr txBox="1">
            <a:spLocks/>
          </p:cNvSpPr>
          <p:nvPr/>
        </p:nvSpPr>
        <p:spPr>
          <a:xfrm>
            <a:off x="832247" y="5955390"/>
            <a:ext cx="11128193" cy="2277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1" u="none" strike="noStrike" kern="1200" cap="none" spc="0" normalizeH="0" baseline="3000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 primeiro </a:t>
            </a:r>
            <a:r>
              <a:rPr lang="pt-PT" sz="800" i="1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milestone</a:t>
            </a:r>
            <a:r>
              <a:rPr lang="pt-PT" sz="80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de documentação para o CDO de Espanha (dia 15 de maio), deverá contemplar a informação do </a:t>
            </a:r>
            <a:r>
              <a:rPr lang="pt-PT" sz="800" i="1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ownership</a:t>
            </a:r>
            <a:r>
              <a:rPr lang="pt-PT" sz="80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e </a:t>
            </a:r>
            <a:r>
              <a:rPr lang="pt-PT" sz="800" i="1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roadmap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para o universo corporativo apenas das métricas necessárias para reporte dos satélites.</a:t>
            </a:r>
            <a:endParaRPr kumimoji="0" lang="pt-PT" sz="8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Muli Light"/>
            </a:endParaRPr>
          </a:p>
        </p:txBody>
      </p:sp>
      <p:sp>
        <p:nvSpPr>
          <p:cNvPr id="301" name="Rectangle 7">
            <a:extLst>
              <a:ext uri="{FF2B5EF4-FFF2-40B4-BE49-F238E27FC236}">
                <a16:creationId xmlns:a16="http://schemas.microsoft.com/office/drawing/2014/main" id="{F39F4296-322E-24AF-7823-0F71391E7D71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2357" y="1839162"/>
            <a:ext cx="11713061" cy="760890"/>
          </a:xfrm>
          <a:prstGeom prst="rect">
            <a:avLst/>
          </a:prstGeom>
          <a:solidFill>
            <a:schemeClr val="bg2">
              <a:lumMod val="95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endParaRPr kumimoji="0" lang="pt-PT" sz="900" b="1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kumimoji="0" lang="pt-PT" sz="90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2.1 Validação do processo </a:t>
            </a:r>
            <a:r>
              <a:rPr kumimoji="0" lang="pt-PT" sz="900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As Is</a:t>
            </a:r>
            <a:endParaRPr kumimoji="0" lang="pt-PT" sz="900" b="1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kumimoji="0" lang="pt-PT" sz="90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2.2 Universo Corporativo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2.3 Universo Local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2.4 Otimização de processos manuais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A2A1835B-23B8-A430-0C97-E17D6447B3B1}"/>
              </a:ext>
            </a:extLst>
          </p:cNvPr>
          <p:cNvSpPr/>
          <p:nvPr/>
        </p:nvSpPr>
        <p:spPr>
          <a:xfrm>
            <a:off x="4627910" y="2104926"/>
            <a:ext cx="760932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5059222F-24EB-EEAB-0101-BB37665CE8E5}"/>
              </a:ext>
            </a:extLst>
          </p:cNvPr>
          <p:cNvSpPr/>
          <p:nvPr/>
        </p:nvSpPr>
        <p:spPr>
          <a:xfrm>
            <a:off x="6858144" y="2241357"/>
            <a:ext cx="217903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9F1695E4-8E5D-513F-092E-13254D08B3B6}"/>
              </a:ext>
            </a:extLst>
          </p:cNvPr>
          <p:cNvSpPr/>
          <p:nvPr/>
        </p:nvSpPr>
        <p:spPr>
          <a:xfrm>
            <a:off x="5019920" y="2379546"/>
            <a:ext cx="3574521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6" name="Rectangle 7">
            <a:extLst>
              <a:ext uri="{FF2B5EF4-FFF2-40B4-BE49-F238E27FC236}">
                <a16:creationId xmlns:a16="http://schemas.microsoft.com/office/drawing/2014/main" id="{0B6BBAA4-62CB-4C3D-5F0A-BECEEDB459E5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2357" y="1559325"/>
            <a:ext cx="11713061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 Otimização do Processo </a:t>
            </a:r>
            <a:r>
              <a:rPr kumimoji="0" lang="pt-PT" sz="900" b="1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As Is</a:t>
            </a: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&amp; </a:t>
            </a:r>
            <a:r>
              <a:rPr kumimoji="0" lang="pt-PT" sz="900" b="1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Fine-</a:t>
            </a:r>
            <a:r>
              <a:rPr kumimoji="0" lang="pt-PT" sz="900" b="1" i="1" u="none" strike="noStrike" kern="120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Tunning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6F500D2-76EA-FD75-C073-CBBD0C6BB68B}"/>
              </a:ext>
            </a:extLst>
          </p:cNvPr>
          <p:cNvSpPr/>
          <p:nvPr/>
        </p:nvSpPr>
        <p:spPr>
          <a:xfrm>
            <a:off x="4627908" y="1613325"/>
            <a:ext cx="5004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Rectangle 7">
            <a:extLst>
              <a:ext uri="{FF2B5EF4-FFF2-40B4-BE49-F238E27FC236}">
                <a16:creationId xmlns:a16="http://schemas.microsoft.com/office/drawing/2014/main" id="{E3725691-C811-B41C-A645-880565B17CC7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2357" y="2642640"/>
            <a:ext cx="11713061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 Documentação do processo</a:t>
            </a:r>
            <a:r>
              <a:rPr kumimoji="0" lang="pt-PT" sz="900" b="1" i="0" u="none" strike="noStrike" kern="1200" cap="none" spc="0" normalizeH="0" baseline="3000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1</a:t>
            </a: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C08BCE8-FD9B-2FA1-F953-6B46E5ABEB78}"/>
              </a:ext>
            </a:extLst>
          </p:cNvPr>
          <p:cNvSpPr/>
          <p:nvPr/>
        </p:nvSpPr>
        <p:spPr>
          <a:xfrm>
            <a:off x="5383331" y="2705682"/>
            <a:ext cx="1070838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4923472-1382-A270-3CE6-B585AFE314F9}"/>
              </a:ext>
            </a:extLst>
          </p:cNvPr>
          <p:cNvSpPr/>
          <p:nvPr/>
        </p:nvSpPr>
        <p:spPr>
          <a:xfrm>
            <a:off x="8442265" y="2696640"/>
            <a:ext cx="288000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53E45E3-9BE7-71E0-0967-0EE7F854ED3E}"/>
              </a:ext>
            </a:extLst>
          </p:cNvPr>
          <p:cNvSpPr/>
          <p:nvPr/>
        </p:nvSpPr>
        <p:spPr>
          <a:xfrm>
            <a:off x="11468800" y="2696640"/>
            <a:ext cx="155753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Rectangle 7">
            <a:extLst>
              <a:ext uri="{FF2B5EF4-FFF2-40B4-BE49-F238E27FC236}">
                <a16:creationId xmlns:a16="http://schemas.microsoft.com/office/drawing/2014/main" id="{2010570A-C842-BDFA-56B4-205CC09683A6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2357" y="3213915"/>
            <a:ext cx="11713061" cy="257562"/>
          </a:xfrm>
          <a:prstGeom prst="rect">
            <a:avLst/>
          </a:prstGeom>
          <a:solidFill>
            <a:schemeClr val="bg2">
              <a:lumMod val="95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endParaRPr kumimoji="0" lang="pt-PT" sz="9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4.1 Satélites 79, 80, 83, 84 &amp; 93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0" name="Rectangle 7">
            <a:extLst>
              <a:ext uri="{FF2B5EF4-FFF2-40B4-BE49-F238E27FC236}">
                <a16:creationId xmlns:a16="http://schemas.microsoft.com/office/drawing/2014/main" id="{CC50B0AF-DE02-22E1-EBAB-BE1DFC0E6531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2357" y="2937229"/>
            <a:ext cx="11713061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Geração &amp; Conciliação dos reportes – Dez22</a:t>
            </a:r>
            <a:r>
              <a:rPr lang="pt-PT" sz="900" b="1" kern="12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0" lang="en-US" sz="900" b="1" i="0" u="none" strike="noStrike" kern="1200" cap="none" spc="0" normalizeH="0" baseline="3000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2D3337C-F1DE-180B-87E3-70C329A458BE}"/>
              </a:ext>
            </a:extLst>
          </p:cNvPr>
          <p:cNvSpPr/>
          <p:nvPr/>
        </p:nvSpPr>
        <p:spPr>
          <a:xfrm>
            <a:off x="5253569" y="3288696"/>
            <a:ext cx="1202679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7194E88-DF9B-134E-E9AC-ACDC1BC8ED34}"/>
              </a:ext>
            </a:extLst>
          </p:cNvPr>
          <p:cNvSpPr/>
          <p:nvPr/>
        </p:nvSpPr>
        <p:spPr>
          <a:xfrm>
            <a:off x="5253259" y="2991229"/>
            <a:ext cx="1198791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Rectangle 7">
            <a:extLst>
              <a:ext uri="{FF2B5EF4-FFF2-40B4-BE49-F238E27FC236}">
                <a16:creationId xmlns:a16="http://schemas.microsoft.com/office/drawing/2014/main" id="{32FCE88E-3817-DD23-CFAD-AC4F1D63AFC0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2357" y="3772996"/>
            <a:ext cx="11713061" cy="573806"/>
          </a:xfrm>
          <a:prstGeom prst="rect">
            <a:avLst/>
          </a:prstGeom>
          <a:solidFill>
            <a:schemeClr val="bg2">
              <a:lumMod val="95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5.1 Satélites 79, 80, 83 &amp; 93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5.2 Satélite 84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5.3 Templates 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Locais 1,2,4,5 &amp; 10</a:t>
            </a:r>
            <a:endParaRPr kumimoji="0" lang="en-US" sz="900" i="1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4" name="Rectangle 7">
            <a:extLst>
              <a:ext uri="{FF2B5EF4-FFF2-40B4-BE49-F238E27FC236}">
                <a16:creationId xmlns:a16="http://schemas.microsoft.com/office/drawing/2014/main" id="{E27ED112-F667-B260-55CB-3F865C321559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2357" y="3496310"/>
            <a:ext cx="11713061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Geração &amp; Conciliação dos reportes – Jun23</a:t>
            </a:r>
            <a:r>
              <a:rPr lang="pt-PT" sz="900" b="1" kern="12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kumimoji="0" lang="en-US" sz="900" b="1" i="0" u="none" strike="noStrike" kern="1200" cap="none" spc="0" normalizeH="0" baseline="3000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6211FF0-39CD-8BF2-F159-F172E723DFB6}"/>
              </a:ext>
            </a:extLst>
          </p:cNvPr>
          <p:cNvSpPr/>
          <p:nvPr/>
        </p:nvSpPr>
        <p:spPr>
          <a:xfrm>
            <a:off x="6487785" y="3550309"/>
            <a:ext cx="1333664" cy="1252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Rectangle 7">
            <a:extLst>
              <a:ext uri="{FF2B5EF4-FFF2-40B4-BE49-F238E27FC236}">
                <a16:creationId xmlns:a16="http://schemas.microsoft.com/office/drawing/2014/main" id="{04D635D7-ADA9-926F-CEAA-3D274C4BF595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2621" y="4648321"/>
            <a:ext cx="11713061" cy="1006259"/>
          </a:xfrm>
          <a:prstGeom prst="rect">
            <a:avLst/>
          </a:prstGeom>
          <a:solidFill>
            <a:schemeClr val="bg2">
              <a:lumMod val="95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6.1</a:t>
            </a:r>
            <a:r>
              <a:rPr kumimoji="0" lang="pt-PT" sz="9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Satélites 79, 80, 83, 84 &amp; 93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6.2</a:t>
            </a: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Templates 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Locais 1, 2 &amp; 4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6.3</a:t>
            </a: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Templates 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Locais 5, 6, 7, 8, 9 &amp; 10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6.4 Satélite SREP 109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6.5</a:t>
            </a: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900" i="1" u="none" strike="noStrike" kern="120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Template</a:t>
            </a: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Local 1 – SREP</a:t>
            </a:r>
          </a:p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	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6.5</a:t>
            </a: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900" i="1" u="none" strike="noStrike" kern="120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Template</a:t>
            </a:r>
            <a:r>
              <a:rPr kumimoji="0" lang="pt-PT" sz="90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90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Local 2 – SREP</a:t>
            </a:r>
          </a:p>
        </p:txBody>
      </p:sp>
      <p:sp>
        <p:nvSpPr>
          <p:cNvPr id="80" name="Rectangle 7">
            <a:extLst>
              <a:ext uri="{FF2B5EF4-FFF2-40B4-BE49-F238E27FC236}">
                <a16:creationId xmlns:a16="http://schemas.microsoft.com/office/drawing/2014/main" id="{3EED73CA-1FD5-3B8C-2CE5-3C195E8E78E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2621" y="4389392"/>
            <a:ext cx="11713061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lang="pt-PT" sz="9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pt-PT" sz="9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Geração &amp; Conciliação dos reportes – Dez23</a:t>
            </a:r>
            <a:r>
              <a:rPr lang="pt-PT" sz="900" b="1" kern="12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kumimoji="0" lang="en-US" sz="900" b="1" i="0" u="none" strike="noStrike" kern="1200" cap="none" spc="0" normalizeH="0" baseline="3000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8D38DFA-555B-40CA-0F37-DDC6318E2F1D}"/>
              </a:ext>
            </a:extLst>
          </p:cNvPr>
          <p:cNvSpPr/>
          <p:nvPr/>
        </p:nvSpPr>
        <p:spPr>
          <a:xfrm>
            <a:off x="10140392" y="4740852"/>
            <a:ext cx="1206000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7439C372-DFD6-526C-8466-AE09A2E248B8}"/>
              </a:ext>
            </a:extLst>
          </p:cNvPr>
          <p:cNvSpPr/>
          <p:nvPr/>
        </p:nvSpPr>
        <p:spPr>
          <a:xfrm>
            <a:off x="10421331" y="4889043"/>
            <a:ext cx="1022827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4006905-6294-6340-1D7E-AD29C5C451B8}"/>
              </a:ext>
            </a:extLst>
          </p:cNvPr>
          <p:cNvSpPr/>
          <p:nvPr/>
        </p:nvSpPr>
        <p:spPr>
          <a:xfrm>
            <a:off x="10150370" y="5037235"/>
            <a:ext cx="1465799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C7D60EB-7A38-FDB8-8D95-F6ADA2D0C33C}"/>
              </a:ext>
            </a:extLst>
          </p:cNvPr>
          <p:cNvSpPr/>
          <p:nvPr/>
        </p:nvSpPr>
        <p:spPr>
          <a:xfrm>
            <a:off x="10251904" y="5191429"/>
            <a:ext cx="1081332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8DA1C52-3FB7-0F44-B007-1EE809D20E60}"/>
              </a:ext>
            </a:extLst>
          </p:cNvPr>
          <p:cNvSpPr/>
          <p:nvPr/>
        </p:nvSpPr>
        <p:spPr>
          <a:xfrm>
            <a:off x="10251904" y="5333621"/>
            <a:ext cx="1156266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9F2E49D1-FF79-831F-350B-9450CC0CA67F}"/>
              </a:ext>
            </a:extLst>
          </p:cNvPr>
          <p:cNvSpPr/>
          <p:nvPr/>
        </p:nvSpPr>
        <p:spPr>
          <a:xfrm>
            <a:off x="10529197" y="5481812"/>
            <a:ext cx="602596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71643B8-30E0-32CC-9B7F-0E3E7B86150D}"/>
              </a:ext>
            </a:extLst>
          </p:cNvPr>
          <p:cNvSpPr/>
          <p:nvPr/>
        </p:nvSpPr>
        <p:spPr>
          <a:xfrm>
            <a:off x="10148133" y="4443391"/>
            <a:ext cx="1465068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Text Placeholder 3">
            <a:extLst>
              <a:ext uri="{FF2B5EF4-FFF2-40B4-BE49-F238E27FC236}">
                <a16:creationId xmlns:a16="http://schemas.microsoft.com/office/drawing/2014/main" id="{F39816AD-7417-C87D-040A-C87957661A34}"/>
              </a:ext>
            </a:extLst>
          </p:cNvPr>
          <p:cNvSpPr txBox="1">
            <a:spLocks/>
          </p:cNvSpPr>
          <p:nvPr/>
        </p:nvSpPr>
        <p:spPr>
          <a:xfrm>
            <a:off x="832247" y="6094473"/>
            <a:ext cx="10211925" cy="2277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1" u="none" strike="noStrike" kern="1200" cap="none" spc="0" normalizeH="0" baseline="3000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2 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Para o novo piloto de dezembro de 2022 apenas serão efetuados os satélites, sendo que as alterações aos satélites 83 e 84 não foram contempladas.</a:t>
            </a:r>
            <a:endParaRPr kumimoji="0" lang="pt-PT" sz="8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Muli Light"/>
            </a:endParaRPr>
          </a:p>
        </p:txBody>
      </p:sp>
      <p:sp>
        <p:nvSpPr>
          <p:cNvPr id="89" name="Text Placeholder 3">
            <a:extLst>
              <a:ext uri="{FF2B5EF4-FFF2-40B4-BE49-F238E27FC236}">
                <a16:creationId xmlns:a16="http://schemas.microsoft.com/office/drawing/2014/main" id="{F779D11D-E871-781A-E967-6F6A50E78E1B}"/>
              </a:ext>
            </a:extLst>
          </p:cNvPr>
          <p:cNvSpPr txBox="1">
            <a:spLocks/>
          </p:cNvSpPr>
          <p:nvPr/>
        </p:nvSpPr>
        <p:spPr>
          <a:xfrm>
            <a:off x="832247" y="6233556"/>
            <a:ext cx="10420970" cy="2277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1" u="none" strike="noStrike" kern="1200" cap="none" spc="0" normalizeH="0" baseline="3000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3</a:t>
            </a:r>
            <a:r>
              <a:rPr kumimoji="0" lang="pt-PT" sz="8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Para o reporte de junho de 2023 irão ser reportados os satélites (com exceção dos </a:t>
            </a:r>
            <a:r>
              <a:rPr lang="pt-PT" sz="800" i="1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templates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do SREP) e os </a:t>
            </a:r>
            <a:r>
              <a:rPr lang="pt-PT" sz="800" i="1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templates</a:t>
            </a:r>
            <a:r>
              <a:rPr lang="pt-PT" sz="80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locais exceto o </a:t>
            </a:r>
            <a:r>
              <a:rPr lang="pt-PT" sz="800" i="1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template</a:t>
            </a:r>
            <a:r>
              <a:rPr lang="pt-PT" sz="80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3 </a:t>
            </a:r>
            <a:r>
              <a:rPr lang="pt-PT" sz="80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e os </a:t>
            </a:r>
            <a:r>
              <a:rPr lang="pt-PT" sz="800" i="1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templates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do GAR/BTAR (6,7,8 e 9).</a:t>
            </a:r>
            <a:endParaRPr kumimoji="0" lang="pt-PT" sz="8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Muli Light"/>
            </a:endParaRPr>
          </a:p>
        </p:txBody>
      </p:sp>
      <p:sp>
        <p:nvSpPr>
          <p:cNvPr id="90" name="Text Placeholder 3">
            <a:extLst>
              <a:ext uri="{FF2B5EF4-FFF2-40B4-BE49-F238E27FC236}">
                <a16:creationId xmlns:a16="http://schemas.microsoft.com/office/drawing/2014/main" id="{10CCACB4-E6E5-6770-1DEE-417CB50BD1EB}"/>
              </a:ext>
            </a:extLst>
          </p:cNvPr>
          <p:cNvSpPr txBox="1">
            <a:spLocks/>
          </p:cNvSpPr>
          <p:nvPr/>
        </p:nvSpPr>
        <p:spPr>
          <a:xfrm>
            <a:off x="832247" y="6372639"/>
            <a:ext cx="10211925" cy="2277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1" u="none" strike="noStrike" kern="1200" cap="none" spc="0" normalizeH="0" baseline="3000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4</a:t>
            </a:r>
            <a:r>
              <a:rPr kumimoji="0" lang="pt-PT" sz="8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Reporte de todos os satélites, incluindo SREP e todos os </a:t>
            </a:r>
            <a:r>
              <a:rPr lang="pt-PT" sz="800" i="1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templates</a:t>
            </a:r>
            <a:r>
              <a:rPr lang="pt-PT" sz="80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locais (com exceção do </a:t>
            </a:r>
            <a:r>
              <a:rPr lang="pt-PT" sz="800" i="1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template</a:t>
            </a:r>
            <a:r>
              <a:rPr lang="pt-PT" sz="80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3).</a:t>
            </a:r>
            <a:endParaRPr kumimoji="0" lang="pt-PT" sz="8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Muli Light"/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6C843EB6-C2AC-24B5-849F-0594A685AF19}"/>
              </a:ext>
            </a:extLst>
          </p:cNvPr>
          <p:cNvGrpSpPr/>
          <p:nvPr/>
        </p:nvGrpSpPr>
        <p:grpSpPr>
          <a:xfrm>
            <a:off x="4379202" y="5700172"/>
            <a:ext cx="1270505" cy="244682"/>
            <a:chOff x="4094233" y="5919315"/>
            <a:chExt cx="1270505" cy="244682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89FE6DA-EC72-AFEE-5D2D-A27991FCC824}"/>
                </a:ext>
              </a:extLst>
            </p:cNvPr>
            <p:cNvSpPr/>
            <p:nvPr/>
          </p:nvSpPr>
          <p:spPr>
            <a:xfrm>
              <a:off x="4094233" y="5951992"/>
              <a:ext cx="126000" cy="125954"/>
            </a:xfrm>
            <a:prstGeom prst="rect">
              <a:avLst/>
            </a:prstGeom>
            <a:pattFill prst="ltDnDiag">
              <a:fgClr>
                <a:schemeClr val="bg1">
                  <a:lumMod val="50000"/>
                </a:schemeClr>
              </a:fgClr>
              <a:bgClr>
                <a:schemeClr val="bg1"/>
              </a:bgClr>
            </a:pattFill>
            <a:ln w="3175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Text Placeholder 3">
              <a:extLst>
                <a:ext uri="{FF2B5EF4-FFF2-40B4-BE49-F238E27FC236}">
                  <a16:creationId xmlns:a16="http://schemas.microsoft.com/office/drawing/2014/main" id="{4C2709CD-2FD0-B9B0-F051-4798215CD7E4}"/>
                </a:ext>
              </a:extLst>
            </p:cNvPr>
            <p:cNvSpPr txBox="1">
              <a:spLocks/>
            </p:cNvSpPr>
            <p:nvPr/>
          </p:nvSpPr>
          <p:spPr>
            <a:xfrm>
              <a:off x="4188227" y="5919315"/>
              <a:ext cx="1176511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1" u="none" strike="noStrike" kern="1200" cap="none" spc="0" normalizeH="0" baseline="0" noProof="0" err="1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Freeze</a:t>
              </a:r>
              <a:r>
                <a: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 do projeto</a:t>
              </a:r>
              <a:endPara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sp>
        <p:nvSpPr>
          <p:cNvPr id="97" name="Text Placeholder 3">
            <a:extLst>
              <a:ext uri="{FF2B5EF4-FFF2-40B4-BE49-F238E27FC236}">
                <a16:creationId xmlns:a16="http://schemas.microsoft.com/office/drawing/2014/main" id="{4DB53043-2D6A-8A8B-B73A-1B963ECE5ECE}"/>
              </a:ext>
            </a:extLst>
          </p:cNvPr>
          <p:cNvSpPr txBox="1">
            <a:spLocks/>
          </p:cNvSpPr>
          <p:nvPr/>
        </p:nvSpPr>
        <p:spPr>
          <a:xfrm>
            <a:off x="832247" y="6511722"/>
            <a:ext cx="10551427" cy="36317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1" u="none" strike="noStrike" kern="1200" cap="none" spc="0" normalizeH="0" baseline="3000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5</a:t>
            </a:r>
            <a:r>
              <a:rPr kumimoji="0" lang="pt-PT" sz="8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 projeto</a:t>
            </a:r>
            <a:r>
              <a:rPr kumimoji="0" lang="pt-PT" sz="8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prevê um período de </a:t>
            </a:r>
            <a:r>
              <a:rPr kumimoji="0" lang="pt-PT" sz="800" i="1" u="none" strike="noStrike" kern="120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freeze</a:t>
            </a:r>
            <a:r>
              <a:rPr kumimoji="0" lang="pt-PT" sz="80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 15 de setembro a 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22 de novembro de 2023. O projeto foi antecipado em 1 mês para incorporação dos pedidos da corporação para dez 2022 e para implementação dos </a:t>
            </a:r>
            <a:r>
              <a:rPr lang="pt-PT" sz="800" i="1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templates</a:t>
            </a:r>
            <a:r>
              <a:rPr lang="pt-PT" sz="800" i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6,7,8 &amp; 9 inicialmente não estimados.</a:t>
            </a:r>
            <a:endParaRPr kumimoji="0" lang="pt-PT" sz="8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Muli Light"/>
            </a:endParaRPr>
          </a:p>
        </p:txBody>
      </p:sp>
      <p:sp>
        <p:nvSpPr>
          <p:cNvPr id="98" name="Rectangle 7">
            <a:extLst>
              <a:ext uri="{FF2B5EF4-FFF2-40B4-BE49-F238E27FC236}">
                <a16:creationId xmlns:a16="http://schemas.microsoft.com/office/drawing/2014/main" id="{F1B178EE-AE66-41BF-E169-ACA4F7269CA5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2357" y="1271993"/>
            <a:ext cx="11713065" cy="252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72000" tIns="99659" rIns="72000" bIns="99659" anchor="ctr" anchorCtr="0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46119" algn="l"/>
              </a:tabLst>
              <a:defRPr/>
            </a:pPr>
            <a:r>
              <a:rPr kumimoji="0" lang="pt-PT" sz="900" b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0</a:t>
            </a:r>
            <a:r>
              <a:rPr kumimoji="0" lang="pt-PT" sz="900" b="1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. Setup </a:t>
            </a:r>
            <a:r>
              <a:rPr kumimoji="0" lang="pt-PT" sz="9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&amp; Gestão de projeto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E041611-CE18-26C3-16F0-39F9C88A5EAB}"/>
              </a:ext>
            </a:extLst>
          </p:cNvPr>
          <p:cNvSpPr/>
          <p:nvPr/>
        </p:nvSpPr>
        <p:spPr>
          <a:xfrm>
            <a:off x="4627909" y="1325993"/>
            <a:ext cx="3384168" cy="143314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F3F9BE61-921B-E41B-7B8E-6A0883618DFE}"/>
              </a:ext>
            </a:extLst>
          </p:cNvPr>
          <p:cNvSpPr/>
          <p:nvPr/>
        </p:nvSpPr>
        <p:spPr>
          <a:xfrm>
            <a:off x="8916588" y="1330542"/>
            <a:ext cx="2699582" cy="134217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Diamond 102">
            <a:extLst>
              <a:ext uri="{FF2B5EF4-FFF2-40B4-BE49-F238E27FC236}">
                <a16:creationId xmlns:a16="http://schemas.microsoft.com/office/drawing/2014/main" id="{4FD92238-54B3-06D1-81FB-8331D8ADC519}"/>
              </a:ext>
            </a:extLst>
          </p:cNvPr>
          <p:cNvSpPr/>
          <p:nvPr/>
        </p:nvSpPr>
        <p:spPr>
          <a:xfrm>
            <a:off x="4794232" y="1343650"/>
            <a:ext cx="108000" cy="108000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6" name="Diamond 105">
            <a:extLst>
              <a:ext uri="{FF2B5EF4-FFF2-40B4-BE49-F238E27FC236}">
                <a16:creationId xmlns:a16="http://schemas.microsoft.com/office/drawing/2014/main" id="{AD0D6A0E-D85F-68D4-21FE-DA43C3979A10}"/>
              </a:ext>
            </a:extLst>
          </p:cNvPr>
          <p:cNvSpPr/>
          <p:nvPr/>
        </p:nvSpPr>
        <p:spPr>
          <a:xfrm>
            <a:off x="4640609" y="1343650"/>
            <a:ext cx="108000" cy="108000"/>
          </a:xfrm>
          <a:prstGeom prst="diamond">
            <a:avLst/>
          </a:prstGeom>
          <a:solidFill>
            <a:schemeClr val="accent4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9" name="Diamond 108">
            <a:extLst>
              <a:ext uri="{FF2B5EF4-FFF2-40B4-BE49-F238E27FC236}">
                <a16:creationId xmlns:a16="http://schemas.microsoft.com/office/drawing/2014/main" id="{BFF2311A-6137-9427-9CD2-983068781E85}"/>
              </a:ext>
            </a:extLst>
          </p:cNvPr>
          <p:cNvSpPr/>
          <p:nvPr/>
        </p:nvSpPr>
        <p:spPr>
          <a:xfrm>
            <a:off x="4947855" y="1343650"/>
            <a:ext cx="108000" cy="108000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12" name="Diamond 111">
            <a:extLst>
              <a:ext uri="{FF2B5EF4-FFF2-40B4-BE49-F238E27FC236}">
                <a16:creationId xmlns:a16="http://schemas.microsoft.com/office/drawing/2014/main" id="{77350BEE-F7EE-699A-09F8-47CEB633561E}"/>
              </a:ext>
            </a:extLst>
          </p:cNvPr>
          <p:cNvSpPr/>
          <p:nvPr/>
        </p:nvSpPr>
        <p:spPr>
          <a:xfrm>
            <a:off x="5101478" y="1343650"/>
            <a:ext cx="108000" cy="108000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15" name="Diamond 114">
            <a:extLst>
              <a:ext uri="{FF2B5EF4-FFF2-40B4-BE49-F238E27FC236}">
                <a16:creationId xmlns:a16="http://schemas.microsoft.com/office/drawing/2014/main" id="{7A2F9CFC-F8D4-5702-410E-F3B4BA80F80A}"/>
              </a:ext>
            </a:extLst>
          </p:cNvPr>
          <p:cNvSpPr/>
          <p:nvPr/>
        </p:nvSpPr>
        <p:spPr>
          <a:xfrm>
            <a:off x="7713448" y="1343650"/>
            <a:ext cx="108000" cy="108000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18" name="Diamond 117">
            <a:extLst>
              <a:ext uri="{FF2B5EF4-FFF2-40B4-BE49-F238E27FC236}">
                <a16:creationId xmlns:a16="http://schemas.microsoft.com/office/drawing/2014/main" id="{AC1E39E4-9090-A841-7B31-0721FCBA4FDD}"/>
              </a:ext>
            </a:extLst>
          </p:cNvPr>
          <p:cNvSpPr/>
          <p:nvPr/>
        </p:nvSpPr>
        <p:spPr>
          <a:xfrm>
            <a:off x="9356329" y="1343650"/>
            <a:ext cx="108000" cy="108000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79065521-6E85-FA03-BF1E-CD824BDF0287}"/>
              </a:ext>
            </a:extLst>
          </p:cNvPr>
          <p:cNvSpPr/>
          <p:nvPr/>
        </p:nvSpPr>
        <p:spPr>
          <a:xfrm>
            <a:off x="9641833" y="5037236"/>
            <a:ext cx="352936" cy="108000"/>
          </a:xfrm>
          <a:prstGeom prst="rect">
            <a:avLst/>
          </a:prstGeom>
          <a:solidFill>
            <a:schemeClr val="accent3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31951C7B-9F5B-492C-BF34-3C6C31E30F05}"/>
              </a:ext>
            </a:extLst>
          </p:cNvPr>
          <p:cNvSpPr/>
          <p:nvPr/>
        </p:nvSpPr>
        <p:spPr>
          <a:xfrm>
            <a:off x="9643476" y="4443392"/>
            <a:ext cx="379001" cy="143999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FFA74E09-F25B-4813-848B-653EB68BD8BA}"/>
              </a:ext>
            </a:extLst>
          </p:cNvPr>
          <p:cNvSpPr/>
          <p:nvPr/>
        </p:nvSpPr>
        <p:spPr>
          <a:xfrm>
            <a:off x="11323426" y="990075"/>
            <a:ext cx="612000" cy="241144"/>
          </a:xfrm>
          <a:prstGeom prst="rect">
            <a:avLst/>
          </a:prstGeom>
          <a:solidFill>
            <a:schemeClr val="tx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marL="0" marR="0" lvl="0" indent="0" algn="ctr" defTabSz="12189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00" b="1" i="0" u="none" strike="noStrike" kern="0" cap="none" spc="0" normalizeH="0" baseline="0" noProof="0">
                <a:ln>
                  <a:noFill/>
                </a:ln>
                <a:solidFill>
                  <a:srgbClr val="EBEBE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Março</a:t>
            </a:r>
          </a:p>
        </p:txBody>
      </p: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5AA83C5F-24F9-1EFC-C0CD-2B7EBEE91EA3}"/>
              </a:ext>
            </a:extLst>
          </p:cNvPr>
          <p:cNvGrpSpPr/>
          <p:nvPr/>
        </p:nvGrpSpPr>
        <p:grpSpPr>
          <a:xfrm>
            <a:off x="3500334" y="5702326"/>
            <a:ext cx="1280912" cy="244682"/>
            <a:chOff x="3394765" y="5751275"/>
            <a:chExt cx="1280912" cy="244682"/>
          </a:xfrm>
        </p:grpSpPr>
        <p:sp>
          <p:nvSpPr>
            <p:cNvPr id="322" name="Diamond 321">
              <a:extLst>
                <a:ext uri="{FF2B5EF4-FFF2-40B4-BE49-F238E27FC236}">
                  <a16:creationId xmlns:a16="http://schemas.microsoft.com/office/drawing/2014/main" id="{02E5B5A3-5ED8-FD08-5432-5F42ACC022CA}"/>
                </a:ext>
              </a:extLst>
            </p:cNvPr>
            <p:cNvSpPr/>
            <p:nvPr/>
          </p:nvSpPr>
          <p:spPr>
            <a:xfrm>
              <a:off x="3394765" y="5802958"/>
              <a:ext cx="108000" cy="108000"/>
            </a:xfrm>
            <a:prstGeom prst="diamond">
              <a:avLst/>
            </a:prstGeom>
            <a:solidFill>
              <a:srgbClr val="FFC000"/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323" name="Text Placeholder 3">
              <a:extLst>
                <a:ext uri="{FF2B5EF4-FFF2-40B4-BE49-F238E27FC236}">
                  <a16:creationId xmlns:a16="http://schemas.microsoft.com/office/drawing/2014/main" id="{A0F77F5C-4FF1-4940-58E2-4920C31965FF}"/>
                </a:ext>
              </a:extLst>
            </p:cNvPr>
            <p:cNvSpPr txBox="1">
              <a:spLocks/>
            </p:cNvSpPr>
            <p:nvPr/>
          </p:nvSpPr>
          <p:spPr>
            <a:xfrm>
              <a:off x="3499166" y="5751275"/>
              <a:ext cx="1176511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838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1" u="none" strike="noStrike" kern="1200" cap="none" spc="0" normalizeH="0" baseline="0" noProof="0" err="1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Milestone</a:t>
              </a:r>
              <a:endParaRPr kumimoji="0" lang="pt-PT" sz="900" b="0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B64734C2-963C-9929-7D23-14674A6678BC}"/>
              </a:ext>
            </a:extLst>
          </p:cNvPr>
          <p:cNvGrpSpPr/>
          <p:nvPr/>
        </p:nvGrpSpPr>
        <p:grpSpPr>
          <a:xfrm>
            <a:off x="6402310" y="3237089"/>
            <a:ext cx="679829" cy="215444"/>
            <a:chOff x="6428680" y="3263723"/>
            <a:chExt cx="679829" cy="215444"/>
          </a:xfrm>
        </p:grpSpPr>
        <p:sp>
          <p:nvSpPr>
            <p:cNvPr id="325" name="Diamond 324">
              <a:extLst>
                <a:ext uri="{FF2B5EF4-FFF2-40B4-BE49-F238E27FC236}">
                  <a16:creationId xmlns:a16="http://schemas.microsoft.com/office/drawing/2014/main" id="{D9D20D30-E593-21F2-289D-ED607905FC26}"/>
                </a:ext>
              </a:extLst>
            </p:cNvPr>
            <p:cNvSpPr/>
            <p:nvPr/>
          </p:nvSpPr>
          <p:spPr>
            <a:xfrm>
              <a:off x="6428680" y="3315793"/>
              <a:ext cx="108000" cy="108000"/>
            </a:xfrm>
            <a:prstGeom prst="diamond">
              <a:avLst/>
            </a:prstGeom>
            <a:solidFill>
              <a:srgbClr val="FFC000"/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3377A93A-164F-A478-37E9-86599C9BF1A2}"/>
                </a:ext>
              </a:extLst>
            </p:cNvPr>
            <p:cNvCxnSpPr>
              <a:cxnSpLocks/>
              <a:stCxn id="325" idx="3"/>
              <a:endCxn id="327" idx="1"/>
            </p:cNvCxnSpPr>
            <p:nvPr/>
          </p:nvCxnSpPr>
          <p:spPr>
            <a:xfrm>
              <a:off x="6536680" y="3369793"/>
              <a:ext cx="151398" cy="1652"/>
            </a:xfrm>
            <a:prstGeom prst="line">
              <a:avLst/>
            </a:prstGeom>
            <a:ln w="3175">
              <a:solidFill>
                <a:srgbClr val="003E5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7" name="TextBox 326">
              <a:extLst>
                <a:ext uri="{FF2B5EF4-FFF2-40B4-BE49-F238E27FC236}">
                  <a16:creationId xmlns:a16="http://schemas.microsoft.com/office/drawing/2014/main" id="{FFE73ECC-9F9C-795D-4A2D-C4547E4B80B7}"/>
                </a:ext>
              </a:extLst>
            </p:cNvPr>
            <p:cNvSpPr txBox="1"/>
            <p:nvPr/>
          </p:nvSpPr>
          <p:spPr>
            <a:xfrm>
              <a:off x="6688078" y="3263723"/>
              <a:ext cx="420431" cy="215444"/>
            </a:xfrm>
            <a:prstGeom prst="rect">
              <a:avLst/>
            </a:prstGeom>
            <a:noFill/>
          </p:spPr>
          <p:txBody>
            <a:bodyPr wrap="none" lIns="36000" rtlCol="0">
              <a:spAutoFit/>
            </a:bodyPr>
            <a:lstStyle/>
            <a:p>
              <a:pPr algn="l"/>
              <a:r>
                <a:rPr lang="pt-PT" sz="800" kern="12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30 </a:t>
              </a:r>
              <a:r>
                <a:rPr lang="pt-PT" sz="800" kern="1200" err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jun</a:t>
              </a:r>
              <a:endParaRPr lang="pt-PT" sz="8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36" name="Diamond 335">
            <a:extLst>
              <a:ext uri="{FF2B5EF4-FFF2-40B4-BE49-F238E27FC236}">
                <a16:creationId xmlns:a16="http://schemas.microsoft.com/office/drawing/2014/main" id="{E3CDA640-3EB2-EBB4-D1E0-74334B163B34}"/>
              </a:ext>
            </a:extLst>
          </p:cNvPr>
          <p:cNvSpPr/>
          <p:nvPr/>
        </p:nvSpPr>
        <p:spPr>
          <a:xfrm>
            <a:off x="11299643" y="4742483"/>
            <a:ext cx="108000" cy="108000"/>
          </a:xfrm>
          <a:prstGeom prst="diamond">
            <a:avLst/>
          </a:prstGeom>
          <a:solidFill>
            <a:srgbClr val="FFC000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19FFEE88-D1CE-3367-265E-40E3874EFD50}"/>
              </a:ext>
            </a:extLst>
          </p:cNvPr>
          <p:cNvCxnSpPr>
            <a:cxnSpLocks/>
            <a:stCxn id="336" idx="3"/>
            <a:endCxn id="338" idx="1"/>
          </p:cNvCxnSpPr>
          <p:nvPr/>
        </p:nvCxnSpPr>
        <p:spPr>
          <a:xfrm flipV="1">
            <a:off x="11407643" y="4751574"/>
            <a:ext cx="142922" cy="44909"/>
          </a:xfrm>
          <a:prstGeom prst="line">
            <a:avLst/>
          </a:prstGeom>
          <a:ln w="3175">
            <a:solidFill>
              <a:srgbClr val="003E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" name="TextBox 337">
            <a:extLst>
              <a:ext uri="{FF2B5EF4-FFF2-40B4-BE49-F238E27FC236}">
                <a16:creationId xmlns:a16="http://schemas.microsoft.com/office/drawing/2014/main" id="{B7B28A0A-563D-99A0-8395-866016935DE5}"/>
              </a:ext>
            </a:extLst>
          </p:cNvPr>
          <p:cNvSpPr txBox="1"/>
          <p:nvPr/>
        </p:nvSpPr>
        <p:spPr>
          <a:xfrm>
            <a:off x="11550565" y="4671843"/>
            <a:ext cx="359840" cy="159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" tIns="18000" rIns="36000" bIns="18000" rtlCol="0">
            <a:spAutoFit/>
          </a:bodyPr>
          <a:lstStyle/>
          <a:p>
            <a:pPr algn="l"/>
            <a:r>
              <a:rPr lang="pt-PT" sz="8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mar</a:t>
            </a:r>
          </a:p>
        </p:txBody>
      </p:sp>
      <p:sp>
        <p:nvSpPr>
          <p:cNvPr id="339" name="Diamond 338">
            <a:extLst>
              <a:ext uri="{FF2B5EF4-FFF2-40B4-BE49-F238E27FC236}">
                <a16:creationId xmlns:a16="http://schemas.microsoft.com/office/drawing/2014/main" id="{DAD56D22-2851-DB53-980E-DE7684BFF27A}"/>
              </a:ext>
            </a:extLst>
          </p:cNvPr>
          <p:cNvSpPr/>
          <p:nvPr/>
        </p:nvSpPr>
        <p:spPr>
          <a:xfrm>
            <a:off x="11390437" y="4890121"/>
            <a:ext cx="108000" cy="108000"/>
          </a:xfrm>
          <a:prstGeom prst="diamond">
            <a:avLst/>
          </a:prstGeom>
          <a:solidFill>
            <a:srgbClr val="FFC000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cxnSp>
        <p:nvCxnSpPr>
          <p:cNvPr id="340" name="Straight Connector 339">
            <a:extLst>
              <a:ext uri="{FF2B5EF4-FFF2-40B4-BE49-F238E27FC236}">
                <a16:creationId xmlns:a16="http://schemas.microsoft.com/office/drawing/2014/main" id="{22E8CB8C-4B69-0605-3FF5-F9331B5518C7}"/>
              </a:ext>
            </a:extLst>
          </p:cNvPr>
          <p:cNvCxnSpPr>
            <a:cxnSpLocks/>
            <a:stCxn id="339" idx="3"/>
            <a:endCxn id="341" idx="1"/>
          </p:cNvCxnSpPr>
          <p:nvPr/>
        </p:nvCxnSpPr>
        <p:spPr>
          <a:xfrm flipV="1">
            <a:off x="11498437" y="4932549"/>
            <a:ext cx="94995" cy="11572"/>
          </a:xfrm>
          <a:prstGeom prst="line">
            <a:avLst/>
          </a:prstGeom>
          <a:ln w="3175">
            <a:solidFill>
              <a:srgbClr val="003E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1" name="TextBox 340">
            <a:extLst>
              <a:ext uri="{FF2B5EF4-FFF2-40B4-BE49-F238E27FC236}">
                <a16:creationId xmlns:a16="http://schemas.microsoft.com/office/drawing/2014/main" id="{8F7C7147-6096-4170-5566-1409EA4DC260}"/>
              </a:ext>
            </a:extLst>
          </p:cNvPr>
          <p:cNvSpPr txBox="1"/>
          <p:nvPr/>
        </p:nvSpPr>
        <p:spPr>
          <a:xfrm>
            <a:off x="11593432" y="4852818"/>
            <a:ext cx="369234" cy="159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" tIns="18000" rIns="36000" bIns="18000" rtlCol="0">
            <a:spAutoFit/>
          </a:bodyPr>
          <a:lstStyle/>
          <a:p>
            <a:pPr algn="l"/>
            <a:r>
              <a:rPr lang="pt-PT" sz="8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 mar</a:t>
            </a:r>
          </a:p>
        </p:txBody>
      </p:sp>
      <p:cxnSp>
        <p:nvCxnSpPr>
          <p:cNvPr id="342" name="Straight Connector 341">
            <a:extLst>
              <a:ext uri="{FF2B5EF4-FFF2-40B4-BE49-F238E27FC236}">
                <a16:creationId xmlns:a16="http://schemas.microsoft.com/office/drawing/2014/main" id="{674D9E6A-74F0-521F-4FFE-7BB5B85D60A9}"/>
              </a:ext>
            </a:extLst>
          </p:cNvPr>
          <p:cNvCxnSpPr>
            <a:cxnSpLocks/>
            <a:stCxn id="174" idx="3"/>
            <a:endCxn id="343" idx="1"/>
          </p:cNvCxnSpPr>
          <p:nvPr/>
        </p:nvCxnSpPr>
        <p:spPr>
          <a:xfrm>
            <a:off x="11676957" y="5094140"/>
            <a:ext cx="33085" cy="2428"/>
          </a:xfrm>
          <a:prstGeom prst="line">
            <a:avLst/>
          </a:prstGeom>
          <a:ln w="3175">
            <a:solidFill>
              <a:srgbClr val="003E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4C5F4361-15B2-D3AE-4EC8-43C3F1A8840D}"/>
              </a:ext>
            </a:extLst>
          </p:cNvPr>
          <p:cNvSpPr txBox="1"/>
          <p:nvPr/>
        </p:nvSpPr>
        <p:spPr>
          <a:xfrm>
            <a:off x="11710042" y="5016837"/>
            <a:ext cx="411088" cy="159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" tIns="18000" rIns="36000" bIns="18000" rtlCol="0">
            <a:spAutoFit/>
          </a:bodyPr>
          <a:lstStyle/>
          <a:p>
            <a:pPr algn="l"/>
            <a:r>
              <a:rPr lang="pt-PT" sz="8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 mar</a:t>
            </a:r>
          </a:p>
        </p:txBody>
      </p:sp>
      <p:sp>
        <p:nvSpPr>
          <p:cNvPr id="344" name="Diamond 343">
            <a:extLst>
              <a:ext uri="{FF2B5EF4-FFF2-40B4-BE49-F238E27FC236}">
                <a16:creationId xmlns:a16="http://schemas.microsoft.com/office/drawing/2014/main" id="{D0A874E9-B7BD-9BD7-B49D-D877D04591A3}"/>
              </a:ext>
            </a:extLst>
          </p:cNvPr>
          <p:cNvSpPr/>
          <p:nvPr/>
        </p:nvSpPr>
        <p:spPr>
          <a:xfrm>
            <a:off x="11278511" y="5192540"/>
            <a:ext cx="108000" cy="108000"/>
          </a:xfrm>
          <a:prstGeom prst="diamond">
            <a:avLst/>
          </a:prstGeom>
          <a:solidFill>
            <a:srgbClr val="FFC000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5E145D7E-31AA-6347-520A-62E9D6F3308A}"/>
              </a:ext>
            </a:extLst>
          </p:cNvPr>
          <p:cNvCxnSpPr>
            <a:cxnSpLocks/>
            <a:stCxn id="344" idx="3"/>
            <a:endCxn id="346" idx="1"/>
          </p:cNvCxnSpPr>
          <p:nvPr/>
        </p:nvCxnSpPr>
        <p:spPr>
          <a:xfrm>
            <a:off x="11386511" y="5246540"/>
            <a:ext cx="123571" cy="28910"/>
          </a:xfrm>
          <a:prstGeom prst="line">
            <a:avLst/>
          </a:prstGeom>
          <a:ln w="3175">
            <a:solidFill>
              <a:srgbClr val="003E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6451CA1E-7A7D-7067-15BC-4121758EB9A6}"/>
              </a:ext>
            </a:extLst>
          </p:cNvPr>
          <p:cNvSpPr txBox="1"/>
          <p:nvPr/>
        </p:nvSpPr>
        <p:spPr>
          <a:xfrm>
            <a:off x="11510082" y="5195719"/>
            <a:ext cx="370823" cy="159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" tIns="18000" rIns="36000" bIns="18000" rtlCol="0">
            <a:spAutoFit/>
          </a:bodyPr>
          <a:lstStyle/>
          <a:p>
            <a:pPr algn="l"/>
            <a:r>
              <a:rPr lang="pt-PT" sz="8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 </a:t>
            </a:r>
            <a:r>
              <a:rPr lang="pt-PT" sz="800" kern="120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fev</a:t>
            </a:r>
            <a:endParaRPr lang="pt-PT" sz="800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47" name="Straight Connector 346">
            <a:extLst>
              <a:ext uri="{FF2B5EF4-FFF2-40B4-BE49-F238E27FC236}">
                <a16:creationId xmlns:a16="http://schemas.microsoft.com/office/drawing/2014/main" id="{2553AC0F-718B-4470-D507-B67E3900B7E4}"/>
              </a:ext>
            </a:extLst>
          </p:cNvPr>
          <p:cNvCxnSpPr>
            <a:cxnSpLocks/>
          </p:cNvCxnSpPr>
          <p:nvPr/>
        </p:nvCxnSpPr>
        <p:spPr>
          <a:xfrm>
            <a:off x="11453823" y="5387035"/>
            <a:ext cx="142918" cy="38437"/>
          </a:xfrm>
          <a:prstGeom prst="line">
            <a:avLst/>
          </a:prstGeom>
          <a:ln w="3175">
            <a:solidFill>
              <a:srgbClr val="003E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8" name="Group 347">
            <a:extLst>
              <a:ext uri="{FF2B5EF4-FFF2-40B4-BE49-F238E27FC236}">
                <a16:creationId xmlns:a16="http://schemas.microsoft.com/office/drawing/2014/main" id="{16274A14-1C01-940C-C7F3-F655D55D96DC}"/>
              </a:ext>
            </a:extLst>
          </p:cNvPr>
          <p:cNvGrpSpPr/>
          <p:nvPr/>
        </p:nvGrpSpPr>
        <p:grpSpPr>
          <a:xfrm>
            <a:off x="11345823" y="5333035"/>
            <a:ext cx="630200" cy="172168"/>
            <a:chOff x="11363143" y="5359669"/>
            <a:chExt cx="630200" cy="172168"/>
          </a:xfrm>
        </p:grpSpPr>
        <p:sp>
          <p:nvSpPr>
            <p:cNvPr id="349" name="Diamond 348">
              <a:extLst>
                <a:ext uri="{FF2B5EF4-FFF2-40B4-BE49-F238E27FC236}">
                  <a16:creationId xmlns:a16="http://schemas.microsoft.com/office/drawing/2014/main" id="{BC13F0D0-9787-25E2-9077-22C484F00CE7}"/>
                </a:ext>
              </a:extLst>
            </p:cNvPr>
            <p:cNvSpPr/>
            <p:nvPr/>
          </p:nvSpPr>
          <p:spPr>
            <a:xfrm>
              <a:off x="11363143" y="5359669"/>
              <a:ext cx="108000" cy="108000"/>
            </a:xfrm>
            <a:prstGeom prst="diamond">
              <a:avLst/>
            </a:prstGeom>
            <a:solidFill>
              <a:srgbClr val="FFC000"/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940524FD-BCDF-C61B-3CEC-83ADBDEFBF11}"/>
                </a:ext>
              </a:extLst>
            </p:cNvPr>
            <p:cNvSpPr txBox="1"/>
            <p:nvPr/>
          </p:nvSpPr>
          <p:spPr>
            <a:xfrm>
              <a:off x="11614061" y="5372375"/>
              <a:ext cx="379282" cy="1594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lIns="36000" tIns="18000" rIns="36000" bIns="18000" rtlCol="0">
              <a:spAutoFit/>
            </a:bodyPr>
            <a:lstStyle/>
            <a:p>
              <a:pPr algn="l"/>
              <a:r>
                <a:rPr lang="pt-PT" sz="800" kern="12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 mar</a:t>
              </a:r>
            </a:p>
          </p:txBody>
        </p:sp>
      </p:grpSp>
      <p:sp>
        <p:nvSpPr>
          <p:cNvPr id="351" name="Diamond 350">
            <a:extLst>
              <a:ext uri="{FF2B5EF4-FFF2-40B4-BE49-F238E27FC236}">
                <a16:creationId xmlns:a16="http://schemas.microsoft.com/office/drawing/2014/main" id="{0BFB6DD3-F634-F929-CBB5-863917ADE0CC}"/>
              </a:ext>
            </a:extLst>
          </p:cNvPr>
          <p:cNvSpPr/>
          <p:nvPr/>
        </p:nvSpPr>
        <p:spPr>
          <a:xfrm>
            <a:off x="11080813" y="5483054"/>
            <a:ext cx="108000" cy="108000"/>
          </a:xfrm>
          <a:prstGeom prst="diamond">
            <a:avLst/>
          </a:prstGeom>
          <a:solidFill>
            <a:srgbClr val="FFC000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649E072A-79AC-6093-C66D-41E47165BDB5}"/>
              </a:ext>
            </a:extLst>
          </p:cNvPr>
          <p:cNvCxnSpPr>
            <a:cxnSpLocks/>
            <a:stCxn id="351" idx="3"/>
            <a:endCxn id="136" idx="1"/>
          </p:cNvCxnSpPr>
          <p:nvPr/>
        </p:nvCxnSpPr>
        <p:spPr>
          <a:xfrm>
            <a:off x="11188813" y="5537054"/>
            <a:ext cx="275859" cy="40730"/>
          </a:xfrm>
          <a:prstGeom prst="line">
            <a:avLst/>
          </a:prstGeom>
          <a:ln w="3175">
            <a:solidFill>
              <a:srgbClr val="003E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C9C8A8A0-F6CA-8678-993E-F71A1AF2385A}"/>
              </a:ext>
            </a:extLst>
          </p:cNvPr>
          <p:cNvSpPr txBox="1"/>
          <p:nvPr/>
        </p:nvSpPr>
        <p:spPr>
          <a:xfrm>
            <a:off x="11464672" y="5498053"/>
            <a:ext cx="379281" cy="159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000" tIns="18000" rIns="36000" bIns="18000" rtlCol="0">
            <a:spAutoFit/>
          </a:bodyPr>
          <a:lstStyle/>
          <a:p>
            <a:pPr algn="l"/>
            <a:r>
              <a:rPr lang="pt-PT" sz="8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 </a:t>
            </a:r>
            <a:r>
              <a:rPr lang="pt-PT" sz="800" kern="120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fev</a:t>
            </a:r>
            <a:endParaRPr lang="pt-PT" sz="800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649D131D-57AA-3BD3-702A-80C1A40FCE32}"/>
              </a:ext>
            </a:extLst>
          </p:cNvPr>
          <p:cNvSpPr/>
          <p:nvPr/>
        </p:nvSpPr>
        <p:spPr>
          <a:xfrm>
            <a:off x="9995200" y="1271993"/>
            <a:ext cx="152933" cy="4392000"/>
          </a:xfrm>
          <a:prstGeom prst="rect">
            <a:avLst/>
          </a:prstGeom>
          <a:pattFill prst="ltDn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0" name="Diamond 139">
            <a:extLst>
              <a:ext uri="{FF2B5EF4-FFF2-40B4-BE49-F238E27FC236}">
                <a16:creationId xmlns:a16="http://schemas.microsoft.com/office/drawing/2014/main" id="{10023C46-75FF-E16B-BF0F-8AAF09263419}"/>
              </a:ext>
            </a:extLst>
          </p:cNvPr>
          <p:cNvSpPr/>
          <p:nvPr/>
        </p:nvSpPr>
        <p:spPr>
          <a:xfrm>
            <a:off x="5488219" y="2723682"/>
            <a:ext cx="108000" cy="108000"/>
          </a:xfrm>
          <a:prstGeom prst="diamond">
            <a:avLst/>
          </a:prstGeom>
          <a:solidFill>
            <a:srgbClr val="FFC000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1740ED88-A82B-4359-3DAC-C510A38A0808}"/>
              </a:ext>
            </a:extLst>
          </p:cNvPr>
          <p:cNvCxnSpPr>
            <a:cxnSpLocks/>
            <a:stCxn id="140" idx="3"/>
            <a:endCxn id="142" idx="1"/>
          </p:cNvCxnSpPr>
          <p:nvPr/>
        </p:nvCxnSpPr>
        <p:spPr>
          <a:xfrm>
            <a:off x="5596219" y="2777682"/>
            <a:ext cx="83272" cy="3925"/>
          </a:xfrm>
          <a:prstGeom prst="line">
            <a:avLst/>
          </a:prstGeom>
          <a:ln w="3175">
            <a:solidFill>
              <a:srgbClr val="003E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8BF55537-BF7D-EF65-CE61-F9BAD55DBF61}"/>
              </a:ext>
            </a:extLst>
          </p:cNvPr>
          <p:cNvSpPr txBox="1"/>
          <p:nvPr/>
        </p:nvSpPr>
        <p:spPr>
          <a:xfrm>
            <a:off x="5679491" y="2701876"/>
            <a:ext cx="424305" cy="159462"/>
          </a:xfrm>
          <a:prstGeom prst="rect">
            <a:avLst/>
          </a:prstGeom>
          <a:noFill/>
        </p:spPr>
        <p:txBody>
          <a:bodyPr wrap="square" lIns="36000" tIns="18000" rIns="36000" bIns="18000" rtlCol="0">
            <a:spAutoFit/>
          </a:bodyPr>
          <a:lstStyle/>
          <a:p>
            <a:pPr algn="l"/>
            <a:r>
              <a:rPr lang="pt-PT" sz="800" kern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 </a:t>
            </a:r>
            <a:r>
              <a:rPr lang="pt-PT" sz="800" kern="12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</a:t>
            </a:r>
            <a:endParaRPr lang="pt-PT" sz="800" kern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66C83DCF-2EC6-4E16-4DE6-7192F8C00AC7}"/>
              </a:ext>
            </a:extLst>
          </p:cNvPr>
          <p:cNvCxnSpPr>
            <a:cxnSpLocks/>
          </p:cNvCxnSpPr>
          <p:nvPr/>
        </p:nvCxnSpPr>
        <p:spPr>
          <a:xfrm>
            <a:off x="6509277" y="2777682"/>
            <a:ext cx="83272" cy="3732"/>
          </a:xfrm>
          <a:prstGeom prst="line">
            <a:avLst/>
          </a:prstGeom>
          <a:ln w="3175">
            <a:solidFill>
              <a:srgbClr val="003E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C15853DB-CEB7-ED51-6829-478E11701059}"/>
              </a:ext>
            </a:extLst>
          </p:cNvPr>
          <p:cNvGrpSpPr/>
          <p:nvPr/>
        </p:nvGrpSpPr>
        <p:grpSpPr>
          <a:xfrm>
            <a:off x="6401277" y="2701683"/>
            <a:ext cx="615577" cy="159462"/>
            <a:chOff x="6475747" y="2746073"/>
            <a:chExt cx="615577" cy="159462"/>
          </a:xfrm>
        </p:grpSpPr>
        <p:sp>
          <p:nvSpPr>
            <p:cNvPr id="151" name="Diamond 150">
              <a:extLst>
                <a:ext uri="{FF2B5EF4-FFF2-40B4-BE49-F238E27FC236}">
                  <a16:creationId xmlns:a16="http://schemas.microsoft.com/office/drawing/2014/main" id="{431653B5-A924-F406-749E-D2B2CE69CA39}"/>
                </a:ext>
              </a:extLst>
            </p:cNvPr>
            <p:cNvSpPr/>
            <p:nvPr/>
          </p:nvSpPr>
          <p:spPr>
            <a:xfrm>
              <a:off x="6475747" y="2768072"/>
              <a:ext cx="108000" cy="108000"/>
            </a:xfrm>
            <a:prstGeom prst="diamond">
              <a:avLst/>
            </a:prstGeom>
            <a:solidFill>
              <a:srgbClr val="FFC000"/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EA4838C9-B6DB-296E-424F-E5E049110230}"/>
                </a:ext>
              </a:extLst>
            </p:cNvPr>
            <p:cNvSpPr txBox="1"/>
            <p:nvPr/>
          </p:nvSpPr>
          <p:spPr>
            <a:xfrm>
              <a:off x="6667019" y="2746073"/>
              <a:ext cx="424305" cy="159462"/>
            </a:xfrm>
            <a:prstGeom prst="rect">
              <a:avLst/>
            </a:prstGeom>
            <a:noFill/>
          </p:spPr>
          <p:txBody>
            <a:bodyPr wrap="square" lIns="36000" tIns="18000" rIns="36000" bIns="18000" rtlCol="0">
              <a:spAutoFit/>
            </a:bodyPr>
            <a:lstStyle/>
            <a:p>
              <a:pPr algn="l"/>
              <a:r>
                <a:rPr lang="pt-PT" sz="800" kern="12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30 </a:t>
              </a:r>
              <a:r>
                <a:rPr lang="pt-PT" sz="800" kern="1200" err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jun</a:t>
              </a:r>
              <a:endParaRPr lang="pt-PT" sz="8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F1AD685A-A992-C0AF-6CEB-BBE2D6BF18F7}"/>
              </a:ext>
            </a:extLst>
          </p:cNvPr>
          <p:cNvCxnSpPr>
            <a:cxnSpLocks/>
            <a:stCxn id="180" idx="3"/>
            <a:endCxn id="173" idx="0"/>
          </p:cNvCxnSpPr>
          <p:nvPr/>
        </p:nvCxnSpPr>
        <p:spPr>
          <a:xfrm flipV="1">
            <a:off x="11676957" y="2696655"/>
            <a:ext cx="238630" cy="73485"/>
          </a:xfrm>
          <a:prstGeom prst="line">
            <a:avLst/>
          </a:prstGeom>
          <a:ln w="3175">
            <a:solidFill>
              <a:srgbClr val="003E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DA101E12-75B2-FD1F-D83B-55D87C0D3025}"/>
              </a:ext>
            </a:extLst>
          </p:cNvPr>
          <p:cNvSpPr txBox="1"/>
          <p:nvPr/>
        </p:nvSpPr>
        <p:spPr>
          <a:xfrm>
            <a:off x="11703434" y="2696655"/>
            <a:ext cx="424305" cy="159462"/>
          </a:xfrm>
          <a:prstGeom prst="rect">
            <a:avLst/>
          </a:prstGeom>
          <a:solidFill>
            <a:srgbClr val="D4F5FF"/>
          </a:solidFill>
        </p:spPr>
        <p:txBody>
          <a:bodyPr wrap="square" lIns="36000" tIns="18000" rIns="36000" bIns="18000" rtlCol="0">
            <a:spAutoFit/>
          </a:bodyPr>
          <a:lstStyle/>
          <a:p>
            <a:pPr algn="l"/>
            <a:r>
              <a:rPr lang="pt-PT" sz="800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 mar</a:t>
            </a:r>
          </a:p>
        </p:txBody>
      </p:sp>
      <p:sp>
        <p:nvSpPr>
          <p:cNvPr id="174" name="Diamond 173">
            <a:extLst>
              <a:ext uri="{FF2B5EF4-FFF2-40B4-BE49-F238E27FC236}">
                <a16:creationId xmlns:a16="http://schemas.microsoft.com/office/drawing/2014/main" id="{E842119B-4A8E-902D-6E27-81AA7CB18FAE}"/>
              </a:ext>
            </a:extLst>
          </p:cNvPr>
          <p:cNvSpPr/>
          <p:nvPr/>
        </p:nvSpPr>
        <p:spPr>
          <a:xfrm>
            <a:off x="11568957" y="5040140"/>
            <a:ext cx="108000" cy="108000"/>
          </a:xfrm>
          <a:prstGeom prst="diamond">
            <a:avLst/>
          </a:prstGeom>
          <a:solidFill>
            <a:srgbClr val="FFC000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80" name="Diamond 179">
            <a:extLst>
              <a:ext uri="{FF2B5EF4-FFF2-40B4-BE49-F238E27FC236}">
                <a16:creationId xmlns:a16="http://schemas.microsoft.com/office/drawing/2014/main" id="{75E5D4A0-E963-B366-8FFA-F608499DB690}"/>
              </a:ext>
            </a:extLst>
          </p:cNvPr>
          <p:cNvSpPr/>
          <p:nvPr/>
        </p:nvSpPr>
        <p:spPr>
          <a:xfrm>
            <a:off x="11568957" y="2716140"/>
            <a:ext cx="108000" cy="108000"/>
          </a:xfrm>
          <a:prstGeom prst="diamond">
            <a:avLst/>
          </a:prstGeom>
          <a:solidFill>
            <a:srgbClr val="FFC000"/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5994AEC1-C710-A616-6192-069607C11AF5}"/>
              </a:ext>
            </a:extLst>
          </p:cNvPr>
          <p:cNvCxnSpPr>
            <a:cxnSpLocks/>
          </p:cNvCxnSpPr>
          <p:nvPr/>
        </p:nvCxnSpPr>
        <p:spPr>
          <a:xfrm>
            <a:off x="3581760" y="1310169"/>
            <a:ext cx="0" cy="4392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0546C6ED-ECD1-969E-270F-F6485356E355}"/>
              </a:ext>
            </a:extLst>
          </p:cNvPr>
          <p:cNvCxnSpPr>
            <a:cxnSpLocks/>
          </p:cNvCxnSpPr>
          <p:nvPr/>
        </p:nvCxnSpPr>
        <p:spPr>
          <a:xfrm>
            <a:off x="4003081" y="1310169"/>
            <a:ext cx="0" cy="4392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Box 188">
            <a:extLst>
              <a:ext uri="{FF2B5EF4-FFF2-40B4-BE49-F238E27FC236}">
                <a16:creationId xmlns:a16="http://schemas.microsoft.com/office/drawing/2014/main" id="{9A53A3A5-0F59-F27D-02AB-72B681403510}"/>
              </a:ext>
            </a:extLst>
          </p:cNvPr>
          <p:cNvSpPr txBox="1"/>
          <p:nvPr/>
        </p:nvSpPr>
        <p:spPr>
          <a:xfrm>
            <a:off x="3582400" y="992815"/>
            <a:ext cx="824898" cy="241144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defTabSz="1218926" eaLnBrk="0">
              <a:defRPr sz="800" b="1" kern="0">
                <a:solidFill>
                  <a:srgbClr val="EBEBE6"/>
                </a:solidFill>
                <a:uLnTx/>
                <a:latin typeface="Muli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pt-PT" i="1">
                <a:solidFill>
                  <a:schemeClr val="tx1"/>
                </a:solidFill>
                <a:latin typeface="Arial" panose="020B0604020202020204" pitchFamily="34" charset="0"/>
              </a:rPr>
              <a:t>Status</a:t>
            </a:r>
            <a:r>
              <a:rPr lang="pt-PT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DF42ED2D-AB5E-C90C-080C-52DCDCC2A810}"/>
              </a:ext>
            </a:extLst>
          </p:cNvPr>
          <p:cNvSpPr txBox="1"/>
          <p:nvPr/>
        </p:nvSpPr>
        <p:spPr>
          <a:xfrm>
            <a:off x="3520236" y="1253123"/>
            <a:ext cx="54000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pt-PT" sz="7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PdS</a:t>
            </a:r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Anterior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C40CAF41-0788-BE67-23A3-AA607F6EBAD4}"/>
              </a:ext>
            </a:extLst>
          </p:cNvPr>
          <p:cNvSpPr txBox="1"/>
          <p:nvPr/>
        </p:nvSpPr>
        <p:spPr>
          <a:xfrm>
            <a:off x="3935922" y="1253123"/>
            <a:ext cx="540000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pt-PT" sz="700" b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PdS</a:t>
            </a:r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Atual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37540F58-8AD3-2851-2AD4-79A027748A48}"/>
              </a:ext>
            </a:extLst>
          </p:cNvPr>
          <p:cNvSpPr txBox="1"/>
          <p:nvPr/>
        </p:nvSpPr>
        <p:spPr>
          <a:xfrm>
            <a:off x="3546872" y="1527793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BAC0211D-01D2-84F7-6DF7-74CCD54F23C1}"/>
              </a:ext>
            </a:extLst>
          </p:cNvPr>
          <p:cNvSpPr txBox="1"/>
          <p:nvPr/>
        </p:nvSpPr>
        <p:spPr>
          <a:xfrm>
            <a:off x="3944802" y="1527793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26%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CC80B7-C51B-F0D7-18C3-55C57627F2ED}"/>
              </a:ext>
            </a:extLst>
          </p:cNvPr>
          <p:cNvGrpSpPr/>
          <p:nvPr/>
        </p:nvGrpSpPr>
        <p:grpSpPr>
          <a:xfrm>
            <a:off x="3546872" y="3449580"/>
            <a:ext cx="937930" cy="334800"/>
            <a:chOff x="3546872" y="3449580"/>
            <a:chExt cx="937930" cy="334800"/>
          </a:xfrm>
        </p:grpSpPr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67A1B110-FD07-C405-49CA-D5F5E687AACB}"/>
                </a:ext>
              </a:extLst>
            </p:cNvPr>
            <p:cNvSpPr txBox="1"/>
            <p:nvPr/>
          </p:nvSpPr>
          <p:spPr>
            <a:xfrm>
              <a:off x="3546872" y="344958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74FB623B-B63C-354A-C03F-6F177DFE10B7}"/>
                </a:ext>
              </a:extLst>
            </p:cNvPr>
            <p:cNvSpPr txBox="1"/>
            <p:nvPr/>
          </p:nvSpPr>
          <p:spPr>
            <a:xfrm>
              <a:off x="3944802" y="344958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</p:grpSp>
      <p:sp>
        <p:nvSpPr>
          <p:cNvPr id="198" name="TextBox 197">
            <a:extLst>
              <a:ext uri="{FF2B5EF4-FFF2-40B4-BE49-F238E27FC236}">
                <a16:creationId xmlns:a16="http://schemas.microsoft.com/office/drawing/2014/main" id="{FD27A109-08E9-0E80-83CA-00DE09F81EAE}"/>
              </a:ext>
            </a:extLst>
          </p:cNvPr>
          <p:cNvSpPr txBox="1"/>
          <p:nvPr/>
        </p:nvSpPr>
        <p:spPr>
          <a:xfrm>
            <a:off x="3546872" y="2595564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895D1B64-DEB7-779A-7A23-BCF9A96CE605}"/>
              </a:ext>
            </a:extLst>
          </p:cNvPr>
          <p:cNvSpPr txBox="1"/>
          <p:nvPr/>
        </p:nvSpPr>
        <p:spPr>
          <a:xfrm>
            <a:off x="3944802" y="2595564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4D71B009-AAD5-C856-2B53-248BD65DB0FD}"/>
              </a:ext>
            </a:extLst>
          </p:cNvPr>
          <p:cNvSpPr txBox="1"/>
          <p:nvPr/>
        </p:nvSpPr>
        <p:spPr>
          <a:xfrm>
            <a:off x="3546872" y="2889719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FD5C9200-8EF6-7833-525B-9DF43E4D2318}"/>
              </a:ext>
            </a:extLst>
          </p:cNvPr>
          <p:cNvSpPr txBox="1"/>
          <p:nvPr/>
        </p:nvSpPr>
        <p:spPr>
          <a:xfrm>
            <a:off x="3944802" y="2889719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DE825979-4029-DE5B-D851-D600F864584B}"/>
              </a:ext>
            </a:extLst>
          </p:cNvPr>
          <p:cNvSpPr txBox="1"/>
          <p:nvPr/>
        </p:nvSpPr>
        <p:spPr>
          <a:xfrm>
            <a:off x="3546872" y="4334142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2DA9D631-F926-2ED4-ED60-7D386112E538}"/>
              </a:ext>
            </a:extLst>
          </p:cNvPr>
          <p:cNvSpPr txBox="1"/>
          <p:nvPr/>
        </p:nvSpPr>
        <p:spPr>
          <a:xfrm>
            <a:off x="3944802" y="4334142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A6C6FF46-73D5-E8C6-EA55-950892A64E8E}"/>
              </a:ext>
            </a:extLst>
          </p:cNvPr>
          <p:cNvCxnSpPr>
            <a:cxnSpLocks/>
          </p:cNvCxnSpPr>
          <p:nvPr/>
        </p:nvCxnSpPr>
        <p:spPr>
          <a:xfrm>
            <a:off x="4406658" y="1310169"/>
            <a:ext cx="0" cy="4392000"/>
          </a:xfrm>
          <a:prstGeom prst="line">
            <a:avLst/>
          </a:prstGeom>
          <a:ln w="3175">
            <a:solidFill>
              <a:srgbClr val="EBEBEB"/>
            </a:solidFill>
            <a:headEnd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Diamond 215">
            <a:extLst>
              <a:ext uri="{FF2B5EF4-FFF2-40B4-BE49-F238E27FC236}">
                <a16:creationId xmlns:a16="http://schemas.microsoft.com/office/drawing/2014/main" id="{73F131D1-D480-FB2C-3F83-D9FB8F0C9E86}"/>
              </a:ext>
            </a:extLst>
          </p:cNvPr>
          <p:cNvSpPr/>
          <p:nvPr/>
        </p:nvSpPr>
        <p:spPr>
          <a:xfrm>
            <a:off x="5408724" y="1343650"/>
            <a:ext cx="108000" cy="108000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9" name="Diamond 218">
            <a:extLst>
              <a:ext uri="{FF2B5EF4-FFF2-40B4-BE49-F238E27FC236}">
                <a16:creationId xmlns:a16="http://schemas.microsoft.com/office/drawing/2014/main" id="{ADC33BC9-F0BC-37C0-802E-7A72849BD947}"/>
              </a:ext>
            </a:extLst>
          </p:cNvPr>
          <p:cNvSpPr/>
          <p:nvPr/>
        </p:nvSpPr>
        <p:spPr>
          <a:xfrm>
            <a:off x="5255101" y="1343650"/>
            <a:ext cx="108000" cy="108000"/>
          </a:xfrm>
          <a:prstGeom prst="diamond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2" name="Diamond 221">
            <a:extLst>
              <a:ext uri="{FF2B5EF4-FFF2-40B4-BE49-F238E27FC236}">
                <a16:creationId xmlns:a16="http://schemas.microsoft.com/office/drawing/2014/main" id="{2B957B41-342A-2D14-3F7D-DB03D87554AB}"/>
              </a:ext>
            </a:extLst>
          </p:cNvPr>
          <p:cNvSpPr/>
          <p:nvPr/>
        </p:nvSpPr>
        <p:spPr>
          <a:xfrm>
            <a:off x="5562347" y="1343650"/>
            <a:ext cx="108000" cy="108000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52" name="Diamond 351">
            <a:extLst>
              <a:ext uri="{FF2B5EF4-FFF2-40B4-BE49-F238E27FC236}">
                <a16:creationId xmlns:a16="http://schemas.microsoft.com/office/drawing/2014/main" id="{C9CA719A-2F0E-10C0-A2E3-342219F85B6A}"/>
              </a:ext>
            </a:extLst>
          </p:cNvPr>
          <p:cNvSpPr/>
          <p:nvPr/>
        </p:nvSpPr>
        <p:spPr>
          <a:xfrm>
            <a:off x="5715970" y="1343650"/>
            <a:ext cx="108000" cy="108000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53" name="Diamond 352">
            <a:extLst>
              <a:ext uri="{FF2B5EF4-FFF2-40B4-BE49-F238E27FC236}">
                <a16:creationId xmlns:a16="http://schemas.microsoft.com/office/drawing/2014/main" id="{759CC0AB-32D1-37CF-7065-7B8C0B5C652C}"/>
              </a:ext>
            </a:extLst>
          </p:cNvPr>
          <p:cNvSpPr/>
          <p:nvPr/>
        </p:nvSpPr>
        <p:spPr>
          <a:xfrm>
            <a:off x="6023216" y="1343650"/>
            <a:ext cx="108000" cy="108000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54" name="Diamond 353">
            <a:extLst>
              <a:ext uri="{FF2B5EF4-FFF2-40B4-BE49-F238E27FC236}">
                <a16:creationId xmlns:a16="http://schemas.microsoft.com/office/drawing/2014/main" id="{64F0BF95-DA9C-41C8-F7B8-6E2AF1C61294}"/>
              </a:ext>
            </a:extLst>
          </p:cNvPr>
          <p:cNvSpPr/>
          <p:nvPr/>
        </p:nvSpPr>
        <p:spPr>
          <a:xfrm>
            <a:off x="5869593" y="1343650"/>
            <a:ext cx="108000" cy="108000"/>
          </a:xfrm>
          <a:prstGeom prst="diamond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55" name="Diamond 354">
            <a:extLst>
              <a:ext uri="{FF2B5EF4-FFF2-40B4-BE49-F238E27FC236}">
                <a16:creationId xmlns:a16="http://schemas.microsoft.com/office/drawing/2014/main" id="{713162AC-A4BF-4706-222B-BAD203B95B02}"/>
              </a:ext>
            </a:extLst>
          </p:cNvPr>
          <p:cNvSpPr/>
          <p:nvPr/>
        </p:nvSpPr>
        <p:spPr>
          <a:xfrm>
            <a:off x="6176839" y="1343650"/>
            <a:ext cx="108000" cy="108000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56" name="Diamond 355">
            <a:extLst>
              <a:ext uri="{FF2B5EF4-FFF2-40B4-BE49-F238E27FC236}">
                <a16:creationId xmlns:a16="http://schemas.microsoft.com/office/drawing/2014/main" id="{852ABECA-6FE6-1CDE-6237-7BE38A5325FA}"/>
              </a:ext>
            </a:extLst>
          </p:cNvPr>
          <p:cNvSpPr/>
          <p:nvPr/>
        </p:nvSpPr>
        <p:spPr>
          <a:xfrm>
            <a:off x="6330462" y="1343650"/>
            <a:ext cx="108000" cy="108000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57" name="Diamond 356">
            <a:extLst>
              <a:ext uri="{FF2B5EF4-FFF2-40B4-BE49-F238E27FC236}">
                <a16:creationId xmlns:a16="http://schemas.microsoft.com/office/drawing/2014/main" id="{95495093-2699-0BE4-A119-542E4D9993BB}"/>
              </a:ext>
            </a:extLst>
          </p:cNvPr>
          <p:cNvSpPr/>
          <p:nvPr/>
        </p:nvSpPr>
        <p:spPr>
          <a:xfrm>
            <a:off x="6637708" y="1343650"/>
            <a:ext cx="108000" cy="108000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58" name="Diamond 357">
            <a:extLst>
              <a:ext uri="{FF2B5EF4-FFF2-40B4-BE49-F238E27FC236}">
                <a16:creationId xmlns:a16="http://schemas.microsoft.com/office/drawing/2014/main" id="{8B627C48-D0ED-CEAB-8067-87278F053596}"/>
              </a:ext>
            </a:extLst>
          </p:cNvPr>
          <p:cNvSpPr/>
          <p:nvPr/>
        </p:nvSpPr>
        <p:spPr>
          <a:xfrm>
            <a:off x="6484085" y="1343650"/>
            <a:ext cx="108000" cy="108000"/>
          </a:xfrm>
          <a:prstGeom prst="diamond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59" name="Diamond 358">
            <a:extLst>
              <a:ext uri="{FF2B5EF4-FFF2-40B4-BE49-F238E27FC236}">
                <a16:creationId xmlns:a16="http://schemas.microsoft.com/office/drawing/2014/main" id="{268A1285-D571-2727-014A-D3F04B0B5464}"/>
              </a:ext>
            </a:extLst>
          </p:cNvPr>
          <p:cNvSpPr/>
          <p:nvPr/>
        </p:nvSpPr>
        <p:spPr>
          <a:xfrm>
            <a:off x="6791331" y="1343650"/>
            <a:ext cx="108000" cy="108000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60" name="Diamond 359">
            <a:extLst>
              <a:ext uri="{FF2B5EF4-FFF2-40B4-BE49-F238E27FC236}">
                <a16:creationId xmlns:a16="http://schemas.microsoft.com/office/drawing/2014/main" id="{98EE5C71-2518-5194-8307-139F8B2F0505}"/>
              </a:ext>
            </a:extLst>
          </p:cNvPr>
          <p:cNvSpPr/>
          <p:nvPr/>
        </p:nvSpPr>
        <p:spPr>
          <a:xfrm>
            <a:off x="6944954" y="1343650"/>
            <a:ext cx="108000" cy="108000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61" name="Diamond 360">
            <a:extLst>
              <a:ext uri="{FF2B5EF4-FFF2-40B4-BE49-F238E27FC236}">
                <a16:creationId xmlns:a16="http://schemas.microsoft.com/office/drawing/2014/main" id="{18BE842B-F2A7-2736-AE99-06EAE586D6A4}"/>
              </a:ext>
            </a:extLst>
          </p:cNvPr>
          <p:cNvSpPr/>
          <p:nvPr/>
        </p:nvSpPr>
        <p:spPr>
          <a:xfrm>
            <a:off x="7252200" y="1343650"/>
            <a:ext cx="108000" cy="108000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62" name="Diamond 361">
            <a:extLst>
              <a:ext uri="{FF2B5EF4-FFF2-40B4-BE49-F238E27FC236}">
                <a16:creationId xmlns:a16="http://schemas.microsoft.com/office/drawing/2014/main" id="{998201F9-0407-DBFF-3D7F-64BA2566FE6B}"/>
              </a:ext>
            </a:extLst>
          </p:cNvPr>
          <p:cNvSpPr/>
          <p:nvPr/>
        </p:nvSpPr>
        <p:spPr>
          <a:xfrm>
            <a:off x="7098577" y="1343650"/>
            <a:ext cx="108000" cy="108000"/>
          </a:xfrm>
          <a:prstGeom prst="diamond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63" name="Diamond 362">
            <a:extLst>
              <a:ext uri="{FF2B5EF4-FFF2-40B4-BE49-F238E27FC236}">
                <a16:creationId xmlns:a16="http://schemas.microsoft.com/office/drawing/2014/main" id="{37AA4F3F-F2C7-D314-E82B-22F1A52335E3}"/>
              </a:ext>
            </a:extLst>
          </p:cNvPr>
          <p:cNvSpPr/>
          <p:nvPr/>
        </p:nvSpPr>
        <p:spPr>
          <a:xfrm>
            <a:off x="7405823" y="1343650"/>
            <a:ext cx="108000" cy="108000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64" name="Diamond 363">
            <a:extLst>
              <a:ext uri="{FF2B5EF4-FFF2-40B4-BE49-F238E27FC236}">
                <a16:creationId xmlns:a16="http://schemas.microsoft.com/office/drawing/2014/main" id="{8535CDFF-CC18-4B63-776C-5A9809296B73}"/>
              </a:ext>
            </a:extLst>
          </p:cNvPr>
          <p:cNvSpPr/>
          <p:nvPr/>
        </p:nvSpPr>
        <p:spPr>
          <a:xfrm>
            <a:off x="7559446" y="1343650"/>
            <a:ext cx="108000" cy="108000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65" name="Diamond 364">
            <a:extLst>
              <a:ext uri="{FF2B5EF4-FFF2-40B4-BE49-F238E27FC236}">
                <a16:creationId xmlns:a16="http://schemas.microsoft.com/office/drawing/2014/main" id="{B684E0F4-4E89-3575-9572-08EC542314B2}"/>
              </a:ext>
            </a:extLst>
          </p:cNvPr>
          <p:cNvSpPr/>
          <p:nvPr/>
        </p:nvSpPr>
        <p:spPr>
          <a:xfrm>
            <a:off x="7857804" y="1343650"/>
            <a:ext cx="108000" cy="108000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66" name="Diamond 365">
            <a:extLst>
              <a:ext uri="{FF2B5EF4-FFF2-40B4-BE49-F238E27FC236}">
                <a16:creationId xmlns:a16="http://schemas.microsoft.com/office/drawing/2014/main" id="{812F7839-974A-166E-DED0-F5B10D99B9EB}"/>
              </a:ext>
            </a:extLst>
          </p:cNvPr>
          <p:cNvSpPr/>
          <p:nvPr/>
        </p:nvSpPr>
        <p:spPr>
          <a:xfrm>
            <a:off x="9707163" y="1343650"/>
            <a:ext cx="108000" cy="108000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67" name="Diamond 366">
            <a:extLst>
              <a:ext uri="{FF2B5EF4-FFF2-40B4-BE49-F238E27FC236}">
                <a16:creationId xmlns:a16="http://schemas.microsoft.com/office/drawing/2014/main" id="{67DF3388-ADC5-DCF5-950B-23D01FFE96B8}"/>
              </a:ext>
            </a:extLst>
          </p:cNvPr>
          <p:cNvSpPr/>
          <p:nvPr/>
        </p:nvSpPr>
        <p:spPr>
          <a:xfrm>
            <a:off x="9546700" y="1343650"/>
            <a:ext cx="108000" cy="108000"/>
          </a:xfrm>
          <a:prstGeom prst="diamond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68" name="Diamond 367">
            <a:extLst>
              <a:ext uri="{FF2B5EF4-FFF2-40B4-BE49-F238E27FC236}">
                <a16:creationId xmlns:a16="http://schemas.microsoft.com/office/drawing/2014/main" id="{53238F93-85D4-39A9-8FEC-AC6A51A38011}"/>
              </a:ext>
            </a:extLst>
          </p:cNvPr>
          <p:cNvSpPr/>
          <p:nvPr/>
        </p:nvSpPr>
        <p:spPr>
          <a:xfrm>
            <a:off x="9867626" y="1343650"/>
            <a:ext cx="108000" cy="108000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69" name="Diamond 368">
            <a:extLst>
              <a:ext uri="{FF2B5EF4-FFF2-40B4-BE49-F238E27FC236}">
                <a16:creationId xmlns:a16="http://schemas.microsoft.com/office/drawing/2014/main" id="{6706E6D8-2729-B95D-0774-75498E88C0BE}"/>
              </a:ext>
            </a:extLst>
          </p:cNvPr>
          <p:cNvSpPr/>
          <p:nvPr/>
        </p:nvSpPr>
        <p:spPr>
          <a:xfrm>
            <a:off x="10313413" y="1343650"/>
            <a:ext cx="108000" cy="108000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70" name="Diamond 369">
            <a:extLst>
              <a:ext uri="{FF2B5EF4-FFF2-40B4-BE49-F238E27FC236}">
                <a16:creationId xmlns:a16="http://schemas.microsoft.com/office/drawing/2014/main" id="{6A460168-D3F1-265B-1161-70A5C07AD401}"/>
              </a:ext>
            </a:extLst>
          </p:cNvPr>
          <p:cNvSpPr/>
          <p:nvPr/>
        </p:nvSpPr>
        <p:spPr>
          <a:xfrm>
            <a:off x="10159933" y="1343650"/>
            <a:ext cx="108000" cy="108000"/>
          </a:xfrm>
          <a:prstGeom prst="diamond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71" name="Diamond 370">
            <a:extLst>
              <a:ext uri="{FF2B5EF4-FFF2-40B4-BE49-F238E27FC236}">
                <a16:creationId xmlns:a16="http://schemas.microsoft.com/office/drawing/2014/main" id="{CC4C5302-4259-E8BC-D25E-E48D6F9364C0}"/>
              </a:ext>
            </a:extLst>
          </p:cNvPr>
          <p:cNvSpPr/>
          <p:nvPr/>
        </p:nvSpPr>
        <p:spPr>
          <a:xfrm>
            <a:off x="10466893" y="1343650"/>
            <a:ext cx="108000" cy="108000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72" name="Diamond 371">
            <a:extLst>
              <a:ext uri="{FF2B5EF4-FFF2-40B4-BE49-F238E27FC236}">
                <a16:creationId xmlns:a16="http://schemas.microsoft.com/office/drawing/2014/main" id="{19DE844E-7744-0032-967C-42F9415F5ACD}"/>
              </a:ext>
            </a:extLst>
          </p:cNvPr>
          <p:cNvSpPr/>
          <p:nvPr/>
        </p:nvSpPr>
        <p:spPr>
          <a:xfrm>
            <a:off x="10620373" y="1343650"/>
            <a:ext cx="108000" cy="108000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73" name="Diamond 372">
            <a:extLst>
              <a:ext uri="{FF2B5EF4-FFF2-40B4-BE49-F238E27FC236}">
                <a16:creationId xmlns:a16="http://schemas.microsoft.com/office/drawing/2014/main" id="{C228E624-A3B7-9724-DDCF-7A1AA694EC79}"/>
              </a:ext>
            </a:extLst>
          </p:cNvPr>
          <p:cNvSpPr/>
          <p:nvPr/>
        </p:nvSpPr>
        <p:spPr>
          <a:xfrm>
            <a:off x="10927333" y="1343650"/>
            <a:ext cx="108000" cy="108000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74" name="Diamond 373">
            <a:extLst>
              <a:ext uri="{FF2B5EF4-FFF2-40B4-BE49-F238E27FC236}">
                <a16:creationId xmlns:a16="http://schemas.microsoft.com/office/drawing/2014/main" id="{583C281E-C52A-A6DB-BA49-C7979FA260FF}"/>
              </a:ext>
            </a:extLst>
          </p:cNvPr>
          <p:cNvSpPr/>
          <p:nvPr/>
        </p:nvSpPr>
        <p:spPr>
          <a:xfrm>
            <a:off x="10773853" y="1343650"/>
            <a:ext cx="108000" cy="108000"/>
          </a:xfrm>
          <a:prstGeom prst="diamond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75" name="Diamond 374">
            <a:extLst>
              <a:ext uri="{FF2B5EF4-FFF2-40B4-BE49-F238E27FC236}">
                <a16:creationId xmlns:a16="http://schemas.microsoft.com/office/drawing/2014/main" id="{22E41D5E-F1A4-C0FE-995B-8D458514F29B}"/>
              </a:ext>
            </a:extLst>
          </p:cNvPr>
          <p:cNvSpPr/>
          <p:nvPr/>
        </p:nvSpPr>
        <p:spPr>
          <a:xfrm>
            <a:off x="11080813" y="1343650"/>
            <a:ext cx="108000" cy="108000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76" name="Diamond 375">
            <a:extLst>
              <a:ext uri="{FF2B5EF4-FFF2-40B4-BE49-F238E27FC236}">
                <a16:creationId xmlns:a16="http://schemas.microsoft.com/office/drawing/2014/main" id="{91129AA4-6AD1-746F-539F-392ADA7B5F4E}"/>
              </a:ext>
            </a:extLst>
          </p:cNvPr>
          <p:cNvSpPr/>
          <p:nvPr/>
        </p:nvSpPr>
        <p:spPr>
          <a:xfrm>
            <a:off x="11234293" y="1343650"/>
            <a:ext cx="108000" cy="108000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77" name="Diamond 376">
            <a:extLst>
              <a:ext uri="{FF2B5EF4-FFF2-40B4-BE49-F238E27FC236}">
                <a16:creationId xmlns:a16="http://schemas.microsoft.com/office/drawing/2014/main" id="{267BE76D-6007-DB2B-0CDE-3A8131E97548}"/>
              </a:ext>
            </a:extLst>
          </p:cNvPr>
          <p:cNvSpPr/>
          <p:nvPr/>
        </p:nvSpPr>
        <p:spPr>
          <a:xfrm>
            <a:off x="11541249" y="1343650"/>
            <a:ext cx="108000" cy="108000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78" name="Diamond 377">
            <a:extLst>
              <a:ext uri="{FF2B5EF4-FFF2-40B4-BE49-F238E27FC236}">
                <a16:creationId xmlns:a16="http://schemas.microsoft.com/office/drawing/2014/main" id="{41FA3AE7-A790-20BD-81CD-8109AE433D8B}"/>
              </a:ext>
            </a:extLst>
          </p:cNvPr>
          <p:cNvSpPr/>
          <p:nvPr/>
        </p:nvSpPr>
        <p:spPr>
          <a:xfrm>
            <a:off x="11387773" y="1343650"/>
            <a:ext cx="108000" cy="108000"/>
          </a:xfrm>
          <a:prstGeom prst="diamond">
            <a:avLst/>
          </a:prstGeom>
          <a:solidFill>
            <a:schemeClr val="bg1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1238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79" name="Rectangle 378">
            <a:extLst>
              <a:ext uri="{FF2B5EF4-FFF2-40B4-BE49-F238E27FC236}">
                <a16:creationId xmlns:a16="http://schemas.microsoft.com/office/drawing/2014/main" id="{6007C98B-2715-DB50-8120-BB3A661D2E06}"/>
              </a:ext>
            </a:extLst>
          </p:cNvPr>
          <p:cNvSpPr/>
          <p:nvPr/>
        </p:nvSpPr>
        <p:spPr>
          <a:xfrm>
            <a:off x="7816119" y="2705682"/>
            <a:ext cx="147668" cy="144000"/>
          </a:xfrm>
          <a:prstGeom prst="rect">
            <a:avLst/>
          </a:prstGeom>
          <a:solidFill>
            <a:schemeClr val="accent3">
              <a:lumMod val="75000"/>
              <a:lumOff val="25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F58C4D9-381A-162F-30E1-04883315B35B}"/>
              </a:ext>
            </a:extLst>
          </p:cNvPr>
          <p:cNvGrpSpPr/>
          <p:nvPr/>
        </p:nvGrpSpPr>
        <p:grpSpPr>
          <a:xfrm>
            <a:off x="6487784" y="3825670"/>
            <a:ext cx="1805546" cy="512802"/>
            <a:chOff x="6487784" y="3852304"/>
            <a:chExt cx="1805546" cy="512802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787D44BC-479D-540E-7B47-EC98960FD6B3}"/>
                </a:ext>
              </a:extLst>
            </p:cNvPr>
            <p:cNvSpPr/>
            <p:nvPr/>
          </p:nvSpPr>
          <p:spPr>
            <a:xfrm>
              <a:off x="6487784" y="3902537"/>
              <a:ext cx="843402" cy="108000"/>
            </a:xfrm>
            <a:prstGeom prst="rect">
              <a:avLst/>
            </a:prstGeom>
            <a:solidFill>
              <a:schemeClr val="accent3">
                <a:lumMod val="50000"/>
                <a:lumOff val="50000"/>
              </a:schemeClr>
            </a:solidFill>
            <a:ln w="31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lIns="0" rIns="0" rtlCol="0" anchor="ctr"/>
            <a:lstStyle/>
            <a:p>
              <a:pPr defTabSz="1219170" eaLnBrk="0" hangingPunct="1"/>
              <a:endParaRPr lang="pt-PT" sz="800" b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F916BB8-F714-3C5E-E95A-CC1B7EA85C91}"/>
                </a:ext>
              </a:extLst>
            </p:cNvPr>
            <p:cNvSpPr/>
            <p:nvPr/>
          </p:nvSpPr>
          <p:spPr>
            <a:xfrm>
              <a:off x="6557798" y="4036826"/>
              <a:ext cx="1130323" cy="108000"/>
            </a:xfrm>
            <a:prstGeom prst="rect">
              <a:avLst/>
            </a:prstGeom>
            <a:solidFill>
              <a:schemeClr val="accent3">
                <a:lumMod val="50000"/>
                <a:lumOff val="50000"/>
              </a:schemeClr>
            </a:solidFill>
            <a:ln w="31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lIns="0" rIns="0" rtlCol="0" anchor="ctr"/>
            <a:lstStyle/>
            <a:p>
              <a:pPr defTabSz="1219170" eaLnBrk="0" hangingPunct="1"/>
              <a:endParaRPr lang="pt-PT" sz="800" b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33A209F0-F13A-B430-475C-AB46ED7140D1}"/>
                </a:ext>
              </a:extLst>
            </p:cNvPr>
            <p:cNvSpPr/>
            <p:nvPr/>
          </p:nvSpPr>
          <p:spPr>
            <a:xfrm>
              <a:off x="7071265" y="4173636"/>
              <a:ext cx="743379" cy="106041"/>
            </a:xfrm>
            <a:prstGeom prst="rect">
              <a:avLst/>
            </a:prstGeom>
            <a:solidFill>
              <a:schemeClr val="accent3">
                <a:lumMod val="50000"/>
                <a:lumOff val="50000"/>
              </a:schemeClr>
            </a:solidFill>
            <a:ln w="31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lIns="0" rIns="0" rtlCol="0" anchor="ctr"/>
            <a:lstStyle/>
            <a:p>
              <a:pPr defTabSz="1219170" eaLnBrk="0" hangingPunct="1"/>
              <a:endParaRPr lang="pt-PT" sz="800" b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04BB40A0-EE6A-DE6F-F3D0-2CC522E52604}"/>
                </a:ext>
              </a:extLst>
            </p:cNvPr>
            <p:cNvCxnSpPr>
              <a:cxnSpLocks/>
              <a:stCxn id="381" idx="3"/>
              <a:endCxn id="382" idx="1"/>
            </p:cNvCxnSpPr>
            <p:nvPr/>
          </p:nvCxnSpPr>
          <p:spPr>
            <a:xfrm>
              <a:off x="7388555" y="3958487"/>
              <a:ext cx="111968" cy="1539"/>
            </a:xfrm>
            <a:prstGeom prst="line">
              <a:avLst/>
            </a:prstGeom>
            <a:ln w="3175">
              <a:solidFill>
                <a:srgbClr val="003E5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9" name="Group 328">
              <a:extLst>
                <a:ext uri="{FF2B5EF4-FFF2-40B4-BE49-F238E27FC236}">
                  <a16:creationId xmlns:a16="http://schemas.microsoft.com/office/drawing/2014/main" id="{5EBE9F74-06F4-461A-D2CA-0139D65DF694}"/>
                </a:ext>
              </a:extLst>
            </p:cNvPr>
            <p:cNvGrpSpPr/>
            <p:nvPr/>
          </p:nvGrpSpPr>
          <p:grpSpPr>
            <a:xfrm>
              <a:off x="7634070" y="4027073"/>
              <a:ext cx="551254" cy="159462"/>
              <a:chOff x="7651477" y="4027073"/>
              <a:chExt cx="551254" cy="159462"/>
            </a:xfrm>
          </p:grpSpPr>
          <p:sp>
            <p:nvSpPr>
              <p:cNvPr id="330" name="Diamond 329">
                <a:extLst>
                  <a:ext uri="{FF2B5EF4-FFF2-40B4-BE49-F238E27FC236}">
                    <a16:creationId xmlns:a16="http://schemas.microsoft.com/office/drawing/2014/main" id="{433EC1AF-51A4-02FB-D150-BD9A3EBC0866}"/>
                  </a:ext>
                </a:extLst>
              </p:cNvPr>
              <p:cNvSpPr/>
              <p:nvPr/>
            </p:nvSpPr>
            <p:spPr>
              <a:xfrm>
                <a:off x="7651477" y="4038177"/>
                <a:ext cx="108000" cy="108000"/>
              </a:xfrm>
              <a:prstGeom prst="diamond">
                <a:avLst/>
              </a:prstGeom>
              <a:solidFill>
                <a:srgbClr val="FFC000"/>
              </a:solidFill>
              <a:ln w="31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12382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358AEE47-3071-DE77-1629-90E17CF2A2A2}"/>
                  </a:ext>
                </a:extLst>
              </p:cNvPr>
              <p:cNvCxnSpPr>
                <a:cxnSpLocks/>
                <a:stCxn id="330" idx="3"/>
                <a:endCxn id="332" idx="1"/>
              </p:cNvCxnSpPr>
              <p:nvPr/>
            </p:nvCxnSpPr>
            <p:spPr>
              <a:xfrm>
                <a:off x="7759477" y="4092177"/>
                <a:ext cx="135334" cy="14627"/>
              </a:xfrm>
              <a:prstGeom prst="line">
                <a:avLst/>
              </a:prstGeom>
              <a:ln w="3175">
                <a:solidFill>
                  <a:srgbClr val="003E5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FF2DD789-0D53-0CC0-9618-7D599A0FFA32}"/>
                  </a:ext>
                </a:extLst>
              </p:cNvPr>
              <p:cNvSpPr txBox="1"/>
              <p:nvPr/>
            </p:nvSpPr>
            <p:spPr>
              <a:xfrm>
                <a:off x="7894811" y="4027073"/>
                <a:ext cx="307920" cy="15946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lIns="36000" tIns="18000" rIns="36000" bIns="18000" rtlCol="0">
                <a:spAutoFit/>
              </a:bodyPr>
              <a:lstStyle/>
              <a:p>
                <a:pPr algn="l"/>
                <a:r>
                  <a:rPr lang="pt-PT" sz="800" kern="120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 set</a:t>
                </a:r>
              </a:p>
            </p:txBody>
          </p:sp>
        </p:grpSp>
        <p:sp>
          <p:nvSpPr>
            <p:cNvPr id="333" name="Diamond 332">
              <a:extLst>
                <a:ext uri="{FF2B5EF4-FFF2-40B4-BE49-F238E27FC236}">
                  <a16:creationId xmlns:a16="http://schemas.microsoft.com/office/drawing/2014/main" id="{C3398B39-38FA-E12E-3E8E-2F4C61675AE4}"/>
                </a:ext>
              </a:extLst>
            </p:cNvPr>
            <p:cNvSpPr/>
            <p:nvPr/>
          </p:nvSpPr>
          <p:spPr>
            <a:xfrm>
              <a:off x="7763449" y="4173890"/>
              <a:ext cx="108000" cy="108000"/>
            </a:xfrm>
            <a:prstGeom prst="diamond">
              <a:avLst/>
            </a:prstGeom>
            <a:solidFill>
              <a:srgbClr val="FFC000"/>
            </a:solidFill>
            <a:ln w="31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2382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6AB07949-51F2-7B8A-C229-10D1AE083161}"/>
                </a:ext>
              </a:extLst>
            </p:cNvPr>
            <p:cNvCxnSpPr>
              <a:cxnSpLocks/>
              <a:stCxn id="333" idx="3"/>
              <a:endCxn id="335" idx="1"/>
            </p:cNvCxnSpPr>
            <p:nvPr/>
          </p:nvCxnSpPr>
          <p:spPr>
            <a:xfrm>
              <a:off x="7871449" y="4227890"/>
              <a:ext cx="115224" cy="57485"/>
            </a:xfrm>
            <a:prstGeom prst="line">
              <a:avLst/>
            </a:prstGeom>
            <a:ln w="3175">
              <a:solidFill>
                <a:srgbClr val="003E5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0650A7B6-ECD7-645D-7583-58065524577C}"/>
                </a:ext>
              </a:extLst>
            </p:cNvPr>
            <p:cNvSpPr txBox="1"/>
            <p:nvPr/>
          </p:nvSpPr>
          <p:spPr>
            <a:xfrm>
              <a:off x="7986673" y="4205644"/>
              <a:ext cx="306657" cy="1594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lIns="36000" tIns="18000" rIns="36000" bIns="18000" rtlCol="0">
              <a:spAutoFit/>
            </a:bodyPr>
            <a:lstStyle/>
            <a:p>
              <a:pPr algn="l"/>
              <a:r>
                <a:rPr lang="pt-PT" sz="800" kern="12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 set</a:t>
              </a:r>
            </a:p>
          </p:txBody>
        </p:sp>
        <p:grpSp>
          <p:nvGrpSpPr>
            <p:cNvPr id="380" name="Group 379">
              <a:extLst>
                <a:ext uri="{FF2B5EF4-FFF2-40B4-BE49-F238E27FC236}">
                  <a16:creationId xmlns:a16="http://schemas.microsoft.com/office/drawing/2014/main" id="{22BD75B6-A7D1-E07F-5CC3-A2932038FB77}"/>
                </a:ext>
              </a:extLst>
            </p:cNvPr>
            <p:cNvGrpSpPr/>
            <p:nvPr/>
          </p:nvGrpSpPr>
          <p:grpSpPr>
            <a:xfrm>
              <a:off x="7280555" y="3852304"/>
              <a:ext cx="680475" cy="215444"/>
              <a:chOff x="7315700" y="3852304"/>
              <a:chExt cx="680475" cy="215444"/>
            </a:xfrm>
          </p:grpSpPr>
          <p:sp>
            <p:nvSpPr>
              <p:cNvPr id="381" name="Diamond 380">
                <a:extLst>
                  <a:ext uri="{FF2B5EF4-FFF2-40B4-BE49-F238E27FC236}">
                    <a16:creationId xmlns:a16="http://schemas.microsoft.com/office/drawing/2014/main" id="{A0817FC6-03A5-7FEF-3140-145656AB52EA}"/>
                  </a:ext>
                </a:extLst>
              </p:cNvPr>
              <p:cNvSpPr/>
              <p:nvPr/>
            </p:nvSpPr>
            <p:spPr>
              <a:xfrm>
                <a:off x="7315700" y="3904487"/>
                <a:ext cx="108000" cy="108000"/>
              </a:xfrm>
              <a:prstGeom prst="diamond">
                <a:avLst/>
              </a:prstGeom>
              <a:solidFill>
                <a:srgbClr val="FFC000"/>
              </a:solidFill>
              <a:ln w="3175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12382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382" name="TextBox 381">
                <a:extLst>
                  <a:ext uri="{FF2B5EF4-FFF2-40B4-BE49-F238E27FC236}">
                    <a16:creationId xmlns:a16="http://schemas.microsoft.com/office/drawing/2014/main" id="{CFA6CD4F-D514-4D73-091F-267BBA0746E9}"/>
                  </a:ext>
                </a:extLst>
              </p:cNvPr>
              <p:cNvSpPr txBox="1"/>
              <p:nvPr/>
            </p:nvSpPr>
            <p:spPr>
              <a:xfrm>
                <a:off x="7535668" y="3852304"/>
                <a:ext cx="460507" cy="215444"/>
              </a:xfrm>
              <a:prstGeom prst="rect">
                <a:avLst/>
              </a:prstGeom>
              <a:noFill/>
            </p:spPr>
            <p:txBody>
              <a:bodyPr wrap="none" lIns="36000" rtlCol="0">
                <a:spAutoFit/>
              </a:bodyPr>
              <a:lstStyle/>
              <a:p>
                <a:pPr algn="l"/>
                <a:r>
                  <a:rPr lang="pt-PT" sz="800" kern="1200">
                    <a:solidFill>
                      <a:srgbClr val="003E5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14 ago</a:t>
                </a:r>
              </a:p>
            </p:txBody>
          </p:sp>
        </p:grpSp>
      </p:grpSp>
      <p:sp>
        <p:nvSpPr>
          <p:cNvPr id="383" name="TextBox 382">
            <a:extLst>
              <a:ext uri="{FF2B5EF4-FFF2-40B4-BE49-F238E27FC236}">
                <a16:creationId xmlns:a16="http://schemas.microsoft.com/office/drawing/2014/main" id="{A8EA4DFA-B4D9-2546-6C0F-DB8C2CDAD4A6}"/>
              </a:ext>
            </a:extLst>
          </p:cNvPr>
          <p:cNvSpPr txBox="1"/>
          <p:nvPr/>
        </p:nvSpPr>
        <p:spPr>
          <a:xfrm>
            <a:off x="3546872" y="1981946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47ABF4FE-8E7D-08D1-9CD3-05C2BDDA4393}"/>
              </a:ext>
            </a:extLst>
          </p:cNvPr>
          <p:cNvSpPr txBox="1"/>
          <p:nvPr/>
        </p:nvSpPr>
        <p:spPr>
          <a:xfrm>
            <a:off x="3944802" y="2008580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49%</a:t>
            </a: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C4253CC7-A4C3-A35F-7DDD-EC7F5B55D587}"/>
              </a:ext>
            </a:extLst>
          </p:cNvPr>
          <p:cNvSpPr txBox="1"/>
          <p:nvPr/>
        </p:nvSpPr>
        <p:spPr>
          <a:xfrm>
            <a:off x="3546872" y="2252242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55327F54-AE39-104D-D7ED-FEB9F88B2CC6}"/>
              </a:ext>
            </a:extLst>
          </p:cNvPr>
          <p:cNvSpPr txBox="1"/>
          <p:nvPr/>
        </p:nvSpPr>
        <p:spPr>
          <a:xfrm>
            <a:off x="3941569" y="2252242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0%</a:t>
            </a: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31F67943-C5DE-47C8-CA58-20C42A6DD286}"/>
              </a:ext>
            </a:extLst>
          </p:cNvPr>
          <p:cNvSpPr txBox="1"/>
          <p:nvPr/>
        </p:nvSpPr>
        <p:spPr>
          <a:xfrm>
            <a:off x="3545118" y="2111670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F35D35FD-B893-C5F8-FE96-AD65236A07D9}"/>
              </a:ext>
            </a:extLst>
          </p:cNvPr>
          <p:cNvSpPr txBox="1"/>
          <p:nvPr/>
        </p:nvSpPr>
        <p:spPr>
          <a:xfrm>
            <a:off x="3943048" y="2111670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225F0A2C-747F-8150-EE52-AAA661716D0A}"/>
              </a:ext>
            </a:extLst>
          </p:cNvPr>
          <p:cNvGrpSpPr/>
          <p:nvPr/>
        </p:nvGrpSpPr>
        <p:grpSpPr>
          <a:xfrm>
            <a:off x="3545118" y="3696325"/>
            <a:ext cx="937930" cy="334800"/>
            <a:chOff x="3546872" y="2079604"/>
            <a:chExt cx="937930" cy="334800"/>
          </a:xfrm>
        </p:grpSpPr>
        <p:sp>
          <p:nvSpPr>
            <p:cNvPr id="404" name="TextBox 403">
              <a:extLst>
                <a:ext uri="{FF2B5EF4-FFF2-40B4-BE49-F238E27FC236}">
                  <a16:creationId xmlns:a16="http://schemas.microsoft.com/office/drawing/2014/main" id="{C1161F59-3329-1047-B876-5864E8C9673C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405" name="TextBox 404">
              <a:extLst>
                <a:ext uri="{FF2B5EF4-FFF2-40B4-BE49-F238E27FC236}">
                  <a16:creationId xmlns:a16="http://schemas.microsoft.com/office/drawing/2014/main" id="{4828B216-C759-E341-693F-F848F03072C6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17009D62-C884-966D-E8E4-AE840B05C9E2}"/>
              </a:ext>
            </a:extLst>
          </p:cNvPr>
          <p:cNvGrpSpPr/>
          <p:nvPr/>
        </p:nvGrpSpPr>
        <p:grpSpPr>
          <a:xfrm>
            <a:off x="3545118" y="3994731"/>
            <a:ext cx="937930" cy="334800"/>
            <a:chOff x="3546872" y="2079604"/>
            <a:chExt cx="937930" cy="334800"/>
          </a:xfrm>
        </p:grpSpPr>
        <p:sp>
          <p:nvSpPr>
            <p:cNvPr id="407" name="TextBox 406">
              <a:extLst>
                <a:ext uri="{FF2B5EF4-FFF2-40B4-BE49-F238E27FC236}">
                  <a16:creationId xmlns:a16="http://schemas.microsoft.com/office/drawing/2014/main" id="{E4974544-D40E-A3ED-9AA0-C8410A280CC2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408" name="TextBox 407">
              <a:extLst>
                <a:ext uri="{FF2B5EF4-FFF2-40B4-BE49-F238E27FC236}">
                  <a16:creationId xmlns:a16="http://schemas.microsoft.com/office/drawing/2014/main" id="{18EC86A4-254A-24D8-E537-C677D70C710F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</p:grpSp>
      <p:grpSp>
        <p:nvGrpSpPr>
          <p:cNvPr id="409" name="Group 408">
            <a:extLst>
              <a:ext uri="{FF2B5EF4-FFF2-40B4-BE49-F238E27FC236}">
                <a16:creationId xmlns:a16="http://schemas.microsoft.com/office/drawing/2014/main" id="{2896EEDB-A8A2-F524-859E-CF2545CDA978}"/>
              </a:ext>
            </a:extLst>
          </p:cNvPr>
          <p:cNvGrpSpPr/>
          <p:nvPr/>
        </p:nvGrpSpPr>
        <p:grpSpPr>
          <a:xfrm>
            <a:off x="3545118" y="3845287"/>
            <a:ext cx="937930" cy="334800"/>
            <a:chOff x="3546872" y="2079604"/>
            <a:chExt cx="937930" cy="334800"/>
          </a:xfrm>
        </p:grpSpPr>
        <p:sp>
          <p:nvSpPr>
            <p:cNvPr id="410" name="TextBox 409">
              <a:extLst>
                <a:ext uri="{FF2B5EF4-FFF2-40B4-BE49-F238E27FC236}">
                  <a16:creationId xmlns:a16="http://schemas.microsoft.com/office/drawing/2014/main" id="{45EAD5D1-D6C6-8552-02D5-40CBCD41B045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411" name="TextBox 410">
              <a:extLst>
                <a:ext uri="{FF2B5EF4-FFF2-40B4-BE49-F238E27FC236}">
                  <a16:creationId xmlns:a16="http://schemas.microsoft.com/office/drawing/2014/main" id="{7BC3E9DD-EB4B-67A1-6C03-7857933CFB64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9F2E36A3-5244-9DE5-4940-CE2A8CDB2D25}"/>
              </a:ext>
            </a:extLst>
          </p:cNvPr>
          <p:cNvGrpSpPr/>
          <p:nvPr/>
        </p:nvGrpSpPr>
        <p:grpSpPr>
          <a:xfrm>
            <a:off x="3543639" y="4636013"/>
            <a:ext cx="937930" cy="334800"/>
            <a:chOff x="3546872" y="2079604"/>
            <a:chExt cx="937930" cy="334800"/>
          </a:xfrm>
        </p:grpSpPr>
        <p:sp>
          <p:nvSpPr>
            <p:cNvPr id="413" name="TextBox 412">
              <a:extLst>
                <a:ext uri="{FF2B5EF4-FFF2-40B4-BE49-F238E27FC236}">
                  <a16:creationId xmlns:a16="http://schemas.microsoft.com/office/drawing/2014/main" id="{D4374257-274D-2B6B-DC5C-7001F48DFCF5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414" name="TextBox 413">
              <a:extLst>
                <a:ext uri="{FF2B5EF4-FFF2-40B4-BE49-F238E27FC236}">
                  <a16:creationId xmlns:a16="http://schemas.microsoft.com/office/drawing/2014/main" id="{0B1E97E1-FD9D-7E4F-BCEF-7B4CA8182DC3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A69C7979-2458-A113-2A56-A657F8371907}"/>
              </a:ext>
            </a:extLst>
          </p:cNvPr>
          <p:cNvGrpSpPr/>
          <p:nvPr/>
        </p:nvGrpSpPr>
        <p:grpSpPr>
          <a:xfrm>
            <a:off x="3546872" y="5186273"/>
            <a:ext cx="937930" cy="334800"/>
            <a:chOff x="3546872" y="2079604"/>
            <a:chExt cx="937930" cy="334800"/>
          </a:xfrm>
        </p:grpSpPr>
        <p:sp>
          <p:nvSpPr>
            <p:cNvPr id="416" name="TextBox 415">
              <a:extLst>
                <a:ext uri="{FF2B5EF4-FFF2-40B4-BE49-F238E27FC236}">
                  <a16:creationId xmlns:a16="http://schemas.microsoft.com/office/drawing/2014/main" id="{EE12C0A6-59EE-F982-586D-09587C64A628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417" name="TextBox 416">
              <a:extLst>
                <a:ext uri="{FF2B5EF4-FFF2-40B4-BE49-F238E27FC236}">
                  <a16:creationId xmlns:a16="http://schemas.microsoft.com/office/drawing/2014/main" id="{1B124E75-87EC-BB13-CF7C-608AD4B57599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</p:grpSp>
      <p:grpSp>
        <p:nvGrpSpPr>
          <p:cNvPr id="421" name="Group 420">
            <a:extLst>
              <a:ext uri="{FF2B5EF4-FFF2-40B4-BE49-F238E27FC236}">
                <a16:creationId xmlns:a16="http://schemas.microsoft.com/office/drawing/2014/main" id="{CBC7820D-FC19-DD23-1D05-71877774FBCE}"/>
              </a:ext>
            </a:extLst>
          </p:cNvPr>
          <p:cNvGrpSpPr/>
          <p:nvPr/>
        </p:nvGrpSpPr>
        <p:grpSpPr>
          <a:xfrm>
            <a:off x="3543639" y="5331850"/>
            <a:ext cx="937930" cy="334800"/>
            <a:chOff x="3546872" y="2079604"/>
            <a:chExt cx="937930" cy="334800"/>
          </a:xfrm>
        </p:grpSpPr>
        <p:sp>
          <p:nvSpPr>
            <p:cNvPr id="422" name="TextBox 421">
              <a:extLst>
                <a:ext uri="{FF2B5EF4-FFF2-40B4-BE49-F238E27FC236}">
                  <a16:creationId xmlns:a16="http://schemas.microsoft.com/office/drawing/2014/main" id="{FBF56DAC-2C5C-DDDC-0987-3E69209B41C8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423" name="TextBox 422">
              <a:extLst>
                <a:ext uri="{FF2B5EF4-FFF2-40B4-BE49-F238E27FC236}">
                  <a16:creationId xmlns:a16="http://schemas.microsoft.com/office/drawing/2014/main" id="{E8BA91E8-BB90-0659-FD67-88FA0342C552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</p:grp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A4D5DC96-7354-9CCC-3F02-B12E6FC4E977}"/>
              </a:ext>
            </a:extLst>
          </p:cNvPr>
          <p:cNvGrpSpPr/>
          <p:nvPr/>
        </p:nvGrpSpPr>
        <p:grpSpPr>
          <a:xfrm>
            <a:off x="3543639" y="4752901"/>
            <a:ext cx="937930" cy="334800"/>
            <a:chOff x="3546872" y="2079604"/>
            <a:chExt cx="937930" cy="334800"/>
          </a:xfrm>
        </p:grpSpPr>
        <p:sp>
          <p:nvSpPr>
            <p:cNvPr id="425" name="TextBox 424">
              <a:extLst>
                <a:ext uri="{FF2B5EF4-FFF2-40B4-BE49-F238E27FC236}">
                  <a16:creationId xmlns:a16="http://schemas.microsoft.com/office/drawing/2014/main" id="{9139EFA5-1B35-4E16-A1F4-0B39EB5CE86B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426" name="TextBox 425">
              <a:extLst>
                <a:ext uri="{FF2B5EF4-FFF2-40B4-BE49-F238E27FC236}">
                  <a16:creationId xmlns:a16="http://schemas.microsoft.com/office/drawing/2014/main" id="{64376152-16FB-B4FA-8CAC-6FB997DF3FB2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</p:grpSp>
      <p:grpSp>
        <p:nvGrpSpPr>
          <p:cNvPr id="427" name="Group 426">
            <a:extLst>
              <a:ext uri="{FF2B5EF4-FFF2-40B4-BE49-F238E27FC236}">
                <a16:creationId xmlns:a16="http://schemas.microsoft.com/office/drawing/2014/main" id="{ED18DFD7-3935-6112-E523-DF38FF968BA4}"/>
              </a:ext>
            </a:extLst>
          </p:cNvPr>
          <p:cNvGrpSpPr/>
          <p:nvPr/>
        </p:nvGrpSpPr>
        <p:grpSpPr>
          <a:xfrm>
            <a:off x="3543639" y="4886066"/>
            <a:ext cx="937930" cy="334800"/>
            <a:chOff x="3546872" y="2079604"/>
            <a:chExt cx="937930" cy="334800"/>
          </a:xfrm>
        </p:grpSpPr>
        <p:sp>
          <p:nvSpPr>
            <p:cNvPr id="428" name="TextBox 427">
              <a:extLst>
                <a:ext uri="{FF2B5EF4-FFF2-40B4-BE49-F238E27FC236}">
                  <a16:creationId xmlns:a16="http://schemas.microsoft.com/office/drawing/2014/main" id="{ACE17802-2C0B-E2C9-7EBC-CC09CF330A6F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429" name="TextBox 428">
              <a:extLst>
                <a:ext uri="{FF2B5EF4-FFF2-40B4-BE49-F238E27FC236}">
                  <a16:creationId xmlns:a16="http://schemas.microsoft.com/office/drawing/2014/main" id="{2181BBBF-900E-DEE3-2A1C-065FA42ECDC0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</p:grpSp>
      <p:grpSp>
        <p:nvGrpSpPr>
          <p:cNvPr id="430" name="Group 429">
            <a:extLst>
              <a:ext uri="{FF2B5EF4-FFF2-40B4-BE49-F238E27FC236}">
                <a16:creationId xmlns:a16="http://schemas.microsoft.com/office/drawing/2014/main" id="{6865A6E3-EB7D-41C7-7A30-A306FA9D81F8}"/>
              </a:ext>
            </a:extLst>
          </p:cNvPr>
          <p:cNvGrpSpPr/>
          <p:nvPr/>
        </p:nvGrpSpPr>
        <p:grpSpPr>
          <a:xfrm>
            <a:off x="3543639" y="5045868"/>
            <a:ext cx="937930" cy="334800"/>
            <a:chOff x="3546872" y="2079604"/>
            <a:chExt cx="937930" cy="334800"/>
          </a:xfrm>
        </p:grpSpPr>
        <p:sp>
          <p:nvSpPr>
            <p:cNvPr id="431" name="TextBox 430">
              <a:extLst>
                <a:ext uri="{FF2B5EF4-FFF2-40B4-BE49-F238E27FC236}">
                  <a16:creationId xmlns:a16="http://schemas.microsoft.com/office/drawing/2014/main" id="{668DDC38-CAA4-EC41-7B2F-1AD3629DFA1B}"/>
                </a:ext>
              </a:extLst>
            </p:cNvPr>
            <p:cNvSpPr txBox="1"/>
            <p:nvPr/>
          </p:nvSpPr>
          <p:spPr>
            <a:xfrm>
              <a:off x="354687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432" name="TextBox 431">
              <a:extLst>
                <a:ext uri="{FF2B5EF4-FFF2-40B4-BE49-F238E27FC236}">
                  <a16:creationId xmlns:a16="http://schemas.microsoft.com/office/drawing/2014/main" id="{775B817B-D0F5-0631-B463-440CAC9565BE}"/>
                </a:ext>
              </a:extLst>
            </p:cNvPr>
            <p:cNvSpPr txBox="1"/>
            <p:nvPr/>
          </p:nvSpPr>
          <p:spPr>
            <a:xfrm>
              <a:off x="3944802" y="2079604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AC112C4-C369-9860-CCEB-08E317A801E9}"/>
              </a:ext>
            </a:extLst>
          </p:cNvPr>
          <p:cNvSpPr txBox="1"/>
          <p:nvPr/>
        </p:nvSpPr>
        <p:spPr>
          <a:xfrm>
            <a:off x="3546872" y="1844199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EFF698-7023-AA42-07B9-13EE7A6008C6}"/>
              </a:ext>
            </a:extLst>
          </p:cNvPr>
          <p:cNvSpPr txBox="1"/>
          <p:nvPr/>
        </p:nvSpPr>
        <p:spPr>
          <a:xfrm>
            <a:off x="3944802" y="1844199"/>
            <a:ext cx="540000" cy="334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pt-PT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10%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C117A7-1D1E-1532-264A-58633CBD99F8}"/>
              </a:ext>
            </a:extLst>
          </p:cNvPr>
          <p:cNvGrpSpPr/>
          <p:nvPr/>
        </p:nvGrpSpPr>
        <p:grpSpPr>
          <a:xfrm>
            <a:off x="3546872" y="3148650"/>
            <a:ext cx="937930" cy="334800"/>
            <a:chOff x="3566106" y="3193040"/>
            <a:chExt cx="937930" cy="33480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CA2E534-5BB8-F1CE-6CA6-7EE6324BF2D7}"/>
                </a:ext>
              </a:extLst>
            </p:cNvPr>
            <p:cNvSpPr txBox="1"/>
            <p:nvPr/>
          </p:nvSpPr>
          <p:spPr>
            <a:xfrm>
              <a:off x="3566106" y="319304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A2165E6-7B57-BB05-7064-2A6771E42F54}"/>
                </a:ext>
              </a:extLst>
            </p:cNvPr>
            <p:cNvSpPr txBox="1"/>
            <p:nvPr/>
          </p:nvSpPr>
          <p:spPr>
            <a:xfrm>
              <a:off x="3964036" y="3193040"/>
              <a:ext cx="540000" cy="334800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pt-PT" sz="7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</p:grpSp>
      <p:sp>
        <p:nvSpPr>
          <p:cNvPr id="299" name="Rectangle 298">
            <a:extLst>
              <a:ext uri="{FF2B5EF4-FFF2-40B4-BE49-F238E27FC236}">
                <a16:creationId xmlns:a16="http://schemas.microsoft.com/office/drawing/2014/main" id="{5C57A75C-0DD9-B3D3-D37B-F03F0448E1FB}"/>
              </a:ext>
            </a:extLst>
          </p:cNvPr>
          <p:cNvSpPr/>
          <p:nvPr/>
        </p:nvSpPr>
        <p:spPr>
          <a:xfrm>
            <a:off x="4627910" y="1968071"/>
            <a:ext cx="1350000" cy="10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65849E09-D456-7A1C-060D-33CE426F048B}"/>
              </a:ext>
            </a:extLst>
          </p:cNvPr>
          <p:cNvSpPr/>
          <p:nvPr/>
        </p:nvSpPr>
        <p:spPr>
          <a:xfrm>
            <a:off x="9320707" y="1968071"/>
            <a:ext cx="311201" cy="10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 cap="flat" cmpd="sng" algn="ctr">
            <a:solidFill>
              <a:schemeClr val="bg1"/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B3C0E4D5-39B0-78E0-C830-8DBB92941848}"/>
              </a:ext>
            </a:extLst>
          </p:cNvPr>
          <p:cNvSpPr/>
          <p:nvPr/>
        </p:nvSpPr>
        <p:spPr>
          <a:xfrm>
            <a:off x="7958019" y="1272458"/>
            <a:ext cx="1368612" cy="4392000"/>
          </a:xfrm>
          <a:prstGeom prst="rect">
            <a:avLst/>
          </a:prstGeom>
          <a:pattFill prst="ltDn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 w="3175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159933" y="249173"/>
            <a:ext cx="1684020" cy="4146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smtClean="0"/>
              <a:t>Alterar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3280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Riscos e desafios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D6BD3C03-AA9A-477D-9848-4E58FF45581E}"/>
              </a:ext>
            </a:extLst>
          </p:cNvPr>
          <p:cNvSpPr txBox="1">
            <a:spLocks/>
          </p:cNvSpPr>
          <p:nvPr/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 algn="l" defTabSz="44549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uli Light" panose="000004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843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Seguem os principais </a:t>
            </a:r>
            <a:r>
              <a:rPr kumimoji="0" lang="pt-PT" sz="1200" b="1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riscos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e </a:t>
            </a:r>
            <a:r>
              <a:rPr kumimoji="0" lang="pt-PT" sz="1200" b="1" i="1" u="none" strike="noStrike" kern="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issues</a:t>
            </a:r>
            <a:r>
              <a:rPr kumimoji="0" lang="pt-PT" sz="12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identificados no decorrer das atividades realizadas:</a:t>
            </a:r>
            <a:endParaRPr kumimoji="0" lang="pt-PT" sz="1200" b="0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2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Riscos e </a:t>
            </a:r>
            <a:r>
              <a:rPr kumimoji="0" lang="pt-PT" sz="16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Issues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D9A007-2076-434E-9443-413CAB9A9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5" y="1705888"/>
            <a:ext cx="954338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Tipo de impacto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D20F415D-1EDC-4314-9A6F-9CEDE78E1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1705888"/>
            <a:ext cx="188586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Descrição</a:t>
            </a:r>
          </a:p>
        </p:txBody>
      </p:sp>
      <p:sp>
        <p:nvSpPr>
          <p:cNvPr id="4" name="Rectangle 23">
            <a:extLst>
              <a:ext uri="{FF2B5EF4-FFF2-40B4-BE49-F238E27FC236}">
                <a16:creationId xmlns:a16="http://schemas.microsoft.com/office/drawing/2014/main" id="{CC982C70-ACC8-4597-8973-E6D2E923B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1705888"/>
            <a:ext cx="2686112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Impacto</a:t>
            </a:r>
          </a:p>
        </p:txBody>
      </p:sp>
      <p:sp>
        <p:nvSpPr>
          <p:cNvPr id="6" name="Rectangle 25">
            <a:extLst>
              <a:ext uri="{FF2B5EF4-FFF2-40B4-BE49-F238E27FC236}">
                <a16:creationId xmlns:a16="http://schemas.microsoft.com/office/drawing/2014/main" id="{4B98099B-9BC1-4802-8974-B3603A052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3" y="1705888"/>
            <a:ext cx="200705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Medida de mitigação</a:t>
            </a:r>
          </a:p>
        </p:txBody>
      </p:sp>
      <p:sp>
        <p:nvSpPr>
          <p:cNvPr id="8" name="Rectangle 26">
            <a:extLst>
              <a:ext uri="{FF2B5EF4-FFF2-40B4-BE49-F238E27FC236}">
                <a16:creationId xmlns:a16="http://schemas.microsoft.com/office/drawing/2014/main" id="{56CE09CC-2821-420F-AF6F-BE5831FAB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3" y="1705888"/>
            <a:ext cx="725946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Nível de impacto</a:t>
            </a:r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D2C2F4A1-4D98-4A99-9DB2-497E6CEB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6" y="2180590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Tarefas</a:t>
            </a:r>
          </a:p>
        </p:txBody>
      </p:sp>
      <p:sp>
        <p:nvSpPr>
          <p:cNvPr id="16" name="Rectangle 23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2180591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3" indent="0">
              <a:spcAft>
                <a:spcPts val="600"/>
              </a:spcAft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Mapeamento de características associadas a </a:t>
            </a:r>
            <a:r>
              <a:rPr lang="pt-PT" sz="1050" i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motor </a:t>
            </a: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vehicle</a:t>
            </a:r>
            <a:r>
              <a:rPr lang="pt-PT" sz="1050" i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loans</a:t>
            </a:r>
            <a:endParaRPr lang="pt-PT" sz="1050" i="1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2176995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3" indent="0" algn="l">
              <a:spcAft>
                <a:spcPts val="600"/>
              </a:spcAft>
              <a:defRPr/>
            </a:pP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Dificuldade de mapeamento de métricas associadas aos Satélites 83, 84 e 93.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8" y="2176995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Definir</a:t>
            </a:r>
            <a:r>
              <a:rPr kumimoji="0" lang="pt-PT" sz="105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com a Corporação metodologia alternativa.</a:t>
            </a:r>
            <a:endParaRPr kumimoji="0" lang="pt-PT" sz="105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" name="Rectangle 558">
            <a:extLst>
              <a:ext uri="{FF2B5EF4-FFF2-40B4-BE49-F238E27FC236}">
                <a16:creationId xmlns:a16="http://schemas.microsoft.com/office/drawing/2014/main" id="{432BD16A-511A-4A9A-B13B-41D8B4D9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7" y="2176996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lvl="0" indent="-12700">
              <a:defRPr/>
            </a:pPr>
            <a:r>
              <a:rPr lang="pt-PT" sz="104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</a:p>
        </p:txBody>
      </p:sp>
      <p:sp>
        <p:nvSpPr>
          <p:cNvPr id="19" name="Rectangle 25">
            <a:extLst>
              <a:ext uri="{FF2B5EF4-FFF2-40B4-BE49-F238E27FC236}">
                <a16:creationId xmlns:a16="http://schemas.microsoft.com/office/drawing/2014/main" id="{5555B12A-7091-4638-B3B1-5C33F0E7D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6" y="3061396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Plano/Tarefas</a:t>
            </a:r>
            <a:endParaRPr kumimoji="0" lang="pt-PT" sz="105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0" name="Rectangle 23">
            <a:extLst>
              <a:ext uri="{FF2B5EF4-FFF2-40B4-BE49-F238E27FC236}">
                <a16:creationId xmlns:a16="http://schemas.microsoft.com/office/drawing/2014/main" id="{9B21EACA-765C-496D-9C7E-1391A8DA5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3061397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3" indent="0">
              <a:spcAft>
                <a:spcPts val="600"/>
              </a:spcAft>
              <a:defRPr/>
            </a:pPr>
            <a:r>
              <a:rPr lang="pt-PT" sz="1050" i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Inputs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Corporativos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D2DB4728-544A-4647-AD87-CAA2A9EDD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50" y="3057801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marL="0" marR="0" lvl="0" indent="0" algn="l" defTabSz="412629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</a:t>
            </a:r>
            <a:r>
              <a:rPr kumimoji="0" lang="pt-PT" sz="1050" b="0" i="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não receção dos </a:t>
            </a:r>
            <a:r>
              <a:rPr kumimoji="0" lang="pt-PT" sz="1050" b="0" i="1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inputs </a:t>
            </a:r>
            <a:r>
              <a:rPr kumimoji="0" lang="pt-PT" sz="1050" b="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na data prevista poderá impactar o plano de tarefas e geração de Satélites.</a:t>
            </a:r>
            <a:endParaRPr kumimoji="0" lang="pt-PT" sz="1050" b="0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3845F472-9124-4EC8-9A76-EB42AEEAC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8" y="3057800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12629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Uso de </a:t>
            </a:r>
            <a:r>
              <a:rPr kumimoji="0" lang="pt-PT" sz="1050" b="0" i="1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inputs </a:t>
            </a:r>
            <a:r>
              <a:rPr kumimoji="0" lang="pt-PT" sz="1050" b="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disponibilizados</a:t>
            </a:r>
            <a:r>
              <a:rPr kumimoji="0" lang="pt-PT" sz="1050" b="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em Jun23.</a:t>
            </a:r>
            <a:endParaRPr kumimoji="0" lang="pt-PT" sz="1050" b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4" name="Rectangle 558">
            <a:extLst>
              <a:ext uri="{FF2B5EF4-FFF2-40B4-BE49-F238E27FC236}">
                <a16:creationId xmlns:a16="http://schemas.microsoft.com/office/drawing/2014/main" id="{9B61BB82-6FA8-4745-A160-7D52BF0AF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7" y="3057801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marR="0" lvl="0" indent="-12700" algn="ctr" defTabSz="40556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40" b="1" i="0" u="none" strike="noStrike" kern="0" cap="none" spc="0" normalizeH="0" baseline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Médio</a:t>
            </a:r>
            <a:endParaRPr kumimoji="0" lang="pt-PT" sz="104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5" y="2176995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Aberto</a:t>
            </a:r>
            <a:r>
              <a:rPr kumimoji="0" lang="pt-PT" sz="1050" b="1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1" name="Rectangle 25">
            <a:extLst>
              <a:ext uri="{FF2B5EF4-FFF2-40B4-BE49-F238E27FC236}">
                <a16:creationId xmlns:a16="http://schemas.microsoft.com/office/drawing/2014/main" id="{09438004-B4A8-CE07-1E3C-6448B8974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5" y="3057800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Aberto</a:t>
            </a:r>
            <a:r>
              <a:rPr kumimoji="0" lang="pt-PT" sz="1050" b="1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4" name="Rectangle 25">
            <a:extLst>
              <a:ext uri="{FF2B5EF4-FFF2-40B4-BE49-F238E27FC236}">
                <a16:creationId xmlns:a16="http://schemas.microsoft.com/office/drawing/2014/main" id="{82D1FAD0-5C7D-6A0E-4E3E-A04A7E54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0" y="1705888"/>
            <a:ext cx="1075140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Estado / Conclusão</a:t>
            </a:r>
          </a:p>
        </p:txBody>
      </p:sp>
      <p:sp>
        <p:nvSpPr>
          <p:cNvPr id="30" name="Rectangle 25">
            <a:extLst>
              <a:ext uri="{FF2B5EF4-FFF2-40B4-BE49-F238E27FC236}">
                <a16:creationId xmlns:a16="http://schemas.microsoft.com/office/drawing/2014/main" id="{61557572-BD4A-B8F8-5DE8-F1AAC466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9" y="217699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lang="pt-PT" sz="1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r>
              <a:rPr kumimoji="0" lang="pt-PT" sz="1000" b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000" b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 </a:t>
            </a:r>
          </a:p>
          <a:p>
            <a:pPr defTabSz="412629"/>
            <a:r>
              <a:rPr kumimoji="0" lang="pt-PT" sz="1000" b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dezembro</a:t>
            </a:r>
            <a:endParaRPr kumimoji="0" lang="pt-PT" sz="1000" b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2" name="Rectangle 25">
            <a:extLst>
              <a:ext uri="{FF2B5EF4-FFF2-40B4-BE49-F238E27FC236}">
                <a16:creationId xmlns:a16="http://schemas.microsoft.com/office/drawing/2014/main" id="{95F7324A-3CB3-E535-DB07-A31481B94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9" y="3057800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kumimoji="0" lang="pt-PT" sz="1000" b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  <a:endParaRPr kumimoji="0" lang="pt-PT" sz="1000" b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Rectangle 25">
            <a:extLst>
              <a:ext uri="{FF2B5EF4-FFF2-40B4-BE49-F238E27FC236}">
                <a16:creationId xmlns:a16="http://schemas.microsoft.com/office/drawing/2014/main" id="{9A133E12-D2DA-658A-F057-44EDEE634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4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Abertura</a:t>
            </a:r>
          </a:p>
        </p:txBody>
      </p:sp>
      <p:sp>
        <p:nvSpPr>
          <p:cNvPr id="40" name="Rectangle 25">
            <a:extLst>
              <a:ext uri="{FF2B5EF4-FFF2-40B4-BE49-F238E27FC236}">
                <a16:creationId xmlns:a16="http://schemas.microsoft.com/office/drawing/2014/main" id="{0111535E-E8BD-B3F4-84D7-B4314579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4" y="217699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41" name="Rectangle 25">
            <a:extLst>
              <a:ext uri="{FF2B5EF4-FFF2-40B4-BE49-F238E27FC236}">
                <a16:creationId xmlns:a16="http://schemas.microsoft.com/office/drawing/2014/main" id="{3CCC901F-6710-29E6-C0B7-8E6E78725E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4" y="3057800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00" b="1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42" name="Rectangle 25">
            <a:extLst>
              <a:ext uri="{FF2B5EF4-FFF2-40B4-BE49-F238E27FC236}">
                <a16:creationId xmlns:a16="http://schemas.microsoft.com/office/drawing/2014/main" id="{B745728B-05A0-EA3C-AC4C-0DBDF1C09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2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</a:p>
        </p:txBody>
      </p:sp>
      <p:sp>
        <p:nvSpPr>
          <p:cNvPr id="3" name="Rectangle 25">
            <a:extLst>
              <a:ext uri="{FF2B5EF4-FFF2-40B4-BE49-F238E27FC236}">
                <a16:creationId xmlns:a16="http://schemas.microsoft.com/office/drawing/2014/main" id="{13D987E2-B065-2461-C455-38C2F6AA6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6" y="3945798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Plano/Tarefas</a:t>
            </a:r>
          </a:p>
        </p:txBody>
      </p:sp>
      <p:sp>
        <p:nvSpPr>
          <p:cNvPr id="27" name="Rectangle 23">
            <a:extLst>
              <a:ext uri="{FF2B5EF4-FFF2-40B4-BE49-F238E27FC236}">
                <a16:creationId xmlns:a16="http://schemas.microsoft.com/office/drawing/2014/main" id="{84B7A843-AB83-7A51-CC69-A3CC24D3D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3945799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Adjudicados</a:t>
            </a:r>
            <a:endParaRPr kumimoji="0" lang="pt-PT" sz="1050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8" name="Rectangle 23">
            <a:extLst>
              <a:ext uri="{FF2B5EF4-FFF2-40B4-BE49-F238E27FC236}">
                <a16:creationId xmlns:a16="http://schemas.microsoft.com/office/drawing/2014/main" id="{7436686A-F302-7363-4D7E-57C6E2BAB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50" y="3942203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não receção dos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ficheiros de adjudicados poderá impactar o envio de informação para a </a:t>
            </a:r>
            <a:r>
              <a:rPr lang="pt-PT" sz="1050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Gloval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5">
            <a:extLst>
              <a:ext uri="{FF2B5EF4-FFF2-40B4-BE49-F238E27FC236}">
                <a16:creationId xmlns:a16="http://schemas.microsoft.com/office/drawing/2014/main" id="{C038E3E7-0DAE-DB2E-F6D3-13A146847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8" y="3942202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12629" rtl="0" eaLnBrk="1" fontAlgn="auto" latinLnBrk="0" hangingPunct="0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  <a:endParaRPr kumimoji="0" lang="pt-PT" sz="105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6" name="Rectangle 558">
            <a:extLst>
              <a:ext uri="{FF2B5EF4-FFF2-40B4-BE49-F238E27FC236}">
                <a16:creationId xmlns:a16="http://schemas.microsoft.com/office/drawing/2014/main" id="{86CD3A3B-5EBF-D49B-793D-B949FF1E2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7" y="3951439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lvl="0" indent="-12700">
              <a:defRPr/>
            </a:pPr>
            <a:r>
              <a:rPr lang="pt-PT" sz="104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  <a:endParaRPr kumimoji="0" lang="pt-PT" sz="1040" b="1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0EA78C5-DF58-AD26-4D18-984DBF16B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5" y="3942202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lang="pt-PT" sz="10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Aberto</a:t>
            </a:r>
            <a:r>
              <a:rPr lang="pt-PT" sz="1050" b="1" kern="12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 dirty="0">
              <a:ln>
                <a:noFill/>
              </a:ln>
              <a:solidFill>
                <a:srgbClr val="2FBC6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33DDA72-6447-283F-9B8A-02CFE0FE9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9" y="3942202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lang="pt-PT" sz="1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kumimoji="0" lang="pt-PT" sz="1000" b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801294F-53F2-60D3-DEB9-CCECD1132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4" y="3942202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00" b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5 de janeiro</a:t>
            </a:r>
            <a:endParaRPr kumimoji="0" lang="pt-PT" sz="1000" b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F363ED70-21A4-44CD-ABA0-1E46C337981E}"/>
              </a:ext>
            </a:extLst>
          </p:cNvPr>
          <p:cNvSpPr txBox="1">
            <a:spLocks/>
          </p:cNvSpPr>
          <p:nvPr/>
        </p:nvSpPr>
        <p:spPr>
          <a:xfrm>
            <a:off x="291099" y="6372639"/>
            <a:ext cx="10753074" cy="2277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1" u="none" strike="noStrike" kern="1200" cap="none" spc="0" normalizeH="0" baseline="3000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1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Atividade com </a:t>
            </a:r>
            <a:r>
              <a:rPr lang="pt-PT" sz="800" i="1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ownership</a:t>
            </a:r>
            <a:r>
              <a:rPr lang="pt-PT" sz="8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Banco Santander.</a:t>
            </a:r>
            <a:endParaRPr kumimoji="0" lang="pt-PT" sz="8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Muli Light"/>
            </a:endParaRPr>
          </a:p>
        </p:txBody>
      </p:sp>
    </p:spTree>
    <p:extLst>
      <p:ext uri="{BB962C8B-B14F-4D97-AF65-F5344CB8AC3E}">
        <p14:creationId xmlns:p14="http://schemas.microsoft.com/office/powerpoint/2010/main" val="3471480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1AD5EB-AEE4-46F1-B1D9-0B05ED8544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Próximos Passos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613DC-8C22-4792-B7B7-D93AD418CD67}"/>
              </a:ext>
            </a:extLst>
          </p:cNvPr>
          <p:cNvSpPr txBox="1">
            <a:spLocks/>
          </p:cNvSpPr>
          <p:nvPr/>
        </p:nvSpPr>
        <p:spPr>
          <a:xfrm>
            <a:off x="609521" y="1171192"/>
            <a:ext cx="9433718" cy="391271"/>
          </a:xfrm>
          <a:prstGeom prst="rect">
            <a:avLst/>
          </a:prstGeom>
        </p:spPr>
        <p:txBody>
          <a:bodyPr/>
          <a:lstStyle>
            <a:lvl1pPr marL="111374" indent="-111374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Apresentamos em seguida as próximas atividades a desenvolver até </a:t>
            </a:r>
            <a:r>
              <a:rPr kumimoji="0" lang="pt-PT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15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 </a:t>
            </a:r>
            <a:r>
              <a:rPr kumimoji="0" lang="pt-PT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janeiro e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respetivos responsáveis:</a:t>
            </a:r>
          </a:p>
        </p:txBody>
      </p:sp>
      <p:sp>
        <p:nvSpPr>
          <p:cNvPr id="33" name="Arrow: Chevron 44">
            <a:extLst>
              <a:ext uri="{FF2B5EF4-FFF2-40B4-BE49-F238E27FC236}">
                <a16:creationId xmlns:a16="http://schemas.microsoft.com/office/drawing/2014/main" id="{5A5775D3-8E92-4882-941D-C9B8227FAFF4}"/>
              </a:ext>
            </a:extLst>
          </p:cNvPr>
          <p:cNvSpPr/>
          <p:nvPr/>
        </p:nvSpPr>
        <p:spPr>
          <a:xfrm>
            <a:off x="2551302" y="1705888"/>
            <a:ext cx="5992802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 dirty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Atividades – 2</a:t>
            </a:r>
            <a:r>
              <a:rPr lang="pt-PT" sz="1200" b="1" dirty="0" smtClean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 </a:t>
            </a:r>
            <a:r>
              <a:rPr lang="pt-PT" sz="1200" b="1" dirty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de </a:t>
            </a:r>
            <a:r>
              <a:rPr lang="pt-PT" sz="1200" b="1" dirty="0" smtClean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janeiro </a:t>
            </a:r>
            <a:r>
              <a:rPr lang="pt-PT" sz="1200" b="1" smtClean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a </a:t>
            </a:r>
            <a:r>
              <a:rPr lang="pt-PT" sz="1200" b="1" smtClean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15 </a:t>
            </a:r>
            <a:r>
              <a:rPr lang="pt-PT" sz="1200" b="1" dirty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de </a:t>
            </a:r>
            <a:r>
              <a:rPr lang="pt-PT" sz="1200" b="1" dirty="0" smtClean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janeiro</a:t>
            </a:r>
            <a:endParaRPr lang="pt-PT" sz="1200" b="1" dirty="0">
              <a:solidFill>
                <a:srgbClr val="FFFFFF"/>
              </a:solidFill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</a:endParaRPr>
          </a:p>
        </p:txBody>
      </p:sp>
      <p:sp>
        <p:nvSpPr>
          <p:cNvPr id="34" name="AutoShape 3">
            <a:extLst>
              <a:ext uri="{FF2B5EF4-FFF2-40B4-BE49-F238E27FC236}">
                <a16:creationId xmlns:a16="http://schemas.microsoft.com/office/drawing/2014/main" id="{C1FFD409-2011-4857-90A4-E2154DEE9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1705888"/>
            <a:ext cx="468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>
              <a:lnSpc>
                <a:spcPct val="110000"/>
              </a:lnSpc>
            </a:pPr>
            <a:r>
              <a:rPr lang="pt-PT" b="1">
                <a:solidFill>
                  <a:srgbClr val="FFFFFF"/>
                </a:solidFill>
                <a:ea typeface="Tahoma" pitchFamily="34" charset="0"/>
                <a:cs typeface="Arial" panose="020B0604020202020204" pitchFamily="34" charset="0"/>
              </a:rPr>
              <a:t>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433DBD-871D-4043-80CB-036A2C5E7F08}"/>
              </a:ext>
            </a:extLst>
          </p:cNvPr>
          <p:cNvSpPr/>
          <p:nvPr/>
        </p:nvSpPr>
        <p:spPr>
          <a:xfrm>
            <a:off x="8614080" y="1705888"/>
            <a:ext cx="1175223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Responsável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F1DEE07-3067-4608-8BF8-13B17BB0FA37}"/>
              </a:ext>
            </a:extLst>
          </p:cNvPr>
          <p:cNvSpPr/>
          <p:nvPr/>
        </p:nvSpPr>
        <p:spPr>
          <a:xfrm>
            <a:off x="9865535" y="1705888"/>
            <a:ext cx="1584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  <a:endParaRPr kumimoji="0" lang="pt-PT" sz="1200" b="1" i="0" u="none" strike="noStrike" kern="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6" name="Text Placeholder 224">
            <a:extLst>
              <a:ext uri="{FF2B5EF4-FFF2-40B4-BE49-F238E27FC236}">
                <a16:creationId xmlns:a16="http://schemas.microsoft.com/office/drawing/2014/main" id="{B0531D9A-964F-441F-9D35-2E599A0B89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Listagem de próximos passos</a:t>
            </a:r>
          </a:p>
        </p:txBody>
      </p:sp>
      <p:sp>
        <p:nvSpPr>
          <p:cNvPr id="96" name="Arrow: Chevron 44">
            <a:extLst>
              <a:ext uri="{FF2B5EF4-FFF2-40B4-BE49-F238E27FC236}">
                <a16:creationId xmlns:a16="http://schemas.microsoft.com/office/drawing/2014/main" id="{6F1384F0-FBB7-4B97-B930-2DCADEAA1C78}"/>
              </a:ext>
            </a:extLst>
          </p:cNvPr>
          <p:cNvSpPr/>
          <p:nvPr/>
        </p:nvSpPr>
        <p:spPr>
          <a:xfrm>
            <a:off x="1091840" y="1705888"/>
            <a:ext cx="1381306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Âmbito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6BE1026-B48A-8A8C-AD07-7EE5054E43BC}"/>
              </a:ext>
            </a:extLst>
          </p:cNvPr>
          <p:cNvSpPr txBox="1"/>
          <p:nvPr/>
        </p:nvSpPr>
        <p:spPr>
          <a:xfrm>
            <a:off x="1091840" y="4927236"/>
            <a:ext cx="1381306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lIns="18000" rIns="18000" rtlCol="0" anchor="ctr">
            <a:noAutofit/>
          </a:bodyPr>
          <a:lstStyle/>
          <a:p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Geração </a:t>
            </a:r>
          </a:p>
          <a:p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 satélites  </a:t>
            </a:r>
          </a:p>
        </p:txBody>
      </p:sp>
      <p:sp>
        <p:nvSpPr>
          <p:cNvPr id="115" name="Arrow: Chevron 44">
            <a:extLst>
              <a:ext uri="{FF2B5EF4-FFF2-40B4-BE49-F238E27FC236}">
                <a16:creationId xmlns:a16="http://schemas.microsoft.com/office/drawing/2014/main" id="{0C664B67-37F7-4DF9-949F-3D4F6E819FB9}"/>
              </a:ext>
            </a:extLst>
          </p:cNvPr>
          <p:cNvSpPr/>
          <p:nvPr/>
        </p:nvSpPr>
        <p:spPr>
          <a:xfrm>
            <a:off x="2544872" y="2661881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Processamento da informação de envio para a </a:t>
            </a:r>
            <a:r>
              <a:rPr lang="pt-PT" sz="1050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Gloval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65535" y="2661881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janeiro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Arrow: Chevron 44">
            <a:extLst>
              <a:ext uri="{FF2B5EF4-FFF2-40B4-BE49-F238E27FC236}">
                <a16:creationId xmlns:a16="http://schemas.microsoft.com/office/drawing/2014/main" id="{394D66E5-897B-42B9-B8A5-1CBD1E0A7128}"/>
              </a:ext>
            </a:extLst>
          </p:cNvPr>
          <p:cNvSpPr/>
          <p:nvPr/>
        </p:nvSpPr>
        <p:spPr>
          <a:xfrm>
            <a:off x="2544872" y="2097798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Processamento do universo corporativo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28654541-EF9E-424A-958C-DEFF0A280CEE}"/>
              </a:ext>
            </a:extLst>
          </p:cNvPr>
          <p:cNvSpPr/>
          <p:nvPr/>
        </p:nvSpPr>
        <p:spPr>
          <a:xfrm>
            <a:off x="9865535" y="2097798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janeiro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379C478-E17D-4DD4-92C9-DC2D74F3CBA4}"/>
              </a:ext>
            </a:extLst>
          </p:cNvPr>
          <p:cNvSpPr txBox="1"/>
          <p:nvPr/>
        </p:nvSpPr>
        <p:spPr>
          <a:xfrm>
            <a:off x="1091840" y="2097798"/>
            <a:ext cx="1381306" cy="276152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lIns="18000" rIns="18000" rtlCol="0" anchor="ctr">
            <a:noAutofit/>
          </a:bodyPr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Geração do universo corporativo</a:t>
            </a:r>
            <a:endParaRPr lang="pt-PT" sz="105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661881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>
                <a:solidFill>
                  <a:srgbClr val="003E51"/>
                </a:solidFill>
                <a:cs typeface="Arial" panose="020B0604020202020204" pitchFamily="34" charset="0"/>
              </a:rPr>
              <a:t>2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5" name="AutoShape 3">
            <a:extLst>
              <a:ext uri="{FF2B5EF4-FFF2-40B4-BE49-F238E27FC236}">
                <a16:creationId xmlns:a16="http://schemas.microsoft.com/office/drawing/2014/main" id="{008548FB-4C77-7168-AB49-6EB532CD5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3226562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>
                <a:solidFill>
                  <a:srgbClr val="003E51"/>
                </a:solidFill>
                <a:cs typeface="Arial" panose="020B0604020202020204" pitchFamily="34" charset="0"/>
              </a:rPr>
              <a:t>3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4" name="AutoShape 3">
            <a:extLst>
              <a:ext uri="{FF2B5EF4-FFF2-40B4-BE49-F238E27FC236}">
                <a16:creationId xmlns:a16="http://schemas.microsoft.com/office/drawing/2014/main" id="{45B9DB54-7E6A-D04C-2303-FCA0099F3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097798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1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cs typeface="Arial" panose="020B0604020202020204" pitchFamily="34" charset="0"/>
                <a:sym typeface="Helvetica Light"/>
              </a:rPr>
              <a:t>1</a:t>
            </a:r>
          </a:p>
        </p:txBody>
      </p:sp>
      <p:sp>
        <p:nvSpPr>
          <p:cNvPr id="8" name="Arrow: Chevron 44">
            <a:extLst>
              <a:ext uri="{FF2B5EF4-FFF2-40B4-BE49-F238E27FC236}">
                <a16:creationId xmlns:a16="http://schemas.microsoft.com/office/drawing/2014/main" id="{C1AC1E38-6A27-BF16-6269-1A98CD5DD841}"/>
              </a:ext>
            </a:extLst>
          </p:cNvPr>
          <p:cNvSpPr/>
          <p:nvPr/>
        </p:nvSpPr>
        <p:spPr>
          <a:xfrm>
            <a:off x="2544872" y="3790944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Processamento de métricas de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colaterais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985568-23DC-1140-7B1A-E5744245095D}"/>
              </a:ext>
            </a:extLst>
          </p:cNvPr>
          <p:cNvSpPr/>
          <p:nvPr/>
        </p:nvSpPr>
        <p:spPr>
          <a:xfrm>
            <a:off x="9865535" y="3790944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 de janeiro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34ABFE-2E4D-15AA-D7C3-1A8DD7E7D5C7}"/>
              </a:ext>
            </a:extLst>
          </p:cNvPr>
          <p:cNvSpPr/>
          <p:nvPr/>
        </p:nvSpPr>
        <p:spPr>
          <a:xfrm>
            <a:off x="8614080" y="3790944"/>
            <a:ext cx="117522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endParaRPr lang="pt-PT" sz="105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C194935A-565C-FA09-5C89-26F0105F73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76929" y="3905600"/>
            <a:ext cx="649525" cy="274689"/>
          </a:xfrm>
          <a:prstGeom prst="rect">
            <a:avLst/>
          </a:prstGeom>
        </p:spPr>
      </p:pic>
      <p:sp>
        <p:nvSpPr>
          <p:cNvPr id="13" name="Arrow: Chevron 44">
            <a:extLst>
              <a:ext uri="{FF2B5EF4-FFF2-40B4-BE49-F238E27FC236}">
                <a16:creationId xmlns:a16="http://schemas.microsoft.com/office/drawing/2014/main" id="{D0BEBFDC-F087-81EF-1E9C-9F828017B33A}"/>
              </a:ext>
            </a:extLst>
          </p:cNvPr>
          <p:cNvSpPr/>
          <p:nvPr/>
        </p:nvSpPr>
        <p:spPr>
          <a:xfrm>
            <a:off x="2551302" y="3226562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Processamento de métricas de contratos + clientes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FD7BD8-B578-7AA6-7118-3A4A017FF540}"/>
              </a:ext>
            </a:extLst>
          </p:cNvPr>
          <p:cNvSpPr/>
          <p:nvPr/>
        </p:nvSpPr>
        <p:spPr>
          <a:xfrm>
            <a:off x="9865535" y="3226562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de janeiro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22D1E6-F2FC-4900-13C1-2FC52E7DF984}"/>
              </a:ext>
            </a:extLst>
          </p:cNvPr>
          <p:cNvSpPr/>
          <p:nvPr/>
        </p:nvSpPr>
        <p:spPr>
          <a:xfrm>
            <a:off x="8614080" y="3226562"/>
            <a:ext cx="117522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endParaRPr lang="pt-PT" sz="105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5AA57DC5-4E8E-1FF3-C37E-C43536236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85806" y="3341218"/>
            <a:ext cx="649525" cy="274689"/>
          </a:xfrm>
          <a:prstGeom prst="rect">
            <a:avLst/>
          </a:prstGeom>
        </p:spPr>
      </p:pic>
      <p:sp>
        <p:nvSpPr>
          <p:cNvPr id="20" name="AutoShape 3">
            <a:extLst>
              <a:ext uri="{FF2B5EF4-FFF2-40B4-BE49-F238E27FC236}">
                <a16:creationId xmlns:a16="http://schemas.microsoft.com/office/drawing/2014/main" id="{4E58C840-6493-E6EC-DCE7-60C4F7F2A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3790944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>
                <a:solidFill>
                  <a:srgbClr val="003E51"/>
                </a:solidFill>
                <a:cs typeface="Arial" panose="020B0604020202020204" pitchFamily="34" charset="0"/>
              </a:rPr>
              <a:t>4</a:t>
            </a:r>
            <a:endParaRPr kumimoji="0" lang="pt-PT" sz="1200" b="1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134ABFE-2E4D-15AA-D7C3-1A8DD7E7D5C7}"/>
              </a:ext>
            </a:extLst>
          </p:cNvPr>
          <p:cNvSpPr/>
          <p:nvPr/>
        </p:nvSpPr>
        <p:spPr>
          <a:xfrm>
            <a:off x="8603978" y="2103631"/>
            <a:ext cx="117522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endParaRPr lang="pt-PT" sz="1050" b="1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9" name="Graphic 21">
            <a:extLst>
              <a:ext uri="{FF2B5EF4-FFF2-40B4-BE49-F238E27FC236}">
                <a16:creationId xmlns:a16="http://schemas.microsoft.com/office/drawing/2014/main" id="{C194935A-565C-FA09-5C89-26F0105F73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66827" y="2218287"/>
            <a:ext cx="649525" cy="274689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8614080" y="2661881"/>
            <a:ext cx="1175222" cy="504000"/>
            <a:chOff x="8614080" y="2661881"/>
            <a:chExt cx="1175222" cy="50400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1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  <p:sp>
        <p:nvSpPr>
          <p:cNvPr id="44" name="Arrow: Chevron 44">
            <a:extLst>
              <a:ext uri="{FF2B5EF4-FFF2-40B4-BE49-F238E27FC236}">
                <a16:creationId xmlns:a16="http://schemas.microsoft.com/office/drawing/2014/main" id="{C1AC1E38-6A27-BF16-6269-1A98CD5DD841}"/>
              </a:ext>
            </a:extLst>
          </p:cNvPr>
          <p:cNvSpPr/>
          <p:nvPr/>
        </p:nvSpPr>
        <p:spPr>
          <a:xfrm>
            <a:off x="2544872" y="4355326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Processamento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informação de certificados energéticos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2985568-23DC-1140-7B1A-E5744245095D}"/>
              </a:ext>
            </a:extLst>
          </p:cNvPr>
          <p:cNvSpPr/>
          <p:nvPr/>
        </p:nvSpPr>
        <p:spPr>
          <a:xfrm>
            <a:off x="9855433" y="4355326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 de janeiro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9" name="Group 48"/>
          <p:cNvGrpSpPr/>
          <p:nvPr/>
        </p:nvGrpSpPr>
        <p:grpSpPr>
          <a:xfrm>
            <a:off x="8612219" y="4355326"/>
            <a:ext cx="1175222" cy="504000"/>
            <a:chOff x="8614080" y="2661881"/>
            <a:chExt cx="1175222" cy="504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1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  <p:sp>
        <p:nvSpPr>
          <p:cNvPr id="52" name="Arrow: Chevron 44">
            <a:extLst>
              <a:ext uri="{FF2B5EF4-FFF2-40B4-BE49-F238E27FC236}">
                <a16:creationId xmlns:a16="http://schemas.microsoft.com/office/drawing/2014/main" id="{C1AC1E38-6A27-BF16-6269-1A98CD5DD841}"/>
              </a:ext>
            </a:extLst>
          </p:cNvPr>
          <p:cNvSpPr/>
          <p:nvPr/>
        </p:nvSpPr>
        <p:spPr>
          <a:xfrm>
            <a:off x="2544872" y="4930484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Processamento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alteração metodológicas e geração de informação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2985568-23DC-1140-7B1A-E5744245095D}"/>
              </a:ext>
            </a:extLst>
          </p:cNvPr>
          <p:cNvSpPr/>
          <p:nvPr/>
        </p:nvSpPr>
        <p:spPr>
          <a:xfrm>
            <a:off x="9865535" y="4931864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 de janeiro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4" name="Group 53"/>
          <p:cNvGrpSpPr/>
          <p:nvPr/>
        </p:nvGrpSpPr>
        <p:grpSpPr>
          <a:xfrm>
            <a:off x="8622321" y="4931864"/>
            <a:ext cx="1175222" cy="504000"/>
            <a:chOff x="8614080" y="2661881"/>
            <a:chExt cx="1175222" cy="504000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6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  <p:sp>
        <p:nvSpPr>
          <p:cNvPr id="57" name="AutoShape 3">
            <a:extLst>
              <a:ext uri="{FF2B5EF4-FFF2-40B4-BE49-F238E27FC236}">
                <a16:creationId xmlns:a16="http://schemas.microsoft.com/office/drawing/2014/main" id="{4E58C840-6493-E6EC-DCE7-60C4F7F2A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4355326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noProof="0" dirty="0">
                <a:solidFill>
                  <a:srgbClr val="003E51"/>
                </a:solidFill>
                <a:cs typeface="Arial" panose="020B0604020202020204" pitchFamily="34" charset="0"/>
              </a:rPr>
              <a:t>5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8" name="AutoShape 3">
            <a:extLst>
              <a:ext uri="{FF2B5EF4-FFF2-40B4-BE49-F238E27FC236}">
                <a16:creationId xmlns:a16="http://schemas.microsoft.com/office/drawing/2014/main" id="{4E58C840-6493-E6EC-DCE7-60C4F7F2A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114" y="4927236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cs typeface="Arial" panose="020B0604020202020204" pitchFamily="34" charset="0"/>
                <a:sym typeface="Helvetica Light"/>
              </a:rPr>
              <a:t>6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4179508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3935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bDmR1CNZE.6Tmv10irKU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bDmR1CNZE.6Tmv10irKUg"/>
</p:tagLst>
</file>

<file path=ppt/theme/_rels/them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theme/theme1.xml><?xml version="1.0" encoding="utf-8"?>
<a:theme xmlns:a="http://schemas.openxmlformats.org/drawingml/2006/main" name="1_Neyond_capa1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FE8CC2E2-EC5A-4ADA-A9BD-5E7CAC9ECF29}"/>
    </a:ext>
  </a:extLst>
</a:theme>
</file>

<file path=ppt/theme/theme2.xml><?xml version="1.0" encoding="utf-8"?>
<a:theme xmlns:a="http://schemas.openxmlformats.org/drawingml/2006/main" name="Índice Neyond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1906E1C-C6C7-4E5D-B5C8-1774B51E9F00}"/>
    </a:ext>
  </a:extLst>
</a:theme>
</file>

<file path=ppt/theme/theme3.xml><?xml version="1.0" encoding="utf-8"?>
<a:theme xmlns:a="http://schemas.openxmlformats.org/drawingml/2006/main" name="3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4.xml><?xml version="1.0" encoding="utf-8"?>
<a:theme xmlns:a="http://schemas.openxmlformats.org/drawingml/2006/main" name="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5.xml><?xml version="1.0" encoding="utf-8"?>
<a:theme xmlns:a="http://schemas.openxmlformats.org/drawingml/2006/main" name="2_Neyond_Contracapa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C1061BD2-87EA-410A-9B2B-292C31D2D64C}"/>
    </a:ext>
  </a:extLst>
</a:theme>
</file>

<file path=ppt/theme/theme6.xml><?xml version="1.0" encoding="utf-8"?>
<a:theme xmlns:a="http://schemas.openxmlformats.org/drawingml/2006/main" name="1_Custom Design">
  <a:themeElements>
    <a:clrScheme name="Custom 1">
      <a:dk1>
        <a:srgbClr val="003E51"/>
      </a:dk1>
      <a:lt1>
        <a:sysClr val="window" lastClr="FFFFFF"/>
      </a:lt1>
      <a:dk2>
        <a:srgbClr val="009FDF"/>
      </a:dk2>
      <a:lt2>
        <a:srgbClr val="EBEB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7.xml><?xml version="1.0" encoding="utf-8"?>
<a:theme xmlns:a="http://schemas.openxmlformats.org/drawingml/2006/main" name="2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3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5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1.xml><?xml version="1.0" encoding="utf-8"?>
<a:theme xmlns:a="http://schemas.openxmlformats.org/drawingml/2006/main" name="4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2.xml><?xml version="1.0" encoding="utf-8"?>
<a:theme xmlns:a="http://schemas.openxmlformats.org/drawingml/2006/main" name="6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3.xml><?xml version="1.0" encoding="utf-8"?>
<a:theme xmlns:a="http://schemas.openxmlformats.org/drawingml/2006/main" name="6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4.xml><?xml version="1.0" encoding="utf-8"?>
<a:theme xmlns:a="http://schemas.openxmlformats.org/drawingml/2006/main" name="7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5.xml><?xml version="1.0" encoding="utf-8"?>
<a:theme xmlns:a="http://schemas.openxmlformats.org/drawingml/2006/main" name="8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9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0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8.xml><?xml version="1.0" encoding="utf-8"?>
<a:theme xmlns:a="http://schemas.openxmlformats.org/drawingml/2006/main" name="5_Custom Design">
  <a:themeElements>
    <a:clrScheme name="Neyond SG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9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322C7A-A30D-41CB-B995-A53DD6D5475F}">
  <we:reference id="wa104178141" version="3.10.0.152" store="en-US" storeType="OMEX"/>
  <we:alternateReferences>
    <we:reference id="wa104178141" version="3.10.0.152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>
    <_ip_UnifiedCompliancePolicyUIAction xmlns="http://schemas.microsoft.com/sharepoint/v3" xsi:nil="true"/>
    <_ip_UnifiedCompliancePolicyProperties xmlns="http://schemas.microsoft.com/sharepoint/v3" xsi:nil="true"/>
    <TaxCatchAll xmlns="1f788909-93b9-4481-96a4-a6ab2493c341" xsi:nil="true"/>
    <lcf76f155ced4ddcb4097134ff3c332f xmlns="767d911d-09c2-43d9-a326-6ded42ddccd2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A6BCA4ACA584C9A1C03FD3956D51C" ma:contentTypeVersion="16" ma:contentTypeDescription="Create a new document." ma:contentTypeScope="" ma:versionID="a4eb8529a939c4058918af2411f4fedb">
  <xsd:schema xmlns:xsd="http://www.w3.org/2001/XMLSchema" xmlns:xs="http://www.w3.org/2001/XMLSchema" xmlns:p="http://schemas.microsoft.com/office/2006/metadata/properties" xmlns:ns1="http://schemas.microsoft.com/sharepoint/v3" xmlns:ns2="767d911d-09c2-43d9-a326-6ded42ddccd2" xmlns:ns3="1f788909-93b9-4481-96a4-a6ab2493c341" targetNamespace="http://schemas.microsoft.com/office/2006/metadata/properties" ma:root="true" ma:fieldsID="962bb65415dc8fedcda10a37589b22c0" ns1:_="" ns2:_="" ns3:_="">
    <xsd:import namespace="http://schemas.microsoft.com/sharepoint/v3"/>
    <xsd:import namespace="767d911d-09c2-43d9-a326-6ded42ddccd2"/>
    <xsd:import namespace="1f788909-93b9-4481-96a4-a6ab2493c3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d911d-09c2-43d9-a326-6ded42ddcc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788909-93b9-4481-96a4-a6ab2493c34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d344041-97b7-4534-958d-616959bb7958}" ma:internalName="TaxCatchAll" ma:showField="CatchAllData" ma:web="1f788909-93b9-4481-96a4-a6ab2493c3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E3277D9-8D10-4CA6-8A09-1C4D05FB1A2A}">
  <ds:schemaRefs>
    <ds:schemaRef ds:uri="21814bc3-2ec6-4a98-a64a-046426f7706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2414E188-D265-4A44-8009-52F6C51EF778}"/>
</file>

<file path=customXml/itemProps3.xml><?xml version="1.0" encoding="utf-8"?>
<ds:datastoreItem xmlns:ds="http://schemas.openxmlformats.org/officeDocument/2006/customXml" ds:itemID="{5D42E87E-16F2-479C-90D0-A9DB593A214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</TotalTime>
  <Words>876</Words>
  <Application>Microsoft Office PowerPoint</Application>
  <PresentationFormat>Custom</PresentationFormat>
  <Paragraphs>226</Paragraphs>
  <Slides>7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18</vt:i4>
      </vt:variant>
      <vt:variant>
        <vt:lpstr>Slide Titles</vt:lpstr>
      </vt:variant>
      <vt:variant>
        <vt:i4>7</vt:i4>
      </vt:variant>
    </vt:vector>
  </HeadingPairs>
  <TitlesOfParts>
    <vt:vector size="36" baseType="lpstr">
      <vt:lpstr>ＭＳ Ｐゴシック</vt:lpstr>
      <vt:lpstr>Abril Fatface</vt:lpstr>
      <vt:lpstr>Arial</vt:lpstr>
      <vt:lpstr>Calibri</vt:lpstr>
      <vt:lpstr>Helvetica Light</vt:lpstr>
      <vt:lpstr>Helvetica Neue</vt:lpstr>
      <vt:lpstr>Muli</vt:lpstr>
      <vt:lpstr>Muli Black</vt:lpstr>
      <vt:lpstr>Muli Bold</vt:lpstr>
      <vt:lpstr>Muli Light</vt:lpstr>
      <vt:lpstr>Tahoma</vt:lpstr>
      <vt:lpstr>1_Neyond_capa1</vt:lpstr>
      <vt:lpstr>Índice Neyond</vt:lpstr>
      <vt:lpstr>3_Neyond_separador</vt:lpstr>
      <vt:lpstr>Custom Design</vt:lpstr>
      <vt:lpstr>2_Neyond_Contracapa</vt:lpstr>
      <vt:lpstr>1_Custom Design</vt:lpstr>
      <vt:lpstr>2_Custom Design</vt:lpstr>
      <vt:lpstr>4_Neyond_separador</vt:lpstr>
      <vt:lpstr>3_Custom Design</vt:lpstr>
      <vt:lpstr>5_Neyond_separador</vt:lpstr>
      <vt:lpstr>4_Custom Design</vt:lpstr>
      <vt:lpstr>6_Custom Design</vt:lpstr>
      <vt:lpstr>6_Neyond_separador</vt:lpstr>
      <vt:lpstr>7_Custom Design</vt:lpstr>
      <vt:lpstr>8_Custom Design</vt:lpstr>
      <vt:lpstr>9_Custom Design</vt:lpstr>
      <vt:lpstr>10_Custom Design</vt:lpstr>
      <vt:lpstr>5_Custom Design</vt:lpstr>
      <vt:lpstr>Reporting ESG Pilar III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EuroBic - Add-On - PdS</dc:title>
  <dc:creator>Fonseca, Martim Ferreira</dc:creator>
  <cp:lastModifiedBy>Ana Rita Geraldo de Caguerelho</cp:lastModifiedBy>
  <cp:revision>11</cp:revision>
  <dcterms:created xsi:type="dcterms:W3CDTF">2018-12-07T14:01:11Z</dcterms:created>
  <dcterms:modified xsi:type="dcterms:W3CDTF">2023-12-21T18:25:17Z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0x010100845A6BCA4ACA584C9A1C03FD3956D51C</vt:lpwstr>
  </property>
  <property fmtid="{D5CDD505-2E9C-101B-9397-08002B2CF9AE}" pid="3" name="MSIP_Label_0c2abd79-57a9-4473-8700-c843f76a1e37_Enabled">
    <vt:lpwstr>true</vt:lpwstr>
  </property>
  <property fmtid="{D5CDD505-2E9C-101B-9397-08002B2CF9AE}" pid="4" name="MSIP_Label_0c2abd79-57a9-4473-8700-c843f76a1e37_SetDate">
    <vt:lpwstr>2023-12-21T08:33:00Z</vt:lpwstr>
  </property>
  <property fmtid="{D5CDD505-2E9C-101B-9397-08002B2CF9AE}" pid="5" name="MSIP_Label_0c2abd79-57a9-4473-8700-c843f76a1e37_Method">
    <vt:lpwstr>Privileged</vt:lpwstr>
  </property>
  <property fmtid="{D5CDD505-2E9C-101B-9397-08002B2CF9AE}" pid="6" name="MSIP_Label_0c2abd79-57a9-4473-8700-c843f76a1e37_Name">
    <vt:lpwstr>Internal</vt:lpwstr>
  </property>
  <property fmtid="{D5CDD505-2E9C-101B-9397-08002B2CF9AE}" pid="7" name="MSIP_Label_0c2abd79-57a9-4473-8700-c843f76a1e37_SiteId">
    <vt:lpwstr>35595a02-4d6d-44ac-99e1-f9ab4cd872db</vt:lpwstr>
  </property>
  <property fmtid="{D5CDD505-2E9C-101B-9397-08002B2CF9AE}" pid="8" name="MSIP_Label_0c2abd79-57a9-4473-8700-c843f76a1e37_ActionId">
    <vt:lpwstr>48b6d64e-98e1-465e-9af0-0252a0bd3191</vt:lpwstr>
  </property>
  <property fmtid="{D5CDD505-2E9C-101B-9397-08002B2CF9AE}" pid="9" name="MSIP_Label_0c2abd79-57a9-4473-8700-c843f76a1e37_ContentBits">
    <vt:lpwstr>0</vt:lpwstr>
  </property>
</Properties>
</file>