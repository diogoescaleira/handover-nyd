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0"/>
  </p:notesMasterIdLst>
  <p:sldIdLst>
    <p:sldId id="1786" r:id="rId22"/>
    <p:sldId id="258" r:id="rId23"/>
    <p:sldId id="1924" r:id="rId24"/>
    <p:sldId id="3149" r:id="rId25"/>
    <p:sldId id="3154" r:id="rId26"/>
    <p:sldId id="3152" r:id="rId27"/>
    <p:sldId id="3129" r:id="rId28"/>
    <p:sldId id="266" r:id="rId29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556A7D-0CA8-66D5-83DD-C5EE6B98D56F}" name="Hugo Alexandre Redondo Reia" initials="HR" userId="S::e800422@corp.santander.pt::ee4b3e12-42d8-4122-84d0-40ed8962cc0a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  <p188:author id="{65B413F0-D9F9-577C-22A9-849F77953223}" name="Dora da Silva Roxo" initials="DR" userId="S::E800420@corp.santander.pt::b6f39d0a-b38b-4c97-850c-dbcbfac2b4d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FF7C80"/>
    <a:srgbClr val="5F5F5F"/>
    <a:srgbClr val="707070"/>
    <a:srgbClr val="003E51"/>
    <a:srgbClr val="C00000"/>
    <a:srgbClr val="FFDF79"/>
    <a:srgbClr val="005F7C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417F7-A4AE-47D2-9BDD-2DA39D648702}" v="8" dt="2024-03-01T11:22:18.54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84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b6f39d0a-b38b-4c97-850c-dbcbfac2b4dd" providerId="ADAL" clId="{CE1E8942-B2E8-4E4D-B8CF-008B8B0358F8}"/>
    <pc:docChg chg="undo custSel addSld delSld modSld">
      <pc:chgData name="Dora da Silva Roxo" userId="b6f39d0a-b38b-4c97-850c-dbcbfac2b4dd" providerId="ADAL" clId="{CE1E8942-B2E8-4E4D-B8CF-008B8B0358F8}" dt="2024-01-05T10:08:03.983" v="812" actId="20577"/>
      <pc:docMkLst>
        <pc:docMk/>
      </pc:docMkLst>
      <pc:sldChg chg="addSp delSp modSp mod">
        <pc:chgData name="Dora da Silva Roxo" userId="b6f39d0a-b38b-4c97-850c-dbcbfac2b4dd" providerId="ADAL" clId="{CE1E8942-B2E8-4E4D-B8CF-008B8B0358F8}" dt="2024-01-05T10:08:03.983" v="812" actId="20577"/>
        <pc:sldMkLst>
          <pc:docMk/>
          <pc:sldMk cId="3953214969" sldId="1924"/>
        </pc:sldMkLst>
        <pc:spChg chg="mod topLvl">
          <ac:chgData name="Dora da Silva Roxo" userId="b6f39d0a-b38b-4c97-850c-dbcbfac2b4dd" providerId="ADAL" clId="{CE1E8942-B2E8-4E4D-B8CF-008B8B0358F8}" dt="2024-01-05T09:57:06.103" v="762" actId="165"/>
          <ac:spMkLst>
            <pc:docMk/>
            <pc:sldMk cId="3953214969" sldId="1924"/>
            <ac:spMk id="7" creationId="{ABD6D797-458A-1198-F3B1-EAC41A33EBEA}"/>
          </ac:spMkLst>
        </pc:spChg>
        <pc:spChg chg="mod topLvl">
          <ac:chgData name="Dora da Silva Roxo" userId="b6f39d0a-b38b-4c97-850c-dbcbfac2b4dd" providerId="ADAL" clId="{CE1E8942-B2E8-4E4D-B8CF-008B8B0358F8}" dt="2024-01-05T09:57:26.020" v="765" actId="167"/>
          <ac:spMkLst>
            <pc:docMk/>
            <pc:sldMk cId="3953214969" sldId="1924"/>
            <ac:spMk id="32" creationId="{E63BDF97-7422-4357-BF28-4E869A5DD23A}"/>
          </ac:spMkLst>
        </pc:spChg>
        <pc:spChg chg="mod topLvl">
          <ac:chgData name="Dora da Silva Roxo" userId="b6f39d0a-b38b-4c97-850c-dbcbfac2b4dd" providerId="ADAL" clId="{CE1E8942-B2E8-4E4D-B8CF-008B8B0358F8}" dt="2024-01-05T10:04:05.660" v="811" actId="167"/>
          <ac:spMkLst>
            <pc:docMk/>
            <pc:sldMk cId="3953214969" sldId="1924"/>
            <ac:spMk id="33" creationId="{5D16D15E-EF44-4117-8F79-C8BC9FDCF1E5}"/>
          </ac:spMkLst>
        </pc:spChg>
        <pc:spChg chg="mod topLvl">
          <ac:chgData name="Dora da Silva Roxo" userId="b6f39d0a-b38b-4c97-850c-dbcbfac2b4dd" providerId="ADAL" clId="{CE1E8942-B2E8-4E4D-B8CF-008B8B0358F8}" dt="2024-01-05T09:57:16.363" v="764" actId="165"/>
          <ac:spMkLst>
            <pc:docMk/>
            <pc:sldMk cId="3953214969" sldId="1924"/>
            <ac:spMk id="35" creationId="{43D09C47-A09D-47B1-B48B-2A227BBF0D28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37" creationId="{159A6AC7-D04B-4272-B901-1C6FA7F3E4E7}"/>
          </ac:spMkLst>
        </pc:spChg>
        <pc:spChg chg="mod topLvl">
          <ac:chgData name="Dora da Silva Roxo" userId="b6f39d0a-b38b-4c97-850c-dbcbfac2b4dd" providerId="ADAL" clId="{CE1E8942-B2E8-4E4D-B8CF-008B8B0358F8}" dt="2024-01-05T09:57:43.321" v="767" actId="165"/>
          <ac:spMkLst>
            <pc:docMk/>
            <pc:sldMk cId="3953214969" sldId="1924"/>
            <ac:spMk id="40" creationId="{C685FF1D-0939-4A5D-B535-CCF8B56EE62E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41" creationId="{7968FF25-F10F-4F3F-BA2E-BE2DB06264A6}"/>
          </ac:spMkLst>
        </pc:spChg>
        <pc:spChg chg="mod topLvl">
          <ac:chgData name="Dora da Silva Roxo" userId="b6f39d0a-b38b-4c97-850c-dbcbfac2b4dd" providerId="ADAL" clId="{CE1E8942-B2E8-4E4D-B8CF-008B8B0358F8}" dt="2024-01-05T09:57:48.977" v="768" actId="165"/>
          <ac:spMkLst>
            <pc:docMk/>
            <pc:sldMk cId="3953214969" sldId="1924"/>
            <ac:spMk id="42" creationId="{B2C4BC3C-1F70-4500-AC90-B256830C063D}"/>
          </ac:spMkLst>
        </pc:spChg>
        <pc:spChg chg="mod topLvl">
          <ac:chgData name="Dora da Silva Roxo" userId="b6f39d0a-b38b-4c97-850c-dbcbfac2b4dd" providerId="ADAL" clId="{CE1E8942-B2E8-4E4D-B8CF-008B8B0358F8}" dt="2024-01-05T10:08:03.983" v="812" actId="20577"/>
          <ac:spMkLst>
            <pc:docMk/>
            <pc:sldMk cId="3953214969" sldId="1924"/>
            <ac:spMk id="44" creationId="{0AE567D8-F108-4FC1-8DD4-36ADCCABE4C3}"/>
          </ac:spMkLst>
        </pc:spChg>
        <pc:grpChg chg="del mod topLvl">
          <ac:chgData name="Dora da Silva Roxo" userId="b6f39d0a-b38b-4c97-850c-dbcbfac2b4dd" providerId="ADAL" clId="{CE1E8942-B2E8-4E4D-B8CF-008B8B0358F8}" dt="2024-01-05T09:57:48.977" v="768" actId="165"/>
          <ac:grpSpMkLst>
            <pc:docMk/>
            <pc:sldMk cId="3953214969" sldId="1924"/>
            <ac:grpSpMk id="2" creationId="{BB29F295-60E2-4722-86AF-B0F2C59FF7CD}"/>
          </ac:grpSpMkLst>
        </pc:grpChg>
        <pc:grpChg chg="mod">
          <ac:chgData name="Dora da Silva Roxo" userId="b6f39d0a-b38b-4c97-850c-dbcbfac2b4dd" providerId="ADAL" clId="{CE1E8942-B2E8-4E4D-B8CF-008B8B0358F8}" dt="2024-01-05T09:56:30.486" v="758" actId="408"/>
          <ac:grpSpMkLst>
            <pc:docMk/>
            <pc:sldMk cId="3953214969" sldId="1924"/>
            <ac:grpSpMk id="3" creationId="{4FF2D0AE-D308-4F38-8820-C70A2A1656F6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5" creationId="{4F8F3A43-2F7A-E956-8943-6557D4F35F6F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6" creationId="{5D4635C1-5B0E-3B88-E156-872AE235EC88}"/>
          </ac:grpSpMkLst>
        </pc:grpChg>
        <pc:grpChg chg="add del mod">
          <ac:chgData name="Dora da Silva Roxo" userId="b6f39d0a-b38b-4c97-850c-dbcbfac2b4dd" providerId="ADAL" clId="{CE1E8942-B2E8-4E4D-B8CF-008B8B0358F8}" dt="2024-01-05T09:57:04.858" v="761" actId="165"/>
          <ac:grpSpMkLst>
            <pc:docMk/>
            <pc:sldMk cId="3953214969" sldId="1924"/>
            <ac:grpSpMk id="8" creationId="{24454BBC-3FAB-A0F1-A81E-C2BE8D135BD1}"/>
          </ac:grpSpMkLst>
        </pc:grpChg>
        <pc:grpChg chg="del mod topLvl">
          <ac:chgData name="Dora da Silva Roxo" userId="b6f39d0a-b38b-4c97-850c-dbcbfac2b4dd" providerId="ADAL" clId="{CE1E8942-B2E8-4E4D-B8CF-008B8B0358F8}" dt="2024-01-05T09:57:16.363" v="764" actId="165"/>
          <ac:grpSpMkLst>
            <pc:docMk/>
            <pc:sldMk cId="3953214969" sldId="1924"/>
            <ac:grpSpMk id="10" creationId="{33A70E3A-9F42-4FE8-BE75-FF9DDC4EFC28}"/>
          </ac:grpSpMkLst>
        </pc:grpChg>
        <pc:grpChg chg="del mod">
          <ac:chgData name="Dora da Silva Roxo" userId="b6f39d0a-b38b-4c97-850c-dbcbfac2b4dd" providerId="ADAL" clId="{CE1E8942-B2E8-4E4D-B8CF-008B8B0358F8}" dt="2024-01-05T09:57:43.321" v="767" actId="165"/>
          <ac:grpSpMkLst>
            <pc:docMk/>
            <pc:sldMk cId="3953214969" sldId="1924"/>
            <ac:grpSpMk id="11" creationId="{6DCBB948-28AD-41A0-894D-99CB29EEB6AF}"/>
          </ac:grpSpMkLst>
        </pc:grpChg>
        <pc:grpChg chg="del mod topLvl">
          <ac:chgData name="Dora da Silva Roxo" userId="b6f39d0a-b38b-4c97-850c-dbcbfac2b4dd" providerId="ADAL" clId="{CE1E8942-B2E8-4E4D-B8CF-008B8B0358F8}" dt="2024-01-05T09:57:14.982" v="763" actId="165"/>
          <ac:grpSpMkLst>
            <pc:docMk/>
            <pc:sldMk cId="3953214969" sldId="1924"/>
            <ac:grpSpMk id="13" creationId="{8EEA6C23-674A-479C-B866-18314CBBEBA1}"/>
          </ac:grpSpMkLst>
        </pc:grpChg>
        <pc:picChg chg="mod topLvl">
          <ac:chgData name="Dora da Silva Roxo" userId="b6f39d0a-b38b-4c97-850c-dbcbfac2b4dd" providerId="ADAL" clId="{CE1E8942-B2E8-4E4D-B8CF-008B8B0358F8}" dt="2024-01-05T09:57:43.321" v="767" actId="165"/>
          <ac:picMkLst>
            <pc:docMk/>
            <pc:sldMk cId="3953214969" sldId="1924"/>
            <ac:picMk id="48" creationId="{B6DA387A-C4F6-4715-B166-03D3C4B05563}"/>
          </ac:picMkLst>
        </pc:picChg>
        <pc:picChg chg="mod topLvl">
          <ac:chgData name="Dora da Silva Roxo" userId="b6f39d0a-b38b-4c97-850c-dbcbfac2b4dd" providerId="ADAL" clId="{CE1E8942-B2E8-4E4D-B8CF-008B8B0358F8}" dt="2024-01-05T09:57:14.982" v="763" actId="165"/>
          <ac:picMkLst>
            <pc:docMk/>
            <pc:sldMk cId="3953214969" sldId="1924"/>
            <ac:picMk id="53" creationId="{2958E870-3676-43BF-9A54-C2C87079957B}"/>
          </ac:picMkLst>
        </pc:picChg>
      </pc:sldChg>
      <pc:sldChg chg="modSp mod">
        <pc:chgData name="Dora da Silva Roxo" userId="b6f39d0a-b38b-4c97-850c-dbcbfac2b4dd" providerId="ADAL" clId="{CE1E8942-B2E8-4E4D-B8CF-008B8B0358F8}" dt="2024-01-05T09:52:13.442" v="732" actId="20577"/>
        <pc:sldMkLst>
          <pc:docMk/>
          <pc:sldMk cId="432801520" sldId="3149"/>
        </pc:sldMkLst>
        <pc:spChg chg="mod">
          <ac:chgData name="Dora da Silva Roxo" userId="b6f39d0a-b38b-4c97-850c-dbcbfac2b4dd" providerId="ADAL" clId="{CE1E8942-B2E8-4E4D-B8CF-008B8B0358F8}" dt="2024-01-05T09:50:36.585" v="726" actId="20577"/>
          <ac:spMkLst>
            <pc:docMk/>
            <pc:sldMk cId="432801520" sldId="3149"/>
            <ac:spMk id="9" creationId="{2A2165E6-7B57-BB05-7064-2A6771E42F54}"/>
          </ac:spMkLst>
        </pc:spChg>
        <pc:spChg chg="mod">
          <ac:chgData name="Dora da Silva Roxo" userId="b6f39d0a-b38b-4c97-850c-dbcbfac2b4dd" providerId="ADAL" clId="{CE1E8942-B2E8-4E4D-B8CF-008B8B0358F8}" dt="2024-01-05T09:52:13.442" v="732" actId="20577"/>
          <ac:spMkLst>
            <pc:docMk/>
            <pc:sldMk cId="432801520" sldId="3149"/>
            <ac:spMk id="210" creationId="{4D71B009-AAD5-C856-2B53-248BD65DB0FD}"/>
          </ac:spMkLst>
        </pc:spChg>
        <pc:spChg chg="mod">
          <ac:chgData name="Dora da Silva Roxo" userId="b6f39d0a-b38b-4c97-850c-dbcbfac2b4dd" providerId="ADAL" clId="{CE1E8942-B2E8-4E4D-B8CF-008B8B0358F8}" dt="2024-01-05T09:52:05.356" v="728" actId="20577"/>
          <ac:spMkLst>
            <pc:docMk/>
            <pc:sldMk cId="432801520" sldId="3149"/>
            <ac:spMk id="405" creationId="{4828B216-C759-E341-693F-F848F03072C6}"/>
          </ac:spMkLst>
        </pc:spChg>
        <pc:spChg chg="mod">
          <ac:chgData name="Dora da Silva Roxo" userId="b6f39d0a-b38b-4c97-850c-dbcbfac2b4dd" providerId="ADAL" clId="{CE1E8942-B2E8-4E4D-B8CF-008B8B0358F8}" dt="2024-01-05T09:52:10.994" v="730" actId="20577"/>
          <ac:spMkLst>
            <pc:docMk/>
            <pc:sldMk cId="432801520" sldId="3149"/>
            <ac:spMk id="411" creationId="{7BC3E9DD-EB4B-67A1-6C03-7857933CFB64}"/>
          </ac:spMkLst>
        </pc:spChg>
      </pc:sldChg>
      <pc:sldChg chg="del">
        <pc:chgData name="Dora da Silva Roxo" userId="b6f39d0a-b38b-4c97-850c-dbcbfac2b4dd" providerId="ADAL" clId="{CE1E8942-B2E8-4E4D-B8CF-008B8B0358F8}" dt="2024-01-05T09:03:49.006" v="402" actId="47"/>
        <pc:sldMkLst>
          <pc:docMk/>
          <pc:sldMk cId="3471480397" sldId="3151"/>
        </pc:sldMkLst>
      </pc:sldChg>
      <pc:sldChg chg="addSp modSp add mod">
        <pc:chgData name="Dora da Silva Roxo" userId="b6f39d0a-b38b-4c97-850c-dbcbfac2b4dd" providerId="ADAL" clId="{CE1E8942-B2E8-4E4D-B8CF-008B8B0358F8}" dt="2024-01-05T10:03:18.232" v="809" actId="20577"/>
        <pc:sldMkLst>
          <pc:docMk/>
          <pc:sldMk cId="3582218357" sldId="3152"/>
        </pc:sldMkLst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9:41:45.196" v="693" actId="552"/>
          <ac:spMkLst>
            <pc:docMk/>
            <pc:sldMk cId="3582218357" sldId="3152"/>
            <ac:spMk id="7" creationId="{D20F415D-1EDC-4314-9A6F-9CEDE78E15D6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9" creationId="{488958EA-39C6-AD50-DC90-E4641279C5A5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10" creationId="{3E2A3F08-3B76-3546-FDD3-CE8D9D9FD544}"/>
          </ac:spMkLst>
        </pc:spChg>
        <pc:spChg chg="add mod">
          <ac:chgData name="Dora da Silva Roxo" userId="b6f39d0a-b38b-4c97-850c-dbcbfac2b4dd" providerId="ADAL" clId="{CE1E8942-B2E8-4E4D-B8CF-008B8B0358F8}" dt="2024-01-05T08:59:28.382" v="167" actId="20577"/>
          <ac:spMkLst>
            <pc:docMk/>
            <pc:sldMk cId="3582218357" sldId="3152"/>
            <ac:spMk id="11" creationId="{C9A5C613-CE6E-246C-AA5D-D7787D452284}"/>
          </ac:spMkLst>
        </pc:spChg>
        <pc:spChg chg="add mod">
          <ac:chgData name="Dora da Silva Roxo" userId="b6f39d0a-b38b-4c97-850c-dbcbfac2b4dd" providerId="ADAL" clId="{CE1E8942-B2E8-4E4D-B8CF-008B8B0358F8}" dt="2024-01-05T09:03:11.965" v="390" actId="20577"/>
          <ac:spMkLst>
            <pc:docMk/>
            <pc:sldMk cId="3582218357" sldId="3152"/>
            <ac:spMk id="12" creationId="{049C9964-2735-4B4E-87DE-8001BC6AF652}"/>
          </ac:spMkLst>
        </pc:spChg>
        <pc:spChg chg="add mod">
          <ac:chgData name="Dora da Silva Roxo" userId="b6f39d0a-b38b-4c97-850c-dbcbfac2b4dd" providerId="ADAL" clId="{CE1E8942-B2E8-4E4D-B8CF-008B8B0358F8}" dt="2024-01-05T09:03:09.422" v="389" actId="20577"/>
          <ac:spMkLst>
            <pc:docMk/>
            <pc:sldMk cId="3582218357" sldId="3152"/>
            <ac:spMk id="13" creationId="{E2A30F30-3C96-208E-05DB-6A0B8F69338D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5" creationId="{D2C2F4A1-4D98-4A99-9DB2-497E6CEB7D23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6" creationId="{93C193AE-EED8-440A-8458-F8D9C9665F30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7" creationId="{C9760DFB-850B-446D-A564-0D9F5205F4C8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8" creationId="{E1492F7E-F7A0-4E85-8FC1-862D9C8BA94C}"/>
          </ac:spMkLst>
        </pc:spChg>
        <pc:spChg chg="add mod">
          <ac:chgData name="Dora da Silva Roxo" userId="b6f39d0a-b38b-4c97-850c-dbcbfac2b4dd" providerId="ADAL" clId="{CE1E8942-B2E8-4E4D-B8CF-008B8B0358F8}" dt="2024-01-05T09:04:04.165" v="408" actId="207"/>
          <ac:spMkLst>
            <pc:docMk/>
            <pc:sldMk cId="3582218357" sldId="3152"/>
            <ac:spMk id="19" creationId="{A38FC843-682C-0036-E860-E12687A9B049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0" creationId="{2E9C69F7-F030-E7E4-094E-882D9F590A11}"/>
          </ac:spMkLst>
        </pc:spChg>
        <pc:spChg chg="add mod">
          <ac:chgData name="Dora da Silva Roxo" userId="b6f39d0a-b38b-4c97-850c-dbcbfac2b4dd" providerId="ADAL" clId="{CE1E8942-B2E8-4E4D-B8CF-008B8B0358F8}" dt="2024-01-05T09:03:26.082" v="400" actId="20577"/>
          <ac:spMkLst>
            <pc:docMk/>
            <pc:sldMk cId="3582218357" sldId="3152"/>
            <ac:spMk id="21" creationId="{E657EA1C-9F33-4C4F-4128-B6857B8B5CDA}"/>
          </ac:spMkLst>
        </pc:spChg>
        <pc:spChg chg="mod">
          <ac:chgData name="Dora da Silva Roxo" userId="b6f39d0a-b38b-4c97-850c-dbcbfac2b4dd" providerId="ADAL" clId="{CE1E8942-B2E8-4E4D-B8CF-008B8B0358F8}" dt="2024-01-05T09:04:11.773" v="414" actId="20577"/>
          <ac:spMkLst>
            <pc:docMk/>
            <pc:sldMk cId="3582218357" sldId="3152"/>
            <ac:spMk id="22" creationId="{432BD16A-511A-4A9A-B13B-41D8B4D931CC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3" creationId="{63B3C8FF-DD05-2E9F-904E-76B5B45B874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7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8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9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30" creationId="{61557572-BD4A-B8F8-5DE8-F1AAC466F6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35" creationId="{EC9660C1-FC37-7E95-7D29-A0F7E68A8BBA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6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7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8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9:03:28.843" v="401" actId="20577"/>
          <ac:spMkLst>
            <pc:docMk/>
            <pc:sldMk cId="3582218357" sldId="3152"/>
            <ac:spMk id="39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40" creationId="{0111535E-E8BD-B3F4-84D7-B43145794D5F}"/>
          </ac:spMkLst>
        </pc:spChg>
        <pc:spChg chg="mod">
          <ac:chgData name="Dora da Silva Roxo" userId="b6f39d0a-b38b-4c97-850c-dbcbfac2b4dd" providerId="ADAL" clId="{CE1E8942-B2E8-4E4D-B8CF-008B8B0358F8}" dt="2024-01-05T10:03:18.232" v="809" actId="20577"/>
          <ac:spMkLst>
            <pc:docMk/>
            <pc:sldMk cId="3582218357" sldId="3152"/>
            <ac:spMk id="41" creationId="{967FFCDF-AA55-4D26-46C6-FCE66F3FDF83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4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5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6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7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8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9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50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9:38:05.184" v="554" actId="20577"/>
          <ac:spMkLst>
            <pc:docMk/>
            <pc:sldMk cId="3582218357" sldId="3152"/>
            <ac:spMk id="51" creationId="{173AA177-39BE-3E30-B0FC-9DC2BACF9C7E}"/>
          </ac:spMkLst>
        </pc:spChg>
        <pc:spChg chg="mod">
          <ac:chgData name="Dora da Silva Roxo" userId="b6f39d0a-b38b-4c97-850c-dbcbfac2b4dd" providerId="ADAL" clId="{CE1E8942-B2E8-4E4D-B8CF-008B8B0358F8}" dt="2024-01-05T09:39:16.221" v="555" actId="20577"/>
          <ac:spMkLst>
            <pc:docMk/>
            <pc:sldMk cId="3582218357" sldId="3152"/>
            <ac:spMk id="53" creationId="{EED8F888-5BB1-7A74-405E-028D6B44A636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5" creationId="{63F9370D-902C-D66C-7BC4-2645119F34B4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6" creationId="{D0CD9559-3785-A61B-8BAF-856DACB9A5C1}"/>
          </ac:spMkLst>
        </pc:spChg>
        <pc:spChg chg="mod">
          <ac:chgData name="Dora da Silva Roxo" userId="b6f39d0a-b38b-4c97-850c-dbcbfac2b4dd" providerId="ADAL" clId="{CE1E8942-B2E8-4E4D-B8CF-008B8B0358F8}" dt="2024-01-05T09:40:23.536" v="582" actId="20577"/>
          <ac:spMkLst>
            <pc:docMk/>
            <pc:sldMk cId="3582218357" sldId="3152"/>
            <ac:spMk id="57" creationId="{73F6962C-8F13-7ABC-EF23-62FC1CCA50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8" creationId="{963AF22F-7383-77B7-22F9-67710556B990}"/>
          </ac:spMkLst>
        </pc:s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4" creationId="{0EF54922-CBAC-EA75-45AC-5FA6E7EF7E7B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5" creationId="{0EFD26EB-A50E-7EE2-1C69-3FB85A150EA0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6" creationId="{EB46ED7B-C1D0-858E-A8DC-C69AA7542E4A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1" creationId="{4E4F7A79-4ACB-D9B2-31C3-5768E4900558}"/>
          </ac:grpSpMkLst>
        </pc:grpChg>
        <pc:grpChg chg="add mod or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2" creationId="{F45E69C7-FE8E-D847-F363-728A64393E81}"/>
          </ac:grpSpMkLst>
        </pc:grpChg>
      </pc:sldChg>
    </pc:docChg>
  </pc:docChgLst>
  <pc:docChgLst>
    <pc:chgData name="Dora da Silva Roxo" userId="b6f39d0a-b38b-4c97-850c-dbcbfac2b4dd" providerId="ADAL" clId="{92E4C2E2-AA96-43EF-9322-D02D5DCA1A2D}"/>
    <pc:docChg chg="undo custSel modSld">
      <pc:chgData name="Dora da Silva Roxo" userId="b6f39d0a-b38b-4c97-850c-dbcbfac2b4dd" providerId="ADAL" clId="{92E4C2E2-AA96-43EF-9322-D02D5DCA1A2D}" dt="2024-02-05T20:30:48.567" v="195" actId="552"/>
      <pc:docMkLst>
        <pc:docMk/>
      </pc:docMkLst>
      <pc:sldChg chg="delSp modSp mod delCm modCm">
        <pc:chgData name="Dora da Silva Roxo" userId="b6f39d0a-b38b-4c97-850c-dbcbfac2b4dd" providerId="ADAL" clId="{92E4C2E2-AA96-43EF-9322-D02D5DCA1A2D}" dt="2024-02-05T16:34:33.525" v="147"/>
        <pc:sldMkLst>
          <pc:docMk/>
          <pc:sldMk cId="3953214969" sldId="1924"/>
        </pc:sldMkLst>
        <pc:spChg chg="del">
          <ac:chgData name="Dora da Silva Roxo" userId="b6f39d0a-b38b-4c97-850c-dbcbfac2b4dd" providerId="ADAL" clId="{92E4C2E2-AA96-43EF-9322-D02D5DCA1A2D}" dt="2024-02-05T16:21:49.298" v="110" actId="478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Dora da Silva Roxo" userId="b6f39d0a-b38b-4c97-850c-dbcbfac2b4dd" providerId="ADAL" clId="{92E4C2E2-AA96-43EF-9322-D02D5DCA1A2D}" dt="2024-02-05T16:13:32.029" v="8" actId="554"/>
          <ac:spMkLst>
            <pc:docMk/>
            <pc:sldMk cId="3953214969" sldId="1924"/>
            <ac:spMk id="7" creationId="{ABD6D797-458A-1198-F3B1-EAC41A33EBEA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1" creationId="{DEE67B28-AB50-44CF-8180-5B21950F9EC9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4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4.703" v="4" actId="478"/>
          <ac:spMkLst>
            <pc:docMk/>
            <pc:sldMk cId="3953214969" sldId="1924"/>
            <ac:spMk id="36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2.837" v="2" actId="478"/>
          <ac:spMkLst>
            <pc:docMk/>
            <pc:sldMk cId="3953214969" sldId="1924"/>
            <ac:spMk id="38" creationId="{0AE567D8-F108-4FC1-8DD4-36ADCCABE4C3}"/>
          </ac:spMkLst>
        </pc:spChg>
        <pc:spChg chg="mod">
          <ac:chgData name="Dora da Silva Roxo" userId="b6f39d0a-b38b-4c97-850c-dbcbfac2b4dd" providerId="ADAL" clId="{92E4C2E2-AA96-43EF-9322-D02D5DCA1A2D}" dt="2024-02-05T16:21:32.726" v="109" actId="108"/>
          <ac:spMkLst>
            <pc:docMk/>
            <pc:sldMk cId="3953214969" sldId="1924"/>
            <ac:spMk id="42" creationId="{B2C4BC3C-1F70-4500-AC90-B256830C063D}"/>
          </ac:spMkLst>
        </pc:spChg>
        <pc:spChg chg="mod">
          <ac:chgData name="Dora da Silva Roxo" userId="b6f39d0a-b38b-4c97-850c-dbcbfac2b4dd" providerId="ADAL" clId="{92E4C2E2-AA96-43EF-9322-D02D5DCA1A2D}" dt="2024-02-05T16:22:58.790" v="132" actId="20577"/>
          <ac:spMkLst>
            <pc:docMk/>
            <pc:sldMk cId="3953214969" sldId="1924"/>
            <ac:spMk id="43" creationId="{0AE567D8-F108-4FC1-8DD4-36ADCCABE4C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1.795" v="146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9.846" v="145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8.379" v="144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3.525" v="147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modSp mod">
        <pc:chgData name="Dora da Silva Roxo" userId="b6f39d0a-b38b-4c97-850c-dbcbfac2b4dd" providerId="ADAL" clId="{92E4C2E2-AA96-43EF-9322-D02D5DCA1A2D}" dt="2024-02-05T11:10:27.792" v="0" actId="20577"/>
        <pc:sldMkLst>
          <pc:docMk/>
          <pc:sldMk cId="4179508629" sldId="3129"/>
        </pc:sldMkLst>
        <pc:spChg chg="mod">
          <ac:chgData name="Dora da Silva Roxo" userId="b6f39d0a-b38b-4c97-850c-dbcbfac2b4dd" providerId="ADAL" clId="{92E4C2E2-AA96-43EF-9322-D02D5DCA1A2D}" dt="2024-02-05T11:10:27.792" v="0" actId="20577"/>
          <ac:spMkLst>
            <pc:docMk/>
            <pc:sldMk cId="4179508629" sldId="3129"/>
            <ac:spMk id="33" creationId="{5A5775D3-8E92-4882-941D-C9B8227FAFF4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16:31:11.018" v="143" actId="478"/>
        <pc:sldMkLst>
          <pc:docMk/>
          <pc:sldMk cId="432801520" sldId="3149"/>
        </pc:sldMkLst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2" creationId="{AD396DD3-3E19-8FE6-B40E-4747DADFB3E0}"/>
          </ac:spMkLst>
        </pc:spChg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11" creationId="{587D9D92-9CF9-11D6-B878-E9826067CFDC}"/>
          </ac:spMkLst>
        </pc:spChg>
        <pc:spChg chg="mod">
          <ac:chgData name="Dora da Silva Roxo" userId="b6f39d0a-b38b-4c97-850c-dbcbfac2b4dd" providerId="ADAL" clId="{92E4C2E2-AA96-43EF-9322-D02D5DCA1A2D}" dt="2024-02-05T16:31:06.762" v="142" actId="207"/>
          <ac:spMkLst>
            <pc:docMk/>
            <pc:sldMk cId="432801520" sldId="3149"/>
            <ac:spMk id="177" creationId="{D90E8971-EDBF-EC89-547B-4383F038A83F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20:30:48.567" v="195" actId="552"/>
        <pc:sldMkLst>
          <pc:docMk/>
          <pc:sldMk cId="1846047336" sldId="3154"/>
        </pc:sldMkLst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" creationId="{CC982C70-ACC8-4597-8973-E6D2E923BCD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" creationId="{4B98099B-9BC1-4802-8974-B3603A052EDA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7" creationId="{D20F415D-1EDC-4314-9A6F-9CEDE78E15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2" creationId="{A0C957B8-1C91-D5F5-BCC6-5BB2C72B2A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3" creationId="{01BE7C0B-121C-19E7-1B3C-9B63E3FD2487}"/>
          </ac:spMkLst>
        </pc:spChg>
        <pc:spChg chg="add 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5" creationId="{229302C3-EEC4-898E-B08E-E769393AF60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6" creationId="{93C193AE-EED8-440A-8458-F8D9C9665F3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7" creationId="{C9760DFB-850B-446D-A564-0D9F5205F4C8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8" creationId="{E1492F7E-F7A0-4E85-8FC1-862D9C8BA94C}"/>
          </ac:spMkLst>
        </pc:spChg>
        <pc:spChg chg="add 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19" creationId="{9199A8BC-31E1-2A4E-50F5-058C21880424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7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28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9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1" creationId="{967FFCDF-AA55-4D26-46C6-FCE66F3FDF83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4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5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6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51" creationId="{173AA177-39BE-3E30-B0FC-9DC2BACF9C7E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3" creationId="{EED8F888-5BB1-7A74-405E-028D6B44A636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9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0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1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5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6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7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1" creationId="{D0CD9559-3785-A61B-8BAF-856DACB9A5C1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2" creationId="{82D1FAD0-5C7D-6A0E-4E3E-A04A7E54B142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3" creationId="{488958EA-39C6-AD50-DC90-E4641279C5A5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4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5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6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7" creationId="{00EA78C5-DF58-AD26-4D18-984DBF16B1F7}"/>
          </ac:spMkLst>
        </pc:spChg>
        <pc:grpChg chg="del">
          <ac:chgData name="Dora da Silva Roxo" userId="b6f39d0a-b38b-4c97-850c-dbcbfac2b4dd" providerId="ADAL" clId="{92E4C2E2-AA96-43EF-9322-D02D5DCA1A2D}" dt="2024-02-05T20:24:14.703" v="152" actId="165"/>
          <ac:grpSpMkLst>
            <pc:docMk/>
            <pc:sldMk cId="1846047336" sldId="3154"/>
            <ac:grpSpMk id="3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5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8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24:31.575" v="155" actId="165"/>
          <ac:grpSpMkLst>
            <pc:docMk/>
            <pc:sldMk cId="1846047336" sldId="3154"/>
            <ac:grpSpMk id="9" creationId="{E4674157-8C21-EA7E-5B26-FD513E5F7E1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10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24.072" v="153" actId="165"/>
          <ac:grpSpMkLst>
            <pc:docMk/>
            <pc:sldMk cId="1846047336" sldId="3154"/>
            <ac:grpSpMk id="11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30:33.109" v="193" actId="165"/>
          <ac:grpSpMkLst>
            <pc:docMk/>
            <pc:sldMk cId="1846047336" sldId="3154"/>
            <ac:grpSpMk id="20" creationId="{21A16EC5-0980-972C-11E1-98796540F614}"/>
          </ac:grpSpMkLst>
        </pc:grpChg>
      </pc:sldChg>
    </pc:docChg>
  </pc:docChgLst>
  <pc:docChgLst>
    <pc:chgData name="Dora da Silva Roxo" userId="b6f39d0a-b38b-4c97-850c-dbcbfac2b4dd" providerId="ADAL" clId="{75956D5A-6F38-4D82-B0F8-295B514A2FF9}"/>
    <pc:docChg chg="custSel modSld">
      <pc:chgData name="Dora da Silva Roxo" userId="b6f39d0a-b38b-4c97-850c-dbcbfac2b4dd" providerId="ADAL" clId="{75956D5A-6F38-4D82-B0F8-295B514A2FF9}" dt="2024-02-16T09:48:28.083" v="443" actId="1035"/>
      <pc:docMkLst>
        <pc:docMk/>
      </pc:docMkLst>
      <pc:sldChg chg="modSp mod">
        <pc:chgData name="Dora da Silva Roxo" userId="b6f39d0a-b38b-4c97-850c-dbcbfac2b4dd" providerId="ADAL" clId="{75956D5A-6F38-4D82-B0F8-295B514A2FF9}" dt="2024-02-16T09:46:42.719" v="362" actId="20577"/>
        <pc:sldMkLst>
          <pc:docMk/>
          <pc:sldMk cId="3953214969" sldId="1924"/>
        </pc:sldMkLst>
        <pc:spChg chg="mod">
          <ac:chgData name="Dora da Silva Roxo" userId="b6f39d0a-b38b-4c97-850c-dbcbfac2b4dd" providerId="ADAL" clId="{75956D5A-6F38-4D82-B0F8-295B514A2FF9}" dt="2024-02-16T09:46:42.719" v="362" actId="20577"/>
          <ac:spMkLst>
            <pc:docMk/>
            <pc:sldMk cId="3953214969" sldId="1924"/>
            <ac:spMk id="42" creationId="{B2C4BC3C-1F70-4500-AC90-B256830C063D}"/>
          </ac:spMkLst>
        </pc:spChg>
      </pc:sldChg>
      <pc:sldChg chg="addSp delSp modSp mod">
        <pc:chgData name="Dora da Silva Roxo" userId="b6f39d0a-b38b-4c97-850c-dbcbfac2b4dd" providerId="ADAL" clId="{75956D5A-6F38-4D82-B0F8-295B514A2FF9}" dt="2024-02-16T09:45:54.854" v="344" actId="20577"/>
        <pc:sldMkLst>
          <pc:docMk/>
          <pc:sldMk cId="432801520" sldId="3149"/>
        </pc:sldMkLst>
        <pc:spChg chg="add del mod">
          <ac:chgData name="Dora da Silva Roxo" userId="b6f39d0a-b38b-4c97-850c-dbcbfac2b4dd" providerId="ADAL" clId="{75956D5A-6F38-4D82-B0F8-295B514A2FF9}" dt="2024-02-16T09:45:27.613" v="316" actId="478"/>
          <ac:spMkLst>
            <pc:docMk/>
            <pc:sldMk cId="432801520" sldId="3149"/>
            <ac:spMk id="2" creationId="{A4C07787-62FE-ADD2-C98A-FAA4AAA2942A}"/>
          </ac:spMkLst>
        </pc:spChg>
        <pc:spChg chg="del mod">
          <ac:chgData name="Dora da Silva Roxo" userId="b6f39d0a-b38b-4c97-850c-dbcbfac2b4dd" providerId="ADAL" clId="{75956D5A-6F38-4D82-B0F8-295B514A2FF9}" dt="2024-02-16T09:45:28.651" v="317" actId="478"/>
          <ac:spMkLst>
            <pc:docMk/>
            <pc:sldMk cId="432801520" sldId="3149"/>
            <ac:spMk id="4" creationId="{126EC5B0-C726-45B7-80BF-59F7C2256B5B}"/>
          </ac:spMkLst>
        </pc:spChg>
        <pc:spChg chg="add del mod">
          <ac:chgData name="Dora da Silva Roxo" userId="b6f39d0a-b38b-4c97-850c-dbcbfac2b4dd" providerId="ADAL" clId="{75956D5A-6F38-4D82-B0F8-295B514A2FF9}" dt="2024-02-16T09:45:33.445" v="318" actId="478"/>
          <ac:spMkLst>
            <pc:docMk/>
            <pc:sldMk cId="432801520" sldId="3149"/>
            <ac:spMk id="14" creationId="{56D5082F-9244-D954-ABB7-84298FB3B406}"/>
          </ac:spMkLst>
        </pc:spChg>
        <pc:spChg chg="add mod">
          <ac:chgData name="Dora da Silva Roxo" userId="b6f39d0a-b38b-4c97-850c-dbcbfac2b4dd" providerId="ADAL" clId="{75956D5A-6F38-4D82-B0F8-295B514A2FF9}" dt="2024-02-16T09:45:54.854" v="344" actId="20577"/>
          <ac:spMkLst>
            <pc:docMk/>
            <pc:sldMk cId="432801520" sldId="3149"/>
            <ac:spMk id="15" creationId="{C6553488-886A-50E0-50E2-447D2B4C72B3}"/>
          </ac:spMkLst>
        </pc:spChg>
        <pc:spChg chg="add del mod">
          <ac:chgData name="Dora da Silva Roxo" userId="b6f39d0a-b38b-4c97-850c-dbcbfac2b4dd" providerId="ADAL" clId="{75956D5A-6F38-4D82-B0F8-295B514A2FF9}" dt="2024-02-16T09:45:45.616" v="322" actId="478"/>
          <ac:spMkLst>
            <pc:docMk/>
            <pc:sldMk cId="432801520" sldId="3149"/>
            <ac:spMk id="19" creationId="{BA796088-A5F8-F27C-0478-AA0583F2CD3B}"/>
          </ac:spMkLst>
        </pc:spChg>
        <pc:spChg chg="add mod">
          <ac:chgData name="Dora da Silva Roxo" userId="b6f39d0a-b38b-4c97-850c-dbcbfac2b4dd" providerId="ADAL" clId="{75956D5A-6F38-4D82-B0F8-295B514A2FF9}" dt="2024-02-16T09:45:43.638" v="321"/>
          <ac:spMkLst>
            <pc:docMk/>
            <pc:sldMk cId="432801520" sldId="3149"/>
            <ac:spMk id="20" creationId="{DC15507B-335F-B60A-FCB2-42338E4A654D}"/>
          </ac:spMkLst>
        </pc:spChg>
        <pc:spChg chg="add mod">
          <ac:chgData name="Dora da Silva Roxo" userId="b6f39d0a-b38b-4c97-850c-dbcbfac2b4dd" providerId="ADAL" clId="{75956D5A-6F38-4D82-B0F8-295B514A2FF9}" dt="2024-02-16T09:45:53.370" v="342" actId="114"/>
          <ac:spMkLst>
            <pc:docMk/>
            <pc:sldMk cId="432801520" sldId="3149"/>
            <ac:spMk id="21" creationId="{32CA3140-0DFA-C764-2D7D-35B8BF7CED78}"/>
          </ac:spMkLst>
        </pc:spChg>
        <pc:spChg chg="mod">
          <ac:chgData name="Dora da Silva Roxo" userId="b6f39d0a-b38b-4c97-850c-dbcbfac2b4dd" providerId="ADAL" clId="{75956D5A-6F38-4D82-B0F8-295B514A2FF9}" dt="2024-02-16T09:43:29.048" v="256" actId="14100"/>
          <ac:spMkLst>
            <pc:docMk/>
            <pc:sldMk cId="432801520" sldId="3149"/>
            <ac:spMk id="144" creationId="{A0F77F5C-4FF1-4940-58E2-4920C31965FF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45" creationId="{02E5B5A3-5ED8-FD08-5432-5F42ACC022CA}"/>
          </ac:spMkLst>
        </pc:spChg>
        <pc:spChg chg="mod">
          <ac:chgData name="Dora da Silva Roxo" userId="b6f39d0a-b38b-4c97-850c-dbcbfac2b4dd" providerId="ADAL" clId="{75956D5A-6F38-4D82-B0F8-295B514A2FF9}" dt="2024-02-16T09:43:16.467" v="245" actId="20577"/>
          <ac:spMkLst>
            <pc:docMk/>
            <pc:sldMk cId="432801520" sldId="3149"/>
            <ac:spMk id="148" creationId="{A0F77F5C-4FF1-4940-58E2-4920C31965FF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60" creationId="{02E5B5A3-5ED8-FD08-5432-5F42ACC022CA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65" creationId="{02E5B5A3-5ED8-FD08-5432-5F42ACC022CA}"/>
          </ac:spMkLst>
        </pc:spChg>
        <pc:spChg chg="del">
          <ac:chgData name="Dora da Silva Roxo" userId="b6f39d0a-b38b-4c97-850c-dbcbfac2b4dd" providerId="ADAL" clId="{75956D5A-6F38-4D82-B0F8-295B514A2FF9}" dt="2024-02-16T09:44:09.560" v="261" actId="478"/>
          <ac:spMkLst>
            <pc:docMk/>
            <pc:sldMk cId="432801520" sldId="3149"/>
            <ac:spMk id="170" creationId="{02E5B5A3-5ED8-FD08-5432-5F42ACC022CA}"/>
          </ac:spMkLst>
        </pc:spChg>
        <pc:spChg chg="del">
          <ac:chgData name="Dora da Silva Roxo" userId="b6f39d0a-b38b-4c97-850c-dbcbfac2b4dd" providerId="ADAL" clId="{75956D5A-6F38-4D82-B0F8-295B514A2FF9}" dt="2024-02-16T09:45:43.368" v="320" actId="478"/>
          <ac:spMkLst>
            <pc:docMk/>
            <pc:sldMk cId="432801520" sldId="3149"/>
            <ac:spMk id="225" creationId="{C458D2FE-AB1E-4664-B412-BC846DD96C81}"/>
          </ac:spMkLst>
        </pc:spChg>
        <pc:spChg chg="mod">
          <ac:chgData name="Dora da Silva Roxo" userId="b6f39d0a-b38b-4c97-850c-dbcbfac2b4dd" providerId="ADAL" clId="{75956D5A-6F38-4D82-B0F8-295B514A2FF9}" dt="2024-02-16T09:44:52.823" v="300" actId="20577"/>
          <ac:spMkLst>
            <pc:docMk/>
            <pc:sldMk cId="432801520" sldId="3149"/>
            <ac:spMk id="323" creationId="{A0F77F5C-4FF1-4940-58E2-4920C31965FF}"/>
          </ac:spMkLst>
        </pc:s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140" creationId="{5AA83C5F-24F9-1EFC-C0CD-2B7EBEE91EA3}"/>
          </ac:grpSpMkLst>
        </pc:gr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146" creationId="{5AA83C5F-24F9-1EFC-C0CD-2B7EBEE91EA3}"/>
          </ac:grpSpMkLst>
        </pc:grpChg>
        <pc:grpChg chg="del">
          <ac:chgData name="Dora da Silva Roxo" userId="b6f39d0a-b38b-4c97-850c-dbcbfac2b4dd" providerId="ADAL" clId="{75956D5A-6F38-4D82-B0F8-295B514A2FF9}" dt="2024-02-16T09:43:19.159" v="246" actId="478"/>
          <ac:grpSpMkLst>
            <pc:docMk/>
            <pc:sldMk cId="432801520" sldId="3149"/>
            <ac:grpSpMk id="149" creationId="{5AA83C5F-24F9-1EFC-C0CD-2B7EBEE91EA3}"/>
          </ac:grpSpMkLst>
        </pc:gr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321" creationId="{5AA83C5F-24F9-1EFC-C0CD-2B7EBEE91EA3}"/>
          </ac:grpSpMkLst>
        </pc:grpChg>
      </pc:sldChg>
      <pc:sldChg chg="delSp modSp mod">
        <pc:chgData name="Dora da Silva Roxo" userId="b6f39d0a-b38b-4c97-850c-dbcbfac2b4dd" providerId="ADAL" clId="{75956D5A-6F38-4D82-B0F8-295B514A2FF9}" dt="2024-02-16T09:48:28.083" v="443" actId="1035"/>
        <pc:sldMkLst>
          <pc:docMk/>
          <pc:sldMk cId="3582218357" sldId="3152"/>
        </pc:sldMkLst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4" creationId="{0EF54922-CBAC-EA75-45AC-5FA6E7EF7E7B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5" creationId="{0EFD26EB-A50E-7EE2-1C69-3FB85A150EA0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6" creationId="{EB46ED7B-C1D0-858E-A8DC-C69AA7542E4A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32" creationId="{F45E69C7-FE8E-D847-F363-728A64393E81}"/>
          </ac:grpSpMkLst>
        </pc:grpChg>
        <pc:grpChg chg="mod">
          <ac:chgData name="Dora da Silva Roxo" userId="b6f39d0a-b38b-4c97-850c-dbcbfac2b4dd" providerId="ADAL" clId="{75956D5A-6F38-4D82-B0F8-295B514A2FF9}" dt="2024-02-16T09:48:28.083" v="443" actId="1035"/>
          <ac:grpSpMkLst>
            <pc:docMk/>
            <pc:sldMk cId="3582218357" sldId="3152"/>
            <ac:grpSpMk id="59" creationId="{0EF54922-CBAC-EA75-45AC-5FA6E7EF7E7B}"/>
          </ac:grpSpMkLst>
        </pc:grpChg>
      </pc:sldChg>
      <pc:sldChg chg="addSp modSp mod">
        <pc:chgData name="Dora da Silva Roxo" userId="b6f39d0a-b38b-4c97-850c-dbcbfac2b4dd" providerId="ADAL" clId="{75956D5A-6F38-4D82-B0F8-295B514A2FF9}" dt="2024-02-16T09:44:49.137" v="298" actId="20577"/>
        <pc:sldMkLst>
          <pc:docMk/>
          <pc:sldMk cId="1846047336" sldId="3154"/>
        </pc:sldMkLst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3" creationId="{9D4B1BE6-7FC2-DC56-82D1-7FD306CAE122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5" creationId="{473DA9CC-FBDB-D3DB-3BCF-12259CC48507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8" creationId="{CF1CA28D-7C47-022F-90F9-152D89961D75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9" creationId="{AD67ECDD-4108-5761-E57D-1034658CD16E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10" creationId="{7611FA5B-3344-0098-13A3-9038285E19CC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11" creationId="{B0E568B4-02E9-7D65-5BA5-2D70FF2413D2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20" creationId="{824F4097-55F3-DA75-6D94-0F3154BD84D7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21" creationId="{0D6F8D75-DAE4-A952-6CF2-A3AD40871592}"/>
          </ac:spMkLst>
        </pc:spChg>
        <pc:spChg chg="mod">
          <ac:chgData name="Dora da Silva Roxo" userId="b6f39d0a-b38b-4c97-850c-dbcbfac2b4dd" providerId="ADAL" clId="{75956D5A-6F38-4D82-B0F8-295B514A2FF9}" dt="2024-02-16T09:44:49.137" v="298" actId="20577"/>
          <ac:spMkLst>
            <pc:docMk/>
            <pc:sldMk cId="1846047336" sldId="3154"/>
            <ac:spMk id="53" creationId="{EED8F888-5BB1-7A74-405E-028D6B44A636}"/>
          </ac:spMkLst>
        </pc:spChg>
      </pc:sldChg>
    </pc:docChg>
  </pc:docChgLst>
  <pc:docChgLst>
    <pc:chgData name="Dora da Silva Roxo" userId="b6f39d0a-b38b-4c97-850c-dbcbfac2b4dd" providerId="ADAL" clId="{503417F7-A4AE-47D2-9BDD-2DA39D648702}"/>
    <pc:docChg chg="undo custSel addSld modSld">
      <pc:chgData name="Dora da Silva Roxo" userId="b6f39d0a-b38b-4c97-850c-dbcbfac2b4dd" providerId="ADAL" clId="{503417F7-A4AE-47D2-9BDD-2DA39D648702}" dt="2024-03-01T11:26:32.263" v="676" actId="552"/>
      <pc:docMkLst>
        <pc:docMk/>
      </pc:docMkLst>
      <pc:sldChg chg="modSp add mod">
        <pc:chgData name="Dora da Silva Roxo" userId="b6f39d0a-b38b-4c97-850c-dbcbfac2b4dd" providerId="ADAL" clId="{503417F7-A4AE-47D2-9BDD-2DA39D648702}" dt="2024-03-01T09:50:07.644" v="109" actId="20577"/>
        <pc:sldMkLst>
          <pc:docMk/>
          <pc:sldMk cId="3953214969" sldId="1924"/>
        </pc:sldMkLst>
        <pc:spChg chg="mod">
          <ac:chgData name="Dora da Silva Roxo" userId="b6f39d0a-b38b-4c97-850c-dbcbfac2b4dd" providerId="ADAL" clId="{503417F7-A4AE-47D2-9BDD-2DA39D648702}" dt="2024-03-01T09:50:07.644" v="109" actId="20577"/>
          <ac:spMkLst>
            <pc:docMk/>
            <pc:sldMk cId="3953214969" sldId="1924"/>
            <ac:spMk id="7" creationId="{ABD6D797-458A-1198-F3B1-EAC41A33EBEA}"/>
          </ac:spMkLst>
        </pc:spChg>
        <pc:spChg chg="mod">
          <ac:chgData name="Dora da Silva Roxo" userId="b6f39d0a-b38b-4c97-850c-dbcbfac2b4dd" providerId="ADAL" clId="{503417F7-A4AE-47D2-9BDD-2DA39D648702}" dt="2024-03-01T09:49:09.829" v="13" actId="20577"/>
          <ac:spMkLst>
            <pc:docMk/>
            <pc:sldMk cId="3953214969" sldId="1924"/>
            <ac:spMk id="42" creationId="{B2C4BC3C-1F70-4500-AC90-B256830C063D}"/>
          </ac:spMkLst>
        </pc:spChg>
      </pc:sldChg>
      <pc:sldChg chg="addSp delSp modSp mod">
        <pc:chgData name="Dora da Silva Roxo" userId="b6f39d0a-b38b-4c97-850c-dbcbfac2b4dd" providerId="ADAL" clId="{503417F7-A4AE-47D2-9BDD-2DA39D648702}" dt="2024-03-01T11:26:32.263" v="676" actId="552"/>
        <pc:sldMkLst>
          <pc:docMk/>
          <pc:sldMk cId="432801520" sldId="3149"/>
        </pc:sldMkLst>
        <pc:spChg chg="del">
          <ac:chgData name="Dora da Silva Roxo" userId="b6f39d0a-b38b-4c97-850c-dbcbfac2b4dd" providerId="ADAL" clId="{503417F7-A4AE-47D2-9BDD-2DA39D648702}" dt="2024-03-01T09:51:55.233" v="232" actId="478"/>
          <ac:spMkLst>
            <pc:docMk/>
            <pc:sldMk cId="432801520" sldId="3149"/>
            <ac:spMk id="2" creationId="{00000000-0000-0000-0000-000000000000}"/>
          </ac:spMkLst>
        </pc:spChg>
        <pc:spChg chg="add mod">
          <ac:chgData name="Dora da Silva Roxo" userId="b6f39d0a-b38b-4c97-850c-dbcbfac2b4dd" providerId="ADAL" clId="{503417F7-A4AE-47D2-9BDD-2DA39D648702}" dt="2024-03-01T09:52:19.704" v="235" actId="14100"/>
          <ac:spMkLst>
            <pc:docMk/>
            <pc:sldMk cId="432801520" sldId="3149"/>
            <ac:spMk id="4" creationId="{417ACDB8-8BCD-5233-6283-1A95E8381BF2}"/>
          </ac:spMkLst>
        </pc:spChg>
        <pc:spChg chg="mod">
          <ac:chgData name="Dora da Silva Roxo" userId="b6f39d0a-b38b-4c97-850c-dbcbfac2b4dd" providerId="ADAL" clId="{503417F7-A4AE-47D2-9BDD-2DA39D648702}" dt="2024-03-01T09:51:16.616" v="216"/>
          <ac:spMkLst>
            <pc:docMk/>
            <pc:sldMk cId="432801520" sldId="3149"/>
            <ac:spMk id="18" creationId="{165BB4E3-15CF-867B-5C2B-9AE458B07A8F}"/>
          </ac:spMkLst>
        </pc:spChg>
        <pc:spChg chg="add mod">
          <ac:chgData name="Dora da Silva Roxo" userId="b6f39d0a-b38b-4c97-850c-dbcbfac2b4dd" providerId="ADAL" clId="{503417F7-A4AE-47D2-9BDD-2DA39D648702}" dt="2024-03-01T09:53:13.854" v="260" actId="1038"/>
          <ac:spMkLst>
            <pc:docMk/>
            <pc:sldMk cId="432801520" sldId="3149"/>
            <ac:spMk id="19" creationId="{AADB0981-0B3A-4525-CD54-7487F04B51C9}"/>
          </ac:spMkLst>
        </pc:spChg>
        <pc:spChg chg="mod">
          <ac:chgData name="Dora da Silva Roxo" userId="b6f39d0a-b38b-4c97-850c-dbcbfac2b4dd" providerId="ADAL" clId="{503417F7-A4AE-47D2-9BDD-2DA39D648702}" dt="2024-03-01T11:24:39.350" v="624" actId="208"/>
          <ac:spMkLst>
            <pc:docMk/>
            <pc:sldMk cId="432801520" sldId="3149"/>
            <ac:spMk id="22" creationId="{C69C006B-28D7-AD24-5725-ECFFE7271306}"/>
          </ac:spMkLst>
        </pc:spChg>
        <pc:spChg chg="mod">
          <ac:chgData name="Dora da Silva Roxo" userId="b6f39d0a-b38b-4c97-850c-dbcbfac2b4dd" providerId="ADAL" clId="{503417F7-A4AE-47D2-9BDD-2DA39D648702}" dt="2024-03-01T11:23:36.717" v="621" actId="14100"/>
          <ac:spMkLst>
            <pc:docMk/>
            <pc:sldMk cId="432801520" sldId="3149"/>
            <ac:spMk id="23" creationId="{111240BF-9E6B-1EC6-0C7A-F1F210B8DBFD}"/>
          </ac:spMkLst>
        </pc:spChg>
        <pc:spChg chg="mod">
          <ac:chgData name="Dora da Silva Roxo" userId="b6f39d0a-b38b-4c97-850c-dbcbfac2b4dd" providerId="ADAL" clId="{503417F7-A4AE-47D2-9BDD-2DA39D648702}" dt="2024-03-01T11:25:15.739" v="630" actId="1076"/>
          <ac:spMkLst>
            <pc:docMk/>
            <pc:sldMk cId="432801520" sldId="3149"/>
            <ac:spMk id="97" creationId="{4DB53043-2D6A-8A8B-B73A-1B963ECE5ECE}"/>
          </ac:spMkLst>
        </pc:spChg>
        <pc:spChg chg="mod">
          <ac:chgData name="Dora da Silva Roxo" userId="b6f39d0a-b38b-4c97-850c-dbcbfac2b4dd" providerId="ADAL" clId="{503417F7-A4AE-47D2-9BDD-2DA39D648702}" dt="2024-03-01T11:26:08.304" v="673" actId="12789"/>
          <ac:spMkLst>
            <pc:docMk/>
            <pc:sldMk cId="432801520" sldId="3149"/>
            <ac:spMk id="129" creationId="{86F500D2-76EA-FD75-C073-CBBD0C6BB68B}"/>
          </ac:spMkLst>
        </pc:spChg>
        <pc:spChg chg="mod">
          <ac:chgData name="Dora da Silva Roxo" userId="b6f39d0a-b38b-4c97-850c-dbcbfac2b4dd" providerId="ADAL" clId="{503417F7-A4AE-47D2-9BDD-2DA39D648702}" dt="2024-03-01T11:26:32.263" v="676" actId="552"/>
          <ac:spMkLst>
            <pc:docMk/>
            <pc:sldMk cId="432801520" sldId="3149"/>
            <ac:spMk id="154" creationId="{D90E8971-EDBF-EC89-547B-4383F038A83F}"/>
          </ac:spMkLst>
        </pc:spChg>
        <pc:spChg chg="mod">
          <ac:chgData name="Dora da Silva Roxo" userId="b6f39d0a-b38b-4c97-850c-dbcbfac2b4dd" providerId="ADAL" clId="{503417F7-A4AE-47D2-9BDD-2DA39D648702}" dt="2024-03-01T11:26:32.263" v="676" actId="552"/>
          <ac:spMkLst>
            <pc:docMk/>
            <pc:sldMk cId="432801520" sldId="3149"/>
            <ac:spMk id="172" creationId="{D90E8971-EDBF-EC89-547B-4383F038A83F}"/>
          </ac:spMkLst>
        </pc:spChg>
        <pc:spChg chg="mod">
          <ac:chgData name="Dora da Silva Roxo" userId="b6f39d0a-b38b-4c97-850c-dbcbfac2b4dd" providerId="ADAL" clId="{503417F7-A4AE-47D2-9BDD-2DA39D648702}" dt="2024-03-01T11:26:32.263" v="676" actId="552"/>
          <ac:spMkLst>
            <pc:docMk/>
            <pc:sldMk cId="432801520" sldId="3149"/>
            <ac:spMk id="176" creationId="{D90E8971-EDBF-EC89-547B-4383F038A83F}"/>
          </ac:spMkLst>
        </pc:spChg>
        <pc:spChg chg="mod">
          <ac:chgData name="Dora da Silva Roxo" userId="b6f39d0a-b38b-4c97-850c-dbcbfac2b4dd" providerId="ADAL" clId="{503417F7-A4AE-47D2-9BDD-2DA39D648702}" dt="2024-03-01T11:26:32.263" v="676" actId="552"/>
          <ac:spMkLst>
            <pc:docMk/>
            <pc:sldMk cId="432801520" sldId="3149"/>
            <ac:spMk id="177" creationId="{D90E8971-EDBF-EC89-547B-4383F038A83F}"/>
          </ac:spMkLst>
        </pc:spChg>
        <pc:spChg chg="mod">
          <ac:chgData name="Dora da Silva Roxo" userId="b6f39d0a-b38b-4c97-850c-dbcbfac2b4dd" providerId="ADAL" clId="{503417F7-A4AE-47D2-9BDD-2DA39D648702}" dt="2024-03-01T11:25:59.724" v="672" actId="12789"/>
          <ac:spMkLst>
            <pc:docMk/>
            <pc:sldMk cId="432801520" sldId="3149"/>
            <ac:spMk id="239" creationId="{86F500D2-76EA-FD75-C073-CBBD0C6BB68B}"/>
          </ac:spMkLst>
        </pc:spChg>
        <pc:spChg chg="mod">
          <ac:chgData name="Dora da Silva Roxo" userId="b6f39d0a-b38b-4c97-850c-dbcbfac2b4dd" providerId="ADAL" clId="{503417F7-A4AE-47D2-9BDD-2DA39D648702}" dt="2024-03-01T09:51:04.496" v="188" actId="552"/>
          <ac:spMkLst>
            <pc:docMk/>
            <pc:sldMk cId="432801520" sldId="3149"/>
            <ac:spMk id="241" creationId="{D2D3337C-F1DE-180B-87E3-70C329A458BE}"/>
          </ac:spMkLst>
        </pc:spChg>
        <pc:spChg chg="mod">
          <ac:chgData name="Dora da Silva Roxo" userId="b6f39d0a-b38b-4c97-850c-dbcbfac2b4dd" providerId="ADAL" clId="{503417F7-A4AE-47D2-9BDD-2DA39D648702}" dt="2024-03-01T11:22:38.718" v="582" actId="552"/>
          <ac:spMkLst>
            <pc:docMk/>
            <pc:sldMk cId="432801520" sldId="3149"/>
            <ac:spMk id="248" creationId="{67140A32-92FB-BF04-B8DF-49B6439C86B2}"/>
          </ac:spMkLst>
        </pc:spChg>
        <pc:spChg chg="mod">
          <ac:chgData name="Dora da Silva Roxo" userId="b6f39d0a-b38b-4c97-850c-dbcbfac2b4dd" providerId="ADAL" clId="{503417F7-A4AE-47D2-9BDD-2DA39D648702}" dt="2024-03-01T09:51:59.344" v="233" actId="554"/>
          <ac:spMkLst>
            <pc:docMk/>
            <pc:sldMk cId="432801520" sldId="3149"/>
            <ac:spMk id="258" creationId="{D2D3337C-F1DE-180B-87E3-70C329A458BE}"/>
          </ac:spMkLst>
        </pc:spChg>
        <pc:spChg chg="mod">
          <ac:chgData name="Dora da Silva Roxo" userId="b6f39d0a-b38b-4c97-850c-dbcbfac2b4dd" providerId="ADAL" clId="{503417F7-A4AE-47D2-9BDD-2DA39D648702}" dt="2024-03-01T11:26:25.254" v="675" actId="12789"/>
          <ac:spMkLst>
            <pc:docMk/>
            <pc:sldMk cId="432801520" sldId="3149"/>
            <ac:spMk id="262" creationId="{86F500D2-76EA-FD75-C073-CBBD0C6BB68B}"/>
          </ac:spMkLst>
        </pc:spChg>
        <pc:spChg chg="mod">
          <ac:chgData name="Dora da Silva Roxo" userId="b6f39d0a-b38b-4c97-850c-dbcbfac2b4dd" providerId="ADAL" clId="{503417F7-A4AE-47D2-9BDD-2DA39D648702}" dt="2024-03-01T11:26:19.012" v="674" actId="12789"/>
          <ac:spMkLst>
            <pc:docMk/>
            <pc:sldMk cId="432801520" sldId="3149"/>
            <ac:spMk id="277" creationId="{86F500D2-76EA-FD75-C073-CBBD0C6BB68B}"/>
          </ac:spMkLst>
        </pc:spChg>
        <pc:spChg chg="mod">
          <ac:chgData name="Dora da Silva Roxo" userId="b6f39d0a-b38b-4c97-850c-dbcbfac2b4dd" providerId="ADAL" clId="{503417F7-A4AE-47D2-9BDD-2DA39D648702}" dt="2024-03-01T11:22:38.718" v="582" actId="552"/>
          <ac:spMkLst>
            <pc:docMk/>
            <pc:sldMk cId="432801520" sldId="3149"/>
            <ac:spMk id="295" creationId="{0B9F269B-D29F-4F28-3414-154977BB7440}"/>
          </ac:spMkLst>
        </pc:spChg>
        <pc:grpChg chg="add del mod">
          <ac:chgData name="Dora da Silva Roxo" userId="b6f39d0a-b38b-4c97-850c-dbcbfac2b4dd" providerId="ADAL" clId="{503417F7-A4AE-47D2-9BDD-2DA39D648702}" dt="2024-03-01T09:51:25.805" v="230" actId="478"/>
          <ac:grpSpMkLst>
            <pc:docMk/>
            <pc:sldMk cId="432801520" sldId="3149"/>
            <ac:grpSpMk id="11" creationId="{6B79F720-0E6A-B366-2CCB-3AE6145D32D7}"/>
          </ac:grpSpMkLst>
        </pc:grpChg>
        <pc:grpChg chg="ord">
          <ac:chgData name="Dora da Silva Roxo" userId="b6f39d0a-b38b-4c97-850c-dbcbfac2b4dd" providerId="ADAL" clId="{503417F7-A4AE-47D2-9BDD-2DA39D648702}" dt="2024-03-01T09:53:28.806" v="261" actId="166"/>
          <ac:grpSpMkLst>
            <pc:docMk/>
            <pc:sldMk cId="432801520" sldId="3149"/>
            <ac:grpSpMk id="13" creationId="{00000000-0000-0000-0000-000000000000}"/>
          </ac:grpSpMkLst>
        </pc:grpChg>
        <pc:grpChg chg="add mod">
          <ac:chgData name="Dora da Silva Roxo" userId="b6f39d0a-b38b-4c97-850c-dbcbfac2b4dd" providerId="ADAL" clId="{503417F7-A4AE-47D2-9BDD-2DA39D648702}" dt="2024-03-01T11:24:58.567" v="628" actId="1035"/>
          <ac:grpSpMkLst>
            <pc:docMk/>
            <pc:sldMk cId="432801520" sldId="3149"/>
            <ac:grpSpMk id="20" creationId="{8CF480BB-714F-0D51-B576-030D4657CE2A}"/>
          </ac:grpSpMkLst>
        </pc:grpChg>
        <pc:grpChg chg="mod">
          <ac:chgData name="Dora da Silva Roxo" userId="b6f39d0a-b38b-4c97-850c-dbcbfac2b4dd" providerId="ADAL" clId="{503417F7-A4AE-47D2-9BDD-2DA39D648702}" dt="2024-03-01T11:24:58.567" v="628" actId="1035"/>
          <ac:grpSpMkLst>
            <pc:docMk/>
            <pc:sldMk cId="432801520" sldId="3149"/>
            <ac:grpSpMk id="91" creationId="{6C843EB6-C2AC-24B5-849F-0594A685AF19}"/>
          </ac:grpSpMkLst>
        </pc:grpChg>
        <pc:grpChg chg="mod">
          <ac:chgData name="Dora da Silva Roxo" userId="b6f39d0a-b38b-4c97-850c-dbcbfac2b4dd" providerId="ADAL" clId="{503417F7-A4AE-47D2-9BDD-2DA39D648702}" dt="2024-03-01T11:25:29.620" v="656" actId="1038"/>
          <ac:grpSpMkLst>
            <pc:docMk/>
            <pc:sldMk cId="432801520" sldId="3149"/>
            <ac:grpSpMk id="140" creationId="{5AA83C5F-24F9-1EFC-C0CD-2B7EBEE91EA3}"/>
          </ac:grpSpMkLst>
        </pc:grpChg>
        <pc:grpChg chg="mod">
          <ac:chgData name="Dora da Silva Roxo" userId="b6f39d0a-b38b-4c97-850c-dbcbfac2b4dd" providerId="ADAL" clId="{503417F7-A4AE-47D2-9BDD-2DA39D648702}" dt="2024-03-01T11:25:29.620" v="656" actId="1038"/>
          <ac:grpSpMkLst>
            <pc:docMk/>
            <pc:sldMk cId="432801520" sldId="3149"/>
            <ac:grpSpMk id="146" creationId="{5AA83C5F-24F9-1EFC-C0CD-2B7EBEE91EA3}"/>
          </ac:grpSpMkLst>
        </pc:grpChg>
        <pc:grpChg chg="mod">
          <ac:chgData name="Dora da Silva Roxo" userId="b6f39d0a-b38b-4c97-850c-dbcbfac2b4dd" providerId="ADAL" clId="{503417F7-A4AE-47D2-9BDD-2DA39D648702}" dt="2024-03-01T11:25:34.268" v="670" actId="1038"/>
          <ac:grpSpMkLst>
            <pc:docMk/>
            <pc:sldMk cId="432801520" sldId="3149"/>
            <ac:grpSpMk id="163" creationId="{6C843EB6-C2AC-24B5-849F-0594A685AF19}"/>
          </ac:grpSpMkLst>
        </pc:grpChg>
        <pc:grpChg chg="mod">
          <ac:chgData name="Dora da Silva Roxo" userId="b6f39d0a-b38b-4c97-850c-dbcbfac2b4dd" providerId="ADAL" clId="{503417F7-A4AE-47D2-9BDD-2DA39D648702}" dt="2024-03-01T11:24:58.567" v="628" actId="1035"/>
          <ac:grpSpMkLst>
            <pc:docMk/>
            <pc:sldMk cId="432801520" sldId="3149"/>
            <ac:grpSpMk id="254" creationId="{024F0507-E898-C529-0FCE-7F4EC04DC764}"/>
          </ac:grpSpMkLst>
        </pc:grpChg>
        <pc:grpChg chg="mod">
          <ac:chgData name="Dora da Silva Roxo" userId="b6f39d0a-b38b-4c97-850c-dbcbfac2b4dd" providerId="ADAL" clId="{503417F7-A4AE-47D2-9BDD-2DA39D648702}" dt="2024-03-01T11:25:34.268" v="670" actId="1038"/>
          <ac:grpSpMkLst>
            <pc:docMk/>
            <pc:sldMk cId="432801520" sldId="3149"/>
            <ac:grpSpMk id="261" creationId="{B46AF1E2-0B63-59BC-2001-6CF342FB4E78}"/>
          </ac:grpSpMkLst>
        </pc:grpChg>
        <pc:grpChg chg="mod">
          <ac:chgData name="Dora da Silva Roxo" userId="b6f39d0a-b38b-4c97-850c-dbcbfac2b4dd" providerId="ADAL" clId="{503417F7-A4AE-47D2-9BDD-2DA39D648702}" dt="2024-03-01T11:25:29.620" v="656" actId="1038"/>
          <ac:grpSpMkLst>
            <pc:docMk/>
            <pc:sldMk cId="432801520" sldId="3149"/>
            <ac:grpSpMk id="321" creationId="{5AA83C5F-24F9-1EFC-C0CD-2B7EBEE91EA3}"/>
          </ac:grpSpMkLst>
        </pc:grpChg>
        <pc:picChg chg="mod">
          <ac:chgData name="Dora da Silva Roxo" userId="b6f39d0a-b38b-4c97-850c-dbcbfac2b4dd" providerId="ADAL" clId="{503417F7-A4AE-47D2-9BDD-2DA39D648702}" dt="2024-03-01T11:26:32.263" v="676" actId="552"/>
          <ac:picMkLst>
            <pc:docMk/>
            <pc:sldMk cId="432801520" sldId="3149"/>
            <ac:picMk id="150" creationId="{5BC4B0D5-2198-C928-0688-A41CE21B1D81}"/>
          </ac:picMkLst>
        </pc:picChg>
        <pc:picChg chg="mod">
          <ac:chgData name="Dora da Silva Roxo" userId="b6f39d0a-b38b-4c97-850c-dbcbfac2b4dd" providerId="ADAL" clId="{503417F7-A4AE-47D2-9BDD-2DA39D648702}" dt="2024-03-01T11:26:32.263" v="676" actId="552"/>
          <ac:picMkLst>
            <pc:docMk/>
            <pc:sldMk cId="432801520" sldId="3149"/>
            <ac:picMk id="153" creationId="{5BC4B0D5-2198-C928-0688-A41CE21B1D81}"/>
          </ac:picMkLst>
        </pc:picChg>
        <pc:picChg chg="mod">
          <ac:chgData name="Dora da Silva Roxo" userId="b6f39d0a-b38b-4c97-850c-dbcbfac2b4dd" providerId="ADAL" clId="{503417F7-A4AE-47D2-9BDD-2DA39D648702}" dt="2024-03-01T11:26:32.263" v="676" actId="552"/>
          <ac:picMkLst>
            <pc:docMk/>
            <pc:sldMk cId="432801520" sldId="3149"/>
            <ac:picMk id="157" creationId="{5BC4B0D5-2198-C928-0688-A41CE21B1D81}"/>
          </ac:picMkLst>
        </pc:picChg>
        <pc:picChg chg="mod">
          <ac:chgData name="Dora da Silva Roxo" userId="b6f39d0a-b38b-4c97-850c-dbcbfac2b4dd" providerId="ADAL" clId="{503417F7-A4AE-47D2-9BDD-2DA39D648702}" dt="2024-03-01T11:26:32.263" v="676" actId="552"/>
          <ac:picMkLst>
            <pc:docMk/>
            <pc:sldMk cId="432801520" sldId="3149"/>
            <ac:picMk id="158" creationId="{5BC4B0D5-2198-C928-0688-A41CE21B1D81}"/>
          </ac:picMkLst>
        </pc:picChg>
        <pc:picChg chg="mod">
          <ac:chgData name="Dora da Silva Roxo" userId="b6f39d0a-b38b-4c97-850c-dbcbfac2b4dd" providerId="ADAL" clId="{503417F7-A4AE-47D2-9BDD-2DA39D648702}" dt="2024-03-01T11:26:32.263" v="676" actId="552"/>
          <ac:picMkLst>
            <pc:docMk/>
            <pc:sldMk cId="432801520" sldId="3149"/>
            <ac:picMk id="159" creationId="{5BC4B0D5-2198-C928-0688-A41CE21B1D81}"/>
          </ac:picMkLst>
        </pc:picChg>
        <pc:picChg chg="mod">
          <ac:chgData name="Dora da Silva Roxo" userId="b6f39d0a-b38b-4c97-850c-dbcbfac2b4dd" providerId="ADAL" clId="{503417F7-A4AE-47D2-9BDD-2DA39D648702}" dt="2024-03-01T11:26:32.263" v="676" actId="552"/>
          <ac:picMkLst>
            <pc:docMk/>
            <pc:sldMk cId="432801520" sldId="3149"/>
            <ac:picMk id="162" creationId="{5BC4B0D5-2198-C928-0688-A41CE21B1D81}"/>
          </ac:picMkLst>
        </pc:picChg>
        <pc:cxnChg chg="mod">
          <ac:chgData name="Dora da Silva Roxo" userId="b6f39d0a-b38b-4c97-850c-dbcbfac2b4dd" providerId="ADAL" clId="{503417F7-A4AE-47D2-9BDD-2DA39D648702}" dt="2024-03-01T09:51:16.616" v="216"/>
          <ac:cxnSpMkLst>
            <pc:docMk/>
            <pc:sldMk cId="432801520" sldId="3149"/>
            <ac:cxnSpMk id="14" creationId="{94465575-CD92-7BD0-72C8-35B0E2293CCA}"/>
          </ac:cxnSpMkLst>
        </pc:cxnChg>
      </pc:sldChg>
      <pc:sldChg chg="addSp delSp modSp mod">
        <pc:chgData name="Dora da Silva Roxo" userId="b6f39d0a-b38b-4c97-850c-dbcbfac2b4dd" providerId="ADAL" clId="{503417F7-A4AE-47D2-9BDD-2DA39D648702}" dt="2024-03-01T10:47:24.472" v="577" actId="20577"/>
        <pc:sldMkLst>
          <pc:docMk/>
          <pc:sldMk cId="3582218357" sldId="3152"/>
        </pc:sldMkLst>
        <pc:spChg chg="del">
          <ac:chgData name="Dora da Silva Roxo" userId="b6f39d0a-b38b-4c97-850c-dbcbfac2b4dd" providerId="ADAL" clId="{503417F7-A4AE-47D2-9BDD-2DA39D648702}" dt="2024-03-01T09:56:08.985" v="432" actId="478"/>
          <ac:spMkLst>
            <pc:docMk/>
            <pc:sldMk cId="3582218357" sldId="3152"/>
            <ac:spMk id="3" creationId="{00000000-0000-0000-0000-000000000000}"/>
          </ac:spMkLst>
        </pc:spChg>
        <pc:spChg chg="mod">
          <ac:chgData name="Dora da Silva Roxo" userId="b6f39d0a-b38b-4c97-850c-dbcbfac2b4dd" providerId="ADAL" clId="{503417F7-A4AE-47D2-9BDD-2DA39D648702}" dt="2024-03-01T09:56:13.246" v="433"/>
          <ac:spMkLst>
            <pc:docMk/>
            <pc:sldMk cId="3582218357" sldId="3152"/>
            <ac:spMk id="10" creationId="{0ED034E7-7332-6C4B-3A16-8B384839B938}"/>
          </ac:spMkLst>
        </pc:spChg>
        <pc:spChg chg="mod">
          <ac:chgData name="Dora da Silva Roxo" userId="b6f39d0a-b38b-4c97-850c-dbcbfac2b4dd" providerId="ADAL" clId="{503417F7-A4AE-47D2-9BDD-2DA39D648702}" dt="2024-03-01T09:58:22.821" v="563" actId="114"/>
          <ac:spMkLst>
            <pc:docMk/>
            <pc:sldMk cId="3582218357" sldId="3152"/>
            <ac:spMk id="11" creationId="{8F0BF557-771F-D7E2-9DF6-88A2C5EFABBB}"/>
          </ac:spMkLst>
        </pc:spChg>
        <pc:spChg chg="mod">
          <ac:chgData name="Dora da Silva Roxo" userId="b6f39d0a-b38b-4c97-850c-dbcbfac2b4dd" providerId="ADAL" clId="{503417F7-A4AE-47D2-9BDD-2DA39D648702}" dt="2024-03-01T09:57:16.435" v="465"/>
          <ac:spMkLst>
            <pc:docMk/>
            <pc:sldMk cId="3582218357" sldId="3152"/>
            <ac:spMk id="12" creationId="{F64D31A1-E344-E1D7-A2B3-59729FF12C0A}"/>
          </ac:spMkLst>
        </pc:spChg>
        <pc:spChg chg="mod">
          <ac:chgData name="Dora da Silva Roxo" userId="b6f39d0a-b38b-4c97-850c-dbcbfac2b4dd" providerId="ADAL" clId="{503417F7-A4AE-47D2-9BDD-2DA39D648702}" dt="2024-03-01T10:47:24.472" v="577" actId="20577"/>
          <ac:spMkLst>
            <pc:docMk/>
            <pc:sldMk cId="3582218357" sldId="3152"/>
            <ac:spMk id="13" creationId="{D920CC19-8834-CCEE-0E6E-26DDD0D3AA29}"/>
          </ac:spMkLst>
        </pc:spChg>
        <pc:spChg chg="mod">
          <ac:chgData name="Dora da Silva Roxo" userId="b6f39d0a-b38b-4c97-850c-dbcbfac2b4dd" providerId="ADAL" clId="{503417F7-A4AE-47D2-9BDD-2DA39D648702}" dt="2024-03-01T09:56:13.246" v="433"/>
          <ac:spMkLst>
            <pc:docMk/>
            <pc:sldMk cId="3582218357" sldId="3152"/>
            <ac:spMk id="15" creationId="{B7C96B58-4A0F-4699-DA28-A1F21DFFFBA0}"/>
          </ac:spMkLst>
        </pc:spChg>
        <pc:spChg chg="mod">
          <ac:chgData name="Dora da Silva Roxo" userId="b6f39d0a-b38b-4c97-850c-dbcbfac2b4dd" providerId="ADAL" clId="{503417F7-A4AE-47D2-9BDD-2DA39D648702}" dt="2024-03-01T09:57:04.398" v="464" actId="207"/>
          <ac:spMkLst>
            <pc:docMk/>
            <pc:sldMk cId="3582218357" sldId="3152"/>
            <ac:spMk id="16" creationId="{FB09A665-B512-52D2-1111-438CDC504BCE}"/>
          </ac:spMkLst>
        </pc:spChg>
        <pc:spChg chg="mod">
          <ac:chgData name="Dora da Silva Roxo" userId="b6f39d0a-b38b-4c97-850c-dbcbfac2b4dd" providerId="ADAL" clId="{503417F7-A4AE-47D2-9BDD-2DA39D648702}" dt="2024-03-01T09:56:25.380" v="440" actId="20577"/>
          <ac:spMkLst>
            <pc:docMk/>
            <pc:sldMk cId="3582218357" sldId="3152"/>
            <ac:spMk id="17" creationId="{8FE76E15-D5B0-5156-7FC4-8C54E159F8BB}"/>
          </ac:spMkLst>
        </pc:spChg>
        <pc:spChg chg="mod">
          <ac:chgData name="Dora da Silva Roxo" userId="b6f39d0a-b38b-4c97-850c-dbcbfac2b4dd" providerId="ADAL" clId="{503417F7-A4AE-47D2-9BDD-2DA39D648702}" dt="2024-03-01T09:56:27.425" v="441" actId="20577"/>
          <ac:spMkLst>
            <pc:docMk/>
            <pc:sldMk cId="3582218357" sldId="3152"/>
            <ac:spMk id="18" creationId="{9082155A-8906-25B5-8600-D14593BB1764}"/>
          </ac:spMkLst>
        </pc:spChg>
        <pc:grpChg chg="add mod">
          <ac:chgData name="Dora da Silva Roxo" userId="b6f39d0a-b38b-4c97-850c-dbcbfac2b4dd" providerId="ADAL" clId="{503417F7-A4AE-47D2-9BDD-2DA39D648702}" dt="2024-03-01T09:56:16.174" v="434" actId="1076"/>
          <ac:grpSpMkLst>
            <pc:docMk/>
            <pc:sldMk cId="3582218357" sldId="3152"/>
            <ac:grpSpMk id="9" creationId="{4F6DE77F-CA77-8AB8-C8EE-6C7430411578}"/>
          </ac:grpSpMkLst>
        </pc:grpChg>
      </pc:sldChg>
      <pc:sldChg chg="delSp modSp mod">
        <pc:chgData name="Dora da Silva Roxo" userId="b6f39d0a-b38b-4c97-850c-dbcbfac2b4dd" providerId="ADAL" clId="{503417F7-A4AE-47D2-9BDD-2DA39D648702}" dt="2024-03-01T09:55:51.745" v="431" actId="20577"/>
        <pc:sldMkLst>
          <pc:docMk/>
          <pc:sldMk cId="1846047336" sldId="3154"/>
        </pc:sldMkLst>
        <pc:spChg chg="del">
          <ac:chgData name="Dora da Silva Roxo" userId="b6f39d0a-b38b-4c97-850c-dbcbfac2b4dd" providerId="ADAL" clId="{503417F7-A4AE-47D2-9BDD-2DA39D648702}" dt="2024-03-01T09:53:46.938" v="262" actId="478"/>
          <ac:spMkLst>
            <pc:docMk/>
            <pc:sldMk cId="1846047336" sldId="3154"/>
            <ac:spMk id="3" creationId="{00000000-0000-0000-0000-000000000000}"/>
          </ac:spMkLst>
        </pc:spChg>
        <pc:spChg chg="mod">
          <ac:chgData name="Dora da Silva Roxo" userId="b6f39d0a-b38b-4c97-850c-dbcbfac2b4dd" providerId="ADAL" clId="{503417F7-A4AE-47D2-9BDD-2DA39D648702}" dt="2024-03-01T09:55:51.745" v="431" actId="20577"/>
          <ac:spMkLst>
            <pc:docMk/>
            <pc:sldMk cId="1846047336" sldId="3154"/>
            <ac:spMk id="12" creationId="{A0C957B8-1C91-D5F5-BCC6-5BB2C72B2AD6}"/>
          </ac:spMkLst>
        </pc:spChg>
        <pc:spChg chg="mod">
          <ac:chgData name="Dora da Silva Roxo" userId="b6f39d0a-b38b-4c97-850c-dbcbfac2b4dd" providerId="ADAL" clId="{503417F7-A4AE-47D2-9BDD-2DA39D648702}" dt="2024-03-01T09:54:54.214" v="383" actId="20577"/>
          <ac:spMkLst>
            <pc:docMk/>
            <pc:sldMk cId="1846047336" sldId="3154"/>
            <ac:spMk id="15" creationId="{229302C3-EEC4-898E-B08E-E769393AF602}"/>
          </ac:spMkLst>
        </pc:spChg>
      </pc:sldChg>
    </pc:docChg>
  </pc:docChgLst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  <pc:docChgLst>
    <pc:chgData name="Hugo Alexandre Redondo Reia" userId="S::e800422@corp.santander.pt::ee4b3e12-42d8-4122-84d0-40ed8962cc0a" providerId="AD" clId="Web-{C924F99C-7A3B-445B-8617-386B2CC53BE5}"/>
    <pc:docChg chg="mod modSld">
      <pc:chgData name="Hugo Alexandre Redondo Reia" userId="S::e800422@corp.santander.pt::ee4b3e12-42d8-4122-84d0-40ed8962cc0a" providerId="AD" clId="Web-{C924F99C-7A3B-445B-8617-386B2CC53BE5}" dt="2024-02-05T16:15:59.732" v="33"/>
      <pc:docMkLst>
        <pc:docMk/>
      </pc:docMkLst>
      <pc:sldChg chg="addSp modSp addCm">
        <pc:chgData name="Hugo Alexandre Redondo Reia" userId="S::e800422@corp.santander.pt::ee4b3e12-42d8-4122-84d0-40ed8962cc0a" providerId="AD" clId="Web-{C924F99C-7A3B-445B-8617-386B2CC53BE5}" dt="2024-02-05T16:04:18.064" v="25"/>
        <pc:sldMkLst>
          <pc:docMk/>
          <pc:sldMk cId="3953214969" sldId="1924"/>
        </pc:sldMkLst>
        <pc:spChg chg="add mod">
          <ac:chgData name="Hugo Alexandre Redondo Reia" userId="S::e800422@corp.santander.pt::ee4b3e12-42d8-4122-84d0-40ed8962cc0a" providerId="AD" clId="Web-{C924F99C-7A3B-445B-8617-386B2CC53BE5}" dt="2024-02-05T15:59:34.156" v="16" actId="20577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Hugo Alexandre Redondo Reia" userId="S::e800422@corp.santander.pt::ee4b3e12-42d8-4122-84d0-40ed8962cc0a" providerId="AD" clId="Web-{C924F99C-7A3B-445B-8617-386B2CC53BE5}" dt="2024-02-05T16:03:30.389" v="24" actId="20577"/>
          <ac:spMkLst>
            <pc:docMk/>
            <pc:sldMk cId="3953214969" sldId="1924"/>
            <ac:spMk id="42" creationId="{B2C4BC3C-1F70-4500-AC90-B256830C063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3:21.905" v="22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2:06.463" v="19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0:53.442" v="18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4:18.064" v="25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addSp delSp modSp">
        <pc:chgData name="Hugo Alexandre Redondo Reia" userId="S::e800422@corp.santander.pt::ee4b3e12-42d8-4122-84d0-40ed8962cc0a" providerId="AD" clId="Web-{C924F99C-7A3B-445B-8617-386B2CC53BE5}" dt="2024-02-05T16:15:59.732" v="33"/>
        <pc:sldMkLst>
          <pc:docMk/>
          <pc:sldMk cId="432801520" sldId="3149"/>
        </pc:sldMkLst>
        <pc:spChg chg="add mod">
          <ac:chgData name="Hugo Alexandre Redondo Reia" userId="S::e800422@corp.santander.pt::ee4b3e12-42d8-4122-84d0-40ed8962cc0a" providerId="AD" clId="Web-{C924F99C-7A3B-445B-8617-386B2CC53BE5}" dt="2024-02-05T16:07:06.434" v="28"/>
          <ac:spMkLst>
            <pc:docMk/>
            <pc:sldMk cId="432801520" sldId="3149"/>
            <ac:spMk id="2" creationId="{AD396DD3-3E19-8FE6-B40E-4747DADFB3E0}"/>
          </ac:spMkLst>
        </pc:spChg>
        <pc:spChg chg="add mod">
          <ac:chgData name="Hugo Alexandre Redondo Reia" userId="S::e800422@corp.santander.pt::ee4b3e12-42d8-4122-84d0-40ed8962cc0a" providerId="AD" clId="Web-{C924F99C-7A3B-445B-8617-386B2CC53BE5}" dt="2024-02-05T16:07:31.342" v="30" actId="1076"/>
          <ac:spMkLst>
            <pc:docMk/>
            <pc:sldMk cId="432801520" sldId="3149"/>
            <ac:spMk id="11" creationId="{587D9D92-9CF9-11D6-B878-E9826067CFDC}"/>
          </ac:spMkLst>
        </pc:spChg>
        <pc:grpChg chg="add del mod">
          <ac:chgData name="Hugo Alexandre Redondo Reia" userId="S::e800422@corp.santander.pt::ee4b3e12-42d8-4122-84d0-40ed8962cc0a" providerId="AD" clId="Web-{C924F99C-7A3B-445B-8617-386B2CC53BE5}" dt="2024-02-05T16:15:59.732" v="33"/>
          <ac:grpSpMkLst>
            <pc:docMk/>
            <pc:sldMk cId="432801520" sldId="3149"/>
            <ac:grpSpMk id="14" creationId="{86498A6F-C75A-4830-F95D-F81D3A52819B}"/>
          </ac:grpSpMkLst>
        </pc:grpChg>
        <pc:cxnChg chg="mod">
          <ac:chgData name="Hugo Alexandre Redondo Reia" userId="S::e800422@corp.santander.pt::ee4b3e12-42d8-4122-84d0-40ed8962cc0a" providerId="AD" clId="Web-{C924F99C-7A3B-445B-8617-386B2CC53BE5}" dt="2024-02-05T16:15:50.715" v="31"/>
          <ac:cxnSpMkLst>
            <pc:docMk/>
            <pc:sldMk cId="432801520" sldId="3149"/>
            <ac:cxnSpMk id="15" creationId="{E7B7D468-A9BF-BC58-D5AA-8FDE8CD432F0}"/>
          </ac:cxnSpMkLst>
        </pc:cxnChg>
      </pc:sldChg>
    </pc:docChg>
  </pc:docChgLst>
  <pc:docChgLst>
    <pc:chgData name="Hugo Alexandre Redondo Reia" userId="S::e800422@corp.santander.pt::ee4b3e12-42d8-4122-84d0-40ed8962cc0a" providerId="AD" clId="Web-{CB44C72C-404B-EACB-BA0D-2849224AB229}"/>
    <pc:docChg chg="modSld">
      <pc:chgData name="Hugo Alexandre Redondo Reia" userId="S::e800422@corp.santander.pt::ee4b3e12-42d8-4122-84d0-40ed8962cc0a" providerId="AD" clId="Web-{CB44C72C-404B-EACB-BA0D-2849224AB229}" dt="2024-02-05T16:25:33.607" v="1"/>
      <pc:docMkLst>
        <pc:docMk/>
      </pc:docMkLst>
      <pc:sldChg chg="delSp">
        <pc:chgData name="Hugo Alexandre Redondo Reia" userId="S::e800422@corp.santander.pt::ee4b3e12-42d8-4122-84d0-40ed8962cc0a" providerId="AD" clId="Web-{CB44C72C-404B-EACB-BA0D-2849224AB229}" dt="2024-02-05T16:25:33.607" v="1"/>
        <pc:sldMkLst>
          <pc:docMk/>
          <pc:sldMk cId="432801520" sldId="3149"/>
        </pc:sldMkLst>
        <pc:spChg chg="del">
          <ac:chgData name="Hugo Alexandre Redondo Reia" userId="S::e800422@corp.santander.pt::ee4b3e12-42d8-4122-84d0-40ed8962cc0a" providerId="AD" clId="Web-{CB44C72C-404B-EACB-BA0D-2849224AB229}" dt="2024-02-05T16:25:33.607" v="1"/>
          <ac:spMkLst>
            <pc:docMk/>
            <pc:sldMk cId="432801520" sldId="3149"/>
            <ac:spMk id="2" creationId="{AD396DD3-3E19-8FE6-B40E-4747DADFB3E0}"/>
          </ac:spMkLst>
        </pc:spChg>
        <pc:spChg chg="del">
          <ac:chgData name="Hugo Alexandre Redondo Reia" userId="S::e800422@corp.santander.pt::ee4b3e12-42d8-4122-84d0-40ed8962cc0a" providerId="AD" clId="Web-{CB44C72C-404B-EACB-BA0D-2849224AB229}" dt="2024-02-05T16:25:33.607" v="0"/>
          <ac:spMkLst>
            <pc:docMk/>
            <pc:sldMk cId="432801520" sldId="3149"/>
            <ac:spMk id="11" creationId="{587D9D92-9CF9-11D6-B878-E9826067CF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#8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>
                <a:latin typeface="Arial" panose="020B0604020202020204" pitchFamily="34" charset="0"/>
              </a:rPr>
              <a:t>1 de março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 dirty="0" err="1">
                <a:latin typeface="Arial" panose="020B0604020202020204" pitchFamily="34" charset="0"/>
              </a:rPr>
              <a:t>Reporting</a:t>
            </a:r>
            <a:r>
              <a:rPr lang="pt-PT" sz="2000" i="1">
                <a:latin typeface="Arial" panose="020B0604020202020204" pitchFamily="34" charset="0"/>
              </a:rPr>
              <a:t>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8ª 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– 11:00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 de março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021892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67607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Fernandes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8100985" y="1829064"/>
            <a:ext cx="3343948" cy="1831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Próximos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Passos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informação.</a:t>
            </a: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2754600"/>
          </a:xfrm>
          <a:prstGeom prst="rect">
            <a:avLst/>
          </a:prstGeom>
          <a:noFill/>
        </p:spPr>
        <p:txBody>
          <a:bodyPr wrap="square" lIns="72000" tIns="45720" rIns="18000" bIns="4572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implementação de alterações metodológicas e funcionais nos processos de geração de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geração do universo local;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de análises comparativas face aos exercícios de Jun23;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processo de validação (ex. controlos vs GD);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de confronto com o XBRL.</a:t>
            </a: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4342198" y="1829064"/>
            <a:ext cx="3343948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pt-PT" altLang="pt-PT" sz="16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</a:p>
          <a:p>
            <a:pPr marL="285750" lvl="0" indent="-285750" algn="l" defTabSz="412629" hangingPunct="0">
              <a:buFont typeface="Arial" panose="020B0604020202020204" pitchFamily="34" charset="0"/>
              <a:buChar char="•"/>
            </a:pPr>
            <a:r>
              <a:rPr lang="pt-PT" alt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Atrasos na entrega dos </a:t>
            </a:r>
            <a:r>
              <a:rPr lang="pt-PT" alt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alt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 devido a atraso na resposta por parte de   CdG.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443751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26926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26641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26482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97115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14927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161666" y="543889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285004" y="5654569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694622" y="5651253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85724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73751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86638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72913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97750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327499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57078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62478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87251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69655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86150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58481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4783804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47251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285004" y="5882226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344427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nã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2690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261" y="5593177"/>
            <a:ext cx="3610821" cy="232821"/>
            <a:chOff x="3394765" y="5751275"/>
            <a:chExt cx="3610821" cy="232821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506420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9 Fevereiro </a:t>
              </a: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Início de disponibilização dos templates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98988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19412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52%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71%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66080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82%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66195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212213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212491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352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385206" y="23566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87263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408020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53411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770139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976467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97761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310123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310123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74781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75055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449307" y="331925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449307" y="275055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25013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294112" y="192651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63881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99091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99091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79" y="420406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63881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363881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882643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80" y="5103500"/>
            <a:ext cx="543554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53189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80" y="4531897"/>
            <a:ext cx="54355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92651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233152" y="247569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323401"/>
            <a:ext cx="5148000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294179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258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34082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34082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266801"/>
            <a:ext cx="299592" cy="403643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00202" y="1219821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3572" y="1219821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46398" y="1219821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42226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11%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261" y="5794691"/>
            <a:ext cx="3040698" cy="232821"/>
            <a:chOff x="3394765" y="5751275"/>
            <a:chExt cx="3040698" cy="232821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93629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8 Março – Última data da disponibiliza dos templates 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953" y="5996205"/>
            <a:ext cx="3526558" cy="232821"/>
            <a:chOff x="3394765" y="5751275"/>
            <a:chExt cx="3526558" cy="232821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15 Março – Data da entrega dos templates ao regulador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628430"/>
            <a:ext cx="144000" cy="144000"/>
          </a:xfrm>
          <a:prstGeom prst="rect">
            <a:avLst/>
          </a:prstGeom>
        </p:spPr>
      </p:pic>
      <p:sp>
        <p:nvSpPr>
          <p:cNvPr id="154" name="Oval 15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4976863" y="1944518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4976863" y="2765810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4976863" y="3656815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grpSp>
        <p:nvGrpSpPr>
          <p:cNvPr id="16" name="Group 15"/>
          <p:cNvGrpSpPr/>
          <p:nvPr/>
        </p:nvGrpSpPr>
        <p:grpSpPr>
          <a:xfrm>
            <a:off x="7540997" y="546289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75016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10735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04049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21541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39639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34531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073013"/>
            <a:ext cx="144000" cy="144000"/>
          </a:xfrm>
          <a:prstGeom prst="rect">
            <a:avLst/>
          </a:prstGeom>
        </p:spPr>
      </p:pic>
      <p:pic>
        <p:nvPicPr>
          <p:cNvPr id="15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961713"/>
            <a:ext cx="144000" cy="144000"/>
          </a:xfrm>
          <a:prstGeom prst="rect">
            <a:avLst/>
          </a:prstGeom>
        </p:spPr>
      </p:pic>
      <p:pic>
        <p:nvPicPr>
          <p:cNvPr id="15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4871293"/>
            <a:ext cx="144000" cy="144000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694622" y="5866626"/>
            <a:ext cx="1270505" cy="232821"/>
            <a:chOff x="4094233" y="5919315"/>
            <a:chExt cx="1270505" cy="232821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rgbClr val="FF7C80"/>
            </a:solid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</a:t>
              </a:r>
              <a:endParaRPr kumimoji="0" lang="pt-PT" sz="9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594997" y="3990913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608273" y="3638815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009457" y="4882984"/>
            <a:ext cx="108000" cy="108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005717" y="4532238"/>
            <a:ext cx="108000" cy="144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39234" y="1334358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4976863" y="4549897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35854" y="2475694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192409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5307" y="275160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6390" y="3319252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442062"/>
            <a:ext cx="144000" cy="144000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6553488-886A-50E0-50E2-447D2B4C7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(1|2)</a:t>
            </a:r>
          </a:p>
        </p:txBody>
      </p:sp>
      <p:sp>
        <p:nvSpPr>
          <p:cNvPr id="21" name="Text Placeholder 224">
            <a:extLst>
              <a:ext uri="{FF2B5EF4-FFF2-40B4-BE49-F238E27FC236}">
                <a16:creationId xmlns:a16="http://schemas.microsoft.com/office/drawing/2014/main" id="{32CA3140-0DFA-C764-2D7D-35B8BF7CED7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  <a:endParaRPr kumimoji="0" lang="pt-PT" sz="16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7ACDB8-8BCD-5233-6283-1A95E8381BF2}"/>
              </a:ext>
            </a:extLst>
          </p:cNvPr>
          <p:cNvSpPr/>
          <p:nvPr/>
        </p:nvSpPr>
        <p:spPr>
          <a:xfrm>
            <a:off x="8777777" y="4204066"/>
            <a:ext cx="1025901" cy="108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B0981-0B3A-4525-CD54-7487F04B51C9}"/>
              </a:ext>
            </a:extLst>
          </p:cNvPr>
          <p:cNvSpPr/>
          <p:nvPr/>
        </p:nvSpPr>
        <p:spPr>
          <a:xfrm>
            <a:off x="8962377" y="5102305"/>
            <a:ext cx="847852" cy="108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9546396" y="1200102"/>
            <a:ext cx="46801" cy="4103133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F480BB-714F-0D51-B576-030D4657CE2A}"/>
              </a:ext>
            </a:extLst>
          </p:cNvPr>
          <p:cNvGrpSpPr/>
          <p:nvPr/>
        </p:nvGrpSpPr>
        <p:grpSpPr>
          <a:xfrm>
            <a:off x="285004" y="6117367"/>
            <a:ext cx="1765840" cy="232821"/>
            <a:chOff x="4094233" y="5919315"/>
            <a:chExt cx="1765840" cy="23282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9C006B-28D7-AD24-5725-ECFFE7271306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chemeClr val="accent3">
                <a:lumMod val="25000"/>
                <a:lumOff val="75000"/>
              </a:schemeClr>
            </a:solidFill>
            <a:ln w="3175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111240BF-9E6B-1EC6-0C7A-F1F210B8DBFD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671846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Antecipação de tarefa</a:t>
              </a:r>
              <a:endParaRPr kumimoji="0" lang="pt-PT" sz="9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</a:t>
            </a:r>
            <a:r>
              <a:rPr kumimoji="0" lang="pt-PT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templates</a:t>
            </a:r>
            <a:r>
              <a:rPr kumimoji="0" lang="pt-PT" sz="1200" b="0" i="0" u="none" strike="noStrike" kern="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locais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  <a:endParaRPr kumimoji="0" lang="pt-PT" sz="1200" b="0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i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Fevereiro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entrega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de Fevereiro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de Março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A0C957B8-1C91-D5F5-BCC6-5BB2C72B2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13137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de Março </a:t>
            </a:r>
          </a:p>
          <a:p>
            <a:pPr lvl="0" defTabSz="412629">
              <a:defRPr/>
            </a:pPr>
            <a:r>
              <a:rPr lang="pt-PT" sz="105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 de Março versão reconciliada)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1,2 (STE)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Atraso na reconciliação Mis-Contab por parte de CdG (6 de Março)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pic>
        <p:nvPicPr>
          <p:cNvPr id="4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2882852"/>
            <a:ext cx="144000" cy="144000"/>
          </a:xfrm>
          <a:prstGeom prst="rect">
            <a:avLst/>
          </a:prstGeom>
        </p:spPr>
      </p:pic>
      <p:pic>
        <p:nvPicPr>
          <p:cNvPr id="4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3450431"/>
            <a:ext cx="144000" cy="144000"/>
          </a:xfrm>
          <a:prstGeom prst="rect">
            <a:avLst/>
          </a:prstGeom>
        </p:spPr>
      </p:pic>
      <p:pic>
        <p:nvPicPr>
          <p:cNvPr id="4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4018010"/>
            <a:ext cx="144000" cy="144000"/>
          </a:xfrm>
          <a:prstGeom prst="rect">
            <a:avLst/>
          </a:prstGeom>
        </p:spPr>
      </p:pic>
      <p:pic>
        <p:nvPicPr>
          <p:cNvPr id="4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5721194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2199579"/>
            <a:ext cx="11608216" cy="622086"/>
            <a:chOff x="291097" y="4785965"/>
            <a:chExt cx="11608216" cy="827997"/>
          </a:xfrm>
        </p:grpSpPr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Dúvidas funcionais acerca do mapeamento dos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endParaRPr kumimoji="0" lang="pt-PT" sz="1050" i="1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Atrasos na geração dos </a:t>
              </a: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devido atrasos na respostas da Corporação (</a:t>
              </a: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STE).</a:t>
              </a:r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Definição de metodologia alternativa</a:t>
              </a:r>
              <a:endPara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9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rgbClr val="8BCD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lang="pt-PT" sz="1050" b="1" i="1" baseline="30000" dirty="0">
                <a:solidFill>
                  <a:srgbClr val="8BCD4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 de </a:t>
              </a:r>
            </a:p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 de fevereiro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6DE77F-CA77-8AB8-C8EE-6C7430411578}"/>
              </a:ext>
            </a:extLst>
          </p:cNvPr>
          <p:cNvGrpSpPr/>
          <p:nvPr/>
        </p:nvGrpSpPr>
        <p:grpSpPr>
          <a:xfrm>
            <a:off x="291098" y="2903442"/>
            <a:ext cx="11608216" cy="622086"/>
            <a:chOff x="291097" y="4785965"/>
            <a:chExt cx="11608216" cy="827997"/>
          </a:xfrm>
        </p:grpSpPr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0ED034E7-7332-6C4B-3A16-8B384839B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8F0BF557-771F-D7E2-9DF6-88A2C5EFA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Ajustes contabilisticos a incidir sobre 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STE</a:t>
              </a:r>
              <a:endParaRPr kumimoji="0" lang="pt-PT" sz="1050" i="1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F64D31A1-E344-E1D7-A2B3-59729FF12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reconciliação Mis-Contab por parte de CdG (6 de Março)</a:t>
              </a:r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D920CC19-8834-CCEE-0E6E-26DDD0D3A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Envio de versão preliminar sem ajustes</a:t>
              </a:r>
              <a:endParaRPr kumimoji="0" lang="pt-PT" sz="105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5" name="Rectangle 558">
              <a:extLst>
                <a:ext uri="{FF2B5EF4-FFF2-40B4-BE49-F238E27FC236}">
                  <a16:creationId xmlns:a16="http://schemas.microsoft.com/office/drawing/2014/main" id="{B7C96B58-4A0F-4699-DA28-A1F21DFFF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09A665-B512-52D2-1111-438CDC504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endParaRPr lang="pt-PT" sz="1050" b="1" i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FE76E15-D5B0-5156-7FC4-8C54E159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28 de </a:t>
              </a:r>
            </a:p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82155A-8906-25B5-8600-D14593BB1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15 de março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22 de fevereiro a 15 de março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16300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b="1" i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277D9-8D10-4CA6-8A09-1C4D05FB1A2A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f788909-93b9-4481-96a4-a6ab2493c341"/>
    <ds:schemaRef ds:uri="767d911d-09c2-43d9-a326-6ded42ddcc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15966C-63E9-4A6C-9231-553E529109D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783</Words>
  <Application>Microsoft Office PowerPoint</Application>
  <PresentationFormat>Custom</PresentationFormat>
  <Paragraphs>213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8</vt:i4>
      </vt:variant>
    </vt:vector>
  </HeadingPairs>
  <TitlesOfParts>
    <vt:vector size="35" baseType="lpstr">
      <vt:lpstr>Abril Fatface</vt:lpstr>
      <vt:lpstr>Arial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Dora da Silva Roxo</cp:lastModifiedBy>
  <cp:revision>10</cp:revision>
  <dcterms:created xsi:type="dcterms:W3CDTF">2018-12-07T14:01:11Z</dcterms:created>
  <dcterms:modified xsi:type="dcterms:W3CDTF">2024-03-01T11:26:32Z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