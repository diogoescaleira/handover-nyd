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11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2.xml" ContentType="application/vnd.openxmlformats-officedocument.theme+xml"/>
  <Override PartName="/ppt/slideLayouts/slideLayout26.xml" ContentType="application/vnd.openxmlformats-officedocument.presentationml.slideLayout+xml"/>
  <Override PartName="/ppt/theme/theme1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1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15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1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17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4"/>
    <p:sldMasterId id="2147483702" r:id="rId5"/>
    <p:sldMasterId id="2147483706" r:id="rId6"/>
    <p:sldMasterId id="2147483688" r:id="rId7"/>
    <p:sldMasterId id="2147483674" r:id="rId8"/>
    <p:sldMasterId id="2147483710" r:id="rId9"/>
    <p:sldMasterId id="2147483726" r:id="rId10"/>
    <p:sldMasterId id="2147483731" r:id="rId11"/>
    <p:sldMasterId id="2147483733" r:id="rId12"/>
    <p:sldMasterId id="2147483738" r:id="rId13"/>
    <p:sldMasterId id="2147483756" r:id="rId14"/>
    <p:sldMasterId id="2147483760" r:id="rId15"/>
    <p:sldMasterId id="2147483769" r:id="rId16"/>
    <p:sldMasterId id="2147483771" r:id="rId17"/>
    <p:sldMasterId id="2147483778" r:id="rId18"/>
    <p:sldMasterId id="2147483784" r:id="rId19"/>
    <p:sldMasterId id="2147483787" r:id="rId20"/>
    <p:sldMasterId id="2147483792" r:id="rId21"/>
  </p:sldMasterIdLst>
  <p:notesMasterIdLst>
    <p:notesMasterId r:id="rId29"/>
  </p:notesMasterIdLst>
  <p:sldIdLst>
    <p:sldId id="1786" r:id="rId22"/>
    <p:sldId id="258" r:id="rId23"/>
    <p:sldId id="1924" r:id="rId24"/>
    <p:sldId id="3149" r:id="rId25"/>
    <p:sldId id="3152" r:id="rId26"/>
    <p:sldId id="3129" r:id="rId27"/>
    <p:sldId id="266" r:id="rId28"/>
  </p:sldIdLst>
  <p:sldSz cx="12190413" cy="6859588"/>
  <p:notesSz cx="6858000" cy="9144000"/>
  <p:defaultTextStyle>
    <a:defPPr marL="0" marR="0" indent="0" algn="l" defTabSz="44924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84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2311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4622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36934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49245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61556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73867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786178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898489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276" userDrawn="1">
          <p15:clr>
            <a:srgbClr val="A4A3A4"/>
          </p15:clr>
        </p15:guide>
        <p15:guide id="2" pos="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E6C220F-12ED-3D17-AABA-2ABFF32E93EB}" name="Escaleira, Diogo Alexandre" initials="EDA" userId="S::descaleira@epimetheus.pt::72fb12db-bc92-4c43-9b41-3ac15f1f989a" providerId="AD"/>
  <p188:author id="{55B1A912-4C09-9945-F70A-A288666158F5}" name="Amaro, Sandra" initials="AS" userId="S::samaro@epimetheus.pt::6bedbfcc-5e0a-4e18-b9b0-c8ab328504b9" providerId="AD"/>
  <p188:author id="{823ED62F-73C6-59DC-6808-B8C8BBC1E55B}" name="Cunha, Ricardo Jesus" initials="CRJ" userId="S::ricunha@neyond.pt::3a14ff4c-a595-4060-b93a-2caaccc102b9" providerId="AD"/>
  <p188:author id="{1BF7525D-60EC-A2DC-437F-FE195A72693A}" name="Reia, Hugo Alexandre" initials="RHA" userId="S::hreia@neyond.pt::dee69c61-2ac7-4b82-bc09-1c91e89a6358" providerId="AD"/>
  <p188:author id="{44B2048D-5C18-4B91-B955-1679C26855BB}" name="Caguerelho, Ana Rita" initials="CAR" userId="S::acaguerelho@neyond.pt::7b95d777-22bb-4b12-8360-afcdb5cf1abd" providerId="AD"/>
  <p188:author id="{CA811FA9-5862-93D8-F5D5-56ED83AC8E33}" name="Amaro, Sandra" initials="AS" userId="S::samaro@neyond.pt::6bedbfcc-5e0a-4e18-b9b0-c8ab328504b9" providerId="AD"/>
  <p188:author id="{03BB7DB1-0E48-2EDE-A5F3-CC2072F7B62C}" name="Cunha, Ricardo Jesus" initials="CRJ" userId="S::ricunha@epimetheus.pt::3a14ff4c-a595-4060-b93a-2caaccc102b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Amaro, Sandra" initials="AS" lastIdx="62" clrIdx="6">
    <p:extLst>
      <p:ext uri="{19B8F6BF-5375-455C-9EA6-DF929625EA0E}">
        <p15:presenceInfo xmlns:p15="http://schemas.microsoft.com/office/powerpoint/2012/main" userId="S::samaro@epimetheus.pt::6bedbfcc-5e0a-4e18-b9b0-c8ab328504b9" providerId="AD"/>
      </p:ext>
    </p:extLst>
  </p:cmAuthor>
  <p:cmAuthor id="1" name="Pereira, Joao" initials="PJ" lastIdx="117" clrIdx="0">
    <p:extLst>
      <p:ext uri="{19B8F6BF-5375-455C-9EA6-DF929625EA0E}">
        <p15:presenceInfo xmlns:p15="http://schemas.microsoft.com/office/powerpoint/2012/main" userId="S::jpereira@epimetheus.pt::a240beba-fee2-4a23-986d-f8fb809b0673" providerId="AD"/>
      </p:ext>
    </p:extLst>
  </p:cmAuthor>
  <p:cmAuthor id="8" name="Goncalves, Sofia Maria" initials="GSM" lastIdx="43" clrIdx="7">
    <p:extLst>
      <p:ext uri="{19B8F6BF-5375-455C-9EA6-DF929625EA0E}">
        <p15:presenceInfo xmlns:p15="http://schemas.microsoft.com/office/powerpoint/2012/main" userId="S::sogoncalves@epimetheus.pt::1e48f094-560d-4059-b8b7-4ac332255dcb" providerId="AD"/>
      </p:ext>
    </p:extLst>
  </p:cmAuthor>
  <p:cmAuthor id="2" name="Maranga, Luis Miguel" initials="MLM" lastIdx="92" clrIdx="1">
    <p:extLst>
      <p:ext uri="{19B8F6BF-5375-455C-9EA6-DF929625EA0E}">
        <p15:presenceInfo xmlns:p15="http://schemas.microsoft.com/office/powerpoint/2012/main" userId="S::lmaranga@epimetheus.pt::8f3347f3-4e20-4fd2-bf94-7b3d86be4c32" providerId="AD"/>
      </p:ext>
    </p:extLst>
  </p:cmAuthor>
  <p:cmAuthor id="9" name="Sousa, Luis Filipe" initials="SLF" lastIdx="5" clrIdx="8">
    <p:extLst>
      <p:ext uri="{19B8F6BF-5375-455C-9EA6-DF929625EA0E}">
        <p15:presenceInfo xmlns:p15="http://schemas.microsoft.com/office/powerpoint/2012/main" userId="S::lsousa@epimetheus.pt::c000e94c-30eb-4439-a755-c8c777314584" providerId="AD"/>
      </p:ext>
    </p:extLst>
  </p:cmAuthor>
  <p:cmAuthor id="3" name="Vieira, Paulo Neiva" initials="VPN" lastIdx="24" clrIdx="2">
    <p:extLst>
      <p:ext uri="{19B8F6BF-5375-455C-9EA6-DF929625EA0E}">
        <p15:presenceInfo xmlns:p15="http://schemas.microsoft.com/office/powerpoint/2012/main" userId="S::pavieira@epimetheus.pt::c20eadd0-e61a-4ca2-a58c-b88c67a34227" providerId="AD"/>
      </p:ext>
    </p:extLst>
  </p:cmAuthor>
  <p:cmAuthor id="10" name="Ventura, Hugo Miguel" initials="VHM" lastIdx="15" clrIdx="9">
    <p:extLst>
      <p:ext uri="{19B8F6BF-5375-455C-9EA6-DF929625EA0E}">
        <p15:presenceInfo xmlns:p15="http://schemas.microsoft.com/office/powerpoint/2012/main" userId="S::hventura@epimetheus.pt::7f25fc2f-b5e6-4615-bb77-9e7a5745551f" providerId="AD"/>
      </p:ext>
    </p:extLst>
  </p:cmAuthor>
  <p:cmAuthor id="4" name="Cardoso, Nuno Alexandre" initials="CA" lastIdx="4" clrIdx="3">
    <p:extLst>
      <p:ext uri="{19B8F6BF-5375-455C-9EA6-DF929625EA0E}">
        <p15:presenceInfo xmlns:p15="http://schemas.microsoft.com/office/powerpoint/2012/main" userId="S::ncardoso@epimetheus.pt::c8ba9172-f0b5-4f90-bf4b-4e14342d57de" providerId="AD"/>
      </p:ext>
    </p:extLst>
  </p:cmAuthor>
  <p:cmAuthor id="11" name="Cunha, Ricardo Jesus" initials="CRJ" lastIdx="12" clrIdx="10">
    <p:extLst>
      <p:ext uri="{19B8F6BF-5375-455C-9EA6-DF929625EA0E}">
        <p15:presenceInfo xmlns:p15="http://schemas.microsoft.com/office/powerpoint/2012/main" userId="S::ricunha@epimetheus.pt::3a14ff4c-a595-4060-b93a-2caaccc102b9" providerId="AD"/>
      </p:ext>
    </p:extLst>
  </p:cmAuthor>
  <p:cmAuthor id="5" name="Godinho, Luis" initials="GL" lastIdx="178" clrIdx="4">
    <p:extLst>
      <p:ext uri="{19B8F6BF-5375-455C-9EA6-DF929625EA0E}">
        <p15:presenceInfo xmlns:p15="http://schemas.microsoft.com/office/powerpoint/2012/main" userId="S::lgodinho@epimetheus.pt::73da12d6-0d4b-484b-8b4c-3d031c51bbca" providerId="AD"/>
      </p:ext>
    </p:extLst>
  </p:cmAuthor>
  <p:cmAuthor id="12" name="Escaleira, Diogo Alexandre" initials="EDA" lastIdx="1" clrIdx="11">
    <p:extLst>
      <p:ext uri="{19B8F6BF-5375-455C-9EA6-DF929625EA0E}">
        <p15:presenceInfo xmlns:p15="http://schemas.microsoft.com/office/powerpoint/2012/main" userId="S::descaleira@epimetheus.pt::72fb12db-bc92-4c43-9b41-3ac15f1f989a" providerId="AD"/>
      </p:ext>
    </p:extLst>
  </p:cmAuthor>
  <p:cmAuthor id="6" name="Queiroz, Andre Miguel" initials="QAM" lastIdx="2" clrIdx="5">
    <p:extLst>
      <p:ext uri="{19B8F6BF-5375-455C-9EA6-DF929625EA0E}">
        <p15:presenceInfo xmlns:p15="http://schemas.microsoft.com/office/powerpoint/2012/main" userId="S::aqueiroz@epimetheus.pt::ea6045e6-670f-4468-88e1-84c25e8ccec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5F5F"/>
    <a:srgbClr val="707070"/>
    <a:srgbClr val="8BCD44"/>
    <a:srgbClr val="003E51"/>
    <a:srgbClr val="C00000"/>
    <a:srgbClr val="FFDF79"/>
    <a:srgbClr val="005F7C"/>
    <a:srgbClr val="94E6FF"/>
    <a:srgbClr val="009FDF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1E8942-B2E8-4E4D-B8CF-008B8B0358F8}" v="29" dt="2024-01-05T10:04:05.661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08"/>
      </p:cViewPr>
      <p:guideLst>
        <p:guide orient="horz" pos="1276"/>
        <p:guide pos="3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" Target="slides/slide5.xml"/><Relationship Id="rId21" Type="http://schemas.openxmlformats.org/officeDocument/2006/relationships/slideMaster" Target="slideMasters/slideMaster18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4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Master" Target="slideMasters/slideMaster17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3.xml"/><Relationship Id="rId32" Type="http://schemas.openxmlformats.org/officeDocument/2006/relationships/viewProps" Target="viewProps.xml"/><Relationship Id="rId37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2.xml"/><Relationship Id="rId28" Type="http://schemas.openxmlformats.org/officeDocument/2006/relationships/slide" Target="slides/slide7.xml"/><Relationship Id="rId36" Type="http://schemas.microsoft.com/office/2015/10/relationships/revisionInfo" Target="revisionInfo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1.xml"/><Relationship Id="rId27" Type="http://schemas.openxmlformats.org/officeDocument/2006/relationships/slide" Target="slides/slide6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ra da Silva Roxo" userId="b6f39d0a-b38b-4c97-850c-dbcbfac2b4dd" providerId="ADAL" clId="{CE1E8942-B2E8-4E4D-B8CF-008B8B0358F8}"/>
    <pc:docChg chg="undo custSel addSld delSld modSld">
      <pc:chgData name="Dora da Silva Roxo" userId="b6f39d0a-b38b-4c97-850c-dbcbfac2b4dd" providerId="ADAL" clId="{CE1E8942-B2E8-4E4D-B8CF-008B8B0358F8}" dt="2024-01-05T10:08:03.983" v="812" actId="20577"/>
      <pc:docMkLst>
        <pc:docMk/>
      </pc:docMkLst>
      <pc:sldChg chg="addSp delSp modSp mod">
        <pc:chgData name="Dora da Silva Roxo" userId="b6f39d0a-b38b-4c97-850c-dbcbfac2b4dd" providerId="ADAL" clId="{CE1E8942-B2E8-4E4D-B8CF-008B8B0358F8}" dt="2024-01-05T10:08:03.983" v="812" actId="20577"/>
        <pc:sldMkLst>
          <pc:docMk/>
          <pc:sldMk cId="3953214969" sldId="1924"/>
        </pc:sldMkLst>
        <pc:spChg chg="mod topLvl">
          <ac:chgData name="Dora da Silva Roxo" userId="b6f39d0a-b38b-4c97-850c-dbcbfac2b4dd" providerId="ADAL" clId="{CE1E8942-B2E8-4E4D-B8CF-008B8B0358F8}" dt="2024-01-05T09:57:06.103" v="762" actId="165"/>
          <ac:spMkLst>
            <pc:docMk/>
            <pc:sldMk cId="3953214969" sldId="1924"/>
            <ac:spMk id="7" creationId="{ABD6D797-458A-1198-F3B1-EAC41A33EBEA}"/>
          </ac:spMkLst>
        </pc:spChg>
        <pc:spChg chg="mod topLvl">
          <ac:chgData name="Dora da Silva Roxo" userId="b6f39d0a-b38b-4c97-850c-dbcbfac2b4dd" providerId="ADAL" clId="{CE1E8942-B2E8-4E4D-B8CF-008B8B0358F8}" dt="2024-01-05T09:57:26.020" v="765" actId="167"/>
          <ac:spMkLst>
            <pc:docMk/>
            <pc:sldMk cId="3953214969" sldId="1924"/>
            <ac:spMk id="32" creationId="{E63BDF97-7422-4357-BF28-4E869A5DD23A}"/>
          </ac:spMkLst>
        </pc:spChg>
        <pc:spChg chg="mod topLvl">
          <ac:chgData name="Dora da Silva Roxo" userId="b6f39d0a-b38b-4c97-850c-dbcbfac2b4dd" providerId="ADAL" clId="{CE1E8942-B2E8-4E4D-B8CF-008B8B0358F8}" dt="2024-01-05T10:04:05.660" v="811" actId="167"/>
          <ac:spMkLst>
            <pc:docMk/>
            <pc:sldMk cId="3953214969" sldId="1924"/>
            <ac:spMk id="33" creationId="{5D16D15E-EF44-4117-8F79-C8BC9FDCF1E5}"/>
          </ac:spMkLst>
        </pc:spChg>
        <pc:spChg chg="mod topLvl">
          <ac:chgData name="Dora da Silva Roxo" userId="b6f39d0a-b38b-4c97-850c-dbcbfac2b4dd" providerId="ADAL" clId="{CE1E8942-B2E8-4E4D-B8CF-008B8B0358F8}" dt="2024-01-05T09:57:16.363" v="764" actId="165"/>
          <ac:spMkLst>
            <pc:docMk/>
            <pc:sldMk cId="3953214969" sldId="1924"/>
            <ac:spMk id="35" creationId="{43D09C47-A09D-47B1-B48B-2A227BBF0D28}"/>
          </ac:spMkLst>
        </pc:spChg>
        <pc:spChg chg="mod topLvl">
          <ac:chgData name="Dora da Silva Roxo" userId="b6f39d0a-b38b-4c97-850c-dbcbfac2b4dd" providerId="ADAL" clId="{CE1E8942-B2E8-4E4D-B8CF-008B8B0358F8}" dt="2024-01-05T09:57:54.455" v="769" actId="554"/>
          <ac:spMkLst>
            <pc:docMk/>
            <pc:sldMk cId="3953214969" sldId="1924"/>
            <ac:spMk id="37" creationId="{159A6AC7-D04B-4272-B901-1C6FA7F3E4E7}"/>
          </ac:spMkLst>
        </pc:spChg>
        <pc:spChg chg="mod topLvl">
          <ac:chgData name="Dora da Silva Roxo" userId="b6f39d0a-b38b-4c97-850c-dbcbfac2b4dd" providerId="ADAL" clId="{CE1E8942-B2E8-4E4D-B8CF-008B8B0358F8}" dt="2024-01-05T09:57:43.321" v="767" actId="165"/>
          <ac:spMkLst>
            <pc:docMk/>
            <pc:sldMk cId="3953214969" sldId="1924"/>
            <ac:spMk id="40" creationId="{C685FF1D-0939-4A5D-B535-CCF8B56EE62E}"/>
          </ac:spMkLst>
        </pc:spChg>
        <pc:spChg chg="mod topLvl">
          <ac:chgData name="Dora da Silva Roxo" userId="b6f39d0a-b38b-4c97-850c-dbcbfac2b4dd" providerId="ADAL" clId="{CE1E8942-B2E8-4E4D-B8CF-008B8B0358F8}" dt="2024-01-05T09:57:54.455" v="769" actId="554"/>
          <ac:spMkLst>
            <pc:docMk/>
            <pc:sldMk cId="3953214969" sldId="1924"/>
            <ac:spMk id="41" creationId="{7968FF25-F10F-4F3F-BA2E-BE2DB06264A6}"/>
          </ac:spMkLst>
        </pc:spChg>
        <pc:spChg chg="mod topLvl">
          <ac:chgData name="Dora da Silva Roxo" userId="b6f39d0a-b38b-4c97-850c-dbcbfac2b4dd" providerId="ADAL" clId="{CE1E8942-B2E8-4E4D-B8CF-008B8B0358F8}" dt="2024-01-05T09:57:48.977" v="768" actId="165"/>
          <ac:spMkLst>
            <pc:docMk/>
            <pc:sldMk cId="3953214969" sldId="1924"/>
            <ac:spMk id="42" creationId="{B2C4BC3C-1F70-4500-AC90-B256830C063D}"/>
          </ac:spMkLst>
        </pc:spChg>
        <pc:spChg chg="mod topLvl">
          <ac:chgData name="Dora da Silva Roxo" userId="b6f39d0a-b38b-4c97-850c-dbcbfac2b4dd" providerId="ADAL" clId="{CE1E8942-B2E8-4E4D-B8CF-008B8B0358F8}" dt="2024-01-05T10:08:03.983" v="812" actId="20577"/>
          <ac:spMkLst>
            <pc:docMk/>
            <pc:sldMk cId="3953214969" sldId="1924"/>
            <ac:spMk id="44" creationId="{0AE567D8-F108-4FC1-8DD4-36ADCCABE4C3}"/>
          </ac:spMkLst>
        </pc:spChg>
        <pc:grpChg chg="del mod topLvl">
          <ac:chgData name="Dora da Silva Roxo" userId="b6f39d0a-b38b-4c97-850c-dbcbfac2b4dd" providerId="ADAL" clId="{CE1E8942-B2E8-4E4D-B8CF-008B8B0358F8}" dt="2024-01-05T09:57:48.977" v="768" actId="165"/>
          <ac:grpSpMkLst>
            <pc:docMk/>
            <pc:sldMk cId="3953214969" sldId="1924"/>
            <ac:grpSpMk id="2" creationId="{BB29F295-60E2-4722-86AF-B0F2C59FF7CD}"/>
          </ac:grpSpMkLst>
        </pc:grpChg>
        <pc:grpChg chg="mod">
          <ac:chgData name="Dora da Silva Roxo" userId="b6f39d0a-b38b-4c97-850c-dbcbfac2b4dd" providerId="ADAL" clId="{CE1E8942-B2E8-4E4D-B8CF-008B8B0358F8}" dt="2024-01-05T09:56:30.486" v="758" actId="408"/>
          <ac:grpSpMkLst>
            <pc:docMk/>
            <pc:sldMk cId="3953214969" sldId="1924"/>
            <ac:grpSpMk id="3" creationId="{4FF2D0AE-D308-4F38-8820-C70A2A1656F6}"/>
          </ac:grpSpMkLst>
        </pc:grpChg>
        <pc:grpChg chg="add del mod topLvl">
          <ac:chgData name="Dora da Silva Roxo" userId="b6f39d0a-b38b-4c97-850c-dbcbfac2b4dd" providerId="ADAL" clId="{CE1E8942-B2E8-4E4D-B8CF-008B8B0358F8}" dt="2024-01-05T09:57:06.103" v="762" actId="165"/>
          <ac:grpSpMkLst>
            <pc:docMk/>
            <pc:sldMk cId="3953214969" sldId="1924"/>
            <ac:grpSpMk id="5" creationId="{4F8F3A43-2F7A-E956-8943-6557D4F35F6F}"/>
          </ac:grpSpMkLst>
        </pc:grpChg>
        <pc:grpChg chg="add del mod topLvl">
          <ac:chgData name="Dora da Silva Roxo" userId="b6f39d0a-b38b-4c97-850c-dbcbfac2b4dd" providerId="ADAL" clId="{CE1E8942-B2E8-4E4D-B8CF-008B8B0358F8}" dt="2024-01-05T09:57:06.103" v="762" actId="165"/>
          <ac:grpSpMkLst>
            <pc:docMk/>
            <pc:sldMk cId="3953214969" sldId="1924"/>
            <ac:grpSpMk id="6" creationId="{5D4635C1-5B0E-3B88-E156-872AE235EC88}"/>
          </ac:grpSpMkLst>
        </pc:grpChg>
        <pc:grpChg chg="add del mod">
          <ac:chgData name="Dora da Silva Roxo" userId="b6f39d0a-b38b-4c97-850c-dbcbfac2b4dd" providerId="ADAL" clId="{CE1E8942-B2E8-4E4D-B8CF-008B8B0358F8}" dt="2024-01-05T09:57:04.858" v="761" actId="165"/>
          <ac:grpSpMkLst>
            <pc:docMk/>
            <pc:sldMk cId="3953214969" sldId="1924"/>
            <ac:grpSpMk id="8" creationId="{24454BBC-3FAB-A0F1-A81E-C2BE8D135BD1}"/>
          </ac:grpSpMkLst>
        </pc:grpChg>
        <pc:grpChg chg="del mod topLvl">
          <ac:chgData name="Dora da Silva Roxo" userId="b6f39d0a-b38b-4c97-850c-dbcbfac2b4dd" providerId="ADAL" clId="{CE1E8942-B2E8-4E4D-B8CF-008B8B0358F8}" dt="2024-01-05T09:57:16.363" v="764" actId="165"/>
          <ac:grpSpMkLst>
            <pc:docMk/>
            <pc:sldMk cId="3953214969" sldId="1924"/>
            <ac:grpSpMk id="10" creationId="{33A70E3A-9F42-4FE8-BE75-FF9DDC4EFC28}"/>
          </ac:grpSpMkLst>
        </pc:grpChg>
        <pc:grpChg chg="del mod">
          <ac:chgData name="Dora da Silva Roxo" userId="b6f39d0a-b38b-4c97-850c-dbcbfac2b4dd" providerId="ADAL" clId="{CE1E8942-B2E8-4E4D-B8CF-008B8B0358F8}" dt="2024-01-05T09:57:43.321" v="767" actId="165"/>
          <ac:grpSpMkLst>
            <pc:docMk/>
            <pc:sldMk cId="3953214969" sldId="1924"/>
            <ac:grpSpMk id="11" creationId="{6DCBB948-28AD-41A0-894D-99CB29EEB6AF}"/>
          </ac:grpSpMkLst>
        </pc:grpChg>
        <pc:grpChg chg="del mod topLvl">
          <ac:chgData name="Dora da Silva Roxo" userId="b6f39d0a-b38b-4c97-850c-dbcbfac2b4dd" providerId="ADAL" clId="{CE1E8942-B2E8-4E4D-B8CF-008B8B0358F8}" dt="2024-01-05T09:57:14.982" v="763" actId="165"/>
          <ac:grpSpMkLst>
            <pc:docMk/>
            <pc:sldMk cId="3953214969" sldId="1924"/>
            <ac:grpSpMk id="13" creationId="{8EEA6C23-674A-479C-B866-18314CBBEBA1}"/>
          </ac:grpSpMkLst>
        </pc:grpChg>
        <pc:picChg chg="mod topLvl">
          <ac:chgData name="Dora da Silva Roxo" userId="b6f39d0a-b38b-4c97-850c-dbcbfac2b4dd" providerId="ADAL" clId="{CE1E8942-B2E8-4E4D-B8CF-008B8B0358F8}" dt="2024-01-05T09:57:43.321" v="767" actId="165"/>
          <ac:picMkLst>
            <pc:docMk/>
            <pc:sldMk cId="3953214969" sldId="1924"/>
            <ac:picMk id="48" creationId="{B6DA387A-C4F6-4715-B166-03D3C4B05563}"/>
          </ac:picMkLst>
        </pc:picChg>
        <pc:picChg chg="mod topLvl">
          <ac:chgData name="Dora da Silva Roxo" userId="b6f39d0a-b38b-4c97-850c-dbcbfac2b4dd" providerId="ADAL" clId="{CE1E8942-B2E8-4E4D-B8CF-008B8B0358F8}" dt="2024-01-05T09:57:14.982" v="763" actId="165"/>
          <ac:picMkLst>
            <pc:docMk/>
            <pc:sldMk cId="3953214969" sldId="1924"/>
            <ac:picMk id="53" creationId="{2958E870-3676-43BF-9A54-C2C87079957B}"/>
          </ac:picMkLst>
        </pc:picChg>
      </pc:sldChg>
      <pc:sldChg chg="modSp mod">
        <pc:chgData name="Dora da Silva Roxo" userId="b6f39d0a-b38b-4c97-850c-dbcbfac2b4dd" providerId="ADAL" clId="{CE1E8942-B2E8-4E4D-B8CF-008B8B0358F8}" dt="2024-01-05T09:52:13.442" v="732" actId="20577"/>
        <pc:sldMkLst>
          <pc:docMk/>
          <pc:sldMk cId="432801520" sldId="3149"/>
        </pc:sldMkLst>
        <pc:spChg chg="mod">
          <ac:chgData name="Dora da Silva Roxo" userId="b6f39d0a-b38b-4c97-850c-dbcbfac2b4dd" providerId="ADAL" clId="{CE1E8942-B2E8-4E4D-B8CF-008B8B0358F8}" dt="2024-01-05T09:50:36.585" v="726" actId="20577"/>
          <ac:spMkLst>
            <pc:docMk/>
            <pc:sldMk cId="432801520" sldId="3149"/>
            <ac:spMk id="9" creationId="{2A2165E6-7B57-BB05-7064-2A6771E42F54}"/>
          </ac:spMkLst>
        </pc:spChg>
        <pc:spChg chg="mod">
          <ac:chgData name="Dora da Silva Roxo" userId="b6f39d0a-b38b-4c97-850c-dbcbfac2b4dd" providerId="ADAL" clId="{CE1E8942-B2E8-4E4D-B8CF-008B8B0358F8}" dt="2024-01-05T09:52:13.442" v="732" actId="20577"/>
          <ac:spMkLst>
            <pc:docMk/>
            <pc:sldMk cId="432801520" sldId="3149"/>
            <ac:spMk id="210" creationId="{4D71B009-AAD5-C856-2B53-248BD65DB0FD}"/>
          </ac:spMkLst>
        </pc:spChg>
        <pc:spChg chg="mod">
          <ac:chgData name="Dora da Silva Roxo" userId="b6f39d0a-b38b-4c97-850c-dbcbfac2b4dd" providerId="ADAL" clId="{CE1E8942-B2E8-4E4D-B8CF-008B8B0358F8}" dt="2024-01-05T09:52:05.356" v="728" actId="20577"/>
          <ac:spMkLst>
            <pc:docMk/>
            <pc:sldMk cId="432801520" sldId="3149"/>
            <ac:spMk id="405" creationId="{4828B216-C759-E341-693F-F848F03072C6}"/>
          </ac:spMkLst>
        </pc:spChg>
        <pc:spChg chg="mod">
          <ac:chgData name="Dora da Silva Roxo" userId="b6f39d0a-b38b-4c97-850c-dbcbfac2b4dd" providerId="ADAL" clId="{CE1E8942-B2E8-4E4D-B8CF-008B8B0358F8}" dt="2024-01-05T09:52:10.994" v="730" actId="20577"/>
          <ac:spMkLst>
            <pc:docMk/>
            <pc:sldMk cId="432801520" sldId="3149"/>
            <ac:spMk id="411" creationId="{7BC3E9DD-EB4B-67A1-6C03-7857933CFB64}"/>
          </ac:spMkLst>
        </pc:spChg>
      </pc:sldChg>
      <pc:sldChg chg="del">
        <pc:chgData name="Dora da Silva Roxo" userId="b6f39d0a-b38b-4c97-850c-dbcbfac2b4dd" providerId="ADAL" clId="{CE1E8942-B2E8-4E4D-B8CF-008B8B0358F8}" dt="2024-01-05T09:03:49.006" v="402" actId="47"/>
        <pc:sldMkLst>
          <pc:docMk/>
          <pc:sldMk cId="3471480397" sldId="3151"/>
        </pc:sldMkLst>
      </pc:sldChg>
      <pc:sldChg chg="addSp modSp add mod">
        <pc:chgData name="Dora da Silva Roxo" userId="b6f39d0a-b38b-4c97-850c-dbcbfac2b4dd" providerId="ADAL" clId="{CE1E8942-B2E8-4E4D-B8CF-008B8B0358F8}" dt="2024-01-05T10:03:18.232" v="809" actId="20577"/>
        <pc:sldMkLst>
          <pc:docMk/>
          <pc:sldMk cId="3582218357" sldId="3152"/>
        </pc:sldMkLst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3" creationId="{13D987E2-B065-2461-C455-38C2F6AA6488}"/>
          </ac:spMkLst>
        </pc:spChg>
        <pc:spChg chg="mod">
          <ac:chgData name="Dora da Silva Roxo" userId="b6f39d0a-b38b-4c97-850c-dbcbfac2b4dd" providerId="ADAL" clId="{CE1E8942-B2E8-4E4D-B8CF-008B8B0358F8}" dt="2024-01-05T09:41:45.196" v="693" actId="552"/>
          <ac:spMkLst>
            <pc:docMk/>
            <pc:sldMk cId="3582218357" sldId="3152"/>
            <ac:spMk id="7" creationId="{D20F415D-1EDC-4314-9A6F-9CEDE78E15D6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9" creationId="{488958EA-39C6-AD50-DC90-E4641279C5A5}"/>
          </ac:spMkLst>
        </pc:spChg>
        <pc:spChg chg="add mod">
          <ac:chgData name="Dora da Silva Roxo" userId="b6f39d0a-b38b-4c97-850c-dbcbfac2b4dd" providerId="ADAL" clId="{CE1E8942-B2E8-4E4D-B8CF-008B8B0358F8}" dt="2024-01-05T08:59:01.267" v="159" actId="164"/>
          <ac:spMkLst>
            <pc:docMk/>
            <pc:sldMk cId="3582218357" sldId="3152"/>
            <ac:spMk id="10" creationId="{3E2A3F08-3B76-3546-FDD3-CE8D9D9FD544}"/>
          </ac:spMkLst>
        </pc:spChg>
        <pc:spChg chg="add mod">
          <ac:chgData name="Dora da Silva Roxo" userId="b6f39d0a-b38b-4c97-850c-dbcbfac2b4dd" providerId="ADAL" clId="{CE1E8942-B2E8-4E4D-B8CF-008B8B0358F8}" dt="2024-01-05T08:59:28.382" v="167" actId="20577"/>
          <ac:spMkLst>
            <pc:docMk/>
            <pc:sldMk cId="3582218357" sldId="3152"/>
            <ac:spMk id="11" creationId="{C9A5C613-CE6E-246C-AA5D-D7787D452284}"/>
          </ac:spMkLst>
        </pc:spChg>
        <pc:spChg chg="add mod">
          <ac:chgData name="Dora da Silva Roxo" userId="b6f39d0a-b38b-4c97-850c-dbcbfac2b4dd" providerId="ADAL" clId="{CE1E8942-B2E8-4E4D-B8CF-008B8B0358F8}" dt="2024-01-05T09:03:11.965" v="390" actId="20577"/>
          <ac:spMkLst>
            <pc:docMk/>
            <pc:sldMk cId="3582218357" sldId="3152"/>
            <ac:spMk id="12" creationId="{049C9964-2735-4B4E-87DE-8001BC6AF652}"/>
          </ac:spMkLst>
        </pc:spChg>
        <pc:spChg chg="add mod">
          <ac:chgData name="Dora da Silva Roxo" userId="b6f39d0a-b38b-4c97-850c-dbcbfac2b4dd" providerId="ADAL" clId="{CE1E8942-B2E8-4E4D-B8CF-008B8B0358F8}" dt="2024-01-05T09:03:09.422" v="389" actId="20577"/>
          <ac:spMkLst>
            <pc:docMk/>
            <pc:sldMk cId="3582218357" sldId="3152"/>
            <ac:spMk id="13" creationId="{E2A30F30-3C96-208E-05DB-6A0B8F69338D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15" creationId="{D2C2F4A1-4D98-4A99-9DB2-497E6CEB7D23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16" creationId="{93C193AE-EED8-440A-8458-F8D9C9665F30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17" creationId="{C9760DFB-850B-446D-A564-0D9F5205F4C8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18" creationId="{E1492F7E-F7A0-4E85-8FC1-862D9C8BA94C}"/>
          </ac:spMkLst>
        </pc:spChg>
        <pc:spChg chg="add mod">
          <ac:chgData name="Dora da Silva Roxo" userId="b6f39d0a-b38b-4c97-850c-dbcbfac2b4dd" providerId="ADAL" clId="{CE1E8942-B2E8-4E4D-B8CF-008B8B0358F8}" dt="2024-01-05T09:04:04.165" v="408" actId="207"/>
          <ac:spMkLst>
            <pc:docMk/>
            <pc:sldMk cId="3582218357" sldId="3152"/>
            <ac:spMk id="19" creationId="{A38FC843-682C-0036-E860-E12687A9B049}"/>
          </ac:spMkLst>
        </pc:spChg>
        <pc:spChg chg="add mod">
          <ac:chgData name="Dora da Silva Roxo" userId="b6f39d0a-b38b-4c97-850c-dbcbfac2b4dd" providerId="ADAL" clId="{CE1E8942-B2E8-4E4D-B8CF-008B8B0358F8}" dt="2024-01-05T08:59:01.267" v="159" actId="164"/>
          <ac:spMkLst>
            <pc:docMk/>
            <pc:sldMk cId="3582218357" sldId="3152"/>
            <ac:spMk id="20" creationId="{2E9C69F7-F030-E7E4-094E-882D9F590A11}"/>
          </ac:spMkLst>
        </pc:spChg>
        <pc:spChg chg="add mod">
          <ac:chgData name="Dora da Silva Roxo" userId="b6f39d0a-b38b-4c97-850c-dbcbfac2b4dd" providerId="ADAL" clId="{CE1E8942-B2E8-4E4D-B8CF-008B8B0358F8}" dt="2024-01-05T09:03:26.082" v="400" actId="20577"/>
          <ac:spMkLst>
            <pc:docMk/>
            <pc:sldMk cId="3582218357" sldId="3152"/>
            <ac:spMk id="21" creationId="{E657EA1C-9F33-4C4F-4128-B6857B8B5CDA}"/>
          </ac:spMkLst>
        </pc:spChg>
        <pc:spChg chg="mod">
          <ac:chgData name="Dora da Silva Roxo" userId="b6f39d0a-b38b-4c97-850c-dbcbfac2b4dd" providerId="ADAL" clId="{CE1E8942-B2E8-4E4D-B8CF-008B8B0358F8}" dt="2024-01-05T09:04:11.773" v="414" actId="20577"/>
          <ac:spMkLst>
            <pc:docMk/>
            <pc:sldMk cId="3582218357" sldId="3152"/>
            <ac:spMk id="22" creationId="{432BD16A-511A-4A9A-B13B-41D8B4D931CC}"/>
          </ac:spMkLst>
        </pc:spChg>
        <pc:spChg chg="add mod">
          <ac:chgData name="Dora da Silva Roxo" userId="b6f39d0a-b38b-4c97-850c-dbcbfac2b4dd" providerId="ADAL" clId="{CE1E8942-B2E8-4E4D-B8CF-008B8B0358F8}" dt="2024-01-05T08:59:01.267" v="159" actId="164"/>
          <ac:spMkLst>
            <pc:docMk/>
            <pc:sldMk cId="3582218357" sldId="3152"/>
            <ac:spMk id="23" creationId="{63B3C8FF-DD05-2E9F-904E-76B5B45B8744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27" creationId="{84B7A843-AB83-7A51-CC69-A3CC24D3DBA0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28" creationId="{7436686A-F302-7363-4D7E-57C6E2BAB8C7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29" creationId="{C038E3E7-0DAE-DB2E-F6D3-13A14684744F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30" creationId="{61557572-BD4A-B8F8-5DE8-F1AAC466F635}"/>
          </ac:spMkLst>
        </pc:spChg>
        <pc:spChg chg="mod">
          <ac:chgData name="Dora da Silva Roxo" userId="b6f39d0a-b38b-4c97-850c-dbcbfac2b4dd" providerId="ADAL" clId="{CE1E8942-B2E8-4E4D-B8CF-008B8B0358F8}" dt="2024-01-05T09:37:05.772" v="483"/>
          <ac:spMkLst>
            <pc:docMk/>
            <pc:sldMk cId="3582218357" sldId="3152"/>
            <ac:spMk id="35" creationId="{EC9660C1-FC37-7E95-7D29-A0F7E68A8BBA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36" creationId="{86CD3A3B-5EBF-D49B-793D-B949FF1E2354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37" creationId="{00EA78C5-DF58-AD26-4D18-984DBF16B1F7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38" creationId="{D33DDA72-6447-283F-9B8A-02CFE0FE9528}"/>
          </ac:spMkLst>
        </pc:spChg>
        <pc:spChg chg="mod">
          <ac:chgData name="Dora da Silva Roxo" userId="b6f39d0a-b38b-4c97-850c-dbcbfac2b4dd" providerId="ADAL" clId="{CE1E8942-B2E8-4E4D-B8CF-008B8B0358F8}" dt="2024-01-05T09:03:28.843" v="401" actId="20577"/>
          <ac:spMkLst>
            <pc:docMk/>
            <pc:sldMk cId="3582218357" sldId="3152"/>
            <ac:spMk id="39" creationId="{F801294F-53F2-60D3-DEB9-CCECD1132D8E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40" creationId="{0111535E-E8BD-B3F4-84D7-B43145794D5F}"/>
          </ac:spMkLst>
        </pc:spChg>
        <pc:spChg chg="mod">
          <ac:chgData name="Dora da Silva Roxo" userId="b6f39d0a-b38b-4c97-850c-dbcbfac2b4dd" providerId="ADAL" clId="{CE1E8942-B2E8-4E4D-B8CF-008B8B0358F8}" dt="2024-01-05T10:03:18.232" v="809" actId="20577"/>
          <ac:spMkLst>
            <pc:docMk/>
            <pc:sldMk cId="3582218357" sldId="3152"/>
            <ac:spMk id="41" creationId="{967FFCDF-AA55-4D26-46C6-FCE66F3FDF83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3" creationId="{13D987E2-B065-2461-C455-38C2F6AA6488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4" creationId="{84B7A843-AB83-7A51-CC69-A3CC24D3DBA0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5" creationId="{7436686A-F302-7363-4D7E-57C6E2BAB8C7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6" creationId="{C038E3E7-0DAE-DB2E-F6D3-13A14684744F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7" creationId="{86CD3A3B-5EBF-D49B-793D-B949FF1E2354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8" creationId="{00EA78C5-DF58-AD26-4D18-984DBF16B1F7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9" creationId="{D33DDA72-6447-283F-9B8A-02CFE0FE9528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50" creationId="{F801294F-53F2-60D3-DEB9-CCECD1132D8E}"/>
          </ac:spMkLst>
        </pc:spChg>
        <pc:spChg chg="mod">
          <ac:chgData name="Dora da Silva Roxo" userId="b6f39d0a-b38b-4c97-850c-dbcbfac2b4dd" providerId="ADAL" clId="{CE1E8942-B2E8-4E4D-B8CF-008B8B0358F8}" dt="2024-01-05T09:38:05.184" v="554" actId="20577"/>
          <ac:spMkLst>
            <pc:docMk/>
            <pc:sldMk cId="3582218357" sldId="3152"/>
            <ac:spMk id="51" creationId="{173AA177-39BE-3E30-B0FC-9DC2BACF9C7E}"/>
          </ac:spMkLst>
        </pc:spChg>
        <pc:spChg chg="mod">
          <ac:chgData name="Dora da Silva Roxo" userId="b6f39d0a-b38b-4c97-850c-dbcbfac2b4dd" providerId="ADAL" clId="{CE1E8942-B2E8-4E4D-B8CF-008B8B0358F8}" dt="2024-01-05T09:39:16.221" v="555" actId="20577"/>
          <ac:spMkLst>
            <pc:docMk/>
            <pc:sldMk cId="3582218357" sldId="3152"/>
            <ac:spMk id="53" creationId="{EED8F888-5BB1-7A74-405E-028D6B44A636}"/>
          </ac:spMkLst>
        </pc:spChg>
        <pc:spChg chg="mod">
          <ac:chgData name="Dora da Silva Roxo" userId="b6f39d0a-b38b-4c97-850c-dbcbfac2b4dd" providerId="ADAL" clId="{CE1E8942-B2E8-4E4D-B8CF-008B8B0358F8}" dt="2024-01-05T09:37:05.772" v="483"/>
          <ac:spMkLst>
            <pc:docMk/>
            <pc:sldMk cId="3582218357" sldId="3152"/>
            <ac:spMk id="55" creationId="{63F9370D-902C-D66C-7BC4-2645119F34B4}"/>
          </ac:spMkLst>
        </pc:spChg>
        <pc:spChg chg="mod">
          <ac:chgData name="Dora da Silva Roxo" userId="b6f39d0a-b38b-4c97-850c-dbcbfac2b4dd" providerId="ADAL" clId="{CE1E8942-B2E8-4E4D-B8CF-008B8B0358F8}" dt="2024-01-05T09:37:05.772" v="483"/>
          <ac:spMkLst>
            <pc:docMk/>
            <pc:sldMk cId="3582218357" sldId="3152"/>
            <ac:spMk id="56" creationId="{D0CD9559-3785-A61B-8BAF-856DACB9A5C1}"/>
          </ac:spMkLst>
        </pc:spChg>
        <pc:spChg chg="mod">
          <ac:chgData name="Dora da Silva Roxo" userId="b6f39d0a-b38b-4c97-850c-dbcbfac2b4dd" providerId="ADAL" clId="{CE1E8942-B2E8-4E4D-B8CF-008B8B0358F8}" dt="2024-01-05T09:40:23.536" v="582" actId="20577"/>
          <ac:spMkLst>
            <pc:docMk/>
            <pc:sldMk cId="3582218357" sldId="3152"/>
            <ac:spMk id="57" creationId="{73F6962C-8F13-7ABC-EF23-62FC1CCA5035}"/>
          </ac:spMkLst>
        </pc:spChg>
        <pc:spChg chg="mod">
          <ac:chgData name="Dora da Silva Roxo" userId="b6f39d0a-b38b-4c97-850c-dbcbfac2b4dd" providerId="ADAL" clId="{CE1E8942-B2E8-4E4D-B8CF-008B8B0358F8}" dt="2024-01-05T09:37:05.772" v="483"/>
          <ac:spMkLst>
            <pc:docMk/>
            <pc:sldMk cId="3582218357" sldId="3152"/>
            <ac:spMk id="58" creationId="{963AF22F-7383-77B7-22F9-67710556B990}"/>
          </ac:spMkLst>
        </pc:spChg>
        <pc:grpChg chg="add mod">
          <ac:chgData name="Dora da Silva Roxo" userId="b6f39d0a-b38b-4c97-850c-dbcbfac2b4dd" providerId="ADAL" clId="{CE1E8942-B2E8-4E4D-B8CF-008B8B0358F8}" dt="2024-01-05T09:41:45.196" v="693" actId="552"/>
          <ac:grpSpMkLst>
            <pc:docMk/>
            <pc:sldMk cId="3582218357" sldId="3152"/>
            <ac:grpSpMk id="24" creationId="{0EF54922-CBAC-EA75-45AC-5FA6E7EF7E7B}"/>
          </ac:grpSpMkLst>
        </pc:grpChg>
        <pc:grpChg chg="add mod">
          <ac:chgData name="Dora da Silva Roxo" userId="b6f39d0a-b38b-4c97-850c-dbcbfac2b4dd" providerId="ADAL" clId="{CE1E8942-B2E8-4E4D-B8CF-008B8B0358F8}" dt="2024-01-05T09:41:45.196" v="693" actId="552"/>
          <ac:grpSpMkLst>
            <pc:docMk/>
            <pc:sldMk cId="3582218357" sldId="3152"/>
            <ac:grpSpMk id="25" creationId="{0EFD26EB-A50E-7EE2-1C69-3FB85A150EA0}"/>
          </ac:grpSpMkLst>
        </pc:grpChg>
        <pc:grpChg chg="add mod">
          <ac:chgData name="Dora da Silva Roxo" userId="b6f39d0a-b38b-4c97-850c-dbcbfac2b4dd" providerId="ADAL" clId="{CE1E8942-B2E8-4E4D-B8CF-008B8B0358F8}" dt="2024-01-05T09:41:45.196" v="693" actId="552"/>
          <ac:grpSpMkLst>
            <pc:docMk/>
            <pc:sldMk cId="3582218357" sldId="3152"/>
            <ac:grpSpMk id="26" creationId="{EB46ED7B-C1D0-858E-A8DC-C69AA7542E4A}"/>
          </ac:grpSpMkLst>
        </pc:grpChg>
        <pc:grpChg chg="add mod">
          <ac:chgData name="Dora da Silva Roxo" userId="b6f39d0a-b38b-4c97-850c-dbcbfac2b4dd" providerId="ADAL" clId="{CE1E8942-B2E8-4E4D-B8CF-008B8B0358F8}" dt="2024-01-05T09:41:45.196" v="693" actId="552"/>
          <ac:grpSpMkLst>
            <pc:docMk/>
            <pc:sldMk cId="3582218357" sldId="3152"/>
            <ac:grpSpMk id="31" creationId="{4E4F7A79-4ACB-D9B2-31C3-5768E4900558}"/>
          </ac:grpSpMkLst>
        </pc:grpChg>
        <pc:grpChg chg="add mod ord">
          <ac:chgData name="Dora da Silva Roxo" userId="b6f39d0a-b38b-4c97-850c-dbcbfac2b4dd" providerId="ADAL" clId="{CE1E8942-B2E8-4E4D-B8CF-008B8B0358F8}" dt="2024-01-05T09:41:45.196" v="693" actId="552"/>
          <ac:grpSpMkLst>
            <pc:docMk/>
            <pc:sldMk cId="3582218357" sldId="3152"/>
            <ac:grpSpMk id="32" creationId="{F45E69C7-FE8E-D847-F363-728A64393E81}"/>
          </ac:grpSpMkLst>
        </pc:grpChg>
      </pc:sldChg>
    </pc:docChg>
  </pc:docChgLst>
  <pc:docChgLst>
    <pc:chgData name="Reia, Hugo Alexandre" userId="dee69c61-2ac7-4b82-bc09-1c91e89a6358" providerId="ADAL" clId="{706D8537-E8A2-43C1-81A0-6D5C5B3A7CB1}"/>
    <pc:docChg chg="undo custSel modSld">
      <pc:chgData name="Reia, Hugo Alexandre" userId="dee69c61-2ac7-4b82-bc09-1c91e89a6358" providerId="ADAL" clId="{706D8537-E8A2-43C1-81A0-6D5C5B3A7CB1}" dt="2023-05-05T11:05:32.118" v="129" actId="20577"/>
      <pc:docMkLst>
        <pc:docMk/>
      </pc:docMkLst>
      <pc:sldChg chg="addSp delSp modSp mod">
        <pc:chgData name="Reia, Hugo Alexandre" userId="dee69c61-2ac7-4b82-bc09-1c91e89a6358" providerId="ADAL" clId="{706D8537-E8A2-43C1-81A0-6D5C5B3A7CB1}" dt="2023-05-05T10:14:06.077" v="20" actId="478"/>
        <pc:sldMkLst>
          <pc:docMk/>
          <pc:sldMk cId="432801520" sldId="3149"/>
        </pc:sldMkLst>
        <pc:spChg chg="mod">
          <ac:chgData name="Reia, Hugo Alexandre" userId="dee69c61-2ac7-4b82-bc09-1c91e89a6358" providerId="ADAL" clId="{706D8537-E8A2-43C1-81A0-6D5C5B3A7CB1}" dt="2023-05-05T10:12:38.053" v="15" actId="20577"/>
          <ac:spMkLst>
            <pc:docMk/>
            <pc:sldMk cId="432801520" sldId="3149"/>
            <ac:spMk id="7" creationId="{25EFF698-7023-AA42-07B9-13EE7A6008C6}"/>
          </ac:spMkLst>
        </pc:spChg>
        <pc:spChg chg="mod">
          <ac:chgData name="Reia, Hugo Alexandre" userId="dee69c61-2ac7-4b82-bc09-1c91e89a6358" providerId="ADAL" clId="{706D8537-E8A2-43C1-81A0-6D5C5B3A7CB1}" dt="2023-05-05T10:12:51.326" v="17" actId="20577"/>
          <ac:spMkLst>
            <pc:docMk/>
            <pc:sldMk cId="432801520" sldId="3149"/>
            <ac:spMk id="399" creationId="{55327F54-AE39-104D-D7ED-FEB9F88B2CC6}"/>
          </ac:spMkLst>
        </pc:spChg>
        <pc:cxnChg chg="add del mod">
          <ac:chgData name="Reia, Hugo Alexandre" userId="dee69c61-2ac7-4b82-bc09-1c91e89a6358" providerId="ADAL" clId="{706D8537-E8A2-43C1-81A0-6D5C5B3A7CB1}" dt="2023-05-05T10:09:51.663" v="12" actId="478"/>
          <ac:cxnSpMkLst>
            <pc:docMk/>
            <pc:sldMk cId="432801520" sldId="3149"/>
            <ac:cxnSpMk id="11" creationId="{2821D969-6DB4-509A-B1D3-B0E7C4946F01}"/>
          </ac:cxnSpMkLst>
        </pc:cxnChg>
        <pc:cxnChg chg="add del mod">
          <ac:chgData name="Reia, Hugo Alexandre" userId="dee69c61-2ac7-4b82-bc09-1c91e89a6358" providerId="ADAL" clId="{706D8537-E8A2-43C1-81A0-6D5C5B3A7CB1}" dt="2023-05-04T15:06:46.257" v="9" actId="478"/>
          <ac:cxnSpMkLst>
            <pc:docMk/>
            <pc:sldMk cId="432801520" sldId="3149"/>
            <ac:cxnSpMk id="11" creationId="{8AC0CE18-D241-0016-2608-112486732DDE}"/>
          </ac:cxnSpMkLst>
        </pc:cxnChg>
        <pc:cxnChg chg="add del mod">
          <ac:chgData name="Reia, Hugo Alexandre" userId="dee69c61-2ac7-4b82-bc09-1c91e89a6358" providerId="ADAL" clId="{706D8537-E8A2-43C1-81A0-6D5C5B3A7CB1}" dt="2023-05-05T10:14:06.077" v="20" actId="478"/>
          <ac:cxnSpMkLst>
            <pc:docMk/>
            <pc:sldMk cId="432801520" sldId="3149"/>
            <ac:cxnSpMk id="16" creationId="{83C768D9-5793-6CA5-0EF6-C5086A5652ED}"/>
          </ac:cxnSpMkLst>
        </pc:cxnChg>
      </pc:sldChg>
      <pc:sldChg chg="modSp mod">
        <pc:chgData name="Reia, Hugo Alexandre" userId="dee69c61-2ac7-4b82-bc09-1c91e89a6358" providerId="ADAL" clId="{706D8537-E8A2-43C1-81A0-6D5C5B3A7CB1}" dt="2023-05-05T11:05:32.118" v="129" actId="20577"/>
        <pc:sldMkLst>
          <pc:docMk/>
          <pc:sldMk cId="220176590" sldId="3150"/>
        </pc:sldMkLst>
        <pc:spChg chg="mod">
          <ac:chgData name="Reia, Hugo Alexandre" userId="dee69c61-2ac7-4b82-bc09-1c91e89a6358" providerId="ADAL" clId="{706D8537-E8A2-43C1-81A0-6D5C5B3A7CB1}" dt="2023-05-05T11:05:32.118" v="129" actId="20577"/>
          <ac:spMkLst>
            <pc:docMk/>
            <pc:sldMk cId="220176590" sldId="3150"/>
            <ac:spMk id="18" creationId="{E1492F7E-F7A0-4E85-8FC1-862D9C8BA94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1pPr>
    <a:lvl2pPr indent="112311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2pPr>
    <a:lvl3pPr indent="224622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3pPr>
    <a:lvl4pPr indent="336934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4pPr>
    <a:lvl5pPr indent="449245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5pPr>
    <a:lvl6pPr indent="561556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6pPr>
    <a:lvl7pPr indent="673867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7pPr>
    <a:lvl8pPr indent="786178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8pPr>
    <a:lvl9pPr indent="898489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8160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48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53184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742317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70982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8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3F6B1260-E885-40E4-9472-5D2F63367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4895422" cy="3018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tint val="75000"/>
                  </a:schemeClr>
                </a:solidFill>
                <a:latin typeface="Muli Light" panose="00000400000000000000" pitchFamily="2" charset="0"/>
                <a:cs typeface="Arial" panose="020B0604020202020204" pitchFamily="34" charset="0"/>
              </a:defRPr>
            </a:lvl1pPr>
            <a:lvl2pPr marL="222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45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68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90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13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36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59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81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4BFDDA9-04CB-42FB-B1B0-1B692D969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525" y="6345975"/>
            <a:ext cx="1907752" cy="2881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rgbClr val="003E51"/>
                </a:solidFill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err="1"/>
              <a:t>Click</a:t>
            </a:r>
            <a:r>
              <a:rPr lang="pt-PT"/>
              <a:t> to </a:t>
            </a:r>
            <a:r>
              <a:rPr lang="pt-PT" err="1"/>
              <a:t>add</a:t>
            </a:r>
            <a:r>
              <a:rPr lang="pt-PT"/>
              <a:t> date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D997750-FF72-467B-ACFF-81B71F984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5" y="2746617"/>
            <a:ext cx="4895422" cy="9003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200"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575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8402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404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6659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665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844E4C2-EB70-4B9D-ABF8-0DEE63B699E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3346" y="2111152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346" y="2485407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110" y="2859900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110" y="3234155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8728" y="3608648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8728" y="3982900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52211" y="2111033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52211" y="2485407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6831" y="2859781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56831" y="323415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1452" y="360852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61452" y="3982900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622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647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27767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6215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117840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9030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8650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2407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63374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915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19545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690BFAA-E82F-41A9-8C93-23507FFA76EF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473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084525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356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7161964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704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314794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06585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15511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5722719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9756690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0737312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3" y="76218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8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109009F-C856-4D9E-8F28-0A0A0C41B4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1" y="1742685"/>
            <a:ext cx="11114228" cy="119169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050">
                <a:solidFill>
                  <a:srgbClr val="003E51"/>
                </a:solidFill>
                <a:latin typeface="Muli Light"/>
                <a:sym typeface="Muli Light"/>
              </a:defRPr>
            </a:lvl1pPr>
          </a:lstStyle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endParaRPr lang="pt-PT"/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8" y="6576344"/>
            <a:ext cx="407894" cy="144067"/>
          </a:xfrm>
          <a:prstGeom prst="rect">
            <a:avLst/>
          </a:prstGeom>
        </p:spPr>
        <p:txBody>
          <a:bodyPr vert="horz" lIns="60951" tIns="30475" rIns="60951" bIns="30475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7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7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5861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4400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48237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084153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563888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803416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8585207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117964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0997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4732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95">
            <a:extLst>
              <a:ext uri="{FF2B5EF4-FFF2-40B4-BE49-F238E27FC236}">
                <a16:creationId xmlns:a16="http://schemas.microsoft.com/office/drawing/2014/main" id="{3E295EC7-7F17-482E-BACC-233844E93A82}"/>
              </a:ext>
            </a:extLst>
          </p:cNvPr>
          <p:cNvSpPr/>
          <p:nvPr userDrawn="1"/>
        </p:nvSpPr>
        <p:spPr>
          <a:xfrm>
            <a:off x="343430" y="6484599"/>
            <a:ext cx="5517112" cy="293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4739" tIns="24739" rIns="24739" bIns="24739">
            <a:spAutoFit/>
          </a:bodyPr>
          <a:lstStyle>
            <a:lvl1pPr algn="l">
              <a:lnSpc>
                <a:spcPct val="90000"/>
              </a:lnSpc>
              <a:defRPr sz="3600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</a:lstStyle>
          <a:p>
            <a:r>
              <a:rPr lang="pt-PT" sz="1754"/>
              <a:t>Lisboa . Porto. Madrid</a:t>
            </a:r>
            <a:endParaRPr sz="1754"/>
          </a:p>
        </p:txBody>
      </p:sp>
    </p:spTree>
    <p:extLst>
      <p:ext uri="{BB962C8B-B14F-4D97-AF65-F5344CB8AC3E}">
        <p14:creationId xmlns:p14="http://schemas.microsoft.com/office/powerpoint/2010/main" val="28659881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80830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127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9033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0960900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9616050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461897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895C7139-3DCC-4C1B-897D-5F2CFDE34B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4C081C9-B184-4F12-BA9A-7849F1D85D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419A0CB-C986-4C28-AB1F-D0593B544C44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6866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54101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756900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1983199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743140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29206366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5118061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846636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theme" Target="../theme/theme1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9" Type="http://schemas.openxmlformats.org/officeDocument/2006/relationships/image" Target="../media/image7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3.png"/><Relationship Id="rId5" Type="http://schemas.openxmlformats.org/officeDocument/2006/relationships/theme" Target="../theme/theme17.xml"/><Relationship Id="rId4" Type="http://schemas.openxmlformats.org/officeDocument/2006/relationships/slideLayout" Target="../slideLayouts/slideLayout41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44.xml"/><Relationship Id="rId7" Type="http://schemas.openxmlformats.org/officeDocument/2006/relationships/theme" Target="../theme/theme18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9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.png">
            <a:extLst>
              <a:ext uri="{FF2B5EF4-FFF2-40B4-BE49-F238E27FC236}">
                <a16:creationId xmlns:a16="http://schemas.microsoft.com/office/drawing/2014/main" id="{78052317-F054-4A47-98BD-A3E4D2DB7B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7028" y="341777"/>
            <a:ext cx="4238063" cy="215945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9FD69-E702-4F11-8706-45EEEFCE9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11117"/>
          <a:stretch/>
        </p:blipFill>
        <p:spPr>
          <a:xfrm>
            <a:off x="8990164" y="0"/>
            <a:ext cx="2275933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5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08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3305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6815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4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9154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99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white.pdf">
            <a:extLst>
              <a:ext uri="{FF2B5EF4-FFF2-40B4-BE49-F238E27FC236}">
                <a16:creationId xmlns:a16="http://schemas.microsoft.com/office/drawing/2014/main" id="{A7714FFF-5612-4744-B3EB-D14AF51F2E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398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2346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9108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9" r:id="rId2"/>
    <p:sldLayoutId id="2147483730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5445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6553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6" r:id="rId2"/>
    <p:sldLayoutId id="2147483737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4678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BFC06F-EA62-4716-A2D1-F243BEC47CD3}"/>
              </a:ext>
            </a:extLst>
          </p:cNvPr>
          <p:cNvSpPr/>
          <p:nvPr userDrawn="1"/>
        </p:nvSpPr>
        <p:spPr>
          <a:xfrm>
            <a:off x="9964402" y="6485235"/>
            <a:ext cx="13292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800" kern="1200">
                <a:solidFill>
                  <a:schemeClr val="tx1"/>
                </a:solidFill>
                <a:effectLst/>
                <a:latin typeface="Muli" panose="00000500000000000000" pitchFamily="2" charset="0"/>
                <a:ea typeface="+mn-ea"/>
                <a:cs typeface="Arial" panose="020B0604020202020204" pitchFamily="34" charset="0"/>
              </a:rPr>
              <a:t>N.11.20219012262 v1.1</a:t>
            </a:r>
            <a:endParaRPr lang="pt-PT" sz="800"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34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0978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6562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08811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32855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4060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167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5969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23.svg"/><Relationship Id="rId5" Type="http://schemas.openxmlformats.org/officeDocument/2006/relationships/image" Target="../media/image20.png"/><Relationship Id="rId4" Type="http://schemas.openxmlformats.org/officeDocument/2006/relationships/image" Target="../media/image2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DFDE417-BE67-403A-8E7B-2F67EBE84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6870674" cy="301892"/>
          </a:xfrm>
        </p:spPr>
        <p:txBody>
          <a:bodyPr/>
          <a:lstStyle/>
          <a:p>
            <a:r>
              <a:rPr lang="pt-PT">
                <a:latin typeface="Arial" panose="020B0604020202020204" pitchFamily="34" charset="0"/>
              </a:rPr>
              <a:t>Ponto de Situação #3</a:t>
            </a:r>
            <a:endParaRPr lang="pt-PT" i="1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EDB14-447D-417D-BB84-48C9F66C8A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pt-PT">
                <a:latin typeface="Arial" panose="020B0604020202020204" pitchFamily="34" charset="0"/>
              </a:rPr>
              <a:t>5 de janeiro de 2024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9D7301-5192-460C-A18F-7FB195825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4" y="2746617"/>
            <a:ext cx="7498749" cy="900308"/>
          </a:xfrm>
        </p:spPr>
        <p:txBody>
          <a:bodyPr/>
          <a:lstStyle/>
          <a:p>
            <a:r>
              <a:rPr lang="pt-PT" sz="2000" i="1">
                <a:latin typeface="Arial" panose="020B0604020202020204" pitchFamily="34" charset="0"/>
              </a:rPr>
              <a:t>Reporting </a:t>
            </a:r>
            <a:r>
              <a:rPr lang="pt-PT" sz="2000">
                <a:latin typeface="Arial" panose="020B0604020202020204" pitchFamily="34" charset="0"/>
              </a:rPr>
              <a:t>ESG Pilar III</a:t>
            </a:r>
          </a:p>
        </p:txBody>
      </p:sp>
      <p:pic>
        <p:nvPicPr>
          <p:cNvPr id="1026" name="Picture 2" descr="Santander Logo: valor, história, PNG">
            <a:extLst>
              <a:ext uri="{FF2B5EF4-FFF2-40B4-BE49-F238E27FC236}">
                <a16:creationId xmlns:a16="http://schemas.microsoft.com/office/drawing/2014/main" id="{B41535F9-35DB-2473-8C65-3479DB7C1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0" y="5422236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958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E1117D-CBD7-4CD3-A4DB-E3D3350DE2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6" name="Rectangle 53">
            <a:extLst>
              <a:ext uri="{FF2B5EF4-FFF2-40B4-BE49-F238E27FC236}">
                <a16:creationId xmlns:a16="http://schemas.microsoft.com/office/drawing/2014/main" id="{27633E4E-7104-494E-9D8B-7DC965C20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560881"/>
            <a:ext cx="6984776" cy="3799784"/>
          </a:xfrm>
          <a:prstGeom prst="rect">
            <a:avLst/>
          </a:prstGeom>
          <a:noFill/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72000" tIns="36000" rIns="72000" bIns="36000"/>
          <a:lstStyle/>
          <a:p>
            <a:pPr marL="88900" marR="0" lvl="0" indent="0" algn="just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04853" algn="just" defTabSz="1077718" eaLnBrk="0">
              <a:spcBef>
                <a:spcPct val="0"/>
              </a:spcBef>
              <a:spcAft>
                <a:spcPts val="476"/>
              </a:spcAft>
              <a:defRPr/>
            </a:pPr>
            <a:r>
              <a:rPr lang="pt-PT" sz="11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Realização da 3ª reunião de acompanhamento de projeto, de acordo com a seguinte ordem de atividades:</a:t>
            </a:r>
          </a:p>
        </p:txBody>
      </p:sp>
      <p:sp>
        <p:nvSpPr>
          <p:cNvPr id="7" name="Rectangle 54">
            <a:extLst>
              <a:ext uri="{FF2B5EF4-FFF2-40B4-BE49-F238E27FC236}">
                <a16:creationId xmlns:a16="http://schemas.microsoft.com/office/drawing/2014/main" id="{D3FFE2EB-DD03-4F13-B691-855F6CC70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560424"/>
            <a:ext cx="3595569" cy="3799784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numCol="2"/>
          <a:lstStyle/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C3D21F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solidFill>
                <a:srgbClr val="003E51"/>
              </a:solidFill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87313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" name="Rectangle 54">
            <a:extLst>
              <a:ext uri="{FF2B5EF4-FFF2-40B4-BE49-F238E27FC236}">
                <a16:creationId xmlns:a16="http://schemas.microsoft.com/office/drawing/2014/main" id="{15D8C526-E58D-4844-A15C-905928933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270011"/>
            <a:ext cx="6984776" cy="288000"/>
          </a:xfrm>
          <a:prstGeom prst="rect">
            <a:avLst/>
          </a:prstGeom>
          <a:solidFill>
            <a:srgbClr val="003E5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Objetivos</a:t>
            </a:r>
          </a:p>
        </p:txBody>
      </p:sp>
      <p:sp>
        <p:nvSpPr>
          <p:cNvPr id="9" name="Rectangle 54">
            <a:extLst>
              <a:ext uri="{FF2B5EF4-FFF2-40B4-BE49-F238E27FC236}">
                <a16:creationId xmlns:a16="http://schemas.microsoft.com/office/drawing/2014/main" id="{3A558929-AD00-44AD-AEC2-4D0E93AFA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269554"/>
            <a:ext cx="3595569" cy="288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Participantes</a:t>
            </a:r>
          </a:p>
        </p:txBody>
      </p:sp>
      <p:sp>
        <p:nvSpPr>
          <p:cNvPr id="31" name="Rectangle 53">
            <a:extLst>
              <a:ext uri="{FF2B5EF4-FFF2-40B4-BE49-F238E27FC236}">
                <a16:creationId xmlns:a16="http://schemas.microsoft.com/office/drawing/2014/main" id="{487B6253-6564-45E9-9883-00D4FB5C6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000" y="5768268"/>
            <a:ext cx="3456022" cy="285396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10</a:t>
            </a:r>
            <a:r>
              <a:rPr kumimoji="0" lang="pt-PT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:00 – 11:00</a:t>
            </a:r>
          </a:p>
        </p:txBody>
      </p:sp>
      <p:sp>
        <p:nvSpPr>
          <p:cNvPr id="32" name="Rectangle 53">
            <a:extLst>
              <a:ext uri="{FF2B5EF4-FFF2-40B4-BE49-F238E27FC236}">
                <a16:creationId xmlns:a16="http://schemas.microsoft.com/office/drawing/2014/main" id="{7CD9833C-0640-421F-85C5-C0408FE1B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770433"/>
            <a:ext cx="3456384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5 de janeiro </a:t>
            </a:r>
            <a:r>
              <a:rPr kumimoji="0" lang="pt-PT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de 2024</a:t>
            </a:r>
          </a:p>
        </p:txBody>
      </p:sp>
      <p:sp>
        <p:nvSpPr>
          <p:cNvPr id="33" name="Rectangle 53">
            <a:extLst>
              <a:ext uri="{FF2B5EF4-FFF2-40B4-BE49-F238E27FC236}">
                <a16:creationId xmlns:a16="http://schemas.microsoft.com/office/drawing/2014/main" id="{F6DF2307-5D44-46E3-93B3-01FAF6F54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483529"/>
            <a:ext cx="3595569" cy="287337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Local</a:t>
            </a:r>
          </a:p>
        </p:txBody>
      </p:sp>
      <p:sp>
        <p:nvSpPr>
          <p:cNvPr id="34" name="Rectangle 53">
            <a:extLst>
              <a:ext uri="{FF2B5EF4-FFF2-40B4-BE49-F238E27FC236}">
                <a16:creationId xmlns:a16="http://schemas.microsoft.com/office/drawing/2014/main" id="{0A565E87-EBA8-4478-8807-362A8F4B9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768268"/>
            <a:ext cx="3595569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0" tIns="36000" rIns="0" bIns="3600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PT" sz="1000" i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Microsoft Teams </a:t>
            </a:r>
            <a:r>
              <a:rPr lang="pt-PT" sz="1000" i="1" err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Call</a:t>
            </a:r>
            <a:endParaRPr kumimoji="0" lang="pt-PT" sz="10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" name="Rectangle 53">
            <a:extLst>
              <a:ext uri="{FF2B5EF4-FFF2-40B4-BE49-F238E27FC236}">
                <a16:creationId xmlns:a16="http://schemas.microsoft.com/office/drawing/2014/main" id="{A0F59B8D-BAFC-4D64-A266-A80A48DB5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483936"/>
            <a:ext cx="3456384" cy="28733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D32B9F-193D-456F-B10D-46C5107E0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360" y="5485694"/>
            <a:ext cx="3456384" cy="284739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Hora Início - Fim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B6C59664-F150-4886-8873-78A8C7EE5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130601" y="3287068"/>
            <a:ext cx="1188466" cy="50261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1916E43-00E8-4AAD-AB66-E306BF4D9129}"/>
              </a:ext>
            </a:extLst>
          </p:cNvPr>
          <p:cNvGrpSpPr/>
          <p:nvPr/>
        </p:nvGrpSpPr>
        <p:grpSpPr>
          <a:xfrm>
            <a:off x="1185783" y="3120811"/>
            <a:ext cx="5073500" cy="324000"/>
            <a:chOff x="1187752" y="3242607"/>
            <a:chExt cx="5073500" cy="324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6605C5F-FD24-4091-A7C9-C05F74228E45}"/>
                </a:ext>
              </a:extLst>
            </p:cNvPr>
            <p:cNvSpPr/>
            <p:nvPr/>
          </p:nvSpPr>
          <p:spPr>
            <a:xfrm>
              <a:off x="1187752" y="3272289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Planeamento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5AED5A5-B1F6-4685-B572-96070B7665D9}"/>
                </a:ext>
              </a:extLst>
            </p:cNvPr>
            <p:cNvSpPr/>
            <p:nvPr/>
          </p:nvSpPr>
          <p:spPr>
            <a:xfrm>
              <a:off x="2481252" y="3272289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Resumo do </a:t>
              </a:r>
              <a:r>
                <a:rPr lang="pt-PT" sz="1000" i="1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status</a:t>
              </a: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das atividades a realizar ao longo do projeto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1BD3468-356B-443F-8186-5B679E995BBE}"/>
                </a:ext>
              </a:extLst>
            </p:cNvPr>
            <p:cNvCxnSpPr/>
            <p:nvPr/>
          </p:nvCxnSpPr>
          <p:spPr>
            <a:xfrm>
              <a:off x="2410502" y="3242607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C8D6F25-667B-4D64-B49F-653A819D33AE}"/>
              </a:ext>
            </a:extLst>
          </p:cNvPr>
          <p:cNvGrpSpPr/>
          <p:nvPr/>
        </p:nvGrpSpPr>
        <p:grpSpPr>
          <a:xfrm>
            <a:off x="1185783" y="4746782"/>
            <a:ext cx="5073500" cy="324000"/>
            <a:chOff x="1185783" y="4289890"/>
            <a:chExt cx="5073500" cy="324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4D43095-8AA4-4821-B289-361FBCD35E66}"/>
                </a:ext>
              </a:extLst>
            </p:cNvPr>
            <p:cNvSpPr/>
            <p:nvPr/>
          </p:nvSpPr>
          <p:spPr>
            <a:xfrm>
              <a:off x="1185783" y="4319571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Próximos Passos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92D3BCA-9A35-4706-BB3E-697EA65D690A}"/>
                </a:ext>
              </a:extLst>
            </p:cNvPr>
            <p:cNvSpPr/>
            <p:nvPr/>
          </p:nvSpPr>
          <p:spPr>
            <a:xfrm>
              <a:off x="2479283" y="4319571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Identificação das próximas atividades a desenvolver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E93767-3839-411B-A61B-40FD60B12553}"/>
                </a:ext>
              </a:extLst>
            </p:cNvPr>
            <p:cNvCxnSpPr/>
            <p:nvPr/>
          </p:nvCxnSpPr>
          <p:spPr>
            <a:xfrm>
              <a:off x="2408533" y="4289890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C98F0DD-2292-49EB-ABC6-2CB6D81D48D3}"/>
              </a:ext>
            </a:extLst>
          </p:cNvPr>
          <p:cNvGrpSpPr/>
          <p:nvPr/>
        </p:nvGrpSpPr>
        <p:grpSpPr>
          <a:xfrm>
            <a:off x="1185783" y="3933797"/>
            <a:ext cx="5073500" cy="324000"/>
            <a:chOff x="1185783" y="3791408"/>
            <a:chExt cx="5073500" cy="324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BE05A05-1DA4-4ACD-B9BA-368B042EC2E4}"/>
                </a:ext>
              </a:extLst>
            </p:cNvPr>
            <p:cNvSpPr/>
            <p:nvPr/>
          </p:nvSpPr>
          <p:spPr>
            <a:xfrm>
              <a:off x="1185783" y="3821089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Esclarecimentos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E429228-8794-4E96-B932-C8831B0D6C7B}"/>
                </a:ext>
              </a:extLst>
            </p:cNvPr>
            <p:cNvSpPr/>
            <p:nvPr/>
          </p:nvSpPr>
          <p:spPr>
            <a:xfrm>
              <a:off x="2479283" y="3821089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marL="0" marR="0" lvl="0" indent="0" algn="l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Definição / discussão de temas identificados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DDA7C09-7720-4321-B9C0-A674A42CA489}"/>
                </a:ext>
              </a:extLst>
            </p:cNvPr>
            <p:cNvCxnSpPr/>
            <p:nvPr/>
          </p:nvCxnSpPr>
          <p:spPr>
            <a:xfrm>
              <a:off x="2408533" y="3791408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D15F32F-6EBC-43CC-BBE5-56B4AD7B8010}"/>
              </a:ext>
            </a:extLst>
          </p:cNvPr>
          <p:cNvGrpSpPr/>
          <p:nvPr/>
        </p:nvGrpSpPr>
        <p:grpSpPr>
          <a:xfrm>
            <a:off x="1185783" y="2307825"/>
            <a:ext cx="5073500" cy="324000"/>
            <a:chOff x="1187752" y="2545149"/>
            <a:chExt cx="5073500" cy="324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631F8B1-E329-468A-9C14-84D90F695609}"/>
                </a:ext>
              </a:extLst>
            </p:cNvPr>
            <p:cNvSpPr/>
            <p:nvPr/>
          </p:nvSpPr>
          <p:spPr>
            <a:xfrm>
              <a:off x="1187752" y="2574831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Sumário </a:t>
              </a:r>
            </a:p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Executivo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870518A-CC29-4C64-8C31-867BDBBC4DC6}"/>
                </a:ext>
              </a:extLst>
            </p:cNvPr>
            <p:cNvSpPr/>
            <p:nvPr/>
          </p:nvSpPr>
          <p:spPr>
            <a:xfrm>
              <a:off x="2481252" y="2574831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Visão global sobre evolução da execução do projeto, riscos e dependências principais</a:t>
              </a:r>
              <a:endParaRPr lang="pt-PT" sz="1000" i="1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917CF51-27B9-4A3D-B8D1-FB3BEDB05936}"/>
                </a:ext>
              </a:extLst>
            </p:cNvPr>
            <p:cNvCxnSpPr/>
            <p:nvPr/>
          </p:nvCxnSpPr>
          <p:spPr>
            <a:xfrm>
              <a:off x="2410502" y="2545149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2" descr="Santander Logo: valor, história, PNG">
            <a:extLst>
              <a:ext uri="{FF2B5EF4-FFF2-40B4-BE49-F238E27FC236}">
                <a16:creationId xmlns:a16="http://schemas.microsoft.com/office/drawing/2014/main" id="{53364168-FA32-F00E-A1B1-C3E02A43A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4013" y="1437103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C9B73E2-1AB7-292B-963E-ED0B0745789E}"/>
              </a:ext>
            </a:extLst>
          </p:cNvPr>
          <p:cNvSpPr txBox="1"/>
          <p:nvPr/>
        </p:nvSpPr>
        <p:spPr>
          <a:xfrm>
            <a:off x="8143000" y="2293166"/>
            <a:ext cx="3244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Susana Bernardo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A85C88-438F-B557-E685-B9BBD82B1C1A}"/>
              </a:ext>
            </a:extLst>
          </p:cNvPr>
          <p:cNvSpPr txBox="1"/>
          <p:nvPr/>
        </p:nvSpPr>
        <p:spPr>
          <a:xfrm>
            <a:off x="8143000" y="3996119"/>
            <a:ext cx="324439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Hugo Reia</a:t>
            </a:r>
          </a:p>
          <a:p>
            <a:endParaRPr lang="pt-PT" sz="11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 Rita Caguerelho</a:t>
            </a:r>
          </a:p>
          <a:p>
            <a:endParaRPr lang="pt-PT" sz="11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Dora Roxo</a:t>
            </a:r>
          </a:p>
        </p:txBody>
      </p:sp>
    </p:spTree>
    <p:extLst>
      <p:ext uri="{BB962C8B-B14F-4D97-AF65-F5344CB8AC3E}">
        <p14:creationId xmlns:p14="http://schemas.microsoft.com/office/powerpoint/2010/main" val="2229587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6">
            <a:extLst>
              <a:ext uri="{FF2B5EF4-FFF2-40B4-BE49-F238E27FC236}">
                <a16:creationId xmlns:a16="http://schemas.microsoft.com/office/drawing/2014/main" id="{5D16D15E-EF44-4117-8F79-C8BC9FDCF1E5}"/>
              </a:ext>
            </a:extLst>
          </p:cNvPr>
          <p:cNvSpPr>
            <a:spLocks/>
          </p:cNvSpPr>
          <p:nvPr/>
        </p:nvSpPr>
        <p:spPr bwMode="auto">
          <a:xfrm>
            <a:off x="4283757" y="1648026"/>
            <a:ext cx="3600000" cy="4511213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2" name="AutoShape 5">
            <a:extLst>
              <a:ext uri="{FF2B5EF4-FFF2-40B4-BE49-F238E27FC236}">
                <a16:creationId xmlns:a16="http://schemas.microsoft.com/office/drawing/2014/main" id="{E63BDF97-7422-4357-BF28-4E869A5DD23A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5744514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5B62A-73E6-47B4-9EB4-F4B966E47D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Sumário Executivo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FF2D0AE-D308-4F38-8820-C70A2A1656F6}"/>
              </a:ext>
            </a:extLst>
          </p:cNvPr>
          <p:cNvGrpSpPr/>
          <p:nvPr/>
        </p:nvGrpSpPr>
        <p:grpSpPr>
          <a:xfrm>
            <a:off x="4311926" y="6178291"/>
            <a:ext cx="3566561" cy="536504"/>
            <a:chOff x="7252834" y="5891389"/>
            <a:chExt cx="3566561" cy="53650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9EFBAE9-1B28-4DAD-90FA-813654A968B1}"/>
                </a:ext>
              </a:extLst>
            </p:cNvPr>
            <p:cNvSpPr/>
            <p:nvPr/>
          </p:nvSpPr>
          <p:spPr>
            <a:xfrm>
              <a:off x="7252834" y="6203931"/>
              <a:ext cx="188926" cy="18892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D11BD45-287A-4465-A5D1-02ABE03418BC}"/>
                </a:ext>
              </a:extLst>
            </p:cNvPr>
            <p:cNvSpPr txBox="1"/>
            <p:nvPr/>
          </p:nvSpPr>
          <p:spPr>
            <a:xfrm>
              <a:off x="7385145" y="6197061"/>
              <a:ext cx="928459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Sem impactos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928C99D-7896-432E-9208-322C22992C67}"/>
                </a:ext>
              </a:extLst>
            </p:cNvPr>
            <p:cNvSpPr/>
            <p:nvPr/>
          </p:nvSpPr>
          <p:spPr>
            <a:xfrm>
              <a:off x="8275298" y="6203931"/>
              <a:ext cx="188926" cy="188926"/>
            </a:xfrm>
            <a:prstGeom prst="ellipse">
              <a:avLst/>
            </a:prstGeom>
            <a:solidFill>
              <a:srgbClr val="FFBF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F3BE222-478C-4D2B-B77A-03A3D331FCFA}"/>
                </a:ext>
              </a:extLst>
            </p:cNvPr>
            <p:cNvSpPr txBox="1"/>
            <p:nvPr/>
          </p:nvSpPr>
          <p:spPr>
            <a:xfrm>
              <a:off x="8400395" y="6197061"/>
              <a:ext cx="1080745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Risco de impacto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5E22654-130B-4944-AA44-EEA54C3122F0}"/>
                </a:ext>
              </a:extLst>
            </p:cNvPr>
            <p:cNvSpPr/>
            <p:nvPr/>
          </p:nvSpPr>
          <p:spPr>
            <a:xfrm>
              <a:off x="9435620" y="6203931"/>
              <a:ext cx="188926" cy="188926"/>
            </a:xfrm>
            <a:prstGeom prst="ellipse">
              <a:avLst/>
            </a:prstGeom>
            <a:solidFill>
              <a:srgbClr val="EE2429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1D79E60-0396-4E00-9822-B853EE35BF6C}"/>
                </a:ext>
              </a:extLst>
            </p:cNvPr>
            <p:cNvSpPr txBox="1"/>
            <p:nvPr/>
          </p:nvSpPr>
          <p:spPr>
            <a:xfrm>
              <a:off x="9554305" y="6192049"/>
              <a:ext cx="1265090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Impactos verificados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CFDA3B2-F780-460D-B318-DAB70D67F536}"/>
                </a:ext>
              </a:extLst>
            </p:cNvPr>
            <p:cNvCxnSpPr/>
            <p:nvPr/>
          </p:nvCxnSpPr>
          <p:spPr>
            <a:xfrm>
              <a:off x="7255089" y="6108403"/>
              <a:ext cx="342491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D18978-6D1C-44C1-BB7C-B6F2FA7A46DB}"/>
                </a:ext>
              </a:extLst>
            </p:cNvPr>
            <p:cNvSpPr txBox="1"/>
            <p:nvPr/>
          </p:nvSpPr>
          <p:spPr>
            <a:xfrm>
              <a:off x="8500111" y="5891389"/>
              <a:ext cx="934871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b="1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RAG STATUS</a:t>
              </a:r>
            </a:p>
          </p:txBody>
        </p:sp>
      </p:grpSp>
      <p:sp>
        <p:nvSpPr>
          <p:cNvPr id="41" name="Freeform 6">
            <a:extLst>
              <a:ext uri="{FF2B5EF4-FFF2-40B4-BE49-F238E27FC236}">
                <a16:creationId xmlns:a16="http://schemas.microsoft.com/office/drawing/2014/main" id="{7968FF25-F10F-4F3F-BA2E-BE2DB06264A6}"/>
              </a:ext>
            </a:extLst>
          </p:cNvPr>
          <p:cNvSpPr>
            <a:spLocks/>
          </p:cNvSpPr>
          <p:nvPr/>
        </p:nvSpPr>
        <p:spPr bwMode="auto">
          <a:xfrm>
            <a:off x="617282" y="1648026"/>
            <a:ext cx="3600000" cy="4511227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sym typeface="Helvetica Light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C4BC3C-1F70-4500-AC90-B256830C063D}"/>
              </a:ext>
            </a:extLst>
          </p:cNvPr>
          <p:cNvSpPr txBox="1"/>
          <p:nvPr/>
        </p:nvSpPr>
        <p:spPr>
          <a:xfrm>
            <a:off x="617282" y="1844955"/>
            <a:ext cx="3600000" cy="2939266"/>
          </a:xfrm>
          <a:prstGeom prst="rect">
            <a:avLst/>
          </a:prstGeom>
          <a:noFill/>
        </p:spPr>
        <p:txBody>
          <a:bodyPr wrap="square" lIns="72000" rIns="18000" rtlCol="0" anchor="t">
            <a:spAutoFit/>
          </a:bodyPr>
          <a:lstStyle/>
          <a:p>
            <a:pPr marL="0" marR="0" lvl="0" indent="0" defTabSz="412629" eaLnBrk="1" fontAlgn="auto" latinLnBrk="0" hangingPunct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pt-PT" sz="1600" b="1" i="0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Progresso</a:t>
            </a:r>
            <a:endParaRPr kumimoji="0" lang="pt-PT" sz="16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Continuação da recolha de dados necessários para o exercício de Dez23;</a:t>
            </a: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Continuação da implementação de alterações metodológicas e funcionais nos processos de geração de Satélites;</a:t>
            </a: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Continuação dos desenvolvimentos de geração do Satélite 109;</a:t>
            </a: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de informação de envio para a Gloval (imóveis do MUG);</a:t>
            </a: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Início da geração do universo Corporativo.</a:t>
            </a:r>
          </a:p>
        </p:txBody>
      </p:sp>
      <p:sp>
        <p:nvSpPr>
          <p:cNvPr id="40" name="AutoShape 5">
            <a:extLst>
              <a:ext uri="{FF2B5EF4-FFF2-40B4-BE49-F238E27FC236}">
                <a16:creationId xmlns:a16="http://schemas.microsoft.com/office/drawing/2014/main" id="{C685FF1D-0939-4A5D-B535-CCF8B56EE62E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2078040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sym typeface="Helvetica Light"/>
            </a:endParaRPr>
          </a:p>
        </p:txBody>
      </p:sp>
      <p:pic>
        <p:nvPicPr>
          <p:cNvPr id="48" name="Graphic 47" descr="List RTL">
            <a:extLst>
              <a:ext uri="{FF2B5EF4-FFF2-40B4-BE49-F238E27FC236}">
                <a16:creationId xmlns:a16="http://schemas.microsoft.com/office/drawing/2014/main" id="{B6DA387A-C4F6-4715-B166-03D3C4B05563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2154636" y="1317778"/>
            <a:ext cx="522516" cy="523306"/>
          </a:xfrm>
          <a:prstGeom prst="rect">
            <a:avLst/>
          </a:prstGeom>
        </p:spPr>
      </p:pic>
      <p:pic>
        <p:nvPicPr>
          <p:cNvPr id="52" name="Graphic 51" descr="Daily calendar">
            <a:extLst>
              <a:ext uri="{FF2B5EF4-FFF2-40B4-BE49-F238E27FC236}">
                <a16:creationId xmlns:a16="http://schemas.microsoft.com/office/drawing/2014/main" id="{57180BB1-8122-4E1F-922B-3B88B3E1417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5834467" y="1320441"/>
            <a:ext cx="517980" cy="517980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7034544" y="2184719"/>
            <a:ext cx="188926" cy="188926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AutoShape 5">
            <a:extLst>
              <a:ext uri="{FF2B5EF4-FFF2-40B4-BE49-F238E27FC236}">
                <a16:creationId xmlns:a16="http://schemas.microsoft.com/office/drawing/2014/main" id="{43D09C47-A09D-47B1-B48B-2A227BBF0D28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9410991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7" name="Freeform 6">
            <a:extLst>
              <a:ext uri="{FF2B5EF4-FFF2-40B4-BE49-F238E27FC236}">
                <a16:creationId xmlns:a16="http://schemas.microsoft.com/office/drawing/2014/main" id="{159A6AC7-D04B-4272-B901-1C6FA7F3E4E7}"/>
              </a:ext>
            </a:extLst>
          </p:cNvPr>
          <p:cNvSpPr>
            <a:spLocks/>
          </p:cNvSpPr>
          <p:nvPr/>
        </p:nvSpPr>
        <p:spPr bwMode="auto">
          <a:xfrm>
            <a:off x="7950233" y="1648026"/>
            <a:ext cx="3600000" cy="4511215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pic>
        <p:nvPicPr>
          <p:cNvPr id="53" name="Graphic 52" descr="Connections">
            <a:extLst>
              <a:ext uri="{FF2B5EF4-FFF2-40B4-BE49-F238E27FC236}">
                <a16:creationId xmlns:a16="http://schemas.microsoft.com/office/drawing/2014/main" id="{2958E870-3676-43BF-9A54-C2C87079957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rcRect/>
          <a:stretch/>
        </p:blipFill>
        <p:spPr>
          <a:xfrm>
            <a:off x="9466013" y="1295211"/>
            <a:ext cx="568440" cy="5684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D6D797-458A-1198-F3B1-EAC41A33EBEA}"/>
              </a:ext>
            </a:extLst>
          </p:cNvPr>
          <p:cNvSpPr txBox="1"/>
          <p:nvPr/>
        </p:nvSpPr>
        <p:spPr>
          <a:xfrm>
            <a:off x="8078259" y="1872674"/>
            <a:ext cx="3343948" cy="198515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Dependências</a:t>
            </a:r>
            <a:endParaRPr lang="en-GB" altLang="pt-PT" sz="1600" b="1" kern="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Corporação;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Contabilidade;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Controlo de Gestão;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Desinvestimentos.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2984771" y="2184719"/>
            <a:ext cx="188926" cy="188926"/>
          </a:xfrm>
          <a:prstGeom prst="ellipse">
            <a:avLst/>
          </a:prstGeom>
          <a:solidFill>
            <a:srgbClr val="8BCD44"/>
          </a:solidFill>
          <a:ln w="3175">
            <a:solidFill>
              <a:srgbClr val="8BCD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10513113" y="2184719"/>
            <a:ext cx="188926" cy="188926"/>
          </a:xfrm>
          <a:prstGeom prst="ellipse">
            <a:avLst/>
          </a:prstGeom>
          <a:solidFill>
            <a:srgbClr val="FFC00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AE567D8-F108-4FC1-8DD4-36ADCCABE4C3}"/>
              </a:ext>
            </a:extLst>
          </p:cNvPr>
          <p:cNvSpPr txBox="1"/>
          <p:nvPr/>
        </p:nvSpPr>
        <p:spPr>
          <a:xfrm>
            <a:off x="4411783" y="1845291"/>
            <a:ext cx="3343948" cy="34009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Riscos</a:t>
            </a:r>
            <a:r>
              <a:rPr lang="en-GB" altLang="pt-PT" sz="1600" b="1" kern="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 </a:t>
            </a: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desafios</a:t>
            </a:r>
            <a:endParaRPr lang="en-GB" altLang="pt-PT" sz="1600" b="1" kern="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Receção de adjudicados;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Metodolgia de conciliação (ajustes </a:t>
            </a:r>
            <a:r>
              <a:rPr lang="pt-PT" sz="1200" dirty="0" err="1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contabilisticos</a:t>
            </a: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Mapeamento de características associadas a </a:t>
            </a:r>
            <a:r>
              <a:rPr lang="pt-PT" sz="1200" i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motor vehicle loans;</a:t>
            </a:r>
            <a:endParaRPr lang="pt-PT" sz="1200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Receção de novas </a:t>
            </a:r>
            <a:r>
              <a:rPr lang="pt-PT" sz="1200" i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guidelines </a:t>
            </a: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21 de dezembro de 2023;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Metodologia de cálculo de emissões para </a:t>
            </a:r>
            <a:r>
              <a:rPr lang="pt-PT" sz="1200" i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motor vehicle loans </a:t>
            </a: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PT" sz="1200" i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score </a:t>
            </a: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e 3)</a:t>
            </a:r>
            <a:r>
              <a:rPr lang="pt-PT" sz="1200" i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pt-PT" sz="1200" i="1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Envio de informação para a Gloval.</a:t>
            </a:r>
          </a:p>
        </p:txBody>
      </p:sp>
    </p:spTree>
    <p:extLst>
      <p:ext uri="{BB962C8B-B14F-4D97-AF65-F5344CB8AC3E}">
        <p14:creationId xmlns:p14="http://schemas.microsoft.com/office/powerpoint/2010/main" val="3953214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3C03E522-46DE-0EF0-1C94-374A2A98CCDF}"/>
              </a:ext>
            </a:extLst>
          </p:cNvPr>
          <p:cNvCxnSpPr>
            <a:cxnSpLocks/>
          </p:cNvCxnSpPr>
          <p:nvPr/>
        </p:nvCxnSpPr>
        <p:spPr>
          <a:xfrm>
            <a:off x="6661790" y="1269266"/>
            <a:ext cx="0" cy="4068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3C03E522-46DE-0EF0-1C94-374A2A98CCDF}"/>
              </a:ext>
            </a:extLst>
          </p:cNvPr>
          <p:cNvCxnSpPr>
            <a:cxnSpLocks/>
          </p:cNvCxnSpPr>
          <p:nvPr/>
        </p:nvCxnSpPr>
        <p:spPr>
          <a:xfrm>
            <a:off x="8224846" y="1266414"/>
            <a:ext cx="0" cy="4068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3C03E522-46DE-0EF0-1C94-374A2A98CCDF}"/>
              </a:ext>
            </a:extLst>
          </p:cNvPr>
          <p:cNvCxnSpPr>
            <a:cxnSpLocks/>
          </p:cNvCxnSpPr>
          <p:nvPr/>
        </p:nvCxnSpPr>
        <p:spPr>
          <a:xfrm flipH="1">
            <a:off x="9770848" y="1264821"/>
            <a:ext cx="0" cy="4083452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Rectangle 7">
            <a:extLst>
              <a:ext uri="{FF2B5EF4-FFF2-40B4-BE49-F238E27FC236}">
                <a16:creationId xmlns:a16="http://schemas.microsoft.com/office/drawing/2014/main" id="{32FCE88E-3817-DD23-CFAD-AC4F1D63AFC0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2971155"/>
            <a:ext cx="10669830" cy="573806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3.1 Satélites 79, 80, 83,</a:t>
            </a:r>
            <a:r>
              <a:rPr kumimoji="0" lang="pt-PT" sz="900" i="0" u="none" strike="noStrike" kern="120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84,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93 e 109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.2 </a:t>
            </a: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Templates 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Locais 1, 2, 4, 5, 6, 7, 8, 9 e 10</a:t>
            </a:r>
            <a:endParaRPr kumimoji="0" lang="en-US" sz="900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30" name="Rectangle 7">
            <a:extLst>
              <a:ext uri="{FF2B5EF4-FFF2-40B4-BE49-F238E27FC236}">
                <a16:creationId xmlns:a16="http://schemas.microsoft.com/office/drawing/2014/main" id="{F39F4296-322E-24AF-7823-0F71391E7D7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2149275"/>
            <a:ext cx="10669830" cy="514723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.1 Universo Corporativo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.2 Universo Local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6EC5B0-C726-45B7-80BF-59F7C2256B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0901" y="249173"/>
            <a:ext cx="7266629" cy="238180"/>
          </a:xfrm>
        </p:spPr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Planeamento</a:t>
            </a:r>
          </a:p>
        </p:txBody>
      </p:sp>
      <p:sp>
        <p:nvSpPr>
          <p:cNvPr id="225" name="Text Placeholder 224">
            <a:extLst>
              <a:ext uri="{FF2B5EF4-FFF2-40B4-BE49-F238E27FC236}">
                <a16:creationId xmlns:a16="http://schemas.microsoft.com/office/drawing/2014/main" id="{C458D2FE-AB1E-4664-B412-BC846DD96C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Plano de projeto</a:t>
            </a:r>
          </a:p>
        </p:txBody>
      </p:sp>
      <p:sp>
        <p:nvSpPr>
          <p:cNvPr id="248" name="Text Placeholder 3">
            <a:extLst>
              <a:ext uri="{FF2B5EF4-FFF2-40B4-BE49-F238E27FC236}">
                <a16:creationId xmlns:a16="http://schemas.microsoft.com/office/drawing/2014/main" id="{67140A32-92FB-BF04-B8DF-49B6439C86B2}"/>
              </a:ext>
            </a:extLst>
          </p:cNvPr>
          <p:cNvSpPr txBox="1">
            <a:spLocks/>
          </p:cNvSpPr>
          <p:nvPr/>
        </p:nvSpPr>
        <p:spPr>
          <a:xfrm>
            <a:off x="618866" y="5512043"/>
            <a:ext cx="757562" cy="2616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0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Legenda:</a:t>
            </a: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024F0507-E898-C529-0FCE-7F4EC04DC764}"/>
              </a:ext>
            </a:extLst>
          </p:cNvPr>
          <p:cNvGrpSpPr/>
          <p:nvPr/>
        </p:nvGrpSpPr>
        <p:grpSpPr>
          <a:xfrm>
            <a:off x="1326371" y="5522889"/>
            <a:ext cx="1331692" cy="244682"/>
            <a:chOff x="932671" y="5761026"/>
            <a:chExt cx="1331692" cy="244682"/>
          </a:xfrm>
        </p:grpSpPr>
        <p:sp>
          <p:nvSpPr>
            <p:cNvPr id="255" name="Text Placeholder 3">
              <a:extLst>
                <a:ext uri="{FF2B5EF4-FFF2-40B4-BE49-F238E27FC236}">
                  <a16:creationId xmlns:a16="http://schemas.microsoft.com/office/drawing/2014/main" id="{628D45A8-22B9-B26F-CF73-D94DE2C0164E}"/>
                </a:ext>
              </a:extLst>
            </p:cNvPr>
            <p:cNvSpPr txBox="1">
              <a:spLocks/>
            </p:cNvSpPr>
            <p:nvPr/>
          </p:nvSpPr>
          <p:spPr>
            <a:xfrm>
              <a:off x="1041210" y="5761026"/>
              <a:ext cx="1223153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Reunião de </a:t>
              </a:r>
              <a:r>
                <a:rPr kumimoji="0" lang="pt-PT" sz="900" b="0" i="1" u="none" strike="noStrike" kern="1200" cap="none" spc="0" normalizeH="0" baseline="0" noProof="0" err="1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Kick-off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59" name="Diamond 258">
              <a:extLst>
                <a:ext uri="{FF2B5EF4-FFF2-40B4-BE49-F238E27FC236}">
                  <a16:creationId xmlns:a16="http://schemas.microsoft.com/office/drawing/2014/main" id="{EC9E2059-8B8F-0955-1A17-AA0DE01B234B}"/>
                </a:ext>
              </a:extLst>
            </p:cNvPr>
            <p:cNvSpPr/>
            <p:nvPr/>
          </p:nvSpPr>
          <p:spPr>
            <a:xfrm>
              <a:off x="932671" y="5812641"/>
              <a:ext cx="108000" cy="108000"/>
            </a:xfrm>
            <a:prstGeom prst="diamond">
              <a:avLst/>
            </a:prstGeom>
            <a:solidFill>
              <a:schemeClr val="accent4"/>
            </a:solidFill>
            <a:ln w="3175" cap="flat" cmpd="sng" algn="ctr">
              <a:solidFill>
                <a:schemeClr val="accent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B46AF1E2-0B63-59BC-2001-6CF342FB4E78}"/>
              </a:ext>
            </a:extLst>
          </p:cNvPr>
          <p:cNvGrpSpPr/>
          <p:nvPr/>
        </p:nvGrpSpPr>
        <p:grpSpPr>
          <a:xfrm>
            <a:off x="1326371" y="5825859"/>
            <a:ext cx="1280912" cy="244682"/>
            <a:chOff x="2233302" y="5761026"/>
            <a:chExt cx="1280912" cy="244682"/>
          </a:xfrm>
        </p:grpSpPr>
        <p:sp>
          <p:nvSpPr>
            <p:cNvPr id="265" name="Diamond 264">
              <a:extLst>
                <a:ext uri="{FF2B5EF4-FFF2-40B4-BE49-F238E27FC236}">
                  <a16:creationId xmlns:a16="http://schemas.microsoft.com/office/drawing/2014/main" id="{EE69AA38-1D32-2074-7557-8D314F70920D}"/>
                </a:ext>
              </a:extLst>
            </p:cNvPr>
            <p:cNvSpPr/>
            <p:nvPr/>
          </p:nvSpPr>
          <p:spPr>
            <a:xfrm>
              <a:off x="2233302" y="5812709"/>
              <a:ext cx="108000" cy="108000"/>
            </a:xfrm>
            <a:prstGeom prst="diamond">
              <a:avLst/>
            </a:prstGeom>
            <a:solidFill>
              <a:srgbClr val="FFFFFF"/>
            </a:solidFill>
            <a:ln w="3175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66" name="Text Placeholder 3">
              <a:extLst>
                <a:ext uri="{FF2B5EF4-FFF2-40B4-BE49-F238E27FC236}">
                  <a16:creationId xmlns:a16="http://schemas.microsoft.com/office/drawing/2014/main" id="{55767F44-8570-462D-4523-E02A06F35561}"/>
                </a:ext>
              </a:extLst>
            </p:cNvPr>
            <p:cNvSpPr txBox="1">
              <a:spLocks/>
            </p:cNvSpPr>
            <p:nvPr/>
          </p:nvSpPr>
          <p:spPr>
            <a:xfrm>
              <a:off x="2337703" y="5761026"/>
              <a:ext cx="1176511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Reunião de PDS</a:t>
              </a:r>
              <a:endPara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813826B4-FBEB-D1C0-EF6C-EC0C161D10EA}"/>
              </a:ext>
            </a:extLst>
          </p:cNvPr>
          <p:cNvCxnSpPr>
            <a:cxnSpLocks/>
          </p:cNvCxnSpPr>
          <p:nvPr/>
        </p:nvCxnSpPr>
        <p:spPr>
          <a:xfrm>
            <a:off x="5121554" y="857242"/>
            <a:ext cx="1512000" cy="891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headEnd type="diamond" w="med" len="sm"/>
            <a:tailEnd type="diamond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Text Box 74">
            <a:extLst>
              <a:ext uri="{FF2B5EF4-FFF2-40B4-BE49-F238E27FC236}">
                <a16:creationId xmlns:a16="http://schemas.microsoft.com/office/drawing/2014/main" id="{15016070-330A-ECBF-4277-BFE442FABFB8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634521" y="737516"/>
            <a:ext cx="531385" cy="24836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7164" tIns="46783" rIns="97164" bIns="46783">
            <a:sp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412629" eaLnBrk="0">
              <a:defRPr sz="1000" i="1">
                <a:solidFill>
                  <a:schemeClr val="bg1">
                    <a:lumMod val="85000"/>
                  </a:schemeClr>
                </a:solidFill>
                <a:latin typeface="Muli" panose="00000500000000000000" pitchFamily="2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41262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0" i="1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sym typeface="Helvetica Light"/>
              </a:rPr>
              <a:t>2023</a:t>
            </a:r>
            <a:endParaRPr kumimoji="0" lang="en-US" sz="1000" b="0" i="1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rial" panose="020B0604020202020204" pitchFamily="34" charset="0"/>
              <a:sym typeface="Helvetica Light"/>
            </a:endParaRPr>
          </a:p>
        </p:txBody>
      </p: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B4FA39CE-9C5D-7C75-1F6E-FD3C824CFF53}"/>
              </a:ext>
            </a:extLst>
          </p:cNvPr>
          <p:cNvCxnSpPr>
            <a:cxnSpLocks/>
          </p:cNvCxnSpPr>
          <p:nvPr/>
        </p:nvCxnSpPr>
        <p:spPr>
          <a:xfrm>
            <a:off x="6724592" y="866386"/>
            <a:ext cx="4608000" cy="891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headEnd type="diamond" w="med" len="sm"/>
            <a:tailEnd type="diamond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Text Box 74">
            <a:extLst>
              <a:ext uri="{FF2B5EF4-FFF2-40B4-BE49-F238E27FC236}">
                <a16:creationId xmlns:a16="http://schemas.microsoft.com/office/drawing/2014/main" id="{40CC0388-44F5-D2C9-0456-96419F1B6888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4592" y="729135"/>
            <a:ext cx="648000" cy="24836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7164" tIns="46783" rIns="97164" bIns="46783">
            <a:spAutoFit/>
          </a:bodyPr>
          <a:lstStyle/>
          <a:p>
            <a:pPr marL="0" marR="0" lvl="0" indent="0" algn="ctr" defTabSz="41262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0" i="1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2024</a:t>
            </a:r>
            <a:endParaRPr kumimoji="0" lang="en-US" sz="1000" b="0" i="1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B5C2C16B-CFC1-B65A-63F9-6AFE0218F868}"/>
              </a:ext>
            </a:extLst>
          </p:cNvPr>
          <p:cNvSpPr/>
          <p:nvPr/>
        </p:nvSpPr>
        <p:spPr>
          <a:xfrm>
            <a:off x="8217934" y="977503"/>
            <a:ext cx="1558800" cy="241144"/>
          </a:xfrm>
          <a:prstGeom prst="rect">
            <a:avLst/>
          </a:prstGeom>
          <a:solidFill>
            <a:schemeClr val="tx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Fevereiro</a:t>
            </a: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AE06BD79-D877-BA27-5216-2E0DC6EFD1CC}"/>
              </a:ext>
            </a:extLst>
          </p:cNvPr>
          <p:cNvSpPr/>
          <p:nvPr/>
        </p:nvSpPr>
        <p:spPr>
          <a:xfrm>
            <a:off x="5104757" y="977503"/>
            <a:ext cx="1557319" cy="241144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Dezembro</a:t>
            </a: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C98638E6-8570-46FC-19B1-3E03B99ECF7F}"/>
              </a:ext>
            </a:extLst>
          </p:cNvPr>
          <p:cNvSpPr/>
          <p:nvPr/>
        </p:nvSpPr>
        <p:spPr>
          <a:xfrm>
            <a:off x="6662077" y="977503"/>
            <a:ext cx="1558800" cy="241144"/>
          </a:xfrm>
          <a:prstGeom prst="rect">
            <a:avLst/>
          </a:prstGeom>
          <a:solidFill>
            <a:schemeClr val="tx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Janeiro</a:t>
            </a:r>
          </a:p>
        </p:txBody>
      </p:sp>
      <p:sp>
        <p:nvSpPr>
          <p:cNvPr id="295" name="Text Placeholder 3">
            <a:extLst>
              <a:ext uri="{FF2B5EF4-FFF2-40B4-BE49-F238E27FC236}">
                <a16:creationId xmlns:a16="http://schemas.microsoft.com/office/drawing/2014/main" id="{0B9F269B-D29F-4F28-3414-154977BB7440}"/>
              </a:ext>
            </a:extLst>
          </p:cNvPr>
          <p:cNvSpPr txBox="1">
            <a:spLocks/>
          </p:cNvSpPr>
          <p:nvPr/>
        </p:nvSpPr>
        <p:spPr>
          <a:xfrm>
            <a:off x="161666" y="6528667"/>
            <a:ext cx="757562" cy="2616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sz="1000" b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Notas:</a:t>
            </a: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06" name="Rectangle 7">
            <a:extLst>
              <a:ext uri="{FF2B5EF4-FFF2-40B4-BE49-F238E27FC236}">
                <a16:creationId xmlns:a16="http://schemas.microsoft.com/office/drawing/2014/main" id="{0B6BBAA4-62CB-4C3D-5F0A-BECEEDB459E5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2" y="1570788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 Importação e preparação de </a:t>
            </a:r>
            <a:r>
              <a:rPr kumimoji="0" lang="pt-PT" sz="900" b="1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inputs</a:t>
            </a:r>
            <a:endParaRPr kumimoji="0" lang="en-US" sz="900" b="1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5269479" y="1624788"/>
            <a:ext cx="144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Rectangle 7">
            <a:extLst>
              <a:ext uri="{FF2B5EF4-FFF2-40B4-BE49-F238E27FC236}">
                <a16:creationId xmlns:a16="http://schemas.microsoft.com/office/drawing/2014/main" id="{E3725691-C811-B41C-A645-880565B17CC7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1872518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 </a:t>
            </a:r>
            <a:r>
              <a:rPr kumimoji="0" lang="pt-PT" sz="900" b="1" i="0" u="none" strike="noStrike" kern="120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Implementação de alterações nos universos</a:t>
            </a:r>
            <a:endParaRPr kumimoji="0" lang="pt-PT" sz="9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0" name="Rectangle 7">
            <a:extLst>
              <a:ext uri="{FF2B5EF4-FFF2-40B4-BE49-F238E27FC236}">
                <a16:creationId xmlns:a16="http://schemas.microsoft.com/office/drawing/2014/main" id="{CC50B0AF-DE02-22E1-EBAB-BE1DFC0E653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2" y="2696550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lvl="0" algn="l" defTabSz="412629"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Implementação de alterações nos Satélites e </a:t>
            </a:r>
            <a:r>
              <a:rPr lang="pt-PT" sz="900" b="1" i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</a:p>
        </p:txBody>
      </p:sp>
      <p:sp>
        <p:nvSpPr>
          <p:cNvPr id="73" name="Rectangle 7">
            <a:extLst>
              <a:ext uri="{FF2B5EF4-FFF2-40B4-BE49-F238E27FC236}">
                <a16:creationId xmlns:a16="http://schemas.microsoft.com/office/drawing/2014/main" id="{32FCE88E-3817-DD23-CFAD-AC4F1D63AFC0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3861501"/>
            <a:ext cx="10669830" cy="573806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.1 Satélites 79, 80, 83,</a:t>
            </a:r>
            <a:r>
              <a:rPr kumimoji="0" lang="pt-PT" sz="900" i="0" u="none" strike="noStrike" kern="120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84,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93 e 109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4.2 </a:t>
            </a: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Templates 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Locais 1,2, 4, 5, 6, 7, 8, 9 e 10</a:t>
            </a:r>
            <a:endParaRPr kumimoji="0" lang="en-US" sz="900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4" name="Rectangle 7">
            <a:extLst>
              <a:ext uri="{FF2B5EF4-FFF2-40B4-BE49-F238E27FC236}">
                <a16:creationId xmlns:a16="http://schemas.microsoft.com/office/drawing/2014/main" id="{E27ED112-F667-B260-55CB-3F865C321559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2" y="3584815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Conciliação de informação contabilística</a:t>
            </a:r>
            <a:endParaRPr kumimoji="0" lang="en-US" sz="900" b="1" i="0" u="none" strike="noStrike" kern="1200" cap="none" spc="0" normalizeH="0" baseline="3000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9" name="Rectangle 7">
            <a:extLst>
              <a:ext uri="{FF2B5EF4-FFF2-40B4-BE49-F238E27FC236}">
                <a16:creationId xmlns:a16="http://schemas.microsoft.com/office/drawing/2014/main" id="{04D635D7-ADA9-926F-CEAA-3D274C4BF595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3026" y="4755910"/>
            <a:ext cx="10669566" cy="572545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.1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Satélites 79, 80, 83, 84, 93 e 109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.2</a:t>
            </a: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Templates 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Locais</a:t>
            </a:r>
          </a:p>
        </p:txBody>
      </p:sp>
      <p:sp>
        <p:nvSpPr>
          <p:cNvPr id="80" name="Rectangle 7">
            <a:extLst>
              <a:ext uri="{FF2B5EF4-FFF2-40B4-BE49-F238E27FC236}">
                <a16:creationId xmlns:a16="http://schemas.microsoft.com/office/drawing/2014/main" id="{3EED73CA-1FD5-3B8C-2CE5-3C195E8E78EE}"/>
              </a:ext>
            </a:extLst>
          </p:cNvPr>
          <p:cNvSpPr>
            <a:spLocks noChangeArrowheads="1"/>
          </p:cNvSpPr>
          <p:nvPr/>
        </p:nvSpPr>
        <p:spPr bwMode="gray">
          <a:xfrm>
            <a:off x="674662" y="4472518"/>
            <a:ext cx="10669566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Geração e carregamento de informação</a:t>
            </a:r>
            <a:endParaRPr kumimoji="0" lang="en-US" sz="900" b="1" i="0" u="none" strike="noStrike" kern="1200" cap="none" spc="0" normalizeH="0" baseline="3000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C843EB6-C2AC-24B5-849F-0594A685AF19}"/>
              </a:ext>
            </a:extLst>
          </p:cNvPr>
          <p:cNvGrpSpPr/>
          <p:nvPr/>
        </p:nvGrpSpPr>
        <p:grpSpPr>
          <a:xfrm>
            <a:off x="1326371" y="6128828"/>
            <a:ext cx="1270505" cy="244682"/>
            <a:chOff x="4094233" y="5919315"/>
            <a:chExt cx="1270505" cy="244682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89FE6DA-EC72-AFEE-5D2D-A27991FCC824}"/>
                </a:ext>
              </a:extLst>
            </p:cNvPr>
            <p:cNvSpPr/>
            <p:nvPr/>
          </p:nvSpPr>
          <p:spPr>
            <a:xfrm>
              <a:off x="4094233" y="5951992"/>
              <a:ext cx="126000" cy="125954"/>
            </a:xfrm>
            <a:prstGeom prst="rect">
              <a:avLst/>
            </a:prstGeom>
            <a:pattFill prst="ltDnDiag">
              <a:fgClr>
                <a:schemeClr val="bg1">
                  <a:lumMod val="50000"/>
                </a:schemeClr>
              </a:fgClr>
              <a:bgClr>
                <a:schemeClr val="bg1"/>
              </a:bgClr>
            </a:pattFill>
            <a:ln w="317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Text Placeholder 3">
              <a:extLst>
                <a:ext uri="{FF2B5EF4-FFF2-40B4-BE49-F238E27FC236}">
                  <a16:creationId xmlns:a16="http://schemas.microsoft.com/office/drawing/2014/main" id="{4C2709CD-2FD0-B9B0-F051-4798215CD7E4}"/>
                </a:ext>
              </a:extLst>
            </p:cNvPr>
            <p:cNvSpPr txBox="1">
              <a:spLocks/>
            </p:cNvSpPr>
            <p:nvPr/>
          </p:nvSpPr>
          <p:spPr>
            <a:xfrm>
              <a:off x="4188227" y="5919315"/>
              <a:ext cx="1176511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1" u="none" strike="noStrike" kern="1200" cap="none" spc="0" normalizeH="0" baseline="0" noProof="0" err="1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Freeze</a:t>
              </a: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 do projeto</a:t>
              </a:r>
              <a:endPara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97" name="Text Placeholder 3">
            <a:extLst>
              <a:ext uri="{FF2B5EF4-FFF2-40B4-BE49-F238E27FC236}">
                <a16:creationId xmlns:a16="http://schemas.microsoft.com/office/drawing/2014/main" id="{4DB53043-2D6A-8A8B-B73A-1B963ECE5ECE}"/>
              </a:ext>
            </a:extLst>
          </p:cNvPr>
          <p:cNvSpPr txBox="1">
            <a:spLocks/>
          </p:cNvSpPr>
          <p:nvPr/>
        </p:nvSpPr>
        <p:spPr>
          <a:xfrm>
            <a:off x="608313" y="6545595"/>
            <a:ext cx="10551427" cy="2277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projeto</a:t>
            </a:r>
            <a:r>
              <a:rPr kumimoji="0" lang="pt-PT" sz="8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prevê um período de </a:t>
            </a:r>
            <a:r>
              <a:rPr kumimoji="0" lang="pt-PT" sz="800" i="1" u="none" strike="noStrike" kern="120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freeze</a:t>
            </a:r>
            <a:r>
              <a:rPr kumimoji="0" lang="pt-PT" sz="8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 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22</a:t>
            </a:r>
            <a:r>
              <a:rPr kumimoji="0" lang="pt-PT" sz="8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 dezembro a </a:t>
            </a:r>
            <a:r>
              <a:rPr lang="pt-PT" sz="800" noProof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29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 dezembro de 2023.</a:t>
            </a:r>
            <a:endParaRPr kumimoji="0" lang="pt-PT" sz="8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sp>
        <p:nvSpPr>
          <p:cNvPr id="98" name="Rectangle 7">
            <a:extLst>
              <a:ext uri="{FF2B5EF4-FFF2-40B4-BE49-F238E27FC236}">
                <a16:creationId xmlns:a16="http://schemas.microsoft.com/office/drawing/2014/main" id="{F1B178EE-AE66-41BF-E169-ACA4F7269CA5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0657" y="1269058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0</a:t>
            </a:r>
            <a:r>
              <a:rPr kumimoji="0" lang="pt-PT" sz="900" b="1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 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Gestão de projeto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FA74E09-F25B-4813-848B-653EB68BD8BA}"/>
              </a:ext>
            </a:extLst>
          </p:cNvPr>
          <p:cNvSpPr/>
          <p:nvPr/>
        </p:nvSpPr>
        <p:spPr>
          <a:xfrm>
            <a:off x="9773791" y="977503"/>
            <a:ext cx="1558800" cy="241144"/>
          </a:xfrm>
          <a:prstGeom prst="rect">
            <a:avLst/>
          </a:prstGeom>
          <a:solidFill>
            <a:schemeClr val="tx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Março</a:t>
            </a:r>
          </a:p>
        </p:txBody>
      </p: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5AA83C5F-24F9-1EFC-C0CD-2B7EBEE91EA3}"/>
              </a:ext>
            </a:extLst>
          </p:cNvPr>
          <p:cNvGrpSpPr/>
          <p:nvPr/>
        </p:nvGrpSpPr>
        <p:grpSpPr>
          <a:xfrm>
            <a:off x="2686433" y="5524286"/>
            <a:ext cx="2253708" cy="244682"/>
            <a:chOff x="3394765" y="5751275"/>
            <a:chExt cx="2253708" cy="244682"/>
          </a:xfrm>
        </p:grpSpPr>
        <p:sp>
          <p:nvSpPr>
            <p:cNvPr id="322" name="Diamond 321">
              <a:extLst>
                <a:ext uri="{FF2B5EF4-FFF2-40B4-BE49-F238E27FC236}">
                  <a16:creationId xmlns:a16="http://schemas.microsoft.com/office/drawing/2014/main" id="{02E5B5A3-5ED8-FD08-5432-5F42ACC022CA}"/>
                </a:ext>
              </a:extLst>
            </p:cNvPr>
            <p:cNvSpPr/>
            <p:nvPr/>
          </p:nvSpPr>
          <p:spPr>
            <a:xfrm>
              <a:off x="3394765" y="5802958"/>
              <a:ext cx="108000" cy="108000"/>
            </a:xfrm>
            <a:prstGeom prst="diamond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323" name="Text Placeholder 3">
              <a:extLst>
                <a:ext uri="{FF2B5EF4-FFF2-40B4-BE49-F238E27FC236}">
                  <a16:creationId xmlns:a16="http://schemas.microsoft.com/office/drawing/2014/main" id="{A0F77F5C-4FF1-4940-58E2-4920C31965FF}"/>
                </a:ext>
              </a:extLst>
            </p:cNvPr>
            <p:cNvSpPr txBox="1">
              <a:spLocks/>
            </p:cNvSpPr>
            <p:nvPr/>
          </p:nvSpPr>
          <p:spPr>
            <a:xfrm>
              <a:off x="3499166" y="5751275"/>
              <a:ext cx="2149307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12</a:t>
              </a:r>
              <a:r>
                <a:rPr kumimoji="0" lang="pt-PT" sz="900" b="0" u="none" strike="noStrike" kern="1200" cap="none" spc="0" normalizeH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 Janeiro – Data de abertura do </a:t>
              </a:r>
              <a:r>
                <a:rPr kumimoji="0" lang="pt-PT" sz="900" b="0" i="1" u="none" strike="noStrike" kern="1200" cap="none" spc="0" normalizeH="0" noProof="0" dirty="0" err="1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front</a:t>
              </a:r>
              <a:endParaRPr kumimoji="0" lang="pt-PT" sz="900" b="0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5994AEC1-C710-A616-6192-069607C11AF5}"/>
              </a:ext>
            </a:extLst>
          </p:cNvPr>
          <p:cNvCxnSpPr>
            <a:cxnSpLocks/>
          </p:cNvCxnSpPr>
          <p:nvPr/>
        </p:nvCxnSpPr>
        <p:spPr>
          <a:xfrm>
            <a:off x="4022164" y="1307234"/>
            <a:ext cx="0" cy="3996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0546C6ED-ECD1-969E-270F-F6485356E355}"/>
              </a:ext>
            </a:extLst>
          </p:cNvPr>
          <p:cNvCxnSpPr>
            <a:cxnSpLocks/>
          </p:cNvCxnSpPr>
          <p:nvPr/>
        </p:nvCxnSpPr>
        <p:spPr>
          <a:xfrm>
            <a:off x="4443485" y="1307234"/>
            <a:ext cx="0" cy="3996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9A53A3A5-0F59-F27D-02AB-72B681403510}"/>
              </a:ext>
            </a:extLst>
          </p:cNvPr>
          <p:cNvSpPr txBox="1"/>
          <p:nvPr/>
        </p:nvSpPr>
        <p:spPr>
          <a:xfrm>
            <a:off x="4022804" y="989880"/>
            <a:ext cx="824898" cy="241144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defTabSz="1218926" eaLnBrk="0">
              <a:defRPr sz="800" b="1" kern="0">
                <a:solidFill>
                  <a:srgbClr val="EBEBE6"/>
                </a:solidFill>
                <a:uLnTx/>
                <a:latin typeface="Muli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pt-PT" i="1">
                <a:solidFill>
                  <a:schemeClr val="tx1"/>
                </a:solidFill>
                <a:latin typeface="Arial" panose="020B0604020202020204" pitchFamily="34" charset="0"/>
              </a:rPr>
              <a:t>Status</a:t>
            </a:r>
            <a:r>
              <a:rPr lang="pt-PT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DF42ED2D-AB5E-C90C-080C-52DCDCC2A810}"/>
              </a:ext>
            </a:extLst>
          </p:cNvPr>
          <p:cNvSpPr txBox="1"/>
          <p:nvPr/>
        </p:nvSpPr>
        <p:spPr>
          <a:xfrm>
            <a:off x="3960640" y="1250188"/>
            <a:ext cx="54000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pt-PT" sz="7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PdS</a:t>
            </a:r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Anterior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C40CAF41-0788-BE67-23A3-AA607F6EBAD4}"/>
              </a:ext>
            </a:extLst>
          </p:cNvPr>
          <p:cNvSpPr txBox="1"/>
          <p:nvPr/>
        </p:nvSpPr>
        <p:spPr>
          <a:xfrm>
            <a:off x="4376326" y="1250188"/>
            <a:ext cx="54000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pt-PT" sz="7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PdS</a:t>
            </a:r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Atual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37540F58-8AD3-2851-2AD4-79A027748A48}"/>
              </a:ext>
            </a:extLst>
          </p:cNvPr>
          <p:cNvSpPr txBox="1"/>
          <p:nvPr/>
        </p:nvSpPr>
        <p:spPr>
          <a:xfrm>
            <a:off x="3969108" y="1524858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BAC0211D-01D2-84F7-6DF7-74CCD54F23C1}"/>
              </a:ext>
            </a:extLst>
          </p:cNvPr>
          <p:cNvSpPr txBox="1"/>
          <p:nvPr/>
        </p:nvSpPr>
        <p:spPr>
          <a:xfrm>
            <a:off x="4385206" y="1524858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CC80B7-C51B-F0D7-18C3-55C57627F2ED}"/>
              </a:ext>
            </a:extLst>
          </p:cNvPr>
          <p:cNvGrpSpPr/>
          <p:nvPr/>
        </p:nvGrpSpPr>
        <p:grpSpPr>
          <a:xfrm>
            <a:off x="3966080" y="3194129"/>
            <a:ext cx="937930" cy="334800"/>
            <a:chOff x="3546872" y="3449580"/>
            <a:chExt cx="937930" cy="334800"/>
          </a:xfrm>
        </p:grpSpPr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67A1B110-FD07-C405-49CA-D5F5E687AACB}"/>
                </a:ext>
              </a:extLst>
            </p:cNvPr>
            <p:cNvSpPr txBox="1"/>
            <p:nvPr/>
          </p:nvSpPr>
          <p:spPr>
            <a:xfrm>
              <a:off x="3546872" y="344958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74FB623B-B63C-354A-C03F-6F177DFE10B7}"/>
                </a:ext>
              </a:extLst>
            </p:cNvPr>
            <p:cNvSpPr txBox="1"/>
            <p:nvPr/>
          </p:nvSpPr>
          <p:spPr>
            <a:xfrm>
              <a:off x="3944802" y="344958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4D71B009-AAD5-C856-2B53-248BD65DB0FD}"/>
              </a:ext>
            </a:extLst>
          </p:cNvPr>
          <p:cNvSpPr txBox="1"/>
          <p:nvPr/>
        </p:nvSpPr>
        <p:spPr>
          <a:xfrm>
            <a:off x="4388248" y="2660807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43%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FD5C9200-8EF6-7833-525B-9DF43E4D2318}"/>
              </a:ext>
            </a:extLst>
          </p:cNvPr>
          <p:cNvSpPr txBox="1"/>
          <p:nvPr/>
        </p:nvSpPr>
        <p:spPr>
          <a:xfrm>
            <a:off x="3966357" y="2661956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A6C6FF46-73D5-E8C6-EA55-950892A64E8E}"/>
              </a:ext>
            </a:extLst>
          </p:cNvPr>
          <p:cNvCxnSpPr>
            <a:cxnSpLocks/>
          </p:cNvCxnSpPr>
          <p:nvPr/>
        </p:nvCxnSpPr>
        <p:spPr>
          <a:xfrm>
            <a:off x="4847062" y="1307234"/>
            <a:ext cx="0" cy="3996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3" name="TextBox 382">
            <a:extLst>
              <a:ext uri="{FF2B5EF4-FFF2-40B4-BE49-F238E27FC236}">
                <a16:creationId xmlns:a16="http://schemas.microsoft.com/office/drawing/2014/main" id="{A8EA4DFA-B4D9-2546-6C0F-DB8C2CDAD4A6}"/>
              </a:ext>
            </a:extLst>
          </p:cNvPr>
          <p:cNvSpPr txBox="1"/>
          <p:nvPr/>
        </p:nvSpPr>
        <p:spPr>
          <a:xfrm>
            <a:off x="3969108" y="2122134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47ABF4FE-8E7D-08D1-9CD3-05C2BDDA4393}"/>
              </a:ext>
            </a:extLst>
          </p:cNvPr>
          <p:cNvSpPr txBox="1"/>
          <p:nvPr/>
        </p:nvSpPr>
        <p:spPr>
          <a:xfrm>
            <a:off x="4385206" y="2124912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44%</a:t>
            </a: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C4253CC7-A4C3-A35F-7DDD-EC7F5B55D587}"/>
              </a:ext>
            </a:extLst>
          </p:cNvPr>
          <p:cNvSpPr txBox="1"/>
          <p:nvPr/>
        </p:nvSpPr>
        <p:spPr>
          <a:xfrm>
            <a:off x="3969108" y="2352670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55327F54-AE39-104D-D7ED-FEB9F88B2CC6}"/>
              </a:ext>
            </a:extLst>
          </p:cNvPr>
          <p:cNvSpPr txBox="1"/>
          <p:nvPr/>
        </p:nvSpPr>
        <p:spPr>
          <a:xfrm>
            <a:off x="4400141" y="2356646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0%</a:t>
            </a:r>
          </a:p>
        </p:txBody>
      </p: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225F0A2C-747F-8150-EE52-AAA661716D0A}"/>
              </a:ext>
            </a:extLst>
          </p:cNvPr>
          <p:cNvGrpSpPr/>
          <p:nvPr/>
        </p:nvGrpSpPr>
        <p:grpSpPr>
          <a:xfrm>
            <a:off x="3967354" y="3872637"/>
            <a:ext cx="937930" cy="334800"/>
            <a:chOff x="3546872" y="2079604"/>
            <a:chExt cx="937930" cy="334800"/>
          </a:xfrm>
        </p:grpSpPr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id="{C1161F59-3329-1047-B876-5864E8C9673C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05" name="TextBox 404">
              <a:extLst>
                <a:ext uri="{FF2B5EF4-FFF2-40B4-BE49-F238E27FC236}">
                  <a16:creationId xmlns:a16="http://schemas.microsoft.com/office/drawing/2014/main" id="{4828B216-C759-E341-693F-F848F03072C6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41%</a:t>
              </a:r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17009D62-C884-966D-E8E4-AE840B05C9E2}"/>
              </a:ext>
            </a:extLst>
          </p:cNvPr>
          <p:cNvGrpSpPr/>
          <p:nvPr/>
        </p:nvGrpSpPr>
        <p:grpSpPr>
          <a:xfrm>
            <a:off x="3967354" y="4080208"/>
            <a:ext cx="937930" cy="334800"/>
            <a:chOff x="3546872" y="2079604"/>
            <a:chExt cx="937930" cy="334800"/>
          </a:xfrm>
        </p:grpSpPr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E4974544-D40E-A3ED-9AA0-C8410A280CC2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08" name="TextBox 407">
              <a:extLst>
                <a:ext uri="{FF2B5EF4-FFF2-40B4-BE49-F238E27FC236}">
                  <a16:creationId xmlns:a16="http://schemas.microsoft.com/office/drawing/2014/main" id="{18EC86A4-254A-24D8-E537-C677D70C710F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  <p:grpSp>
        <p:nvGrpSpPr>
          <p:cNvPr id="409" name="Group 408">
            <a:extLst>
              <a:ext uri="{FF2B5EF4-FFF2-40B4-BE49-F238E27FC236}">
                <a16:creationId xmlns:a16="http://schemas.microsoft.com/office/drawing/2014/main" id="{2896EEDB-A8A2-F524-859E-CF2545CDA978}"/>
              </a:ext>
            </a:extLst>
          </p:cNvPr>
          <p:cNvGrpSpPr/>
          <p:nvPr/>
        </p:nvGrpSpPr>
        <p:grpSpPr>
          <a:xfrm>
            <a:off x="3967354" y="3534115"/>
            <a:ext cx="937930" cy="334800"/>
            <a:chOff x="3546872" y="2079604"/>
            <a:chExt cx="937930" cy="334800"/>
          </a:xfrm>
        </p:grpSpPr>
        <p:sp>
          <p:nvSpPr>
            <p:cNvPr id="410" name="TextBox 409">
              <a:extLst>
                <a:ext uri="{FF2B5EF4-FFF2-40B4-BE49-F238E27FC236}">
                  <a16:creationId xmlns:a16="http://schemas.microsoft.com/office/drawing/2014/main" id="{45EAD5D1-D6C6-8552-02D5-40CBCD41B045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11" name="TextBox 410">
              <a:extLst>
                <a:ext uri="{FF2B5EF4-FFF2-40B4-BE49-F238E27FC236}">
                  <a16:creationId xmlns:a16="http://schemas.microsoft.com/office/drawing/2014/main" id="{7BC3E9DD-EB4B-67A1-6C03-7857933CFB64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11%</a:t>
              </a:r>
            </a:p>
          </p:txBody>
        </p:sp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9F2E36A3-5244-9DE5-4940-CE2A8CDB2D25}"/>
              </a:ext>
            </a:extLst>
          </p:cNvPr>
          <p:cNvGrpSpPr/>
          <p:nvPr/>
        </p:nvGrpSpPr>
        <p:grpSpPr>
          <a:xfrm>
            <a:off x="3966657" y="4770139"/>
            <a:ext cx="937930" cy="334800"/>
            <a:chOff x="3546872" y="2079604"/>
            <a:chExt cx="937930" cy="334800"/>
          </a:xfrm>
        </p:grpSpPr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D4374257-274D-2B6B-DC5C-7001F48DFCF5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14" name="TextBox 413">
              <a:extLst>
                <a:ext uri="{FF2B5EF4-FFF2-40B4-BE49-F238E27FC236}">
                  <a16:creationId xmlns:a16="http://schemas.microsoft.com/office/drawing/2014/main" id="{0B1E97E1-FD9D-7E4F-BCEF-7B4CA8182DC3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A4D5DC96-7354-9CCC-3F02-B12E6FC4E977}"/>
              </a:ext>
            </a:extLst>
          </p:cNvPr>
          <p:cNvGrpSpPr/>
          <p:nvPr/>
        </p:nvGrpSpPr>
        <p:grpSpPr>
          <a:xfrm>
            <a:off x="3968242" y="4976467"/>
            <a:ext cx="937930" cy="334800"/>
            <a:chOff x="3546872" y="2079604"/>
            <a:chExt cx="937930" cy="334800"/>
          </a:xfrm>
        </p:grpSpPr>
        <p:sp>
          <p:nvSpPr>
            <p:cNvPr id="425" name="TextBox 424">
              <a:extLst>
                <a:ext uri="{FF2B5EF4-FFF2-40B4-BE49-F238E27FC236}">
                  <a16:creationId xmlns:a16="http://schemas.microsoft.com/office/drawing/2014/main" id="{9139EFA5-1B35-4E16-A1F4-0B39EB5CE86B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26" name="TextBox 425">
              <a:extLst>
                <a:ext uri="{FF2B5EF4-FFF2-40B4-BE49-F238E27FC236}">
                  <a16:creationId xmlns:a16="http://schemas.microsoft.com/office/drawing/2014/main" id="{64376152-16FB-B4FA-8CAC-6FB997DF3FB2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AC112C4-C369-9860-CCEB-08E317A801E9}"/>
              </a:ext>
            </a:extLst>
          </p:cNvPr>
          <p:cNvSpPr txBox="1"/>
          <p:nvPr/>
        </p:nvSpPr>
        <p:spPr>
          <a:xfrm>
            <a:off x="3969108" y="1841264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EFF698-7023-AA42-07B9-13EE7A6008C6}"/>
              </a:ext>
            </a:extLst>
          </p:cNvPr>
          <p:cNvSpPr txBox="1"/>
          <p:nvPr/>
        </p:nvSpPr>
        <p:spPr>
          <a:xfrm>
            <a:off x="4385206" y="1841264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17%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C117A7-1D1E-1532-264A-58633CBD99F8}"/>
              </a:ext>
            </a:extLst>
          </p:cNvPr>
          <p:cNvGrpSpPr/>
          <p:nvPr/>
        </p:nvGrpSpPr>
        <p:grpSpPr>
          <a:xfrm>
            <a:off x="3969108" y="2977613"/>
            <a:ext cx="937930" cy="334800"/>
            <a:chOff x="3566106" y="3193040"/>
            <a:chExt cx="937930" cy="33480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CA2E534-5BB8-F1CE-6CA6-7EE6324BF2D7}"/>
                </a:ext>
              </a:extLst>
            </p:cNvPr>
            <p:cNvSpPr txBox="1"/>
            <p:nvPr/>
          </p:nvSpPr>
          <p:spPr>
            <a:xfrm>
              <a:off x="3566106" y="319304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A2165E6-7B57-BB05-7064-2A6771E42F54}"/>
                </a:ext>
              </a:extLst>
            </p:cNvPr>
            <p:cNvSpPr txBox="1"/>
            <p:nvPr/>
          </p:nvSpPr>
          <p:spPr>
            <a:xfrm>
              <a:off x="3964036" y="319304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68%</a:t>
              </a:r>
            </a:p>
          </p:txBody>
        </p:sp>
      </p:grpSp>
      <p:sp>
        <p:nvSpPr>
          <p:cNvPr id="231" name="Rectangle 230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5349683" y="3101239"/>
            <a:ext cx="864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662077" y="3101239"/>
            <a:ext cx="714232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5349683" y="2750550"/>
            <a:ext cx="864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662077" y="2750550"/>
            <a:ext cx="714232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7931147" y="3319252"/>
            <a:ext cx="152769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7931147" y="2750550"/>
            <a:ext cx="152769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664659" y="2250135"/>
            <a:ext cx="671595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7547352" y="1926518"/>
            <a:ext cx="551966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071775" y="3638815"/>
            <a:ext cx="144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071775" y="3990913"/>
            <a:ext cx="144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662076" y="3990913"/>
            <a:ext cx="947529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9476019" y="4204067"/>
            <a:ext cx="294829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662076" y="3638815"/>
            <a:ext cx="947529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9476019" y="3638815"/>
            <a:ext cx="294829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7442191" y="4882643"/>
            <a:ext cx="108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9476020" y="5103500"/>
            <a:ext cx="543554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7438451" y="4531897"/>
            <a:ext cx="108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9476020" y="4531897"/>
            <a:ext cx="543554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661790" y="1926518"/>
            <a:ext cx="674464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7547352" y="2475694"/>
            <a:ext cx="551966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E041611-CE18-26C3-16F0-39F9C88A5EAB}"/>
              </a:ext>
            </a:extLst>
          </p:cNvPr>
          <p:cNvSpPr/>
          <p:nvPr/>
        </p:nvSpPr>
        <p:spPr>
          <a:xfrm>
            <a:off x="5269480" y="1323401"/>
            <a:ext cx="4759034" cy="143314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Diamond 133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8351329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5" name="Diamond 13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9522271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6" name="Diamond 135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8741643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8" name="Diamond 137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9131957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9" name="Diamond 138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9912585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1" name="Diamond 140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6009445" y="1340829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3" name="Diamond 142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5619131" y="1340829"/>
            <a:ext cx="108000" cy="108000"/>
          </a:xfrm>
          <a:prstGeom prst="diamond">
            <a:avLst/>
          </a:prstGeom>
          <a:solidFill>
            <a:schemeClr val="accent4">
              <a:lumMod val="95000"/>
              <a:lumOff val="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649D131D-57AA-3BD3-702A-80C1A40FCE32}"/>
              </a:ext>
            </a:extLst>
          </p:cNvPr>
          <p:cNvSpPr/>
          <p:nvPr/>
        </p:nvSpPr>
        <p:spPr>
          <a:xfrm>
            <a:off x="6247298" y="1266801"/>
            <a:ext cx="299592" cy="4036433"/>
          </a:xfrm>
          <a:prstGeom prst="rect">
            <a:avLst/>
          </a:prstGeom>
          <a:pattFill prst="ltDn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6790073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7961015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7180387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7570701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6820722" y="1200102"/>
            <a:ext cx="46801" cy="4103132"/>
            <a:chOff x="6813596" y="1189877"/>
            <a:chExt cx="27906" cy="4128894"/>
          </a:xfrm>
          <a:solidFill>
            <a:srgbClr val="FFC000"/>
          </a:solidFill>
        </p:grpSpPr>
        <p:cxnSp>
          <p:nvCxnSpPr>
            <p:cNvPr id="5" name="Straight Connector 4"/>
            <p:cNvCxnSpPr/>
            <p:nvPr/>
          </p:nvCxnSpPr>
          <p:spPr>
            <a:xfrm>
              <a:off x="6827549" y="1231024"/>
              <a:ext cx="0" cy="4087747"/>
            </a:xfrm>
            <a:prstGeom prst="line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6813596" y="1189877"/>
              <a:ext cx="27906" cy="46800"/>
            </a:xfrm>
            <a:prstGeom prst="ellipse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145" name="Diamond 14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7180387" y="1219663"/>
            <a:ext cx="108000" cy="108000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0" name="Diamond 159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7517870" y="1219663"/>
            <a:ext cx="108000" cy="108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5" name="Diamond 16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8036371" y="1219663"/>
            <a:ext cx="108000" cy="108000"/>
          </a:xfrm>
          <a:prstGeom prst="diamond">
            <a:avLst/>
          </a:prstGeom>
          <a:solidFill>
            <a:schemeClr val="accent5">
              <a:lumMod val="90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70" name="Diamond 169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8160893" y="1219663"/>
            <a:ext cx="108000" cy="108000"/>
          </a:xfrm>
          <a:prstGeom prst="diamond">
            <a:avLst/>
          </a:prstGeom>
          <a:solidFill>
            <a:srgbClr val="5F5F5F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3967345" y="4422268"/>
            <a:ext cx="937930" cy="334800"/>
            <a:chOff x="3995670" y="4430660"/>
            <a:chExt cx="937930" cy="334800"/>
          </a:xfrm>
        </p:grpSpPr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DE825979-4029-DE5B-D851-D600F864584B}"/>
                </a:ext>
              </a:extLst>
            </p:cNvPr>
            <p:cNvSpPr txBox="1"/>
            <p:nvPr/>
          </p:nvSpPr>
          <p:spPr>
            <a:xfrm>
              <a:off x="3995670" y="443066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2DA9D631-F926-2ED4-ED60-7D386112E538}"/>
                </a:ext>
              </a:extLst>
            </p:cNvPr>
            <p:cNvSpPr txBox="1"/>
            <p:nvPr/>
          </p:nvSpPr>
          <p:spPr>
            <a:xfrm>
              <a:off x="4393600" y="443066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AA83C5F-24F9-1EFC-C0CD-2B7EBEE91EA3}"/>
              </a:ext>
            </a:extLst>
          </p:cNvPr>
          <p:cNvGrpSpPr/>
          <p:nvPr/>
        </p:nvGrpSpPr>
        <p:grpSpPr>
          <a:xfrm>
            <a:off x="2686433" y="5725800"/>
            <a:ext cx="4689876" cy="244682"/>
            <a:chOff x="3394765" y="5751275"/>
            <a:chExt cx="4689876" cy="244682"/>
          </a:xfrm>
        </p:grpSpPr>
        <p:sp>
          <p:nvSpPr>
            <p:cNvPr id="142" name="Diamond 141">
              <a:extLst>
                <a:ext uri="{FF2B5EF4-FFF2-40B4-BE49-F238E27FC236}">
                  <a16:creationId xmlns:a16="http://schemas.microsoft.com/office/drawing/2014/main" id="{02E5B5A3-5ED8-FD08-5432-5F42ACC022CA}"/>
                </a:ext>
              </a:extLst>
            </p:cNvPr>
            <p:cNvSpPr/>
            <p:nvPr/>
          </p:nvSpPr>
          <p:spPr>
            <a:xfrm>
              <a:off x="3394765" y="5802958"/>
              <a:ext cx="108000" cy="108000"/>
            </a:xfrm>
            <a:prstGeom prst="diamond">
              <a:avLst/>
            </a:prstGeom>
            <a:solidFill>
              <a:schemeClr val="accent6">
                <a:lumMod val="75000"/>
              </a:schemeClr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44" name="Text Placeholder 3">
              <a:extLst>
                <a:ext uri="{FF2B5EF4-FFF2-40B4-BE49-F238E27FC236}">
                  <a16:creationId xmlns:a16="http://schemas.microsoft.com/office/drawing/2014/main" id="{A0F77F5C-4FF1-4940-58E2-4920C31965FF}"/>
                </a:ext>
              </a:extLst>
            </p:cNvPr>
            <p:cNvSpPr txBox="1">
              <a:spLocks/>
            </p:cNvSpPr>
            <p:nvPr/>
          </p:nvSpPr>
          <p:spPr>
            <a:xfrm>
              <a:off x="3499166" y="5751275"/>
              <a:ext cx="4585475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18</a:t>
              </a:r>
              <a:r>
                <a:rPr kumimoji="0" lang="pt-PT" sz="900" b="0" u="none" strike="noStrike" kern="1200" cap="none" spc="0" normalizeH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 Janeiro – Data até à qual deverá ser submetida a primeira versão de cada Satélite</a:t>
              </a:r>
              <a:endParaRPr kumimoji="0" lang="pt-PT" sz="900" b="0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5AA83C5F-24F9-1EFC-C0CD-2B7EBEE91EA3}"/>
              </a:ext>
            </a:extLst>
          </p:cNvPr>
          <p:cNvGrpSpPr/>
          <p:nvPr/>
        </p:nvGrpSpPr>
        <p:grpSpPr>
          <a:xfrm>
            <a:off x="2687125" y="5927314"/>
            <a:ext cx="3526558" cy="244682"/>
            <a:chOff x="3394765" y="5751275"/>
            <a:chExt cx="3526558" cy="244682"/>
          </a:xfrm>
        </p:grpSpPr>
        <p:sp>
          <p:nvSpPr>
            <p:cNvPr id="147" name="Diamond 146">
              <a:extLst>
                <a:ext uri="{FF2B5EF4-FFF2-40B4-BE49-F238E27FC236}">
                  <a16:creationId xmlns:a16="http://schemas.microsoft.com/office/drawing/2014/main" id="{02E5B5A3-5ED8-FD08-5432-5F42ACC022CA}"/>
                </a:ext>
              </a:extLst>
            </p:cNvPr>
            <p:cNvSpPr/>
            <p:nvPr/>
          </p:nvSpPr>
          <p:spPr>
            <a:xfrm>
              <a:off x="3394765" y="5802958"/>
              <a:ext cx="108000" cy="108000"/>
            </a:xfrm>
            <a:prstGeom prst="diamond">
              <a:avLst/>
            </a:prstGeom>
            <a:solidFill>
              <a:schemeClr val="bg2">
                <a:lumMod val="85000"/>
              </a:schemeClr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48" name="Text Placeholder 3">
              <a:extLst>
                <a:ext uri="{FF2B5EF4-FFF2-40B4-BE49-F238E27FC236}">
                  <a16:creationId xmlns:a16="http://schemas.microsoft.com/office/drawing/2014/main" id="{A0F77F5C-4FF1-4940-58E2-4920C31965FF}"/>
                </a:ext>
              </a:extLst>
            </p:cNvPr>
            <p:cNvSpPr txBox="1">
              <a:spLocks/>
            </p:cNvSpPr>
            <p:nvPr/>
          </p:nvSpPr>
          <p:spPr>
            <a:xfrm>
              <a:off x="3499166" y="5751275"/>
              <a:ext cx="3422157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pt-PT" sz="90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26</a:t>
              </a:r>
              <a:r>
                <a:rPr kumimoji="0" lang="pt-PT" sz="900" b="0" u="none" strike="noStrike" kern="1200" cap="none" spc="0" normalizeH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 Janeiro – Data para receber informação extra contabilística</a:t>
              </a:r>
              <a:endParaRPr kumimoji="0" lang="pt-PT" sz="900" b="0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5AA83C5F-24F9-1EFC-C0CD-2B7EBEE91EA3}"/>
              </a:ext>
            </a:extLst>
          </p:cNvPr>
          <p:cNvGrpSpPr/>
          <p:nvPr/>
        </p:nvGrpSpPr>
        <p:grpSpPr>
          <a:xfrm>
            <a:off x="2686433" y="6128828"/>
            <a:ext cx="4649821" cy="244682"/>
            <a:chOff x="3394765" y="5751275"/>
            <a:chExt cx="4649821" cy="244682"/>
          </a:xfrm>
        </p:grpSpPr>
        <p:sp>
          <p:nvSpPr>
            <p:cNvPr id="151" name="Diamond 150">
              <a:extLst>
                <a:ext uri="{FF2B5EF4-FFF2-40B4-BE49-F238E27FC236}">
                  <a16:creationId xmlns:a16="http://schemas.microsoft.com/office/drawing/2014/main" id="{02E5B5A3-5ED8-FD08-5432-5F42ACC022CA}"/>
                </a:ext>
              </a:extLst>
            </p:cNvPr>
            <p:cNvSpPr/>
            <p:nvPr/>
          </p:nvSpPr>
          <p:spPr>
            <a:xfrm>
              <a:off x="3394765" y="5802958"/>
              <a:ext cx="108000" cy="108000"/>
            </a:xfrm>
            <a:prstGeom prst="diamond">
              <a:avLst/>
            </a:prstGeom>
            <a:solidFill>
              <a:srgbClr val="5F5F5F"/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52" name="Text Placeholder 3">
              <a:extLst>
                <a:ext uri="{FF2B5EF4-FFF2-40B4-BE49-F238E27FC236}">
                  <a16:creationId xmlns:a16="http://schemas.microsoft.com/office/drawing/2014/main" id="{A0F77F5C-4FF1-4940-58E2-4920C31965FF}"/>
                </a:ext>
              </a:extLst>
            </p:cNvPr>
            <p:cNvSpPr txBox="1">
              <a:spLocks/>
            </p:cNvSpPr>
            <p:nvPr/>
          </p:nvSpPr>
          <p:spPr>
            <a:xfrm>
              <a:off x="3499166" y="5751275"/>
              <a:ext cx="4545420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defTabSz="456838">
                <a:lnSpc>
                  <a:spcPct val="110000"/>
                </a:lnSpc>
                <a:buNone/>
                <a:defRPr/>
              </a:pPr>
              <a:r>
                <a:rPr lang="pt-PT" sz="90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31</a:t>
              </a:r>
              <a:r>
                <a:rPr kumimoji="0" lang="pt-PT" sz="900" b="0" u="none" strike="noStrike" kern="1200" cap="none" spc="0" normalizeH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 Janeiro </a:t>
              </a:r>
              <a:r>
                <a:rPr lang="pt-PT" sz="90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– Data até à qual deverá ser submetida a última versão de cada Satélite</a:t>
              </a:r>
              <a:endParaRPr lang="pt-PT" sz="90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53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63" y="1628430"/>
            <a:ext cx="144000" cy="144000"/>
          </a:xfrm>
          <a:prstGeom prst="rect">
            <a:avLst/>
          </a:prstGeom>
        </p:spPr>
      </p:pic>
      <p:sp>
        <p:nvSpPr>
          <p:cNvPr id="154" name="Oval 153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5011104" y="1962518"/>
            <a:ext cx="108000" cy="108000"/>
          </a:xfrm>
          <a:prstGeom prst="ellipse">
            <a:avLst/>
          </a:prstGeom>
          <a:solidFill>
            <a:srgbClr val="92D05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5011104" y="2224483"/>
            <a:ext cx="108000" cy="108000"/>
          </a:xfrm>
          <a:prstGeom prst="ellipse">
            <a:avLst/>
          </a:prstGeom>
          <a:solidFill>
            <a:srgbClr val="92D05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5011104" y="2745070"/>
            <a:ext cx="108000" cy="108000"/>
          </a:xfrm>
          <a:prstGeom prst="ellipse">
            <a:avLst/>
          </a:prstGeom>
          <a:solidFill>
            <a:srgbClr val="92D05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5011104" y="3074106"/>
            <a:ext cx="108000" cy="108000"/>
          </a:xfrm>
          <a:prstGeom prst="ellipse">
            <a:avLst/>
          </a:prstGeom>
          <a:solidFill>
            <a:srgbClr val="92D05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5011104" y="3661056"/>
            <a:ext cx="108000" cy="108000"/>
          </a:xfrm>
          <a:prstGeom prst="ellipse">
            <a:avLst/>
          </a:prstGeom>
          <a:solidFill>
            <a:srgbClr val="92D05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5011104" y="3976678"/>
            <a:ext cx="108000" cy="108000"/>
          </a:xfrm>
          <a:prstGeom prst="ellipse">
            <a:avLst/>
          </a:prstGeom>
          <a:solidFill>
            <a:srgbClr val="92D05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grpSp>
        <p:nvGrpSpPr>
          <p:cNvPr id="16" name="Group 15"/>
          <p:cNvGrpSpPr/>
          <p:nvPr/>
        </p:nvGrpSpPr>
        <p:grpSpPr>
          <a:xfrm>
            <a:off x="7540997" y="5536047"/>
            <a:ext cx="1339472" cy="232821"/>
            <a:chOff x="7540997" y="5536047"/>
            <a:chExt cx="1339472" cy="232821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D90E8971-EDBF-EC89-547B-4383F038A83F}"/>
                </a:ext>
              </a:extLst>
            </p:cNvPr>
            <p:cNvSpPr/>
            <p:nvPr/>
          </p:nvSpPr>
          <p:spPr>
            <a:xfrm>
              <a:off x="7540997" y="5592483"/>
              <a:ext cx="108000" cy="108000"/>
            </a:xfrm>
            <a:prstGeom prst="ellipse">
              <a:avLst/>
            </a:prstGeom>
            <a:solidFill>
              <a:srgbClr val="92D05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900"/>
            </a:p>
          </p:txBody>
        </p:sp>
        <p:sp>
          <p:nvSpPr>
            <p:cNvPr id="182" name="Text Placeholder 3">
              <a:extLst>
                <a:ext uri="{FF2B5EF4-FFF2-40B4-BE49-F238E27FC236}">
                  <a16:creationId xmlns:a16="http://schemas.microsoft.com/office/drawing/2014/main" id="{628D45A8-22B9-B26F-CF73-D94DE2C0164E}"/>
                </a:ext>
              </a:extLst>
            </p:cNvPr>
            <p:cNvSpPr txBox="1">
              <a:spLocks/>
            </p:cNvSpPr>
            <p:nvPr/>
          </p:nvSpPr>
          <p:spPr>
            <a:xfrm>
              <a:off x="7657316" y="5536047"/>
              <a:ext cx="1223153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Sem atraso</a:t>
              </a:r>
              <a:endParaRPr kumimoji="0" lang="pt-PT" sz="900" b="0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540997" y="5823313"/>
            <a:ext cx="1339472" cy="232821"/>
            <a:chOff x="7540997" y="5823313"/>
            <a:chExt cx="1339472" cy="232821"/>
          </a:xfrm>
        </p:grpSpPr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D90E8971-EDBF-EC89-547B-4383F038A83F}"/>
                </a:ext>
              </a:extLst>
            </p:cNvPr>
            <p:cNvSpPr/>
            <p:nvPr/>
          </p:nvSpPr>
          <p:spPr>
            <a:xfrm>
              <a:off x="7540997" y="5886497"/>
              <a:ext cx="108000" cy="108000"/>
            </a:xfrm>
            <a:prstGeom prst="ellipse">
              <a:avLst/>
            </a:prstGeom>
            <a:solidFill>
              <a:srgbClr val="FFC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900"/>
            </a:p>
          </p:txBody>
        </p:sp>
        <p:sp>
          <p:nvSpPr>
            <p:cNvPr id="183" name="Text Placeholder 3">
              <a:extLst>
                <a:ext uri="{FF2B5EF4-FFF2-40B4-BE49-F238E27FC236}">
                  <a16:creationId xmlns:a16="http://schemas.microsoft.com/office/drawing/2014/main" id="{628D45A8-22B9-B26F-CF73-D94DE2C0164E}"/>
                </a:ext>
              </a:extLst>
            </p:cNvPr>
            <p:cNvSpPr txBox="1">
              <a:spLocks/>
            </p:cNvSpPr>
            <p:nvPr/>
          </p:nvSpPr>
          <p:spPr>
            <a:xfrm>
              <a:off x="7657316" y="5823313"/>
              <a:ext cx="1223153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Atraso recuperável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7540997" y="6113642"/>
            <a:ext cx="1917840" cy="244682"/>
            <a:chOff x="7540997" y="6113642"/>
            <a:chExt cx="1917840" cy="244682"/>
          </a:xfrm>
        </p:grpSpPr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D90E8971-EDBF-EC89-547B-4383F038A83F}"/>
                </a:ext>
              </a:extLst>
            </p:cNvPr>
            <p:cNvSpPr/>
            <p:nvPr/>
          </p:nvSpPr>
          <p:spPr>
            <a:xfrm>
              <a:off x="7540997" y="6180511"/>
              <a:ext cx="108000" cy="108000"/>
            </a:xfrm>
            <a:prstGeom prst="ellipse">
              <a:avLst/>
            </a:prstGeom>
            <a:solidFill>
              <a:srgbClr val="FF0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900"/>
            </a:p>
          </p:txBody>
        </p:sp>
        <p:sp>
          <p:nvSpPr>
            <p:cNvPr id="186" name="Text Placeholder 3">
              <a:extLst>
                <a:ext uri="{FF2B5EF4-FFF2-40B4-BE49-F238E27FC236}">
                  <a16:creationId xmlns:a16="http://schemas.microsoft.com/office/drawing/2014/main" id="{628D45A8-22B9-B26F-CF73-D94DE2C0164E}"/>
                </a:ext>
              </a:extLst>
            </p:cNvPr>
            <p:cNvSpPr txBox="1">
              <a:spLocks/>
            </p:cNvSpPr>
            <p:nvPr/>
          </p:nvSpPr>
          <p:spPr>
            <a:xfrm>
              <a:off x="7657316" y="6113642"/>
              <a:ext cx="1801521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defTabSz="456838">
                <a:lnSpc>
                  <a:spcPct val="110000"/>
                </a:lnSpc>
                <a:buNone/>
                <a:defRPr/>
              </a:pPr>
              <a:r>
                <a:rPr lang="pt-PT" sz="9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Atraso não recuperável</a:t>
              </a:r>
              <a:endParaRPr lang="pt-PT" sz="90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2801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F45E69C7-FE8E-D847-F363-728A64393E81}"/>
              </a:ext>
            </a:extLst>
          </p:cNvPr>
          <p:cNvGrpSpPr/>
          <p:nvPr/>
        </p:nvGrpSpPr>
        <p:grpSpPr>
          <a:xfrm>
            <a:off x="291097" y="2885408"/>
            <a:ext cx="11608216" cy="622086"/>
            <a:chOff x="291098" y="2141475"/>
            <a:chExt cx="11608216" cy="827996"/>
          </a:xfrm>
        </p:grpSpPr>
        <p:sp>
          <p:nvSpPr>
            <p:cNvPr id="35" name="Rectangle 25">
              <a:extLst>
                <a:ext uri="{FF2B5EF4-FFF2-40B4-BE49-F238E27FC236}">
                  <a16:creationId xmlns:a16="http://schemas.microsoft.com/office/drawing/2014/main" id="{EC9660C1-FC37-7E95-7D29-A0F7E68A8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1136" y="2145070"/>
              <a:ext cx="9543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algn="ctr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Tarefas</a:t>
              </a:r>
            </a:p>
          </p:txBody>
        </p:sp>
        <p:sp>
          <p:nvSpPr>
            <p:cNvPr id="41" name="Rectangle 23">
              <a:extLst>
                <a:ext uri="{FF2B5EF4-FFF2-40B4-BE49-F238E27FC236}">
                  <a16:creationId xmlns:a16="http://schemas.microsoft.com/office/drawing/2014/main" id="{967FFCDF-AA55-4D26-46C6-FCE66F3FD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98" y="2145071"/>
              <a:ext cx="1885863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3" indent="0">
                <a:spcAft>
                  <a:spcPts val="600"/>
                </a:spcAft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Metodolgia de conciliação (ajustes contabilisticos)</a:t>
              </a:r>
            </a:p>
          </p:txBody>
        </p:sp>
        <p:sp>
          <p:nvSpPr>
            <p:cNvPr id="51" name="Rectangle 23">
              <a:extLst>
                <a:ext uri="{FF2B5EF4-FFF2-40B4-BE49-F238E27FC236}">
                  <a16:creationId xmlns:a16="http://schemas.microsoft.com/office/drawing/2014/main" id="{173AA177-39BE-3E30-B0FC-9DC2BACF9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9647" y="2141475"/>
              <a:ext cx="268611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lvl="0" algn="l" defTabSz="412629">
                <a:spcBef>
                  <a:spcPts val="600"/>
                </a:spcBef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Impacto nos </a:t>
              </a: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timings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de reporte.</a:t>
              </a:r>
            </a:p>
          </p:txBody>
        </p:sp>
        <p:sp>
          <p:nvSpPr>
            <p:cNvPr id="53" name="Rectangle 25">
              <a:extLst>
                <a:ext uri="{FF2B5EF4-FFF2-40B4-BE49-F238E27FC236}">
                  <a16:creationId xmlns:a16="http://schemas.microsoft.com/office/drawing/2014/main" id="{EED8F888-5BB1-7A74-405E-028D6B44A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0058" y="2141475"/>
              <a:ext cx="200705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050" baseline="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-.</a:t>
              </a:r>
              <a:endParaRPr kumimoji="0" lang="pt-PT" sz="1050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5" name="Rectangle 558">
              <a:extLst>
                <a:ext uri="{FF2B5EF4-FFF2-40B4-BE49-F238E27FC236}">
                  <a16:creationId xmlns:a16="http://schemas.microsoft.com/office/drawing/2014/main" id="{63F9370D-902C-D66C-7BC4-2645119F3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9937" y="2141476"/>
              <a:ext cx="725946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rnd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marL="12700" lvl="0" indent="-12700">
                <a:defRPr/>
              </a:pPr>
              <a:r>
                <a:rPr lang="pt-PT" sz="1040" b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Médio</a:t>
              </a:r>
            </a:p>
          </p:txBody>
        </p:sp>
        <p:sp>
          <p:nvSpPr>
            <p:cNvPr id="56" name="Rectangle 25">
              <a:extLst>
                <a:ext uri="{FF2B5EF4-FFF2-40B4-BE49-F238E27FC236}">
                  <a16:creationId xmlns:a16="http://schemas.microsoft.com/office/drawing/2014/main" id="{D0CD9559-3785-A61B-8BAF-856DACB9A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1285" y="2141475"/>
              <a:ext cx="10751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kumimoji="0" lang="pt-PT" sz="105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Aberto</a:t>
              </a:r>
              <a:r>
                <a:rPr kumimoji="0" lang="pt-PT" sz="1050" b="1" u="none" strike="noStrike" kern="1200" cap="none" spc="0" normalizeH="0" baseline="30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</a:t>
              </a:r>
              <a:endParaRPr kumimoji="0" lang="pt-PT" sz="1050" b="1" i="1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7" name="Rectangle 25">
              <a:extLst>
                <a:ext uri="{FF2B5EF4-FFF2-40B4-BE49-F238E27FC236}">
                  <a16:creationId xmlns:a16="http://schemas.microsoft.com/office/drawing/2014/main" id="{73F6962C-8F13-7ABC-EF23-62FC1CCA5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599" y="214147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/>
              <a:r>
                <a:rPr lang="pt-PT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 </a:t>
              </a:r>
              <a:r>
                <a:rPr kumimoji="0" lang="pt-PT" sz="1000" b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de </a:t>
              </a:r>
            </a:p>
            <a:p>
              <a:pPr defTabSz="412629"/>
              <a:r>
                <a:rPr lang="pt-PT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dezembro</a:t>
              </a:r>
              <a:endParaRPr kumimoji="0" lang="pt-PT" sz="1000" b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8" name="Rectangle 25">
              <a:extLst>
                <a:ext uri="{FF2B5EF4-FFF2-40B4-BE49-F238E27FC236}">
                  <a16:creationId xmlns:a16="http://schemas.microsoft.com/office/drawing/2014/main" id="{963AF22F-7383-77B7-22F9-67710556B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44" y="214147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1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-</a:t>
              </a: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Riscos e desafios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6BD3C03-AA9A-477D-9848-4E58FF45581E}"/>
              </a:ext>
            </a:extLst>
          </p:cNvPr>
          <p:cNvSpPr txBox="1">
            <a:spLocks/>
          </p:cNvSpPr>
          <p:nvPr/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43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Seguem os principais </a:t>
            </a: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riscos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e </a:t>
            </a:r>
            <a:r>
              <a:rPr kumimoji="0" lang="pt-PT" sz="1200" b="1" i="1" u="none" strike="noStrike" kern="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issues</a:t>
            </a:r>
            <a:r>
              <a:rPr kumimoji="0" lang="pt-PT" sz="12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identificados no decorrer das atividades realizadas:</a:t>
            </a:r>
            <a:endParaRPr kumimoji="0" lang="pt-PT" sz="1200" b="0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2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Riscos e </a:t>
            </a:r>
            <a:r>
              <a:rPr kumimoji="0" lang="pt-PT" sz="1600" b="0" i="1" u="none" strike="noStrike" kern="120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Issues</a:t>
            </a:r>
            <a:endParaRPr kumimoji="0" lang="pt-PT" sz="16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D9A007-2076-434E-9443-413CAB9A9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5" y="1705888"/>
            <a:ext cx="954338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Tipo de impacto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D20F415D-1EDC-4314-9A6F-9CEDE78E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7" y="1705888"/>
            <a:ext cx="188586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Descrição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CC982C70-ACC8-4597-8973-E6D2E92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1705888"/>
            <a:ext cx="2686112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Impacto</a:t>
            </a:r>
          </a:p>
        </p:txBody>
      </p:sp>
      <p:sp>
        <p:nvSpPr>
          <p:cNvPr id="6" name="Rectangle 25">
            <a:extLst>
              <a:ext uri="{FF2B5EF4-FFF2-40B4-BE49-F238E27FC236}">
                <a16:creationId xmlns:a16="http://schemas.microsoft.com/office/drawing/2014/main" id="{4B98099B-9BC1-4802-8974-B3603A05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1705888"/>
            <a:ext cx="200705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Medida de mitigação</a:t>
            </a:r>
          </a:p>
        </p:txBody>
      </p:sp>
      <p:sp>
        <p:nvSpPr>
          <p:cNvPr id="8" name="Rectangle 26">
            <a:extLst>
              <a:ext uri="{FF2B5EF4-FFF2-40B4-BE49-F238E27FC236}">
                <a16:creationId xmlns:a16="http://schemas.microsoft.com/office/drawing/2014/main" id="{56CE09CC-2821-420F-AF6F-BE5831FAB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3" y="1705888"/>
            <a:ext cx="725946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Nível de impacto</a:t>
            </a: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82D1FAD0-5C7D-6A0E-4E3E-A04A7E5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1705888"/>
            <a:ext cx="1075140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Estado / Conclusão</a:t>
            </a:r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9A133E12-D2DA-658A-F057-44EDEE634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Abertura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B46ED7B-C1D0-858E-A8DC-C69AA7542E4A}"/>
              </a:ext>
            </a:extLst>
          </p:cNvPr>
          <p:cNvGrpSpPr/>
          <p:nvPr/>
        </p:nvGrpSpPr>
        <p:grpSpPr>
          <a:xfrm>
            <a:off x="291097" y="3583944"/>
            <a:ext cx="11608216" cy="622086"/>
            <a:chOff x="291098" y="3011500"/>
            <a:chExt cx="11608216" cy="827996"/>
          </a:xfrm>
        </p:grpSpPr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D2C2F4A1-4D98-4A99-9DB2-497E6CEB7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1136" y="3015095"/>
              <a:ext cx="9543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algn="ctr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Tarefas</a:t>
              </a:r>
            </a:p>
          </p:txBody>
        </p:sp>
        <p:sp>
          <p:nvSpPr>
            <p:cNvPr id="16" name="Rectangle 23">
              <a:extLst>
                <a:ext uri="{FF2B5EF4-FFF2-40B4-BE49-F238E27FC236}">
                  <a16:creationId xmlns:a16="http://schemas.microsoft.com/office/drawing/2014/main" id="{93C193AE-EED8-440A-8458-F8D9C966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98" y="3015096"/>
              <a:ext cx="1885863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3" indent="0">
                <a:spcAft>
                  <a:spcPts val="600"/>
                </a:spcAft>
                <a:defRPr/>
              </a:pPr>
              <a:r>
                <a:rPr lang="pt-PT" sz="105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Mapeamento de características associadas a </a:t>
              </a:r>
              <a:r>
                <a:rPr lang="pt-PT" sz="105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motor </a:t>
              </a:r>
              <a:r>
                <a:rPr lang="pt-PT" sz="1050" i="1" err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vehicle</a:t>
              </a:r>
              <a:r>
                <a:rPr lang="pt-PT" sz="105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i="1" err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loans</a:t>
              </a:r>
              <a:endParaRPr lang="pt-PT" sz="105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Rectangle 23">
              <a:extLst>
                <a:ext uri="{FF2B5EF4-FFF2-40B4-BE49-F238E27FC236}">
                  <a16:creationId xmlns:a16="http://schemas.microsoft.com/office/drawing/2014/main" id="{C9760DFB-850B-446D-A564-0D9F5205F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9647" y="3011500"/>
              <a:ext cx="268611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lvl="3" indent="0" algn="l">
                <a:spcAft>
                  <a:spcPts val="600"/>
                </a:spcAft>
                <a:defRPr/>
              </a:pPr>
              <a:r>
                <a:rPr lang="pt-PT" sz="105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Dificuldade de mapeamento de métricas associadas aos Satélites 83, 84 e 93.</a:t>
              </a:r>
            </a:p>
          </p:txBody>
        </p:sp>
        <p:sp>
          <p:nvSpPr>
            <p:cNvPr id="18" name="Rectangle 25">
              <a:extLst>
                <a:ext uri="{FF2B5EF4-FFF2-40B4-BE49-F238E27FC236}">
                  <a16:creationId xmlns:a16="http://schemas.microsoft.com/office/drawing/2014/main" id="{E1492F7E-F7A0-4E85-8FC1-862D9C8BA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0058" y="3011500"/>
              <a:ext cx="200705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u="none" strike="noStrike" kern="0" cap="none" spc="0" normalizeH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A definir mapeamento com base no </a:t>
              </a:r>
              <a:r>
                <a:rPr kumimoji="0" lang="pt-PT" sz="1050" i="1" u="none" strike="noStrike" kern="0" cap="none" spc="0" normalizeH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email</a:t>
              </a:r>
              <a:r>
                <a:rPr kumimoji="0" lang="pt-PT" sz="1050" u="none" strike="noStrike" kern="0" cap="none" spc="0" normalizeH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 da área de contratação.</a:t>
              </a:r>
              <a:endParaRPr kumimoji="0" lang="pt-PT" sz="1050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2" name="Rectangle 558">
              <a:extLst>
                <a:ext uri="{FF2B5EF4-FFF2-40B4-BE49-F238E27FC236}">
                  <a16:creationId xmlns:a16="http://schemas.microsoft.com/office/drawing/2014/main" id="{432BD16A-511A-4A9A-B13B-41D8B4D93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9937" y="3011501"/>
              <a:ext cx="725946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rnd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marL="12700" lvl="0" indent="-12700">
                <a:defRPr/>
              </a:pPr>
              <a:r>
                <a:rPr lang="pt-PT" sz="1040" b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Médio</a:t>
              </a:r>
            </a:p>
          </p:txBody>
        </p:sp>
        <p:sp>
          <p:nvSpPr>
            <p:cNvPr id="9" name="Rectangle 25">
              <a:extLst>
                <a:ext uri="{FF2B5EF4-FFF2-40B4-BE49-F238E27FC236}">
                  <a16:creationId xmlns:a16="http://schemas.microsoft.com/office/drawing/2014/main" id="{488958EA-39C6-AD50-DC90-E4641279C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1285" y="3011500"/>
              <a:ext cx="10751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kumimoji="0" lang="pt-PT" sz="105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Aberto</a:t>
              </a:r>
              <a:r>
                <a:rPr kumimoji="0" lang="pt-PT" sz="1050" b="1" u="none" strike="noStrike" kern="1200" cap="none" spc="0" normalizeH="0" baseline="30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</a:t>
              </a:r>
              <a:endParaRPr kumimoji="0" lang="pt-PT" sz="1050" b="1" i="1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30" name="Rectangle 25">
              <a:extLst>
                <a:ext uri="{FF2B5EF4-FFF2-40B4-BE49-F238E27FC236}">
                  <a16:creationId xmlns:a16="http://schemas.microsoft.com/office/drawing/2014/main" id="{61557572-BD4A-B8F8-5DE8-F1AAC466F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599" y="3011500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/>
              <a:r>
                <a:rPr lang="pt-PT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</a:t>
              </a:r>
              <a:r>
                <a:rPr kumimoji="0" lang="pt-PT" sz="1000" b="1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 de </a:t>
              </a:r>
            </a:p>
            <a:p>
              <a:pPr defTabSz="412629"/>
              <a:r>
                <a:rPr kumimoji="0" lang="pt-PT" sz="1000" b="1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dezembro</a:t>
              </a:r>
            </a:p>
          </p:txBody>
        </p:sp>
        <p:sp>
          <p:nvSpPr>
            <p:cNvPr id="40" name="Rectangle 25">
              <a:extLst>
                <a:ext uri="{FF2B5EF4-FFF2-40B4-BE49-F238E27FC236}">
                  <a16:creationId xmlns:a16="http://schemas.microsoft.com/office/drawing/2014/main" id="{0111535E-E8BD-B3F4-84D7-B43145794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44" y="3011500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1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-</a:t>
              </a:r>
            </a:p>
          </p:txBody>
        </p:sp>
      </p:grpSp>
      <p:sp>
        <p:nvSpPr>
          <p:cNvPr id="42" name="Rectangle 25">
            <a:extLst>
              <a:ext uri="{FF2B5EF4-FFF2-40B4-BE49-F238E27FC236}">
                <a16:creationId xmlns:a16="http://schemas.microsoft.com/office/drawing/2014/main" id="{B745728B-05A0-EA3C-AC4C-0DBDF1C09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2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EFD26EB-A50E-7EE2-1C69-3FB85A150EA0}"/>
              </a:ext>
            </a:extLst>
          </p:cNvPr>
          <p:cNvGrpSpPr/>
          <p:nvPr/>
        </p:nvGrpSpPr>
        <p:grpSpPr>
          <a:xfrm>
            <a:off x="291097" y="2186872"/>
            <a:ext cx="11608216" cy="622086"/>
            <a:chOff x="291098" y="3904985"/>
            <a:chExt cx="11608216" cy="827997"/>
          </a:xfrm>
        </p:grpSpPr>
        <p:sp>
          <p:nvSpPr>
            <p:cNvPr id="3" name="Rectangle 25">
              <a:extLst>
                <a:ext uri="{FF2B5EF4-FFF2-40B4-BE49-F238E27FC236}">
                  <a16:creationId xmlns:a16="http://schemas.microsoft.com/office/drawing/2014/main" id="{13D987E2-B065-2461-C455-38C2F6AA6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1136" y="3908581"/>
              <a:ext cx="9543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algn="ctr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Plano/Tarefas</a:t>
              </a:r>
            </a:p>
          </p:txBody>
        </p:sp>
        <p:sp>
          <p:nvSpPr>
            <p:cNvPr id="27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98" y="3908582"/>
              <a:ext cx="1885863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algn="ctr" defTabSz="405568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Adjudicados</a:t>
              </a:r>
            </a:p>
          </p:txBody>
        </p:sp>
        <p:sp>
          <p:nvSpPr>
            <p:cNvPr id="28" name="Rectangle 23">
              <a:extLst>
                <a:ext uri="{FF2B5EF4-FFF2-40B4-BE49-F238E27FC236}">
                  <a16:creationId xmlns:a16="http://schemas.microsoft.com/office/drawing/2014/main" id="{7436686A-F302-7363-4D7E-57C6E2BAB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9650" y="3904986"/>
              <a:ext cx="268611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lvl="0" algn="l" defTabSz="412629">
                <a:spcBef>
                  <a:spcPts val="600"/>
                </a:spcBef>
                <a:defRPr/>
              </a:pPr>
              <a:r>
                <a:rPr lang="pt-PT" sz="105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não receção dos ficheiros de adjudicados poderá impactar o envio de informação para a </a:t>
              </a:r>
              <a:r>
                <a:rPr lang="pt-PT" sz="1050" err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Gloval</a:t>
              </a:r>
              <a:r>
                <a:rPr lang="pt-PT" sz="105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sp>
          <p:nvSpPr>
            <p:cNvPr id="29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0058" y="3904985"/>
              <a:ext cx="200705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12629" rtl="0" eaLnBrk="1" fontAlgn="auto" latinLnBrk="0" hangingPunct="0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-</a:t>
              </a:r>
            </a:p>
          </p:txBody>
        </p:sp>
        <p:sp>
          <p:nvSpPr>
            <p:cNvPr id="36" name="Rectangle 558">
              <a:extLst>
                <a:ext uri="{FF2B5EF4-FFF2-40B4-BE49-F238E27FC236}">
                  <a16:creationId xmlns:a16="http://schemas.microsoft.com/office/drawing/2014/main" id="{86CD3A3B-5EBF-D49B-793D-B949FF1E23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9937" y="3914222"/>
              <a:ext cx="725946" cy="8151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rnd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marL="12700" lvl="0" indent="-12700">
                <a:defRPr/>
              </a:pPr>
              <a:r>
                <a:rPr lang="pt-PT" sz="104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Alto</a:t>
              </a:r>
              <a:endParaRPr kumimoji="0" lang="pt-PT" sz="104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0EA78C5-DF58-AD26-4D18-984DBF16B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1285" y="3904985"/>
              <a:ext cx="10751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lang="pt-PT" sz="105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Aberto</a:t>
              </a:r>
              <a:r>
                <a:rPr lang="pt-PT" sz="1050" b="1" kern="1200" baseline="30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</a:t>
              </a:r>
              <a:endParaRPr kumimoji="0" lang="pt-PT" sz="1050" b="1" i="1" u="none" strike="noStrike" kern="0" cap="none" spc="0" normalizeH="0" baseline="0" noProof="0">
                <a:ln>
                  <a:noFill/>
                </a:ln>
                <a:solidFill>
                  <a:srgbClr val="2FBC6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33DDA72-6447-283F-9B8A-02CFE0FE9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599" y="390498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/>
              <a:r>
                <a:rPr lang="pt-PT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801294F-53F2-60D3-DEB9-CCECD1132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44" y="390498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kumimoji="0" lang="pt-PT" sz="1000" b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05 de janeiro</a:t>
              </a:r>
            </a:p>
          </p:txBody>
        </p:sp>
      </p:grp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F363ED70-21A4-44CD-ABA0-1E46C337981E}"/>
              </a:ext>
            </a:extLst>
          </p:cNvPr>
          <p:cNvSpPr txBox="1">
            <a:spLocks/>
          </p:cNvSpPr>
          <p:nvPr/>
        </p:nvSpPr>
        <p:spPr>
          <a:xfrm>
            <a:off x="291099" y="6372639"/>
            <a:ext cx="10753074" cy="2277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1" u="none" strike="noStrike" kern="1200" cap="none" spc="0" normalizeH="0" baseline="3000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Atividade com </a:t>
            </a:r>
            <a:r>
              <a:rPr lang="pt-PT" sz="80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ownership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Banco Santander.</a:t>
            </a:r>
            <a:endParaRPr kumimoji="0" lang="pt-PT" sz="8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EF54922-CBAC-EA75-45AC-5FA6E7EF7E7B}"/>
              </a:ext>
            </a:extLst>
          </p:cNvPr>
          <p:cNvGrpSpPr/>
          <p:nvPr/>
        </p:nvGrpSpPr>
        <p:grpSpPr>
          <a:xfrm>
            <a:off x="291097" y="4282480"/>
            <a:ext cx="11608216" cy="622086"/>
            <a:chOff x="291097" y="4785965"/>
            <a:chExt cx="11608216" cy="827997"/>
          </a:xfrm>
        </p:grpSpPr>
        <p:sp>
          <p:nvSpPr>
            <p:cNvPr id="43" name="Rectangle 25">
              <a:extLst>
                <a:ext uri="{FF2B5EF4-FFF2-40B4-BE49-F238E27FC236}">
                  <a16:creationId xmlns:a16="http://schemas.microsoft.com/office/drawing/2014/main" id="{13D987E2-B065-2461-C455-38C2F6AA6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1135" y="4789561"/>
              <a:ext cx="9543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algn="ctr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Plano/Tarefas</a:t>
              </a:r>
            </a:p>
          </p:txBody>
        </p:sp>
        <p:sp>
          <p:nvSpPr>
            <p:cNvPr id="44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97" y="4789562"/>
              <a:ext cx="1885863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Receção de novas </a:t>
              </a:r>
              <a:r>
                <a:rPr lang="pt-PT" sz="1050" i="1" err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guidelines</a:t>
              </a:r>
              <a:r>
                <a:rPr lang="pt-PT" sz="105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 21 de dezembro de 2023</a:t>
              </a:r>
              <a:endParaRPr kumimoji="0" lang="pt-PT" sz="1050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5" name="Rectangle 23">
              <a:extLst>
                <a:ext uri="{FF2B5EF4-FFF2-40B4-BE49-F238E27FC236}">
                  <a16:creationId xmlns:a16="http://schemas.microsoft.com/office/drawing/2014/main" id="{7436686A-F302-7363-4D7E-57C6E2BAB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9649" y="4785966"/>
              <a:ext cx="268611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lvl="0" algn="l" defTabSz="412629">
                <a:spcBef>
                  <a:spcPts val="600"/>
                </a:spcBef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Impacto nos </a:t>
              </a: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timings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de implementação.</a:t>
              </a:r>
            </a:p>
          </p:txBody>
        </p:sp>
        <p:sp>
          <p:nvSpPr>
            <p:cNvPr id="46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0057" y="4785965"/>
              <a:ext cx="200705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12629" rtl="0" eaLnBrk="1" fontAlgn="auto" latinLnBrk="0" hangingPunct="0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-</a:t>
              </a:r>
            </a:p>
          </p:txBody>
        </p:sp>
        <p:sp>
          <p:nvSpPr>
            <p:cNvPr id="47" name="Rectangle 558">
              <a:extLst>
                <a:ext uri="{FF2B5EF4-FFF2-40B4-BE49-F238E27FC236}">
                  <a16:creationId xmlns:a16="http://schemas.microsoft.com/office/drawing/2014/main" id="{86CD3A3B-5EBF-D49B-793D-B949FF1E23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9936" y="4795202"/>
              <a:ext cx="725946" cy="8151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rnd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marL="12700" lvl="0" indent="-12700">
                <a:defRPr/>
              </a:pPr>
              <a:r>
                <a:rPr lang="pt-PT" sz="104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Alto</a:t>
              </a:r>
              <a:endParaRPr kumimoji="0" lang="pt-PT" sz="1040" b="1" i="0" u="none" strike="noStrike" kern="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0EA78C5-DF58-AD26-4D18-984DBF16B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1284" y="4785965"/>
              <a:ext cx="10751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lang="pt-PT" sz="105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Aberto</a:t>
              </a:r>
              <a:r>
                <a:rPr lang="pt-PT" sz="1050" b="1" kern="1200" baseline="30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</a:t>
              </a:r>
              <a:endParaRPr kumimoji="0" lang="pt-PT" sz="1050" b="1" i="1" u="none" strike="noStrike" kern="0" cap="none" spc="0" normalizeH="0" baseline="0" noProof="0">
                <a:ln>
                  <a:noFill/>
                </a:ln>
                <a:solidFill>
                  <a:srgbClr val="2FBC6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33DDA72-6447-283F-9B8A-02CFE0FE9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598" y="478596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/>
              <a:r>
                <a:rPr lang="pt-PT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21 de </a:t>
              </a:r>
            </a:p>
            <a:p>
              <a:pPr defTabSz="412629"/>
              <a:r>
                <a:rPr lang="pt-PT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dezembro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801294F-53F2-60D3-DEB9-CCECD1132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43" y="478596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lang="pt-PT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E4F7A79-4ACB-D9B2-31C3-5768E4900558}"/>
              </a:ext>
            </a:extLst>
          </p:cNvPr>
          <p:cNvGrpSpPr/>
          <p:nvPr/>
        </p:nvGrpSpPr>
        <p:grpSpPr>
          <a:xfrm>
            <a:off x="291097" y="4981016"/>
            <a:ext cx="11608216" cy="622086"/>
            <a:chOff x="291098" y="2141475"/>
            <a:chExt cx="11608216" cy="827996"/>
          </a:xfrm>
        </p:grpSpPr>
        <p:sp>
          <p:nvSpPr>
            <p:cNvPr id="10" name="Rectangle 25">
              <a:extLst>
                <a:ext uri="{FF2B5EF4-FFF2-40B4-BE49-F238E27FC236}">
                  <a16:creationId xmlns:a16="http://schemas.microsoft.com/office/drawing/2014/main" id="{3E2A3F08-3B76-3546-FDD3-CE8D9D9FD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1136" y="2145070"/>
              <a:ext cx="9543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algn="ctr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Tarefas</a:t>
              </a:r>
            </a:p>
          </p:txBody>
        </p: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C9A5C613-CE6E-246C-AA5D-D7787D4522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98" y="2145071"/>
              <a:ext cx="1885863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3" indent="0">
                <a:spcAft>
                  <a:spcPts val="600"/>
                </a:spcAft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Metodologia de cálculo de emissões para motor vehicle loans (score 2 e 3)</a:t>
              </a:r>
              <a:endParaRPr lang="pt-PT" sz="105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049C9964-2735-4B4E-87DE-8001BC6AF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9647" y="2141475"/>
              <a:ext cx="268611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lvl="3" indent="0" algn="l">
                <a:spcAft>
                  <a:spcPts val="600"/>
                </a:spcAft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Impacto no valor de emissões pela não utilização do </a:t>
              </a: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score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2 e 3.</a:t>
              </a:r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E2A30F30-3C96-208E-05DB-6A0B8F693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0058" y="2141475"/>
              <a:ext cx="200705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050" baseline="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Cálculo de emissões através dos </a:t>
              </a:r>
              <a:r>
                <a:rPr lang="pt-PT" sz="1050" i="1" baseline="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score</a:t>
              </a:r>
              <a:r>
                <a:rPr lang="pt-PT" sz="1050" baseline="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4 e 5.</a:t>
              </a:r>
              <a:endParaRPr kumimoji="0" lang="pt-PT" sz="1050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9" name="Rectangle 558">
              <a:extLst>
                <a:ext uri="{FF2B5EF4-FFF2-40B4-BE49-F238E27FC236}">
                  <a16:creationId xmlns:a16="http://schemas.microsoft.com/office/drawing/2014/main" id="{A38FC843-682C-0036-E860-E12687A9B0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9937" y="2141476"/>
              <a:ext cx="725946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rnd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marL="12700" lvl="0" indent="-12700">
                <a:defRPr/>
              </a:pPr>
              <a:r>
                <a:rPr lang="pt-PT" sz="1040" b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Médio</a:t>
              </a:r>
            </a:p>
          </p:txBody>
        </p:sp>
        <p:sp>
          <p:nvSpPr>
            <p:cNvPr id="20" name="Rectangle 25">
              <a:extLst>
                <a:ext uri="{FF2B5EF4-FFF2-40B4-BE49-F238E27FC236}">
                  <a16:creationId xmlns:a16="http://schemas.microsoft.com/office/drawing/2014/main" id="{2E9C69F7-F030-E7E4-094E-882D9F590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1285" y="2141475"/>
              <a:ext cx="10751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kumimoji="0" lang="pt-PT" sz="105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Aberto</a:t>
              </a:r>
              <a:r>
                <a:rPr kumimoji="0" lang="pt-PT" sz="1050" b="1" u="none" strike="noStrike" kern="1200" cap="none" spc="0" normalizeH="0" baseline="30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</a:t>
              </a:r>
              <a:endParaRPr kumimoji="0" lang="pt-PT" sz="1050" b="1" i="1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1" name="Rectangle 25">
              <a:extLst>
                <a:ext uri="{FF2B5EF4-FFF2-40B4-BE49-F238E27FC236}">
                  <a16:creationId xmlns:a16="http://schemas.microsoft.com/office/drawing/2014/main" id="{E657EA1C-9F33-4C4F-4128-B6857B8B5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599" y="214147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/>
              <a:r>
                <a:rPr lang="pt-PT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05 </a:t>
              </a:r>
              <a:r>
                <a:rPr kumimoji="0" lang="pt-PT" sz="1000" b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de </a:t>
              </a:r>
            </a:p>
            <a:p>
              <a:pPr defTabSz="412629"/>
              <a:r>
                <a:rPr kumimoji="0" lang="pt-PT" sz="1000" b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janeiro</a:t>
              </a:r>
            </a:p>
          </p:txBody>
        </p:sp>
        <p:sp>
          <p:nvSpPr>
            <p:cNvPr id="23" name="Rectangle 25">
              <a:extLst>
                <a:ext uri="{FF2B5EF4-FFF2-40B4-BE49-F238E27FC236}">
                  <a16:creationId xmlns:a16="http://schemas.microsoft.com/office/drawing/2014/main" id="{63B3C8FF-DD05-2E9F-904E-76B5B45B87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44" y="214147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1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2218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1AD5EB-AEE4-46F1-B1D9-0B05ED8544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Próximos Passos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613DC-8C22-4792-B7B7-D93AD418CD67}"/>
              </a:ext>
            </a:extLst>
          </p:cNvPr>
          <p:cNvSpPr txBox="1">
            <a:spLocks/>
          </p:cNvSpPr>
          <p:nvPr/>
        </p:nvSpPr>
        <p:spPr>
          <a:xfrm>
            <a:off x="609521" y="1171192"/>
            <a:ext cx="9433718" cy="391271"/>
          </a:xfrm>
          <a:prstGeom prst="rect">
            <a:avLst/>
          </a:prstGeom>
        </p:spPr>
        <p:txBody>
          <a:bodyPr/>
          <a:lstStyle>
            <a:lvl1pPr marL="111374" indent="-111374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Apresentamos em seguida as próximas atividades a desenvolver até 15 de janeiro e respetivos responsáveis:</a:t>
            </a:r>
          </a:p>
        </p:txBody>
      </p:sp>
      <p:sp>
        <p:nvSpPr>
          <p:cNvPr id="33" name="Arrow: Chevron 44">
            <a:extLst>
              <a:ext uri="{FF2B5EF4-FFF2-40B4-BE49-F238E27FC236}">
                <a16:creationId xmlns:a16="http://schemas.microsoft.com/office/drawing/2014/main" id="{5A5775D3-8E92-4882-941D-C9B8227FAFF4}"/>
              </a:ext>
            </a:extLst>
          </p:cNvPr>
          <p:cNvSpPr/>
          <p:nvPr/>
        </p:nvSpPr>
        <p:spPr>
          <a:xfrm>
            <a:off x="2551302" y="1631240"/>
            <a:ext cx="5992802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Atividades – 5 de janeiro a 15 de janeiro</a:t>
            </a:r>
          </a:p>
        </p:txBody>
      </p:sp>
      <p:sp>
        <p:nvSpPr>
          <p:cNvPr id="34" name="AutoShape 3">
            <a:extLst>
              <a:ext uri="{FF2B5EF4-FFF2-40B4-BE49-F238E27FC236}">
                <a16:creationId xmlns:a16="http://schemas.microsoft.com/office/drawing/2014/main" id="{C1FFD409-2011-4857-90A4-E2154DEE9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1631240"/>
            <a:ext cx="468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10000"/>
              </a:lnSpc>
            </a:pPr>
            <a:r>
              <a:rPr lang="pt-PT" b="1">
                <a:solidFill>
                  <a:srgbClr val="FFFFFF"/>
                </a:solidFill>
                <a:ea typeface="Tahoma" pitchFamily="34" charset="0"/>
                <a:cs typeface="Arial" panose="020B0604020202020204" pitchFamily="34" charset="0"/>
              </a:rPr>
              <a:t>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433DBD-871D-4043-80CB-036A2C5E7F08}"/>
              </a:ext>
            </a:extLst>
          </p:cNvPr>
          <p:cNvSpPr/>
          <p:nvPr/>
        </p:nvSpPr>
        <p:spPr>
          <a:xfrm>
            <a:off x="8614080" y="1631240"/>
            <a:ext cx="1175223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Responsável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1DEE07-3067-4608-8BF8-13B17BB0FA37}"/>
              </a:ext>
            </a:extLst>
          </p:cNvPr>
          <p:cNvSpPr/>
          <p:nvPr/>
        </p:nvSpPr>
        <p:spPr>
          <a:xfrm>
            <a:off x="9865535" y="1631240"/>
            <a:ext cx="1584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  <a:endParaRPr kumimoji="0" lang="pt-PT" sz="1200" b="1" i="0" u="none" strike="noStrike" kern="0" cap="none" spc="0" normalizeH="0" baseline="30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6" name="Text Placeholder 224">
            <a:extLst>
              <a:ext uri="{FF2B5EF4-FFF2-40B4-BE49-F238E27FC236}">
                <a16:creationId xmlns:a16="http://schemas.microsoft.com/office/drawing/2014/main" id="{B0531D9A-964F-441F-9D35-2E599A0B89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Listagem de próximos passos</a:t>
            </a:r>
          </a:p>
        </p:txBody>
      </p:sp>
      <p:sp>
        <p:nvSpPr>
          <p:cNvPr id="96" name="Arrow: Chevron 44">
            <a:extLst>
              <a:ext uri="{FF2B5EF4-FFF2-40B4-BE49-F238E27FC236}">
                <a16:creationId xmlns:a16="http://schemas.microsoft.com/office/drawing/2014/main" id="{6F1384F0-FBB7-4B97-B930-2DCADEAA1C78}"/>
              </a:ext>
            </a:extLst>
          </p:cNvPr>
          <p:cNvSpPr/>
          <p:nvPr/>
        </p:nvSpPr>
        <p:spPr>
          <a:xfrm>
            <a:off x="1091840" y="1631240"/>
            <a:ext cx="1381306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Âmbito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6BE1026-B48A-8A8C-AD07-7EE5054E43BC}"/>
              </a:ext>
            </a:extLst>
          </p:cNvPr>
          <p:cNvSpPr txBox="1"/>
          <p:nvPr/>
        </p:nvSpPr>
        <p:spPr>
          <a:xfrm>
            <a:off x="1091840" y="4285513"/>
            <a:ext cx="1381306" cy="107591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</a:t>
            </a:r>
          </a:p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 satélites  </a:t>
            </a:r>
          </a:p>
        </p:txBody>
      </p:sp>
      <p:sp>
        <p:nvSpPr>
          <p:cNvPr id="115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74264" y="2020158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Processamento da informação de envio para a </a:t>
            </a:r>
            <a:r>
              <a:rPr lang="pt-PT" sz="105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Gloval</a:t>
            </a: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94927" y="2020158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de janeiro</a:t>
            </a:r>
            <a:endParaRPr lang="pt-PT" sz="1050" b="1" baseline="30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2023150"/>
            <a:ext cx="1381306" cy="219445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do universo corporativo</a:t>
            </a:r>
            <a:endParaRPr lang="pt-PT" sz="1050" b="1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587233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>
                <a:solidFill>
                  <a:srgbClr val="003E51"/>
                </a:solidFill>
                <a:cs typeface="Arial" panose="020B0604020202020204" pitchFamily="34" charset="0"/>
              </a:rPr>
              <a:t>2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5" name="AutoShape 3">
            <a:extLst>
              <a:ext uri="{FF2B5EF4-FFF2-40B4-BE49-F238E27FC236}">
                <a16:creationId xmlns:a16="http://schemas.microsoft.com/office/drawing/2014/main" id="{008548FB-4C77-7168-AB49-6EB532CD5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3151914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>
                <a:solidFill>
                  <a:srgbClr val="003E51"/>
                </a:solidFill>
                <a:cs typeface="Arial" panose="020B0604020202020204" pitchFamily="34" charset="0"/>
              </a:rPr>
              <a:t>3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45B9DB54-7E6A-D04C-2303-FCA0099F3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023150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cs typeface="Arial" panose="020B0604020202020204" pitchFamily="34" charset="0"/>
                <a:sym typeface="Helvetica Light"/>
              </a:rPr>
              <a:t>1</a:t>
            </a:r>
          </a:p>
        </p:txBody>
      </p:sp>
      <p:sp>
        <p:nvSpPr>
          <p:cNvPr id="8" name="Arrow: Chevron 44">
            <a:extLst>
              <a:ext uri="{FF2B5EF4-FFF2-40B4-BE49-F238E27FC236}">
                <a16:creationId xmlns:a16="http://schemas.microsoft.com/office/drawing/2014/main" id="{C1AC1E38-6A27-BF16-6269-1A98CD5DD841}"/>
              </a:ext>
            </a:extLst>
          </p:cNvPr>
          <p:cNvSpPr/>
          <p:nvPr/>
        </p:nvSpPr>
        <p:spPr>
          <a:xfrm>
            <a:off x="2574264" y="3149221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Processamento de métricas de colaterais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985568-23DC-1140-7B1A-E5744245095D}"/>
              </a:ext>
            </a:extLst>
          </p:cNvPr>
          <p:cNvSpPr/>
          <p:nvPr/>
        </p:nvSpPr>
        <p:spPr>
          <a:xfrm>
            <a:off x="9894927" y="3149221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 de janeiro</a:t>
            </a:r>
            <a:endParaRPr lang="pt-PT" sz="1050" b="1" baseline="30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34ABFE-2E4D-15AA-D7C3-1A8DD7E7D5C7}"/>
              </a:ext>
            </a:extLst>
          </p:cNvPr>
          <p:cNvSpPr/>
          <p:nvPr/>
        </p:nvSpPr>
        <p:spPr>
          <a:xfrm>
            <a:off x="8643472" y="3149221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C194935A-565C-FA09-5C89-26F0105F7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906321" y="3263877"/>
            <a:ext cx="649525" cy="274689"/>
          </a:xfrm>
          <a:prstGeom prst="rect">
            <a:avLst/>
          </a:prstGeom>
        </p:spPr>
      </p:pic>
      <p:sp>
        <p:nvSpPr>
          <p:cNvPr id="13" name="Arrow: Chevron 44">
            <a:extLst>
              <a:ext uri="{FF2B5EF4-FFF2-40B4-BE49-F238E27FC236}">
                <a16:creationId xmlns:a16="http://schemas.microsoft.com/office/drawing/2014/main" id="{D0BEBFDC-F087-81EF-1E9C-9F828017B33A}"/>
              </a:ext>
            </a:extLst>
          </p:cNvPr>
          <p:cNvSpPr/>
          <p:nvPr/>
        </p:nvSpPr>
        <p:spPr>
          <a:xfrm>
            <a:off x="2580694" y="2584839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Processamento de métricas de contratos + clientes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FD7BD8-B578-7AA6-7118-3A4A017FF540}"/>
              </a:ext>
            </a:extLst>
          </p:cNvPr>
          <p:cNvSpPr/>
          <p:nvPr/>
        </p:nvSpPr>
        <p:spPr>
          <a:xfrm>
            <a:off x="9894927" y="2584839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de janeiro</a:t>
            </a:r>
            <a:endParaRPr lang="pt-PT" sz="1050" b="1" baseline="30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22D1E6-F2FC-4900-13C1-2FC52E7DF984}"/>
              </a:ext>
            </a:extLst>
          </p:cNvPr>
          <p:cNvSpPr/>
          <p:nvPr/>
        </p:nvSpPr>
        <p:spPr>
          <a:xfrm>
            <a:off x="8643472" y="2584839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5AA57DC5-4E8E-1FF3-C37E-C43536236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915198" y="2699495"/>
            <a:ext cx="649525" cy="274689"/>
          </a:xfrm>
          <a:prstGeom prst="rect">
            <a:avLst/>
          </a:prstGeom>
        </p:spPr>
      </p:pic>
      <p:sp>
        <p:nvSpPr>
          <p:cNvPr id="20" name="AutoShape 3">
            <a:extLst>
              <a:ext uri="{FF2B5EF4-FFF2-40B4-BE49-F238E27FC236}">
                <a16:creationId xmlns:a16="http://schemas.microsoft.com/office/drawing/2014/main" id="{4E58C840-6493-E6EC-DCE7-60C4F7F2A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3716296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>
                <a:solidFill>
                  <a:srgbClr val="003E51"/>
                </a:solidFill>
                <a:cs typeface="Arial" panose="020B0604020202020204" pitchFamily="34" charset="0"/>
              </a:rPr>
              <a:t>4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8643472" y="2020158"/>
            <a:ext cx="1175222" cy="504000"/>
            <a:chOff x="8614080" y="2661881"/>
            <a:chExt cx="1175222" cy="504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44" name="Arrow: Chevron 44">
            <a:extLst>
              <a:ext uri="{FF2B5EF4-FFF2-40B4-BE49-F238E27FC236}">
                <a16:creationId xmlns:a16="http://schemas.microsoft.com/office/drawing/2014/main" id="{C1AC1E38-6A27-BF16-6269-1A98CD5DD841}"/>
              </a:ext>
            </a:extLst>
          </p:cNvPr>
          <p:cNvSpPr/>
          <p:nvPr/>
        </p:nvSpPr>
        <p:spPr>
          <a:xfrm>
            <a:off x="2574264" y="3713603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Processamento da informação de certificados energéticos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2985568-23DC-1140-7B1A-E5744245095D}"/>
              </a:ext>
            </a:extLst>
          </p:cNvPr>
          <p:cNvSpPr/>
          <p:nvPr/>
        </p:nvSpPr>
        <p:spPr>
          <a:xfrm>
            <a:off x="9884825" y="3713603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 de janeiro</a:t>
            </a:r>
            <a:endParaRPr lang="pt-PT" sz="1050" b="1" baseline="30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9" name="Group 48"/>
          <p:cNvGrpSpPr/>
          <p:nvPr/>
        </p:nvGrpSpPr>
        <p:grpSpPr>
          <a:xfrm>
            <a:off x="8641611" y="3713603"/>
            <a:ext cx="1175222" cy="504000"/>
            <a:chOff x="8614080" y="2661881"/>
            <a:chExt cx="1175222" cy="504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52" name="Arrow: Chevron 44">
            <a:extLst>
              <a:ext uri="{FF2B5EF4-FFF2-40B4-BE49-F238E27FC236}">
                <a16:creationId xmlns:a16="http://schemas.microsoft.com/office/drawing/2014/main" id="{C1AC1E38-6A27-BF16-6269-1A98CD5DD841}"/>
              </a:ext>
            </a:extLst>
          </p:cNvPr>
          <p:cNvSpPr/>
          <p:nvPr/>
        </p:nvSpPr>
        <p:spPr>
          <a:xfrm>
            <a:off x="2577022" y="4856897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Conciliação de informação contabilística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2985568-23DC-1140-7B1A-E5744245095D}"/>
              </a:ext>
            </a:extLst>
          </p:cNvPr>
          <p:cNvSpPr/>
          <p:nvPr/>
        </p:nvSpPr>
        <p:spPr>
          <a:xfrm>
            <a:off x="9884825" y="4854431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 de janeiro</a:t>
            </a:r>
            <a:endParaRPr lang="pt-PT" sz="1050" b="1" baseline="30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4" name="Group 53"/>
          <p:cNvGrpSpPr/>
          <p:nvPr/>
        </p:nvGrpSpPr>
        <p:grpSpPr>
          <a:xfrm>
            <a:off x="8641611" y="4854431"/>
            <a:ext cx="1175222" cy="504000"/>
            <a:chOff x="8614080" y="2661881"/>
            <a:chExt cx="1175222" cy="50400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6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57" name="AutoShape 3">
            <a:extLst>
              <a:ext uri="{FF2B5EF4-FFF2-40B4-BE49-F238E27FC236}">
                <a16:creationId xmlns:a16="http://schemas.microsoft.com/office/drawing/2014/main" id="{4E58C840-6493-E6EC-DCE7-60C4F7F2A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4853235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cs typeface="Arial" panose="020B0604020202020204" pitchFamily="34" charset="0"/>
                <a:sym typeface="Helvetica Light"/>
              </a:rPr>
              <a:t>6</a:t>
            </a:r>
          </a:p>
        </p:txBody>
      </p:sp>
      <p:sp>
        <p:nvSpPr>
          <p:cNvPr id="47" name="Arrow: Chevron 44">
            <a:extLst>
              <a:ext uri="{FF2B5EF4-FFF2-40B4-BE49-F238E27FC236}">
                <a16:creationId xmlns:a16="http://schemas.microsoft.com/office/drawing/2014/main" id="{C1AC1E38-6A27-BF16-6269-1A98CD5DD841}"/>
              </a:ext>
            </a:extLst>
          </p:cNvPr>
          <p:cNvSpPr/>
          <p:nvPr/>
        </p:nvSpPr>
        <p:spPr>
          <a:xfrm>
            <a:off x="2574264" y="4285513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Processamento de alteração metodológicas e geração de informação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2985568-23DC-1140-7B1A-E5744245095D}"/>
              </a:ext>
            </a:extLst>
          </p:cNvPr>
          <p:cNvSpPr/>
          <p:nvPr/>
        </p:nvSpPr>
        <p:spPr>
          <a:xfrm>
            <a:off x="9884825" y="4285513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 de janeiro</a:t>
            </a:r>
            <a:endParaRPr lang="pt-PT" sz="1050" b="1" baseline="30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9" name="Group 58"/>
          <p:cNvGrpSpPr/>
          <p:nvPr/>
        </p:nvGrpSpPr>
        <p:grpSpPr>
          <a:xfrm>
            <a:off x="8641611" y="4285513"/>
            <a:ext cx="1175222" cy="504000"/>
            <a:chOff x="8614080" y="2661881"/>
            <a:chExt cx="1175222" cy="504000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68" name="AutoShape 3">
            <a:extLst>
              <a:ext uri="{FF2B5EF4-FFF2-40B4-BE49-F238E27FC236}">
                <a16:creationId xmlns:a16="http://schemas.microsoft.com/office/drawing/2014/main" id="{4E58C840-6493-E6EC-DCE7-60C4F7F2A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4288206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noProof="0">
                <a:solidFill>
                  <a:srgbClr val="003E51"/>
                </a:solidFill>
                <a:cs typeface="Arial" panose="020B0604020202020204" pitchFamily="34" charset="0"/>
              </a:rPr>
              <a:t>5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179508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9350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bDmR1CNZE.6Tmv10irKU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bDmR1CNZE.6Tmv10irKUg"/>
</p:tagLst>
</file>

<file path=ppt/theme/_rels/them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theme/theme1.xml><?xml version="1.0" encoding="utf-8"?>
<a:theme xmlns:a="http://schemas.openxmlformats.org/drawingml/2006/main" name="1_Neyond_capa1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FE8CC2E2-EC5A-4ADA-A9BD-5E7CAC9ECF29}"/>
    </a:ext>
  </a:extLst>
</a:theme>
</file>

<file path=ppt/theme/theme2.xml><?xml version="1.0" encoding="utf-8"?>
<a:theme xmlns:a="http://schemas.openxmlformats.org/drawingml/2006/main" name="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1906E1C-C6C7-4E5D-B5C8-1774B51E9F00}"/>
    </a:ext>
  </a:extLst>
</a:theme>
</file>

<file path=ppt/theme/theme3.xml><?xml version="1.0" encoding="utf-8"?>
<a:theme xmlns:a="http://schemas.openxmlformats.org/drawingml/2006/main" name="3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4.xml><?xml version="1.0" encoding="utf-8"?>
<a:theme xmlns:a="http://schemas.openxmlformats.org/drawingml/2006/main" name="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5.xml><?xml version="1.0" encoding="utf-8"?>
<a:theme xmlns:a="http://schemas.openxmlformats.org/drawingml/2006/main" name="2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C1061BD2-87EA-410A-9B2B-292C31D2D64C}"/>
    </a:ext>
  </a:extLst>
</a:theme>
</file>

<file path=ppt/theme/theme6.xml><?xml version="1.0" encoding="utf-8"?>
<a:theme xmlns:a="http://schemas.openxmlformats.org/drawingml/2006/main" name="1_Custom Design">
  <a:themeElements>
    <a:clrScheme name="Custom 1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7.xml><?xml version="1.0" encoding="utf-8"?>
<a:theme xmlns:a="http://schemas.openxmlformats.org/drawingml/2006/main" name="2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3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5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1.xml><?xml version="1.0" encoding="utf-8"?>
<a:theme xmlns:a="http://schemas.openxmlformats.org/drawingml/2006/main" name="4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2.xml><?xml version="1.0" encoding="utf-8"?>
<a:theme xmlns:a="http://schemas.openxmlformats.org/drawingml/2006/main" name="6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3.xml><?xml version="1.0" encoding="utf-8"?>
<a:theme xmlns:a="http://schemas.openxmlformats.org/drawingml/2006/main" name="6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4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5.xml><?xml version="1.0" encoding="utf-8"?>
<a:theme xmlns:a="http://schemas.openxmlformats.org/drawingml/2006/main" name="8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9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0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8.xml><?xml version="1.0" encoding="utf-8"?>
<a:theme xmlns:a="http://schemas.openxmlformats.org/drawingml/2006/main" name="5_Custom Design">
  <a:themeElements>
    <a:clrScheme name="Neyond SG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9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322C7A-A30D-41CB-B995-A53DD6D5475F}">
  <we:reference id="wa104178141" version="3.10.0.152" store="en-US" storeType="OMEX"/>
  <we:alternateReferences>
    <we:reference id="wa104178141" version="3.10.0.152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A6BCA4ACA584C9A1C03FD3956D51C" ma:contentTypeVersion="16" ma:contentTypeDescription="Create a new document." ma:contentTypeScope="" ma:versionID="a4eb8529a939c4058918af2411f4fedb">
  <xsd:schema xmlns:xsd="http://www.w3.org/2001/XMLSchema" xmlns:xs="http://www.w3.org/2001/XMLSchema" xmlns:p="http://schemas.microsoft.com/office/2006/metadata/properties" xmlns:ns1="http://schemas.microsoft.com/sharepoint/v3" xmlns:ns2="767d911d-09c2-43d9-a326-6ded42ddccd2" xmlns:ns3="1f788909-93b9-4481-96a4-a6ab2493c341" targetNamespace="http://schemas.microsoft.com/office/2006/metadata/properties" ma:root="true" ma:fieldsID="962bb65415dc8fedcda10a37589b22c0" ns1:_="" ns2:_="" ns3:_="">
    <xsd:import namespace="http://schemas.microsoft.com/sharepoint/v3"/>
    <xsd:import namespace="767d911d-09c2-43d9-a326-6ded42ddccd2"/>
    <xsd:import namespace="1f788909-93b9-4481-96a4-a6ab2493c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d911d-09c2-43d9-a326-6ded42ddcc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788909-93b9-4481-96a4-a6ab2493c34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d344041-97b7-4534-958d-616959bb7958}" ma:internalName="TaxCatchAll" ma:showField="CatchAllData" ma:web="1f788909-93b9-4481-96a4-a6ab2493c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>
    <_ip_UnifiedCompliancePolicyUIAction xmlns="http://schemas.microsoft.com/sharepoint/v3" xsi:nil="true"/>
    <_ip_UnifiedCompliancePolicyProperties xmlns="http://schemas.microsoft.com/sharepoint/v3" xsi:nil="true"/>
    <TaxCatchAll xmlns="1f788909-93b9-4481-96a4-a6ab2493c341" xsi:nil="true"/>
    <lcf76f155ced4ddcb4097134ff3c332f xmlns="767d911d-09c2-43d9-a326-6ded42ddccd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AE4BCE0-FE9D-465C-8E15-DDAA5900A4CD}"/>
</file>

<file path=customXml/itemProps2.xml><?xml version="1.0" encoding="utf-8"?>
<ds:datastoreItem xmlns:ds="http://schemas.openxmlformats.org/officeDocument/2006/customXml" ds:itemID="{5D42E87E-16F2-479C-90D0-A9DB593A21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E3277D9-8D10-4CA6-8A09-1C4D05FB1A2A}">
  <ds:schemaRefs>
    <ds:schemaRef ds:uri="http://purl.org/dc/terms/"/>
    <ds:schemaRef ds:uri="767d911d-09c2-43d9-a326-6ded42ddccd2"/>
    <ds:schemaRef ds:uri="http://schemas.microsoft.com/office/2006/metadata/properties"/>
    <ds:schemaRef ds:uri="http://purl.org/dc/elements/1.1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1f788909-93b9-4481-96a4-a6ab2493c341"/>
    <ds:schemaRef ds:uri="http://schemas.microsoft.com/sharepoint/v3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817</Words>
  <Application>Microsoft Office PowerPoint</Application>
  <PresentationFormat>Custom</PresentationFormat>
  <Paragraphs>213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18</vt:i4>
      </vt:variant>
      <vt:variant>
        <vt:lpstr>Slide Titles</vt:lpstr>
      </vt:variant>
      <vt:variant>
        <vt:i4>7</vt:i4>
      </vt:variant>
    </vt:vector>
  </HeadingPairs>
  <TitlesOfParts>
    <vt:vector size="36" baseType="lpstr">
      <vt:lpstr>ＭＳ Ｐゴシック</vt:lpstr>
      <vt:lpstr>Abril Fatface</vt:lpstr>
      <vt:lpstr>Arial</vt:lpstr>
      <vt:lpstr>Calibri</vt:lpstr>
      <vt:lpstr>Helvetica Light</vt:lpstr>
      <vt:lpstr>Helvetica Neue</vt:lpstr>
      <vt:lpstr>Muli</vt:lpstr>
      <vt:lpstr>Muli Black</vt:lpstr>
      <vt:lpstr>Muli Bold</vt:lpstr>
      <vt:lpstr>Muli Light</vt:lpstr>
      <vt:lpstr>Tahoma</vt:lpstr>
      <vt:lpstr>1_Neyond_capa1</vt:lpstr>
      <vt:lpstr>Índice Neyond</vt:lpstr>
      <vt:lpstr>3_Neyond_separador</vt:lpstr>
      <vt:lpstr>Custom Design</vt:lpstr>
      <vt:lpstr>2_Neyond_Contracapa</vt:lpstr>
      <vt:lpstr>1_Custom Design</vt:lpstr>
      <vt:lpstr>2_Custom Design</vt:lpstr>
      <vt:lpstr>4_Neyond_separador</vt:lpstr>
      <vt:lpstr>3_Custom Design</vt:lpstr>
      <vt:lpstr>5_Neyond_separador</vt:lpstr>
      <vt:lpstr>4_Custom Design</vt:lpstr>
      <vt:lpstr>6_Custom Design</vt:lpstr>
      <vt:lpstr>6_Neyond_separador</vt:lpstr>
      <vt:lpstr>7_Custom Design</vt:lpstr>
      <vt:lpstr>8_Custom Design</vt:lpstr>
      <vt:lpstr>9_Custom Design</vt:lpstr>
      <vt:lpstr>10_Custom Design</vt:lpstr>
      <vt:lpstr>5_Custom Design</vt:lpstr>
      <vt:lpstr>Reporting ESG Pilar III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EuroBic - Add-On - PdS</dc:title>
  <dc:creator>Fonseca, Martim Ferreira</dc:creator>
  <cp:lastModifiedBy>Ana Rita Geraldo de Caguerelho</cp:lastModifiedBy>
  <cp:revision>3</cp:revision>
  <dcterms:created xsi:type="dcterms:W3CDTF">2018-12-07T14:01:11Z</dcterms:created>
  <dcterms:modified xsi:type="dcterms:W3CDTF">2024-01-05T13:56:06Z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0x010100845A6BCA4ACA584C9A1C03FD3956D51C</vt:lpwstr>
  </property>
  <property fmtid="{D5CDD505-2E9C-101B-9397-08002B2CF9AE}" pid="3" name="MSIP_Label_0c2abd79-57a9-4473-8700-c843f76a1e37_Enabled">
    <vt:lpwstr>true</vt:lpwstr>
  </property>
  <property fmtid="{D5CDD505-2E9C-101B-9397-08002B2CF9AE}" pid="4" name="MSIP_Label_0c2abd79-57a9-4473-8700-c843f76a1e37_SetDate">
    <vt:lpwstr>2023-12-21T08:33:00Z</vt:lpwstr>
  </property>
  <property fmtid="{D5CDD505-2E9C-101B-9397-08002B2CF9AE}" pid="5" name="MSIP_Label_0c2abd79-57a9-4473-8700-c843f76a1e37_Method">
    <vt:lpwstr>Privileged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SiteId">
    <vt:lpwstr>35595a02-4d6d-44ac-99e1-f9ab4cd872db</vt:lpwstr>
  </property>
  <property fmtid="{D5CDD505-2E9C-101B-9397-08002B2CF9AE}" pid="8" name="MSIP_Label_0c2abd79-57a9-4473-8700-c843f76a1e37_ActionId">
    <vt:lpwstr>48b6d64e-98e1-465e-9af0-0252a0bd3191</vt:lpwstr>
  </property>
  <property fmtid="{D5CDD505-2E9C-101B-9397-08002B2CF9AE}" pid="9" name="MSIP_Label_0c2abd79-57a9-4473-8700-c843f76a1e37_ContentBits">
    <vt:lpwstr>0</vt:lpwstr>
  </property>
  <property fmtid="{D5CDD505-2E9C-101B-9397-08002B2CF9AE}" pid="10" name="MediaServiceImageTags">
    <vt:lpwstr/>
  </property>
</Properties>
</file>