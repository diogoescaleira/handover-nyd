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30"/>
  </p:notesMasterIdLst>
  <p:sldIdLst>
    <p:sldId id="1786" r:id="rId22"/>
    <p:sldId id="258" r:id="rId23"/>
    <p:sldId id="1924" r:id="rId24"/>
    <p:sldId id="3149" r:id="rId25"/>
    <p:sldId id="3154" r:id="rId26"/>
    <p:sldId id="3152" r:id="rId27"/>
    <p:sldId id="3129" r:id="rId28"/>
    <p:sldId id="266" r:id="rId29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E6C220F-12ED-3D17-AABA-2ABFF32E93EB}" name="Escaleira, Diogo Alexandre" initials="EDA" userId="S::descaleira@epimetheus.pt::72fb12db-bc92-4c43-9b41-3ac15f1f989a" providerId="AD"/>
  <p188:author id="{55B1A912-4C09-9945-F70A-A288666158F5}" name="Amaro, Sandra" initials="AS" userId="S::samaro@epimetheus.pt::6bedbfcc-5e0a-4e18-b9b0-c8ab328504b9" providerId="AD"/>
  <p188:author id="{823ED62F-73C6-59DC-6808-B8C8BBC1E55B}" name="Cunha, Ricardo Jesus" initials="CRJ" userId="S::ricunha@neyond.pt::3a14ff4c-a595-4060-b93a-2caaccc102b9" providerId="AD"/>
  <p188:author id="{1BF7525D-60EC-A2DC-437F-FE195A72693A}" name="Reia, Hugo Alexandre" initials="RHA" userId="S::hreia@neyond.pt::dee69c61-2ac7-4b82-bc09-1c91e89a6358" providerId="AD"/>
  <p188:author id="{44556A7D-0CA8-66D5-83DD-C5EE6B98D56F}" name="Hugo Alexandre Redondo Reia" initials="HR" userId="S::e800422@corp.santander.pt::ee4b3e12-42d8-4122-84d0-40ed8962cc0a" providerId="AD"/>
  <p188:author id="{44B2048D-5C18-4B91-B955-1679C26855BB}" name="Caguerelho, Ana Rita" initials="CAR" userId="S::acaguerelho@neyond.pt::7b95d777-22bb-4b12-8360-afcdb5cf1abd" providerId="AD"/>
  <p188:author id="{CA811FA9-5862-93D8-F5D5-56ED83AC8E33}" name="Amaro, Sandra" initials="AS" userId="S::samaro@neyond.pt::6bedbfcc-5e0a-4e18-b9b0-c8ab328504b9" providerId="AD"/>
  <p188:author id="{03BB7DB1-0E48-2EDE-A5F3-CC2072F7B62C}" name="Cunha, Ricardo Jesus" initials="CRJ" userId="S::ricunha@epimetheus.pt::3a14ff4c-a595-4060-b93a-2caaccc102b9" providerId="AD"/>
  <p188:author id="{65B413F0-D9F9-577C-22A9-849F77953223}" name="Dora da Silva Roxo" initials="DR" userId="S::E800420@corp.santander.pt::b6f39d0a-b38b-4c97-850c-dbcbfac2b4d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CD44"/>
    <a:srgbClr val="FF7C80"/>
    <a:srgbClr val="5F5F5F"/>
    <a:srgbClr val="707070"/>
    <a:srgbClr val="003E51"/>
    <a:srgbClr val="C00000"/>
    <a:srgbClr val="FFDF79"/>
    <a:srgbClr val="005F7C"/>
    <a:srgbClr val="94E6FF"/>
    <a:srgbClr val="009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956D5A-6F38-4D82-B0F8-295B514A2FF9}" v="411" dt="2024-02-16T09:48:28.08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276"/>
        <p:guide pos="392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21" Type="http://schemas.openxmlformats.org/officeDocument/2006/relationships/slideMaster" Target="slideMasters/slideMaster18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viewProps" Target="view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a, Hugo Alexandre" userId="dee69c61-2ac7-4b82-bc09-1c91e89a6358" providerId="ADAL" clId="{706D8537-E8A2-43C1-81A0-6D5C5B3A7CB1}"/>
    <pc:docChg chg="undo custSel modSld">
      <pc:chgData name="Reia, Hugo Alexandre" userId="dee69c61-2ac7-4b82-bc09-1c91e89a6358" providerId="ADAL" clId="{706D8537-E8A2-43C1-81A0-6D5C5B3A7CB1}" dt="2023-05-05T11:05:32.118" v="129" actId="20577"/>
      <pc:docMkLst>
        <pc:docMk/>
      </pc:docMkLst>
      <pc:sldChg chg="addSp delSp modSp mod">
        <pc:chgData name="Reia, Hugo Alexandre" userId="dee69c61-2ac7-4b82-bc09-1c91e89a6358" providerId="ADAL" clId="{706D8537-E8A2-43C1-81A0-6D5C5B3A7CB1}" dt="2023-05-05T10:14:06.077" v="20" actId="478"/>
        <pc:sldMkLst>
          <pc:docMk/>
          <pc:sldMk cId="432801520" sldId="3149"/>
        </pc:sldMkLst>
        <pc:spChg chg="mod">
          <ac:chgData name="Reia, Hugo Alexandre" userId="dee69c61-2ac7-4b82-bc09-1c91e89a6358" providerId="ADAL" clId="{706D8537-E8A2-43C1-81A0-6D5C5B3A7CB1}" dt="2023-05-05T10:12:38.053" v="15" actId="20577"/>
          <ac:spMkLst>
            <pc:docMk/>
            <pc:sldMk cId="432801520" sldId="3149"/>
            <ac:spMk id="7" creationId="{25EFF698-7023-AA42-07B9-13EE7A6008C6}"/>
          </ac:spMkLst>
        </pc:spChg>
        <pc:spChg chg="mod">
          <ac:chgData name="Reia, Hugo Alexandre" userId="dee69c61-2ac7-4b82-bc09-1c91e89a6358" providerId="ADAL" clId="{706D8537-E8A2-43C1-81A0-6D5C5B3A7CB1}" dt="2023-05-05T10:12:51.326" v="17" actId="20577"/>
          <ac:spMkLst>
            <pc:docMk/>
            <pc:sldMk cId="432801520" sldId="3149"/>
            <ac:spMk id="399" creationId="{55327F54-AE39-104D-D7ED-FEB9F88B2CC6}"/>
          </ac:spMkLst>
        </pc:spChg>
        <pc:cxnChg chg="add del mod">
          <ac:chgData name="Reia, Hugo Alexandre" userId="dee69c61-2ac7-4b82-bc09-1c91e89a6358" providerId="ADAL" clId="{706D8537-E8A2-43C1-81A0-6D5C5B3A7CB1}" dt="2023-05-05T10:09:51.663" v="12" actId="478"/>
          <ac:cxnSpMkLst>
            <pc:docMk/>
            <pc:sldMk cId="432801520" sldId="3149"/>
            <ac:cxnSpMk id="11" creationId="{2821D969-6DB4-509A-B1D3-B0E7C4946F01}"/>
          </ac:cxnSpMkLst>
        </pc:cxnChg>
        <pc:cxnChg chg="add del mod">
          <ac:chgData name="Reia, Hugo Alexandre" userId="dee69c61-2ac7-4b82-bc09-1c91e89a6358" providerId="ADAL" clId="{706D8537-E8A2-43C1-81A0-6D5C5B3A7CB1}" dt="2023-05-04T15:06:46.257" v="9" actId="478"/>
          <ac:cxnSpMkLst>
            <pc:docMk/>
            <pc:sldMk cId="432801520" sldId="3149"/>
            <ac:cxnSpMk id="11" creationId="{8AC0CE18-D241-0016-2608-112486732DDE}"/>
          </ac:cxnSpMkLst>
        </pc:cxnChg>
        <pc:cxnChg chg="add del mod">
          <ac:chgData name="Reia, Hugo Alexandre" userId="dee69c61-2ac7-4b82-bc09-1c91e89a6358" providerId="ADAL" clId="{706D8537-E8A2-43C1-81A0-6D5C5B3A7CB1}" dt="2023-05-05T10:14:06.077" v="20" actId="478"/>
          <ac:cxnSpMkLst>
            <pc:docMk/>
            <pc:sldMk cId="432801520" sldId="3149"/>
            <ac:cxnSpMk id="16" creationId="{83C768D9-5793-6CA5-0EF6-C5086A5652ED}"/>
          </ac:cxnSpMkLst>
        </pc:cxnChg>
      </pc:sldChg>
      <pc:sldChg chg="modSp mod">
        <pc:chgData name="Reia, Hugo Alexandre" userId="dee69c61-2ac7-4b82-bc09-1c91e89a6358" providerId="ADAL" clId="{706D8537-E8A2-43C1-81A0-6D5C5B3A7CB1}" dt="2023-05-05T11:05:32.118" v="129" actId="20577"/>
        <pc:sldMkLst>
          <pc:docMk/>
          <pc:sldMk cId="220176590" sldId="3150"/>
        </pc:sldMkLst>
        <pc:spChg chg="mod">
          <ac:chgData name="Reia, Hugo Alexandre" userId="dee69c61-2ac7-4b82-bc09-1c91e89a6358" providerId="ADAL" clId="{706D8537-E8A2-43C1-81A0-6D5C5B3A7CB1}" dt="2023-05-05T11:05:32.118" v="129" actId="20577"/>
          <ac:spMkLst>
            <pc:docMk/>
            <pc:sldMk cId="220176590" sldId="3150"/>
            <ac:spMk id="18" creationId="{E1492F7E-F7A0-4E85-8FC1-862D9C8BA94C}"/>
          </ac:spMkLst>
        </pc:spChg>
      </pc:sldChg>
    </pc:docChg>
  </pc:docChgLst>
  <pc:docChgLst>
    <pc:chgData name="Dora da Silva Roxo" userId="b6f39d0a-b38b-4c97-850c-dbcbfac2b4dd" providerId="ADAL" clId="{92E4C2E2-AA96-43EF-9322-D02D5DCA1A2D}"/>
    <pc:docChg chg="undo custSel modSld">
      <pc:chgData name="Dora da Silva Roxo" userId="b6f39d0a-b38b-4c97-850c-dbcbfac2b4dd" providerId="ADAL" clId="{92E4C2E2-AA96-43EF-9322-D02D5DCA1A2D}" dt="2024-02-05T20:30:48.567" v="195" actId="552"/>
      <pc:docMkLst>
        <pc:docMk/>
      </pc:docMkLst>
      <pc:sldChg chg="delSp modSp mod delCm modCm">
        <pc:chgData name="Dora da Silva Roxo" userId="b6f39d0a-b38b-4c97-850c-dbcbfac2b4dd" providerId="ADAL" clId="{92E4C2E2-AA96-43EF-9322-D02D5DCA1A2D}" dt="2024-02-05T16:34:33.525" v="147"/>
        <pc:sldMkLst>
          <pc:docMk/>
          <pc:sldMk cId="3953214969" sldId="1924"/>
        </pc:sldMkLst>
        <pc:spChg chg="del">
          <ac:chgData name="Dora da Silva Roxo" userId="b6f39d0a-b38b-4c97-850c-dbcbfac2b4dd" providerId="ADAL" clId="{92E4C2E2-AA96-43EF-9322-D02D5DCA1A2D}" dt="2024-02-05T16:21:49.298" v="110" actId="478"/>
          <ac:spMkLst>
            <pc:docMk/>
            <pc:sldMk cId="3953214969" sldId="1924"/>
            <ac:spMk id="2" creationId="{D1776C37-DF5E-15EE-042C-4079722BBE58}"/>
          </ac:spMkLst>
        </pc:spChg>
        <pc:spChg chg="mod">
          <ac:chgData name="Dora da Silva Roxo" userId="b6f39d0a-b38b-4c97-850c-dbcbfac2b4dd" providerId="ADAL" clId="{92E4C2E2-AA96-43EF-9322-D02D5DCA1A2D}" dt="2024-02-05T16:13:32.029" v="8" actId="554"/>
          <ac:spMkLst>
            <pc:docMk/>
            <pc:sldMk cId="3953214969" sldId="1924"/>
            <ac:spMk id="7" creationId="{ABD6D797-458A-1198-F3B1-EAC41A33EBEA}"/>
          </ac:spMkLst>
        </pc:spChg>
        <pc:spChg chg="mod">
          <ac:chgData name="Dora da Silva Roxo" userId="b6f39d0a-b38b-4c97-850c-dbcbfac2b4dd" providerId="ADAL" clId="{92E4C2E2-AA96-43EF-9322-D02D5DCA1A2D}" dt="2024-02-05T16:13:37.274" v="9" actId="555"/>
          <ac:spMkLst>
            <pc:docMk/>
            <pc:sldMk cId="3953214969" sldId="1924"/>
            <ac:spMk id="31" creationId="{DEE67B28-AB50-44CF-8180-5B21950F9EC9}"/>
          </ac:spMkLst>
        </pc:spChg>
        <pc:spChg chg="mod">
          <ac:chgData name="Dora da Silva Roxo" userId="b6f39d0a-b38b-4c97-850c-dbcbfac2b4dd" providerId="ADAL" clId="{92E4C2E2-AA96-43EF-9322-D02D5DCA1A2D}" dt="2024-02-05T16:13:37.274" v="9" actId="555"/>
          <ac:spMkLst>
            <pc:docMk/>
            <pc:sldMk cId="3953214969" sldId="1924"/>
            <ac:spMk id="34" creationId="{DEE67B28-AB50-44CF-8180-5B21950F9EC9}"/>
          </ac:spMkLst>
        </pc:spChg>
        <pc:spChg chg="del">
          <ac:chgData name="Dora da Silva Roxo" userId="b6f39d0a-b38b-4c97-850c-dbcbfac2b4dd" providerId="ADAL" clId="{92E4C2E2-AA96-43EF-9322-D02D5DCA1A2D}" dt="2024-02-05T16:13:04.703" v="4" actId="478"/>
          <ac:spMkLst>
            <pc:docMk/>
            <pc:sldMk cId="3953214969" sldId="1924"/>
            <ac:spMk id="36" creationId="{DEE67B28-AB50-44CF-8180-5B21950F9EC9}"/>
          </ac:spMkLst>
        </pc:spChg>
        <pc:spChg chg="del">
          <ac:chgData name="Dora da Silva Roxo" userId="b6f39d0a-b38b-4c97-850c-dbcbfac2b4dd" providerId="ADAL" clId="{92E4C2E2-AA96-43EF-9322-D02D5DCA1A2D}" dt="2024-02-05T16:13:02.837" v="2" actId="478"/>
          <ac:spMkLst>
            <pc:docMk/>
            <pc:sldMk cId="3953214969" sldId="1924"/>
            <ac:spMk id="38" creationId="{0AE567D8-F108-4FC1-8DD4-36ADCCABE4C3}"/>
          </ac:spMkLst>
        </pc:spChg>
        <pc:spChg chg="mod">
          <ac:chgData name="Dora da Silva Roxo" userId="b6f39d0a-b38b-4c97-850c-dbcbfac2b4dd" providerId="ADAL" clId="{92E4C2E2-AA96-43EF-9322-D02D5DCA1A2D}" dt="2024-02-05T16:21:32.726" v="109" actId="108"/>
          <ac:spMkLst>
            <pc:docMk/>
            <pc:sldMk cId="3953214969" sldId="1924"/>
            <ac:spMk id="42" creationId="{B2C4BC3C-1F70-4500-AC90-B256830C063D}"/>
          </ac:spMkLst>
        </pc:spChg>
        <pc:spChg chg="mod">
          <ac:chgData name="Dora da Silva Roxo" userId="b6f39d0a-b38b-4c97-850c-dbcbfac2b4dd" providerId="ADAL" clId="{92E4C2E2-AA96-43EF-9322-D02D5DCA1A2D}" dt="2024-02-05T16:22:58.790" v="132" actId="20577"/>
          <ac:spMkLst>
            <pc:docMk/>
            <pc:sldMk cId="3953214969" sldId="1924"/>
            <ac:spMk id="43" creationId="{0AE567D8-F108-4FC1-8DD4-36ADCCABE4C3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 mod modRxn">
              <pc226:chgData name="Dora da Silva Roxo" userId="b6f39d0a-b38b-4c97-850c-dbcbfac2b4dd" providerId="ADAL" clId="{92E4C2E2-AA96-43EF-9322-D02D5DCA1A2D}" dt="2024-02-05T16:34:31.795" v="146"/>
              <pc2:cmMkLst xmlns:pc2="http://schemas.microsoft.com/office/powerpoint/2019/9/main/command">
                <pc:docMk/>
                <pc:sldMk cId="3953214969" sldId="1924"/>
                <pc2:cmMk id="{7E9A9224-1D93-44E6-AB22-D598B507E0C4}"/>
              </pc2:cmMkLst>
            </pc226:cmChg>
            <pc226:cmChg xmlns:pc226="http://schemas.microsoft.com/office/powerpoint/2022/06/main/command" chg="del mod modRxn">
              <pc226:chgData name="Dora da Silva Roxo" userId="b6f39d0a-b38b-4c97-850c-dbcbfac2b4dd" providerId="ADAL" clId="{92E4C2E2-AA96-43EF-9322-D02D5DCA1A2D}" dt="2024-02-05T16:34:29.846" v="145"/>
              <pc2:cmMkLst xmlns:pc2="http://schemas.microsoft.com/office/powerpoint/2019/9/main/command">
                <pc:docMk/>
                <pc:sldMk cId="3953214969" sldId="1924"/>
                <pc2:cmMk id="{88196A4D-1E16-4162-8134-F32BE189C11A}"/>
              </pc2:cmMkLst>
            </pc226:cmChg>
            <pc226:cmChg xmlns:pc226="http://schemas.microsoft.com/office/powerpoint/2022/06/main/command" chg="del mod modRxn">
              <pc226:chgData name="Dora da Silva Roxo" userId="b6f39d0a-b38b-4c97-850c-dbcbfac2b4dd" providerId="ADAL" clId="{92E4C2E2-AA96-43EF-9322-D02D5DCA1A2D}" dt="2024-02-05T16:34:28.379" v="144"/>
              <pc2:cmMkLst xmlns:pc2="http://schemas.microsoft.com/office/powerpoint/2019/9/main/command">
                <pc:docMk/>
                <pc:sldMk cId="3953214969" sldId="1924"/>
                <pc2:cmMk id="{BC5778CD-58D0-4890-AEAC-6E1A0040807E}"/>
              </pc2:cmMkLst>
            </pc226:cmChg>
            <pc226:cmChg xmlns:pc226="http://schemas.microsoft.com/office/powerpoint/2022/06/main/command" chg="del mod modRxn">
              <pc226:chgData name="Dora da Silva Roxo" userId="b6f39d0a-b38b-4c97-850c-dbcbfac2b4dd" providerId="ADAL" clId="{92E4C2E2-AA96-43EF-9322-D02D5DCA1A2D}" dt="2024-02-05T16:34:33.525" v="147"/>
              <pc2:cmMkLst xmlns:pc2="http://schemas.microsoft.com/office/powerpoint/2019/9/main/command">
                <pc:docMk/>
                <pc:sldMk cId="3953214969" sldId="1924"/>
                <pc2:cmMk id="{CBC5F8F5-EAB1-46D5-81D4-935C2F39C12A}"/>
              </pc2:cmMkLst>
            </pc226:cmChg>
          </p:ext>
        </pc:extLst>
      </pc:sldChg>
      <pc:sldChg chg="modSp mod">
        <pc:chgData name="Dora da Silva Roxo" userId="b6f39d0a-b38b-4c97-850c-dbcbfac2b4dd" providerId="ADAL" clId="{92E4C2E2-AA96-43EF-9322-D02D5DCA1A2D}" dt="2024-02-05T11:10:27.792" v="0" actId="20577"/>
        <pc:sldMkLst>
          <pc:docMk/>
          <pc:sldMk cId="4179508629" sldId="3129"/>
        </pc:sldMkLst>
        <pc:spChg chg="mod">
          <ac:chgData name="Dora da Silva Roxo" userId="b6f39d0a-b38b-4c97-850c-dbcbfac2b4dd" providerId="ADAL" clId="{92E4C2E2-AA96-43EF-9322-D02D5DCA1A2D}" dt="2024-02-05T11:10:27.792" v="0" actId="20577"/>
          <ac:spMkLst>
            <pc:docMk/>
            <pc:sldMk cId="4179508629" sldId="3129"/>
            <ac:spMk id="33" creationId="{5A5775D3-8E92-4882-941D-C9B8227FAFF4}"/>
          </ac:spMkLst>
        </pc:spChg>
      </pc:sldChg>
      <pc:sldChg chg="addSp delSp modSp mod">
        <pc:chgData name="Dora da Silva Roxo" userId="b6f39d0a-b38b-4c97-850c-dbcbfac2b4dd" providerId="ADAL" clId="{92E4C2E2-AA96-43EF-9322-D02D5DCA1A2D}" dt="2024-02-05T16:31:11.018" v="143" actId="478"/>
        <pc:sldMkLst>
          <pc:docMk/>
          <pc:sldMk cId="432801520" sldId="3149"/>
        </pc:sldMkLst>
        <pc:spChg chg="add del">
          <ac:chgData name="Dora da Silva Roxo" userId="b6f39d0a-b38b-4c97-850c-dbcbfac2b4dd" providerId="ADAL" clId="{92E4C2E2-AA96-43EF-9322-D02D5DCA1A2D}" dt="2024-02-05T16:31:11.018" v="143" actId="478"/>
          <ac:spMkLst>
            <pc:docMk/>
            <pc:sldMk cId="432801520" sldId="3149"/>
            <ac:spMk id="2" creationId="{AD396DD3-3E19-8FE6-B40E-4747DADFB3E0}"/>
          </ac:spMkLst>
        </pc:spChg>
        <pc:spChg chg="add del">
          <ac:chgData name="Dora da Silva Roxo" userId="b6f39d0a-b38b-4c97-850c-dbcbfac2b4dd" providerId="ADAL" clId="{92E4C2E2-AA96-43EF-9322-D02D5DCA1A2D}" dt="2024-02-05T16:31:11.018" v="143" actId="478"/>
          <ac:spMkLst>
            <pc:docMk/>
            <pc:sldMk cId="432801520" sldId="3149"/>
            <ac:spMk id="11" creationId="{587D9D92-9CF9-11D6-B878-E9826067CFDC}"/>
          </ac:spMkLst>
        </pc:spChg>
        <pc:spChg chg="mod">
          <ac:chgData name="Dora da Silva Roxo" userId="b6f39d0a-b38b-4c97-850c-dbcbfac2b4dd" providerId="ADAL" clId="{92E4C2E2-AA96-43EF-9322-D02D5DCA1A2D}" dt="2024-02-05T16:31:06.762" v="142" actId="207"/>
          <ac:spMkLst>
            <pc:docMk/>
            <pc:sldMk cId="432801520" sldId="3149"/>
            <ac:spMk id="177" creationId="{D90E8971-EDBF-EC89-547B-4383F038A83F}"/>
          </ac:spMkLst>
        </pc:spChg>
      </pc:sldChg>
      <pc:sldChg chg="addSp delSp modSp mod">
        <pc:chgData name="Dora da Silva Roxo" userId="b6f39d0a-b38b-4c97-850c-dbcbfac2b4dd" providerId="ADAL" clId="{92E4C2E2-AA96-43EF-9322-D02D5DCA1A2D}" dt="2024-02-05T20:30:48.567" v="195" actId="552"/>
        <pc:sldMkLst>
          <pc:docMk/>
          <pc:sldMk cId="1846047336" sldId="3154"/>
        </pc:sldMkLst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4" creationId="{CC982C70-ACC8-4597-8973-E6D2E923BCD2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6" creationId="{4B98099B-9BC1-4802-8974-B3603A052EDA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7" creationId="{D20F415D-1EDC-4314-9A6F-9CEDE78E15D6}"/>
          </ac:spMkLst>
        </pc:spChg>
        <pc:spChg chg="add 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12" creationId="{A0C957B8-1C91-D5F5-BCC6-5BB2C72B2AD6}"/>
          </ac:spMkLst>
        </pc:spChg>
        <pc:spChg chg="add 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13" creationId="{01BE7C0B-121C-19E7-1B3C-9B63E3FD2487}"/>
          </ac:spMkLst>
        </pc:spChg>
        <pc:spChg chg="add 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15" creationId="{229302C3-EEC4-898E-B08E-E769393AF602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16" creationId="{93C193AE-EED8-440A-8458-F8D9C9665F3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17" creationId="{C9760DFB-850B-446D-A564-0D9F5205F4C8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18" creationId="{E1492F7E-F7A0-4E85-8FC1-862D9C8BA94C}"/>
          </ac:spMkLst>
        </pc:spChg>
        <pc:spChg chg="add 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19" creationId="{9199A8BC-31E1-2A4E-50F5-058C21880424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27" creationId="{84B7A843-AB83-7A51-CC69-A3CC24D3DBA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28" creationId="{7436686A-F302-7363-4D7E-57C6E2BAB8C7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29" creationId="{C038E3E7-0DAE-DB2E-F6D3-13A14684744F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41" creationId="{967FFCDF-AA55-4D26-46C6-FCE66F3FDF83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44" creationId="{84B7A843-AB83-7A51-CC69-A3CC24D3DBA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45" creationId="{7436686A-F302-7363-4D7E-57C6E2BAB8C7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46" creationId="{C038E3E7-0DAE-DB2E-F6D3-13A14684744F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51" creationId="{173AA177-39BE-3E30-B0FC-9DC2BACF9C7E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53" creationId="{EED8F888-5BB1-7A74-405E-028D6B44A636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59" creationId="{84B7A843-AB83-7A51-CC69-A3CC24D3DBA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60" creationId="{7436686A-F302-7363-4D7E-57C6E2BAB8C7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61" creationId="{C038E3E7-0DAE-DB2E-F6D3-13A14684744F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65" creationId="{84B7A843-AB83-7A51-CC69-A3CC24D3DBA0}"/>
          </ac:spMkLst>
        </pc:spChg>
        <pc:spChg chg="mod topLvl">
          <ac:chgData name="Dora da Silva Roxo" userId="b6f39d0a-b38b-4c97-850c-dbcbfac2b4dd" providerId="ADAL" clId="{92E4C2E2-AA96-43EF-9322-D02D5DCA1A2D}" dt="2024-02-05T20:30:48.567" v="195" actId="552"/>
          <ac:spMkLst>
            <pc:docMk/>
            <pc:sldMk cId="1846047336" sldId="3154"/>
            <ac:spMk id="66" creationId="{7436686A-F302-7363-4D7E-57C6E2BAB8C7}"/>
          </ac:spMkLst>
        </pc:spChg>
        <pc:spChg chg="mod topLvl">
          <ac:chgData name="Dora da Silva Roxo" userId="b6f39d0a-b38b-4c97-850c-dbcbfac2b4dd" providerId="ADAL" clId="{92E4C2E2-AA96-43EF-9322-D02D5DCA1A2D}" dt="2024-02-05T20:30:33.109" v="193" actId="165"/>
          <ac:spMkLst>
            <pc:docMk/>
            <pc:sldMk cId="1846047336" sldId="3154"/>
            <ac:spMk id="67" creationId="{C038E3E7-0DAE-DB2E-F6D3-13A14684744F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1" creationId="{D0CD9559-3785-A61B-8BAF-856DACB9A5C1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2" creationId="{82D1FAD0-5C7D-6A0E-4E3E-A04A7E54B142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3" creationId="{488958EA-39C6-AD50-DC90-E4641279C5A5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4" creationId="{00EA78C5-DF58-AD26-4D18-984DBF16B1F7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5" creationId="{00EA78C5-DF58-AD26-4D18-984DBF16B1F7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6" creationId="{00EA78C5-DF58-AD26-4D18-984DBF16B1F7}"/>
          </ac:spMkLst>
        </pc:spChg>
        <pc:spChg chg="mod topLvl">
          <ac:chgData name="Dora da Silva Roxo" userId="b6f39d0a-b38b-4c97-850c-dbcbfac2b4dd" providerId="ADAL" clId="{92E4C2E2-AA96-43EF-9322-D02D5DCA1A2D}" dt="2024-02-05T20:30:42.312" v="194" actId="552"/>
          <ac:spMkLst>
            <pc:docMk/>
            <pc:sldMk cId="1846047336" sldId="3154"/>
            <ac:spMk id="77" creationId="{00EA78C5-DF58-AD26-4D18-984DBF16B1F7}"/>
          </ac:spMkLst>
        </pc:spChg>
        <pc:grpChg chg="del">
          <ac:chgData name="Dora da Silva Roxo" userId="b6f39d0a-b38b-4c97-850c-dbcbfac2b4dd" providerId="ADAL" clId="{92E4C2E2-AA96-43EF-9322-D02D5DCA1A2D}" dt="2024-02-05T20:24:14.703" v="152" actId="165"/>
          <ac:grpSpMkLst>
            <pc:docMk/>
            <pc:sldMk cId="1846047336" sldId="3154"/>
            <ac:grpSpMk id="3" creationId="{00000000-0000-0000-0000-000000000000}"/>
          </ac:grpSpMkLst>
        </pc:grpChg>
        <pc:grpChg chg="del mod topLvl">
          <ac:chgData name="Dora da Silva Roxo" userId="b6f39d0a-b38b-4c97-850c-dbcbfac2b4dd" providerId="ADAL" clId="{92E4C2E2-AA96-43EF-9322-D02D5DCA1A2D}" dt="2024-02-05T20:24:32.483" v="156" actId="165"/>
          <ac:grpSpMkLst>
            <pc:docMk/>
            <pc:sldMk cId="1846047336" sldId="3154"/>
            <ac:grpSpMk id="5" creationId="{00000000-0000-0000-0000-000000000000}"/>
          </ac:grpSpMkLst>
        </pc:grpChg>
        <pc:grpChg chg="del mod topLvl">
          <ac:chgData name="Dora da Silva Roxo" userId="b6f39d0a-b38b-4c97-850c-dbcbfac2b4dd" providerId="ADAL" clId="{92E4C2E2-AA96-43EF-9322-D02D5DCA1A2D}" dt="2024-02-05T20:24:32.483" v="156" actId="165"/>
          <ac:grpSpMkLst>
            <pc:docMk/>
            <pc:sldMk cId="1846047336" sldId="3154"/>
            <ac:grpSpMk id="8" creationId="{00000000-0000-0000-0000-000000000000}"/>
          </ac:grpSpMkLst>
        </pc:grpChg>
        <pc:grpChg chg="add del mod">
          <ac:chgData name="Dora da Silva Roxo" userId="b6f39d0a-b38b-4c97-850c-dbcbfac2b4dd" providerId="ADAL" clId="{92E4C2E2-AA96-43EF-9322-D02D5DCA1A2D}" dt="2024-02-05T20:24:31.575" v="155" actId="165"/>
          <ac:grpSpMkLst>
            <pc:docMk/>
            <pc:sldMk cId="1846047336" sldId="3154"/>
            <ac:grpSpMk id="9" creationId="{E4674157-8C21-EA7E-5B26-FD513E5F7E10}"/>
          </ac:grpSpMkLst>
        </pc:grpChg>
        <pc:grpChg chg="del mod topLvl">
          <ac:chgData name="Dora da Silva Roxo" userId="b6f39d0a-b38b-4c97-850c-dbcbfac2b4dd" providerId="ADAL" clId="{92E4C2E2-AA96-43EF-9322-D02D5DCA1A2D}" dt="2024-02-05T20:24:32.483" v="156" actId="165"/>
          <ac:grpSpMkLst>
            <pc:docMk/>
            <pc:sldMk cId="1846047336" sldId="3154"/>
            <ac:grpSpMk id="10" creationId="{00000000-0000-0000-0000-000000000000}"/>
          </ac:grpSpMkLst>
        </pc:grpChg>
        <pc:grpChg chg="del mod topLvl">
          <ac:chgData name="Dora da Silva Roxo" userId="b6f39d0a-b38b-4c97-850c-dbcbfac2b4dd" providerId="ADAL" clId="{92E4C2E2-AA96-43EF-9322-D02D5DCA1A2D}" dt="2024-02-05T20:24:24.072" v="153" actId="165"/>
          <ac:grpSpMkLst>
            <pc:docMk/>
            <pc:sldMk cId="1846047336" sldId="3154"/>
            <ac:grpSpMk id="11" creationId="{00000000-0000-0000-0000-000000000000}"/>
          </ac:grpSpMkLst>
        </pc:grpChg>
        <pc:grpChg chg="add del mod">
          <ac:chgData name="Dora da Silva Roxo" userId="b6f39d0a-b38b-4c97-850c-dbcbfac2b4dd" providerId="ADAL" clId="{92E4C2E2-AA96-43EF-9322-D02D5DCA1A2D}" dt="2024-02-05T20:30:33.109" v="193" actId="165"/>
          <ac:grpSpMkLst>
            <pc:docMk/>
            <pc:sldMk cId="1846047336" sldId="3154"/>
            <ac:grpSpMk id="20" creationId="{21A16EC5-0980-972C-11E1-98796540F614}"/>
          </ac:grpSpMkLst>
        </pc:grpChg>
      </pc:sldChg>
    </pc:docChg>
  </pc:docChgLst>
  <pc:docChgLst>
    <pc:chgData name="Dora da Silva Roxo" userId="b6f39d0a-b38b-4c97-850c-dbcbfac2b4dd" providerId="ADAL" clId="{CE1E8942-B2E8-4E4D-B8CF-008B8B0358F8}"/>
    <pc:docChg chg="undo custSel addSld delSld modSld">
      <pc:chgData name="Dora da Silva Roxo" userId="b6f39d0a-b38b-4c97-850c-dbcbfac2b4dd" providerId="ADAL" clId="{CE1E8942-B2E8-4E4D-B8CF-008B8B0358F8}" dt="2024-01-05T10:08:03.983" v="812" actId="20577"/>
      <pc:docMkLst>
        <pc:docMk/>
      </pc:docMkLst>
      <pc:sldChg chg="addSp delSp modSp mod">
        <pc:chgData name="Dora da Silva Roxo" userId="b6f39d0a-b38b-4c97-850c-dbcbfac2b4dd" providerId="ADAL" clId="{CE1E8942-B2E8-4E4D-B8CF-008B8B0358F8}" dt="2024-01-05T10:08:03.983" v="812" actId="20577"/>
        <pc:sldMkLst>
          <pc:docMk/>
          <pc:sldMk cId="3953214969" sldId="1924"/>
        </pc:sldMkLst>
        <pc:spChg chg="mod topLvl">
          <ac:chgData name="Dora da Silva Roxo" userId="b6f39d0a-b38b-4c97-850c-dbcbfac2b4dd" providerId="ADAL" clId="{CE1E8942-B2E8-4E4D-B8CF-008B8B0358F8}" dt="2024-01-05T09:57:06.103" v="762" actId="165"/>
          <ac:spMkLst>
            <pc:docMk/>
            <pc:sldMk cId="3953214969" sldId="1924"/>
            <ac:spMk id="7" creationId="{ABD6D797-458A-1198-F3B1-EAC41A33EBEA}"/>
          </ac:spMkLst>
        </pc:spChg>
        <pc:spChg chg="mod topLvl">
          <ac:chgData name="Dora da Silva Roxo" userId="b6f39d0a-b38b-4c97-850c-dbcbfac2b4dd" providerId="ADAL" clId="{CE1E8942-B2E8-4E4D-B8CF-008B8B0358F8}" dt="2024-01-05T09:57:26.020" v="765" actId="167"/>
          <ac:spMkLst>
            <pc:docMk/>
            <pc:sldMk cId="3953214969" sldId="1924"/>
            <ac:spMk id="32" creationId="{E63BDF97-7422-4357-BF28-4E869A5DD23A}"/>
          </ac:spMkLst>
        </pc:spChg>
        <pc:spChg chg="mod topLvl">
          <ac:chgData name="Dora da Silva Roxo" userId="b6f39d0a-b38b-4c97-850c-dbcbfac2b4dd" providerId="ADAL" clId="{CE1E8942-B2E8-4E4D-B8CF-008B8B0358F8}" dt="2024-01-05T10:04:05.660" v="811" actId="167"/>
          <ac:spMkLst>
            <pc:docMk/>
            <pc:sldMk cId="3953214969" sldId="1924"/>
            <ac:spMk id="33" creationId="{5D16D15E-EF44-4117-8F79-C8BC9FDCF1E5}"/>
          </ac:spMkLst>
        </pc:spChg>
        <pc:spChg chg="mod topLvl">
          <ac:chgData name="Dora da Silva Roxo" userId="b6f39d0a-b38b-4c97-850c-dbcbfac2b4dd" providerId="ADAL" clId="{CE1E8942-B2E8-4E4D-B8CF-008B8B0358F8}" dt="2024-01-05T09:57:16.363" v="764" actId="165"/>
          <ac:spMkLst>
            <pc:docMk/>
            <pc:sldMk cId="3953214969" sldId="1924"/>
            <ac:spMk id="35" creationId="{43D09C47-A09D-47B1-B48B-2A227BBF0D28}"/>
          </ac:spMkLst>
        </pc:spChg>
        <pc:spChg chg="mod topLvl">
          <ac:chgData name="Dora da Silva Roxo" userId="b6f39d0a-b38b-4c97-850c-dbcbfac2b4dd" providerId="ADAL" clId="{CE1E8942-B2E8-4E4D-B8CF-008B8B0358F8}" dt="2024-01-05T09:57:54.455" v="769" actId="554"/>
          <ac:spMkLst>
            <pc:docMk/>
            <pc:sldMk cId="3953214969" sldId="1924"/>
            <ac:spMk id="37" creationId="{159A6AC7-D04B-4272-B901-1C6FA7F3E4E7}"/>
          </ac:spMkLst>
        </pc:spChg>
        <pc:spChg chg="mod topLvl">
          <ac:chgData name="Dora da Silva Roxo" userId="b6f39d0a-b38b-4c97-850c-dbcbfac2b4dd" providerId="ADAL" clId="{CE1E8942-B2E8-4E4D-B8CF-008B8B0358F8}" dt="2024-01-05T09:57:43.321" v="767" actId="165"/>
          <ac:spMkLst>
            <pc:docMk/>
            <pc:sldMk cId="3953214969" sldId="1924"/>
            <ac:spMk id="40" creationId="{C685FF1D-0939-4A5D-B535-CCF8B56EE62E}"/>
          </ac:spMkLst>
        </pc:spChg>
        <pc:spChg chg="mod topLvl">
          <ac:chgData name="Dora da Silva Roxo" userId="b6f39d0a-b38b-4c97-850c-dbcbfac2b4dd" providerId="ADAL" clId="{CE1E8942-B2E8-4E4D-B8CF-008B8B0358F8}" dt="2024-01-05T09:57:54.455" v="769" actId="554"/>
          <ac:spMkLst>
            <pc:docMk/>
            <pc:sldMk cId="3953214969" sldId="1924"/>
            <ac:spMk id="41" creationId="{7968FF25-F10F-4F3F-BA2E-BE2DB06264A6}"/>
          </ac:spMkLst>
        </pc:spChg>
        <pc:spChg chg="mod topLvl">
          <ac:chgData name="Dora da Silva Roxo" userId="b6f39d0a-b38b-4c97-850c-dbcbfac2b4dd" providerId="ADAL" clId="{CE1E8942-B2E8-4E4D-B8CF-008B8B0358F8}" dt="2024-01-05T09:57:48.977" v="768" actId="165"/>
          <ac:spMkLst>
            <pc:docMk/>
            <pc:sldMk cId="3953214969" sldId="1924"/>
            <ac:spMk id="42" creationId="{B2C4BC3C-1F70-4500-AC90-B256830C063D}"/>
          </ac:spMkLst>
        </pc:spChg>
        <pc:spChg chg="mod topLvl">
          <ac:chgData name="Dora da Silva Roxo" userId="b6f39d0a-b38b-4c97-850c-dbcbfac2b4dd" providerId="ADAL" clId="{CE1E8942-B2E8-4E4D-B8CF-008B8B0358F8}" dt="2024-01-05T10:08:03.983" v="812" actId="20577"/>
          <ac:spMkLst>
            <pc:docMk/>
            <pc:sldMk cId="3953214969" sldId="1924"/>
            <ac:spMk id="44" creationId="{0AE567D8-F108-4FC1-8DD4-36ADCCABE4C3}"/>
          </ac:spMkLst>
        </pc:spChg>
        <pc:grpChg chg="del mod topLvl">
          <ac:chgData name="Dora da Silva Roxo" userId="b6f39d0a-b38b-4c97-850c-dbcbfac2b4dd" providerId="ADAL" clId="{CE1E8942-B2E8-4E4D-B8CF-008B8B0358F8}" dt="2024-01-05T09:57:48.977" v="768" actId="165"/>
          <ac:grpSpMkLst>
            <pc:docMk/>
            <pc:sldMk cId="3953214969" sldId="1924"/>
            <ac:grpSpMk id="2" creationId="{BB29F295-60E2-4722-86AF-B0F2C59FF7CD}"/>
          </ac:grpSpMkLst>
        </pc:grpChg>
        <pc:grpChg chg="mod">
          <ac:chgData name="Dora da Silva Roxo" userId="b6f39d0a-b38b-4c97-850c-dbcbfac2b4dd" providerId="ADAL" clId="{CE1E8942-B2E8-4E4D-B8CF-008B8B0358F8}" dt="2024-01-05T09:56:30.486" v="758" actId="408"/>
          <ac:grpSpMkLst>
            <pc:docMk/>
            <pc:sldMk cId="3953214969" sldId="1924"/>
            <ac:grpSpMk id="3" creationId="{4FF2D0AE-D308-4F38-8820-C70A2A1656F6}"/>
          </ac:grpSpMkLst>
        </pc:grpChg>
        <pc:grpChg chg="add del mod topLvl">
          <ac:chgData name="Dora da Silva Roxo" userId="b6f39d0a-b38b-4c97-850c-dbcbfac2b4dd" providerId="ADAL" clId="{CE1E8942-B2E8-4E4D-B8CF-008B8B0358F8}" dt="2024-01-05T09:57:06.103" v="762" actId="165"/>
          <ac:grpSpMkLst>
            <pc:docMk/>
            <pc:sldMk cId="3953214969" sldId="1924"/>
            <ac:grpSpMk id="5" creationId="{4F8F3A43-2F7A-E956-8943-6557D4F35F6F}"/>
          </ac:grpSpMkLst>
        </pc:grpChg>
        <pc:grpChg chg="add del mod topLvl">
          <ac:chgData name="Dora da Silva Roxo" userId="b6f39d0a-b38b-4c97-850c-dbcbfac2b4dd" providerId="ADAL" clId="{CE1E8942-B2E8-4E4D-B8CF-008B8B0358F8}" dt="2024-01-05T09:57:06.103" v="762" actId="165"/>
          <ac:grpSpMkLst>
            <pc:docMk/>
            <pc:sldMk cId="3953214969" sldId="1924"/>
            <ac:grpSpMk id="6" creationId="{5D4635C1-5B0E-3B88-E156-872AE235EC88}"/>
          </ac:grpSpMkLst>
        </pc:grpChg>
        <pc:grpChg chg="add del mod">
          <ac:chgData name="Dora da Silva Roxo" userId="b6f39d0a-b38b-4c97-850c-dbcbfac2b4dd" providerId="ADAL" clId="{CE1E8942-B2E8-4E4D-B8CF-008B8B0358F8}" dt="2024-01-05T09:57:04.858" v="761" actId="165"/>
          <ac:grpSpMkLst>
            <pc:docMk/>
            <pc:sldMk cId="3953214969" sldId="1924"/>
            <ac:grpSpMk id="8" creationId="{24454BBC-3FAB-A0F1-A81E-C2BE8D135BD1}"/>
          </ac:grpSpMkLst>
        </pc:grpChg>
        <pc:grpChg chg="del mod topLvl">
          <ac:chgData name="Dora da Silva Roxo" userId="b6f39d0a-b38b-4c97-850c-dbcbfac2b4dd" providerId="ADAL" clId="{CE1E8942-B2E8-4E4D-B8CF-008B8B0358F8}" dt="2024-01-05T09:57:16.363" v="764" actId="165"/>
          <ac:grpSpMkLst>
            <pc:docMk/>
            <pc:sldMk cId="3953214969" sldId="1924"/>
            <ac:grpSpMk id="10" creationId="{33A70E3A-9F42-4FE8-BE75-FF9DDC4EFC28}"/>
          </ac:grpSpMkLst>
        </pc:grpChg>
        <pc:grpChg chg="del mod">
          <ac:chgData name="Dora da Silva Roxo" userId="b6f39d0a-b38b-4c97-850c-dbcbfac2b4dd" providerId="ADAL" clId="{CE1E8942-B2E8-4E4D-B8CF-008B8B0358F8}" dt="2024-01-05T09:57:43.321" v="767" actId="165"/>
          <ac:grpSpMkLst>
            <pc:docMk/>
            <pc:sldMk cId="3953214969" sldId="1924"/>
            <ac:grpSpMk id="11" creationId="{6DCBB948-28AD-41A0-894D-99CB29EEB6AF}"/>
          </ac:grpSpMkLst>
        </pc:grpChg>
        <pc:grpChg chg="del mod topLvl">
          <ac:chgData name="Dora da Silva Roxo" userId="b6f39d0a-b38b-4c97-850c-dbcbfac2b4dd" providerId="ADAL" clId="{CE1E8942-B2E8-4E4D-B8CF-008B8B0358F8}" dt="2024-01-05T09:57:14.982" v="763" actId="165"/>
          <ac:grpSpMkLst>
            <pc:docMk/>
            <pc:sldMk cId="3953214969" sldId="1924"/>
            <ac:grpSpMk id="13" creationId="{8EEA6C23-674A-479C-B866-18314CBBEBA1}"/>
          </ac:grpSpMkLst>
        </pc:grpChg>
        <pc:picChg chg="mod topLvl">
          <ac:chgData name="Dora da Silva Roxo" userId="b6f39d0a-b38b-4c97-850c-dbcbfac2b4dd" providerId="ADAL" clId="{CE1E8942-B2E8-4E4D-B8CF-008B8B0358F8}" dt="2024-01-05T09:57:43.321" v="767" actId="165"/>
          <ac:picMkLst>
            <pc:docMk/>
            <pc:sldMk cId="3953214969" sldId="1924"/>
            <ac:picMk id="48" creationId="{B6DA387A-C4F6-4715-B166-03D3C4B05563}"/>
          </ac:picMkLst>
        </pc:picChg>
        <pc:picChg chg="mod topLvl">
          <ac:chgData name="Dora da Silva Roxo" userId="b6f39d0a-b38b-4c97-850c-dbcbfac2b4dd" providerId="ADAL" clId="{CE1E8942-B2E8-4E4D-B8CF-008B8B0358F8}" dt="2024-01-05T09:57:14.982" v="763" actId="165"/>
          <ac:picMkLst>
            <pc:docMk/>
            <pc:sldMk cId="3953214969" sldId="1924"/>
            <ac:picMk id="53" creationId="{2958E870-3676-43BF-9A54-C2C87079957B}"/>
          </ac:picMkLst>
        </pc:picChg>
      </pc:sldChg>
      <pc:sldChg chg="modSp mod">
        <pc:chgData name="Dora da Silva Roxo" userId="b6f39d0a-b38b-4c97-850c-dbcbfac2b4dd" providerId="ADAL" clId="{CE1E8942-B2E8-4E4D-B8CF-008B8B0358F8}" dt="2024-01-05T09:52:13.442" v="732" actId="20577"/>
        <pc:sldMkLst>
          <pc:docMk/>
          <pc:sldMk cId="432801520" sldId="3149"/>
        </pc:sldMkLst>
        <pc:spChg chg="mod">
          <ac:chgData name="Dora da Silva Roxo" userId="b6f39d0a-b38b-4c97-850c-dbcbfac2b4dd" providerId="ADAL" clId="{CE1E8942-B2E8-4E4D-B8CF-008B8B0358F8}" dt="2024-01-05T09:50:36.585" v="726" actId="20577"/>
          <ac:spMkLst>
            <pc:docMk/>
            <pc:sldMk cId="432801520" sldId="3149"/>
            <ac:spMk id="9" creationId="{2A2165E6-7B57-BB05-7064-2A6771E42F54}"/>
          </ac:spMkLst>
        </pc:spChg>
        <pc:spChg chg="mod">
          <ac:chgData name="Dora da Silva Roxo" userId="b6f39d0a-b38b-4c97-850c-dbcbfac2b4dd" providerId="ADAL" clId="{CE1E8942-B2E8-4E4D-B8CF-008B8B0358F8}" dt="2024-01-05T09:52:13.442" v="732" actId="20577"/>
          <ac:spMkLst>
            <pc:docMk/>
            <pc:sldMk cId="432801520" sldId="3149"/>
            <ac:spMk id="210" creationId="{4D71B009-AAD5-C856-2B53-248BD65DB0FD}"/>
          </ac:spMkLst>
        </pc:spChg>
        <pc:spChg chg="mod">
          <ac:chgData name="Dora da Silva Roxo" userId="b6f39d0a-b38b-4c97-850c-dbcbfac2b4dd" providerId="ADAL" clId="{CE1E8942-B2E8-4E4D-B8CF-008B8B0358F8}" dt="2024-01-05T09:52:05.356" v="728" actId="20577"/>
          <ac:spMkLst>
            <pc:docMk/>
            <pc:sldMk cId="432801520" sldId="3149"/>
            <ac:spMk id="405" creationId="{4828B216-C759-E341-693F-F848F03072C6}"/>
          </ac:spMkLst>
        </pc:spChg>
        <pc:spChg chg="mod">
          <ac:chgData name="Dora da Silva Roxo" userId="b6f39d0a-b38b-4c97-850c-dbcbfac2b4dd" providerId="ADAL" clId="{CE1E8942-B2E8-4E4D-B8CF-008B8B0358F8}" dt="2024-01-05T09:52:10.994" v="730" actId="20577"/>
          <ac:spMkLst>
            <pc:docMk/>
            <pc:sldMk cId="432801520" sldId="3149"/>
            <ac:spMk id="411" creationId="{7BC3E9DD-EB4B-67A1-6C03-7857933CFB64}"/>
          </ac:spMkLst>
        </pc:spChg>
      </pc:sldChg>
      <pc:sldChg chg="del">
        <pc:chgData name="Dora da Silva Roxo" userId="b6f39d0a-b38b-4c97-850c-dbcbfac2b4dd" providerId="ADAL" clId="{CE1E8942-B2E8-4E4D-B8CF-008B8B0358F8}" dt="2024-01-05T09:03:49.006" v="402" actId="47"/>
        <pc:sldMkLst>
          <pc:docMk/>
          <pc:sldMk cId="3471480397" sldId="3151"/>
        </pc:sldMkLst>
      </pc:sldChg>
      <pc:sldChg chg="addSp modSp add mod">
        <pc:chgData name="Dora da Silva Roxo" userId="b6f39d0a-b38b-4c97-850c-dbcbfac2b4dd" providerId="ADAL" clId="{CE1E8942-B2E8-4E4D-B8CF-008B8B0358F8}" dt="2024-01-05T10:03:18.232" v="809" actId="20577"/>
        <pc:sldMkLst>
          <pc:docMk/>
          <pc:sldMk cId="3582218357" sldId="3152"/>
        </pc:sldMkLst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" creationId="{13D987E2-B065-2461-C455-38C2F6AA6488}"/>
          </ac:spMkLst>
        </pc:spChg>
        <pc:spChg chg="mod">
          <ac:chgData name="Dora da Silva Roxo" userId="b6f39d0a-b38b-4c97-850c-dbcbfac2b4dd" providerId="ADAL" clId="{CE1E8942-B2E8-4E4D-B8CF-008B8B0358F8}" dt="2024-01-05T09:41:45.196" v="693" actId="552"/>
          <ac:spMkLst>
            <pc:docMk/>
            <pc:sldMk cId="3582218357" sldId="3152"/>
            <ac:spMk id="7" creationId="{D20F415D-1EDC-4314-9A6F-9CEDE78E15D6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9" creationId="{488958EA-39C6-AD50-DC90-E4641279C5A5}"/>
          </ac:spMkLst>
        </pc:spChg>
        <pc:spChg chg="add mod">
          <ac:chgData name="Dora da Silva Roxo" userId="b6f39d0a-b38b-4c97-850c-dbcbfac2b4dd" providerId="ADAL" clId="{CE1E8942-B2E8-4E4D-B8CF-008B8B0358F8}" dt="2024-01-05T08:59:01.267" v="159" actId="164"/>
          <ac:spMkLst>
            <pc:docMk/>
            <pc:sldMk cId="3582218357" sldId="3152"/>
            <ac:spMk id="10" creationId="{3E2A3F08-3B76-3546-FDD3-CE8D9D9FD544}"/>
          </ac:spMkLst>
        </pc:spChg>
        <pc:spChg chg="add mod">
          <ac:chgData name="Dora da Silva Roxo" userId="b6f39d0a-b38b-4c97-850c-dbcbfac2b4dd" providerId="ADAL" clId="{CE1E8942-B2E8-4E4D-B8CF-008B8B0358F8}" dt="2024-01-05T08:59:28.382" v="167" actId="20577"/>
          <ac:spMkLst>
            <pc:docMk/>
            <pc:sldMk cId="3582218357" sldId="3152"/>
            <ac:spMk id="11" creationId="{C9A5C613-CE6E-246C-AA5D-D7787D452284}"/>
          </ac:spMkLst>
        </pc:spChg>
        <pc:spChg chg="add mod">
          <ac:chgData name="Dora da Silva Roxo" userId="b6f39d0a-b38b-4c97-850c-dbcbfac2b4dd" providerId="ADAL" clId="{CE1E8942-B2E8-4E4D-B8CF-008B8B0358F8}" dt="2024-01-05T09:03:11.965" v="390" actId="20577"/>
          <ac:spMkLst>
            <pc:docMk/>
            <pc:sldMk cId="3582218357" sldId="3152"/>
            <ac:spMk id="12" creationId="{049C9964-2735-4B4E-87DE-8001BC6AF652}"/>
          </ac:spMkLst>
        </pc:spChg>
        <pc:spChg chg="add mod">
          <ac:chgData name="Dora da Silva Roxo" userId="b6f39d0a-b38b-4c97-850c-dbcbfac2b4dd" providerId="ADAL" clId="{CE1E8942-B2E8-4E4D-B8CF-008B8B0358F8}" dt="2024-01-05T09:03:09.422" v="389" actId="20577"/>
          <ac:spMkLst>
            <pc:docMk/>
            <pc:sldMk cId="3582218357" sldId="3152"/>
            <ac:spMk id="13" creationId="{E2A30F30-3C96-208E-05DB-6A0B8F69338D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5" creationId="{D2C2F4A1-4D98-4A99-9DB2-497E6CEB7D23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6" creationId="{93C193AE-EED8-440A-8458-F8D9C9665F30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7" creationId="{C9760DFB-850B-446D-A564-0D9F5205F4C8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18" creationId="{E1492F7E-F7A0-4E85-8FC1-862D9C8BA94C}"/>
          </ac:spMkLst>
        </pc:spChg>
        <pc:spChg chg="add mod">
          <ac:chgData name="Dora da Silva Roxo" userId="b6f39d0a-b38b-4c97-850c-dbcbfac2b4dd" providerId="ADAL" clId="{CE1E8942-B2E8-4E4D-B8CF-008B8B0358F8}" dt="2024-01-05T09:04:04.165" v="408" actId="207"/>
          <ac:spMkLst>
            <pc:docMk/>
            <pc:sldMk cId="3582218357" sldId="3152"/>
            <ac:spMk id="19" creationId="{A38FC843-682C-0036-E860-E12687A9B049}"/>
          </ac:spMkLst>
        </pc:spChg>
        <pc:spChg chg="add mod">
          <ac:chgData name="Dora da Silva Roxo" userId="b6f39d0a-b38b-4c97-850c-dbcbfac2b4dd" providerId="ADAL" clId="{CE1E8942-B2E8-4E4D-B8CF-008B8B0358F8}" dt="2024-01-05T08:59:01.267" v="159" actId="164"/>
          <ac:spMkLst>
            <pc:docMk/>
            <pc:sldMk cId="3582218357" sldId="3152"/>
            <ac:spMk id="20" creationId="{2E9C69F7-F030-E7E4-094E-882D9F590A11}"/>
          </ac:spMkLst>
        </pc:spChg>
        <pc:spChg chg="add mod">
          <ac:chgData name="Dora da Silva Roxo" userId="b6f39d0a-b38b-4c97-850c-dbcbfac2b4dd" providerId="ADAL" clId="{CE1E8942-B2E8-4E4D-B8CF-008B8B0358F8}" dt="2024-01-05T09:03:26.082" v="400" actId="20577"/>
          <ac:spMkLst>
            <pc:docMk/>
            <pc:sldMk cId="3582218357" sldId="3152"/>
            <ac:spMk id="21" creationId="{E657EA1C-9F33-4C4F-4128-B6857B8B5CDA}"/>
          </ac:spMkLst>
        </pc:spChg>
        <pc:spChg chg="mod">
          <ac:chgData name="Dora da Silva Roxo" userId="b6f39d0a-b38b-4c97-850c-dbcbfac2b4dd" providerId="ADAL" clId="{CE1E8942-B2E8-4E4D-B8CF-008B8B0358F8}" dt="2024-01-05T09:04:11.773" v="414" actId="20577"/>
          <ac:spMkLst>
            <pc:docMk/>
            <pc:sldMk cId="3582218357" sldId="3152"/>
            <ac:spMk id="22" creationId="{432BD16A-511A-4A9A-B13B-41D8B4D931CC}"/>
          </ac:spMkLst>
        </pc:spChg>
        <pc:spChg chg="add mod">
          <ac:chgData name="Dora da Silva Roxo" userId="b6f39d0a-b38b-4c97-850c-dbcbfac2b4dd" providerId="ADAL" clId="{CE1E8942-B2E8-4E4D-B8CF-008B8B0358F8}" dt="2024-01-05T08:59:01.267" v="159" actId="164"/>
          <ac:spMkLst>
            <pc:docMk/>
            <pc:sldMk cId="3582218357" sldId="3152"/>
            <ac:spMk id="23" creationId="{63B3C8FF-DD05-2E9F-904E-76B5B45B8744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27" creationId="{84B7A843-AB83-7A51-CC69-A3CC24D3DBA0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28" creationId="{7436686A-F302-7363-4D7E-57C6E2BAB8C7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29" creationId="{C038E3E7-0DAE-DB2E-F6D3-13A14684744F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30" creationId="{61557572-BD4A-B8F8-5DE8-F1AAC466F635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35" creationId="{EC9660C1-FC37-7E95-7D29-A0F7E68A8BBA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6" creationId="{86CD3A3B-5EBF-D49B-793D-B949FF1E2354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7" creationId="{00EA78C5-DF58-AD26-4D18-984DBF16B1F7}"/>
          </ac:spMkLst>
        </pc:spChg>
        <pc:spChg chg="mod">
          <ac:chgData name="Dora da Silva Roxo" userId="b6f39d0a-b38b-4c97-850c-dbcbfac2b4dd" providerId="ADAL" clId="{CE1E8942-B2E8-4E4D-B8CF-008B8B0358F8}" dt="2024-01-05T08:58:54.713" v="157" actId="164"/>
          <ac:spMkLst>
            <pc:docMk/>
            <pc:sldMk cId="3582218357" sldId="3152"/>
            <ac:spMk id="38" creationId="{D33DDA72-6447-283F-9B8A-02CFE0FE9528}"/>
          </ac:spMkLst>
        </pc:spChg>
        <pc:spChg chg="mod">
          <ac:chgData name="Dora da Silva Roxo" userId="b6f39d0a-b38b-4c97-850c-dbcbfac2b4dd" providerId="ADAL" clId="{CE1E8942-B2E8-4E4D-B8CF-008B8B0358F8}" dt="2024-01-05T09:03:28.843" v="401" actId="20577"/>
          <ac:spMkLst>
            <pc:docMk/>
            <pc:sldMk cId="3582218357" sldId="3152"/>
            <ac:spMk id="39" creationId="{F801294F-53F2-60D3-DEB9-CCECD1132D8E}"/>
          </ac:spMkLst>
        </pc:spChg>
        <pc:spChg chg="mod">
          <ac:chgData name="Dora da Silva Roxo" userId="b6f39d0a-b38b-4c97-850c-dbcbfac2b4dd" providerId="ADAL" clId="{CE1E8942-B2E8-4E4D-B8CF-008B8B0358F8}" dt="2024-01-05T08:58:57.791" v="158" actId="164"/>
          <ac:spMkLst>
            <pc:docMk/>
            <pc:sldMk cId="3582218357" sldId="3152"/>
            <ac:spMk id="40" creationId="{0111535E-E8BD-B3F4-84D7-B43145794D5F}"/>
          </ac:spMkLst>
        </pc:spChg>
        <pc:spChg chg="mod">
          <ac:chgData name="Dora da Silva Roxo" userId="b6f39d0a-b38b-4c97-850c-dbcbfac2b4dd" providerId="ADAL" clId="{CE1E8942-B2E8-4E4D-B8CF-008B8B0358F8}" dt="2024-01-05T10:03:18.232" v="809" actId="20577"/>
          <ac:spMkLst>
            <pc:docMk/>
            <pc:sldMk cId="3582218357" sldId="3152"/>
            <ac:spMk id="41" creationId="{967FFCDF-AA55-4D26-46C6-FCE66F3FDF83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3" creationId="{13D987E2-B065-2461-C455-38C2F6AA6488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4" creationId="{84B7A843-AB83-7A51-CC69-A3CC24D3DBA0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5" creationId="{7436686A-F302-7363-4D7E-57C6E2BAB8C7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6" creationId="{C038E3E7-0DAE-DB2E-F6D3-13A14684744F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7" creationId="{86CD3A3B-5EBF-D49B-793D-B949FF1E2354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8" creationId="{00EA78C5-DF58-AD26-4D18-984DBF16B1F7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49" creationId="{D33DDA72-6447-283F-9B8A-02CFE0FE9528}"/>
          </ac:spMkLst>
        </pc:spChg>
        <pc:spChg chg="mod">
          <ac:chgData name="Dora da Silva Roxo" userId="b6f39d0a-b38b-4c97-850c-dbcbfac2b4dd" providerId="ADAL" clId="{CE1E8942-B2E8-4E4D-B8CF-008B8B0358F8}" dt="2024-01-05T08:58:51.472" v="156" actId="164"/>
          <ac:spMkLst>
            <pc:docMk/>
            <pc:sldMk cId="3582218357" sldId="3152"/>
            <ac:spMk id="50" creationId="{F801294F-53F2-60D3-DEB9-CCECD1132D8E}"/>
          </ac:spMkLst>
        </pc:spChg>
        <pc:spChg chg="mod">
          <ac:chgData name="Dora da Silva Roxo" userId="b6f39d0a-b38b-4c97-850c-dbcbfac2b4dd" providerId="ADAL" clId="{CE1E8942-B2E8-4E4D-B8CF-008B8B0358F8}" dt="2024-01-05T09:38:05.184" v="554" actId="20577"/>
          <ac:spMkLst>
            <pc:docMk/>
            <pc:sldMk cId="3582218357" sldId="3152"/>
            <ac:spMk id="51" creationId="{173AA177-39BE-3E30-B0FC-9DC2BACF9C7E}"/>
          </ac:spMkLst>
        </pc:spChg>
        <pc:spChg chg="mod">
          <ac:chgData name="Dora da Silva Roxo" userId="b6f39d0a-b38b-4c97-850c-dbcbfac2b4dd" providerId="ADAL" clId="{CE1E8942-B2E8-4E4D-B8CF-008B8B0358F8}" dt="2024-01-05T09:39:16.221" v="555" actId="20577"/>
          <ac:spMkLst>
            <pc:docMk/>
            <pc:sldMk cId="3582218357" sldId="3152"/>
            <ac:spMk id="53" creationId="{EED8F888-5BB1-7A74-405E-028D6B44A636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55" creationId="{63F9370D-902C-D66C-7BC4-2645119F34B4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56" creationId="{D0CD9559-3785-A61B-8BAF-856DACB9A5C1}"/>
          </ac:spMkLst>
        </pc:spChg>
        <pc:spChg chg="mod">
          <ac:chgData name="Dora da Silva Roxo" userId="b6f39d0a-b38b-4c97-850c-dbcbfac2b4dd" providerId="ADAL" clId="{CE1E8942-B2E8-4E4D-B8CF-008B8B0358F8}" dt="2024-01-05T09:40:23.536" v="582" actId="20577"/>
          <ac:spMkLst>
            <pc:docMk/>
            <pc:sldMk cId="3582218357" sldId="3152"/>
            <ac:spMk id="57" creationId="{73F6962C-8F13-7ABC-EF23-62FC1CCA5035}"/>
          </ac:spMkLst>
        </pc:spChg>
        <pc:spChg chg="mod">
          <ac:chgData name="Dora da Silva Roxo" userId="b6f39d0a-b38b-4c97-850c-dbcbfac2b4dd" providerId="ADAL" clId="{CE1E8942-B2E8-4E4D-B8CF-008B8B0358F8}" dt="2024-01-05T09:37:05.772" v="483"/>
          <ac:spMkLst>
            <pc:docMk/>
            <pc:sldMk cId="3582218357" sldId="3152"/>
            <ac:spMk id="58" creationId="{963AF22F-7383-77B7-22F9-67710556B990}"/>
          </ac:spMkLst>
        </pc:s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24" creationId="{0EF54922-CBAC-EA75-45AC-5FA6E7EF7E7B}"/>
          </ac:grpSpMkLst>
        </pc:gr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25" creationId="{0EFD26EB-A50E-7EE2-1C69-3FB85A150EA0}"/>
          </ac:grpSpMkLst>
        </pc:gr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26" creationId="{EB46ED7B-C1D0-858E-A8DC-C69AA7542E4A}"/>
          </ac:grpSpMkLst>
        </pc:grpChg>
        <pc:grpChg chg="add mo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31" creationId="{4E4F7A79-4ACB-D9B2-31C3-5768E4900558}"/>
          </ac:grpSpMkLst>
        </pc:grpChg>
        <pc:grpChg chg="add mod ord">
          <ac:chgData name="Dora da Silva Roxo" userId="b6f39d0a-b38b-4c97-850c-dbcbfac2b4dd" providerId="ADAL" clId="{CE1E8942-B2E8-4E4D-B8CF-008B8B0358F8}" dt="2024-01-05T09:41:45.196" v="693" actId="552"/>
          <ac:grpSpMkLst>
            <pc:docMk/>
            <pc:sldMk cId="3582218357" sldId="3152"/>
            <ac:grpSpMk id="32" creationId="{F45E69C7-FE8E-D847-F363-728A64393E81}"/>
          </ac:grpSpMkLst>
        </pc:grpChg>
      </pc:sldChg>
    </pc:docChg>
  </pc:docChgLst>
  <pc:docChgLst>
    <pc:chgData name="Dora da Silva Roxo" userId="b6f39d0a-b38b-4c97-850c-dbcbfac2b4dd" providerId="ADAL" clId="{75956D5A-6F38-4D82-B0F8-295B514A2FF9}"/>
    <pc:docChg chg="custSel modSld">
      <pc:chgData name="Dora da Silva Roxo" userId="b6f39d0a-b38b-4c97-850c-dbcbfac2b4dd" providerId="ADAL" clId="{75956D5A-6F38-4D82-B0F8-295B514A2FF9}" dt="2024-02-16T09:48:28.083" v="443" actId="1035"/>
      <pc:docMkLst>
        <pc:docMk/>
      </pc:docMkLst>
      <pc:sldChg chg="modSp mod">
        <pc:chgData name="Dora da Silva Roxo" userId="b6f39d0a-b38b-4c97-850c-dbcbfac2b4dd" providerId="ADAL" clId="{75956D5A-6F38-4D82-B0F8-295B514A2FF9}" dt="2024-02-16T09:46:42.719" v="362" actId="20577"/>
        <pc:sldMkLst>
          <pc:docMk/>
          <pc:sldMk cId="3953214969" sldId="1924"/>
        </pc:sldMkLst>
        <pc:spChg chg="mod">
          <ac:chgData name="Dora da Silva Roxo" userId="b6f39d0a-b38b-4c97-850c-dbcbfac2b4dd" providerId="ADAL" clId="{75956D5A-6F38-4D82-B0F8-295B514A2FF9}" dt="2024-02-16T09:46:42.719" v="362" actId="20577"/>
          <ac:spMkLst>
            <pc:docMk/>
            <pc:sldMk cId="3953214969" sldId="1924"/>
            <ac:spMk id="42" creationId="{B2C4BC3C-1F70-4500-AC90-B256830C063D}"/>
          </ac:spMkLst>
        </pc:spChg>
      </pc:sldChg>
      <pc:sldChg chg="addSp delSp modSp mod">
        <pc:chgData name="Dora da Silva Roxo" userId="b6f39d0a-b38b-4c97-850c-dbcbfac2b4dd" providerId="ADAL" clId="{75956D5A-6F38-4D82-B0F8-295B514A2FF9}" dt="2024-02-16T09:45:54.854" v="344" actId="20577"/>
        <pc:sldMkLst>
          <pc:docMk/>
          <pc:sldMk cId="432801520" sldId="3149"/>
        </pc:sldMkLst>
        <pc:spChg chg="add del mod">
          <ac:chgData name="Dora da Silva Roxo" userId="b6f39d0a-b38b-4c97-850c-dbcbfac2b4dd" providerId="ADAL" clId="{75956D5A-6F38-4D82-B0F8-295B514A2FF9}" dt="2024-02-16T09:45:27.613" v="316" actId="478"/>
          <ac:spMkLst>
            <pc:docMk/>
            <pc:sldMk cId="432801520" sldId="3149"/>
            <ac:spMk id="2" creationId="{A4C07787-62FE-ADD2-C98A-FAA4AAA2942A}"/>
          </ac:spMkLst>
        </pc:spChg>
        <pc:spChg chg="del mod">
          <ac:chgData name="Dora da Silva Roxo" userId="b6f39d0a-b38b-4c97-850c-dbcbfac2b4dd" providerId="ADAL" clId="{75956D5A-6F38-4D82-B0F8-295B514A2FF9}" dt="2024-02-16T09:45:28.651" v="317" actId="478"/>
          <ac:spMkLst>
            <pc:docMk/>
            <pc:sldMk cId="432801520" sldId="3149"/>
            <ac:spMk id="4" creationId="{126EC5B0-C726-45B7-80BF-59F7C2256B5B}"/>
          </ac:spMkLst>
        </pc:spChg>
        <pc:spChg chg="add del mod">
          <ac:chgData name="Dora da Silva Roxo" userId="b6f39d0a-b38b-4c97-850c-dbcbfac2b4dd" providerId="ADAL" clId="{75956D5A-6F38-4D82-B0F8-295B514A2FF9}" dt="2024-02-16T09:45:33.445" v="318" actId="478"/>
          <ac:spMkLst>
            <pc:docMk/>
            <pc:sldMk cId="432801520" sldId="3149"/>
            <ac:spMk id="14" creationId="{56D5082F-9244-D954-ABB7-84298FB3B406}"/>
          </ac:spMkLst>
        </pc:spChg>
        <pc:spChg chg="add mod">
          <ac:chgData name="Dora da Silva Roxo" userId="b6f39d0a-b38b-4c97-850c-dbcbfac2b4dd" providerId="ADAL" clId="{75956D5A-6F38-4D82-B0F8-295B514A2FF9}" dt="2024-02-16T09:45:54.854" v="344" actId="20577"/>
          <ac:spMkLst>
            <pc:docMk/>
            <pc:sldMk cId="432801520" sldId="3149"/>
            <ac:spMk id="15" creationId="{C6553488-886A-50E0-50E2-447D2B4C72B3}"/>
          </ac:spMkLst>
        </pc:spChg>
        <pc:spChg chg="add del mod">
          <ac:chgData name="Dora da Silva Roxo" userId="b6f39d0a-b38b-4c97-850c-dbcbfac2b4dd" providerId="ADAL" clId="{75956D5A-6F38-4D82-B0F8-295B514A2FF9}" dt="2024-02-16T09:45:45.616" v="322" actId="478"/>
          <ac:spMkLst>
            <pc:docMk/>
            <pc:sldMk cId="432801520" sldId="3149"/>
            <ac:spMk id="19" creationId="{BA796088-A5F8-F27C-0478-AA0583F2CD3B}"/>
          </ac:spMkLst>
        </pc:spChg>
        <pc:spChg chg="add mod">
          <ac:chgData name="Dora da Silva Roxo" userId="b6f39d0a-b38b-4c97-850c-dbcbfac2b4dd" providerId="ADAL" clId="{75956D5A-6F38-4D82-B0F8-295B514A2FF9}" dt="2024-02-16T09:45:43.638" v="321"/>
          <ac:spMkLst>
            <pc:docMk/>
            <pc:sldMk cId="432801520" sldId="3149"/>
            <ac:spMk id="20" creationId="{DC15507B-335F-B60A-FCB2-42338E4A654D}"/>
          </ac:spMkLst>
        </pc:spChg>
        <pc:spChg chg="add mod">
          <ac:chgData name="Dora da Silva Roxo" userId="b6f39d0a-b38b-4c97-850c-dbcbfac2b4dd" providerId="ADAL" clId="{75956D5A-6F38-4D82-B0F8-295B514A2FF9}" dt="2024-02-16T09:45:53.370" v="342" actId="114"/>
          <ac:spMkLst>
            <pc:docMk/>
            <pc:sldMk cId="432801520" sldId="3149"/>
            <ac:spMk id="21" creationId="{32CA3140-0DFA-C764-2D7D-35B8BF7CED78}"/>
          </ac:spMkLst>
        </pc:spChg>
        <pc:spChg chg="mod">
          <ac:chgData name="Dora da Silva Roxo" userId="b6f39d0a-b38b-4c97-850c-dbcbfac2b4dd" providerId="ADAL" clId="{75956D5A-6F38-4D82-B0F8-295B514A2FF9}" dt="2024-02-16T09:43:29.048" v="256" actId="14100"/>
          <ac:spMkLst>
            <pc:docMk/>
            <pc:sldMk cId="432801520" sldId="3149"/>
            <ac:spMk id="144" creationId="{A0F77F5C-4FF1-4940-58E2-4920C31965FF}"/>
          </ac:spMkLst>
        </pc:spChg>
        <pc:spChg chg="mod">
          <ac:chgData name="Dora da Silva Roxo" userId="b6f39d0a-b38b-4c97-850c-dbcbfac2b4dd" providerId="ADAL" clId="{75956D5A-6F38-4D82-B0F8-295B514A2FF9}" dt="2024-02-16T09:44:15.760" v="263" actId="1036"/>
          <ac:spMkLst>
            <pc:docMk/>
            <pc:sldMk cId="432801520" sldId="3149"/>
            <ac:spMk id="145" creationId="{02E5B5A3-5ED8-FD08-5432-5F42ACC022CA}"/>
          </ac:spMkLst>
        </pc:spChg>
        <pc:spChg chg="mod">
          <ac:chgData name="Dora da Silva Roxo" userId="b6f39d0a-b38b-4c97-850c-dbcbfac2b4dd" providerId="ADAL" clId="{75956D5A-6F38-4D82-B0F8-295B514A2FF9}" dt="2024-02-16T09:43:16.467" v="245" actId="20577"/>
          <ac:spMkLst>
            <pc:docMk/>
            <pc:sldMk cId="432801520" sldId="3149"/>
            <ac:spMk id="148" creationId="{A0F77F5C-4FF1-4940-58E2-4920C31965FF}"/>
          </ac:spMkLst>
        </pc:spChg>
        <pc:spChg chg="mod">
          <ac:chgData name="Dora da Silva Roxo" userId="b6f39d0a-b38b-4c97-850c-dbcbfac2b4dd" providerId="ADAL" clId="{75956D5A-6F38-4D82-B0F8-295B514A2FF9}" dt="2024-02-16T09:44:15.760" v="263" actId="1036"/>
          <ac:spMkLst>
            <pc:docMk/>
            <pc:sldMk cId="432801520" sldId="3149"/>
            <ac:spMk id="160" creationId="{02E5B5A3-5ED8-FD08-5432-5F42ACC022CA}"/>
          </ac:spMkLst>
        </pc:spChg>
        <pc:spChg chg="mod">
          <ac:chgData name="Dora da Silva Roxo" userId="b6f39d0a-b38b-4c97-850c-dbcbfac2b4dd" providerId="ADAL" clId="{75956D5A-6F38-4D82-B0F8-295B514A2FF9}" dt="2024-02-16T09:44:15.760" v="263" actId="1036"/>
          <ac:spMkLst>
            <pc:docMk/>
            <pc:sldMk cId="432801520" sldId="3149"/>
            <ac:spMk id="165" creationId="{02E5B5A3-5ED8-FD08-5432-5F42ACC022CA}"/>
          </ac:spMkLst>
        </pc:spChg>
        <pc:spChg chg="del">
          <ac:chgData name="Dora da Silva Roxo" userId="b6f39d0a-b38b-4c97-850c-dbcbfac2b4dd" providerId="ADAL" clId="{75956D5A-6F38-4D82-B0F8-295B514A2FF9}" dt="2024-02-16T09:44:09.560" v="261" actId="478"/>
          <ac:spMkLst>
            <pc:docMk/>
            <pc:sldMk cId="432801520" sldId="3149"/>
            <ac:spMk id="170" creationId="{02E5B5A3-5ED8-FD08-5432-5F42ACC022CA}"/>
          </ac:spMkLst>
        </pc:spChg>
        <pc:spChg chg="del">
          <ac:chgData name="Dora da Silva Roxo" userId="b6f39d0a-b38b-4c97-850c-dbcbfac2b4dd" providerId="ADAL" clId="{75956D5A-6F38-4D82-B0F8-295B514A2FF9}" dt="2024-02-16T09:45:43.368" v="320" actId="478"/>
          <ac:spMkLst>
            <pc:docMk/>
            <pc:sldMk cId="432801520" sldId="3149"/>
            <ac:spMk id="225" creationId="{C458D2FE-AB1E-4664-B412-BC846DD96C81}"/>
          </ac:spMkLst>
        </pc:spChg>
        <pc:spChg chg="mod">
          <ac:chgData name="Dora da Silva Roxo" userId="b6f39d0a-b38b-4c97-850c-dbcbfac2b4dd" providerId="ADAL" clId="{75956D5A-6F38-4D82-B0F8-295B514A2FF9}" dt="2024-02-16T09:44:52.823" v="300" actId="20577"/>
          <ac:spMkLst>
            <pc:docMk/>
            <pc:sldMk cId="432801520" sldId="3149"/>
            <ac:spMk id="323" creationId="{A0F77F5C-4FF1-4940-58E2-4920C31965FF}"/>
          </ac:spMkLst>
        </pc:spChg>
        <pc:grpChg chg="mod">
          <ac:chgData name="Dora da Silva Roxo" userId="b6f39d0a-b38b-4c97-850c-dbcbfac2b4dd" providerId="ADAL" clId="{75956D5A-6F38-4D82-B0F8-295B514A2FF9}" dt="2024-02-16T09:43:25.596" v="255" actId="1036"/>
          <ac:grpSpMkLst>
            <pc:docMk/>
            <pc:sldMk cId="432801520" sldId="3149"/>
            <ac:grpSpMk id="140" creationId="{5AA83C5F-24F9-1EFC-C0CD-2B7EBEE91EA3}"/>
          </ac:grpSpMkLst>
        </pc:grpChg>
        <pc:grpChg chg="mod">
          <ac:chgData name="Dora da Silva Roxo" userId="b6f39d0a-b38b-4c97-850c-dbcbfac2b4dd" providerId="ADAL" clId="{75956D5A-6F38-4D82-B0F8-295B514A2FF9}" dt="2024-02-16T09:43:25.596" v="255" actId="1036"/>
          <ac:grpSpMkLst>
            <pc:docMk/>
            <pc:sldMk cId="432801520" sldId="3149"/>
            <ac:grpSpMk id="146" creationId="{5AA83C5F-24F9-1EFC-C0CD-2B7EBEE91EA3}"/>
          </ac:grpSpMkLst>
        </pc:grpChg>
        <pc:grpChg chg="del">
          <ac:chgData name="Dora da Silva Roxo" userId="b6f39d0a-b38b-4c97-850c-dbcbfac2b4dd" providerId="ADAL" clId="{75956D5A-6F38-4D82-B0F8-295B514A2FF9}" dt="2024-02-16T09:43:19.159" v="246" actId="478"/>
          <ac:grpSpMkLst>
            <pc:docMk/>
            <pc:sldMk cId="432801520" sldId="3149"/>
            <ac:grpSpMk id="149" creationId="{5AA83C5F-24F9-1EFC-C0CD-2B7EBEE91EA3}"/>
          </ac:grpSpMkLst>
        </pc:grpChg>
        <pc:grpChg chg="mod">
          <ac:chgData name="Dora da Silva Roxo" userId="b6f39d0a-b38b-4c97-850c-dbcbfac2b4dd" providerId="ADAL" clId="{75956D5A-6F38-4D82-B0F8-295B514A2FF9}" dt="2024-02-16T09:43:25.596" v="255" actId="1036"/>
          <ac:grpSpMkLst>
            <pc:docMk/>
            <pc:sldMk cId="432801520" sldId="3149"/>
            <ac:grpSpMk id="321" creationId="{5AA83C5F-24F9-1EFC-C0CD-2B7EBEE91EA3}"/>
          </ac:grpSpMkLst>
        </pc:grpChg>
      </pc:sldChg>
      <pc:sldChg chg="delSp modSp mod">
        <pc:chgData name="Dora da Silva Roxo" userId="b6f39d0a-b38b-4c97-850c-dbcbfac2b4dd" providerId="ADAL" clId="{75956D5A-6F38-4D82-B0F8-295B514A2FF9}" dt="2024-02-16T09:48:28.083" v="443" actId="1035"/>
        <pc:sldMkLst>
          <pc:docMk/>
          <pc:sldMk cId="3582218357" sldId="3152"/>
        </pc:sldMkLst>
        <pc:grpChg chg="del">
          <ac:chgData name="Dora da Silva Roxo" userId="b6f39d0a-b38b-4c97-850c-dbcbfac2b4dd" providerId="ADAL" clId="{75956D5A-6F38-4D82-B0F8-295B514A2FF9}" dt="2024-02-16T09:47:19.916" v="363" actId="478"/>
          <ac:grpSpMkLst>
            <pc:docMk/>
            <pc:sldMk cId="3582218357" sldId="3152"/>
            <ac:grpSpMk id="24" creationId="{0EF54922-CBAC-EA75-45AC-5FA6E7EF7E7B}"/>
          </ac:grpSpMkLst>
        </pc:grpChg>
        <pc:grpChg chg="del">
          <ac:chgData name="Dora da Silva Roxo" userId="b6f39d0a-b38b-4c97-850c-dbcbfac2b4dd" providerId="ADAL" clId="{75956D5A-6F38-4D82-B0F8-295B514A2FF9}" dt="2024-02-16T09:47:19.916" v="363" actId="478"/>
          <ac:grpSpMkLst>
            <pc:docMk/>
            <pc:sldMk cId="3582218357" sldId="3152"/>
            <ac:grpSpMk id="25" creationId="{0EFD26EB-A50E-7EE2-1C69-3FB85A150EA0}"/>
          </ac:grpSpMkLst>
        </pc:grpChg>
        <pc:grpChg chg="del">
          <ac:chgData name="Dora da Silva Roxo" userId="b6f39d0a-b38b-4c97-850c-dbcbfac2b4dd" providerId="ADAL" clId="{75956D5A-6F38-4D82-B0F8-295B514A2FF9}" dt="2024-02-16T09:47:19.916" v="363" actId="478"/>
          <ac:grpSpMkLst>
            <pc:docMk/>
            <pc:sldMk cId="3582218357" sldId="3152"/>
            <ac:grpSpMk id="26" creationId="{EB46ED7B-C1D0-858E-A8DC-C69AA7542E4A}"/>
          </ac:grpSpMkLst>
        </pc:grpChg>
        <pc:grpChg chg="del">
          <ac:chgData name="Dora da Silva Roxo" userId="b6f39d0a-b38b-4c97-850c-dbcbfac2b4dd" providerId="ADAL" clId="{75956D5A-6F38-4D82-B0F8-295B514A2FF9}" dt="2024-02-16T09:47:19.916" v="363" actId="478"/>
          <ac:grpSpMkLst>
            <pc:docMk/>
            <pc:sldMk cId="3582218357" sldId="3152"/>
            <ac:grpSpMk id="32" creationId="{F45E69C7-FE8E-D847-F363-728A64393E81}"/>
          </ac:grpSpMkLst>
        </pc:grpChg>
        <pc:grpChg chg="mod">
          <ac:chgData name="Dora da Silva Roxo" userId="b6f39d0a-b38b-4c97-850c-dbcbfac2b4dd" providerId="ADAL" clId="{75956D5A-6F38-4D82-B0F8-295B514A2FF9}" dt="2024-02-16T09:48:28.083" v="443" actId="1035"/>
          <ac:grpSpMkLst>
            <pc:docMk/>
            <pc:sldMk cId="3582218357" sldId="3152"/>
            <ac:grpSpMk id="59" creationId="{0EF54922-CBAC-EA75-45AC-5FA6E7EF7E7B}"/>
          </ac:grpSpMkLst>
        </pc:grpChg>
      </pc:sldChg>
      <pc:sldChg chg="addSp modSp mod">
        <pc:chgData name="Dora da Silva Roxo" userId="b6f39d0a-b38b-4c97-850c-dbcbfac2b4dd" providerId="ADAL" clId="{75956D5A-6F38-4D82-B0F8-295B514A2FF9}" dt="2024-02-16T09:44:49.137" v="298" actId="20577"/>
        <pc:sldMkLst>
          <pc:docMk/>
          <pc:sldMk cId="1846047336" sldId="3154"/>
        </pc:sldMkLst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3" creationId="{9D4B1BE6-7FC2-DC56-82D1-7FD306CAE122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5" creationId="{473DA9CC-FBDB-D3DB-3BCF-12259CC48507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8" creationId="{CF1CA28D-7C47-022F-90F9-152D89961D75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9" creationId="{AD67ECDD-4108-5761-E57D-1034658CD16E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10" creationId="{7611FA5B-3344-0098-13A3-9038285E19CC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11" creationId="{B0E568B4-02E9-7D65-5BA5-2D70FF2413D2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20" creationId="{824F4097-55F3-DA75-6D94-0F3154BD84D7}"/>
          </ac:spMkLst>
        </pc:spChg>
        <pc:spChg chg="add mod">
          <ac:chgData name="Dora da Silva Roxo" userId="b6f39d0a-b38b-4c97-850c-dbcbfac2b4dd" providerId="ADAL" clId="{75956D5A-6F38-4D82-B0F8-295B514A2FF9}" dt="2024-02-16T09:44:21.039" v="264"/>
          <ac:spMkLst>
            <pc:docMk/>
            <pc:sldMk cId="1846047336" sldId="3154"/>
            <ac:spMk id="21" creationId="{0D6F8D75-DAE4-A952-6CF2-A3AD40871592}"/>
          </ac:spMkLst>
        </pc:spChg>
        <pc:spChg chg="mod">
          <ac:chgData name="Dora da Silva Roxo" userId="b6f39d0a-b38b-4c97-850c-dbcbfac2b4dd" providerId="ADAL" clId="{75956D5A-6F38-4D82-B0F8-295B514A2FF9}" dt="2024-02-16T09:44:49.137" v="298" actId="20577"/>
          <ac:spMkLst>
            <pc:docMk/>
            <pc:sldMk cId="1846047336" sldId="3154"/>
            <ac:spMk id="53" creationId="{EED8F888-5BB1-7A74-405E-028D6B44A636}"/>
          </ac:spMkLst>
        </pc:spChg>
      </pc:sldChg>
    </pc:docChg>
  </pc:docChgLst>
  <pc:docChgLst>
    <pc:chgData name="Hugo Alexandre Redondo Reia" userId="S::e800422@corp.santander.pt::ee4b3e12-42d8-4122-84d0-40ed8962cc0a" providerId="AD" clId="Web-{C924F99C-7A3B-445B-8617-386B2CC53BE5}"/>
    <pc:docChg chg="mod modSld">
      <pc:chgData name="Hugo Alexandre Redondo Reia" userId="S::e800422@corp.santander.pt::ee4b3e12-42d8-4122-84d0-40ed8962cc0a" providerId="AD" clId="Web-{C924F99C-7A3B-445B-8617-386B2CC53BE5}" dt="2024-02-05T16:15:59.732" v="33"/>
      <pc:docMkLst>
        <pc:docMk/>
      </pc:docMkLst>
      <pc:sldChg chg="addSp modSp addCm">
        <pc:chgData name="Hugo Alexandre Redondo Reia" userId="S::e800422@corp.santander.pt::ee4b3e12-42d8-4122-84d0-40ed8962cc0a" providerId="AD" clId="Web-{C924F99C-7A3B-445B-8617-386B2CC53BE5}" dt="2024-02-05T16:04:18.064" v="25"/>
        <pc:sldMkLst>
          <pc:docMk/>
          <pc:sldMk cId="3953214969" sldId="1924"/>
        </pc:sldMkLst>
        <pc:spChg chg="add mod">
          <ac:chgData name="Hugo Alexandre Redondo Reia" userId="S::e800422@corp.santander.pt::ee4b3e12-42d8-4122-84d0-40ed8962cc0a" providerId="AD" clId="Web-{C924F99C-7A3B-445B-8617-386B2CC53BE5}" dt="2024-02-05T15:59:34.156" v="16" actId="20577"/>
          <ac:spMkLst>
            <pc:docMk/>
            <pc:sldMk cId="3953214969" sldId="1924"/>
            <ac:spMk id="2" creationId="{D1776C37-DF5E-15EE-042C-4079722BBE58}"/>
          </ac:spMkLst>
        </pc:spChg>
        <pc:spChg chg="mod">
          <ac:chgData name="Hugo Alexandre Redondo Reia" userId="S::e800422@corp.santander.pt::ee4b3e12-42d8-4122-84d0-40ed8962cc0a" providerId="AD" clId="Web-{C924F99C-7A3B-445B-8617-386B2CC53BE5}" dt="2024-02-05T16:03:30.389" v="24" actId="20577"/>
          <ac:spMkLst>
            <pc:docMk/>
            <pc:sldMk cId="3953214969" sldId="1924"/>
            <ac:spMk id="42" creationId="{B2C4BC3C-1F70-4500-AC90-B256830C063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Hugo Alexandre Redondo Reia" userId="S::e800422@corp.santander.pt::ee4b3e12-42d8-4122-84d0-40ed8962cc0a" providerId="AD" clId="Web-{C924F99C-7A3B-445B-8617-386B2CC53BE5}" dt="2024-02-05T16:03:21.905" v="22"/>
              <pc2:cmMkLst xmlns:pc2="http://schemas.microsoft.com/office/powerpoint/2019/9/main/command">
                <pc:docMk/>
                <pc:sldMk cId="3953214969" sldId="1924"/>
                <pc2:cmMk id="{7E9A9224-1D93-44E6-AB22-D598B507E0C4}"/>
              </pc2:cmMkLst>
            </pc226:cmChg>
            <pc226:cmChg xmlns:pc226="http://schemas.microsoft.com/office/powerpoint/2022/06/main/command" chg="add">
              <pc226:chgData name="Hugo Alexandre Redondo Reia" userId="S::e800422@corp.santander.pt::ee4b3e12-42d8-4122-84d0-40ed8962cc0a" providerId="AD" clId="Web-{C924F99C-7A3B-445B-8617-386B2CC53BE5}" dt="2024-02-05T16:02:06.463" v="19"/>
              <pc2:cmMkLst xmlns:pc2="http://schemas.microsoft.com/office/powerpoint/2019/9/main/command">
                <pc:docMk/>
                <pc:sldMk cId="3953214969" sldId="1924"/>
                <pc2:cmMk id="{88196A4D-1E16-4162-8134-F32BE189C11A}"/>
              </pc2:cmMkLst>
            </pc226:cmChg>
            <pc226:cmChg xmlns:pc226="http://schemas.microsoft.com/office/powerpoint/2022/06/main/command" chg="add">
              <pc226:chgData name="Hugo Alexandre Redondo Reia" userId="S::e800422@corp.santander.pt::ee4b3e12-42d8-4122-84d0-40ed8962cc0a" providerId="AD" clId="Web-{C924F99C-7A3B-445B-8617-386B2CC53BE5}" dt="2024-02-05T16:00:53.442" v="18"/>
              <pc2:cmMkLst xmlns:pc2="http://schemas.microsoft.com/office/powerpoint/2019/9/main/command">
                <pc:docMk/>
                <pc:sldMk cId="3953214969" sldId="1924"/>
                <pc2:cmMk id="{BC5778CD-58D0-4890-AEAC-6E1A0040807E}"/>
              </pc2:cmMkLst>
            </pc226:cmChg>
            <pc226:cmChg xmlns:pc226="http://schemas.microsoft.com/office/powerpoint/2022/06/main/command" chg="add">
              <pc226:chgData name="Hugo Alexandre Redondo Reia" userId="S::e800422@corp.santander.pt::ee4b3e12-42d8-4122-84d0-40ed8962cc0a" providerId="AD" clId="Web-{C924F99C-7A3B-445B-8617-386B2CC53BE5}" dt="2024-02-05T16:04:18.064" v="25"/>
              <pc2:cmMkLst xmlns:pc2="http://schemas.microsoft.com/office/powerpoint/2019/9/main/command">
                <pc:docMk/>
                <pc:sldMk cId="3953214969" sldId="1924"/>
                <pc2:cmMk id="{CBC5F8F5-EAB1-46D5-81D4-935C2F39C12A}"/>
              </pc2:cmMkLst>
            </pc226:cmChg>
          </p:ext>
        </pc:extLst>
      </pc:sldChg>
      <pc:sldChg chg="addSp delSp modSp">
        <pc:chgData name="Hugo Alexandre Redondo Reia" userId="S::e800422@corp.santander.pt::ee4b3e12-42d8-4122-84d0-40ed8962cc0a" providerId="AD" clId="Web-{C924F99C-7A3B-445B-8617-386B2CC53BE5}" dt="2024-02-05T16:15:59.732" v="33"/>
        <pc:sldMkLst>
          <pc:docMk/>
          <pc:sldMk cId="432801520" sldId="3149"/>
        </pc:sldMkLst>
        <pc:spChg chg="add mod">
          <ac:chgData name="Hugo Alexandre Redondo Reia" userId="S::e800422@corp.santander.pt::ee4b3e12-42d8-4122-84d0-40ed8962cc0a" providerId="AD" clId="Web-{C924F99C-7A3B-445B-8617-386B2CC53BE5}" dt="2024-02-05T16:07:06.434" v="28"/>
          <ac:spMkLst>
            <pc:docMk/>
            <pc:sldMk cId="432801520" sldId="3149"/>
            <ac:spMk id="2" creationId="{AD396DD3-3E19-8FE6-B40E-4747DADFB3E0}"/>
          </ac:spMkLst>
        </pc:spChg>
        <pc:spChg chg="add mod">
          <ac:chgData name="Hugo Alexandre Redondo Reia" userId="S::e800422@corp.santander.pt::ee4b3e12-42d8-4122-84d0-40ed8962cc0a" providerId="AD" clId="Web-{C924F99C-7A3B-445B-8617-386B2CC53BE5}" dt="2024-02-05T16:07:31.342" v="30" actId="1076"/>
          <ac:spMkLst>
            <pc:docMk/>
            <pc:sldMk cId="432801520" sldId="3149"/>
            <ac:spMk id="11" creationId="{587D9D92-9CF9-11D6-B878-E9826067CFDC}"/>
          </ac:spMkLst>
        </pc:spChg>
        <pc:grpChg chg="add del mod">
          <ac:chgData name="Hugo Alexandre Redondo Reia" userId="S::e800422@corp.santander.pt::ee4b3e12-42d8-4122-84d0-40ed8962cc0a" providerId="AD" clId="Web-{C924F99C-7A3B-445B-8617-386B2CC53BE5}" dt="2024-02-05T16:15:59.732" v="33"/>
          <ac:grpSpMkLst>
            <pc:docMk/>
            <pc:sldMk cId="432801520" sldId="3149"/>
            <ac:grpSpMk id="14" creationId="{86498A6F-C75A-4830-F95D-F81D3A52819B}"/>
          </ac:grpSpMkLst>
        </pc:grpChg>
        <pc:cxnChg chg="mod">
          <ac:chgData name="Hugo Alexandre Redondo Reia" userId="S::e800422@corp.santander.pt::ee4b3e12-42d8-4122-84d0-40ed8962cc0a" providerId="AD" clId="Web-{C924F99C-7A3B-445B-8617-386B2CC53BE5}" dt="2024-02-05T16:15:50.715" v="31"/>
          <ac:cxnSpMkLst>
            <pc:docMk/>
            <pc:sldMk cId="432801520" sldId="3149"/>
            <ac:cxnSpMk id="15" creationId="{E7B7D468-A9BF-BC58-D5AA-8FDE8CD432F0}"/>
          </ac:cxnSpMkLst>
        </pc:cxnChg>
      </pc:sldChg>
    </pc:docChg>
  </pc:docChgLst>
  <pc:docChgLst>
    <pc:chgData name="Hugo Alexandre Redondo Reia" userId="S::e800422@corp.santander.pt::ee4b3e12-42d8-4122-84d0-40ed8962cc0a" providerId="AD" clId="Web-{CB44C72C-404B-EACB-BA0D-2849224AB229}"/>
    <pc:docChg chg="modSld">
      <pc:chgData name="Hugo Alexandre Redondo Reia" userId="S::e800422@corp.santander.pt::ee4b3e12-42d8-4122-84d0-40ed8962cc0a" providerId="AD" clId="Web-{CB44C72C-404B-EACB-BA0D-2849224AB229}" dt="2024-02-05T16:25:33.607" v="1"/>
      <pc:docMkLst>
        <pc:docMk/>
      </pc:docMkLst>
      <pc:sldChg chg="delSp">
        <pc:chgData name="Hugo Alexandre Redondo Reia" userId="S::e800422@corp.santander.pt::ee4b3e12-42d8-4122-84d0-40ed8962cc0a" providerId="AD" clId="Web-{CB44C72C-404B-EACB-BA0D-2849224AB229}" dt="2024-02-05T16:25:33.607" v="1"/>
        <pc:sldMkLst>
          <pc:docMk/>
          <pc:sldMk cId="432801520" sldId="3149"/>
        </pc:sldMkLst>
        <pc:spChg chg="del">
          <ac:chgData name="Hugo Alexandre Redondo Reia" userId="S::e800422@corp.santander.pt::ee4b3e12-42d8-4122-84d0-40ed8962cc0a" providerId="AD" clId="Web-{CB44C72C-404B-EACB-BA0D-2849224AB229}" dt="2024-02-05T16:25:33.607" v="1"/>
          <ac:spMkLst>
            <pc:docMk/>
            <pc:sldMk cId="432801520" sldId="3149"/>
            <ac:spMk id="2" creationId="{AD396DD3-3E19-8FE6-B40E-4747DADFB3E0}"/>
          </ac:spMkLst>
        </pc:spChg>
        <pc:spChg chg="del">
          <ac:chgData name="Hugo Alexandre Redondo Reia" userId="S::e800422@corp.santander.pt::ee4b3e12-42d8-4122-84d0-40ed8962cc0a" providerId="AD" clId="Web-{CB44C72C-404B-EACB-BA0D-2849224AB229}" dt="2024-02-05T16:25:33.607" v="0"/>
          <ac:spMkLst>
            <pc:docMk/>
            <pc:sldMk cId="432801520" sldId="3149"/>
            <ac:spMk id="11" creationId="{587D9D92-9CF9-11D6-B878-E9826067CF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53184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9289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4231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0982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</a:rPr>
              <a:t>Ponto de Situação #6</a:t>
            </a:r>
            <a:endParaRPr lang="pt-PT" i="1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>
                <a:latin typeface="Arial" panose="020B0604020202020204" pitchFamily="34" charset="0"/>
              </a:rPr>
              <a:t>16 de fevereiro de 2024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4" y="2746617"/>
            <a:ext cx="7498749" cy="900308"/>
          </a:xfrm>
        </p:spPr>
        <p:txBody>
          <a:bodyPr/>
          <a:lstStyle/>
          <a:p>
            <a:r>
              <a:rPr lang="pt-PT" sz="2000" i="1">
                <a:latin typeface="Arial" panose="020B0604020202020204" pitchFamily="34" charset="0"/>
              </a:rPr>
              <a:t>Reporting </a:t>
            </a:r>
            <a:r>
              <a:rPr lang="pt-PT" sz="2000">
                <a:latin typeface="Arial" panose="020B0604020202020204" pitchFamily="34" charset="0"/>
              </a:rPr>
              <a:t>ESG Pilar III</a:t>
            </a: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6ª 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10</a:t>
            </a:r>
            <a:r>
              <a:rPr kumimoji="0" lang="pt-PT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:00 – 11:00</a:t>
            </a: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16 de fevereiro </a:t>
            </a:r>
            <a:r>
              <a:rPr kumimoji="0" lang="pt-PT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2024</a:t>
            </a: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30601" y="3021892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Bernardo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676079"/>
            <a:ext cx="324439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Hugo Reia</a:t>
            </a:r>
          </a:p>
          <a:p>
            <a:endParaRPr lang="pt-PT" sz="11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Rita Caguerelho</a:t>
            </a:r>
          </a:p>
          <a:p>
            <a:endParaRPr lang="pt-PT" sz="11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Dora Roxo</a:t>
            </a:r>
          </a:p>
          <a:p>
            <a:endParaRPr lang="pt-PT" sz="11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Helder Fernandes</a:t>
            </a: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6">
            <a:extLst>
              <a:ext uri="{FF2B5EF4-FFF2-40B4-BE49-F238E27FC236}">
                <a16:creationId xmlns:a16="http://schemas.microsoft.com/office/drawing/2014/main" id="{159A6AC7-D04B-4272-B901-1C6FA7F3E4E7}"/>
              </a:ext>
            </a:extLst>
          </p:cNvPr>
          <p:cNvSpPr>
            <a:spLocks/>
          </p:cNvSpPr>
          <p:nvPr/>
        </p:nvSpPr>
        <p:spPr bwMode="auto">
          <a:xfrm>
            <a:off x="7950233" y="1648026"/>
            <a:ext cx="3600000" cy="4511215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283757" y="1648026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8100985" y="1829064"/>
            <a:ext cx="3343948" cy="18312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Próximos</a:t>
            </a:r>
            <a:r>
              <a:rPr lang="en-GB" altLang="pt-PT" sz="1600" b="1" ker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lang="en-GB" altLang="pt-PT" sz="1600" b="1" kern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Passos</a:t>
            </a:r>
            <a:endParaRPr lang="en-GB" altLang="pt-PT" sz="1600" b="1" kern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de alteração metodológicas e geração de informação;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Conciliação de informação contabilística;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e carregamento de informação.</a:t>
            </a:r>
          </a:p>
        </p:txBody>
      </p: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4451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3931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3931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500111" y="5891389"/>
              <a:ext cx="934871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RAG STATUS</a:t>
              </a:r>
            </a:p>
          </p:txBody>
        </p:sp>
      </p:grpSp>
      <p:sp>
        <p:nvSpPr>
          <p:cNvPr id="41" name="Freeform 6">
            <a:extLst>
              <a:ext uri="{FF2B5EF4-FFF2-40B4-BE49-F238E27FC236}">
                <a16:creationId xmlns:a16="http://schemas.microsoft.com/office/drawing/2014/main" id="{7968FF25-F10F-4F3F-BA2E-BE2DB06264A6}"/>
              </a:ext>
            </a:extLst>
          </p:cNvPr>
          <p:cNvSpPr>
            <a:spLocks/>
          </p:cNvSpPr>
          <p:nvPr/>
        </p:nvSpPr>
        <p:spPr bwMode="auto">
          <a:xfrm>
            <a:off x="617282" y="1648026"/>
            <a:ext cx="3600000" cy="4511227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sym typeface="Helvetica Light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C4BC3C-1F70-4500-AC90-B256830C063D}"/>
              </a:ext>
            </a:extLst>
          </p:cNvPr>
          <p:cNvSpPr txBox="1"/>
          <p:nvPr/>
        </p:nvSpPr>
        <p:spPr>
          <a:xfrm>
            <a:off x="617282" y="1844955"/>
            <a:ext cx="3600000" cy="2754600"/>
          </a:xfrm>
          <a:prstGeom prst="rect">
            <a:avLst/>
          </a:prstGeom>
          <a:noFill/>
        </p:spPr>
        <p:txBody>
          <a:bodyPr wrap="square" lIns="72000" tIns="45720" rIns="18000" bIns="45720" rtlCol="0" anchor="t">
            <a:spAutoFit/>
          </a:bodyPr>
          <a:lstStyle/>
          <a:p>
            <a:pPr marL="0" marR="0" lvl="0" indent="0" defTabSz="412629" eaLnBrk="1" fontAlgn="auto" latinLnBrk="0" hangingPunc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pt-PT" sz="16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Progresso</a:t>
            </a:r>
            <a:endParaRPr kumimoji="0" lang="pt-PT" sz="16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da implementação de alterações metodológicas e funcionais nos processos de geração de </a:t>
            </a:r>
            <a:r>
              <a:rPr lang="pt-PT" sz="1200" i="1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20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da geração do universo local;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de análises comparativas face aos exercícios de Jun23;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do processo de validação (ex. controlos vs GD);</a:t>
            </a:r>
          </a:p>
          <a:p>
            <a:pPr marL="171450" indent="-171450" algn="l" defTabSz="4126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PT" sz="120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Início de confronto com o XBRL.</a:t>
            </a:r>
          </a:p>
        </p:txBody>
      </p:sp>
      <p:sp>
        <p:nvSpPr>
          <p:cNvPr id="40" name="AutoShape 5">
            <a:extLst>
              <a:ext uri="{FF2B5EF4-FFF2-40B4-BE49-F238E27FC236}">
                <a16:creationId xmlns:a16="http://schemas.microsoft.com/office/drawing/2014/main" id="{C685FF1D-0939-4A5D-B535-CCF8B56EE62E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2078040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sym typeface="Helvetica Light"/>
            </a:endParaRPr>
          </a:p>
        </p:txBody>
      </p:sp>
      <p:pic>
        <p:nvPicPr>
          <p:cNvPr id="48" name="Graphic 47" descr="List RTL">
            <a:extLst>
              <a:ext uri="{FF2B5EF4-FFF2-40B4-BE49-F238E27FC236}">
                <a16:creationId xmlns:a16="http://schemas.microsoft.com/office/drawing/2014/main" id="{B6DA387A-C4F6-4715-B166-03D3C4B05563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54636" y="1317778"/>
            <a:ext cx="522516" cy="523306"/>
          </a:xfrm>
          <a:prstGeom prst="rect">
            <a:avLst/>
          </a:prstGeom>
        </p:spPr>
      </p:pic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5" name="AutoShape 5">
            <a:extLst>
              <a:ext uri="{FF2B5EF4-FFF2-40B4-BE49-F238E27FC236}">
                <a16:creationId xmlns:a16="http://schemas.microsoft.com/office/drawing/2014/main" id="{43D09C47-A09D-47B1-B48B-2A227BBF0D28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9410991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pic>
        <p:nvPicPr>
          <p:cNvPr id="53" name="Graphic 52" descr="Connections">
            <a:extLst>
              <a:ext uri="{FF2B5EF4-FFF2-40B4-BE49-F238E27FC236}">
                <a16:creationId xmlns:a16="http://schemas.microsoft.com/office/drawing/2014/main" id="{2958E870-3676-43BF-9A54-C2C8707995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466013" y="1295211"/>
            <a:ext cx="568440" cy="568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4342198" y="1829064"/>
            <a:ext cx="3343948" cy="126188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pt-PT" altLang="pt-PT" sz="1600" b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</a:p>
          <a:p>
            <a:pPr marL="285750" lvl="0" indent="-285750" algn="l" defTabSz="412629" hangingPunct="0">
              <a:buFont typeface="Arial" panose="020B0604020202020204" pitchFamily="34" charset="0"/>
              <a:buChar char="•"/>
            </a:pPr>
            <a:r>
              <a:rPr lang="pt-PT" altLang="pt-PT" sz="120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Atrasos na geração dos </a:t>
            </a:r>
            <a:r>
              <a:rPr lang="pt-PT" altLang="pt-PT" sz="1200" i="1" err="1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altLang="pt-PT" sz="120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devido atrasos na respostas da Corporação (</a:t>
            </a:r>
            <a:r>
              <a:rPr lang="pt-PT" altLang="pt-PT" sz="1200" i="1" err="1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altLang="pt-PT" sz="120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1, 4, 7 e STE).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84719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6443751" y="2184719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>
            <a:off x="6661790" y="1269266"/>
            <a:ext cx="0" cy="4068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>
            <a:off x="8224846" y="1266414"/>
            <a:ext cx="0" cy="4068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 flipH="1">
            <a:off x="9770848" y="1264821"/>
            <a:ext cx="0" cy="4083452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Rectangle 7">
            <a:extLst>
              <a:ext uri="{FF2B5EF4-FFF2-40B4-BE49-F238E27FC236}">
                <a16:creationId xmlns:a16="http://schemas.microsoft.com/office/drawing/2014/main" id="{32FCE88E-3817-DD23-CFAD-AC4F1D63AF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2971155"/>
            <a:ext cx="10669830" cy="573806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3.1 Satélites 79, 80, 83,</a:t>
            </a:r>
            <a:r>
              <a:rPr kumimoji="0" lang="pt-PT" sz="90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84,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 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1, 2, 4, 5, 6, 7, 8, 9 e 10</a:t>
            </a:r>
            <a:endParaRPr kumimoji="0" lang="en-US" sz="90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Rectangle 7">
            <a:extLst>
              <a:ext uri="{FF2B5EF4-FFF2-40B4-BE49-F238E27FC236}">
                <a16:creationId xmlns:a16="http://schemas.microsoft.com/office/drawing/2014/main" id="{F39F4296-322E-24AF-7823-0F71391E7D7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2149275"/>
            <a:ext cx="10669830" cy="514723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 Universo Corporativo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 Universo Local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48" name="Text Placeholder 3">
            <a:extLst>
              <a:ext uri="{FF2B5EF4-FFF2-40B4-BE49-F238E27FC236}">
                <a16:creationId xmlns:a16="http://schemas.microsoft.com/office/drawing/2014/main" id="{67140A32-92FB-BF04-B8DF-49B6439C86B2}"/>
              </a:ext>
            </a:extLst>
          </p:cNvPr>
          <p:cNvSpPr txBox="1">
            <a:spLocks/>
          </p:cNvSpPr>
          <p:nvPr/>
        </p:nvSpPr>
        <p:spPr>
          <a:xfrm>
            <a:off x="618866" y="5438891"/>
            <a:ext cx="757562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Legenda:</a:t>
            </a: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024F0507-E898-C529-0FCE-7F4EC04DC764}"/>
              </a:ext>
            </a:extLst>
          </p:cNvPr>
          <p:cNvGrpSpPr/>
          <p:nvPr/>
        </p:nvGrpSpPr>
        <p:grpSpPr>
          <a:xfrm>
            <a:off x="1326371" y="5449737"/>
            <a:ext cx="1331692" cy="244682"/>
            <a:chOff x="932671" y="5761026"/>
            <a:chExt cx="1331692" cy="244682"/>
          </a:xfrm>
        </p:grpSpPr>
        <p:sp>
          <p:nvSpPr>
            <p:cNvPr id="255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1041210" y="5761026"/>
              <a:ext cx="1223153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Reunião de </a:t>
              </a:r>
              <a:r>
                <a:rPr kumimoji="0" lang="pt-PT" sz="900" b="0" i="1" u="none" strike="noStrike" kern="1200" cap="none" spc="0" normalizeH="0" baseline="0" noProof="0" err="1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Kick-off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59" name="Diamond 258">
              <a:extLst>
                <a:ext uri="{FF2B5EF4-FFF2-40B4-BE49-F238E27FC236}">
                  <a16:creationId xmlns:a16="http://schemas.microsoft.com/office/drawing/2014/main" id="{EC9E2059-8B8F-0955-1A17-AA0DE01B234B}"/>
                </a:ext>
              </a:extLst>
            </p:cNvPr>
            <p:cNvSpPr/>
            <p:nvPr/>
          </p:nvSpPr>
          <p:spPr>
            <a:xfrm>
              <a:off x="932671" y="5812641"/>
              <a:ext cx="108000" cy="108000"/>
            </a:xfrm>
            <a:prstGeom prst="diamond">
              <a:avLst/>
            </a:prstGeom>
            <a:solidFill>
              <a:schemeClr val="accent4"/>
            </a:solidFill>
            <a:ln w="3175" cap="flat" cmpd="sng" algn="ctr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B46AF1E2-0B63-59BC-2001-6CF342FB4E78}"/>
              </a:ext>
            </a:extLst>
          </p:cNvPr>
          <p:cNvGrpSpPr/>
          <p:nvPr/>
        </p:nvGrpSpPr>
        <p:grpSpPr>
          <a:xfrm>
            <a:off x="1326371" y="5633835"/>
            <a:ext cx="1280912" cy="244682"/>
            <a:chOff x="2233302" y="5761026"/>
            <a:chExt cx="1280912" cy="244682"/>
          </a:xfrm>
        </p:grpSpPr>
        <p:sp>
          <p:nvSpPr>
            <p:cNvPr id="265" name="Diamond 264">
              <a:extLst>
                <a:ext uri="{FF2B5EF4-FFF2-40B4-BE49-F238E27FC236}">
                  <a16:creationId xmlns:a16="http://schemas.microsoft.com/office/drawing/2014/main" id="{EE69AA38-1D32-2074-7557-8D314F70920D}"/>
                </a:ext>
              </a:extLst>
            </p:cNvPr>
            <p:cNvSpPr/>
            <p:nvPr/>
          </p:nvSpPr>
          <p:spPr>
            <a:xfrm>
              <a:off x="2233302" y="5812709"/>
              <a:ext cx="108000" cy="108000"/>
            </a:xfrm>
            <a:prstGeom prst="diamond">
              <a:avLst/>
            </a:prstGeom>
            <a:solidFill>
              <a:srgbClr val="FFFFFF"/>
            </a:solidFill>
            <a:ln w="31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66" name="Text Placeholder 3">
              <a:extLst>
                <a:ext uri="{FF2B5EF4-FFF2-40B4-BE49-F238E27FC236}">
                  <a16:creationId xmlns:a16="http://schemas.microsoft.com/office/drawing/2014/main" id="{55767F44-8570-462D-4523-E02A06F35561}"/>
                </a:ext>
              </a:extLst>
            </p:cNvPr>
            <p:cNvSpPr txBox="1">
              <a:spLocks/>
            </p:cNvSpPr>
            <p:nvPr/>
          </p:nvSpPr>
          <p:spPr>
            <a:xfrm>
              <a:off x="2337703" y="5761026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Reunião de PDS</a:t>
              </a:r>
              <a:endPara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813826B4-FBEB-D1C0-EF6C-EC0C161D10EA}"/>
              </a:ext>
            </a:extLst>
          </p:cNvPr>
          <p:cNvCxnSpPr>
            <a:cxnSpLocks/>
          </p:cNvCxnSpPr>
          <p:nvPr/>
        </p:nvCxnSpPr>
        <p:spPr>
          <a:xfrm>
            <a:off x="5121554" y="857242"/>
            <a:ext cx="1512000" cy="891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headEnd type="diamond" w="med" len="sm"/>
            <a:tailEnd type="diamond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 Box 74">
            <a:extLst>
              <a:ext uri="{FF2B5EF4-FFF2-40B4-BE49-F238E27FC236}">
                <a16:creationId xmlns:a16="http://schemas.microsoft.com/office/drawing/2014/main" id="{15016070-330A-ECBF-4277-BFE442FABFB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634521" y="737516"/>
            <a:ext cx="531385" cy="24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7164" tIns="46783" rIns="97164" bIns="46783">
            <a:sp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412629" eaLnBrk="0">
              <a:defRPr sz="1000" i="1">
                <a:solidFill>
                  <a:schemeClr val="bg1">
                    <a:lumMod val="85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4126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Helvetica Light"/>
              </a:rPr>
              <a:t>2023</a:t>
            </a:r>
            <a:endParaRPr kumimoji="0" lang="en-US" sz="1000" b="0" i="1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sym typeface="Helvetica Light"/>
            </a:endParaRPr>
          </a:p>
        </p:txBody>
      </p: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B4FA39CE-9C5D-7C75-1F6E-FD3C824CFF53}"/>
              </a:ext>
            </a:extLst>
          </p:cNvPr>
          <p:cNvCxnSpPr>
            <a:cxnSpLocks/>
          </p:cNvCxnSpPr>
          <p:nvPr/>
        </p:nvCxnSpPr>
        <p:spPr>
          <a:xfrm>
            <a:off x="6724592" y="866386"/>
            <a:ext cx="4608000" cy="891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headEnd type="diamond" w="med" len="sm"/>
            <a:tailEnd type="diamond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Text Box 74">
            <a:extLst>
              <a:ext uri="{FF2B5EF4-FFF2-40B4-BE49-F238E27FC236}">
                <a16:creationId xmlns:a16="http://schemas.microsoft.com/office/drawing/2014/main" id="{40CC0388-44F5-D2C9-0456-96419F1B6888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704592" y="729135"/>
            <a:ext cx="648000" cy="24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7164" tIns="46783" rIns="97164" bIns="46783">
            <a:spAutoFit/>
          </a:bodyPr>
          <a:lstStyle/>
          <a:p>
            <a:pPr marL="0" marR="0" lvl="0" indent="0" algn="ctr" defTabSz="4126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2024</a:t>
            </a:r>
            <a:endParaRPr kumimoji="0" lang="en-US" sz="1000" b="0" i="1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B5C2C16B-CFC1-B65A-63F9-6AFE0218F868}"/>
              </a:ext>
            </a:extLst>
          </p:cNvPr>
          <p:cNvSpPr/>
          <p:nvPr/>
        </p:nvSpPr>
        <p:spPr>
          <a:xfrm>
            <a:off x="8217934" y="97750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Fevereiro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AE06BD79-D877-BA27-5216-2E0DC6EFD1CC}"/>
              </a:ext>
            </a:extLst>
          </p:cNvPr>
          <p:cNvSpPr/>
          <p:nvPr/>
        </p:nvSpPr>
        <p:spPr>
          <a:xfrm>
            <a:off x="5104757" y="977503"/>
            <a:ext cx="1557319" cy="241144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Dezembro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C98638E6-8570-46FC-19B1-3E03B99ECF7F}"/>
              </a:ext>
            </a:extLst>
          </p:cNvPr>
          <p:cNvSpPr/>
          <p:nvPr/>
        </p:nvSpPr>
        <p:spPr>
          <a:xfrm>
            <a:off x="6662077" y="97750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Janeiro</a:t>
            </a:r>
          </a:p>
        </p:txBody>
      </p:sp>
      <p:sp>
        <p:nvSpPr>
          <p:cNvPr id="295" name="Text Placeholder 3">
            <a:extLst>
              <a:ext uri="{FF2B5EF4-FFF2-40B4-BE49-F238E27FC236}">
                <a16:creationId xmlns:a16="http://schemas.microsoft.com/office/drawing/2014/main" id="{0B9F269B-D29F-4F28-3414-154977BB7440}"/>
              </a:ext>
            </a:extLst>
          </p:cNvPr>
          <p:cNvSpPr txBox="1">
            <a:spLocks/>
          </p:cNvSpPr>
          <p:nvPr/>
        </p:nvSpPr>
        <p:spPr>
          <a:xfrm>
            <a:off x="161666" y="6327499"/>
            <a:ext cx="757562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sz="1000" b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Notas:</a:t>
            </a: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06" name="Rectangle 7">
            <a:extLst>
              <a:ext uri="{FF2B5EF4-FFF2-40B4-BE49-F238E27FC236}">
                <a16:creationId xmlns:a16="http://schemas.microsoft.com/office/drawing/2014/main" id="{0B6BBAA4-62CB-4C3D-5F0A-BECEEDB459E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157078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Importação e preparação de 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inputs</a:t>
            </a:r>
            <a:endParaRPr kumimoji="0" lang="en-US" sz="900" b="1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5269479" y="1624788"/>
            <a:ext cx="14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7">
            <a:extLst>
              <a:ext uri="{FF2B5EF4-FFF2-40B4-BE49-F238E27FC236}">
                <a16:creationId xmlns:a16="http://schemas.microsoft.com/office/drawing/2014/main" id="{E3725691-C811-B41C-A645-880565B17C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187251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</a:t>
            </a:r>
            <a:r>
              <a:rPr kumimoji="0" lang="pt-PT" sz="900" b="1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Implementação de alterações nos universos</a:t>
            </a:r>
            <a:endParaRPr kumimoji="0" lang="pt-PT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0" name="Rectangle 7">
            <a:extLst>
              <a:ext uri="{FF2B5EF4-FFF2-40B4-BE49-F238E27FC236}">
                <a16:creationId xmlns:a16="http://schemas.microsoft.com/office/drawing/2014/main" id="{CC50B0AF-DE02-22E1-EBAB-BE1DFC0E653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2696550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lvl="0" algn="l" defTabSz="412629"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Implementação de alterações nos Satélites e </a:t>
            </a:r>
            <a:r>
              <a:rPr lang="pt-PT" sz="9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</a:p>
        </p:txBody>
      </p:sp>
      <p:sp>
        <p:nvSpPr>
          <p:cNvPr id="73" name="Rectangle 7">
            <a:extLst>
              <a:ext uri="{FF2B5EF4-FFF2-40B4-BE49-F238E27FC236}">
                <a16:creationId xmlns:a16="http://schemas.microsoft.com/office/drawing/2014/main" id="{32FCE88E-3817-DD23-CFAD-AC4F1D63AF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1" y="3861501"/>
            <a:ext cx="10669830" cy="573806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 Satélites 79, 80, 83,</a:t>
            </a:r>
            <a:r>
              <a:rPr kumimoji="0" lang="pt-PT" sz="90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84,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4.2 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1,2, 4, 5, 6, 7, 8, 9 e 10</a:t>
            </a:r>
            <a:endParaRPr kumimoji="0" lang="en-US" sz="90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4" name="Rectangle 7">
            <a:extLst>
              <a:ext uri="{FF2B5EF4-FFF2-40B4-BE49-F238E27FC236}">
                <a16:creationId xmlns:a16="http://schemas.microsoft.com/office/drawing/2014/main" id="{E27ED112-F667-B260-55CB-3F865C3215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2762" y="3584815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Conciliação de informação contabilística</a:t>
            </a:r>
            <a:r>
              <a:rPr lang="pt-PT" sz="9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0" lang="en-US" sz="900" b="1" i="0" u="none" strike="noStrike" kern="1200" cap="none" spc="0" normalizeH="0" baseline="3000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9" name="Rectangle 7">
            <a:extLst>
              <a:ext uri="{FF2B5EF4-FFF2-40B4-BE49-F238E27FC236}">
                <a16:creationId xmlns:a16="http://schemas.microsoft.com/office/drawing/2014/main" id="{04D635D7-ADA9-926F-CEAA-3D274C4BF5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6712" y="4783804"/>
            <a:ext cx="10669566" cy="572545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.1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Satélites 79, 80, 83, 84, 93 e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50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.2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</a:t>
            </a:r>
          </a:p>
        </p:txBody>
      </p:sp>
      <p:sp>
        <p:nvSpPr>
          <p:cNvPr id="80" name="Rectangle 7">
            <a:extLst>
              <a:ext uri="{FF2B5EF4-FFF2-40B4-BE49-F238E27FC236}">
                <a16:creationId xmlns:a16="http://schemas.microsoft.com/office/drawing/2014/main" id="{3EED73CA-1FD5-3B8C-2CE5-3C195E8E78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4662" y="4472518"/>
            <a:ext cx="10669566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Geração e carregamento de informação</a:t>
            </a:r>
            <a:r>
              <a:rPr lang="pt-PT" sz="9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0" lang="en-US" sz="900" b="1" i="0" u="none" strike="noStrike" kern="1200" cap="none" spc="0" normalizeH="0" baseline="3000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C843EB6-C2AC-24B5-849F-0594A685AF19}"/>
              </a:ext>
            </a:extLst>
          </p:cNvPr>
          <p:cNvGrpSpPr/>
          <p:nvPr/>
        </p:nvGrpSpPr>
        <p:grpSpPr>
          <a:xfrm>
            <a:off x="1326371" y="5845364"/>
            <a:ext cx="1270505" cy="244682"/>
            <a:chOff x="4094233" y="5919315"/>
            <a:chExt cx="1270505" cy="244682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89FE6DA-EC72-AFEE-5D2D-A27991FCC824}"/>
                </a:ext>
              </a:extLst>
            </p:cNvPr>
            <p:cNvSpPr/>
            <p:nvPr/>
          </p:nvSpPr>
          <p:spPr>
            <a:xfrm>
              <a:off x="4094233" y="5951992"/>
              <a:ext cx="126000" cy="125954"/>
            </a:xfrm>
            <a:prstGeom prst="rect">
              <a:avLst/>
            </a:prstGeom>
            <a:pattFill prst="ltDnDiag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 Placeholder 3">
              <a:extLst>
                <a:ext uri="{FF2B5EF4-FFF2-40B4-BE49-F238E27FC236}">
                  <a16:creationId xmlns:a16="http://schemas.microsoft.com/office/drawing/2014/main" id="{4C2709CD-2FD0-B9B0-F051-4798215CD7E4}"/>
                </a:ext>
              </a:extLst>
            </p:cNvPr>
            <p:cNvSpPr txBox="1">
              <a:spLocks/>
            </p:cNvSpPr>
            <p:nvPr/>
          </p:nvSpPr>
          <p:spPr>
            <a:xfrm>
              <a:off x="4188227" y="5919315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1" u="none" strike="noStrike" kern="1200" cap="none" spc="0" normalizeH="0" baseline="0" noProof="0" err="1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Freeze</a:t>
              </a: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do projeto</a:t>
              </a:r>
              <a:endPara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97" name="Text Placeholder 3">
            <a:extLst>
              <a:ext uri="{FF2B5EF4-FFF2-40B4-BE49-F238E27FC236}">
                <a16:creationId xmlns:a16="http://schemas.microsoft.com/office/drawing/2014/main" id="{4DB53043-2D6A-8A8B-B73A-1B963ECE5ECE}"/>
              </a:ext>
            </a:extLst>
          </p:cNvPr>
          <p:cNvSpPr txBox="1">
            <a:spLocks/>
          </p:cNvSpPr>
          <p:nvPr/>
        </p:nvSpPr>
        <p:spPr>
          <a:xfrm>
            <a:off x="608313" y="6344427"/>
            <a:ext cx="10551427" cy="4880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projeto</a:t>
            </a:r>
            <a:r>
              <a:rPr kumimoji="0" lang="pt-PT" sz="8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prevê um período de </a:t>
            </a:r>
            <a:r>
              <a:rPr kumimoji="0" lang="pt-PT" sz="800" i="1" u="none" strike="noStrike" kern="120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freeze</a:t>
            </a: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22</a:t>
            </a: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dezembro a </a:t>
            </a:r>
            <a:r>
              <a:rPr lang="pt-PT" sz="800" noProof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29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dezembro de 2023.</a:t>
            </a:r>
          </a:p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Atividades</a:t>
            </a:r>
            <a:r>
              <a:rPr kumimoji="0" lang="pt-PT" sz="800" b="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i="0" u="none" strike="noStrike" kern="1200" cap="none" spc="0" normalizeH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nã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</a:t>
            </a:r>
            <a:r>
              <a:rPr kumimoji="0" lang="pt-PT" sz="800" b="0" i="0" u="none" strike="noStrike" kern="120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executadas em virtude de procedimentos de conciliação corporativa face ao paralelo enviado pela Contabilidade.</a:t>
            </a:r>
          </a:p>
          <a:p>
            <a:pPr marL="0" lvl="0" indent="0" defTabSz="456838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pt-PT" sz="8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Detalhe apresentado no </a:t>
            </a:r>
            <a:r>
              <a:rPr lang="pt-PT" sz="80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slide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5.</a:t>
            </a:r>
            <a:endParaRPr kumimoji="0" lang="pt-PT" sz="800" b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98" name="Rectangle 7">
            <a:extLst>
              <a:ext uri="{FF2B5EF4-FFF2-40B4-BE49-F238E27FC236}">
                <a16:creationId xmlns:a16="http://schemas.microsoft.com/office/drawing/2014/main" id="{F1B178EE-AE66-41BF-E169-ACA4F7269C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0657" y="1269058"/>
            <a:ext cx="10669830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0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Gestão de projeto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FA74E09-F25B-4813-848B-653EB68BD8BA}"/>
              </a:ext>
            </a:extLst>
          </p:cNvPr>
          <p:cNvSpPr/>
          <p:nvPr/>
        </p:nvSpPr>
        <p:spPr>
          <a:xfrm>
            <a:off x="9773791" y="977503"/>
            <a:ext cx="15588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Março</a:t>
            </a:r>
          </a:p>
        </p:txBody>
      </p: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686433" y="5593177"/>
            <a:ext cx="3610821" cy="232821"/>
            <a:chOff x="3394765" y="5751275"/>
            <a:chExt cx="3610821" cy="232821"/>
          </a:xfrm>
        </p:grpSpPr>
        <p:sp>
          <p:nvSpPr>
            <p:cNvPr id="322" name="Diamond 321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23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3506420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sz="9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9 Fevereiro </a:t>
              </a:r>
              <a:r>
                <a:rPr kumimoji="0" lang="pt-PT" sz="900" b="0" u="none" strike="noStrike" kern="1200" cap="none" spc="0" normalizeH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– Início de disponibilização dos templates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5994AEC1-C710-A616-6192-069607C11AF5}"/>
              </a:ext>
            </a:extLst>
          </p:cNvPr>
          <p:cNvCxnSpPr>
            <a:cxnSpLocks/>
          </p:cNvCxnSpPr>
          <p:nvPr/>
        </p:nvCxnSpPr>
        <p:spPr>
          <a:xfrm>
            <a:off x="4022164" y="130723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0546C6ED-ECD1-969E-270F-F6485356E355}"/>
              </a:ext>
            </a:extLst>
          </p:cNvPr>
          <p:cNvCxnSpPr>
            <a:cxnSpLocks/>
          </p:cNvCxnSpPr>
          <p:nvPr/>
        </p:nvCxnSpPr>
        <p:spPr>
          <a:xfrm>
            <a:off x="4443485" y="130723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9A53A3A5-0F59-F27D-02AB-72B681403510}"/>
              </a:ext>
            </a:extLst>
          </p:cNvPr>
          <p:cNvSpPr txBox="1"/>
          <p:nvPr/>
        </p:nvSpPr>
        <p:spPr>
          <a:xfrm>
            <a:off x="4022804" y="989880"/>
            <a:ext cx="824898" cy="24114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defTabSz="1218926" eaLnBrk="0">
              <a:defRPr sz="800" b="1" kern="0">
                <a:solidFill>
                  <a:srgbClr val="EBEBE6"/>
                </a:solidFill>
                <a:uLnTx/>
                <a:latin typeface="Muli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pt-PT" i="1">
                <a:solidFill>
                  <a:schemeClr val="tx1"/>
                </a:solidFill>
                <a:latin typeface="Arial" panose="020B0604020202020204" pitchFamily="34" charset="0"/>
              </a:rPr>
              <a:t>Status</a:t>
            </a:r>
            <a:r>
              <a:rPr lang="pt-PT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F42ED2D-AB5E-C90C-080C-52DCDCC2A810}"/>
              </a:ext>
            </a:extLst>
          </p:cNvPr>
          <p:cNvSpPr txBox="1"/>
          <p:nvPr/>
        </p:nvSpPr>
        <p:spPr>
          <a:xfrm>
            <a:off x="3960640" y="1250188"/>
            <a:ext cx="5400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PT" sz="7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PdS</a:t>
            </a:r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Anterior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40CAF41-0788-BE67-23A3-AA607F6EBAD4}"/>
              </a:ext>
            </a:extLst>
          </p:cNvPr>
          <p:cNvSpPr txBox="1"/>
          <p:nvPr/>
        </p:nvSpPr>
        <p:spPr>
          <a:xfrm>
            <a:off x="4376326" y="1250188"/>
            <a:ext cx="5400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PT" sz="7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PdS</a:t>
            </a:r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Atual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7540F58-8AD3-2851-2AD4-79A027748A48}"/>
              </a:ext>
            </a:extLst>
          </p:cNvPr>
          <p:cNvSpPr txBox="1"/>
          <p:nvPr/>
        </p:nvSpPr>
        <p:spPr>
          <a:xfrm>
            <a:off x="3969108" y="1524858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AC0211D-01D2-84F7-6DF7-74CCD54F23C1}"/>
              </a:ext>
            </a:extLst>
          </p:cNvPr>
          <p:cNvSpPr txBox="1"/>
          <p:nvPr/>
        </p:nvSpPr>
        <p:spPr>
          <a:xfrm>
            <a:off x="4385206" y="1524858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CC80B7-C51B-F0D7-18C3-55C57627F2ED}"/>
              </a:ext>
            </a:extLst>
          </p:cNvPr>
          <p:cNvGrpSpPr/>
          <p:nvPr/>
        </p:nvGrpSpPr>
        <p:grpSpPr>
          <a:xfrm>
            <a:off x="3966080" y="3194129"/>
            <a:ext cx="937930" cy="334800"/>
            <a:chOff x="3546872" y="3449580"/>
            <a:chExt cx="937930" cy="334800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7A1B110-FD07-C405-49CA-D5F5E687AACB}"/>
                </a:ext>
              </a:extLst>
            </p:cNvPr>
            <p:cNvSpPr txBox="1"/>
            <p:nvPr/>
          </p:nvSpPr>
          <p:spPr>
            <a:xfrm>
              <a:off x="3546872" y="344958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74FB623B-B63C-354A-C03F-6F177DFE10B7}"/>
                </a:ext>
              </a:extLst>
            </p:cNvPr>
            <p:cNvSpPr txBox="1"/>
            <p:nvPr/>
          </p:nvSpPr>
          <p:spPr>
            <a:xfrm>
              <a:off x="3944802" y="344958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29%</a:t>
              </a:r>
            </a:p>
          </p:txBody>
        </p:sp>
      </p:grpSp>
      <p:sp>
        <p:nvSpPr>
          <p:cNvPr id="210" name="TextBox 209">
            <a:extLst>
              <a:ext uri="{FF2B5EF4-FFF2-40B4-BE49-F238E27FC236}">
                <a16:creationId xmlns:a16="http://schemas.microsoft.com/office/drawing/2014/main" id="{4D71B009-AAD5-C856-2B53-248BD65DB0FD}"/>
              </a:ext>
            </a:extLst>
          </p:cNvPr>
          <p:cNvSpPr txBox="1"/>
          <p:nvPr/>
        </p:nvSpPr>
        <p:spPr>
          <a:xfrm>
            <a:off x="4388248" y="2660807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55%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FD5C9200-8EF6-7833-525B-9DF43E4D2318}"/>
              </a:ext>
            </a:extLst>
          </p:cNvPr>
          <p:cNvSpPr txBox="1"/>
          <p:nvPr/>
        </p:nvSpPr>
        <p:spPr>
          <a:xfrm>
            <a:off x="3966357" y="2661956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43%</a:t>
            </a:r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A6C6FF46-73D5-E8C6-EA55-950892A64E8E}"/>
              </a:ext>
            </a:extLst>
          </p:cNvPr>
          <p:cNvCxnSpPr>
            <a:cxnSpLocks/>
          </p:cNvCxnSpPr>
          <p:nvPr/>
        </p:nvCxnSpPr>
        <p:spPr>
          <a:xfrm>
            <a:off x="4847062" y="1307234"/>
            <a:ext cx="0" cy="3996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TextBox 382">
            <a:extLst>
              <a:ext uri="{FF2B5EF4-FFF2-40B4-BE49-F238E27FC236}">
                <a16:creationId xmlns:a16="http://schemas.microsoft.com/office/drawing/2014/main" id="{A8EA4DFA-B4D9-2546-6C0F-DB8C2CDAD4A6}"/>
              </a:ext>
            </a:extLst>
          </p:cNvPr>
          <p:cNvSpPr txBox="1"/>
          <p:nvPr/>
        </p:nvSpPr>
        <p:spPr>
          <a:xfrm>
            <a:off x="3969108" y="212213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47ABF4FE-8E7D-08D1-9CD3-05C2BDDA4393}"/>
              </a:ext>
            </a:extLst>
          </p:cNvPr>
          <p:cNvSpPr txBox="1"/>
          <p:nvPr/>
        </p:nvSpPr>
        <p:spPr>
          <a:xfrm>
            <a:off x="4385206" y="2124912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C4253CC7-A4C3-A35F-7DDD-EC7F5B55D587}"/>
              </a:ext>
            </a:extLst>
          </p:cNvPr>
          <p:cNvSpPr txBox="1"/>
          <p:nvPr/>
        </p:nvSpPr>
        <p:spPr>
          <a:xfrm>
            <a:off x="3969108" y="2352670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40%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55327F54-AE39-104D-D7ED-FEB9F88B2CC6}"/>
              </a:ext>
            </a:extLst>
          </p:cNvPr>
          <p:cNvSpPr txBox="1"/>
          <p:nvPr/>
        </p:nvSpPr>
        <p:spPr>
          <a:xfrm>
            <a:off x="4385206" y="2356646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225F0A2C-747F-8150-EE52-AAA661716D0A}"/>
              </a:ext>
            </a:extLst>
          </p:cNvPr>
          <p:cNvGrpSpPr/>
          <p:nvPr/>
        </p:nvGrpSpPr>
        <p:grpSpPr>
          <a:xfrm>
            <a:off x="3967354" y="3872637"/>
            <a:ext cx="937930" cy="334800"/>
            <a:chOff x="3546872" y="2079604"/>
            <a:chExt cx="937930" cy="334800"/>
          </a:xfrm>
        </p:grpSpPr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C1161F59-3329-1047-B876-5864E8C9673C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4828B216-C759-E341-693F-F848F03072C6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17009D62-C884-966D-E8E4-AE840B05C9E2}"/>
              </a:ext>
            </a:extLst>
          </p:cNvPr>
          <p:cNvGrpSpPr/>
          <p:nvPr/>
        </p:nvGrpSpPr>
        <p:grpSpPr>
          <a:xfrm>
            <a:off x="3967354" y="4080208"/>
            <a:ext cx="937930" cy="334800"/>
            <a:chOff x="3546872" y="2079604"/>
            <a:chExt cx="937930" cy="334800"/>
          </a:xfrm>
        </p:grpSpPr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E4974544-D40E-A3ED-9AA0-C8410A280CC2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18EC86A4-254A-24D8-E537-C677D70C710F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2896EEDB-A8A2-F524-859E-CF2545CDA978}"/>
              </a:ext>
            </a:extLst>
          </p:cNvPr>
          <p:cNvGrpSpPr/>
          <p:nvPr/>
        </p:nvGrpSpPr>
        <p:grpSpPr>
          <a:xfrm>
            <a:off x="3967354" y="3534115"/>
            <a:ext cx="937930" cy="334800"/>
            <a:chOff x="3546872" y="2079604"/>
            <a:chExt cx="937930" cy="334800"/>
          </a:xfrm>
        </p:grpSpPr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45EAD5D1-D6C6-8552-02D5-40CBCD41B04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72%</a:t>
              </a:r>
            </a:p>
          </p:txBody>
        </p:sp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7BC3E9DD-EB4B-67A1-6C03-7857933CFB64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72%</a:t>
              </a:r>
            </a:p>
          </p:txBody>
        </p: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9F2E36A3-5244-9DE5-4940-CE2A8CDB2D25}"/>
              </a:ext>
            </a:extLst>
          </p:cNvPr>
          <p:cNvGrpSpPr/>
          <p:nvPr/>
        </p:nvGrpSpPr>
        <p:grpSpPr>
          <a:xfrm>
            <a:off x="3966657" y="4770139"/>
            <a:ext cx="937930" cy="334800"/>
            <a:chOff x="3546872" y="2079604"/>
            <a:chExt cx="937930" cy="334800"/>
          </a:xfrm>
        </p:grpSpPr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D4374257-274D-2B6B-DC5C-7001F48DFCF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0B1E97E1-FD9D-7E4F-BCEF-7B4CA8182DC3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A4D5DC96-7354-9CCC-3F02-B12E6FC4E977}"/>
              </a:ext>
            </a:extLst>
          </p:cNvPr>
          <p:cNvGrpSpPr/>
          <p:nvPr/>
        </p:nvGrpSpPr>
        <p:grpSpPr>
          <a:xfrm>
            <a:off x="3968242" y="4976467"/>
            <a:ext cx="937930" cy="334800"/>
            <a:chOff x="3546872" y="2079604"/>
            <a:chExt cx="937930" cy="334800"/>
          </a:xfrm>
        </p:grpSpPr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9139EFA5-1B35-4E16-A1F4-0B39EB5CE86B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id="{64376152-16FB-B4FA-8CAC-6FB997DF3FB2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AC112C4-C369-9860-CCEB-08E317A801E9}"/>
              </a:ext>
            </a:extLst>
          </p:cNvPr>
          <p:cNvSpPr txBox="1"/>
          <p:nvPr/>
        </p:nvSpPr>
        <p:spPr>
          <a:xfrm>
            <a:off x="3969108" y="184126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63%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FF698-7023-AA42-07B9-13EE7A6008C6}"/>
              </a:ext>
            </a:extLst>
          </p:cNvPr>
          <p:cNvSpPr txBox="1"/>
          <p:nvPr/>
        </p:nvSpPr>
        <p:spPr>
          <a:xfrm>
            <a:off x="4385206" y="184126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C117A7-1D1E-1532-264A-58633CBD99F8}"/>
              </a:ext>
            </a:extLst>
          </p:cNvPr>
          <p:cNvGrpSpPr/>
          <p:nvPr/>
        </p:nvGrpSpPr>
        <p:grpSpPr>
          <a:xfrm>
            <a:off x="3969108" y="2977613"/>
            <a:ext cx="937930" cy="334800"/>
            <a:chOff x="3566106" y="3193040"/>
            <a:chExt cx="937930" cy="3348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CA2E534-5BB8-F1CE-6CA6-7EE6324BF2D7}"/>
                </a:ext>
              </a:extLst>
            </p:cNvPr>
            <p:cNvSpPr txBox="1"/>
            <p:nvPr/>
          </p:nvSpPr>
          <p:spPr>
            <a:xfrm>
              <a:off x="3566106" y="319304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2165E6-7B57-BB05-7064-2A6771E42F54}"/>
                </a:ext>
              </a:extLst>
            </p:cNvPr>
            <p:cNvSpPr txBox="1"/>
            <p:nvPr/>
          </p:nvSpPr>
          <p:spPr>
            <a:xfrm>
              <a:off x="3964036" y="319304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100%</a:t>
              </a:r>
            </a:p>
          </p:txBody>
        </p:sp>
      </p:grpSp>
      <p:sp>
        <p:nvSpPr>
          <p:cNvPr id="231" name="Rectangle 230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5349683" y="3101239"/>
            <a:ext cx="864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2077" y="3101239"/>
            <a:ext cx="714232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5349683" y="2750550"/>
            <a:ext cx="86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2077" y="2750550"/>
            <a:ext cx="714232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8449307" y="3319252"/>
            <a:ext cx="152769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8449307" y="2750550"/>
            <a:ext cx="152769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4659" y="2250135"/>
            <a:ext cx="612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1" name="Rectangle 250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8294112" y="1926518"/>
            <a:ext cx="551966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071775" y="3638815"/>
            <a:ext cx="14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071775" y="3990913"/>
            <a:ext cx="144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6662076" y="3990913"/>
            <a:ext cx="947529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9803679" y="4204067"/>
            <a:ext cx="294829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2076" y="3638815"/>
            <a:ext cx="947529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9803679" y="3638815"/>
            <a:ext cx="294829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7442191" y="4882643"/>
            <a:ext cx="108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9803680" y="5103500"/>
            <a:ext cx="543554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7438451" y="4531897"/>
            <a:ext cx="108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9803680" y="4531897"/>
            <a:ext cx="543554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6661790" y="1926518"/>
            <a:ext cx="612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8233152" y="2475694"/>
            <a:ext cx="551966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E041611-CE18-26C3-16F0-39F9C88A5EAB}"/>
              </a:ext>
            </a:extLst>
          </p:cNvPr>
          <p:cNvSpPr/>
          <p:nvPr/>
        </p:nvSpPr>
        <p:spPr>
          <a:xfrm>
            <a:off x="5269480" y="1323401"/>
            <a:ext cx="5148000" cy="143314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Diamond 133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294179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5" name="Diamond 13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522271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6" name="Diamond 135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741643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8" name="Diamond 137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131957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9" name="Diamond 138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912585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1" name="Diamond 140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6009445" y="1340829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3" name="Diamond 142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5619131" y="1340829"/>
            <a:ext cx="108000" cy="108000"/>
          </a:xfrm>
          <a:prstGeom prst="diamond">
            <a:avLst/>
          </a:prstGeom>
          <a:solidFill>
            <a:schemeClr val="accent4">
              <a:lumMod val="95000"/>
              <a:lumOff val="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49D131D-57AA-3BD3-702A-80C1A40FCE32}"/>
              </a:ext>
            </a:extLst>
          </p:cNvPr>
          <p:cNvSpPr/>
          <p:nvPr/>
        </p:nvSpPr>
        <p:spPr>
          <a:xfrm>
            <a:off x="6247298" y="1266801"/>
            <a:ext cx="299592" cy="4036433"/>
          </a:xfrm>
          <a:prstGeom prst="rect">
            <a:avLst/>
          </a:prstGeom>
          <a:pattFill prst="ltDn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Diamond 123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6790073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5" name="Diamond 12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961015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6" name="Diamond 125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180387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8" name="Diamond 127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7570701" y="1341770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5" name="Diamond 14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8300202" y="1219821"/>
            <a:ext cx="108000" cy="108000"/>
          </a:xfrm>
          <a:prstGeom prst="diamond">
            <a:avLst/>
          </a:prstGeom>
          <a:solidFill>
            <a:schemeClr val="accent6">
              <a:lumMod val="40000"/>
              <a:lumOff val="60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0" name="Diamond 159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9913572" y="1219821"/>
            <a:ext cx="108000" cy="108000"/>
          </a:xfrm>
          <a:prstGeom prst="diamond">
            <a:avLst/>
          </a:prstGeom>
          <a:solidFill>
            <a:schemeClr val="accent6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5" name="Diamond 16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10246398" y="1219821"/>
            <a:ext cx="108000" cy="108000"/>
          </a:xfrm>
          <a:prstGeom prst="diamond">
            <a:avLst/>
          </a:prstGeom>
          <a:solidFill>
            <a:schemeClr val="accent5">
              <a:lumMod val="90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3967345" y="4422268"/>
            <a:ext cx="937930" cy="334800"/>
            <a:chOff x="3995670" y="4430660"/>
            <a:chExt cx="937930" cy="334800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DE825979-4029-DE5B-D851-D600F864584B}"/>
                </a:ext>
              </a:extLst>
            </p:cNvPr>
            <p:cNvSpPr txBox="1"/>
            <p:nvPr/>
          </p:nvSpPr>
          <p:spPr>
            <a:xfrm>
              <a:off x="3995670" y="443066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2DA9D631-F926-2ED4-ED60-7D386112E538}"/>
                </a:ext>
              </a:extLst>
            </p:cNvPr>
            <p:cNvSpPr txBox="1"/>
            <p:nvPr/>
          </p:nvSpPr>
          <p:spPr>
            <a:xfrm>
              <a:off x="4393600" y="443066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11%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686433" y="5794691"/>
            <a:ext cx="3040698" cy="232821"/>
            <a:chOff x="3394765" y="5751275"/>
            <a:chExt cx="3040698" cy="232821"/>
          </a:xfrm>
        </p:grpSpPr>
        <p:sp>
          <p:nvSpPr>
            <p:cNvPr id="142" name="Diamond 141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accent6">
                <a:lumMod val="75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44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2936297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sz="9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8 Março – Última data da disponibiliza dos templates 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2687125" y="5996205"/>
            <a:ext cx="3526558" cy="232821"/>
            <a:chOff x="3394765" y="5751275"/>
            <a:chExt cx="3526558" cy="232821"/>
          </a:xfrm>
        </p:grpSpPr>
        <p:sp>
          <p:nvSpPr>
            <p:cNvPr id="147" name="Diamond 146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chemeClr val="bg2">
                <a:lumMod val="85000"/>
              </a:schemeClr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48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3422157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u="none" strike="noStrike" kern="1200" cap="none" spc="0" normalizeH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15 Março – Data da entrega dos templates ao regulador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pic>
        <p:nvPicPr>
          <p:cNvPr id="153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863" y="1628430"/>
            <a:ext cx="144000" cy="144000"/>
          </a:xfrm>
          <a:prstGeom prst="rect">
            <a:avLst/>
          </a:prstGeom>
        </p:spPr>
      </p:pic>
      <p:sp>
        <p:nvSpPr>
          <p:cNvPr id="154" name="Oval 153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1962518"/>
            <a:ext cx="108000" cy="108000"/>
          </a:xfrm>
          <a:prstGeom prst="ellipse">
            <a:avLst/>
          </a:prstGeom>
          <a:solidFill>
            <a:srgbClr val="FFC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2745070"/>
            <a:ext cx="108000" cy="108000"/>
          </a:xfrm>
          <a:prstGeom prst="ellipse">
            <a:avLst/>
          </a:prstGeom>
          <a:solidFill>
            <a:srgbClr val="92D05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3661056"/>
            <a:ext cx="108000" cy="108000"/>
          </a:xfrm>
          <a:prstGeom prst="ellipse">
            <a:avLst/>
          </a:prstGeom>
          <a:solidFill>
            <a:srgbClr val="FFC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grpSp>
        <p:nvGrpSpPr>
          <p:cNvPr id="16" name="Group 15"/>
          <p:cNvGrpSpPr/>
          <p:nvPr/>
        </p:nvGrpSpPr>
        <p:grpSpPr>
          <a:xfrm>
            <a:off x="7540997" y="5462895"/>
            <a:ext cx="1339472" cy="232821"/>
            <a:chOff x="7540997" y="5536047"/>
            <a:chExt cx="1339472" cy="232821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D90E8971-EDBF-EC89-547B-4383F038A83F}"/>
                </a:ext>
              </a:extLst>
            </p:cNvPr>
            <p:cNvSpPr/>
            <p:nvPr/>
          </p:nvSpPr>
          <p:spPr>
            <a:xfrm>
              <a:off x="7540997" y="5592483"/>
              <a:ext cx="108000" cy="108000"/>
            </a:xfrm>
            <a:prstGeom prst="ellipse">
              <a:avLst/>
            </a:prstGeom>
            <a:solidFill>
              <a:srgbClr val="92D05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900"/>
            </a:p>
          </p:txBody>
        </p:sp>
        <p:sp>
          <p:nvSpPr>
            <p:cNvPr id="182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7657316" y="5536047"/>
              <a:ext cx="1223153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Sem atraso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540997" y="5750161"/>
            <a:ext cx="1339472" cy="232821"/>
            <a:chOff x="7540997" y="5823313"/>
            <a:chExt cx="1339472" cy="232821"/>
          </a:xfrm>
        </p:grpSpPr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D90E8971-EDBF-EC89-547B-4383F038A83F}"/>
                </a:ext>
              </a:extLst>
            </p:cNvPr>
            <p:cNvSpPr/>
            <p:nvPr/>
          </p:nvSpPr>
          <p:spPr>
            <a:xfrm>
              <a:off x="7540997" y="5886497"/>
              <a:ext cx="108000" cy="108000"/>
            </a:xfrm>
            <a:prstGeom prst="ellipse">
              <a:avLst/>
            </a:prstGeom>
            <a:solidFill>
              <a:srgbClr val="FFC0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 sz="900"/>
            </a:p>
          </p:txBody>
        </p:sp>
        <p:sp>
          <p:nvSpPr>
            <p:cNvPr id="183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7657316" y="5823313"/>
              <a:ext cx="1223153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Atraso recuperável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80" name="Oval 179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7540997" y="6107359"/>
            <a:ext cx="108000" cy="108000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86" name="Text Placeholder 3">
            <a:extLst>
              <a:ext uri="{FF2B5EF4-FFF2-40B4-BE49-F238E27FC236}">
                <a16:creationId xmlns:a16="http://schemas.microsoft.com/office/drawing/2014/main" id="{628D45A8-22B9-B26F-CF73-D94DE2C0164E}"/>
              </a:ext>
            </a:extLst>
          </p:cNvPr>
          <p:cNvSpPr txBox="1">
            <a:spLocks/>
          </p:cNvSpPr>
          <p:nvPr/>
        </p:nvSpPr>
        <p:spPr>
          <a:xfrm>
            <a:off x="7657316" y="6040490"/>
            <a:ext cx="1801521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456838">
              <a:lnSpc>
                <a:spcPct val="110000"/>
              </a:lnSpc>
              <a:buNone/>
              <a:defRPr/>
            </a:pPr>
            <a:r>
              <a:rPr lang="pt-PT" sz="9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Atraso não recuperável</a:t>
            </a:r>
            <a:endParaRPr lang="pt-PT" sz="90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0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234" y="2215412"/>
            <a:ext cx="144000" cy="144000"/>
          </a:xfrm>
          <a:prstGeom prst="rect">
            <a:avLst/>
          </a:prstGeom>
        </p:spPr>
      </p:pic>
      <p:sp>
        <p:nvSpPr>
          <p:cNvPr id="155" name="Oval 154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7549860" y="6396399"/>
            <a:ext cx="108000" cy="1080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56" name="Text Placeholder 3">
            <a:extLst>
              <a:ext uri="{FF2B5EF4-FFF2-40B4-BE49-F238E27FC236}">
                <a16:creationId xmlns:a16="http://schemas.microsoft.com/office/drawing/2014/main" id="{628D45A8-22B9-B26F-CF73-D94DE2C0164E}"/>
              </a:ext>
            </a:extLst>
          </p:cNvPr>
          <p:cNvSpPr txBox="1">
            <a:spLocks/>
          </p:cNvSpPr>
          <p:nvPr/>
        </p:nvSpPr>
        <p:spPr>
          <a:xfrm>
            <a:off x="7657315" y="6345317"/>
            <a:ext cx="1801521" cy="2328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456838">
              <a:lnSpc>
                <a:spcPct val="110000"/>
              </a:lnSpc>
              <a:buNone/>
              <a:defRPr/>
            </a:pPr>
            <a:r>
              <a:rPr lang="pt-PT" sz="9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Não aplicável</a:t>
            </a:r>
            <a:endParaRPr lang="pt-PT" sz="90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7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234" y="3073013"/>
            <a:ext cx="144000" cy="144000"/>
          </a:xfrm>
          <a:prstGeom prst="rect">
            <a:avLst/>
          </a:prstGeom>
        </p:spPr>
      </p:pic>
      <p:pic>
        <p:nvPicPr>
          <p:cNvPr id="158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234" y="3961713"/>
            <a:ext cx="144000" cy="144000"/>
          </a:xfrm>
          <a:prstGeom prst="rect">
            <a:avLst/>
          </a:prstGeom>
        </p:spPr>
      </p:pic>
      <p:pic>
        <p:nvPicPr>
          <p:cNvPr id="159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234" y="4871293"/>
            <a:ext cx="144000" cy="144000"/>
          </a:xfrm>
          <a:prstGeom prst="rect">
            <a:avLst/>
          </a:prstGeom>
        </p:spPr>
      </p:pic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C843EB6-C2AC-24B5-849F-0594A685AF19}"/>
              </a:ext>
            </a:extLst>
          </p:cNvPr>
          <p:cNvGrpSpPr/>
          <p:nvPr/>
        </p:nvGrpSpPr>
        <p:grpSpPr>
          <a:xfrm>
            <a:off x="1330530" y="6061846"/>
            <a:ext cx="1270505" cy="232821"/>
            <a:chOff x="4094233" y="5919315"/>
            <a:chExt cx="1270505" cy="232821"/>
          </a:xfrm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389FE6DA-EC72-AFEE-5D2D-A27991FCC824}"/>
                </a:ext>
              </a:extLst>
            </p:cNvPr>
            <p:cNvSpPr/>
            <p:nvPr/>
          </p:nvSpPr>
          <p:spPr>
            <a:xfrm>
              <a:off x="4094233" y="5951992"/>
              <a:ext cx="126000" cy="125954"/>
            </a:xfrm>
            <a:prstGeom prst="rect">
              <a:avLst/>
            </a:prstGeom>
            <a:solidFill>
              <a:srgbClr val="FF7C80"/>
            </a:solidFill>
            <a:ln w="31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Text Placeholder 3">
              <a:extLst>
                <a:ext uri="{FF2B5EF4-FFF2-40B4-BE49-F238E27FC236}">
                  <a16:creationId xmlns:a16="http://schemas.microsoft.com/office/drawing/2014/main" id="{4C2709CD-2FD0-B9B0-F051-4798215CD7E4}"/>
                </a:ext>
              </a:extLst>
            </p:cNvPr>
            <p:cNvSpPr txBox="1">
              <a:spLocks/>
            </p:cNvSpPr>
            <p:nvPr/>
          </p:nvSpPr>
          <p:spPr>
            <a:xfrm>
              <a:off x="4188227" y="5919315"/>
              <a:ext cx="1176511" cy="23282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Atraso</a:t>
              </a:r>
              <a:endParaRPr kumimoji="0" lang="pt-PT" sz="900" b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594997" y="3990913"/>
            <a:ext cx="324000" cy="108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608273" y="3638815"/>
            <a:ext cx="324000" cy="144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8009457" y="4882984"/>
            <a:ext cx="108000" cy="108000"/>
          </a:xfrm>
          <a:prstGeom prst="rect">
            <a:avLst/>
          </a:prstGeom>
          <a:solidFill>
            <a:srgbClr val="FF7C80"/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8005717" y="4532238"/>
            <a:ext cx="108000" cy="144000"/>
          </a:xfrm>
          <a:prstGeom prst="rect">
            <a:avLst/>
          </a:prstGeom>
          <a:solidFill>
            <a:srgbClr val="FF7C80"/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Diamond 174">
            <a:extLst>
              <a:ext uri="{FF2B5EF4-FFF2-40B4-BE49-F238E27FC236}">
                <a16:creationId xmlns:a16="http://schemas.microsoft.com/office/drawing/2014/main" id="{02E5B5A3-5ED8-FD08-5432-5F42ACC022CA}"/>
              </a:ext>
            </a:extLst>
          </p:cNvPr>
          <p:cNvSpPr/>
          <p:nvPr/>
        </p:nvSpPr>
        <p:spPr>
          <a:xfrm>
            <a:off x="10239234" y="1334358"/>
            <a:ext cx="108000" cy="108000"/>
          </a:xfrm>
          <a:prstGeom prst="diamond">
            <a:avLst/>
          </a:prstGeom>
          <a:solidFill>
            <a:schemeClr val="bg2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D90E8971-EDBF-EC89-547B-4383F038A83F}"/>
              </a:ext>
            </a:extLst>
          </p:cNvPr>
          <p:cNvSpPr/>
          <p:nvPr/>
        </p:nvSpPr>
        <p:spPr>
          <a:xfrm>
            <a:off x="5011104" y="4546923"/>
            <a:ext cx="108000" cy="108000"/>
          </a:xfrm>
          <a:prstGeom prst="ellipse">
            <a:avLst/>
          </a:prstGeom>
          <a:solidFill>
            <a:srgbClr val="FFC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sz="90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935854" y="2475694"/>
            <a:ext cx="324000" cy="108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7996814" y="1924097"/>
            <a:ext cx="324000" cy="144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8125307" y="2751607"/>
            <a:ext cx="324000" cy="144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389FE6DA-EC72-AFEE-5D2D-A27991FCC824}"/>
              </a:ext>
            </a:extLst>
          </p:cNvPr>
          <p:cNvSpPr/>
          <p:nvPr/>
        </p:nvSpPr>
        <p:spPr>
          <a:xfrm>
            <a:off x="8126390" y="3319252"/>
            <a:ext cx="324000" cy="108000"/>
          </a:xfrm>
          <a:prstGeom prst="rect">
            <a:avLst/>
          </a:prstGeom>
          <a:solidFill>
            <a:srgbClr val="FF7C80"/>
          </a:solidFill>
          <a:ln w="3175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8769156" y="1200102"/>
            <a:ext cx="46801" cy="4103133"/>
            <a:chOff x="6813596" y="1189877"/>
            <a:chExt cx="27906" cy="4128894"/>
          </a:xfrm>
          <a:solidFill>
            <a:srgbClr val="FFC000"/>
          </a:solidFill>
        </p:grpSpPr>
        <p:cxnSp>
          <p:nvCxnSpPr>
            <p:cNvPr id="5" name="Straight Connector 4"/>
            <p:cNvCxnSpPr/>
            <p:nvPr/>
          </p:nvCxnSpPr>
          <p:spPr>
            <a:xfrm>
              <a:off x="6827549" y="1231024"/>
              <a:ext cx="0" cy="4087747"/>
            </a:xfrm>
            <a:prstGeom prst="line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/>
            <p:nvPr/>
          </p:nvSpPr>
          <p:spPr>
            <a:xfrm>
              <a:off x="6813596" y="1189877"/>
              <a:ext cx="27906" cy="46800"/>
            </a:xfrm>
            <a:prstGeom prst="ellipse">
              <a:avLst/>
            </a:prstGeom>
            <a:grp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</p:grpSp>
      <p:pic>
        <p:nvPicPr>
          <p:cNvPr id="162" name="Graphic 25" descr="Checkmark with solid fill">
            <a:extLst>
              <a:ext uri="{FF2B5EF4-FFF2-40B4-BE49-F238E27FC236}">
                <a16:creationId xmlns:a16="http://schemas.microsoft.com/office/drawing/2014/main" id="{5BC4B0D5-2198-C928-0688-A41CE21B1D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755" y="2442062"/>
            <a:ext cx="144000" cy="144000"/>
          </a:xfrm>
          <a:prstGeom prst="rect">
            <a:avLst/>
          </a:prstGeom>
        </p:spPr>
      </p:pic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C6553488-886A-50E0-50E2-447D2B4C72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Planeamento (1|2)</a:t>
            </a:r>
          </a:p>
        </p:txBody>
      </p:sp>
      <p:sp>
        <p:nvSpPr>
          <p:cNvPr id="21" name="Text Placeholder 224">
            <a:extLst>
              <a:ext uri="{FF2B5EF4-FFF2-40B4-BE49-F238E27FC236}">
                <a16:creationId xmlns:a16="http://schemas.microsoft.com/office/drawing/2014/main" id="{32CA3140-0DFA-C764-2D7D-35B8BF7CED78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Plano de projeto</a:t>
            </a:r>
            <a:endParaRPr kumimoji="0" lang="pt-PT" sz="1600" b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32801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Planeamento (2|2)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deadlines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para cada um dos </a:t>
            </a:r>
            <a:r>
              <a:rPr kumimoji="0" lang="pt-PT" sz="1200" b="0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templates</a:t>
            </a:r>
            <a:r>
              <a:rPr kumimoji="0" lang="pt-PT" sz="1200" b="0" i="0" u="none" strike="noStrike" kern="0" cap="none" spc="0" normalizeH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locais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i="1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3" name="Rectangle 25">
            <a:extLst>
              <a:ext uri="{FF2B5EF4-FFF2-40B4-BE49-F238E27FC236}">
                <a16:creationId xmlns:a16="http://schemas.microsoft.com/office/drawing/2014/main" id="{EED8F888-5BB1-7A74-405E-028D6B44A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270431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 b="1">
                <a:solidFill>
                  <a:srgbClr val="8BCD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de Fevereiro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1651024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de entrega</a:t>
            </a:r>
            <a:endParaRPr kumimoji="0" lang="pt-PT" sz="1200" b="1" i="0" u="none" strike="noStrike" kern="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3838010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Fevereiro</a:t>
            </a: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2702852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12629" rtl="0" eaLnBrk="1" fontAlgn="auto" latinLnBrk="0" hangingPunct="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de Março</a:t>
            </a:r>
            <a:endParaRPr kumimoji="0" lang="pt-PT" sz="105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6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405589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de Março</a:t>
            </a:r>
          </a:p>
        </p:txBody>
      </p:sp>
      <p:sp>
        <p:nvSpPr>
          <p:cNvPr id="61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4973168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de Março</a:t>
            </a:r>
          </a:p>
        </p:txBody>
      </p:sp>
      <p:sp>
        <p:nvSpPr>
          <p:cNvPr id="67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5541194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Fevereiro</a:t>
            </a:r>
          </a:p>
        </p:txBody>
      </p:sp>
      <p:sp>
        <p:nvSpPr>
          <p:cNvPr id="41" name="Rectangle 23">
            <a:extLst>
              <a:ext uri="{FF2B5EF4-FFF2-40B4-BE49-F238E27FC236}">
                <a16:creationId xmlns:a16="http://schemas.microsoft.com/office/drawing/2014/main" id="{967FFCDF-AA55-4D26-46C6-FCE66F3FD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272888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1651024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i="1" noProof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Templates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3839965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7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705811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1,4</a:t>
            </a:r>
          </a:p>
        </p:txBody>
      </p:sp>
      <p:sp>
        <p:nvSpPr>
          <p:cNvPr id="44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407042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6,7</a:t>
            </a:r>
            <a:endParaRPr kumimoji="0" lang="pt-PT" sz="1050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9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4974119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8,9</a:t>
            </a:r>
          </a:p>
        </p:txBody>
      </p:sp>
      <p:sp>
        <p:nvSpPr>
          <p:cNvPr id="65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5541194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</a:t>
            </a:r>
            <a:endParaRPr kumimoji="0" lang="pt-PT" sz="1050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1" name="Rectangle 23">
            <a:extLst>
              <a:ext uri="{FF2B5EF4-FFF2-40B4-BE49-F238E27FC236}">
                <a16:creationId xmlns:a16="http://schemas.microsoft.com/office/drawing/2014/main" id="{173AA177-39BE-3E30-B0FC-9DC2BACF9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27728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1651024"/>
            <a:ext cx="291084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3838166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705811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45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40569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4973222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5541194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71" name="Rectangle 25">
            <a:extLst>
              <a:ext uri="{FF2B5EF4-FFF2-40B4-BE49-F238E27FC236}">
                <a16:creationId xmlns:a16="http://schemas.microsoft.com/office/drawing/2014/main" id="{D0CD9559-3785-A61B-8BAF-856DACB9A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270653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  <a:endParaRPr kumimoji="0" lang="pt-PT" sz="105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2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1651246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Data final prevista </a:t>
            </a:r>
            <a:r>
              <a:rPr lang="pt-PT" sz="1200" b="1" i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input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3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3838232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703074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405811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4973390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pt-PT" sz="105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5540971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12" name="Rectangle 25">
            <a:extLst>
              <a:ext uri="{FF2B5EF4-FFF2-40B4-BE49-F238E27FC236}">
                <a16:creationId xmlns:a16="http://schemas.microsoft.com/office/drawing/2014/main" id="{A0C957B8-1C91-D5F5-BCC6-5BB2C72B2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0599" y="2131379"/>
            <a:ext cx="200705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lvl="0" defTabSz="412629"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de Março</a:t>
            </a:r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01BE7C0B-121C-19E7-1B3C-9B63E3FD2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55" y="2131379"/>
            <a:ext cx="1885863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1,2 (STE)</a:t>
            </a:r>
            <a:endParaRPr kumimoji="0" lang="pt-PT" sz="1050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" name="Rectangle 23">
            <a:extLst>
              <a:ext uri="{FF2B5EF4-FFF2-40B4-BE49-F238E27FC236}">
                <a16:creationId xmlns:a16="http://schemas.microsoft.com/office/drawing/2014/main" id="{229302C3-EEC4-898E-B08E-E769393AF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9318" y="2131379"/>
            <a:ext cx="2910841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99A8BC-31E1-2A4E-50F5-058C21880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4763" y="2131156"/>
            <a:ext cx="107513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846047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7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Santander.</a:t>
            </a:r>
            <a:endParaRPr kumimoji="0" lang="pt-PT" sz="8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EF54922-CBAC-EA75-45AC-5FA6E7EF7E7B}"/>
              </a:ext>
            </a:extLst>
          </p:cNvPr>
          <p:cNvGrpSpPr/>
          <p:nvPr/>
        </p:nvGrpSpPr>
        <p:grpSpPr>
          <a:xfrm>
            <a:off x="291097" y="2199579"/>
            <a:ext cx="11608216" cy="622086"/>
            <a:chOff x="291097" y="4785965"/>
            <a:chExt cx="11608216" cy="827997"/>
          </a:xfrm>
        </p:grpSpPr>
        <p:sp>
          <p:nvSpPr>
            <p:cNvPr id="60" name="Rectangle 25">
              <a:extLst>
                <a:ext uri="{FF2B5EF4-FFF2-40B4-BE49-F238E27FC236}">
                  <a16:creationId xmlns:a16="http://schemas.microsoft.com/office/drawing/2014/main" id="{13D987E2-B065-2461-C455-38C2F6AA6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135" y="4789561"/>
              <a:ext cx="9543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405568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Plano/Tarefas</a:t>
              </a:r>
            </a:p>
          </p:txBody>
        </p:sp>
        <p:sp>
          <p:nvSpPr>
            <p:cNvPr id="61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97" y="4789562"/>
              <a:ext cx="1885863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Dúvidas funcionais acerca do mapeamento dos </a:t>
              </a:r>
              <a:r>
                <a:rPr lang="pt-PT" sz="1050" i="1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endParaRPr kumimoji="0" lang="pt-PT" sz="1050" i="1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62" name="Rectangle 23">
              <a:extLst>
                <a:ext uri="{FF2B5EF4-FFF2-40B4-BE49-F238E27FC236}">
                  <a16:creationId xmlns:a16="http://schemas.microsoft.com/office/drawing/2014/main" id="{7436686A-F302-7363-4D7E-57C6E2BAB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649" y="4785966"/>
              <a:ext cx="268611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72000" tIns="36000" rIns="72000" bIns="36000" anchor="ctr"/>
            <a:lstStyle/>
            <a:p>
              <a:pPr lvl="0" algn="l" defTabSz="412629">
                <a:spcBef>
                  <a:spcPts val="600"/>
                </a:spcBef>
                <a:defRPr/>
              </a:pPr>
              <a:r>
                <a:rPr lang="pt-PT" sz="105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Atrasos na geração dos </a:t>
              </a:r>
              <a:r>
                <a:rPr lang="pt-PT" sz="1050" i="1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devido atrasos na respostas da Corporação (</a:t>
              </a:r>
              <a:r>
                <a:rPr lang="pt-PT" sz="1050" i="1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1, 4, 7 e STE).</a:t>
              </a:r>
            </a:p>
          </p:txBody>
        </p:sp>
        <p:sp>
          <p:nvSpPr>
            <p:cNvPr id="63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057" y="4785965"/>
              <a:ext cx="2007052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noProof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Definição de metodologia alternativa</a:t>
              </a:r>
              <a:endPara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64" name="Rectangle 558">
              <a:extLst>
                <a:ext uri="{FF2B5EF4-FFF2-40B4-BE49-F238E27FC236}">
                  <a16:creationId xmlns:a16="http://schemas.microsoft.com/office/drawing/2014/main" id="{86CD3A3B-5EBF-D49B-793D-B949FF1E2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9936" y="4795202"/>
              <a:ext cx="725946" cy="8151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rnd" algn="ctr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</p:spPr>
          <p:txBody>
            <a:bodyPr lIns="0" tIns="0" rIns="0" bIns="0" anchor="ctr" anchorCtr="1"/>
            <a:lstStyle/>
            <a:p>
              <a:pPr marL="12700" indent="-12700">
                <a:defRPr/>
              </a:pPr>
              <a:r>
                <a:rPr lang="pt-PT" sz="1040" b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Alto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0EA78C5-DF58-AD26-4D18-984DBF16B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284" y="4785965"/>
              <a:ext cx="1075139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5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Aberto</a:t>
              </a:r>
              <a:r>
                <a:rPr lang="pt-PT" sz="1050" b="1" baseline="30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pt-PT" sz="1050" b="1" i="1"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33DDA72-6447-283F-9B8A-02CFE0FE9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598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/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 de </a:t>
              </a:r>
            </a:p>
            <a:p>
              <a:pPr defTabSz="412629"/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fevereiro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801294F-53F2-60D3-DEB9-CCECD1132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43" y="4785965"/>
              <a:ext cx="877270" cy="824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defTabSz="412629">
                <a:spcBef>
                  <a:spcPts val="600"/>
                </a:spcBef>
              </a:pPr>
              <a:r>
                <a:rPr lang="pt-PT" sz="1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2218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15 de março e 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631240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16 de janeiro a 15 de março</a:t>
            </a: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631240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631240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631240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631240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74264" y="202015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de alteração metodológicas e geração de informação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94927" y="202015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de março</a:t>
            </a:r>
            <a:endParaRPr lang="pt-PT" sz="1050" b="1" baseline="30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023150"/>
            <a:ext cx="1381306" cy="16300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</a:t>
            </a:r>
          </a:p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</a:t>
            </a:r>
            <a:r>
              <a:rPr lang="pt-PT" sz="1050" b="1" i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587233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008548FB-4C77-7168-AB49-6EB532CD5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151914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023150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rPr>
              <a:t>1</a:t>
            </a:r>
          </a:p>
        </p:txBody>
      </p:sp>
      <p:sp>
        <p:nvSpPr>
          <p:cNvPr id="8" name="Arrow: Chevron 44">
            <a:extLst>
              <a:ext uri="{FF2B5EF4-FFF2-40B4-BE49-F238E27FC236}">
                <a16:creationId xmlns:a16="http://schemas.microsoft.com/office/drawing/2014/main" id="{C1AC1E38-6A27-BF16-6269-1A98CD5DD841}"/>
              </a:ext>
            </a:extLst>
          </p:cNvPr>
          <p:cNvSpPr/>
          <p:nvPr/>
        </p:nvSpPr>
        <p:spPr>
          <a:xfrm>
            <a:off x="2574264" y="3149221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e carregamento de informação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985568-23DC-1140-7B1A-E5744245095D}"/>
              </a:ext>
            </a:extLst>
          </p:cNvPr>
          <p:cNvSpPr/>
          <p:nvPr/>
        </p:nvSpPr>
        <p:spPr>
          <a:xfrm>
            <a:off x="9894927" y="314922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de março</a:t>
            </a:r>
            <a:endParaRPr lang="pt-PT" sz="1050" b="1" baseline="30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43472" y="3149221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6321" y="3263877"/>
            <a:ext cx="649525" cy="274689"/>
          </a:xfrm>
          <a:prstGeom prst="rect">
            <a:avLst/>
          </a:prstGeom>
        </p:spPr>
      </p:pic>
      <p:sp>
        <p:nvSpPr>
          <p:cNvPr id="13" name="Arrow: Chevron 44">
            <a:extLst>
              <a:ext uri="{FF2B5EF4-FFF2-40B4-BE49-F238E27FC236}">
                <a16:creationId xmlns:a16="http://schemas.microsoft.com/office/drawing/2014/main" id="{D0BEBFDC-F087-81EF-1E9C-9F828017B33A}"/>
              </a:ext>
            </a:extLst>
          </p:cNvPr>
          <p:cNvSpPr/>
          <p:nvPr/>
        </p:nvSpPr>
        <p:spPr>
          <a:xfrm>
            <a:off x="2580694" y="2584839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Conciliação de informação contabilística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D7BD8-B578-7AA6-7118-3A4A017FF540}"/>
              </a:ext>
            </a:extLst>
          </p:cNvPr>
          <p:cNvSpPr/>
          <p:nvPr/>
        </p:nvSpPr>
        <p:spPr>
          <a:xfrm>
            <a:off x="9894927" y="2584839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de março</a:t>
            </a:r>
            <a:endParaRPr lang="pt-PT" sz="1050" b="1" baseline="30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22D1E6-F2FC-4900-13C1-2FC52E7DF984}"/>
              </a:ext>
            </a:extLst>
          </p:cNvPr>
          <p:cNvSpPr/>
          <p:nvPr/>
        </p:nvSpPr>
        <p:spPr>
          <a:xfrm>
            <a:off x="8643472" y="2584839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AA57DC5-4E8E-1FF3-C37E-C43536236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5198" y="2699495"/>
            <a:ext cx="649525" cy="274689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8643472" y="2020158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9508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A6BCA4ACA584C9A1C03FD3956D51C" ma:contentTypeVersion="16" ma:contentTypeDescription="Create a new document." ma:contentTypeScope="" ma:versionID="a4eb8529a939c4058918af2411f4fedb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962bb65415dc8fedcda10a37589b22c0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>
    <_ip_UnifiedCompliancePolicyUIAction xmlns="http://schemas.microsoft.com/sharepoint/v3" xsi:nil="true"/>
    <_ip_UnifiedCompliancePolicyProperties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BCC815-4AD5-404C-97CC-6546E03FADF6}"/>
</file>

<file path=customXml/itemProps3.xml><?xml version="1.0" encoding="utf-8"?>
<ds:datastoreItem xmlns:ds="http://schemas.openxmlformats.org/officeDocument/2006/customXml" ds:itemID="{FE3277D9-8D10-4CA6-8A09-1C4D05FB1A2A}">
  <ds:schemaRefs>
    <ds:schemaRef ds:uri="1f788909-93b9-4481-96a4-a6ab2493c341"/>
    <ds:schemaRef ds:uri="767d911d-09c2-43d9-a326-6ded42ddccd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8</Slides>
  <Notes>6</Notes>
  <HiddenSlides>0</HiddenSlides>
  <ScaleCrop>false</ScaleCrop>
  <HeadingPairs>
    <vt:vector size="4" baseType="variant">
      <vt:variant>
        <vt:lpstr>Theme</vt:lpstr>
      </vt:variant>
      <vt:variant>
        <vt:i4>18</vt:i4>
      </vt:variant>
      <vt:variant>
        <vt:lpstr>Slide Titles</vt:lpstr>
      </vt:variant>
      <vt:variant>
        <vt:i4>8</vt:i4>
      </vt:variant>
    </vt:vector>
  </HeadingPairs>
  <TitlesOfParts>
    <vt:vector size="26" baseType="lpstr"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Reporting ESG Pilar III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revision>1</cp:revision>
  <dcterms:created xsi:type="dcterms:W3CDTF">2018-12-07T14:01:11Z</dcterms:created>
  <dcterms:modified xsi:type="dcterms:W3CDTF">2024-02-16T09:48:32Z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0x010100845A6BCA4ACA584C9A1C03FD3956D51C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