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0"/>
  </p:notesMasterIdLst>
  <p:sldIdLst>
    <p:sldId id="1786" r:id="rId22"/>
    <p:sldId id="258" r:id="rId23"/>
    <p:sldId id="1924" r:id="rId24"/>
    <p:sldId id="3149" r:id="rId25"/>
    <p:sldId id="3154" r:id="rId26"/>
    <p:sldId id="3152" r:id="rId27"/>
    <p:sldId id="3129" r:id="rId28"/>
    <p:sldId id="266" r:id="rId29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6C220F-12ED-3D17-AABA-2ABFF32E93EB}" name="Escaleira, Diogo Alexandre" initials="EDA" userId="S::descaleira@epimetheus.pt::72fb12db-bc92-4c43-9b41-3ac15f1f989a" providerId="AD"/>
  <p188:author id="{55B1A912-4C09-9945-F70A-A288666158F5}" name="Amaro, Sandra" initials="AS" userId="S::samaro@epimetheus.pt::6bedbfcc-5e0a-4e18-b9b0-c8ab328504b9" providerId="AD"/>
  <p188:author id="{823ED62F-73C6-59DC-6808-B8C8BBC1E55B}" name="Cunha, Ricardo Jesus" initials="CRJ" userId="S::ricunha@neyond.pt::3a14ff4c-a595-4060-b93a-2caaccc102b9" providerId="AD"/>
  <p188:author id="{1BF7525D-60EC-A2DC-437F-FE195A72693A}" name="Reia, Hugo Alexandre" initials="RHA" userId="S::hreia@neyond.pt::dee69c61-2ac7-4b82-bc09-1c91e89a6358" providerId="AD"/>
  <p188:author id="{44B2048D-5C18-4B91-B955-1679C26855BB}" name="Caguerelho, Ana Rita" initials="CAR" userId="S::acaguerelho@neyond.pt::7b95d777-22bb-4b12-8360-afcdb5cf1abd" providerId="AD"/>
  <p188:author id="{CA811FA9-5862-93D8-F5D5-56ED83AC8E33}" name="Amaro, Sandra" initials="AS" userId="S::samaro@neyond.pt::6bedbfcc-5e0a-4e18-b9b0-c8ab328504b9" providerId="AD"/>
  <p188:author id="{03BB7DB1-0E48-2EDE-A5F3-CC2072F7B62C}" name="Cunha, Ricardo Jesus" initials="CRJ" userId="S::ricunha@epimetheus.pt::3a14ff4c-a595-4060-b93a-2caaccc102b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707070"/>
    <a:srgbClr val="8BCD44"/>
    <a:srgbClr val="003E51"/>
    <a:srgbClr val="C00000"/>
    <a:srgbClr val="FFDF79"/>
    <a:srgbClr val="005F7C"/>
    <a:srgbClr val="94E6FF"/>
    <a:srgbClr val="009FD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1E8942-B2E8-4E4D-B8CF-008B8B0358F8}" v="29" dt="2024-01-05T10:04:05.66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8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21" Type="http://schemas.openxmlformats.org/officeDocument/2006/relationships/slideMaster" Target="slideMasters/slideMaster18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viewProps" Target="viewProp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a da Silva Roxo" userId="b6f39d0a-b38b-4c97-850c-dbcbfac2b4dd" providerId="ADAL" clId="{CE1E8942-B2E8-4E4D-B8CF-008B8B0358F8}"/>
    <pc:docChg chg="undo custSel addSld delSld modSld">
      <pc:chgData name="Dora da Silva Roxo" userId="b6f39d0a-b38b-4c97-850c-dbcbfac2b4dd" providerId="ADAL" clId="{CE1E8942-B2E8-4E4D-B8CF-008B8B0358F8}" dt="2024-01-05T10:08:03.983" v="812" actId="20577"/>
      <pc:docMkLst>
        <pc:docMk/>
      </pc:docMkLst>
      <pc:sldChg chg="addSp delSp modSp mod">
        <pc:chgData name="Dora da Silva Roxo" userId="b6f39d0a-b38b-4c97-850c-dbcbfac2b4dd" providerId="ADAL" clId="{CE1E8942-B2E8-4E4D-B8CF-008B8B0358F8}" dt="2024-01-05T10:08:03.983" v="812" actId="20577"/>
        <pc:sldMkLst>
          <pc:docMk/>
          <pc:sldMk cId="3953214969" sldId="1924"/>
        </pc:sldMkLst>
        <pc:spChg chg="mod topLvl">
          <ac:chgData name="Dora da Silva Roxo" userId="b6f39d0a-b38b-4c97-850c-dbcbfac2b4dd" providerId="ADAL" clId="{CE1E8942-B2E8-4E4D-B8CF-008B8B0358F8}" dt="2024-01-05T09:57:06.103" v="762" actId="165"/>
          <ac:spMkLst>
            <pc:docMk/>
            <pc:sldMk cId="3953214969" sldId="1924"/>
            <ac:spMk id="7" creationId="{ABD6D797-458A-1198-F3B1-EAC41A33EBEA}"/>
          </ac:spMkLst>
        </pc:spChg>
        <pc:spChg chg="mod topLvl">
          <ac:chgData name="Dora da Silva Roxo" userId="b6f39d0a-b38b-4c97-850c-dbcbfac2b4dd" providerId="ADAL" clId="{CE1E8942-B2E8-4E4D-B8CF-008B8B0358F8}" dt="2024-01-05T09:57:26.020" v="765" actId="167"/>
          <ac:spMkLst>
            <pc:docMk/>
            <pc:sldMk cId="3953214969" sldId="1924"/>
            <ac:spMk id="32" creationId="{E63BDF97-7422-4357-BF28-4E869A5DD23A}"/>
          </ac:spMkLst>
        </pc:spChg>
        <pc:spChg chg="mod topLvl">
          <ac:chgData name="Dora da Silva Roxo" userId="b6f39d0a-b38b-4c97-850c-dbcbfac2b4dd" providerId="ADAL" clId="{CE1E8942-B2E8-4E4D-B8CF-008B8B0358F8}" dt="2024-01-05T10:04:05.660" v="811" actId="167"/>
          <ac:spMkLst>
            <pc:docMk/>
            <pc:sldMk cId="3953214969" sldId="1924"/>
            <ac:spMk id="33" creationId="{5D16D15E-EF44-4117-8F79-C8BC9FDCF1E5}"/>
          </ac:spMkLst>
        </pc:spChg>
        <pc:spChg chg="mod topLvl">
          <ac:chgData name="Dora da Silva Roxo" userId="b6f39d0a-b38b-4c97-850c-dbcbfac2b4dd" providerId="ADAL" clId="{CE1E8942-B2E8-4E4D-B8CF-008B8B0358F8}" dt="2024-01-05T09:57:16.363" v="764" actId="165"/>
          <ac:spMkLst>
            <pc:docMk/>
            <pc:sldMk cId="3953214969" sldId="1924"/>
            <ac:spMk id="35" creationId="{43D09C47-A09D-47B1-B48B-2A227BBF0D28}"/>
          </ac:spMkLst>
        </pc:spChg>
        <pc:spChg chg="mod topLvl">
          <ac:chgData name="Dora da Silva Roxo" userId="b6f39d0a-b38b-4c97-850c-dbcbfac2b4dd" providerId="ADAL" clId="{CE1E8942-B2E8-4E4D-B8CF-008B8B0358F8}" dt="2024-01-05T09:57:54.455" v="769" actId="554"/>
          <ac:spMkLst>
            <pc:docMk/>
            <pc:sldMk cId="3953214969" sldId="1924"/>
            <ac:spMk id="37" creationId="{159A6AC7-D04B-4272-B901-1C6FA7F3E4E7}"/>
          </ac:spMkLst>
        </pc:spChg>
        <pc:spChg chg="mod topLvl">
          <ac:chgData name="Dora da Silva Roxo" userId="b6f39d0a-b38b-4c97-850c-dbcbfac2b4dd" providerId="ADAL" clId="{CE1E8942-B2E8-4E4D-B8CF-008B8B0358F8}" dt="2024-01-05T09:57:43.321" v="767" actId="165"/>
          <ac:spMkLst>
            <pc:docMk/>
            <pc:sldMk cId="3953214969" sldId="1924"/>
            <ac:spMk id="40" creationId="{C685FF1D-0939-4A5D-B535-CCF8B56EE62E}"/>
          </ac:spMkLst>
        </pc:spChg>
        <pc:spChg chg="mod topLvl">
          <ac:chgData name="Dora da Silva Roxo" userId="b6f39d0a-b38b-4c97-850c-dbcbfac2b4dd" providerId="ADAL" clId="{CE1E8942-B2E8-4E4D-B8CF-008B8B0358F8}" dt="2024-01-05T09:57:54.455" v="769" actId="554"/>
          <ac:spMkLst>
            <pc:docMk/>
            <pc:sldMk cId="3953214969" sldId="1924"/>
            <ac:spMk id="41" creationId="{7968FF25-F10F-4F3F-BA2E-BE2DB06264A6}"/>
          </ac:spMkLst>
        </pc:spChg>
        <pc:spChg chg="mod topLvl">
          <ac:chgData name="Dora da Silva Roxo" userId="b6f39d0a-b38b-4c97-850c-dbcbfac2b4dd" providerId="ADAL" clId="{CE1E8942-B2E8-4E4D-B8CF-008B8B0358F8}" dt="2024-01-05T09:57:48.977" v="768" actId="165"/>
          <ac:spMkLst>
            <pc:docMk/>
            <pc:sldMk cId="3953214969" sldId="1924"/>
            <ac:spMk id="42" creationId="{B2C4BC3C-1F70-4500-AC90-B256830C063D}"/>
          </ac:spMkLst>
        </pc:spChg>
        <pc:spChg chg="mod topLvl">
          <ac:chgData name="Dora da Silva Roxo" userId="b6f39d0a-b38b-4c97-850c-dbcbfac2b4dd" providerId="ADAL" clId="{CE1E8942-B2E8-4E4D-B8CF-008B8B0358F8}" dt="2024-01-05T10:08:03.983" v="812" actId="20577"/>
          <ac:spMkLst>
            <pc:docMk/>
            <pc:sldMk cId="3953214969" sldId="1924"/>
            <ac:spMk id="44" creationId="{0AE567D8-F108-4FC1-8DD4-36ADCCABE4C3}"/>
          </ac:spMkLst>
        </pc:spChg>
        <pc:grpChg chg="del mod topLvl">
          <ac:chgData name="Dora da Silva Roxo" userId="b6f39d0a-b38b-4c97-850c-dbcbfac2b4dd" providerId="ADAL" clId="{CE1E8942-B2E8-4E4D-B8CF-008B8B0358F8}" dt="2024-01-05T09:57:48.977" v="768" actId="165"/>
          <ac:grpSpMkLst>
            <pc:docMk/>
            <pc:sldMk cId="3953214969" sldId="1924"/>
            <ac:grpSpMk id="2" creationId="{BB29F295-60E2-4722-86AF-B0F2C59FF7CD}"/>
          </ac:grpSpMkLst>
        </pc:grpChg>
        <pc:grpChg chg="mod">
          <ac:chgData name="Dora da Silva Roxo" userId="b6f39d0a-b38b-4c97-850c-dbcbfac2b4dd" providerId="ADAL" clId="{CE1E8942-B2E8-4E4D-B8CF-008B8B0358F8}" dt="2024-01-05T09:56:30.486" v="758" actId="408"/>
          <ac:grpSpMkLst>
            <pc:docMk/>
            <pc:sldMk cId="3953214969" sldId="1924"/>
            <ac:grpSpMk id="3" creationId="{4FF2D0AE-D308-4F38-8820-C70A2A1656F6}"/>
          </ac:grpSpMkLst>
        </pc:grpChg>
        <pc:grpChg chg="add del mod topLvl">
          <ac:chgData name="Dora da Silva Roxo" userId="b6f39d0a-b38b-4c97-850c-dbcbfac2b4dd" providerId="ADAL" clId="{CE1E8942-B2E8-4E4D-B8CF-008B8B0358F8}" dt="2024-01-05T09:57:06.103" v="762" actId="165"/>
          <ac:grpSpMkLst>
            <pc:docMk/>
            <pc:sldMk cId="3953214969" sldId="1924"/>
            <ac:grpSpMk id="5" creationId="{4F8F3A43-2F7A-E956-8943-6557D4F35F6F}"/>
          </ac:grpSpMkLst>
        </pc:grpChg>
        <pc:grpChg chg="add del mod topLvl">
          <ac:chgData name="Dora da Silva Roxo" userId="b6f39d0a-b38b-4c97-850c-dbcbfac2b4dd" providerId="ADAL" clId="{CE1E8942-B2E8-4E4D-B8CF-008B8B0358F8}" dt="2024-01-05T09:57:06.103" v="762" actId="165"/>
          <ac:grpSpMkLst>
            <pc:docMk/>
            <pc:sldMk cId="3953214969" sldId="1924"/>
            <ac:grpSpMk id="6" creationId="{5D4635C1-5B0E-3B88-E156-872AE235EC88}"/>
          </ac:grpSpMkLst>
        </pc:grpChg>
        <pc:grpChg chg="add del mod">
          <ac:chgData name="Dora da Silva Roxo" userId="b6f39d0a-b38b-4c97-850c-dbcbfac2b4dd" providerId="ADAL" clId="{CE1E8942-B2E8-4E4D-B8CF-008B8B0358F8}" dt="2024-01-05T09:57:04.858" v="761" actId="165"/>
          <ac:grpSpMkLst>
            <pc:docMk/>
            <pc:sldMk cId="3953214969" sldId="1924"/>
            <ac:grpSpMk id="8" creationId="{24454BBC-3FAB-A0F1-A81E-C2BE8D135BD1}"/>
          </ac:grpSpMkLst>
        </pc:grpChg>
        <pc:grpChg chg="del mod topLvl">
          <ac:chgData name="Dora da Silva Roxo" userId="b6f39d0a-b38b-4c97-850c-dbcbfac2b4dd" providerId="ADAL" clId="{CE1E8942-B2E8-4E4D-B8CF-008B8B0358F8}" dt="2024-01-05T09:57:16.363" v="764" actId="165"/>
          <ac:grpSpMkLst>
            <pc:docMk/>
            <pc:sldMk cId="3953214969" sldId="1924"/>
            <ac:grpSpMk id="10" creationId="{33A70E3A-9F42-4FE8-BE75-FF9DDC4EFC28}"/>
          </ac:grpSpMkLst>
        </pc:grpChg>
        <pc:grpChg chg="del mod">
          <ac:chgData name="Dora da Silva Roxo" userId="b6f39d0a-b38b-4c97-850c-dbcbfac2b4dd" providerId="ADAL" clId="{CE1E8942-B2E8-4E4D-B8CF-008B8B0358F8}" dt="2024-01-05T09:57:43.321" v="767" actId="165"/>
          <ac:grpSpMkLst>
            <pc:docMk/>
            <pc:sldMk cId="3953214969" sldId="1924"/>
            <ac:grpSpMk id="11" creationId="{6DCBB948-28AD-41A0-894D-99CB29EEB6AF}"/>
          </ac:grpSpMkLst>
        </pc:grpChg>
        <pc:grpChg chg="del mod topLvl">
          <ac:chgData name="Dora da Silva Roxo" userId="b6f39d0a-b38b-4c97-850c-dbcbfac2b4dd" providerId="ADAL" clId="{CE1E8942-B2E8-4E4D-B8CF-008B8B0358F8}" dt="2024-01-05T09:57:14.982" v="763" actId="165"/>
          <ac:grpSpMkLst>
            <pc:docMk/>
            <pc:sldMk cId="3953214969" sldId="1924"/>
            <ac:grpSpMk id="13" creationId="{8EEA6C23-674A-479C-B866-18314CBBEBA1}"/>
          </ac:grpSpMkLst>
        </pc:grpChg>
        <pc:picChg chg="mod topLvl">
          <ac:chgData name="Dora da Silva Roxo" userId="b6f39d0a-b38b-4c97-850c-dbcbfac2b4dd" providerId="ADAL" clId="{CE1E8942-B2E8-4E4D-B8CF-008B8B0358F8}" dt="2024-01-05T09:57:43.321" v="767" actId="165"/>
          <ac:picMkLst>
            <pc:docMk/>
            <pc:sldMk cId="3953214969" sldId="1924"/>
            <ac:picMk id="48" creationId="{B6DA387A-C4F6-4715-B166-03D3C4B05563}"/>
          </ac:picMkLst>
        </pc:picChg>
        <pc:picChg chg="mod topLvl">
          <ac:chgData name="Dora da Silva Roxo" userId="b6f39d0a-b38b-4c97-850c-dbcbfac2b4dd" providerId="ADAL" clId="{CE1E8942-B2E8-4E4D-B8CF-008B8B0358F8}" dt="2024-01-05T09:57:14.982" v="763" actId="165"/>
          <ac:picMkLst>
            <pc:docMk/>
            <pc:sldMk cId="3953214969" sldId="1924"/>
            <ac:picMk id="53" creationId="{2958E870-3676-43BF-9A54-C2C87079957B}"/>
          </ac:picMkLst>
        </pc:picChg>
      </pc:sldChg>
      <pc:sldChg chg="modSp mod">
        <pc:chgData name="Dora da Silva Roxo" userId="b6f39d0a-b38b-4c97-850c-dbcbfac2b4dd" providerId="ADAL" clId="{CE1E8942-B2E8-4E4D-B8CF-008B8B0358F8}" dt="2024-01-05T09:52:13.442" v="732" actId="20577"/>
        <pc:sldMkLst>
          <pc:docMk/>
          <pc:sldMk cId="432801520" sldId="3149"/>
        </pc:sldMkLst>
        <pc:spChg chg="mod">
          <ac:chgData name="Dora da Silva Roxo" userId="b6f39d0a-b38b-4c97-850c-dbcbfac2b4dd" providerId="ADAL" clId="{CE1E8942-B2E8-4E4D-B8CF-008B8B0358F8}" dt="2024-01-05T09:50:36.585" v="726" actId="20577"/>
          <ac:spMkLst>
            <pc:docMk/>
            <pc:sldMk cId="432801520" sldId="3149"/>
            <ac:spMk id="9" creationId="{2A2165E6-7B57-BB05-7064-2A6771E42F54}"/>
          </ac:spMkLst>
        </pc:spChg>
        <pc:spChg chg="mod">
          <ac:chgData name="Dora da Silva Roxo" userId="b6f39d0a-b38b-4c97-850c-dbcbfac2b4dd" providerId="ADAL" clId="{CE1E8942-B2E8-4E4D-B8CF-008B8B0358F8}" dt="2024-01-05T09:52:13.442" v="732" actId="20577"/>
          <ac:spMkLst>
            <pc:docMk/>
            <pc:sldMk cId="432801520" sldId="3149"/>
            <ac:spMk id="210" creationId="{4D71B009-AAD5-C856-2B53-248BD65DB0FD}"/>
          </ac:spMkLst>
        </pc:spChg>
        <pc:spChg chg="mod">
          <ac:chgData name="Dora da Silva Roxo" userId="b6f39d0a-b38b-4c97-850c-dbcbfac2b4dd" providerId="ADAL" clId="{CE1E8942-B2E8-4E4D-B8CF-008B8B0358F8}" dt="2024-01-05T09:52:05.356" v="728" actId="20577"/>
          <ac:spMkLst>
            <pc:docMk/>
            <pc:sldMk cId="432801520" sldId="3149"/>
            <ac:spMk id="405" creationId="{4828B216-C759-E341-693F-F848F03072C6}"/>
          </ac:spMkLst>
        </pc:spChg>
        <pc:spChg chg="mod">
          <ac:chgData name="Dora da Silva Roxo" userId="b6f39d0a-b38b-4c97-850c-dbcbfac2b4dd" providerId="ADAL" clId="{CE1E8942-B2E8-4E4D-B8CF-008B8B0358F8}" dt="2024-01-05T09:52:10.994" v="730" actId="20577"/>
          <ac:spMkLst>
            <pc:docMk/>
            <pc:sldMk cId="432801520" sldId="3149"/>
            <ac:spMk id="411" creationId="{7BC3E9DD-EB4B-67A1-6C03-7857933CFB64}"/>
          </ac:spMkLst>
        </pc:spChg>
      </pc:sldChg>
      <pc:sldChg chg="del">
        <pc:chgData name="Dora da Silva Roxo" userId="b6f39d0a-b38b-4c97-850c-dbcbfac2b4dd" providerId="ADAL" clId="{CE1E8942-B2E8-4E4D-B8CF-008B8B0358F8}" dt="2024-01-05T09:03:49.006" v="402" actId="47"/>
        <pc:sldMkLst>
          <pc:docMk/>
          <pc:sldMk cId="3471480397" sldId="3151"/>
        </pc:sldMkLst>
      </pc:sldChg>
      <pc:sldChg chg="addSp modSp add mod">
        <pc:chgData name="Dora da Silva Roxo" userId="b6f39d0a-b38b-4c97-850c-dbcbfac2b4dd" providerId="ADAL" clId="{CE1E8942-B2E8-4E4D-B8CF-008B8B0358F8}" dt="2024-01-05T10:03:18.232" v="809" actId="20577"/>
        <pc:sldMkLst>
          <pc:docMk/>
          <pc:sldMk cId="3582218357" sldId="3152"/>
        </pc:sldMkLst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" creationId="{13D987E2-B065-2461-C455-38C2F6AA6488}"/>
          </ac:spMkLst>
        </pc:spChg>
        <pc:spChg chg="mod">
          <ac:chgData name="Dora da Silva Roxo" userId="b6f39d0a-b38b-4c97-850c-dbcbfac2b4dd" providerId="ADAL" clId="{CE1E8942-B2E8-4E4D-B8CF-008B8B0358F8}" dt="2024-01-05T09:41:45.196" v="693" actId="552"/>
          <ac:spMkLst>
            <pc:docMk/>
            <pc:sldMk cId="3582218357" sldId="3152"/>
            <ac:spMk id="7" creationId="{D20F415D-1EDC-4314-9A6F-9CEDE78E15D6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9" creationId="{488958EA-39C6-AD50-DC90-E4641279C5A5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10" creationId="{3E2A3F08-3B76-3546-FDD3-CE8D9D9FD544}"/>
          </ac:spMkLst>
        </pc:spChg>
        <pc:spChg chg="add mod">
          <ac:chgData name="Dora da Silva Roxo" userId="b6f39d0a-b38b-4c97-850c-dbcbfac2b4dd" providerId="ADAL" clId="{CE1E8942-B2E8-4E4D-B8CF-008B8B0358F8}" dt="2024-01-05T08:59:28.382" v="167" actId="20577"/>
          <ac:spMkLst>
            <pc:docMk/>
            <pc:sldMk cId="3582218357" sldId="3152"/>
            <ac:spMk id="11" creationId="{C9A5C613-CE6E-246C-AA5D-D7787D452284}"/>
          </ac:spMkLst>
        </pc:spChg>
        <pc:spChg chg="add mod">
          <ac:chgData name="Dora da Silva Roxo" userId="b6f39d0a-b38b-4c97-850c-dbcbfac2b4dd" providerId="ADAL" clId="{CE1E8942-B2E8-4E4D-B8CF-008B8B0358F8}" dt="2024-01-05T09:03:11.965" v="390" actId="20577"/>
          <ac:spMkLst>
            <pc:docMk/>
            <pc:sldMk cId="3582218357" sldId="3152"/>
            <ac:spMk id="12" creationId="{049C9964-2735-4B4E-87DE-8001BC6AF652}"/>
          </ac:spMkLst>
        </pc:spChg>
        <pc:spChg chg="add mod">
          <ac:chgData name="Dora da Silva Roxo" userId="b6f39d0a-b38b-4c97-850c-dbcbfac2b4dd" providerId="ADAL" clId="{CE1E8942-B2E8-4E4D-B8CF-008B8B0358F8}" dt="2024-01-05T09:03:09.422" v="389" actId="20577"/>
          <ac:spMkLst>
            <pc:docMk/>
            <pc:sldMk cId="3582218357" sldId="3152"/>
            <ac:spMk id="13" creationId="{E2A30F30-3C96-208E-05DB-6A0B8F69338D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5" creationId="{D2C2F4A1-4D98-4A99-9DB2-497E6CEB7D23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6" creationId="{93C193AE-EED8-440A-8458-F8D9C9665F30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7" creationId="{C9760DFB-850B-446D-A564-0D9F5205F4C8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8" creationId="{E1492F7E-F7A0-4E85-8FC1-862D9C8BA94C}"/>
          </ac:spMkLst>
        </pc:spChg>
        <pc:spChg chg="add mod">
          <ac:chgData name="Dora da Silva Roxo" userId="b6f39d0a-b38b-4c97-850c-dbcbfac2b4dd" providerId="ADAL" clId="{CE1E8942-B2E8-4E4D-B8CF-008B8B0358F8}" dt="2024-01-05T09:04:04.165" v="408" actId="207"/>
          <ac:spMkLst>
            <pc:docMk/>
            <pc:sldMk cId="3582218357" sldId="3152"/>
            <ac:spMk id="19" creationId="{A38FC843-682C-0036-E860-E12687A9B049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20" creationId="{2E9C69F7-F030-E7E4-094E-882D9F590A11}"/>
          </ac:spMkLst>
        </pc:spChg>
        <pc:spChg chg="add mod">
          <ac:chgData name="Dora da Silva Roxo" userId="b6f39d0a-b38b-4c97-850c-dbcbfac2b4dd" providerId="ADAL" clId="{CE1E8942-B2E8-4E4D-B8CF-008B8B0358F8}" dt="2024-01-05T09:03:26.082" v="400" actId="20577"/>
          <ac:spMkLst>
            <pc:docMk/>
            <pc:sldMk cId="3582218357" sldId="3152"/>
            <ac:spMk id="21" creationId="{E657EA1C-9F33-4C4F-4128-B6857B8B5CDA}"/>
          </ac:spMkLst>
        </pc:spChg>
        <pc:spChg chg="mod">
          <ac:chgData name="Dora da Silva Roxo" userId="b6f39d0a-b38b-4c97-850c-dbcbfac2b4dd" providerId="ADAL" clId="{CE1E8942-B2E8-4E4D-B8CF-008B8B0358F8}" dt="2024-01-05T09:04:11.773" v="414" actId="20577"/>
          <ac:spMkLst>
            <pc:docMk/>
            <pc:sldMk cId="3582218357" sldId="3152"/>
            <ac:spMk id="22" creationId="{432BD16A-511A-4A9A-B13B-41D8B4D931CC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23" creationId="{63B3C8FF-DD05-2E9F-904E-76B5B45B8744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7" creationId="{84B7A843-AB83-7A51-CC69-A3CC24D3DBA0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8" creationId="{7436686A-F302-7363-4D7E-57C6E2BAB8C7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9" creationId="{C038E3E7-0DAE-DB2E-F6D3-13A14684744F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30" creationId="{61557572-BD4A-B8F8-5DE8-F1AAC466F635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35" creationId="{EC9660C1-FC37-7E95-7D29-A0F7E68A8BBA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6" creationId="{86CD3A3B-5EBF-D49B-793D-B949FF1E2354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7" creationId="{00EA78C5-DF58-AD26-4D18-984DBF16B1F7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8" creationId="{D33DDA72-6447-283F-9B8A-02CFE0FE9528}"/>
          </ac:spMkLst>
        </pc:spChg>
        <pc:spChg chg="mod">
          <ac:chgData name="Dora da Silva Roxo" userId="b6f39d0a-b38b-4c97-850c-dbcbfac2b4dd" providerId="ADAL" clId="{CE1E8942-B2E8-4E4D-B8CF-008B8B0358F8}" dt="2024-01-05T09:03:28.843" v="401" actId="20577"/>
          <ac:spMkLst>
            <pc:docMk/>
            <pc:sldMk cId="3582218357" sldId="3152"/>
            <ac:spMk id="39" creationId="{F801294F-53F2-60D3-DEB9-CCECD1132D8E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40" creationId="{0111535E-E8BD-B3F4-84D7-B43145794D5F}"/>
          </ac:spMkLst>
        </pc:spChg>
        <pc:spChg chg="mod">
          <ac:chgData name="Dora da Silva Roxo" userId="b6f39d0a-b38b-4c97-850c-dbcbfac2b4dd" providerId="ADAL" clId="{CE1E8942-B2E8-4E4D-B8CF-008B8B0358F8}" dt="2024-01-05T10:03:18.232" v="809" actId="20577"/>
          <ac:spMkLst>
            <pc:docMk/>
            <pc:sldMk cId="3582218357" sldId="3152"/>
            <ac:spMk id="41" creationId="{967FFCDF-AA55-4D26-46C6-FCE66F3FDF83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3" creationId="{13D987E2-B065-2461-C455-38C2F6AA6488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4" creationId="{84B7A843-AB83-7A51-CC69-A3CC24D3DBA0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5" creationId="{7436686A-F302-7363-4D7E-57C6E2BAB8C7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6" creationId="{C038E3E7-0DAE-DB2E-F6D3-13A14684744F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7" creationId="{86CD3A3B-5EBF-D49B-793D-B949FF1E2354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8" creationId="{00EA78C5-DF58-AD26-4D18-984DBF16B1F7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9" creationId="{D33DDA72-6447-283F-9B8A-02CFE0FE9528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50" creationId="{F801294F-53F2-60D3-DEB9-CCECD1132D8E}"/>
          </ac:spMkLst>
        </pc:spChg>
        <pc:spChg chg="mod">
          <ac:chgData name="Dora da Silva Roxo" userId="b6f39d0a-b38b-4c97-850c-dbcbfac2b4dd" providerId="ADAL" clId="{CE1E8942-B2E8-4E4D-B8CF-008B8B0358F8}" dt="2024-01-05T09:38:05.184" v="554" actId="20577"/>
          <ac:spMkLst>
            <pc:docMk/>
            <pc:sldMk cId="3582218357" sldId="3152"/>
            <ac:spMk id="51" creationId="{173AA177-39BE-3E30-B0FC-9DC2BACF9C7E}"/>
          </ac:spMkLst>
        </pc:spChg>
        <pc:spChg chg="mod">
          <ac:chgData name="Dora da Silva Roxo" userId="b6f39d0a-b38b-4c97-850c-dbcbfac2b4dd" providerId="ADAL" clId="{CE1E8942-B2E8-4E4D-B8CF-008B8B0358F8}" dt="2024-01-05T09:39:16.221" v="555" actId="20577"/>
          <ac:spMkLst>
            <pc:docMk/>
            <pc:sldMk cId="3582218357" sldId="3152"/>
            <ac:spMk id="53" creationId="{EED8F888-5BB1-7A74-405E-028D6B44A636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5" creationId="{63F9370D-902C-D66C-7BC4-2645119F34B4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6" creationId="{D0CD9559-3785-A61B-8BAF-856DACB9A5C1}"/>
          </ac:spMkLst>
        </pc:spChg>
        <pc:spChg chg="mod">
          <ac:chgData name="Dora da Silva Roxo" userId="b6f39d0a-b38b-4c97-850c-dbcbfac2b4dd" providerId="ADAL" clId="{CE1E8942-B2E8-4E4D-B8CF-008B8B0358F8}" dt="2024-01-05T09:40:23.536" v="582" actId="20577"/>
          <ac:spMkLst>
            <pc:docMk/>
            <pc:sldMk cId="3582218357" sldId="3152"/>
            <ac:spMk id="57" creationId="{73F6962C-8F13-7ABC-EF23-62FC1CCA5035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8" creationId="{963AF22F-7383-77B7-22F9-67710556B990}"/>
          </ac:spMkLst>
        </pc:s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4" creationId="{0EF54922-CBAC-EA75-45AC-5FA6E7EF7E7B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5" creationId="{0EFD26EB-A50E-7EE2-1C69-3FB85A150EA0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6" creationId="{EB46ED7B-C1D0-858E-A8DC-C69AA7542E4A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31" creationId="{4E4F7A79-4ACB-D9B2-31C3-5768E4900558}"/>
          </ac:grpSpMkLst>
        </pc:grpChg>
        <pc:grpChg chg="add mod or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32" creationId="{F45E69C7-FE8E-D847-F363-728A64393E81}"/>
          </ac:grpSpMkLst>
        </pc:grpChg>
      </pc:sldChg>
    </pc:docChg>
  </pc:docChgLst>
  <pc:docChgLst>
    <pc:chgData name="Reia, Hugo Alexandre" userId="dee69c61-2ac7-4b82-bc09-1c91e89a6358" providerId="ADAL" clId="{706D8537-E8A2-43C1-81A0-6D5C5B3A7CB1}"/>
    <pc:docChg chg="undo custSel modSld">
      <pc:chgData name="Reia, Hugo Alexandre" userId="dee69c61-2ac7-4b82-bc09-1c91e89a6358" providerId="ADAL" clId="{706D8537-E8A2-43C1-81A0-6D5C5B3A7CB1}" dt="2023-05-05T11:05:32.118" v="129" actId="20577"/>
      <pc:docMkLst>
        <pc:docMk/>
      </pc:docMkLst>
      <pc:sldChg chg="addSp delSp modSp mod">
        <pc:chgData name="Reia, Hugo Alexandre" userId="dee69c61-2ac7-4b82-bc09-1c91e89a6358" providerId="ADAL" clId="{706D8537-E8A2-43C1-81A0-6D5C5B3A7CB1}" dt="2023-05-05T10:14:06.077" v="20" actId="478"/>
        <pc:sldMkLst>
          <pc:docMk/>
          <pc:sldMk cId="432801520" sldId="3149"/>
        </pc:sldMkLst>
        <pc:spChg chg="mod">
          <ac:chgData name="Reia, Hugo Alexandre" userId="dee69c61-2ac7-4b82-bc09-1c91e89a6358" providerId="ADAL" clId="{706D8537-E8A2-43C1-81A0-6D5C5B3A7CB1}" dt="2023-05-05T10:12:38.053" v="15" actId="20577"/>
          <ac:spMkLst>
            <pc:docMk/>
            <pc:sldMk cId="432801520" sldId="3149"/>
            <ac:spMk id="7" creationId="{25EFF698-7023-AA42-07B9-13EE7A6008C6}"/>
          </ac:spMkLst>
        </pc:spChg>
        <pc:spChg chg="mod">
          <ac:chgData name="Reia, Hugo Alexandre" userId="dee69c61-2ac7-4b82-bc09-1c91e89a6358" providerId="ADAL" clId="{706D8537-E8A2-43C1-81A0-6D5C5B3A7CB1}" dt="2023-05-05T10:12:51.326" v="17" actId="20577"/>
          <ac:spMkLst>
            <pc:docMk/>
            <pc:sldMk cId="432801520" sldId="3149"/>
            <ac:spMk id="399" creationId="{55327F54-AE39-104D-D7ED-FEB9F88B2CC6}"/>
          </ac:spMkLst>
        </pc:spChg>
        <pc:cxnChg chg="add del mod">
          <ac:chgData name="Reia, Hugo Alexandre" userId="dee69c61-2ac7-4b82-bc09-1c91e89a6358" providerId="ADAL" clId="{706D8537-E8A2-43C1-81A0-6D5C5B3A7CB1}" dt="2023-05-05T10:09:51.663" v="12" actId="478"/>
          <ac:cxnSpMkLst>
            <pc:docMk/>
            <pc:sldMk cId="432801520" sldId="3149"/>
            <ac:cxnSpMk id="11" creationId="{2821D969-6DB4-509A-B1D3-B0E7C4946F01}"/>
          </ac:cxnSpMkLst>
        </pc:cxnChg>
        <pc:cxnChg chg="add del mod">
          <ac:chgData name="Reia, Hugo Alexandre" userId="dee69c61-2ac7-4b82-bc09-1c91e89a6358" providerId="ADAL" clId="{706D8537-E8A2-43C1-81A0-6D5C5B3A7CB1}" dt="2023-05-04T15:06:46.257" v="9" actId="478"/>
          <ac:cxnSpMkLst>
            <pc:docMk/>
            <pc:sldMk cId="432801520" sldId="3149"/>
            <ac:cxnSpMk id="11" creationId="{8AC0CE18-D241-0016-2608-112486732DDE}"/>
          </ac:cxnSpMkLst>
        </pc:cxnChg>
        <pc:cxnChg chg="add del mod">
          <ac:chgData name="Reia, Hugo Alexandre" userId="dee69c61-2ac7-4b82-bc09-1c91e89a6358" providerId="ADAL" clId="{706D8537-E8A2-43C1-81A0-6D5C5B3A7CB1}" dt="2023-05-05T10:14:06.077" v="20" actId="478"/>
          <ac:cxnSpMkLst>
            <pc:docMk/>
            <pc:sldMk cId="432801520" sldId="3149"/>
            <ac:cxnSpMk id="16" creationId="{83C768D9-5793-6CA5-0EF6-C5086A5652ED}"/>
          </ac:cxnSpMkLst>
        </pc:cxnChg>
      </pc:sldChg>
      <pc:sldChg chg="modSp mod">
        <pc:chgData name="Reia, Hugo Alexandre" userId="dee69c61-2ac7-4b82-bc09-1c91e89a6358" providerId="ADAL" clId="{706D8537-E8A2-43C1-81A0-6D5C5B3A7CB1}" dt="2023-05-05T11:05:32.118" v="129" actId="20577"/>
        <pc:sldMkLst>
          <pc:docMk/>
          <pc:sldMk cId="220176590" sldId="3150"/>
        </pc:sldMkLst>
        <pc:spChg chg="mod">
          <ac:chgData name="Reia, Hugo Alexandre" userId="dee69c61-2ac7-4b82-bc09-1c91e89a6358" providerId="ADAL" clId="{706D8537-E8A2-43C1-81A0-6D5C5B3A7CB1}" dt="2023-05-05T11:05:32.118" v="129" actId="20577"/>
          <ac:spMkLst>
            <pc:docMk/>
            <pc:sldMk cId="220176590" sldId="3150"/>
            <ac:spMk id="18" creationId="{E1492F7E-F7A0-4E85-8FC1-862D9C8BA9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53184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0928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4231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9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#4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12 </a:t>
            </a:r>
            <a:r>
              <a:rPr lang="pt-PT" dirty="0">
                <a:latin typeface="Arial" panose="020B0604020202020204" pitchFamily="34" charset="0"/>
              </a:rPr>
              <a:t>de janeiro de 2024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498749" cy="900308"/>
          </a:xfrm>
        </p:spPr>
        <p:txBody>
          <a:bodyPr/>
          <a:lstStyle/>
          <a:p>
            <a:r>
              <a:rPr lang="pt-PT" sz="2000" i="1">
                <a:latin typeface="Arial" panose="020B0604020202020204" pitchFamily="34" charset="0"/>
              </a:rPr>
              <a:t>Reporting </a:t>
            </a:r>
            <a:r>
              <a:rPr lang="pt-PT" sz="2000">
                <a:latin typeface="Arial" panose="020B0604020202020204" pitchFamily="34" charset="0"/>
              </a:rPr>
              <a:t>ESG Pilar III</a:t>
            </a: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4ª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10</a:t>
            </a: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– 11:00</a:t>
            </a: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12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janeiro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2024</a:t>
            </a: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130601" y="3287068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Bernardo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996119"/>
            <a:ext cx="324439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Hugo Reia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Roxo</a:t>
            </a:r>
          </a:p>
          <a:p>
            <a:endParaRPr lang="pt-PT" sz="11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Helder Fernandes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6">
            <a:extLst>
              <a:ext uri="{FF2B5EF4-FFF2-40B4-BE49-F238E27FC236}">
                <a16:creationId xmlns:a16="http://schemas.microsoft.com/office/drawing/2014/main" id="{159A6AC7-D04B-4272-B901-1C6FA7F3E4E7}"/>
              </a:ext>
            </a:extLst>
          </p:cNvPr>
          <p:cNvSpPr>
            <a:spLocks/>
          </p:cNvSpPr>
          <p:nvPr/>
        </p:nvSpPr>
        <p:spPr bwMode="auto">
          <a:xfrm>
            <a:off x="7950233" y="1648026"/>
            <a:ext cx="3600000" cy="4511215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283757" y="1648026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8100985" y="1829064"/>
            <a:ext cx="3343948" cy="18312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Próximos</a:t>
            </a:r>
            <a:r>
              <a:rPr lang="en-GB" altLang="pt-PT" sz="1600" b="1" kern="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Passos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alteração metodológicas e geração de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informação;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Conciliação de informação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contabilística;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e carregamento de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informação.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4451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3931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3931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500111" y="5891389"/>
              <a:ext cx="934871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RAG STATUS</a:t>
              </a:r>
            </a:p>
          </p:txBody>
        </p:sp>
      </p:grpSp>
      <p:sp>
        <p:nvSpPr>
          <p:cNvPr id="41" name="Freeform 6">
            <a:extLst>
              <a:ext uri="{FF2B5EF4-FFF2-40B4-BE49-F238E27FC236}">
                <a16:creationId xmlns:a16="http://schemas.microsoft.com/office/drawing/2014/main" id="{7968FF25-F10F-4F3F-BA2E-BE2DB06264A6}"/>
              </a:ext>
            </a:extLst>
          </p:cNvPr>
          <p:cNvSpPr>
            <a:spLocks/>
          </p:cNvSpPr>
          <p:nvPr/>
        </p:nvSpPr>
        <p:spPr bwMode="auto">
          <a:xfrm>
            <a:off x="617282" y="1648026"/>
            <a:ext cx="3600000" cy="4511227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Helvetica Ligh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C4BC3C-1F70-4500-AC90-B256830C063D}"/>
              </a:ext>
            </a:extLst>
          </p:cNvPr>
          <p:cNvSpPr txBox="1"/>
          <p:nvPr/>
        </p:nvSpPr>
        <p:spPr>
          <a:xfrm>
            <a:off x="617282" y="1844955"/>
            <a:ext cx="3600000" cy="3647152"/>
          </a:xfrm>
          <a:prstGeom prst="rect">
            <a:avLst/>
          </a:prstGeom>
          <a:noFill/>
        </p:spPr>
        <p:txBody>
          <a:bodyPr wrap="square" lIns="72000" rIns="18000" rtlCol="0" anchor="t">
            <a:spAutoFit/>
          </a:bodyPr>
          <a:lstStyle/>
          <a:p>
            <a:pPr marL="0" marR="0" lvl="0" indent="0" defTabSz="412629" eaLnBrk="1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pt-PT" sz="1600" b="1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Progresso</a:t>
            </a:r>
            <a:endParaRPr kumimoji="0" lang="pt-PT" sz="16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da recolha de dados necessários para o exercício de Dez23;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da implementação de alterações metodológicas e funcionais nos processos de geração de Satélites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Envio de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informação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Gloval (imóveis do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MUG + adjudicados);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geração do universo c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orporativo;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da geração dos satélites corporativos;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de análises comparativas face aos exercícios de Jun23 e Piloto;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de processo de validação (ex. controlos </a:t>
            </a:r>
            <a:r>
              <a:rPr lang="pt-PT" sz="1200" dirty="0" err="1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GD).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C685FF1D-0939-4A5D-B535-CCF8B56EE62E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2078040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sym typeface="Helvetica Light"/>
            </a:endParaRPr>
          </a:p>
        </p:txBody>
      </p:sp>
      <p:pic>
        <p:nvPicPr>
          <p:cNvPr id="48" name="Graphic 47" descr="List RTL">
            <a:extLst>
              <a:ext uri="{FF2B5EF4-FFF2-40B4-BE49-F238E27FC236}">
                <a16:creationId xmlns:a16="http://schemas.microsoft.com/office/drawing/2014/main" id="{B6DA387A-C4F6-4715-B166-03D3C4B0556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154636" y="1317778"/>
            <a:ext cx="522516" cy="523306"/>
          </a:xfrm>
          <a:prstGeom prst="rect">
            <a:avLst/>
          </a:prstGeom>
        </p:spPr>
      </p:pic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6513336" y="2203007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AutoShape 5">
            <a:extLst>
              <a:ext uri="{FF2B5EF4-FFF2-40B4-BE49-F238E27FC236}">
                <a16:creationId xmlns:a16="http://schemas.microsoft.com/office/drawing/2014/main" id="{43D09C47-A09D-47B1-B48B-2A227BBF0D28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9410991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pic>
        <p:nvPicPr>
          <p:cNvPr id="53" name="Graphic 52" descr="Connections">
            <a:extLst>
              <a:ext uri="{FF2B5EF4-FFF2-40B4-BE49-F238E27FC236}">
                <a16:creationId xmlns:a16="http://schemas.microsoft.com/office/drawing/2014/main" id="{2958E870-3676-43BF-9A54-C2C8707995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/>
        </p:blipFill>
        <p:spPr>
          <a:xfrm>
            <a:off x="9466013" y="1295211"/>
            <a:ext cx="568440" cy="568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4411783" y="3892763"/>
            <a:ext cx="3343948" cy="14927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 na marcação da atividade associada a hipotecas com ano de construção &gt;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2020;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Entrega de informação pela </a:t>
            </a:r>
            <a:r>
              <a:rPr lang="pt-PT" sz="1200" dirty="0" err="1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Gloval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84719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6513336" y="4223550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32410" y="1829064"/>
            <a:ext cx="3343948" cy="201593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i="1" kern="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lang="en-GB" altLang="pt-PT" sz="1600" b="1" i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Problemas na geração da tabela FR012;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Problemas nas operações presentes na tabela de operações verdes;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Problemas nos </a:t>
            </a:r>
            <a:r>
              <a:rPr lang="pt-PT" sz="1200" i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inputs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corporativos para o GAR.</a:t>
            </a:r>
            <a:endParaRPr lang="pt-PT" sz="1200" i="1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6661790" y="1269266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8224846" y="1266414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 flipH="1">
            <a:off x="9770848" y="1264821"/>
            <a:ext cx="0" cy="4083452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971155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3.1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 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Rectangle 7">
            <a:extLst>
              <a:ext uri="{FF2B5EF4-FFF2-40B4-BE49-F238E27FC236}">
                <a16:creationId xmlns:a16="http://schemas.microsoft.com/office/drawing/2014/main" id="{F39F4296-322E-24AF-7823-0F71391E7D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149275"/>
            <a:ext cx="10669830" cy="514723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Universo Corporativo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Universo Local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EC5B0-C726-45B7-80BF-59F7C2256B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901" y="249173"/>
            <a:ext cx="7266629" cy="238180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Planeamento 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(1|2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" name="Text Placeholder 224">
            <a:extLst>
              <a:ext uri="{FF2B5EF4-FFF2-40B4-BE49-F238E27FC236}">
                <a16:creationId xmlns:a16="http://schemas.microsoft.com/office/drawing/2014/main" id="{C458D2FE-AB1E-4664-B412-BC846DD96C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Plano de projeto</a:t>
            </a:r>
          </a:p>
        </p:txBody>
      </p:sp>
      <p:sp>
        <p:nvSpPr>
          <p:cNvPr id="248" name="Text Placeholder 3">
            <a:extLst>
              <a:ext uri="{FF2B5EF4-FFF2-40B4-BE49-F238E27FC236}">
                <a16:creationId xmlns:a16="http://schemas.microsoft.com/office/drawing/2014/main" id="{67140A32-92FB-BF04-B8DF-49B6439C86B2}"/>
              </a:ext>
            </a:extLst>
          </p:cNvPr>
          <p:cNvSpPr txBox="1">
            <a:spLocks/>
          </p:cNvSpPr>
          <p:nvPr/>
        </p:nvSpPr>
        <p:spPr>
          <a:xfrm>
            <a:off x="618866" y="5438891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Legenda: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024F0507-E898-C529-0FCE-7F4EC04DC764}"/>
              </a:ext>
            </a:extLst>
          </p:cNvPr>
          <p:cNvGrpSpPr/>
          <p:nvPr/>
        </p:nvGrpSpPr>
        <p:grpSpPr>
          <a:xfrm>
            <a:off x="1326371" y="5449737"/>
            <a:ext cx="1331692" cy="244682"/>
            <a:chOff x="932671" y="5761026"/>
            <a:chExt cx="1331692" cy="244682"/>
          </a:xfrm>
        </p:grpSpPr>
        <p:sp>
          <p:nvSpPr>
            <p:cNvPr id="255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1041210" y="5761026"/>
              <a:ext cx="1223153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</a:t>
              </a: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Kick-off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59" name="Diamond 258">
              <a:extLst>
                <a:ext uri="{FF2B5EF4-FFF2-40B4-BE49-F238E27FC236}">
                  <a16:creationId xmlns:a16="http://schemas.microsoft.com/office/drawing/2014/main" id="{EC9E2059-8B8F-0955-1A17-AA0DE01B234B}"/>
                </a:ext>
              </a:extLst>
            </p:cNvPr>
            <p:cNvSpPr/>
            <p:nvPr/>
          </p:nvSpPr>
          <p:spPr>
            <a:xfrm>
              <a:off x="932671" y="5812641"/>
              <a:ext cx="108000" cy="108000"/>
            </a:xfrm>
            <a:prstGeom prst="diamond">
              <a:avLst/>
            </a:prstGeom>
            <a:solidFill>
              <a:schemeClr val="accent4"/>
            </a:solidFill>
            <a:ln w="3175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46AF1E2-0B63-59BC-2001-6CF342FB4E78}"/>
              </a:ext>
            </a:extLst>
          </p:cNvPr>
          <p:cNvGrpSpPr/>
          <p:nvPr/>
        </p:nvGrpSpPr>
        <p:grpSpPr>
          <a:xfrm>
            <a:off x="1326371" y="5752707"/>
            <a:ext cx="1280912" cy="244682"/>
            <a:chOff x="2233302" y="5761026"/>
            <a:chExt cx="1280912" cy="244682"/>
          </a:xfrm>
        </p:grpSpPr>
        <p:sp>
          <p:nvSpPr>
            <p:cNvPr id="265" name="Diamond 264">
              <a:extLst>
                <a:ext uri="{FF2B5EF4-FFF2-40B4-BE49-F238E27FC236}">
                  <a16:creationId xmlns:a16="http://schemas.microsoft.com/office/drawing/2014/main" id="{EE69AA38-1D32-2074-7557-8D314F70920D}"/>
                </a:ext>
              </a:extLst>
            </p:cNvPr>
            <p:cNvSpPr/>
            <p:nvPr/>
          </p:nvSpPr>
          <p:spPr>
            <a:xfrm>
              <a:off x="2233302" y="5812709"/>
              <a:ext cx="108000" cy="108000"/>
            </a:xfrm>
            <a:prstGeom prst="diamond">
              <a:avLst/>
            </a:prstGeom>
            <a:solidFill>
              <a:srgbClr val="FFFFFF"/>
            </a:solidFill>
            <a:ln w="31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66" name="Text Placeholder 3">
              <a:extLst>
                <a:ext uri="{FF2B5EF4-FFF2-40B4-BE49-F238E27FC236}">
                  <a16:creationId xmlns:a16="http://schemas.microsoft.com/office/drawing/2014/main" id="{55767F44-8570-462D-4523-E02A06F35561}"/>
                </a:ext>
              </a:extLst>
            </p:cNvPr>
            <p:cNvSpPr txBox="1">
              <a:spLocks/>
            </p:cNvSpPr>
            <p:nvPr/>
          </p:nvSpPr>
          <p:spPr>
            <a:xfrm>
              <a:off x="2337703" y="5761026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PDS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813826B4-FBEB-D1C0-EF6C-EC0C161D10EA}"/>
              </a:ext>
            </a:extLst>
          </p:cNvPr>
          <p:cNvCxnSpPr>
            <a:cxnSpLocks/>
          </p:cNvCxnSpPr>
          <p:nvPr/>
        </p:nvCxnSpPr>
        <p:spPr>
          <a:xfrm>
            <a:off x="5121554" y="857242"/>
            <a:ext cx="1512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 Box 74">
            <a:extLst>
              <a:ext uri="{FF2B5EF4-FFF2-40B4-BE49-F238E27FC236}">
                <a16:creationId xmlns:a16="http://schemas.microsoft.com/office/drawing/2014/main" id="{15016070-330A-ECBF-4277-BFE442FABFB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634521" y="737516"/>
            <a:ext cx="531385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412629" eaLnBrk="0">
              <a:defRPr sz="1000" i="1">
                <a:solidFill>
                  <a:schemeClr val="bg1">
                    <a:lumMod val="85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Helvetica Light"/>
              </a:rPr>
              <a:t>2023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sym typeface="Helvetica Light"/>
            </a:endParaRP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B4FA39CE-9C5D-7C75-1F6E-FD3C824CFF53}"/>
              </a:ext>
            </a:extLst>
          </p:cNvPr>
          <p:cNvCxnSpPr>
            <a:cxnSpLocks/>
          </p:cNvCxnSpPr>
          <p:nvPr/>
        </p:nvCxnSpPr>
        <p:spPr>
          <a:xfrm>
            <a:off x="6724592" y="866386"/>
            <a:ext cx="4608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 Box 74">
            <a:extLst>
              <a:ext uri="{FF2B5EF4-FFF2-40B4-BE49-F238E27FC236}">
                <a16:creationId xmlns:a16="http://schemas.microsoft.com/office/drawing/2014/main" id="{40CC0388-44F5-D2C9-0456-96419F1B688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4592" y="729135"/>
            <a:ext cx="648000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/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2024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5C2C16B-CFC1-B65A-63F9-6AFE0218F868}"/>
              </a:ext>
            </a:extLst>
          </p:cNvPr>
          <p:cNvSpPr/>
          <p:nvPr/>
        </p:nvSpPr>
        <p:spPr>
          <a:xfrm>
            <a:off x="8217934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Fevereiro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AE06BD79-D877-BA27-5216-2E0DC6EFD1CC}"/>
              </a:ext>
            </a:extLst>
          </p:cNvPr>
          <p:cNvSpPr/>
          <p:nvPr/>
        </p:nvSpPr>
        <p:spPr>
          <a:xfrm>
            <a:off x="5104757" y="977503"/>
            <a:ext cx="1557319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Dezembro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98638E6-8570-46FC-19B1-3E03B99ECF7F}"/>
              </a:ext>
            </a:extLst>
          </p:cNvPr>
          <p:cNvSpPr/>
          <p:nvPr/>
        </p:nvSpPr>
        <p:spPr>
          <a:xfrm>
            <a:off x="6662077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Janeiro</a:t>
            </a:r>
          </a:p>
        </p:txBody>
      </p:sp>
      <p:sp>
        <p:nvSpPr>
          <p:cNvPr id="295" name="Text Placeholder 3">
            <a:extLst>
              <a:ext uri="{FF2B5EF4-FFF2-40B4-BE49-F238E27FC236}">
                <a16:creationId xmlns:a16="http://schemas.microsoft.com/office/drawing/2014/main" id="{0B9F269B-D29F-4F28-3414-154977BB7440}"/>
              </a:ext>
            </a:extLst>
          </p:cNvPr>
          <p:cNvSpPr txBox="1">
            <a:spLocks/>
          </p:cNvSpPr>
          <p:nvPr/>
        </p:nvSpPr>
        <p:spPr>
          <a:xfrm>
            <a:off x="161666" y="6327499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0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Notas:</a:t>
            </a: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06" name="Rectangle 7">
            <a:extLst>
              <a:ext uri="{FF2B5EF4-FFF2-40B4-BE49-F238E27FC236}">
                <a16:creationId xmlns:a16="http://schemas.microsoft.com/office/drawing/2014/main" id="{0B6BBAA4-62CB-4C3D-5F0A-BECEEDB459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157078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Importação e preparação de 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inputs</a:t>
            </a:r>
            <a:endParaRPr kumimoji="0" lang="en-US" sz="900" b="1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269479" y="1624788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E3725691-C811-B41C-A645-880565B17C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187251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Implementação de alterações nos universos</a:t>
            </a:r>
            <a:endParaRPr kumimoji="0" lang="pt-PT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0" name="Rectangle 7">
            <a:extLst>
              <a:ext uri="{FF2B5EF4-FFF2-40B4-BE49-F238E27FC236}">
                <a16:creationId xmlns:a16="http://schemas.microsoft.com/office/drawing/2014/main" id="{CC50B0AF-DE02-22E1-EBAB-BE1DFC0E65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2696550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lvl="0" algn="l" defTabSz="412629"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Implementação de alterações nos Satélites e </a:t>
            </a:r>
            <a:r>
              <a:rPr lang="pt-PT" sz="9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</a:p>
        </p:txBody>
      </p:sp>
      <p:sp>
        <p:nvSpPr>
          <p:cNvPr id="73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3861501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4.2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4" name="Rectangle 7">
            <a:extLst>
              <a:ext uri="{FF2B5EF4-FFF2-40B4-BE49-F238E27FC236}">
                <a16:creationId xmlns:a16="http://schemas.microsoft.com/office/drawing/2014/main" id="{E27ED112-F667-B260-55CB-3F865C3215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3584815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Conciliação de informação </a:t>
            </a:r>
            <a:r>
              <a:rPr lang="pt-PT" sz="900" b="1" kern="12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contabilística</a:t>
            </a:r>
            <a:r>
              <a:rPr lang="pt-PT" sz="900" b="1" kern="1200" baseline="30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0" lang="en-US" sz="900" b="1" i="0" u="none" strike="noStrike" kern="1200" cap="none" spc="0" normalizeH="0" baseline="3000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04D635D7-ADA9-926F-CEAA-3D274C4BF5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3026" y="4755910"/>
            <a:ext cx="10669566" cy="572545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Satélites 79, 80, 83, 84,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</a:t>
            </a:r>
          </a:p>
        </p:txBody>
      </p:sp>
      <p:sp>
        <p:nvSpPr>
          <p:cNvPr id="80" name="Rectangle 7">
            <a:extLst>
              <a:ext uri="{FF2B5EF4-FFF2-40B4-BE49-F238E27FC236}">
                <a16:creationId xmlns:a16="http://schemas.microsoft.com/office/drawing/2014/main" id="{3EED73CA-1FD5-3B8C-2CE5-3C195E8E78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4662" y="4472518"/>
            <a:ext cx="10669566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Geração e carregamento de </a:t>
            </a:r>
            <a:r>
              <a:rPr lang="pt-PT" sz="900" b="1" kern="12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informação</a:t>
            </a:r>
            <a:r>
              <a:rPr lang="pt-PT" sz="900" b="1" kern="1200" baseline="30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0" lang="en-US" sz="900" b="1" i="0" u="none" strike="noStrike" kern="1200" cap="none" spc="0" normalizeH="0" baseline="3000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1326371" y="6055676"/>
            <a:ext cx="1270505" cy="244682"/>
            <a:chOff x="4094233" y="5919315"/>
            <a:chExt cx="1270505" cy="24468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pattFill prst="lt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Freeze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do projeto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97" name="Text Placeholder 3">
            <a:extLst>
              <a:ext uri="{FF2B5EF4-FFF2-40B4-BE49-F238E27FC236}">
                <a16:creationId xmlns:a16="http://schemas.microsoft.com/office/drawing/2014/main" id="{4DB53043-2D6A-8A8B-B73A-1B963ECE5ECE}"/>
              </a:ext>
            </a:extLst>
          </p:cNvPr>
          <p:cNvSpPr txBox="1">
            <a:spLocks/>
          </p:cNvSpPr>
          <p:nvPr/>
        </p:nvSpPr>
        <p:spPr>
          <a:xfrm>
            <a:off x="608313" y="6344427"/>
            <a:ext cx="10551427" cy="488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projeto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prevê um período de </a:t>
            </a:r>
            <a:r>
              <a:rPr kumimoji="0" lang="pt-PT" sz="800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freeze</a:t>
            </a: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22</a:t>
            </a: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a </a:t>
            </a:r>
            <a:r>
              <a:rPr lang="pt-PT" sz="800" noProof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29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de 2023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.</a:t>
            </a:r>
          </a:p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Atividades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i="0" u="none" strike="noStrike" kern="1200" cap="none" spc="0" normalizeH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nã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executadas em virtude de procedimentos de conciliação corporativa face ao paralelo enviado pela Contabilidade.</a:t>
            </a:r>
          </a:p>
          <a:p>
            <a:pPr marL="0" lvl="0" indent="0" defTabSz="456838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pt-PT" sz="800" baseline="30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Detalhe apresentado no </a:t>
            </a:r>
            <a:r>
              <a:rPr lang="pt-PT" sz="80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slide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5.</a:t>
            </a:r>
            <a:endParaRPr kumimoji="0" lang="pt-PT" sz="8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F1B178EE-AE66-41BF-E169-ACA4F7269C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657" y="126905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0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Gestão de projeto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FA74E09-F25B-4813-848B-653EB68BD8BA}"/>
              </a:ext>
            </a:extLst>
          </p:cNvPr>
          <p:cNvSpPr/>
          <p:nvPr/>
        </p:nvSpPr>
        <p:spPr>
          <a:xfrm>
            <a:off x="9773791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Março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5451134"/>
            <a:ext cx="2253708" cy="244682"/>
            <a:chOff x="3394765" y="5751275"/>
            <a:chExt cx="2253708" cy="244682"/>
          </a:xfrm>
        </p:grpSpPr>
        <p:sp>
          <p:nvSpPr>
            <p:cNvPr id="322" name="Diamond 32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23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2149307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12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Janeiro – Data de abertura do </a:t>
              </a:r>
              <a:r>
                <a:rPr kumimoji="0" lang="pt-PT" sz="900" b="0" i="1" u="none" strike="noStrike" kern="1200" cap="none" spc="0" normalizeH="0" noProof="0" dirty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front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994AEC1-C710-A616-6192-069607C11AF5}"/>
              </a:ext>
            </a:extLst>
          </p:cNvPr>
          <p:cNvCxnSpPr>
            <a:cxnSpLocks/>
          </p:cNvCxnSpPr>
          <p:nvPr/>
        </p:nvCxnSpPr>
        <p:spPr>
          <a:xfrm>
            <a:off x="4022164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546C6ED-ECD1-969E-270F-F6485356E355}"/>
              </a:ext>
            </a:extLst>
          </p:cNvPr>
          <p:cNvCxnSpPr>
            <a:cxnSpLocks/>
          </p:cNvCxnSpPr>
          <p:nvPr/>
        </p:nvCxnSpPr>
        <p:spPr>
          <a:xfrm>
            <a:off x="4443485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9A53A3A5-0F59-F27D-02AB-72B681403510}"/>
              </a:ext>
            </a:extLst>
          </p:cNvPr>
          <p:cNvSpPr txBox="1"/>
          <p:nvPr/>
        </p:nvSpPr>
        <p:spPr>
          <a:xfrm>
            <a:off x="4022804" y="989880"/>
            <a:ext cx="824898" cy="24114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1218926" eaLnBrk="0">
              <a:defRPr sz="800" b="1" kern="0">
                <a:solidFill>
                  <a:srgbClr val="EBEBE6"/>
                </a:solidFill>
                <a:uLnTx/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pt-PT" i="1">
                <a:solidFill>
                  <a:schemeClr val="tx1"/>
                </a:solidFill>
                <a:latin typeface="Arial" panose="020B0604020202020204" pitchFamily="34" charset="0"/>
              </a:rPr>
              <a:t>Status</a:t>
            </a:r>
            <a:r>
              <a:rPr lang="pt-PT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F42ED2D-AB5E-C90C-080C-52DCDCC2A810}"/>
              </a:ext>
            </a:extLst>
          </p:cNvPr>
          <p:cNvSpPr txBox="1"/>
          <p:nvPr/>
        </p:nvSpPr>
        <p:spPr>
          <a:xfrm>
            <a:off x="3960640" y="125018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Anterior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40CAF41-0788-BE67-23A3-AA607F6EBAD4}"/>
              </a:ext>
            </a:extLst>
          </p:cNvPr>
          <p:cNvSpPr txBox="1"/>
          <p:nvPr/>
        </p:nvSpPr>
        <p:spPr>
          <a:xfrm>
            <a:off x="4376326" y="125018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7540F58-8AD3-2851-2AD4-79A027748A48}"/>
              </a:ext>
            </a:extLst>
          </p:cNvPr>
          <p:cNvSpPr txBox="1"/>
          <p:nvPr/>
        </p:nvSpPr>
        <p:spPr>
          <a:xfrm>
            <a:off x="3969108" y="152485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  <a:endParaRPr lang="pt-PT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AC0211D-01D2-84F7-6DF7-74CCD54F23C1}"/>
              </a:ext>
            </a:extLst>
          </p:cNvPr>
          <p:cNvSpPr txBox="1"/>
          <p:nvPr/>
        </p:nvSpPr>
        <p:spPr>
          <a:xfrm>
            <a:off x="4385206" y="152485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CC80B7-C51B-F0D7-18C3-55C57627F2ED}"/>
              </a:ext>
            </a:extLst>
          </p:cNvPr>
          <p:cNvGrpSpPr/>
          <p:nvPr/>
        </p:nvGrpSpPr>
        <p:grpSpPr>
          <a:xfrm>
            <a:off x="3966080" y="3194129"/>
            <a:ext cx="937930" cy="334800"/>
            <a:chOff x="3546872" y="3449580"/>
            <a:chExt cx="937930" cy="33480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7A1B110-FD07-C405-49CA-D5F5E687AACB}"/>
                </a:ext>
              </a:extLst>
            </p:cNvPr>
            <p:cNvSpPr txBox="1"/>
            <p:nvPr/>
          </p:nvSpPr>
          <p:spPr>
            <a:xfrm>
              <a:off x="354687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4FB623B-B63C-354A-C03F-6F177DFE10B7}"/>
                </a:ext>
              </a:extLst>
            </p:cNvPr>
            <p:cNvSpPr txBox="1"/>
            <p:nvPr/>
          </p:nvSpPr>
          <p:spPr>
            <a:xfrm>
              <a:off x="394480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4D71B009-AAD5-C856-2B53-248BD65DB0FD}"/>
              </a:ext>
            </a:extLst>
          </p:cNvPr>
          <p:cNvSpPr txBox="1"/>
          <p:nvPr/>
        </p:nvSpPr>
        <p:spPr>
          <a:xfrm>
            <a:off x="4388248" y="2660807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57%</a:t>
            </a:r>
            <a:endParaRPr lang="pt-PT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D5C9200-8EF6-7833-525B-9DF43E4D2318}"/>
              </a:ext>
            </a:extLst>
          </p:cNvPr>
          <p:cNvSpPr txBox="1"/>
          <p:nvPr/>
        </p:nvSpPr>
        <p:spPr>
          <a:xfrm>
            <a:off x="3966357" y="266195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43%</a:t>
            </a:r>
            <a:endParaRPr lang="pt-PT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6C6FF46-73D5-E8C6-EA55-950892A64E8E}"/>
              </a:ext>
            </a:extLst>
          </p:cNvPr>
          <p:cNvCxnSpPr>
            <a:cxnSpLocks/>
          </p:cNvCxnSpPr>
          <p:nvPr/>
        </p:nvCxnSpPr>
        <p:spPr>
          <a:xfrm>
            <a:off x="4847062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A8EA4DFA-B4D9-2546-6C0F-DB8C2CDAD4A6}"/>
              </a:ext>
            </a:extLst>
          </p:cNvPr>
          <p:cNvSpPr txBox="1"/>
          <p:nvPr/>
        </p:nvSpPr>
        <p:spPr>
          <a:xfrm>
            <a:off x="3969108" y="212213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44%</a:t>
            </a:r>
            <a:endParaRPr lang="pt-PT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47ABF4FE-8E7D-08D1-9CD3-05C2BDDA4393}"/>
              </a:ext>
            </a:extLst>
          </p:cNvPr>
          <p:cNvSpPr txBox="1"/>
          <p:nvPr/>
        </p:nvSpPr>
        <p:spPr>
          <a:xfrm>
            <a:off x="4385206" y="2124912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  <a:endParaRPr lang="pt-PT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C4253CC7-A4C3-A35F-7DDD-EC7F5B55D587}"/>
              </a:ext>
            </a:extLst>
          </p:cNvPr>
          <p:cNvSpPr txBox="1"/>
          <p:nvPr/>
        </p:nvSpPr>
        <p:spPr>
          <a:xfrm>
            <a:off x="3969108" y="2352670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55327F54-AE39-104D-D7ED-FEB9F88B2CC6}"/>
              </a:ext>
            </a:extLst>
          </p:cNvPr>
          <p:cNvSpPr txBox="1"/>
          <p:nvPr/>
        </p:nvSpPr>
        <p:spPr>
          <a:xfrm>
            <a:off x="4400141" y="235664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0%</a:t>
            </a: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225F0A2C-747F-8150-EE52-AAA661716D0A}"/>
              </a:ext>
            </a:extLst>
          </p:cNvPr>
          <p:cNvGrpSpPr/>
          <p:nvPr/>
        </p:nvGrpSpPr>
        <p:grpSpPr>
          <a:xfrm>
            <a:off x="3967354" y="3872637"/>
            <a:ext cx="937930" cy="334800"/>
            <a:chOff x="3546872" y="2079604"/>
            <a:chExt cx="937930" cy="334800"/>
          </a:xfrm>
        </p:grpSpPr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C1161F59-3329-1047-B876-5864E8C9673C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4828B216-C759-E341-693F-F848F03072C6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17009D62-C884-966D-E8E4-AE840B05C9E2}"/>
              </a:ext>
            </a:extLst>
          </p:cNvPr>
          <p:cNvGrpSpPr/>
          <p:nvPr/>
        </p:nvGrpSpPr>
        <p:grpSpPr>
          <a:xfrm>
            <a:off x="3967354" y="4080208"/>
            <a:ext cx="937930" cy="334800"/>
            <a:chOff x="3546872" y="2079604"/>
            <a:chExt cx="937930" cy="334800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E4974544-D40E-A3ED-9AA0-C8410A280CC2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18EC86A4-254A-24D8-E537-C677D70C710F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2896EEDB-A8A2-F524-859E-CF2545CDA978}"/>
              </a:ext>
            </a:extLst>
          </p:cNvPr>
          <p:cNvGrpSpPr/>
          <p:nvPr/>
        </p:nvGrpSpPr>
        <p:grpSpPr>
          <a:xfrm>
            <a:off x="3967354" y="3534115"/>
            <a:ext cx="937930" cy="334800"/>
            <a:chOff x="3546872" y="2079604"/>
            <a:chExt cx="937930" cy="334800"/>
          </a:xfrm>
        </p:grpSpPr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45EAD5D1-D6C6-8552-02D5-40CBCD41B04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7BC3E9DD-EB4B-67A1-6C03-7857933CFB64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9F2E36A3-5244-9DE5-4940-CE2A8CDB2D25}"/>
              </a:ext>
            </a:extLst>
          </p:cNvPr>
          <p:cNvGrpSpPr/>
          <p:nvPr/>
        </p:nvGrpSpPr>
        <p:grpSpPr>
          <a:xfrm>
            <a:off x="3966657" y="4770139"/>
            <a:ext cx="937930" cy="334800"/>
            <a:chOff x="3546872" y="2079604"/>
            <a:chExt cx="937930" cy="334800"/>
          </a:xfrm>
        </p:grpSpPr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D4374257-274D-2B6B-DC5C-7001F48DFCF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0B1E97E1-FD9D-7E4F-BCEF-7B4CA8182DC3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A4D5DC96-7354-9CCC-3F02-B12E6FC4E977}"/>
              </a:ext>
            </a:extLst>
          </p:cNvPr>
          <p:cNvGrpSpPr/>
          <p:nvPr/>
        </p:nvGrpSpPr>
        <p:grpSpPr>
          <a:xfrm>
            <a:off x="3968242" y="4976467"/>
            <a:ext cx="937930" cy="334800"/>
            <a:chOff x="3546872" y="2079604"/>
            <a:chExt cx="937930" cy="334800"/>
          </a:xfrm>
        </p:grpSpPr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9139EFA5-1B35-4E16-A1F4-0B39EB5CE86B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64376152-16FB-B4FA-8CAC-6FB997DF3FB2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AC112C4-C369-9860-CCEB-08E317A801E9}"/>
              </a:ext>
            </a:extLst>
          </p:cNvPr>
          <p:cNvSpPr txBox="1"/>
          <p:nvPr/>
        </p:nvSpPr>
        <p:spPr>
          <a:xfrm>
            <a:off x="3969108" y="18412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17%</a:t>
            </a:r>
            <a:endParaRPr lang="pt-PT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FF698-7023-AA42-07B9-13EE7A6008C6}"/>
              </a:ext>
            </a:extLst>
          </p:cNvPr>
          <p:cNvSpPr txBox="1"/>
          <p:nvPr/>
        </p:nvSpPr>
        <p:spPr>
          <a:xfrm>
            <a:off x="4385206" y="18412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39%</a:t>
            </a:r>
            <a:endParaRPr lang="pt-PT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C117A7-1D1E-1532-264A-58633CBD99F8}"/>
              </a:ext>
            </a:extLst>
          </p:cNvPr>
          <p:cNvGrpSpPr/>
          <p:nvPr/>
        </p:nvGrpSpPr>
        <p:grpSpPr>
          <a:xfrm>
            <a:off x="3969108" y="2977613"/>
            <a:ext cx="937930" cy="334800"/>
            <a:chOff x="3566106" y="3193040"/>
            <a:chExt cx="937930" cy="3348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A2E534-5BB8-F1CE-6CA6-7EE6324BF2D7}"/>
                </a:ext>
              </a:extLst>
            </p:cNvPr>
            <p:cNvSpPr txBox="1"/>
            <p:nvPr/>
          </p:nvSpPr>
          <p:spPr>
            <a:xfrm>
              <a:off x="356610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68%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2165E6-7B57-BB05-7064-2A6771E42F54}"/>
                </a:ext>
              </a:extLst>
            </p:cNvPr>
            <p:cNvSpPr txBox="1"/>
            <p:nvPr/>
          </p:nvSpPr>
          <p:spPr>
            <a:xfrm>
              <a:off x="396403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90%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5349683" y="3101239"/>
            <a:ext cx="86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7" y="3101239"/>
            <a:ext cx="714232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349683" y="2750550"/>
            <a:ext cx="86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7" y="2750550"/>
            <a:ext cx="714232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7931147" y="3319252"/>
            <a:ext cx="152769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7931147" y="2750550"/>
            <a:ext cx="152769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4659" y="2250135"/>
            <a:ext cx="612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7547352" y="1926518"/>
            <a:ext cx="551966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071775" y="3638815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071775" y="3990913"/>
            <a:ext cx="14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6" y="3990913"/>
            <a:ext cx="9475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476019" y="4204067"/>
            <a:ext cx="2948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6" y="3638815"/>
            <a:ext cx="9475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476019" y="3638815"/>
            <a:ext cx="2948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7442191" y="4882643"/>
            <a:ext cx="108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476020" y="5103500"/>
            <a:ext cx="543554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7438451" y="4531897"/>
            <a:ext cx="108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476020" y="4531897"/>
            <a:ext cx="543554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1790" y="1926518"/>
            <a:ext cx="612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7547352" y="2475694"/>
            <a:ext cx="551966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E041611-CE18-26C3-16F0-39F9C88A5EAB}"/>
              </a:ext>
            </a:extLst>
          </p:cNvPr>
          <p:cNvSpPr/>
          <p:nvPr/>
        </p:nvSpPr>
        <p:spPr>
          <a:xfrm>
            <a:off x="5269480" y="1323401"/>
            <a:ext cx="4759034" cy="143314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Diamond 13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351329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5" name="Diamond 13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522271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Diamond 13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741643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8" name="Diamond 13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131957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9" name="Diamond 138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912585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1" name="Diamond 140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009445" y="1340829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5619131" y="1340829"/>
            <a:ext cx="108000" cy="108000"/>
          </a:xfrm>
          <a:prstGeom prst="diamond">
            <a:avLst/>
          </a:prstGeom>
          <a:solidFill>
            <a:schemeClr val="accent4">
              <a:lumMod val="95000"/>
              <a:lumOff val="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49D131D-57AA-3BD3-702A-80C1A40FCE32}"/>
              </a:ext>
            </a:extLst>
          </p:cNvPr>
          <p:cNvSpPr/>
          <p:nvPr/>
        </p:nvSpPr>
        <p:spPr>
          <a:xfrm>
            <a:off x="6247298" y="1266801"/>
            <a:ext cx="299592" cy="4036433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790073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961015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180387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570701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7206294" y="1200102"/>
            <a:ext cx="46801" cy="4103133"/>
            <a:chOff x="6813596" y="1189877"/>
            <a:chExt cx="27906" cy="4128894"/>
          </a:xfrm>
          <a:solidFill>
            <a:srgbClr val="FFC000"/>
          </a:solidFill>
        </p:grpSpPr>
        <p:cxnSp>
          <p:nvCxnSpPr>
            <p:cNvPr id="5" name="Straight Connector 4"/>
            <p:cNvCxnSpPr/>
            <p:nvPr/>
          </p:nvCxnSpPr>
          <p:spPr>
            <a:xfrm>
              <a:off x="6827549" y="1231024"/>
              <a:ext cx="0" cy="4087747"/>
            </a:xfrm>
            <a:prstGeom prst="lin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813596" y="1189877"/>
              <a:ext cx="27906" cy="46800"/>
            </a:xfrm>
            <a:prstGeom prst="ellips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145" name="Diamond 14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180387" y="1219663"/>
            <a:ext cx="108000" cy="108000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Diamond 159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517870" y="1219663"/>
            <a:ext cx="108000" cy="108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036371" y="1219663"/>
            <a:ext cx="108000" cy="108000"/>
          </a:xfrm>
          <a:prstGeom prst="diamond">
            <a:avLst/>
          </a:prstGeom>
          <a:solidFill>
            <a:schemeClr val="accent5">
              <a:lumMod val="9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0" name="Diamond 169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160893" y="1219663"/>
            <a:ext cx="108000" cy="108000"/>
          </a:xfrm>
          <a:prstGeom prst="diamond">
            <a:avLst/>
          </a:prstGeom>
          <a:solidFill>
            <a:srgbClr val="5F5F5F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967345" y="4422268"/>
            <a:ext cx="937930" cy="334800"/>
            <a:chOff x="3995670" y="4430660"/>
            <a:chExt cx="937930" cy="334800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DE825979-4029-DE5B-D851-D600F864584B}"/>
                </a:ext>
              </a:extLst>
            </p:cNvPr>
            <p:cNvSpPr txBox="1"/>
            <p:nvPr/>
          </p:nvSpPr>
          <p:spPr>
            <a:xfrm>
              <a:off x="399567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DA9D631-F926-2ED4-ED60-7D386112E538}"/>
                </a:ext>
              </a:extLst>
            </p:cNvPr>
            <p:cNvSpPr txBox="1"/>
            <p:nvPr/>
          </p:nvSpPr>
          <p:spPr>
            <a:xfrm>
              <a:off x="439360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5652648"/>
            <a:ext cx="4689876" cy="244682"/>
            <a:chOff x="3394765" y="5751275"/>
            <a:chExt cx="4689876" cy="244682"/>
          </a:xfrm>
        </p:grpSpPr>
        <p:sp>
          <p:nvSpPr>
            <p:cNvPr id="142" name="Diamond 14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4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4585475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18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Janeiro – Data até à qual deverá ser submetida a primeira versão de cada Satélite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7125" y="5854162"/>
            <a:ext cx="3526558" cy="244682"/>
            <a:chOff x="3394765" y="5751275"/>
            <a:chExt cx="3526558" cy="244682"/>
          </a:xfrm>
        </p:grpSpPr>
        <p:sp>
          <p:nvSpPr>
            <p:cNvPr id="147" name="Diamond 146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bg2">
                <a:lumMod val="8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8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422157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26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Janeiro – Data para receber informação extra contabilística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6055676"/>
            <a:ext cx="4649821" cy="244682"/>
            <a:chOff x="3394765" y="5751275"/>
            <a:chExt cx="4649821" cy="244682"/>
          </a:xfrm>
        </p:grpSpPr>
        <p:sp>
          <p:nvSpPr>
            <p:cNvPr id="151" name="Diamond 150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rgbClr val="5F5F5F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52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454542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defTabSz="456838">
                <a:lnSpc>
                  <a:spcPct val="110000"/>
                </a:lnSpc>
                <a:buNone/>
                <a:defRPr/>
              </a:pPr>
              <a:r>
                <a:rPr lang="pt-PT" sz="90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31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Janeiro </a:t>
              </a:r>
              <a:r>
                <a:rPr lang="pt-PT" sz="90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– Data até à qual deverá ser submetida a última versão de cada Satélite</a:t>
              </a:r>
              <a:endParaRPr lang="pt-PT" sz="90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5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1628430"/>
            <a:ext cx="144000" cy="144000"/>
          </a:xfrm>
          <a:prstGeom prst="rect">
            <a:avLst/>
          </a:prstGeom>
        </p:spPr>
      </p:pic>
      <p:sp>
        <p:nvSpPr>
          <p:cNvPr id="154" name="Oval 153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1962518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2745070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3074106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3661056"/>
            <a:ext cx="108000" cy="10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3976678"/>
            <a:ext cx="108000" cy="10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grpSp>
        <p:nvGrpSpPr>
          <p:cNvPr id="16" name="Group 15"/>
          <p:cNvGrpSpPr/>
          <p:nvPr/>
        </p:nvGrpSpPr>
        <p:grpSpPr>
          <a:xfrm>
            <a:off x="7540997" y="5462895"/>
            <a:ext cx="1339472" cy="232821"/>
            <a:chOff x="7540997" y="5536047"/>
            <a:chExt cx="1339472" cy="232821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592483"/>
              <a:ext cx="108000" cy="108000"/>
            </a:xfrm>
            <a:prstGeom prst="ellipse">
              <a:avLst/>
            </a:prstGeom>
            <a:solidFill>
              <a:srgbClr val="92D05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2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536047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Sem atraso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540997" y="5750161"/>
            <a:ext cx="1339472" cy="232821"/>
            <a:chOff x="7540997" y="5823313"/>
            <a:chExt cx="1339472" cy="232821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886497"/>
              <a:ext cx="108000" cy="108000"/>
            </a:xfrm>
            <a:prstGeom prst="ellipse">
              <a:avLst/>
            </a:prstGeom>
            <a:solidFill>
              <a:srgbClr val="FFC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3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823313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 recuperável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80" name="Oval 179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0997" y="6107359"/>
            <a:ext cx="108000" cy="108000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8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6" y="6040490"/>
            <a:ext cx="1801521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Atraso não recuperável</a:t>
            </a:r>
            <a:endParaRPr lang="pt-PT" sz="900" i="1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2215412"/>
            <a:ext cx="144000" cy="144000"/>
          </a:xfrm>
          <a:prstGeom prst="rect">
            <a:avLst/>
          </a:prstGeom>
        </p:spPr>
      </p:pic>
      <p:sp>
        <p:nvSpPr>
          <p:cNvPr id="155" name="Oval 154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9860" y="6396399"/>
            <a:ext cx="108000" cy="10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5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5" y="6345317"/>
            <a:ext cx="1801521" cy="2328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Não aplicável</a:t>
            </a:r>
            <a:endParaRPr lang="pt-PT" sz="900" i="1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801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(2|2)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</a:t>
            </a:r>
            <a:r>
              <a:rPr kumimoji="0" lang="pt-PT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os </a:t>
            </a:r>
            <a:r>
              <a:rPr kumimoji="0" lang="pt-PT" sz="1200" b="0" i="1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deadlines</a:t>
            </a:r>
            <a:r>
              <a:rPr kumimoji="0" lang="pt-PT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para cada um dos satélites corporativos:</a:t>
            </a:r>
            <a:endParaRPr kumimoji="0" lang="pt-PT" sz="1200" b="0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Satélites Corporativos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473979" y="6058984"/>
            <a:ext cx="10753074" cy="38517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kumimoji="0" lang="pt-PT" sz="900" b="1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lang="pt-PT" sz="9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Todas as datas de entrega presentes têm como pressuposto que a data final de entrega dos </a:t>
            </a:r>
            <a:r>
              <a:rPr lang="pt-PT" sz="90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inputs</a:t>
            </a:r>
            <a:r>
              <a:rPr lang="pt-PT" sz="9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são as indicadas. O reprocessamento </a:t>
            </a:r>
            <a:r>
              <a:rPr lang="pt-PT" sz="9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dos </a:t>
            </a:r>
            <a:r>
              <a:rPr lang="pt-PT" sz="9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satélites </a:t>
            </a:r>
            <a:r>
              <a:rPr lang="pt-PT" sz="9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devido a alteração de </a:t>
            </a:r>
            <a:r>
              <a:rPr lang="pt-PT" sz="90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inputs </a:t>
            </a:r>
            <a:r>
              <a:rPr lang="pt-PT" sz="9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(novo ficheiro da Corporação e totalidade de imóveis </a:t>
            </a:r>
            <a:r>
              <a:rPr lang="pt-PT" sz="90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Gloval</a:t>
            </a:r>
            <a:r>
              <a:rPr lang="pt-PT" sz="9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) </a:t>
            </a:r>
            <a:r>
              <a:rPr lang="pt-PT" sz="9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carecerá de replaneamento e disponibilização de </a:t>
            </a:r>
            <a:r>
              <a:rPr lang="pt-PT" sz="9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novas </a:t>
            </a:r>
            <a:r>
              <a:rPr lang="pt-PT" sz="9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datas.</a:t>
            </a:r>
            <a:endParaRPr lang="pt-PT" sz="900" i="1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469837" y="1651024"/>
            <a:ext cx="9250738" cy="3823069"/>
            <a:chOff x="830590" y="1705888"/>
            <a:chExt cx="9250738" cy="3823069"/>
          </a:xfrm>
        </p:grpSpPr>
        <p:grpSp>
          <p:nvGrpSpPr>
            <p:cNvPr id="8" name="Group 7"/>
            <p:cNvGrpSpPr/>
            <p:nvPr/>
          </p:nvGrpSpPr>
          <p:grpSpPr>
            <a:xfrm>
              <a:off x="830590" y="1705888"/>
              <a:ext cx="1885866" cy="3823069"/>
              <a:chOff x="830590" y="1705888"/>
              <a:chExt cx="1885866" cy="3823069"/>
            </a:xfrm>
          </p:grpSpPr>
          <p:sp>
            <p:nvSpPr>
              <p:cNvPr id="41" name="Rectangle 23">
                <a:extLst>
                  <a:ext uri="{FF2B5EF4-FFF2-40B4-BE49-F238E27FC236}">
                    <a16:creationId xmlns:a16="http://schemas.microsoft.com/office/drawing/2014/main" id="{967FFCDF-AA55-4D26-46C6-FCE66F3FDF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3" y="2756651"/>
                <a:ext cx="1885863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lvl="3" indent="0">
                  <a:spcAft>
                    <a:spcPts val="600"/>
                  </a:spcAft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80</a:t>
                </a:r>
                <a:endPara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Rectangle 23">
                <a:extLst>
                  <a:ext uri="{FF2B5EF4-FFF2-40B4-BE49-F238E27FC236}">
                    <a16:creationId xmlns:a16="http://schemas.microsoft.com/office/drawing/2014/main" id="{D20F415D-1EDC-4314-9A6F-9CEDE78E1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3" y="1705888"/>
                <a:ext cx="1885863" cy="409212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headEnd/>
                <a:tailEnd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rtl="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PT" sz="1200" b="1" noProof="0" dirty="0" smtClean="0">
                    <a:solidFill>
                      <a:srgbClr val="FFFFFF"/>
                    </a:solidFill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</a:rPr>
                  <a:t>Satélites</a:t>
                </a:r>
                <a:endPara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16" name="Rectangle 23">
                <a:extLst>
                  <a:ext uri="{FF2B5EF4-FFF2-40B4-BE49-F238E27FC236}">
                    <a16:creationId xmlns:a16="http://schemas.microsoft.com/office/drawing/2014/main" id="{93C193AE-EED8-440A-8458-F8D9C9665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3" y="3323728"/>
                <a:ext cx="1885863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lvl="3" indent="0">
                  <a:spcAft>
                    <a:spcPts val="600"/>
                  </a:spcAft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83</a:t>
                </a:r>
                <a:endPara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Rectangle 23">
                <a:extLst>
                  <a:ext uri="{FF2B5EF4-FFF2-40B4-BE49-F238E27FC236}">
                    <a16:creationId xmlns:a16="http://schemas.microsoft.com/office/drawing/2014/main" id="{84B7A843-AB83-7A51-CC69-A3CC24D3D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3" y="2189574"/>
                <a:ext cx="1885863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lvl="0"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79</a:t>
                </a:r>
                <a:endPara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Rectangle 23">
                <a:extLst>
                  <a:ext uri="{FF2B5EF4-FFF2-40B4-BE49-F238E27FC236}">
                    <a16:creationId xmlns:a16="http://schemas.microsoft.com/office/drawing/2014/main" id="{84B7A843-AB83-7A51-CC69-A3CC24D3D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3" y="3890805"/>
                <a:ext cx="1885863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lvl="0"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84</a:t>
                </a:r>
                <a:endParaRPr kumimoji="0" lang="pt-PT" sz="1050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59" name="Rectangle 23">
                <a:extLst>
                  <a:ext uri="{FF2B5EF4-FFF2-40B4-BE49-F238E27FC236}">
                    <a16:creationId xmlns:a16="http://schemas.microsoft.com/office/drawing/2014/main" id="{84B7A843-AB83-7A51-CC69-A3CC24D3D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0" y="4457882"/>
                <a:ext cx="1885863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lvl="0"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93</a:t>
                </a:r>
                <a:endParaRPr kumimoji="0" lang="pt-PT" sz="1050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5" name="Rectangle 23">
                <a:extLst>
                  <a:ext uri="{FF2B5EF4-FFF2-40B4-BE49-F238E27FC236}">
                    <a16:creationId xmlns:a16="http://schemas.microsoft.com/office/drawing/2014/main" id="{84B7A843-AB83-7A51-CC69-A3CC24D3D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90" y="5024957"/>
                <a:ext cx="1885863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lvl="0"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109</a:t>
                </a:r>
                <a:endParaRPr kumimoji="0" lang="pt-PT" sz="1050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2787153" y="1705888"/>
              <a:ext cx="2924748" cy="3823069"/>
              <a:chOff x="2776721" y="1705888"/>
              <a:chExt cx="2924748" cy="3823069"/>
            </a:xfrm>
          </p:grpSpPr>
          <p:sp>
            <p:nvSpPr>
              <p:cNvPr id="51" name="Rectangle 23">
                <a:extLst>
                  <a:ext uri="{FF2B5EF4-FFF2-40B4-BE49-F238E27FC236}">
                    <a16:creationId xmlns:a16="http://schemas.microsoft.com/office/drawing/2014/main" id="{173AA177-39BE-3E30-B0FC-9DC2BACF9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721" y="2761047"/>
                <a:ext cx="2910841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72000" tIns="36000" rIns="72000" bIns="36000" anchor="ctr"/>
              <a:lstStyle/>
              <a:p>
                <a:pPr lvl="0" algn="l" defTabSz="412629">
                  <a:spcBef>
                    <a:spcPts val="600"/>
                  </a:spcBef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endPara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" name="Rectangle 23">
                <a:extLst>
                  <a:ext uri="{FF2B5EF4-FFF2-40B4-BE49-F238E27FC236}">
                    <a16:creationId xmlns:a16="http://schemas.microsoft.com/office/drawing/2014/main" id="{CC982C70-ACC8-4597-8973-E6D2E923B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727" y="1705888"/>
                <a:ext cx="2910841" cy="409212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headEnd/>
                <a:tailEnd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rtl="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  <a:sym typeface="Helvetica Light"/>
                  </a:rPr>
                  <a:t>Dependências</a:t>
                </a:r>
                <a:endPara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17" name="Rectangle 23">
                <a:extLst>
                  <a:ext uri="{FF2B5EF4-FFF2-40B4-BE49-F238E27FC236}">
                    <a16:creationId xmlns:a16="http://schemas.microsoft.com/office/drawing/2014/main" id="{C9760DFB-850B-446D-A564-0D9F5205F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726" y="3321929"/>
                <a:ext cx="2910841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72000" tIns="36000" rIns="72000" bIns="36000" anchor="ctr"/>
              <a:lstStyle/>
              <a:p>
                <a:pPr lvl="0" algn="l" defTabSz="412629">
                  <a:spcBef>
                    <a:spcPts val="600"/>
                  </a:spcBef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Receção de informação de operações </a:t>
                </a:r>
                <a:r>
                  <a:rPr lang="pt-PT" sz="1050" i="1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Green.</a:t>
                </a:r>
                <a:endPara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Rectangle 23">
                <a:extLst>
                  <a:ext uri="{FF2B5EF4-FFF2-40B4-BE49-F238E27FC236}">
                    <a16:creationId xmlns:a16="http://schemas.microsoft.com/office/drawing/2014/main" id="{7436686A-F302-7363-4D7E-57C6E2BAB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729" y="2189574"/>
                <a:ext cx="2910841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72000" tIns="36000" rIns="72000" bIns="36000" anchor="ctr"/>
              <a:lstStyle/>
              <a:p>
                <a:pPr lvl="0" algn="l" defTabSz="412629">
                  <a:spcBef>
                    <a:spcPts val="600"/>
                  </a:spcBef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endPara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tangle 23">
                <a:extLst>
                  <a:ext uri="{FF2B5EF4-FFF2-40B4-BE49-F238E27FC236}">
                    <a16:creationId xmlns:a16="http://schemas.microsoft.com/office/drawing/2014/main" id="{7436686A-F302-7363-4D7E-57C6E2BAB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729" y="3889457"/>
                <a:ext cx="2910841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72000" tIns="36000" rIns="72000" bIns="36000" anchor="ctr"/>
              <a:lstStyle/>
              <a:p>
                <a:pPr lvl="0" algn="l" defTabSz="412629">
                  <a:spcBef>
                    <a:spcPts val="600"/>
                  </a:spcBef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Receção </a:t>
                </a: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informação </a:t>
                </a: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operações </a:t>
                </a:r>
                <a:r>
                  <a:rPr lang="pt-PT" sz="1050" i="1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Green.</a:t>
                </a:r>
                <a:endPara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Rectangle 23">
                <a:extLst>
                  <a:ext uri="{FF2B5EF4-FFF2-40B4-BE49-F238E27FC236}">
                    <a16:creationId xmlns:a16="http://schemas.microsoft.com/office/drawing/2014/main" id="{7436686A-F302-7363-4D7E-57C6E2BAB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0628" y="4456985"/>
                <a:ext cx="2910841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72000" tIns="36000" rIns="72000" bIns="36000" anchor="ctr"/>
              <a:lstStyle/>
              <a:p>
                <a:pPr algn="l" defTabSz="412629">
                  <a:spcBef>
                    <a:spcPts val="600"/>
                  </a:spcBef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Receção de informação de operações </a:t>
                </a:r>
                <a:r>
                  <a:rPr lang="pt-PT" sz="1050" i="1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Green</a:t>
                </a:r>
                <a:r>
                  <a:rPr lang="pt-PT" sz="1050" i="1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Rectangle 23">
                <a:extLst>
                  <a:ext uri="{FF2B5EF4-FFF2-40B4-BE49-F238E27FC236}">
                    <a16:creationId xmlns:a16="http://schemas.microsoft.com/office/drawing/2014/main" id="{7436686A-F302-7363-4D7E-57C6E2BAB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726" y="5024957"/>
                <a:ext cx="2910841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72000" tIns="36000" rIns="72000" bIns="36000" anchor="ctr"/>
              <a:lstStyle/>
              <a:p>
                <a:pPr lvl="0" algn="l" defTabSz="412629">
                  <a:spcBef>
                    <a:spcPts val="600"/>
                  </a:spcBef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endPara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6928434" y="1705888"/>
              <a:ext cx="2007058" cy="3823069"/>
              <a:chOff x="6938859" y="1705888"/>
              <a:chExt cx="2007058" cy="3823069"/>
            </a:xfrm>
          </p:grpSpPr>
          <p:sp>
            <p:nvSpPr>
              <p:cNvPr id="53" name="Rectangle 25">
                <a:extLst>
                  <a:ext uri="{FF2B5EF4-FFF2-40B4-BE49-F238E27FC236}">
                    <a16:creationId xmlns:a16="http://schemas.microsoft.com/office/drawing/2014/main" id="{EED8F888-5BB1-7A74-405E-028D6B44A6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62" y="2754194"/>
                <a:ext cx="200705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lvl="0" defTabSz="412629"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17 de </a:t>
                </a: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Janeiro</a:t>
                </a:r>
                <a:endPara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Rectangle 25">
                <a:extLst>
                  <a:ext uri="{FF2B5EF4-FFF2-40B4-BE49-F238E27FC236}">
                    <a16:creationId xmlns:a16="http://schemas.microsoft.com/office/drawing/2014/main" id="{4B98099B-9BC1-4802-8974-B3603A052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64" y="1705888"/>
                <a:ext cx="2007053" cy="409212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headEnd/>
                <a:tailEnd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rtl="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  <a:sym typeface="Helvetica Light"/>
                  </a:rPr>
                  <a:t>Data de entrega</a:t>
                </a:r>
                <a:r>
                  <a:rPr kumimoji="0" lang="pt-PT" sz="1200" b="1" i="0" u="none" strike="noStrike" kern="0" cap="none" spc="0" normalizeH="0" baseline="3000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  <a:sym typeface="Helvetica Light"/>
                  </a:rPr>
                  <a:t>1</a:t>
                </a:r>
                <a:endParaRPr kumimoji="0" lang="pt-PT" sz="1200" b="1" i="0" u="none" strike="noStrike" kern="0" cap="none" spc="0" normalizeH="0" baseline="30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E1492F7E-F7A0-4E85-8FC1-862D9C8BA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62" y="3321773"/>
                <a:ext cx="200705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lvl="0" defTabSz="412629"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17 </a:t>
                </a: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Janeiro</a:t>
                </a:r>
                <a:endPara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Rectangle 25">
                <a:extLst>
                  <a:ext uri="{FF2B5EF4-FFF2-40B4-BE49-F238E27FC236}">
                    <a16:creationId xmlns:a16="http://schemas.microsoft.com/office/drawing/2014/main" id="{C038E3E7-0DAE-DB2E-F6D3-13A146847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65" y="2186615"/>
                <a:ext cx="200705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marL="0" marR="0" lvl="0" indent="0" defTabSz="412629" rtl="0" eaLnBrk="1" fontAlgn="auto" latinLnBrk="0" hangingPunct="0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 de Janeiro</a:t>
                </a:r>
                <a:endParaRPr kumimoji="0" lang="pt-PT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46" name="Rectangle 25">
                <a:extLst>
                  <a:ext uri="{FF2B5EF4-FFF2-40B4-BE49-F238E27FC236}">
                    <a16:creationId xmlns:a16="http://schemas.microsoft.com/office/drawing/2014/main" id="{C038E3E7-0DAE-DB2E-F6D3-13A146847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62" y="3889352"/>
                <a:ext cx="200705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lvl="0" defTabSz="412629">
                  <a:defRPr/>
                </a:pP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17 de </a:t>
                </a: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Janeiro</a:t>
                </a:r>
                <a:endPara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Rectangle 25">
                <a:extLst>
                  <a:ext uri="{FF2B5EF4-FFF2-40B4-BE49-F238E27FC236}">
                    <a16:creationId xmlns:a16="http://schemas.microsoft.com/office/drawing/2014/main" id="{C038E3E7-0DAE-DB2E-F6D3-13A146847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59" y="4456931"/>
                <a:ext cx="200705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lvl="0" defTabSz="412629"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18 </a:t>
                </a: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Janeiro</a:t>
                </a:r>
                <a:endPara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Rectangle 25">
                <a:extLst>
                  <a:ext uri="{FF2B5EF4-FFF2-40B4-BE49-F238E27FC236}">
                    <a16:creationId xmlns:a16="http://schemas.microsoft.com/office/drawing/2014/main" id="{C038E3E7-0DAE-DB2E-F6D3-13A146847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8859" y="5024957"/>
                <a:ext cx="200705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lvl="0" defTabSz="412629">
                  <a:defRPr/>
                </a:pPr>
                <a:r>
                  <a:rPr lang="pt-PT" sz="1050" dirty="0" smtClean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 </a:t>
                </a:r>
                <a:r>
                  <a:rPr lang="pt-PT" sz="1050" dirty="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Janeiro</a:t>
                </a:r>
                <a:endPara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9006188" y="1706110"/>
              <a:ext cx="1075140" cy="3822624"/>
              <a:chOff x="9006188" y="1705888"/>
              <a:chExt cx="1075140" cy="3822624"/>
            </a:xfrm>
          </p:grpSpPr>
          <p:sp>
            <p:nvSpPr>
              <p:cNvPr id="56" name="Rectangle 25">
                <a:extLst>
                  <a:ext uri="{FF2B5EF4-FFF2-40B4-BE49-F238E27FC236}">
                    <a16:creationId xmlns:a16="http://schemas.microsoft.com/office/drawing/2014/main" id="{D0CD9559-3785-A61B-8BAF-856DACB9A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9" y="2754194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kumimoji="0" lang="pt-PT" sz="1050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1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4" name="Rectangle 25">
                <a:extLst>
                  <a:ext uri="{FF2B5EF4-FFF2-40B4-BE49-F238E27FC236}">
                    <a16:creationId xmlns:a16="http://schemas.microsoft.com/office/drawing/2014/main" id="{82D1FAD0-5C7D-6A0E-4E3E-A04A7E54B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8" y="1705888"/>
                <a:ext cx="1075140" cy="409212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headEnd/>
                <a:tailEnd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rtl="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PT" sz="1200" b="1" dirty="0" smtClean="0">
                    <a:solidFill>
                      <a:srgbClr val="FFFFFF"/>
                    </a:solidFill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</a:rPr>
                  <a:t>Prioridade Corporação</a:t>
                </a:r>
                <a:endPara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9" name="Rectangle 25">
                <a:extLst>
                  <a:ext uri="{FF2B5EF4-FFF2-40B4-BE49-F238E27FC236}">
                    <a16:creationId xmlns:a16="http://schemas.microsoft.com/office/drawing/2014/main" id="{488958EA-39C6-AD50-DC90-E4641279C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9" y="3321773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kumimoji="0" lang="pt-PT" sz="1050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4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9" y="2186615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lang="pt-PT" sz="105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9" y="3889352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lang="pt-PT" sz="105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9" y="4456931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kumimoji="0" lang="pt-PT" sz="1050" i="1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5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6189" y="5024512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lang="pt-PT" sz="105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5782598" y="1706110"/>
              <a:ext cx="1075140" cy="3822624"/>
              <a:chOff x="5775644" y="1705888"/>
              <a:chExt cx="1075140" cy="3822624"/>
            </a:xfrm>
          </p:grpSpPr>
          <p:sp>
            <p:nvSpPr>
              <p:cNvPr id="71" name="Rectangle 25">
                <a:extLst>
                  <a:ext uri="{FF2B5EF4-FFF2-40B4-BE49-F238E27FC236}">
                    <a16:creationId xmlns:a16="http://schemas.microsoft.com/office/drawing/2014/main" id="{D0CD9559-3785-A61B-8BAF-856DACB9A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5" y="2754194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kumimoji="0" lang="pt-PT" sz="1050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-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2" name="Rectangle 25">
                <a:extLst>
                  <a:ext uri="{FF2B5EF4-FFF2-40B4-BE49-F238E27FC236}">
                    <a16:creationId xmlns:a16="http://schemas.microsoft.com/office/drawing/2014/main" id="{82D1FAD0-5C7D-6A0E-4E3E-A04A7E54B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4" y="1705888"/>
                <a:ext cx="1075140" cy="409212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headEnd/>
                <a:tailEnd/>
              </a:ln>
              <a:effectLst/>
            </p:spPr>
            <p:txBody>
              <a:bodyPr lIns="36000" tIns="36000" rIns="36000" bIns="36000" anchor="ctr"/>
              <a:lstStyle/>
              <a:p>
                <a:pPr marL="0" marR="0" lvl="0" indent="0" algn="ctr" defTabSz="914400" rtl="0" eaLnBrk="0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PT" sz="1200" b="1" dirty="0" smtClean="0">
                    <a:solidFill>
                      <a:srgbClr val="FFFFFF"/>
                    </a:solidFill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</a:rPr>
                  <a:t>Data final prevista </a:t>
                </a:r>
                <a:r>
                  <a:rPr lang="pt-PT" sz="1200" b="1" i="1" dirty="0" smtClean="0">
                    <a:solidFill>
                      <a:srgbClr val="FFFFFF"/>
                    </a:solidFill>
                    <a:latin typeface="Arial" panose="020B0604020202020204" pitchFamily="34" charset="0"/>
                    <a:ea typeface="Tahoma" pitchFamily="34" charset="0"/>
                    <a:cs typeface="Arial" panose="020B0604020202020204" pitchFamily="34" charset="0"/>
                  </a:rPr>
                  <a:t>input</a:t>
                </a:r>
                <a:endParaRPr kumimoji="0" lang="pt-PT" sz="1200" b="1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3" name="Rectangle 25">
                <a:extLst>
                  <a:ext uri="{FF2B5EF4-FFF2-40B4-BE49-F238E27FC236}">
                    <a16:creationId xmlns:a16="http://schemas.microsoft.com/office/drawing/2014/main" id="{488958EA-39C6-AD50-DC90-E4641279C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5" y="3321773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lang="pt-PT" sz="105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 de Janeiro</a:t>
                </a:r>
                <a:endParaRPr lang="pt-PT" sz="105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5" y="2186615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kumimoji="0" lang="pt-PT" sz="105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-</a:t>
                </a:r>
                <a:endParaRPr kumimoji="0" lang="pt-PT" sz="105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5" y="3889352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lang="pt-PT" sz="105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 de Janeiro</a:t>
                </a:r>
                <a:endParaRPr lang="pt-PT" sz="105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5" y="4456931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lang="pt-PT" sz="105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 de </a:t>
                </a:r>
                <a:r>
                  <a:rPr lang="pt-PT" sz="105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Janeiro</a:t>
                </a:r>
                <a:endParaRPr lang="pt-PT" sz="105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0EA78C5-DF58-AD26-4D18-984DBF16B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645" y="5024512"/>
                <a:ext cx="1075139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algn="ctr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 lIns="108000" tIns="36000" rIns="108000" bIns="36000" anchor="ctr"/>
              <a:lstStyle/>
              <a:p>
                <a:pPr defTabSz="412629">
                  <a:spcBef>
                    <a:spcPts val="600"/>
                  </a:spcBef>
                </a:pPr>
                <a:r>
                  <a:rPr kumimoji="0" lang="pt-PT" sz="1050" i="1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-</a:t>
                </a:r>
                <a:endParaRPr kumimoji="0" lang="pt-PT" sz="105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604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45E69C7-FE8E-D847-F363-728A64393E81}"/>
              </a:ext>
            </a:extLst>
          </p:cNvPr>
          <p:cNvGrpSpPr/>
          <p:nvPr/>
        </p:nvGrpSpPr>
        <p:grpSpPr>
          <a:xfrm>
            <a:off x="291097" y="2885408"/>
            <a:ext cx="11608216" cy="622086"/>
            <a:chOff x="291098" y="2141475"/>
            <a:chExt cx="11608216" cy="827996"/>
          </a:xfrm>
        </p:grpSpPr>
        <p:sp>
          <p:nvSpPr>
            <p:cNvPr id="35" name="Rectangle 25">
              <a:extLst>
                <a:ext uri="{FF2B5EF4-FFF2-40B4-BE49-F238E27FC236}">
                  <a16:creationId xmlns:a16="http://schemas.microsoft.com/office/drawing/2014/main" id="{EC9660C1-FC37-7E95-7D29-A0F7E68A8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6" y="2145070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Tarefas</a:t>
              </a:r>
            </a:p>
          </p:txBody>
        </p:sp>
        <p:sp>
          <p:nvSpPr>
            <p:cNvPr id="41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8" y="2145071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3" indent="0">
                <a:spcAft>
                  <a:spcPts val="600"/>
                </a:spcAft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Problemas nas operações presentes na tabela de operações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verdes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173AA177-39BE-3E30-B0FC-9DC2BACF9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7" y="2141475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 na geração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dos satélites corporativos (83 e 84).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8" y="214147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aseline="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-.</a:t>
              </a:r>
              <a:endParaRPr kumimoji="0" lang="pt-PT" sz="105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5" name="Rectangle 558">
              <a:extLst>
                <a:ext uri="{FF2B5EF4-FFF2-40B4-BE49-F238E27FC236}">
                  <a16:creationId xmlns:a16="http://schemas.microsoft.com/office/drawing/2014/main" id="{63F9370D-902C-D66C-7BC4-2645119F3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7" y="2141476"/>
              <a:ext cx="725946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lvl="0" indent="-12700">
                <a:defRPr/>
              </a:pPr>
              <a:r>
                <a:rPr lang="pt-PT" sz="1040" b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Médio</a:t>
              </a:r>
            </a:p>
          </p:txBody>
        </p:sp>
        <p:sp>
          <p:nvSpPr>
            <p:cNvPr id="56" name="Rectangle 25">
              <a:extLst>
                <a:ext uri="{FF2B5EF4-FFF2-40B4-BE49-F238E27FC236}">
                  <a16:creationId xmlns:a16="http://schemas.microsoft.com/office/drawing/2014/main" id="{D0CD9559-3785-A61B-8BAF-856DACB9A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5" y="214147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kumimoji="0" lang="pt-PT" sz="105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Aberto</a:t>
              </a:r>
              <a:r>
                <a:rPr kumimoji="0" lang="pt-PT" sz="1050" b="1" u="none" strike="noStrike" kern="1200" cap="none" spc="0" normalizeH="0" baseline="30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05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7" name="Rectangle 25">
              <a:extLst>
                <a:ext uri="{FF2B5EF4-FFF2-40B4-BE49-F238E27FC236}">
                  <a16:creationId xmlns:a16="http://schemas.microsoft.com/office/drawing/2014/main" id="{73F6962C-8F13-7ABC-EF23-62FC1CCA5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9" y="214147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 </a:t>
              </a:r>
              <a:r>
                <a:rPr kumimoji="0" lang="pt-PT" sz="1000" b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 </a:t>
              </a:r>
            </a:p>
            <a:p>
              <a:pPr defTabSz="412629"/>
              <a:r>
                <a:rPr lang="pt-PT" sz="1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janeiro</a:t>
              </a:r>
              <a:endPara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8" name="Rectangle 25">
              <a:extLst>
                <a:ext uri="{FF2B5EF4-FFF2-40B4-BE49-F238E27FC236}">
                  <a16:creationId xmlns:a16="http://schemas.microsoft.com/office/drawing/2014/main" id="{963AF22F-7383-77B7-22F9-67710556B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4" y="214147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-</a:t>
              </a: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7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46ED7B-C1D0-858E-A8DC-C69AA7542E4A}"/>
              </a:ext>
            </a:extLst>
          </p:cNvPr>
          <p:cNvGrpSpPr/>
          <p:nvPr/>
        </p:nvGrpSpPr>
        <p:grpSpPr>
          <a:xfrm>
            <a:off x="291097" y="3583944"/>
            <a:ext cx="11608216" cy="622086"/>
            <a:chOff x="291098" y="3011500"/>
            <a:chExt cx="11608216" cy="827996"/>
          </a:xfrm>
        </p:grpSpPr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D2C2F4A1-4D98-4A99-9DB2-497E6CEB7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6" y="3015095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Tarefas</a:t>
              </a:r>
            </a:p>
          </p:txBody>
        </p: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8" y="3015096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3" indent="0">
                <a:spcAft>
                  <a:spcPts val="600"/>
                </a:spcAft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Problemas nos inputs corporativos para o GAR</a:t>
              </a:r>
              <a:endPara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C9760DFB-850B-446D-A564-0D9F5205F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7" y="3011500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 na geração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 satélite 84.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8" y="3011500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Uso do 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recebido em Junho23</a:t>
              </a:r>
              <a:endParaRPr kumimoji="0" lang="pt-PT" sz="1050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2" name="Rectangle 558">
              <a:extLst>
                <a:ext uri="{FF2B5EF4-FFF2-40B4-BE49-F238E27FC236}">
                  <a16:creationId xmlns:a16="http://schemas.microsoft.com/office/drawing/2014/main" id="{432BD16A-511A-4A9A-B13B-41D8B4D93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7" y="3011501"/>
              <a:ext cx="725946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lvl="0" indent="-12700">
                <a:defRPr/>
              </a:pPr>
              <a:r>
                <a:rPr lang="pt-PT" sz="1040" b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Médio</a:t>
              </a:r>
            </a:p>
          </p:txBody>
        </p:sp>
        <p:sp>
          <p:nvSpPr>
            <p:cNvPr id="9" name="Rectangle 25">
              <a:extLst>
                <a:ext uri="{FF2B5EF4-FFF2-40B4-BE49-F238E27FC236}">
                  <a16:creationId xmlns:a16="http://schemas.microsoft.com/office/drawing/2014/main" id="{488958EA-39C6-AD50-DC90-E4641279C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5" y="3011500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kumimoji="0" lang="pt-PT" sz="105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Aberto</a:t>
              </a:r>
              <a:r>
                <a:rPr kumimoji="0" lang="pt-PT" sz="1050" b="1" u="none" strike="noStrike" kern="1200" cap="none" spc="0" normalizeH="0" baseline="30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05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61557572-BD4A-B8F8-5DE8-F1AAC466F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9" y="3011500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r>
                <a:rPr kumimoji="0" lang="pt-PT" sz="1000" b="1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 </a:t>
              </a:r>
              <a:r>
                <a:rPr kumimoji="0" lang="pt-PT" sz="1000" b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 </a:t>
              </a:r>
            </a:p>
            <a:p>
              <a:pPr defTabSz="412629"/>
              <a:r>
                <a:rPr kumimoji="0" lang="pt-PT" sz="1000" b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dezembro</a:t>
              </a:r>
            </a:p>
          </p:txBody>
        </p:sp>
        <p:sp>
          <p:nvSpPr>
            <p:cNvPr id="40" name="Rectangle 25">
              <a:extLst>
                <a:ext uri="{FF2B5EF4-FFF2-40B4-BE49-F238E27FC236}">
                  <a16:creationId xmlns:a16="http://schemas.microsoft.com/office/drawing/2014/main" id="{0111535E-E8BD-B3F4-84D7-B43145794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4" y="3011500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-</a:t>
              </a:r>
            </a:p>
          </p:txBody>
        </p:sp>
      </p:grp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EFD26EB-A50E-7EE2-1C69-3FB85A150EA0}"/>
              </a:ext>
            </a:extLst>
          </p:cNvPr>
          <p:cNvGrpSpPr/>
          <p:nvPr/>
        </p:nvGrpSpPr>
        <p:grpSpPr>
          <a:xfrm>
            <a:off x="291097" y="2186872"/>
            <a:ext cx="11608216" cy="622086"/>
            <a:chOff x="291098" y="3904985"/>
            <a:chExt cx="11608216" cy="827997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13D987E2-B065-2461-C455-38C2F6AA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6" y="390858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8" y="390858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Problemas na geração da tabela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FR012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7436686A-F302-7363-4D7E-57C6E2BAB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50" y="390498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 na geração do universo corporativo.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8" y="390498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-</a:t>
              </a:r>
            </a:p>
          </p:txBody>
        </p:sp>
        <p:sp>
          <p:nvSpPr>
            <p:cNvPr id="36" name="Rectangle 558">
              <a:extLst>
                <a:ext uri="{FF2B5EF4-FFF2-40B4-BE49-F238E27FC236}">
                  <a16:creationId xmlns:a16="http://schemas.microsoft.com/office/drawing/2014/main" id="{86CD3A3B-5EBF-D49B-793D-B949FF1E2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7" y="391422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lvl="0" indent="-12700">
                <a:defRPr/>
              </a:pPr>
              <a:r>
                <a:rPr lang="pt-PT" sz="1040" b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Médio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0EA78C5-DF58-AD26-4D18-984DBF16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5" y="390498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 dirty="0" smtClean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Fechado</a:t>
              </a:r>
              <a:endParaRPr kumimoji="0" lang="pt-PT" sz="1050" b="1" i="1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33DDA72-6447-283F-9B8A-02CFE0FE9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9" y="390498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09 </a:t>
              </a:r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janeiro</a:t>
              </a:r>
              <a:endPara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01294F-53F2-60D3-DEB9-CCECD1132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4" y="390498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kumimoji="0" lang="pt-PT" sz="1000" b="1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 </a:t>
              </a:r>
              <a:r>
                <a:rPr kumimoji="0" lang="pt-PT" sz="1000" b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 janeiro</a:t>
              </a:r>
            </a:p>
          </p:txBody>
        </p:sp>
      </p:grp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Santander.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F54922-CBAC-EA75-45AC-5FA6E7EF7E7B}"/>
              </a:ext>
            </a:extLst>
          </p:cNvPr>
          <p:cNvGrpSpPr/>
          <p:nvPr/>
        </p:nvGrpSpPr>
        <p:grpSpPr>
          <a:xfrm>
            <a:off x="291097" y="4282480"/>
            <a:ext cx="11608216" cy="622086"/>
            <a:chOff x="291097" y="4785965"/>
            <a:chExt cx="11608216" cy="827997"/>
          </a:xfrm>
        </p:grpSpPr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13D987E2-B065-2461-C455-38C2F6AA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5" y="478956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44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7" y="478956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Risco na marcação da atividade associada a hipotecas com ano de construção &gt; 2020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7436686A-F302-7363-4D7E-57C6E2BAB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9" y="478596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Impacto nos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timings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de implementação.</a:t>
              </a:r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7" y="478596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noProof="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Definição de metodologia alternativa</a:t>
              </a:r>
              <a:endParaRPr kumimoji="0" lang="pt-PT" sz="105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7" name="Rectangle 558">
              <a:extLst>
                <a:ext uri="{FF2B5EF4-FFF2-40B4-BE49-F238E27FC236}">
                  <a16:creationId xmlns:a16="http://schemas.microsoft.com/office/drawing/2014/main" id="{86CD3A3B-5EBF-D49B-793D-B949FF1E2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6" y="479520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indent="-12700">
                <a:defRPr/>
              </a:pPr>
              <a:r>
                <a:rPr lang="pt-PT" sz="1040" b="1" dirty="0" smtClean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Médio</a:t>
              </a:r>
              <a:endParaRPr lang="pt-PT" sz="104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0EA78C5-DF58-AD26-4D18-984DBF16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4" y="478596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Aberto</a:t>
              </a:r>
              <a:r>
                <a:rPr lang="pt-PT" sz="1050" b="1" kern="1200" baseline="30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050" b="1" i="1" u="none" strike="noStrike" kern="0" cap="none" spc="0" normalizeH="0" baseline="0" noProof="0">
                <a:ln>
                  <a:noFill/>
                </a:ln>
                <a:solidFill>
                  <a:srgbClr val="2FBC6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33DDA72-6447-283F-9B8A-02CFE0FE9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8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05 </a:t>
              </a:r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</a:p>
            <a:p>
              <a:pPr defTabSz="412629"/>
              <a:r>
                <a:rPr lang="pt-PT" sz="1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janeiro</a:t>
              </a:r>
              <a:endPara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801294F-53F2-60D3-DEB9-CCECD1132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3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218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18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janeiro e 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631240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12 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de janeiro a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18 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de janeiro</a:t>
            </a: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631240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631240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631240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631240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74264" y="202015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alteração metodológicas e geração de informação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94927" y="202015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de janeiro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23150"/>
            <a:ext cx="1381306" cy="16300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</a:t>
            </a:r>
          </a:p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satélites  </a:t>
            </a: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587233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151914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23150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1</a:t>
            </a:r>
          </a:p>
        </p:txBody>
      </p:sp>
      <p:sp>
        <p:nvSpPr>
          <p:cNvPr id="8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74264" y="3149221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carregamento de informação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94927" y="314922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janeiro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43472" y="3149221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906321" y="3263877"/>
            <a:ext cx="649525" cy="274689"/>
          </a:xfrm>
          <a:prstGeom prst="rect">
            <a:avLst/>
          </a:prstGeom>
        </p:spPr>
      </p:pic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80694" y="258483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Conciliação de informação contabilística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94927" y="258483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de janeiro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43472" y="2584839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915198" y="2699495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43472" y="202015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508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5A6BCA4ACA584C9A1C03FD3956D51C" ma:contentTypeVersion="16" ma:contentTypeDescription="Criar um novo documento." ma:contentTypeScope="" ma:versionID="25cd4bb1aaf04bf7c36d581853a12fbf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2898a58c724212c25df4c06f581a570c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6EEBE8B-03B6-4AB9-B9D5-8B82DE16A323}"/>
</file>

<file path=customXml/itemProps2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3277D9-8D10-4CA6-8A09-1C4D05FB1A2A}">
  <ds:schemaRefs>
    <ds:schemaRef ds:uri="http://schemas.openxmlformats.org/package/2006/metadata/core-properties"/>
    <ds:schemaRef ds:uri="1f788909-93b9-4481-96a4-a6ab2493c341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767d911d-09c2-43d9-a326-6ded42ddccd2"/>
    <ds:schemaRef ds:uri="http://schemas.microsoft.com/sharepoint/v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</TotalTime>
  <Words>939</Words>
  <Application>Microsoft Office PowerPoint</Application>
  <PresentationFormat>Custom</PresentationFormat>
  <Paragraphs>239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8</vt:i4>
      </vt:variant>
    </vt:vector>
  </HeadingPairs>
  <TitlesOfParts>
    <vt:vector size="37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Reporting ESG Pilar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Ana Rita Geraldo de Caguerelho</cp:lastModifiedBy>
  <cp:revision>22</cp:revision>
  <dcterms:created xsi:type="dcterms:W3CDTF">2018-12-07T14:01:11Z</dcterms:created>
  <dcterms:modified xsi:type="dcterms:W3CDTF">2024-01-12T13:27:33Z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0x010100845A6BCA4ACA584C9A1C03FD3956D51C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