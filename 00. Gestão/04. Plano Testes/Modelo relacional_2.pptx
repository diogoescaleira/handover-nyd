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714" r:id="rId8"/>
    <p:sldMasterId id="2147483672" r:id="rId9"/>
    <p:sldMasterId id="2147483674" r:id="rId10"/>
    <p:sldMasterId id="2147483719" r:id="rId11"/>
    <p:sldMasterId id="2147483731" r:id="rId12"/>
  </p:sldMasterIdLst>
  <p:notesMasterIdLst>
    <p:notesMasterId r:id="rId16"/>
  </p:notesMasterIdLst>
  <p:sldIdLst>
    <p:sldId id="2096" r:id="rId13"/>
    <p:sldId id="2097" r:id="rId14"/>
    <p:sldId id="2098" r:id="rId15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92" userDrawn="1">
          <p15:clr>
            <a:srgbClr val="A4A3A4"/>
          </p15:clr>
        </p15:guide>
        <p15:guide id="3" pos="728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512F23-ECF9-FC74-E8C5-723516114F99}" name="Escaleira, Diogo Alexandre" initials="DE" userId="S::descaleira@neyond.pt::72fb12db-bc92-4c43-9b41-3ac15f1f989a" providerId="AD"/>
  <p188:author id="{636B5556-3D72-E2F0-6E87-C9E5E1972C66}" name="Ahmad, Nadia Genebra" initials="ANG" userId="S::nahmad@neyond.pt::2eef2cf0-e606-4076-8505-6d6658fa1c4a" providerId="AD"/>
  <p188:author id="{CA811FA9-5862-93D8-F5D5-56ED83AC8E33}" name="Amaro, Sandra" initials="AS" userId="S::samaro@neyond.pt::6bedbfcc-5e0a-4e18-b9b0-c8ab328504b9" providerId="AD"/>
  <p188:author id="{77FB27BA-7DEB-83CD-6B51-FF941D4B2020}" name="Almeida, Luis Alexandre" initials="ALA" userId="S::lualmeida@neyond.pt::5df86c4b-e2b3-489b-9c00-1eef9e703c19" providerId="AD"/>
  <p188:author id="{6DC05CBA-2895-20DA-C20B-07DC48541C05}" name="Godinho, Luis" initials="GL" userId="S::lgodinho@neyond.pt::73da12d6-0d4b-484b-8b4c-3d031c51bbc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meida, Luis Alexandre" initials="ALA" lastIdx="6" clrIdx="0">
    <p:extLst>
      <p:ext uri="{19B8F6BF-5375-455C-9EA6-DF929625EA0E}">
        <p15:presenceInfo xmlns:p15="http://schemas.microsoft.com/office/powerpoint/2012/main" userId="S::lualmeida@epimetheus.pt::5df86c4b-e2b3-489b-9c00-1eef9e703c19" providerId="AD"/>
      </p:ext>
    </p:extLst>
  </p:cmAuthor>
  <p:cmAuthor id="2" name="Amaro, Sandra" initials="AS" lastIdx="28" clrIdx="1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3" name="Godinho, Luis" initials="GL" lastIdx="16" clrIdx="2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4" name="Amaro, Sandra" initials="AS [2]" lastIdx="2" clrIdx="3">
    <p:extLst>
      <p:ext uri="{19B8F6BF-5375-455C-9EA6-DF929625EA0E}">
        <p15:presenceInfo xmlns:p15="http://schemas.microsoft.com/office/powerpoint/2012/main" userId="S::samaro@neyond.pt::6bedbfcc-5e0a-4e18-b9b0-c8ab328504b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FFC1C1"/>
    <a:srgbClr val="009FDF"/>
    <a:srgbClr val="7F7F7F"/>
    <a:srgbClr val="005F7C"/>
    <a:srgbClr val="003E51"/>
    <a:srgbClr val="0077A7"/>
    <a:srgbClr val="E5F8FF"/>
    <a:srgbClr val="53CEFF"/>
    <a:srgbClr val="C6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500C8D-D01B-4065-8D5C-E8E2B80B099E}" v="773" dt="2024-10-06T18:51:41.659"/>
    <p1510:client id="{DAE7013D-CCD0-449B-8CF8-46B7CED33B7A}" v="1" dt="2024-10-07T10:23:46.3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528"/>
        <p:guide pos="392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inho, Luis" userId="73da12d6-0d4b-484b-8b4c-3d031c51bbca" providerId="ADAL" clId="{83FCD61E-312F-4571-859C-C5EAFE1CDA06}"/>
    <pc:docChg chg="undo custSel addSld delSld modSld">
      <pc:chgData name="Godinho, Luis" userId="73da12d6-0d4b-484b-8b4c-3d031c51bbca" providerId="ADAL" clId="{83FCD61E-312F-4571-859C-C5EAFE1CDA06}" dt="2024-01-05T00:29:15.904" v="1124" actId="20577"/>
      <pc:docMkLst>
        <pc:docMk/>
      </pc:docMkLst>
      <pc:sldChg chg="modSp mod">
        <pc:chgData name="Godinho, Luis" userId="73da12d6-0d4b-484b-8b4c-3d031c51bbca" providerId="ADAL" clId="{83FCD61E-312F-4571-859C-C5EAFE1CDA06}" dt="2024-01-05T00:28:36.693" v="1107" actId="20577"/>
        <pc:sldMkLst>
          <pc:docMk/>
          <pc:sldMk cId="931559344" sldId="258"/>
        </pc:sldMkLst>
        <pc:spChg chg="mod">
          <ac:chgData name="Godinho, Luis" userId="73da12d6-0d4b-484b-8b4c-3d031c51bbca" providerId="ADAL" clId="{83FCD61E-312F-4571-859C-C5EAFE1CDA06}" dt="2024-01-05T00:15:55.795" v="783" actId="20577"/>
          <ac:spMkLst>
            <pc:docMk/>
            <pc:sldMk cId="931559344" sldId="258"/>
            <ac:spMk id="18" creationId="{C1B250F9-1789-4BCD-AEEB-B41D09F46CCB}"/>
          </ac:spMkLst>
        </pc:spChg>
        <pc:spChg chg="mod">
          <ac:chgData name="Godinho, Luis" userId="73da12d6-0d4b-484b-8b4c-3d031c51bbca" providerId="ADAL" clId="{83FCD61E-312F-4571-859C-C5EAFE1CDA06}" dt="2024-01-05T00:28:36.693" v="1107" actId="20577"/>
          <ac:spMkLst>
            <pc:docMk/>
            <pc:sldMk cId="931559344" sldId="258"/>
            <ac:spMk id="19" creationId="{F5CE3833-637C-48DB-9A8E-7B95715A9DD4}"/>
          </ac:spMkLst>
        </pc:spChg>
        <pc:spChg chg="mod">
          <ac:chgData name="Godinho, Luis" userId="73da12d6-0d4b-484b-8b4c-3d031c51bbca" providerId="ADAL" clId="{83FCD61E-312F-4571-859C-C5EAFE1CDA06}" dt="2024-01-05T00:28:33.807" v="1106" actId="20577"/>
          <ac:spMkLst>
            <pc:docMk/>
            <pc:sldMk cId="931559344" sldId="258"/>
            <ac:spMk id="20" creationId="{4C2253D2-4815-4CFB-989B-19A419FF896F}"/>
          </ac:spMkLst>
        </pc:spChg>
      </pc:sldChg>
      <pc:sldChg chg="delSp modSp mod">
        <pc:chgData name="Godinho, Luis" userId="73da12d6-0d4b-484b-8b4c-3d031c51bbca" providerId="ADAL" clId="{83FCD61E-312F-4571-859C-C5EAFE1CDA06}" dt="2024-01-05T00:26:38.091" v="1075"/>
        <pc:sldMkLst>
          <pc:docMk/>
          <pc:sldMk cId="2501851510" sldId="1858"/>
        </pc:sldMkLst>
        <pc:spChg chg="mod">
          <ac:chgData name="Godinho, Luis" userId="73da12d6-0d4b-484b-8b4c-3d031c51bbca" providerId="ADAL" clId="{83FCD61E-312F-4571-859C-C5EAFE1CDA06}" dt="2024-01-05T00:26:38.091" v="1075"/>
          <ac:spMkLst>
            <pc:docMk/>
            <pc:sldMk cId="2501851510" sldId="1858"/>
            <ac:spMk id="3" creationId="{A26BEE74-7409-47AE-83D3-12B764F49F9E}"/>
          </ac:spMkLst>
        </pc:spChg>
        <pc:spChg chg="del">
          <ac:chgData name="Godinho, Luis" userId="73da12d6-0d4b-484b-8b4c-3d031c51bbca" providerId="ADAL" clId="{83FCD61E-312F-4571-859C-C5EAFE1CDA06}" dt="2024-01-05T00:26:07.241" v="1056" actId="478"/>
          <ac:spMkLst>
            <pc:docMk/>
            <pc:sldMk cId="2501851510" sldId="1858"/>
            <ac:spMk id="5" creationId="{C8A2A86F-6378-D29B-6804-0846CEDF8316}"/>
          </ac:spMkLst>
        </pc:spChg>
      </pc:sldChg>
      <pc:sldChg chg="delSp modSp mod">
        <pc:chgData name="Godinho, Luis" userId="73da12d6-0d4b-484b-8b4c-3d031c51bbca" providerId="ADAL" clId="{83FCD61E-312F-4571-859C-C5EAFE1CDA06}" dt="2024-01-05T00:29:15.904" v="1124" actId="20577"/>
        <pc:sldMkLst>
          <pc:docMk/>
          <pc:sldMk cId="937854963" sldId="1860"/>
        </pc:sldMkLst>
        <pc:spChg chg="del">
          <ac:chgData name="Godinho, Luis" userId="73da12d6-0d4b-484b-8b4c-3d031c51bbca" providerId="ADAL" clId="{83FCD61E-312F-4571-859C-C5EAFE1CDA06}" dt="2024-01-05T00:29:08.064" v="1108" actId="478"/>
          <ac:spMkLst>
            <pc:docMk/>
            <pc:sldMk cId="937854963" sldId="1860"/>
            <ac:spMk id="3" creationId="{4876DE66-9F96-43A9-81BF-D1FFA1B3F11F}"/>
          </ac:spMkLst>
        </pc:spChg>
        <pc:spChg chg="mod">
          <ac:chgData name="Godinho, Luis" userId="73da12d6-0d4b-484b-8b4c-3d031c51bbca" providerId="ADAL" clId="{83FCD61E-312F-4571-859C-C5EAFE1CDA06}" dt="2024-01-05T00:29:15.904" v="1124" actId="20577"/>
          <ac:spMkLst>
            <pc:docMk/>
            <pc:sldMk cId="937854963" sldId="1860"/>
            <ac:spMk id="4" creationId="{EF233AAD-B878-45C8-8E51-F31C44D51ABA}"/>
          </ac:spMkLst>
        </pc:spChg>
      </pc:sldChg>
      <pc:sldChg chg="del">
        <pc:chgData name="Godinho, Luis" userId="73da12d6-0d4b-484b-8b4c-3d031c51bbca" providerId="ADAL" clId="{83FCD61E-312F-4571-859C-C5EAFE1CDA06}" dt="2024-01-04T23:40:12.217" v="1" actId="47"/>
        <pc:sldMkLst>
          <pc:docMk/>
          <pc:sldMk cId="1887581931" sldId="2062"/>
        </pc:sldMkLst>
      </pc:sldChg>
      <pc:sldChg chg="addSp delSp modSp mod">
        <pc:chgData name="Godinho, Luis" userId="73da12d6-0d4b-484b-8b4c-3d031c51bbca" providerId="ADAL" clId="{83FCD61E-312F-4571-859C-C5EAFE1CDA06}" dt="2024-01-05T00:26:28.495" v="1074" actId="20577"/>
        <pc:sldMkLst>
          <pc:docMk/>
          <pc:sldMk cId="4185240701" sldId="2063"/>
        </pc:sldMkLst>
        <pc:spChg chg="mod">
          <ac:chgData name="Godinho, Luis" userId="73da12d6-0d4b-484b-8b4c-3d031c51bbca" providerId="ADAL" clId="{83FCD61E-312F-4571-859C-C5EAFE1CDA06}" dt="2024-01-05T00:26:28.495" v="1074" actId="20577"/>
          <ac:spMkLst>
            <pc:docMk/>
            <pc:sldMk cId="4185240701" sldId="2063"/>
            <ac:spMk id="3" creationId="{7B0BD29A-B660-42E8-9E7A-885EBFF129D6}"/>
          </ac:spMkLst>
        </pc:spChg>
        <pc:spChg chg="add del mod">
          <ac:chgData name="Godinho, Luis" userId="73da12d6-0d4b-484b-8b4c-3d031c51bbca" providerId="ADAL" clId="{83FCD61E-312F-4571-859C-C5EAFE1CDA06}" dt="2024-01-04T23:47:55.356" v="377" actId="478"/>
          <ac:spMkLst>
            <pc:docMk/>
            <pc:sldMk cId="4185240701" sldId="2063"/>
            <ac:spMk id="4" creationId="{A3D27817-9B4D-29BF-328F-69BEC489E5E7}"/>
          </ac:spMkLst>
        </pc:spChg>
        <pc:spChg chg="add del mod">
          <ac:chgData name="Godinho, Luis" userId="73da12d6-0d4b-484b-8b4c-3d031c51bbca" providerId="ADAL" clId="{83FCD61E-312F-4571-859C-C5EAFE1CDA06}" dt="2024-01-04T23:47:55.356" v="377" actId="478"/>
          <ac:spMkLst>
            <pc:docMk/>
            <pc:sldMk cId="4185240701" sldId="2063"/>
            <ac:spMk id="5" creationId="{6FABFEE3-0D11-C082-5272-90923CFF0FA4}"/>
          </ac:spMkLst>
        </pc:spChg>
        <pc:spChg chg="add del mod">
          <ac:chgData name="Godinho, Luis" userId="73da12d6-0d4b-484b-8b4c-3d031c51bbca" providerId="ADAL" clId="{83FCD61E-312F-4571-859C-C5EAFE1CDA06}" dt="2024-01-04T23:47:55.356" v="377" actId="478"/>
          <ac:spMkLst>
            <pc:docMk/>
            <pc:sldMk cId="4185240701" sldId="2063"/>
            <ac:spMk id="6" creationId="{74CF61F5-F4B3-2EF9-0008-B1DBC7379012}"/>
          </ac:spMkLst>
        </pc:spChg>
        <pc:spChg chg="add del mod">
          <ac:chgData name="Godinho, Luis" userId="73da12d6-0d4b-484b-8b4c-3d031c51bbca" providerId="ADAL" clId="{83FCD61E-312F-4571-859C-C5EAFE1CDA06}" dt="2024-01-04T23:47:55.356" v="377" actId="478"/>
          <ac:spMkLst>
            <pc:docMk/>
            <pc:sldMk cId="4185240701" sldId="2063"/>
            <ac:spMk id="7" creationId="{D36073C6-397B-2EB3-D2A1-57C5C5531B32}"/>
          </ac:spMkLst>
        </pc:spChg>
        <pc:spChg chg="add del mod">
          <ac:chgData name="Godinho, Luis" userId="73da12d6-0d4b-484b-8b4c-3d031c51bbca" providerId="ADAL" clId="{83FCD61E-312F-4571-859C-C5EAFE1CDA06}" dt="2024-01-04T23:47:55.356" v="377" actId="478"/>
          <ac:spMkLst>
            <pc:docMk/>
            <pc:sldMk cId="4185240701" sldId="2063"/>
            <ac:spMk id="8" creationId="{2D8BE0BA-3606-1E1B-8566-AC53F9EC64DD}"/>
          </ac:spMkLst>
        </pc:spChg>
        <pc:spChg chg="mod">
          <ac:chgData name="Godinho, Luis" userId="73da12d6-0d4b-484b-8b4c-3d031c51bbca" providerId="ADAL" clId="{83FCD61E-312F-4571-859C-C5EAFE1CDA06}" dt="2024-01-04T23:47:07.666" v="363" actId="179"/>
          <ac:spMkLst>
            <pc:docMk/>
            <pc:sldMk cId="4185240701" sldId="2063"/>
            <ac:spMk id="9" creationId="{C4A50A61-300C-F997-FB7C-CDD6065E7946}"/>
          </ac:spMkLst>
        </pc:spChg>
        <pc:spChg chg="mod">
          <ac:chgData name="Godinho, Luis" userId="73da12d6-0d4b-484b-8b4c-3d031c51bbca" providerId="ADAL" clId="{83FCD61E-312F-4571-859C-C5EAFE1CDA06}" dt="2024-01-04T23:46:31.579" v="343" actId="6549"/>
          <ac:spMkLst>
            <pc:docMk/>
            <pc:sldMk cId="4185240701" sldId="2063"/>
            <ac:spMk id="11" creationId="{FEF17F39-47E7-2ED3-6259-27618A139783}"/>
          </ac:spMkLst>
        </pc:spChg>
        <pc:spChg chg="mod">
          <ac:chgData name="Godinho, Luis" userId="73da12d6-0d4b-484b-8b4c-3d031c51bbca" providerId="ADAL" clId="{83FCD61E-312F-4571-859C-C5EAFE1CDA06}" dt="2024-01-04T23:46:47.532" v="351" actId="6549"/>
          <ac:spMkLst>
            <pc:docMk/>
            <pc:sldMk cId="4185240701" sldId="2063"/>
            <ac:spMk id="12" creationId="{02595F87-CC53-96DF-C170-63F4FC12A967}"/>
          </ac:spMkLst>
        </pc:spChg>
        <pc:spChg chg="mod">
          <ac:chgData name="Godinho, Luis" userId="73da12d6-0d4b-484b-8b4c-3d031c51bbca" providerId="ADAL" clId="{83FCD61E-312F-4571-859C-C5EAFE1CDA06}" dt="2024-01-04T23:46:56.428" v="357" actId="179"/>
          <ac:spMkLst>
            <pc:docMk/>
            <pc:sldMk cId="4185240701" sldId="2063"/>
            <ac:spMk id="13" creationId="{D66BDE9E-1907-D1E8-9876-50549943890E}"/>
          </ac:spMkLst>
        </pc:spChg>
        <pc:spChg chg="mod">
          <ac:chgData name="Godinho, Luis" userId="73da12d6-0d4b-484b-8b4c-3d031c51bbca" providerId="ADAL" clId="{83FCD61E-312F-4571-859C-C5EAFE1CDA06}" dt="2024-01-04T23:47:18.006" v="369" actId="20577"/>
          <ac:spMkLst>
            <pc:docMk/>
            <pc:sldMk cId="4185240701" sldId="2063"/>
            <ac:spMk id="19" creationId="{B46AE1A0-D13B-AEE0-CF49-CAA26E916C24}"/>
          </ac:spMkLst>
        </pc:spChg>
        <pc:spChg chg="mod">
          <ac:chgData name="Godinho, Luis" userId="73da12d6-0d4b-484b-8b4c-3d031c51bbca" providerId="ADAL" clId="{83FCD61E-312F-4571-859C-C5EAFE1CDA06}" dt="2024-01-04T23:57:55.465" v="779" actId="20577"/>
          <ac:spMkLst>
            <pc:docMk/>
            <pc:sldMk cId="4185240701" sldId="2063"/>
            <ac:spMk id="96" creationId="{7B058F88-A30E-4640-ACBD-6E9D8B2386CA}"/>
          </ac:spMkLst>
        </pc:spChg>
        <pc:spChg chg="mod ord">
          <ac:chgData name="Godinho, Luis" userId="73da12d6-0d4b-484b-8b4c-3d031c51bbca" providerId="ADAL" clId="{83FCD61E-312F-4571-859C-C5EAFE1CDA06}" dt="2024-01-04T23:47:31.592" v="375" actId="179"/>
          <ac:spMkLst>
            <pc:docMk/>
            <pc:sldMk cId="4185240701" sldId="2063"/>
            <ac:spMk id="234" creationId="{CFD70CF6-1796-D631-3E8A-07C294CBDBFC}"/>
          </ac:spMkLst>
        </pc:spChg>
        <pc:spChg chg="del">
          <ac:chgData name="Godinho, Luis" userId="73da12d6-0d4b-484b-8b4c-3d031c51bbca" providerId="ADAL" clId="{83FCD61E-312F-4571-859C-C5EAFE1CDA06}" dt="2024-01-04T23:56:12.586" v="624" actId="478"/>
          <ac:spMkLst>
            <pc:docMk/>
            <pc:sldMk cId="4185240701" sldId="2063"/>
            <ac:spMk id="268" creationId="{EA7A0FA0-5A7E-2C06-D383-DC747DD37214}"/>
          </ac:spMkLst>
        </pc:spChg>
        <pc:grpChg chg="add del mod">
          <ac:chgData name="Godinho, Luis" userId="73da12d6-0d4b-484b-8b4c-3d031c51bbca" providerId="ADAL" clId="{83FCD61E-312F-4571-859C-C5EAFE1CDA06}" dt="2024-01-04T23:48:11.288" v="378" actId="165"/>
          <ac:grpSpMkLst>
            <pc:docMk/>
            <pc:sldMk cId="4185240701" sldId="2063"/>
            <ac:grpSpMk id="249" creationId="{5375BA61-D8C0-4B7D-D3E0-D7BC97B8418A}"/>
          </ac:grpSpMkLst>
        </pc:grpChg>
        <pc:picChg chg="del mod topLvl">
          <ac:chgData name="Godinho, Luis" userId="73da12d6-0d4b-484b-8b4c-3d031c51bbca" providerId="ADAL" clId="{83FCD61E-312F-4571-859C-C5EAFE1CDA06}" dt="2024-01-04T23:48:17.062" v="380" actId="478"/>
          <ac:picMkLst>
            <pc:docMk/>
            <pc:sldMk cId="4185240701" sldId="2063"/>
            <ac:picMk id="250" creationId="{AD6E084E-18E5-B65E-FA51-82F9C3BF21AB}"/>
          </ac:picMkLst>
        </pc:picChg>
        <pc:picChg chg="mod topLvl">
          <ac:chgData name="Godinho, Luis" userId="73da12d6-0d4b-484b-8b4c-3d031c51bbca" providerId="ADAL" clId="{83FCD61E-312F-4571-859C-C5EAFE1CDA06}" dt="2024-01-04T23:49:00.593" v="386" actId="552"/>
          <ac:picMkLst>
            <pc:docMk/>
            <pc:sldMk cId="4185240701" sldId="2063"/>
            <ac:picMk id="251" creationId="{64A478B5-30FC-D07F-CB51-FD779155789B}"/>
          </ac:picMkLst>
        </pc:picChg>
        <pc:picChg chg="mod topLvl">
          <ac:chgData name="Godinho, Luis" userId="73da12d6-0d4b-484b-8b4c-3d031c51bbca" providerId="ADAL" clId="{83FCD61E-312F-4571-859C-C5EAFE1CDA06}" dt="2024-01-04T23:49:00.593" v="386" actId="552"/>
          <ac:picMkLst>
            <pc:docMk/>
            <pc:sldMk cId="4185240701" sldId="2063"/>
            <ac:picMk id="252" creationId="{352AA453-A0C8-9593-EF15-FE696C86F393}"/>
          </ac:picMkLst>
        </pc:picChg>
        <pc:picChg chg="mod topLvl">
          <ac:chgData name="Godinho, Luis" userId="73da12d6-0d4b-484b-8b4c-3d031c51bbca" providerId="ADAL" clId="{83FCD61E-312F-4571-859C-C5EAFE1CDA06}" dt="2024-01-04T23:49:11.158" v="387" actId="1035"/>
          <ac:picMkLst>
            <pc:docMk/>
            <pc:sldMk cId="4185240701" sldId="2063"/>
            <ac:picMk id="254" creationId="{32486D88-5EDB-366A-BCC3-D0B5E3678982}"/>
          </ac:picMkLst>
        </pc:picChg>
        <pc:picChg chg="mod topLvl">
          <ac:chgData name="Godinho, Luis" userId="73da12d6-0d4b-484b-8b4c-3d031c51bbca" providerId="ADAL" clId="{83FCD61E-312F-4571-859C-C5EAFE1CDA06}" dt="2024-01-04T23:49:00.593" v="386" actId="552"/>
          <ac:picMkLst>
            <pc:docMk/>
            <pc:sldMk cId="4185240701" sldId="2063"/>
            <ac:picMk id="256" creationId="{C21D1D2F-35D5-9ABC-1D47-07244437EAD4}"/>
          </ac:picMkLst>
        </pc:picChg>
        <pc:picChg chg="mod topLvl">
          <ac:chgData name="Godinho, Luis" userId="73da12d6-0d4b-484b-8b4c-3d031c51bbca" providerId="ADAL" clId="{83FCD61E-312F-4571-859C-C5EAFE1CDA06}" dt="2024-01-04T23:49:00.593" v="386" actId="552"/>
          <ac:picMkLst>
            <pc:docMk/>
            <pc:sldMk cId="4185240701" sldId="2063"/>
            <ac:picMk id="257" creationId="{9D5C2610-3F18-D145-45B0-59F3B679B37C}"/>
          </ac:picMkLst>
        </pc:picChg>
        <pc:picChg chg="del mod topLvl">
          <ac:chgData name="Godinho, Luis" userId="73da12d6-0d4b-484b-8b4c-3d031c51bbca" providerId="ADAL" clId="{83FCD61E-312F-4571-859C-C5EAFE1CDA06}" dt="2024-01-04T23:48:15.694" v="379" actId="478"/>
          <ac:picMkLst>
            <pc:docMk/>
            <pc:sldMk cId="4185240701" sldId="2063"/>
            <ac:picMk id="258" creationId="{6205667F-3DA6-F85F-4D70-543B27303FEC}"/>
          </ac:picMkLst>
        </pc:picChg>
      </pc:sldChg>
      <pc:sldChg chg="delSp mod">
        <pc:chgData name="Godinho, Luis" userId="73da12d6-0d4b-484b-8b4c-3d031c51bbca" providerId="ADAL" clId="{83FCD61E-312F-4571-859C-C5EAFE1CDA06}" dt="2024-01-04T23:40:08.706" v="0" actId="478"/>
        <pc:sldMkLst>
          <pc:docMk/>
          <pc:sldMk cId="2966031785" sldId="2065"/>
        </pc:sldMkLst>
        <pc:spChg chg="del">
          <ac:chgData name="Godinho, Luis" userId="73da12d6-0d4b-484b-8b4c-3d031c51bbca" providerId="ADAL" clId="{83FCD61E-312F-4571-859C-C5EAFE1CDA06}" dt="2024-01-04T23:40:08.706" v="0" actId="478"/>
          <ac:spMkLst>
            <pc:docMk/>
            <pc:sldMk cId="2966031785" sldId="2065"/>
            <ac:spMk id="56" creationId="{C0DBBF7F-6BF8-7C8F-32FF-3F4C9064CE30}"/>
          </ac:spMkLst>
        </pc:spChg>
      </pc:sldChg>
      <pc:sldChg chg="delSp modSp mod">
        <pc:chgData name="Godinho, Luis" userId="73da12d6-0d4b-484b-8b4c-3d031c51bbca" providerId="ADAL" clId="{83FCD61E-312F-4571-859C-C5EAFE1CDA06}" dt="2024-01-05T00:27:44.866" v="1104"/>
        <pc:sldMkLst>
          <pc:docMk/>
          <pc:sldMk cId="2712972558" sldId="2066"/>
        </pc:sldMkLst>
        <pc:spChg chg="mod">
          <ac:chgData name="Godinho, Luis" userId="73da12d6-0d4b-484b-8b4c-3d031c51bbca" providerId="ADAL" clId="{83FCD61E-312F-4571-859C-C5EAFE1CDA06}" dt="2024-01-05T00:27:44.866" v="1104"/>
          <ac:spMkLst>
            <pc:docMk/>
            <pc:sldMk cId="2712972558" sldId="2066"/>
            <ac:spMk id="3" creationId="{A26BEE74-7409-47AE-83D3-12B764F49F9E}"/>
          </ac:spMkLst>
        </pc:spChg>
        <pc:spChg chg="mod">
          <ac:chgData name="Godinho, Luis" userId="73da12d6-0d4b-484b-8b4c-3d031c51bbca" providerId="ADAL" clId="{83FCD61E-312F-4571-859C-C5EAFE1CDA06}" dt="2024-01-05T00:25:40.301" v="1055" actId="20577"/>
          <ac:spMkLst>
            <pc:docMk/>
            <pc:sldMk cId="2712972558" sldId="2066"/>
            <ac:spMk id="4" creationId="{45C33579-BF5D-D0EE-01D6-8601AD21177A}"/>
          </ac:spMkLst>
        </pc:spChg>
        <pc:spChg chg="del">
          <ac:chgData name="Godinho, Luis" userId="73da12d6-0d4b-484b-8b4c-3d031c51bbca" providerId="ADAL" clId="{83FCD61E-312F-4571-859C-C5EAFE1CDA06}" dt="2024-01-05T00:26:09.456" v="1057" actId="478"/>
          <ac:spMkLst>
            <pc:docMk/>
            <pc:sldMk cId="2712972558" sldId="2066"/>
            <ac:spMk id="5" creationId="{C8A2A86F-6378-D29B-6804-0846CEDF8316}"/>
          </ac:spMkLst>
        </pc:spChg>
      </pc:sldChg>
      <pc:sldChg chg="modSp del mod">
        <pc:chgData name="Godinho, Luis" userId="73da12d6-0d4b-484b-8b4c-3d031c51bbca" providerId="ADAL" clId="{83FCD61E-312F-4571-859C-C5EAFE1CDA06}" dt="2024-01-04T23:56:05.565" v="622" actId="47"/>
        <pc:sldMkLst>
          <pc:docMk/>
          <pc:sldMk cId="2869924131" sldId="2067"/>
        </pc:sldMkLst>
        <pc:spChg chg="mod">
          <ac:chgData name="Godinho, Luis" userId="73da12d6-0d4b-484b-8b4c-3d031c51bbca" providerId="ADAL" clId="{83FCD61E-312F-4571-859C-C5EAFE1CDA06}" dt="2024-01-04T23:40:34.141" v="11" actId="20577"/>
          <ac:spMkLst>
            <pc:docMk/>
            <pc:sldMk cId="2869924131" sldId="2067"/>
            <ac:spMk id="3" creationId="{7B0BD29A-B660-42E8-9E7A-885EBFF129D6}"/>
          </ac:spMkLst>
        </pc:spChg>
      </pc:sldChg>
      <pc:sldChg chg="addSp delSp modSp add mod">
        <pc:chgData name="Godinho, Luis" userId="73da12d6-0d4b-484b-8b4c-3d031c51bbca" providerId="ADAL" clId="{83FCD61E-312F-4571-859C-C5EAFE1CDA06}" dt="2024-01-05T00:27:21.633" v="1098" actId="20577"/>
        <pc:sldMkLst>
          <pc:docMk/>
          <pc:sldMk cId="1811875349" sldId="2068"/>
        </pc:sldMkLst>
        <pc:spChg chg="mod">
          <ac:chgData name="Godinho, Luis" userId="73da12d6-0d4b-484b-8b4c-3d031c51bbca" providerId="ADAL" clId="{83FCD61E-312F-4571-859C-C5EAFE1CDA06}" dt="2024-01-05T00:27:21.633" v="1098" actId="20577"/>
          <ac:spMkLst>
            <pc:docMk/>
            <pc:sldMk cId="1811875349" sldId="2068"/>
            <ac:spMk id="3" creationId="{7B0BD29A-B660-42E8-9E7A-885EBFF129D6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4" creationId="{3F7343A8-3490-85BA-302D-C3838E58816E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5" creationId="{0C99E36E-3602-F2F4-195C-817A67899916}"/>
          </ac:spMkLst>
        </pc:spChg>
        <pc:spChg chg="del">
          <ac:chgData name="Godinho, Luis" userId="73da12d6-0d4b-484b-8b4c-3d031c51bbca" providerId="ADAL" clId="{83FCD61E-312F-4571-859C-C5EAFE1CDA06}" dt="2024-01-04T23:56:09.425" v="623" actId="478"/>
          <ac:spMkLst>
            <pc:docMk/>
            <pc:sldMk cId="1811875349" sldId="2068"/>
            <ac:spMk id="8" creationId="{744BB04A-8583-722A-3E79-945A86DC315E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9" creationId="{7D64C6EF-71D2-9233-E0E6-31AF29C47AA8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11" creationId="{47AF81D0-6728-66E8-9426-359C7B2608A8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12" creationId="{F41A4008-9A4C-70CB-1D17-0DACC5691CE5}"/>
          </ac:spMkLst>
        </pc:spChg>
        <pc:spChg chg="add mod">
          <ac:chgData name="Godinho, Luis" userId="73da12d6-0d4b-484b-8b4c-3d031c51bbca" providerId="ADAL" clId="{83FCD61E-312F-4571-859C-C5EAFE1CDA06}" dt="2024-01-04T23:58:09.761" v="780" actId="2085"/>
          <ac:spMkLst>
            <pc:docMk/>
            <pc:sldMk cId="1811875349" sldId="2068"/>
            <ac:spMk id="20" creationId="{85525402-1789-2F75-CC98-04B49B866000}"/>
          </ac:spMkLst>
        </pc:spChg>
        <pc:spChg chg="add mod">
          <ac:chgData name="Godinho, Luis" userId="73da12d6-0d4b-484b-8b4c-3d031c51bbca" providerId="ADAL" clId="{83FCD61E-312F-4571-859C-C5EAFE1CDA06}" dt="2024-01-04T23:58:24.731" v="781" actId="2085"/>
          <ac:spMkLst>
            <pc:docMk/>
            <pc:sldMk cId="1811875349" sldId="2068"/>
            <ac:spMk id="21" creationId="{1B5E5842-D595-8E53-9748-FDF583977F6B}"/>
          </ac:spMkLst>
        </pc:spChg>
        <pc:spChg chg="add mod">
          <ac:chgData name="Godinho, Luis" userId="73da12d6-0d4b-484b-8b4c-3d031c51bbca" providerId="ADAL" clId="{83FCD61E-312F-4571-859C-C5EAFE1CDA06}" dt="2024-01-04T23:58:24.731" v="781" actId="2085"/>
          <ac:spMkLst>
            <pc:docMk/>
            <pc:sldMk cId="1811875349" sldId="2068"/>
            <ac:spMk id="22" creationId="{AD008DA2-BFF1-9BB5-B59A-0D243CC74261}"/>
          </ac:spMkLst>
        </pc:spChg>
        <pc:spChg chg="add mod">
          <ac:chgData name="Godinho, Luis" userId="73da12d6-0d4b-484b-8b4c-3d031c51bbca" providerId="ADAL" clId="{83FCD61E-312F-4571-859C-C5EAFE1CDA06}" dt="2024-01-04T23:58:24.731" v="781" actId="2085"/>
          <ac:spMkLst>
            <pc:docMk/>
            <pc:sldMk cId="1811875349" sldId="2068"/>
            <ac:spMk id="23" creationId="{68BB9863-4BB4-9DF5-0494-0B68DE65E677}"/>
          </ac:spMkLst>
        </pc:spChg>
        <pc:spChg chg="add mod">
          <ac:chgData name="Godinho, Luis" userId="73da12d6-0d4b-484b-8b4c-3d031c51bbca" providerId="ADAL" clId="{83FCD61E-312F-4571-859C-C5EAFE1CDA06}" dt="2024-01-04T23:58:24.731" v="781" actId="2085"/>
          <ac:spMkLst>
            <pc:docMk/>
            <pc:sldMk cId="1811875349" sldId="2068"/>
            <ac:spMk id="24" creationId="{54836A11-6B59-731A-B544-5CC75723F82D}"/>
          </ac:spMkLst>
        </pc:spChg>
        <pc:spChg chg="mod">
          <ac:chgData name="Godinho, Luis" userId="73da12d6-0d4b-484b-8b4c-3d031c51bbca" providerId="ADAL" clId="{83FCD61E-312F-4571-859C-C5EAFE1CDA06}" dt="2024-01-04T23:57:40.450" v="744" actId="20577"/>
          <ac:spMkLst>
            <pc:docMk/>
            <pc:sldMk cId="1811875349" sldId="2068"/>
            <ac:spMk id="96" creationId="{7B058F88-A30E-4640-ACBD-6E9D8B2386CA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249" creationId="{07B51A34-BF88-3D2B-A073-AD4C5D0B11C9}"/>
          </ac:spMkLst>
        </pc:spChg>
        <pc:spChg chg="del">
          <ac:chgData name="Godinho, Luis" userId="73da12d6-0d4b-484b-8b4c-3d031c51bbca" providerId="ADAL" clId="{83FCD61E-312F-4571-859C-C5EAFE1CDA06}" dt="2024-01-04T23:52:01.286" v="456" actId="478"/>
          <ac:spMkLst>
            <pc:docMk/>
            <pc:sldMk cId="1811875349" sldId="2068"/>
            <ac:spMk id="250" creationId="{9FFBFC43-353B-EAB8-4268-AAD826450EF5}"/>
          </ac:spMkLst>
        </pc:spChg>
        <pc:spChg chg="add del mod">
          <ac:chgData name="Godinho, Luis" userId="73da12d6-0d4b-484b-8b4c-3d031c51bbca" providerId="ADAL" clId="{83FCD61E-312F-4571-859C-C5EAFE1CDA06}" dt="2024-01-04T23:54:53.201" v="617" actId="554"/>
          <ac:spMkLst>
            <pc:docMk/>
            <pc:sldMk cId="1811875349" sldId="2068"/>
            <ac:spMk id="251" creationId="{8ACAD57A-6560-EA6B-59E4-B4F2605421F3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252" creationId="{5561407A-5D2B-F43C-43C8-E474A3FFB445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254" creationId="{D995B67F-E516-9E57-F3F9-3D6411416AF5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256" creationId="{8FA17976-1A02-5213-DD09-6E11A34B9FBC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257" creationId="{C04BD5F4-6BB1-5670-996A-464FDFB8D9F6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258" creationId="{F8F5E475-CF96-344B-77D8-EAF690B289EF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259" creationId="{68412E01-DF74-8028-6B68-8CA43C25E4E7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260" creationId="{51B2D15F-12D4-BC14-38FB-EF9442E998B5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266" creationId="{D6515C6B-6FE3-FAE9-22F4-013D8ED3C673}"/>
          </ac:spMkLst>
        </pc:spChg>
        <pc:spChg chg="del">
          <ac:chgData name="Godinho, Luis" userId="73da12d6-0d4b-484b-8b4c-3d031c51bbca" providerId="ADAL" clId="{83FCD61E-312F-4571-859C-C5EAFE1CDA06}" dt="2024-01-04T23:42:35.880" v="15" actId="478"/>
          <ac:spMkLst>
            <pc:docMk/>
            <pc:sldMk cId="1811875349" sldId="2068"/>
            <ac:spMk id="276" creationId="{CC5A7023-7A32-266D-0DA9-19732031643E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277" creationId="{F825C1C2-DE6E-FE7C-878A-F8FBE3BCFE37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03" creationId="{ABD53221-83AD-5727-915C-7E31FCF1112E}"/>
          </ac:spMkLst>
        </pc:spChg>
        <pc:spChg chg="del">
          <ac:chgData name="Godinho, Luis" userId="73da12d6-0d4b-484b-8b4c-3d031c51bbca" providerId="ADAL" clId="{83FCD61E-312F-4571-859C-C5EAFE1CDA06}" dt="2024-01-04T23:42:39.255" v="17" actId="478"/>
          <ac:spMkLst>
            <pc:docMk/>
            <pc:sldMk cId="1811875349" sldId="2068"/>
            <ac:spMk id="305" creationId="{861A18D3-E669-E3CB-055B-0A89157E4561}"/>
          </ac:spMkLst>
        </pc:spChg>
        <pc:spChg chg="del">
          <ac:chgData name="Godinho, Luis" userId="73da12d6-0d4b-484b-8b4c-3d031c51bbca" providerId="ADAL" clId="{83FCD61E-312F-4571-859C-C5EAFE1CDA06}" dt="2024-01-04T23:42:40.944" v="18" actId="478"/>
          <ac:spMkLst>
            <pc:docMk/>
            <pc:sldMk cId="1811875349" sldId="2068"/>
            <ac:spMk id="306" creationId="{77CDC816-B699-D666-4C72-3771FE239FAD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07" creationId="{B4C75E21-EB8F-2035-58EE-7837498EDE0F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09" creationId="{7BE7B506-9121-1B3B-5EFD-04CA1B3F3BE7}"/>
          </ac:spMkLst>
        </pc:spChg>
        <pc:spChg chg="mod">
          <ac:chgData name="Godinho, Luis" userId="73da12d6-0d4b-484b-8b4c-3d031c51bbca" providerId="ADAL" clId="{83FCD61E-312F-4571-859C-C5EAFE1CDA06}" dt="2024-01-04T23:52:49.099" v="475" actId="1076"/>
          <ac:spMkLst>
            <pc:docMk/>
            <pc:sldMk cId="1811875349" sldId="2068"/>
            <ac:spMk id="340" creationId="{5F14D45E-F15F-8B6E-198F-6F30174838DB}"/>
          </ac:spMkLst>
        </pc:spChg>
        <pc:spChg chg="del">
          <ac:chgData name="Godinho, Luis" userId="73da12d6-0d4b-484b-8b4c-3d031c51bbca" providerId="ADAL" clId="{83FCD61E-312F-4571-859C-C5EAFE1CDA06}" dt="2024-01-04T23:42:37.374" v="16" actId="478"/>
          <ac:spMkLst>
            <pc:docMk/>
            <pc:sldMk cId="1811875349" sldId="2068"/>
            <ac:spMk id="352" creationId="{B3F534AD-B4BC-86BF-A48A-72BFEBEFCF04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54" creationId="{B0C9F4CC-1CAD-814A-58A2-62D2918DD8B6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56" creationId="{2F5DBE80-82D2-53FB-ED3A-B9E0D5951A53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63" creationId="{16327482-F4C8-0AE1-DED9-736C6A1B2C2C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78" creationId="{6C50D3F7-1978-73C9-1800-A17B8CA44CFF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79" creationId="{1E5C6403-625D-03F8-5AC4-9A4A9E8D996E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80" creationId="{388CFD1E-AB18-FC57-F4AB-E308295648A3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81" creationId="{344924FB-4929-679D-79CB-A8DF5A486FA2}"/>
          </ac:spMkLst>
        </pc:spChg>
        <pc:spChg chg="del">
          <ac:chgData name="Godinho, Luis" userId="73da12d6-0d4b-484b-8b4c-3d031c51bbca" providerId="ADAL" clId="{83FCD61E-312F-4571-859C-C5EAFE1CDA06}" dt="2024-01-04T23:42:25.954" v="13" actId="478"/>
          <ac:spMkLst>
            <pc:docMk/>
            <pc:sldMk cId="1811875349" sldId="2068"/>
            <ac:spMk id="382" creationId="{E14E84E1-6F2E-AB40-68CC-648A4A6B7BB1}"/>
          </ac:spMkLst>
        </pc:spChg>
        <pc:grpChg chg="del">
          <ac:chgData name="Godinho, Luis" userId="73da12d6-0d4b-484b-8b4c-3d031c51bbca" providerId="ADAL" clId="{83FCD61E-312F-4571-859C-C5EAFE1CDA06}" dt="2024-01-04T23:42:25.954" v="13" actId="478"/>
          <ac:grpSpMkLst>
            <pc:docMk/>
            <pc:sldMk cId="1811875349" sldId="2068"/>
            <ac:grpSpMk id="13" creationId="{626F94D7-3D11-71C7-2B54-C38D7AE70362}"/>
          </ac:grpSpMkLst>
        </pc:grpChg>
        <pc:grpChg chg="del">
          <ac:chgData name="Godinho, Luis" userId="73da12d6-0d4b-484b-8b4c-3d031c51bbca" providerId="ADAL" clId="{83FCD61E-312F-4571-859C-C5EAFE1CDA06}" dt="2024-01-04T23:42:30.153" v="14" actId="478"/>
          <ac:grpSpMkLst>
            <pc:docMk/>
            <pc:sldMk cId="1811875349" sldId="2068"/>
            <ac:grpSpMk id="311" creationId="{AF77CE8F-8398-C729-83E7-E72E90406AF9}"/>
          </ac:grpSpMkLst>
        </pc:grpChg>
        <pc:picChg chg="add mod">
          <ac:chgData name="Godinho, Luis" userId="73da12d6-0d4b-484b-8b4c-3d031c51bbca" providerId="ADAL" clId="{83FCD61E-312F-4571-859C-C5EAFE1CDA06}" dt="2024-01-04T23:52:49.099" v="475" actId="1076"/>
          <ac:picMkLst>
            <pc:docMk/>
            <pc:sldMk cId="1811875349" sldId="2068"/>
            <ac:picMk id="15" creationId="{2C204F19-F890-BECB-A58F-F65306EF2293}"/>
          </ac:picMkLst>
        </pc:picChg>
        <pc:picChg chg="add mod">
          <ac:chgData name="Godinho, Luis" userId="73da12d6-0d4b-484b-8b4c-3d031c51bbca" providerId="ADAL" clId="{83FCD61E-312F-4571-859C-C5EAFE1CDA06}" dt="2024-01-04T23:52:49.099" v="475" actId="1076"/>
          <ac:picMkLst>
            <pc:docMk/>
            <pc:sldMk cId="1811875349" sldId="2068"/>
            <ac:picMk id="16" creationId="{A81A2F0F-4C54-2427-35C8-A35F0F99D406}"/>
          </ac:picMkLst>
        </pc:picChg>
        <pc:picChg chg="add mod">
          <ac:chgData name="Godinho, Luis" userId="73da12d6-0d4b-484b-8b4c-3d031c51bbca" providerId="ADAL" clId="{83FCD61E-312F-4571-859C-C5EAFE1CDA06}" dt="2024-01-04T23:52:49.099" v="475" actId="1076"/>
          <ac:picMkLst>
            <pc:docMk/>
            <pc:sldMk cId="1811875349" sldId="2068"/>
            <ac:picMk id="17" creationId="{180C7E06-2347-3063-DE8E-9C4F418D93BA}"/>
          </ac:picMkLst>
        </pc:picChg>
        <pc:picChg chg="add mod">
          <ac:chgData name="Godinho, Luis" userId="73da12d6-0d4b-484b-8b4c-3d031c51bbca" providerId="ADAL" clId="{83FCD61E-312F-4571-859C-C5EAFE1CDA06}" dt="2024-01-04T23:52:49.099" v="475" actId="1076"/>
          <ac:picMkLst>
            <pc:docMk/>
            <pc:sldMk cId="1811875349" sldId="2068"/>
            <ac:picMk id="18" creationId="{EA5B3C2A-3AB8-BFE3-CFC6-2036C9CCBE33}"/>
          </ac:picMkLst>
        </pc:picChg>
        <pc:picChg chg="add mod">
          <ac:chgData name="Godinho, Luis" userId="73da12d6-0d4b-484b-8b4c-3d031c51bbca" providerId="ADAL" clId="{83FCD61E-312F-4571-859C-C5EAFE1CDA06}" dt="2024-01-04T23:52:49.099" v="475" actId="1076"/>
          <ac:picMkLst>
            <pc:docMk/>
            <pc:sldMk cId="1811875349" sldId="2068"/>
            <ac:picMk id="19" creationId="{26EAF6E2-B09D-E3F3-F8AB-22CA12E1CDE6}"/>
          </ac:picMkLst>
        </pc:pic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10" creationId="{AFACE9D9-DCF2-AF44-523C-1700F8D16099}"/>
          </ac:cxnSpMkLst>
        </pc:cxnChg>
        <pc:cxnChg chg="add mod">
          <ac:chgData name="Godinho, Luis" userId="73da12d6-0d4b-484b-8b4c-3d031c51bbca" providerId="ADAL" clId="{83FCD61E-312F-4571-859C-C5EAFE1CDA06}" dt="2024-01-04T23:55:24.412" v="620" actId="14100"/>
          <ac:cxnSpMkLst>
            <pc:docMk/>
            <pc:sldMk cId="1811875349" sldId="2068"/>
            <ac:cxnSpMk id="14" creationId="{14ED4D28-B8C6-997C-C125-88476BCE815B}"/>
          </ac:cxnSpMkLst>
        </pc:cxnChg>
        <pc:cxnChg chg="add mod">
          <ac:chgData name="Godinho, Luis" userId="73da12d6-0d4b-484b-8b4c-3d031c51bbca" providerId="ADAL" clId="{83FCD61E-312F-4571-859C-C5EAFE1CDA06}" dt="2024-01-04T23:55:32.310" v="621" actId="14100"/>
          <ac:cxnSpMkLst>
            <pc:docMk/>
            <pc:sldMk cId="1811875349" sldId="2068"/>
            <ac:cxnSpMk id="25" creationId="{D80BD0D6-B22E-071E-819D-9BE2EB656853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269" creationId="{D0E58E5C-EECD-FF22-A10B-2F54568DE63A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270" creationId="{C41C823A-4873-A8F6-D17B-2E0DA2F0C1C9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271" creationId="{C4FEAF08-FE69-47F5-943D-4F8A9B85EF78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272" creationId="{2A3CA2B5-BCAA-B79E-04E5-ABA46C35515E}"/>
          </ac:cxnSpMkLst>
        </pc:cxnChg>
        <pc:cxnChg chg="mod">
          <ac:chgData name="Godinho, Luis" userId="73da12d6-0d4b-484b-8b4c-3d031c51bbca" providerId="ADAL" clId="{83FCD61E-312F-4571-859C-C5EAFE1CDA06}" dt="2024-01-04T23:52:49.099" v="475" actId="1076"/>
          <ac:cxnSpMkLst>
            <pc:docMk/>
            <pc:sldMk cId="1811875349" sldId="2068"/>
            <ac:cxnSpMk id="274" creationId="{1590F0FD-C6DC-EE11-BEDD-059D66702F8F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275" creationId="{9B5D74BA-39BE-94CE-4E36-E441D46ED42E}"/>
          </ac:cxnSpMkLst>
        </pc:cxnChg>
        <pc:cxnChg chg="del mod">
          <ac:chgData name="Godinho, Luis" userId="73da12d6-0d4b-484b-8b4c-3d031c51bbca" providerId="ADAL" clId="{83FCD61E-312F-4571-859C-C5EAFE1CDA06}" dt="2024-01-04T23:54:44.838" v="614" actId="478"/>
          <ac:cxnSpMkLst>
            <pc:docMk/>
            <pc:sldMk cId="1811875349" sldId="2068"/>
            <ac:cxnSpMk id="337" creationId="{A5B14B11-05F6-AADD-2559-5CBDD6F5FA54}"/>
          </ac:cxnSpMkLst>
        </pc:cxnChg>
        <pc:cxnChg chg="del">
          <ac:chgData name="Godinho, Luis" userId="73da12d6-0d4b-484b-8b4c-3d031c51bbca" providerId="ADAL" clId="{83FCD61E-312F-4571-859C-C5EAFE1CDA06}" dt="2024-01-04T23:42:25.954" v="13" actId="478"/>
          <ac:cxnSpMkLst>
            <pc:docMk/>
            <pc:sldMk cId="1811875349" sldId="2068"/>
            <ac:cxnSpMk id="384" creationId="{0B35593B-2E5B-BF11-D53C-636C0B5C7599}"/>
          </ac:cxnSpMkLst>
        </pc:cxnChg>
      </pc:sldChg>
    </pc:docChg>
  </pc:docChgLst>
  <pc:docChgLst>
    <pc:chgData name="Amaro, Sandra" userId="6bedbfcc-5e0a-4e18-b9b0-c8ab328504b9" providerId="ADAL" clId="{3DAABA2E-1A06-4B39-BD29-584EC36B493A}"/>
    <pc:docChg chg="undo custSel modSld">
      <pc:chgData name="Amaro, Sandra" userId="6bedbfcc-5e0a-4e18-b9b0-c8ab328504b9" providerId="ADAL" clId="{3DAABA2E-1A06-4B39-BD29-584EC36B493A}" dt="2024-01-22T18:35:24.699" v="175" actId="1038"/>
      <pc:docMkLst>
        <pc:docMk/>
      </pc:docMkLst>
      <pc:sldChg chg="addSp delSp modSp mod">
        <pc:chgData name="Amaro, Sandra" userId="6bedbfcc-5e0a-4e18-b9b0-c8ab328504b9" providerId="ADAL" clId="{3DAABA2E-1A06-4B39-BD29-584EC36B493A}" dt="2024-01-22T18:35:24.699" v="175" actId="1038"/>
        <pc:sldMkLst>
          <pc:docMk/>
          <pc:sldMk cId="1034765064" sldId="1854"/>
        </pc:sldMkLst>
        <pc:spChg chg="add mod">
          <ac:chgData name="Amaro, Sandra" userId="6bedbfcc-5e0a-4e18-b9b0-c8ab328504b9" providerId="ADAL" clId="{3DAABA2E-1A06-4B39-BD29-584EC36B493A}" dt="2024-01-22T18:35:24.699" v="175" actId="1038"/>
          <ac:spMkLst>
            <pc:docMk/>
            <pc:sldMk cId="1034765064" sldId="1854"/>
            <ac:spMk id="7" creationId="{C1CB13DA-B55B-E622-717E-F01F354194BE}"/>
          </ac:spMkLst>
        </pc:spChg>
        <pc:spChg chg="add mod">
          <ac:chgData name="Amaro, Sandra" userId="6bedbfcc-5e0a-4e18-b9b0-c8ab328504b9" providerId="ADAL" clId="{3DAABA2E-1A06-4B39-BD29-584EC36B493A}" dt="2024-01-22T18:35:24.699" v="175" actId="1038"/>
          <ac:spMkLst>
            <pc:docMk/>
            <pc:sldMk cId="1034765064" sldId="1854"/>
            <ac:spMk id="8" creationId="{2007BF01-744B-2D5F-CB35-2410AF7785C3}"/>
          </ac:spMkLst>
        </pc:spChg>
        <pc:graphicFrameChg chg="add del mod">
          <ac:chgData name="Amaro, Sandra" userId="6bedbfcc-5e0a-4e18-b9b0-c8ab328504b9" providerId="ADAL" clId="{3DAABA2E-1A06-4B39-BD29-584EC36B493A}" dt="2024-01-22T18:31:44.826" v="1"/>
          <ac:graphicFrameMkLst>
            <pc:docMk/>
            <pc:sldMk cId="1034765064" sldId="1854"/>
            <ac:graphicFrameMk id="4" creationId="{4C944145-3C67-0C56-A67E-EC22593ABF5B}"/>
          </ac:graphicFrameMkLst>
        </pc:graphicFrameChg>
        <pc:graphicFrameChg chg="add mod">
          <ac:chgData name="Amaro, Sandra" userId="6bedbfcc-5e0a-4e18-b9b0-c8ab328504b9" providerId="ADAL" clId="{3DAABA2E-1A06-4B39-BD29-584EC36B493A}" dt="2024-01-22T18:35:24.699" v="175" actId="1038"/>
          <ac:graphicFrameMkLst>
            <pc:docMk/>
            <pc:sldMk cId="1034765064" sldId="1854"/>
            <ac:graphicFrameMk id="5" creationId="{241F7B73-B995-7646-B1D8-7D3C2F979BD3}"/>
          </ac:graphicFrameMkLst>
        </pc:graphicFrameChg>
      </pc:sldChg>
    </pc:docChg>
  </pc:docChgLst>
  <pc:docChgLst>
    <pc:chgData name="Ahmad, Nadia Genebra" userId="2eef2cf0-e606-4076-8505-6d6658fa1c4a" providerId="ADAL" clId="{25500C8D-D01B-4065-8D5C-E8E2B80B099E}"/>
    <pc:docChg chg="undo redo custSel addSld modSld">
      <pc:chgData name="Ahmad, Nadia Genebra" userId="2eef2cf0-e606-4076-8505-6d6658fa1c4a" providerId="ADAL" clId="{25500C8D-D01B-4065-8D5C-E8E2B80B099E}" dt="2024-10-06T18:53:55.484" v="8168" actId="13926"/>
      <pc:docMkLst>
        <pc:docMk/>
      </pc:docMkLst>
      <pc:sldChg chg="modSp mod">
        <pc:chgData name="Ahmad, Nadia Genebra" userId="2eef2cf0-e606-4076-8505-6d6658fa1c4a" providerId="ADAL" clId="{25500C8D-D01B-4065-8D5C-E8E2B80B099E}" dt="2024-10-06T18:47:56.075" v="7680" actId="465"/>
        <pc:sldMkLst>
          <pc:docMk/>
          <pc:sldMk cId="3872909856" sldId="1852"/>
        </pc:sldMkLst>
        <pc:spChg chg="mod">
          <ac:chgData name="Ahmad, Nadia Genebra" userId="2eef2cf0-e606-4076-8505-6d6658fa1c4a" providerId="ADAL" clId="{25500C8D-D01B-4065-8D5C-E8E2B80B099E}" dt="2024-10-06T18:36:27.901" v="6911" actId="113"/>
          <ac:spMkLst>
            <pc:docMk/>
            <pc:sldMk cId="3872909856" sldId="1852"/>
            <ac:spMk id="14" creationId="{A67ED074-9C5F-F947-A0D2-8C3BF6C3B4B5}"/>
          </ac:spMkLst>
        </pc:spChg>
        <pc:spChg chg="mod">
          <ac:chgData name="Ahmad, Nadia Genebra" userId="2eef2cf0-e606-4076-8505-6d6658fa1c4a" providerId="ADAL" clId="{25500C8D-D01B-4065-8D5C-E8E2B80B099E}" dt="2024-10-06T18:47:56.075" v="7680" actId="465"/>
          <ac:spMkLst>
            <pc:docMk/>
            <pc:sldMk cId="3872909856" sldId="1852"/>
            <ac:spMk id="18" creationId="{19EF3F86-4530-E293-8356-76357989F213}"/>
          </ac:spMkLst>
        </pc:spChg>
        <pc:spChg chg="mod">
          <ac:chgData name="Ahmad, Nadia Genebra" userId="2eef2cf0-e606-4076-8505-6d6658fa1c4a" providerId="ADAL" clId="{25500C8D-D01B-4065-8D5C-E8E2B80B099E}" dt="2024-10-06T18:36:24.807" v="6910" actId="113"/>
          <ac:spMkLst>
            <pc:docMk/>
            <pc:sldMk cId="3872909856" sldId="1852"/>
            <ac:spMk id="35" creationId="{9491C28C-9539-9F0A-862E-AD5EE3731D76}"/>
          </ac:spMkLst>
        </pc:spChg>
        <pc:spChg chg="mod">
          <ac:chgData name="Ahmad, Nadia Genebra" userId="2eef2cf0-e606-4076-8505-6d6658fa1c4a" providerId="ADAL" clId="{25500C8D-D01B-4065-8D5C-E8E2B80B099E}" dt="2024-10-06T18:36:08.605" v="6906" actId="113"/>
          <ac:spMkLst>
            <pc:docMk/>
            <pc:sldMk cId="3872909856" sldId="1852"/>
            <ac:spMk id="67" creationId="{7B6AC55C-1CEC-F635-8D66-092C32EF3EDC}"/>
          </ac:spMkLst>
        </pc:spChg>
        <pc:spChg chg="mod">
          <ac:chgData name="Ahmad, Nadia Genebra" userId="2eef2cf0-e606-4076-8505-6d6658fa1c4a" providerId="ADAL" clId="{25500C8D-D01B-4065-8D5C-E8E2B80B099E}" dt="2024-10-06T18:36:19.043" v="6909" actId="113"/>
          <ac:spMkLst>
            <pc:docMk/>
            <pc:sldMk cId="3872909856" sldId="1852"/>
            <ac:spMk id="76" creationId="{64EB60C5-089F-10C4-3057-7C814B5DE57A}"/>
          </ac:spMkLst>
        </pc:spChg>
        <pc:spChg chg="mod">
          <ac:chgData name="Ahmad, Nadia Genebra" userId="2eef2cf0-e606-4076-8505-6d6658fa1c4a" providerId="ADAL" clId="{25500C8D-D01B-4065-8D5C-E8E2B80B099E}" dt="2024-10-06T18:36:19.043" v="6909" actId="113"/>
          <ac:spMkLst>
            <pc:docMk/>
            <pc:sldMk cId="3872909856" sldId="1852"/>
            <ac:spMk id="79" creationId="{6CE4A161-8734-5ECF-9099-9C984AE5CFFD}"/>
          </ac:spMkLst>
        </pc:spChg>
        <pc:spChg chg="mod">
          <ac:chgData name="Ahmad, Nadia Genebra" userId="2eef2cf0-e606-4076-8505-6d6658fa1c4a" providerId="ADAL" clId="{25500C8D-D01B-4065-8D5C-E8E2B80B099E}" dt="2024-10-06T18:36:19.043" v="6909" actId="113"/>
          <ac:spMkLst>
            <pc:docMk/>
            <pc:sldMk cId="3872909856" sldId="1852"/>
            <ac:spMk id="83" creationId="{2D3C407C-C9CE-08FE-C248-3BBAF01945D8}"/>
          </ac:spMkLst>
        </pc:spChg>
        <pc:spChg chg="mod">
          <ac:chgData name="Ahmad, Nadia Genebra" userId="2eef2cf0-e606-4076-8505-6d6658fa1c4a" providerId="ADAL" clId="{25500C8D-D01B-4065-8D5C-E8E2B80B099E}" dt="2024-10-06T18:36:19.043" v="6909" actId="113"/>
          <ac:spMkLst>
            <pc:docMk/>
            <pc:sldMk cId="3872909856" sldId="1852"/>
            <ac:spMk id="86" creationId="{AA0F7D3C-A447-BC94-D61C-4996BD42321D}"/>
          </ac:spMkLst>
        </pc:spChg>
      </pc:sldChg>
      <pc:sldChg chg="addSp delSp modSp mod">
        <pc:chgData name="Ahmad, Nadia Genebra" userId="2eef2cf0-e606-4076-8505-6d6658fa1c4a" providerId="ADAL" clId="{25500C8D-D01B-4065-8D5C-E8E2B80B099E}" dt="2024-10-06T18:39:40.758" v="7271" actId="478"/>
        <pc:sldMkLst>
          <pc:docMk/>
          <pc:sldMk cId="1652888622" sldId="1853"/>
        </pc:sldMkLst>
        <pc:spChg chg="del">
          <ac:chgData name="Ahmad, Nadia Genebra" userId="2eef2cf0-e606-4076-8505-6d6658fa1c4a" providerId="ADAL" clId="{25500C8D-D01B-4065-8D5C-E8E2B80B099E}" dt="2024-10-06T18:39:40.758" v="7271" actId="478"/>
          <ac:spMkLst>
            <pc:docMk/>
            <pc:sldMk cId="1652888622" sldId="1853"/>
            <ac:spMk id="5" creationId="{DFBD803E-BB9F-2079-AFA5-4DB78220A8FC}"/>
          </ac:spMkLst>
        </pc:spChg>
        <pc:picChg chg="add mod">
          <ac:chgData name="Ahmad, Nadia Genebra" userId="2eef2cf0-e606-4076-8505-6d6658fa1c4a" providerId="ADAL" clId="{25500C8D-D01B-4065-8D5C-E8E2B80B099E}" dt="2024-10-06T18:38:23.661" v="7103" actId="552"/>
          <ac:picMkLst>
            <pc:docMk/>
            <pc:sldMk cId="1652888622" sldId="1853"/>
            <ac:picMk id="6" creationId="{50256932-740B-76BF-FBA5-835FC8CE6E3B}"/>
          </ac:picMkLst>
        </pc:picChg>
        <pc:picChg chg="add mod">
          <ac:chgData name="Ahmad, Nadia Genebra" userId="2eef2cf0-e606-4076-8505-6d6658fa1c4a" providerId="ADAL" clId="{25500C8D-D01B-4065-8D5C-E8E2B80B099E}" dt="2024-10-06T18:38:34.088" v="7126" actId="1036"/>
          <ac:picMkLst>
            <pc:docMk/>
            <pc:sldMk cId="1652888622" sldId="1853"/>
            <ac:picMk id="7" creationId="{2C22495D-6DC1-8716-8F03-90FC0F5A43C9}"/>
          </ac:picMkLst>
        </pc:picChg>
        <pc:picChg chg="add mod">
          <ac:chgData name="Ahmad, Nadia Genebra" userId="2eef2cf0-e606-4076-8505-6d6658fa1c4a" providerId="ADAL" clId="{25500C8D-D01B-4065-8D5C-E8E2B80B099E}" dt="2024-10-06T18:38:29.016" v="7119" actId="1038"/>
          <ac:picMkLst>
            <pc:docMk/>
            <pc:sldMk cId="1652888622" sldId="1853"/>
            <ac:picMk id="8" creationId="{DA41944F-69E9-6A37-9240-F088F3B3DD95}"/>
          </ac:picMkLst>
        </pc:picChg>
        <pc:picChg chg="add mod">
          <ac:chgData name="Ahmad, Nadia Genebra" userId="2eef2cf0-e606-4076-8505-6d6658fa1c4a" providerId="ADAL" clId="{25500C8D-D01B-4065-8D5C-E8E2B80B099E}" dt="2024-10-06T18:39:29.742" v="7270" actId="1037"/>
          <ac:picMkLst>
            <pc:docMk/>
            <pc:sldMk cId="1652888622" sldId="1853"/>
            <ac:picMk id="9" creationId="{3B1A99A5-0E60-A50D-75DC-45E027054F8E}"/>
          </ac:picMkLst>
        </pc:picChg>
        <pc:picChg chg="add mod">
          <ac:chgData name="Ahmad, Nadia Genebra" userId="2eef2cf0-e606-4076-8505-6d6658fa1c4a" providerId="ADAL" clId="{25500C8D-D01B-4065-8D5C-E8E2B80B099E}" dt="2024-10-06T18:39:27.568" v="7268" actId="1037"/>
          <ac:picMkLst>
            <pc:docMk/>
            <pc:sldMk cId="1652888622" sldId="1853"/>
            <ac:picMk id="10" creationId="{57EEDB4D-CDB6-2E96-23DA-DDEEE0748C36}"/>
          </ac:picMkLst>
        </pc:picChg>
        <pc:picChg chg="add mod">
          <ac:chgData name="Ahmad, Nadia Genebra" userId="2eef2cf0-e606-4076-8505-6d6658fa1c4a" providerId="ADAL" clId="{25500C8D-D01B-4065-8D5C-E8E2B80B099E}" dt="2024-10-06T18:39:24.959" v="7265" actId="1037"/>
          <ac:picMkLst>
            <pc:docMk/>
            <pc:sldMk cId="1652888622" sldId="1853"/>
            <ac:picMk id="11" creationId="{F5184B30-D466-5995-E89A-77D9301E1AE7}"/>
          </ac:picMkLst>
        </pc:picChg>
        <pc:picChg chg="mod">
          <ac:chgData name="Ahmad, Nadia Genebra" userId="2eef2cf0-e606-4076-8505-6d6658fa1c4a" providerId="ADAL" clId="{25500C8D-D01B-4065-8D5C-E8E2B80B099E}" dt="2024-10-06T18:38:23.661" v="7103" actId="552"/>
          <ac:picMkLst>
            <pc:docMk/>
            <pc:sldMk cId="1652888622" sldId="1853"/>
            <ac:picMk id="23" creationId="{3D2F2F77-1CA9-275A-7B43-EF6EC4B615BA}"/>
          </ac:picMkLst>
        </pc:picChg>
        <pc:picChg chg="mod">
          <ac:chgData name="Ahmad, Nadia Genebra" userId="2eef2cf0-e606-4076-8505-6d6658fa1c4a" providerId="ADAL" clId="{25500C8D-D01B-4065-8D5C-E8E2B80B099E}" dt="2024-10-06T18:38:23.661" v="7103" actId="552"/>
          <ac:picMkLst>
            <pc:docMk/>
            <pc:sldMk cId="1652888622" sldId="1853"/>
            <ac:picMk id="27" creationId="{29AA2EE0-CAF8-5E72-3E21-078883F285BF}"/>
          </ac:picMkLst>
        </pc:picChg>
        <pc:picChg chg="mod">
          <ac:chgData name="Ahmad, Nadia Genebra" userId="2eef2cf0-e606-4076-8505-6d6658fa1c4a" providerId="ADAL" clId="{25500C8D-D01B-4065-8D5C-E8E2B80B099E}" dt="2024-10-06T18:38:23.661" v="7103" actId="552"/>
          <ac:picMkLst>
            <pc:docMk/>
            <pc:sldMk cId="1652888622" sldId="1853"/>
            <ac:picMk id="29" creationId="{4DA894B9-7908-C3A5-A8F4-9E978CCDD317}"/>
          </ac:picMkLst>
        </pc:picChg>
        <pc:picChg chg="mod">
          <ac:chgData name="Ahmad, Nadia Genebra" userId="2eef2cf0-e606-4076-8505-6d6658fa1c4a" providerId="ADAL" clId="{25500C8D-D01B-4065-8D5C-E8E2B80B099E}" dt="2024-10-06T18:39:20.742" v="7262" actId="552"/>
          <ac:picMkLst>
            <pc:docMk/>
            <pc:sldMk cId="1652888622" sldId="1853"/>
            <ac:picMk id="41" creationId="{FCE4296E-8910-3184-2CD3-29E7A080480B}"/>
          </ac:picMkLst>
        </pc:picChg>
        <pc:picChg chg="mod">
          <ac:chgData name="Ahmad, Nadia Genebra" userId="2eef2cf0-e606-4076-8505-6d6658fa1c4a" providerId="ADAL" clId="{25500C8D-D01B-4065-8D5C-E8E2B80B099E}" dt="2024-10-06T18:39:20.742" v="7262" actId="552"/>
          <ac:picMkLst>
            <pc:docMk/>
            <pc:sldMk cId="1652888622" sldId="1853"/>
            <ac:picMk id="42" creationId="{7EFD1F99-F618-8D14-19FB-6C88460F2AF6}"/>
          </ac:picMkLst>
        </pc:picChg>
        <pc:picChg chg="mod">
          <ac:chgData name="Ahmad, Nadia Genebra" userId="2eef2cf0-e606-4076-8505-6d6658fa1c4a" providerId="ADAL" clId="{25500C8D-D01B-4065-8D5C-E8E2B80B099E}" dt="2024-10-06T18:39:20.742" v="7262" actId="552"/>
          <ac:picMkLst>
            <pc:docMk/>
            <pc:sldMk cId="1652888622" sldId="1853"/>
            <ac:picMk id="52" creationId="{7F7A9227-782B-6B17-763C-C670F38E7984}"/>
          </ac:picMkLst>
        </pc:picChg>
        <pc:picChg chg="add mod">
          <ac:chgData name="Ahmad, Nadia Genebra" userId="2eef2cf0-e606-4076-8505-6d6658fa1c4a" providerId="ADAL" clId="{25500C8D-D01B-4065-8D5C-E8E2B80B099E}" dt="2024-10-06T18:39:08.202" v="7261" actId="1037"/>
          <ac:picMkLst>
            <pc:docMk/>
            <pc:sldMk cId="1652888622" sldId="1853"/>
            <ac:picMk id="56" creationId="{5B204989-4B57-328B-0D6F-F2628F326725}"/>
          </ac:picMkLst>
        </pc:picChg>
        <pc:picChg chg="del">
          <ac:chgData name="Ahmad, Nadia Genebra" userId="2eef2cf0-e606-4076-8505-6d6658fa1c4a" providerId="ADAL" clId="{25500C8D-D01B-4065-8D5C-E8E2B80B099E}" dt="2024-10-06T18:37:16.480" v="6916" actId="478"/>
          <ac:picMkLst>
            <pc:docMk/>
            <pc:sldMk cId="1652888622" sldId="1853"/>
            <ac:picMk id="108" creationId="{798E3018-4829-3044-7125-9B7FA9CB6642}"/>
          </ac:picMkLst>
        </pc:picChg>
        <pc:picChg chg="del">
          <ac:chgData name="Ahmad, Nadia Genebra" userId="2eef2cf0-e606-4076-8505-6d6658fa1c4a" providerId="ADAL" clId="{25500C8D-D01B-4065-8D5C-E8E2B80B099E}" dt="2024-10-06T18:37:40.897" v="7038" actId="478"/>
          <ac:picMkLst>
            <pc:docMk/>
            <pc:sldMk cId="1652888622" sldId="1853"/>
            <ac:picMk id="109" creationId="{88D447BA-5B50-06B7-7F78-51BE11B6EAA6}"/>
          </ac:picMkLst>
        </pc:picChg>
        <pc:picChg chg="del">
          <ac:chgData name="Ahmad, Nadia Genebra" userId="2eef2cf0-e606-4076-8505-6d6658fa1c4a" providerId="ADAL" clId="{25500C8D-D01B-4065-8D5C-E8E2B80B099E}" dt="2024-10-06T18:37:42.705" v="7039" actId="478"/>
          <ac:picMkLst>
            <pc:docMk/>
            <pc:sldMk cId="1652888622" sldId="1853"/>
            <ac:picMk id="110" creationId="{59D82211-F3FB-DBF4-F362-9E3DD8A2EC64}"/>
          </ac:picMkLst>
        </pc:picChg>
        <pc:picChg chg="del">
          <ac:chgData name="Ahmad, Nadia Genebra" userId="2eef2cf0-e606-4076-8505-6d6658fa1c4a" providerId="ADAL" clId="{25500C8D-D01B-4065-8D5C-E8E2B80B099E}" dt="2024-10-06T18:38:44.843" v="7127" actId="478"/>
          <ac:picMkLst>
            <pc:docMk/>
            <pc:sldMk cId="1652888622" sldId="1853"/>
            <ac:picMk id="111" creationId="{996F4282-EE03-5F92-6033-D21A479D1FFB}"/>
          </ac:picMkLst>
        </pc:picChg>
        <pc:picChg chg="del">
          <ac:chgData name="Ahmad, Nadia Genebra" userId="2eef2cf0-e606-4076-8505-6d6658fa1c4a" providerId="ADAL" clId="{25500C8D-D01B-4065-8D5C-E8E2B80B099E}" dt="2024-10-06T18:38:44.843" v="7127" actId="478"/>
          <ac:picMkLst>
            <pc:docMk/>
            <pc:sldMk cId="1652888622" sldId="1853"/>
            <ac:picMk id="112" creationId="{51F5749A-7B6C-0D28-C868-270E810E6501}"/>
          </ac:picMkLst>
        </pc:picChg>
        <pc:picChg chg="del">
          <ac:chgData name="Ahmad, Nadia Genebra" userId="2eef2cf0-e606-4076-8505-6d6658fa1c4a" providerId="ADAL" clId="{25500C8D-D01B-4065-8D5C-E8E2B80B099E}" dt="2024-10-06T18:38:44.843" v="7127" actId="478"/>
          <ac:picMkLst>
            <pc:docMk/>
            <pc:sldMk cId="1652888622" sldId="1853"/>
            <ac:picMk id="113" creationId="{E038751C-86E7-FD99-2DAE-143717F5EA9E}"/>
          </ac:picMkLst>
        </pc:picChg>
        <pc:picChg chg="del">
          <ac:chgData name="Ahmad, Nadia Genebra" userId="2eef2cf0-e606-4076-8505-6d6658fa1c4a" providerId="ADAL" clId="{25500C8D-D01B-4065-8D5C-E8E2B80B099E}" dt="2024-10-06T18:38:44.843" v="7127" actId="478"/>
          <ac:picMkLst>
            <pc:docMk/>
            <pc:sldMk cId="1652888622" sldId="1853"/>
            <ac:picMk id="114" creationId="{F000FD6C-3F99-14E5-B8E3-DD805C94A269}"/>
          </ac:picMkLst>
        </pc:picChg>
      </pc:sldChg>
      <pc:sldChg chg="addSp delSp modSp mod">
        <pc:chgData name="Ahmad, Nadia Genebra" userId="2eef2cf0-e606-4076-8505-6d6658fa1c4a" providerId="ADAL" clId="{25500C8D-D01B-4065-8D5C-E8E2B80B099E}" dt="2024-10-06T18:35:04.826" v="6899" actId="20577"/>
        <pc:sldMkLst>
          <pc:docMk/>
          <pc:sldMk cId="3555018831" sldId="2085"/>
        </pc:sldMkLst>
        <pc:spChg chg="del mod">
          <ac:chgData name="Ahmad, Nadia Genebra" userId="2eef2cf0-e606-4076-8505-6d6658fa1c4a" providerId="ADAL" clId="{25500C8D-D01B-4065-8D5C-E8E2B80B099E}" dt="2024-10-04T08:05:57.858" v="2785" actId="478"/>
          <ac:spMkLst>
            <pc:docMk/>
            <pc:sldMk cId="3555018831" sldId="2085"/>
            <ac:spMk id="3" creationId="{E010392B-9103-BF03-3A8B-9B721E82DC6F}"/>
          </ac:spMkLst>
        </pc:spChg>
        <pc:spChg chg="add mod topLvl">
          <ac:chgData name="Ahmad, Nadia Genebra" userId="2eef2cf0-e606-4076-8505-6d6658fa1c4a" providerId="ADAL" clId="{25500C8D-D01B-4065-8D5C-E8E2B80B099E}" dt="2024-10-04T07:51:48.721" v="2759" actId="552"/>
          <ac:spMkLst>
            <pc:docMk/>
            <pc:sldMk cId="3555018831" sldId="2085"/>
            <ac:spMk id="4" creationId="{02CE1E5F-E2E5-3F22-9F6F-0D9625251064}"/>
          </ac:spMkLst>
        </pc:spChg>
        <pc:spChg chg="add del mod">
          <ac:chgData name="Ahmad, Nadia Genebra" userId="2eef2cf0-e606-4076-8505-6d6658fa1c4a" providerId="ADAL" clId="{25500C8D-D01B-4065-8D5C-E8E2B80B099E}" dt="2024-10-04T06:41:36.225" v="1198" actId="478"/>
          <ac:spMkLst>
            <pc:docMk/>
            <pc:sldMk cId="3555018831" sldId="2085"/>
            <ac:spMk id="5" creationId="{73A8051A-03E3-F865-6F2B-EEEEEFE77974}"/>
          </ac:spMkLst>
        </pc:spChg>
        <pc:spChg chg="add del mod">
          <ac:chgData name="Ahmad, Nadia Genebra" userId="2eef2cf0-e606-4076-8505-6d6658fa1c4a" providerId="ADAL" clId="{25500C8D-D01B-4065-8D5C-E8E2B80B099E}" dt="2024-10-03T17:17:21.827" v="1132" actId="478"/>
          <ac:spMkLst>
            <pc:docMk/>
            <pc:sldMk cId="3555018831" sldId="2085"/>
            <ac:spMk id="6" creationId="{0745FA15-CBA0-D173-A0C9-1DA7300C4D95}"/>
          </ac:spMkLst>
        </pc:spChg>
        <pc:spChg chg="add mod topLvl">
          <ac:chgData name="Ahmad, Nadia Genebra" userId="2eef2cf0-e606-4076-8505-6d6658fa1c4a" providerId="ADAL" clId="{25500C8D-D01B-4065-8D5C-E8E2B80B099E}" dt="2024-10-04T07:44:59.574" v="2586" actId="14100"/>
          <ac:spMkLst>
            <pc:docMk/>
            <pc:sldMk cId="3555018831" sldId="2085"/>
            <ac:spMk id="6" creationId="{16DE5DA9-BEC1-536D-A085-E35962EA10E2}"/>
          </ac:spMkLst>
        </pc:spChg>
        <pc:spChg chg="add mod topLvl">
          <ac:chgData name="Ahmad, Nadia Genebra" userId="2eef2cf0-e606-4076-8505-6d6658fa1c4a" providerId="ADAL" clId="{25500C8D-D01B-4065-8D5C-E8E2B80B099E}" dt="2024-10-04T07:36:03.369" v="2506" actId="14100"/>
          <ac:spMkLst>
            <pc:docMk/>
            <pc:sldMk cId="3555018831" sldId="2085"/>
            <ac:spMk id="22" creationId="{1D914C3D-D4B6-C945-6CFC-EDC07B7EF636}"/>
          </ac:spMkLst>
        </pc:spChg>
        <pc:spChg chg="add mod">
          <ac:chgData name="Ahmad, Nadia Genebra" userId="2eef2cf0-e606-4076-8505-6d6658fa1c4a" providerId="ADAL" clId="{25500C8D-D01B-4065-8D5C-E8E2B80B099E}" dt="2024-10-04T06:46:36.001" v="1321"/>
          <ac:spMkLst>
            <pc:docMk/>
            <pc:sldMk cId="3555018831" sldId="2085"/>
            <ac:spMk id="23" creationId="{DC4C5C45-2CEF-17B3-CADB-8E135F37A624}"/>
          </ac:spMkLst>
        </pc:spChg>
        <pc:spChg chg="add mod topLvl">
          <ac:chgData name="Ahmad, Nadia Genebra" userId="2eef2cf0-e606-4076-8505-6d6658fa1c4a" providerId="ADAL" clId="{25500C8D-D01B-4065-8D5C-E8E2B80B099E}" dt="2024-10-04T07:36:15.634" v="2507" actId="465"/>
          <ac:spMkLst>
            <pc:docMk/>
            <pc:sldMk cId="3555018831" sldId="2085"/>
            <ac:spMk id="24" creationId="{DF912093-531E-764C-C677-5B63ABDF53F6}"/>
          </ac:spMkLst>
        </pc:spChg>
        <pc:spChg chg="add mod topLvl">
          <ac:chgData name="Ahmad, Nadia Genebra" userId="2eef2cf0-e606-4076-8505-6d6658fa1c4a" providerId="ADAL" clId="{25500C8D-D01B-4065-8D5C-E8E2B80B099E}" dt="2024-10-04T07:35:49.601" v="2498" actId="1035"/>
          <ac:spMkLst>
            <pc:docMk/>
            <pc:sldMk cId="3555018831" sldId="2085"/>
            <ac:spMk id="25" creationId="{EDAE000F-C242-913C-EF4D-39A21D93417D}"/>
          </ac:spMkLst>
        </pc:spChg>
        <pc:spChg chg="add mod topLvl">
          <ac:chgData name="Ahmad, Nadia Genebra" userId="2eef2cf0-e606-4076-8505-6d6658fa1c4a" providerId="ADAL" clId="{25500C8D-D01B-4065-8D5C-E8E2B80B099E}" dt="2024-10-04T07:35:49.601" v="2498" actId="1035"/>
          <ac:spMkLst>
            <pc:docMk/>
            <pc:sldMk cId="3555018831" sldId="2085"/>
            <ac:spMk id="26" creationId="{FDB10627-E285-751F-DF9B-9ED3865480EC}"/>
          </ac:spMkLst>
        </pc:spChg>
        <pc:spChg chg="add mod topLvl">
          <ac:chgData name="Ahmad, Nadia Genebra" userId="2eef2cf0-e606-4076-8505-6d6658fa1c4a" providerId="ADAL" clId="{25500C8D-D01B-4065-8D5C-E8E2B80B099E}" dt="2024-10-04T07:36:15.634" v="2507" actId="465"/>
          <ac:spMkLst>
            <pc:docMk/>
            <pc:sldMk cId="3555018831" sldId="2085"/>
            <ac:spMk id="29" creationId="{D51FA0AD-5810-2EAC-B56C-AA44E4FFBAE5}"/>
          </ac:spMkLst>
        </pc:spChg>
        <pc:spChg chg="add mod topLvl">
          <ac:chgData name="Ahmad, Nadia Genebra" userId="2eef2cf0-e606-4076-8505-6d6658fa1c4a" providerId="ADAL" clId="{25500C8D-D01B-4065-8D5C-E8E2B80B099E}" dt="2024-10-04T07:36:15.634" v="2507" actId="465"/>
          <ac:spMkLst>
            <pc:docMk/>
            <pc:sldMk cId="3555018831" sldId="2085"/>
            <ac:spMk id="30" creationId="{733784DB-F191-C209-E280-330EAAB31853}"/>
          </ac:spMkLst>
        </pc:spChg>
        <pc:spChg chg="add mod topLvl">
          <ac:chgData name="Ahmad, Nadia Genebra" userId="2eef2cf0-e606-4076-8505-6d6658fa1c4a" providerId="ADAL" clId="{25500C8D-D01B-4065-8D5C-E8E2B80B099E}" dt="2024-10-04T07:27:22.955" v="2319" actId="12789"/>
          <ac:spMkLst>
            <pc:docMk/>
            <pc:sldMk cId="3555018831" sldId="2085"/>
            <ac:spMk id="33" creationId="{1528E773-1DFA-5927-1985-DD2451C4CD0B}"/>
          </ac:spMkLst>
        </pc:spChg>
        <pc:spChg chg="add mod topLvl">
          <ac:chgData name="Ahmad, Nadia Genebra" userId="2eef2cf0-e606-4076-8505-6d6658fa1c4a" providerId="ADAL" clId="{25500C8D-D01B-4065-8D5C-E8E2B80B099E}" dt="2024-10-04T07:30:21.734" v="2390" actId="553"/>
          <ac:spMkLst>
            <pc:docMk/>
            <pc:sldMk cId="3555018831" sldId="2085"/>
            <ac:spMk id="34" creationId="{1AB31C90-51F9-2F07-57F3-C3A7F012CA78}"/>
          </ac:spMkLst>
        </pc:spChg>
        <pc:spChg chg="add del mod">
          <ac:chgData name="Ahmad, Nadia Genebra" userId="2eef2cf0-e606-4076-8505-6d6658fa1c4a" providerId="ADAL" clId="{25500C8D-D01B-4065-8D5C-E8E2B80B099E}" dt="2024-10-03T17:17:08.244" v="1129" actId="478"/>
          <ac:spMkLst>
            <pc:docMk/>
            <pc:sldMk cId="3555018831" sldId="2085"/>
            <ac:spMk id="35" creationId="{98793A4E-678B-1534-DA57-E5C8EBF22EBE}"/>
          </ac:spMkLst>
        </pc:spChg>
        <pc:spChg chg="add del mod">
          <ac:chgData name="Ahmad, Nadia Genebra" userId="2eef2cf0-e606-4076-8505-6d6658fa1c4a" providerId="ADAL" clId="{25500C8D-D01B-4065-8D5C-E8E2B80B099E}" dt="2024-10-03T17:17:08.244" v="1129" actId="478"/>
          <ac:spMkLst>
            <pc:docMk/>
            <pc:sldMk cId="3555018831" sldId="2085"/>
            <ac:spMk id="36" creationId="{333D81D1-724D-25E1-B733-F71D13B89AC0}"/>
          </ac:spMkLst>
        </pc:spChg>
        <pc:spChg chg="add del mod">
          <ac:chgData name="Ahmad, Nadia Genebra" userId="2eef2cf0-e606-4076-8505-6d6658fa1c4a" providerId="ADAL" clId="{25500C8D-D01B-4065-8D5C-E8E2B80B099E}" dt="2024-10-03T17:17:08.244" v="1129" actId="478"/>
          <ac:spMkLst>
            <pc:docMk/>
            <pc:sldMk cId="3555018831" sldId="2085"/>
            <ac:spMk id="37" creationId="{3CDB332A-6F4E-0A93-3942-30DFABD34182}"/>
          </ac:spMkLst>
        </pc:spChg>
        <pc:spChg chg="add del mod">
          <ac:chgData name="Ahmad, Nadia Genebra" userId="2eef2cf0-e606-4076-8505-6d6658fa1c4a" providerId="ADAL" clId="{25500C8D-D01B-4065-8D5C-E8E2B80B099E}" dt="2024-10-04T06:39:38.773" v="1141"/>
          <ac:spMkLst>
            <pc:docMk/>
            <pc:sldMk cId="3555018831" sldId="2085"/>
            <ac:spMk id="39" creationId="{7D4915B1-63CB-EB01-5671-EFBB7348347D}"/>
          </ac:spMkLst>
        </pc:spChg>
        <pc:spChg chg="add del mod">
          <ac:chgData name="Ahmad, Nadia Genebra" userId="2eef2cf0-e606-4076-8505-6d6658fa1c4a" providerId="ADAL" clId="{25500C8D-D01B-4065-8D5C-E8E2B80B099E}" dt="2024-10-03T10:18:29.802" v="5" actId="478"/>
          <ac:spMkLst>
            <pc:docMk/>
            <pc:sldMk cId="3555018831" sldId="2085"/>
            <ac:spMk id="40" creationId="{578E18E9-E75A-6A0B-3ED4-31624B5392A9}"/>
          </ac:spMkLst>
        </pc:spChg>
        <pc:spChg chg="add mod topLvl">
          <ac:chgData name="Ahmad, Nadia Genebra" userId="2eef2cf0-e606-4076-8505-6d6658fa1c4a" providerId="ADAL" clId="{25500C8D-D01B-4065-8D5C-E8E2B80B099E}" dt="2024-10-04T06:45:40.579" v="1291" actId="1036"/>
          <ac:spMkLst>
            <pc:docMk/>
            <pc:sldMk cId="3555018831" sldId="2085"/>
            <ac:spMk id="42" creationId="{AE905CB1-7EE1-8711-61B4-2BCF558E6E9F}"/>
          </ac:spMkLst>
        </pc:spChg>
        <pc:spChg chg="add mod topLvl">
          <ac:chgData name="Ahmad, Nadia Genebra" userId="2eef2cf0-e606-4076-8505-6d6658fa1c4a" providerId="ADAL" clId="{25500C8D-D01B-4065-8D5C-E8E2B80B099E}" dt="2024-10-04T06:45:40.579" v="1291" actId="1036"/>
          <ac:spMkLst>
            <pc:docMk/>
            <pc:sldMk cId="3555018831" sldId="2085"/>
            <ac:spMk id="43" creationId="{0087235E-567E-A35D-A9CC-56F9BC83C01B}"/>
          </ac:spMkLst>
        </pc:spChg>
        <pc:spChg chg="add del mod">
          <ac:chgData name="Ahmad, Nadia Genebra" userId="2eef2cf0-e606-4076-8505-6d6658fa1c4a" providerId="ADAL" clId="{25500C8D-D01B-4065-8D5C-E8E2B80B099E}" dt="2024-10-04T06:58:42.621" v="1694" actId="478"/>
          <ac:spMkLst>
            <pc:docMk/>
            <pc:sldMk cId="3555018831" sldId="2085"/>
            <ac:spMk id="44" creationId="{567CF115-08D3-ADB2-6194-A8C22867621E}"/>
          </ac:spMkLst>
        </pc:spChg>
        <pc:spChg chg="add mod">
          <ac:chgData name="Ahmad, Nadia Genebra" userId="2eef2cf0-e606-4076-8505-6d6658fa1c4a" providerId="ADAL" clId="{25500C8D-D01B-4065-8D5C-E8E2B80B099E}" dt="2024-10-04T07:04:04.343" v="1847" actId="1076"/>
          <ac:spMkLst>
            <pc:docMk/>
            <pc:sldMk cId="3555018831" sldId="2085"/>
            <ac:spMk id="61" creationId="{056EE512-9A6A-1D80-12C5-D900A6072CAD}"/>
          </ac:spMkLst>
        </pc:spChg>
        <pc:spChg chg="add mod topLvl">
          <ac:chgData name="Ahmad, Nadia Genebra" userId="2eef2cf0-e606-4076-8505-6d6658fa1c4a" providerId="ADAL" clId="{25500C8D-D01B-4065-8D5C-E8E2B80B099E}" dt="2024-10-04T07:36:03.369" v="2506" actId="14100"/>
          <ac:spMkLst>
            <pc:docMk/>
            <pc:sldMk cId="3555018831" sldId="2085"/>
            <ac:spMk id="62" creationId="{5612AC34-8236-C2D1-F058-689E633E0770}"/>
          </ac:spMkLst>
        </pc:spChg>
        <pc:spChg chg="add mod topLvl">
          <ac:chgData name="Ahmad, Nadia Genebra" userId="2eef2cf0-e606-4076-8505-6d6658fa1c4a" providerId="ADAL" clId="{25500C8D-D01B-4065-8D5C-E8E2B80B099E}" dt="2024-10-06T18:34:36.909" v="6888" actId="20577"/>
          <ac:spMkLst>
            <pc:docMk/>
            <pc:sldMk cId="3555018831" sldId="2085"/>
            <ac:spMk id="63" creationId="{530FE19B-F768-4461-3815-3D5563715D69}"/>
          </ac:spMkLst>
        </pc:spChg>
        <pc:spChg chg="add mod topLvl">
          <ac:chgData name="Ahmad, Nadia Genebra" userId="2eef2cf0-e606-4076-8505-6d6658fa1c4a" providerId="ADAL" clId="{25500C8D-D01B-4065-8D5C-E8E2B80B099E}" dt="2024-10-06T18:34:58.320" v="6897" actId="20577"/>
          <ac:spMkLst>
            <pc:docMk/>
            <pc:sldMk cId="3555018831" sldId="2085"/>
            <ac:spMk id="129" creationId="{19F209CA-138E-8BA9-EF79-588A99376016}"/>
          </ac:spMkLst>
        </pc:spChg>
        <pc:spChg chg="add mod topLvl">
          <ac:chgData name="Ahmad, Nadia Genebra" userId="2eef2cf0-e606-4076-8505-6d6658fa1c4a" providerId="ADAL" clId="{25500C8D-D01B-4065-8D5C-E8E2B80B099E}" dt="2024-10-06T18:35:02.286" v="6898" actId="20577"/>
          <ac:spMkLst>
            <pc:docMk/>
            <pc:sldMk cId="3555018831" sldId="2085"/>
            <ac:spMk id="130" creationId="{95C3C2E0-4E00-2CD7-4EDC-9965A632DF3F}"/>
          </ac:spMkLst>
        </pc:spChg>
        <pc:spChg chg="add mod topLvl">
          <ac:chgData name="Ahmad, Nadia Genebra" userId="2eef2cf0-e606-4076-8505-6d6658fa1c4a" providerId="ADAL" clId="{25500C8D-D01B-4065-8D5C-E8E2B80B099E}" dt="2024-10-06T18:34:41.946" v="6890" actId="20577"/>
          <ac:spMkLst>
            <pc:docMk/>
            <pc:sldMk cId="3555018831" sldId="2085"/>
            <ac:spMk id="131" creationId="{FFA07487-F628-FF3C-B09B-9E6ECBFB17E8}"/>
          </ac:spMkLst>
        </pc:spChg>
        <pc:spChg chg="add mod topLvl">
          <ac:chgData name="Ahmad, Nadia Genebra" userId="2eef2cf0-e606-4076-8505-6d6658fa1c4a" providerId="ADAL" clId="{25500C8D-D01B-4065-8D5C-E8E2B80B099E}" dt="2024-10-06T18:34:53.029" v="6896" actId="20577"/>
          <ac:spMkLst>
            <pc:docMk/>
            <pc:sldMk cId="3555018831" sldId="2085"/>
            <ac:spMk id="132" creationId="{B1AE196A-EF09-8501-522B-69AF8EEB55BD}"/>
          </ac:spMkLst>
        </pc:spChg>
        <pc:spChg chg="add mod topLvl">
          <ac:chgData name="Ahmad, Nadia Genebra" userId="2eef2cf0-e606-4076-8505-6d6658fa1c4a" providerId="ADAL" clId="{25500C8D-D01B-4065-8D5C-E8E2B80B099E}" dt="2024-10-06T18:35:04.826" v="6899" actId="20577"/>
          <ac:spMkLst>
            <pc:docMk/>
            <pc:sldMk cId="3555018831" sldId="2085"/>
            <ac:spMk id="133" creationId="{260FF926-4C78-1097-9D2C-E9D101C3CA12}"/>
          </ac:spMkLst>
        </pc:spChg>
        <pc:spChg chg="add mod ord topLvl">
          <ac:chgData name="Ahmad, Nadia Genebra" userId="2eef2cf0-e606-4076-8505-6d6658fa1c4a" providerId="ADAL" clId="{25500C8D-D01B-4065-8D5C-E8E2B80B099E}" dt="2024-10-04T07:55:02.864" v="2780" actId="14100"/>
          <ac:spMkLst>
            <pc:docMk/>
            <pc:sldMk cId="3555018831" sldId="2085"/>
            <ac:spMk id="135" creationId="{003059D1-3D2E-48EF-D506-69D0DEE4603A}"/>
          </ac:spMkLst>
        </pc:spChg>
        <pc:spChg chg="add mod topLvl">
          <ac:chgData name="Ahmad, Nadia Genebra" userId="2eef2cf0-e606-4076-8505-6d6658fa1c4a" providerId="ADAL" clId="{25500C8D-D01B-4065-8D5C-E8E2B80B099E}" dt="2024-10-04T07:52:14.260" v="2766" actId="14100"/>
          <ac:spMkLst>
            <pc:docMk/>
            <pc:sldMk cId="3555018831" sldId="2085"/>
            <ac:spMk id="138" creationId="{C8260DE7-7625-FCAB-26A6-FB46124FA80E}"/>
          </ac:spMkLst>
        </pc:spChg>
        <pc:spChg chg="mod topLvl">
          <ac:chgData name="Ahmad, Nadia Genebra" userId="2eef2cf0-e606-4076-8505-6d6658fa1c4a" providerId="ADAL" clId="{25500C8D-D01B-4065-8D5C-E8E2B80B099E}" dt="2024-10-04T09:52:01.465" v="3674" actId="208"/>
          <ac:spMkLst>
            <pc:docMk/>
            <pc:sldMk cId="3555018831" sldId="2085"/>
            <ac:spMk id="143" creationId="{0A37A88B-F2D9-D714-F299-58D0594F060B}"/>
          </ac:spMkLst>
        </pc:spChg>
        <pc:spChg chg="mod topLvl">
          <ac:chgData name="Ahmad, Nadia Genebra" userId="2eef2cf0-e606-4076-8505-6d6658fa1c4a" providerId="ADAL" clId="{25500C8D-D01B-4065-8D5C-E8E2B80B099E}" dt="2024-10-04T09:51:52.803" v="3673" actId="1035"/>
          <ac:spMkLst>
            <pc:docMk/>
            <pc:sldMk cId="3555018831" sldId="2085"/>
            <ac:spMk id="144" creationId="{84335F52-67C9-D570-ED73-6C6D4083E2AF}"/>
          </ac:spMkLst>
        </pc:spChg>
        <pc:spChg chg="add del mod">
          <ac:chgData name="Ahmad, Nadia Genebra" userId="2eef2cf0-e606-4076-8505-6d6658fa1c4a" providerId="ADAL" clId="{25500C8D-D01B-4065-8D5C-E8E2B80B099E}" dt="2024-10-04T07:49:23.304" v="2589" actId="478"/>
          <ac:spMkLst>
            <pc:docMk/>
            <pc:sldMk cId="3555018831" sldId="2085"/>
            <ac:spMk id="145" creationId="{D4DB6779-5068-9837-D4A9-5CCCBC360D5A}"/>
          </ac:spMkLst>
        </pc:spChg>
        <pc:spChg chg="mod">
          <ac:chgData name="Ahmad, Nadia Genebra" userId="2eef2cf0-e606-4076-8505-6d6658fa1c4a" providerId="ADAL" clId="{25500C8D-D01B-4065-8D5C-E8E2B80B099E}" dt="2024-10-03T10:19:31.932" v="95" actId="20577"/>
          <ac:spMkLst>
            <pc:docMk/>
            <pc:sldMk cId="3555018831" sldId="2085"/>
            <ac:spMk id="191" creationId="{4C67EA1B-E151-919D-4771-A43F235CE169}"/>
          </ac:spMkLst>
        </pc:spChg>
        <pc:grpChg chg="add del">
          <ac:chgData name="Ahmad, Nadia Genebra" userId="2eef2cf0-e606-4076-8505-6d6658fa1c4a" providerId="ADAL" clId="{25500C8D-D01B-4065-8D5C-E8E2B80B099E}" dt="2024-10-03T10:18:19.651" v="4" actId="478"/>
          <ac:grpSpMkLst>
            <pc:docMk/>
            <pc:sldMk cId="3555018831" sldId="2085"/>
            <ac:grpSpMk id="4" creationId="{FC70A7D3-8D90-61D9-2DE4-6D218F6543FE}"/>
          </ac:grpSpMkLst>
        </pc:grpChg>
        <pc:grpChg chg="add mod topLvl">
          <ac:chgData name="Ahmad, Nadia Genebra" userId="2eef2cf0-e606-4076-8505-6d6658fa1c4a" providerId="ADAL" clId="{25500C8D-D01B-4065-8D5C-E8E2B80B099E}" dt="2024-10-04T07:27:27.735" v="2320" actId="12789"/>
          <ac:grpSpMkLst>
            <pc:docMk/>
            <pc:sldMk cId="3555018831" sldId="2085"/>
            <ac:grpSpMk id="7" creationId="{E99031D0-2D3B-53D7-DEFC-2C1B860DC14C}"/>
          </ac:grpSpMkLst>
        </pc:grpChg>
        <pc:grpChg chg="add del mod">
          <ac:chgData name="Ahmad, Nadia Genebra" userId="2eef2cf0-e606-4076-8505-6d6658fa1c4a" providerId="ADAL" clId="{25500C8D-D01B-4065-8D5C-E8E2B80B099E}" dt="2024-10-04T06:41:38.044" v="1199" actId="478"/>
          <ac:grpSpMkLst>
            <pc:docMk/>
            <pc:sldMk cId="3555018831" sldId="2085"/>
            <ac:grpSpMk id="8" creationId="{CF01BAD4-9E8B-417E-6798-E886E7784822}"/>
          </ac:grpSpMkLst>
        </pc:grpChg>
        <pc:grpChg chg="mod">
          <ac:chgData name="Ahmad, Nadia Genebra" userId="2eef2cf0-e606-4076-8505-6d6658fa1c4a" providerId="ADAL" clId="{25500C8D-D01B-4065-8D5C-E8E2B80B099E}" dt="2024-10-04T07:27:10.508" v="2317" actId="165"/>
          <ac:grpSpMkLst>
            <pc:docMk/>
            <pc:sldMk cId="3555018831" sldId="2085"/>
            <ac:grpSpMk id="11" creationId="{ABA24EE5-E096-A251-7E6D-3651E0AF31B9}"/>
          </ac:grpSpMkLst>
        </pc:grpChg>
        <pc:grpChg chg="add del mod topLvl">
          <ac:chgData name="Ahmad, Nadia Genebra" userId="2eef2cf0-e606-4076-8505-6d6658fa1c4a" providerId="ADAL" clId="{25500C8D-D01B-4065-8D5C-E8E2B80B099E}" dt="2024-10-04T07:27:10.508" v="2317" actId="165"/>
          <ac:grpSpMkLst>
            <pc:docMk/>
            <pc:sldMk cId="3555018831" sldId="2085"/>
            <ac:grpSpMk id="14" creationId="{6B826FF3-5B55-AA92-478E-885D98457755}"/>
          </ac:grpSpMkLst>
        </pc:grpChg>
        <pc:grpChg chg="mod">
          <ac:chgData name="Ahmad, Nadia Genebra" userId="2eef2cf0-e606-4076-8505-6d6658fa1c4a" providerId="ADAL" clId="{25500C8D-D01B-4065-8D5C-E8E2B80B099E}" dt="2024-10-03T10:18:08.335" v="2"/>
          <ac:grpSpMkLst>
            <pc:docMk/>
            <pc:sldMk cId="3555018831" sldId="2085"/>
            <ac:grpSpMk id="20" creationId="{3FDE03D8-C354-1F2F-7533-D1B0DA8C1E4C}"/>
          </ac:grpSpMkLst>
        </pc:grpChg>
        <pc:grpChg chg="add del mod">
          <ac:chgData name="Ahmad, Nadia Genebra" userId="2eef2cf0-e606-4076-8505-6d6658fa1c4a" providerId="ADAL" clId="{25500C8D-D01B-4065-8D5C-E8E2B80B099E}" dt="2024-10-04T06:44:44.225" v="1252" actId="165"/>
          <ac:grpSpMkLst>
            <pc:docMk/>
            <pc:sldMk cId="3555018831" sldId="2085"/>
            <ac:grpSpMk id="21" creationId="{45F16967-ADE6-4903-5F9E-AD9725D0104D}"/>
          </ac:grpSpMkLst>
        </pc:grpChg>
        <pc:grpChg chg="add del mod">
          <ac:chgData name="Ahmad, Nadia Genebra" userId="2eef2cf0-e606-4076-8505-6d6658fa1c4a" providerId="ADAL" clId="{25500C8D-D01B-4065-8D5C-E8E2B80B099E}" dt="2024-10-04T06:58:24.632" v="1692" actId="165"/>
          <ac:grpSpMkLst>
            <pc:docMk/>
            <pc:sldMk cId="3555018831" sldId="2085"/>
            <ac:grpSpMk id="31" creationId="{DBFA9092-971B-9156-0CDF-592B5D870187}"/>
          </ac:grpSpMkLst>
        </pc:grpChg>
        <pc:grpChg chg="add del mod">
          <ac:chgData name="Ahmad, Nadia Genebra" userId="2eef2cf0-e606-4076-8505-6d6658fa1c4a" providerId="ADAL" clId="{25500C8D-D01B-4065-8D5C-E8E2B80B099E}" dt="2024-10-04T07:21:17.828" v="2304" actId="165"/>
          <ac:grpSpMkLst>
            <pc:docMk/>
            <pc:sldMk cId="3555018831" sldId="2085"/>
            <ac:grpSpMk id="128" creationId="{B3AEA02B-39B2-06B2-13FB-6BE7399B93B6}"/>
          </ac:grpSpMkLst>
        </pc:grpChg>
        <pc:grpChg chg="add del mod">
          <ac:chgData name="Ahmad, Nadia Genebra" userId="2eef2cf0-e606-4076-8505-6d6658fa1c4a" providerId="ADAL" clId="{25500C8D-D01B-4065-8D5C-E8E2B80B099E}" dt="2024-10-04T07:21:31.349" v="2307" actId="165"/>
          <ac:grpSpMkLst>
            <pc:docMk/>
            <pc:sldMk cId="3555018831" sldId="2085"/>
            <ac:grpSpMk id="134" creationId="{042A56BB-0A4F-D8D3-B8AF-34622B6AE6AC}"/>
          </ac:grpSpMkLst>
        </pc:grpChg>
        <pc:grpChg chg="add del mod topLvl">
          <ac:chgData name="Ahmad, Nadia Genebra" userId="2eef2cf0-e606-4076-8505-6d6658fa1c4a" providerId="ADAL" clId="{25500C8D-D01B-4065-8D5C-E8E2B80B099E}" dt="2024-10-04T07:35:42.968" v="2492" actId="165"/>
          <ac:grpSpMkLst>
            <pc:docMk/>
            <pc:sldMk cId="3555018831" sldId="2085"/>
            <ac:grpSpMk id="136" creationId="{7D125807-B81A-93F4-03B9-8E1C975DD5CA}"/>
          </ac:grpSpMkLst>
        </pc:grpChg>
        <pc:grpChg chg="add del mod">
          <ac:chgData name="Ahmad, Nadia Genebra" userId="2eef2cf0-e606-4076-8505-6d6658fa1c4a" providerId="ADAL" clId="{25500C8D-D01B-4065-8D5C-E8E2B80B099E}" dt="2024-10-04T07:35:40.929" v="2491" actId="165"/>
          <ac:grpSpMkLst>
            <pc:docMk/>
            <pc:sldMk cId="3555018831" sldId="2085"/>
            <ac:grpSpMk id="137" creationId="{DB430891-C547-FBC9-09D1-40D58226E36C}"/>
          </ac:grpSpMkLst>
        </pc:grpChg>
        <pc:grpChg chg="add del mod">
          <ac:chgData name="Ahmad, Nadia Genebra" userId="2eef2cf0-e606-4076-8505-6d6658fa1c4a" providerId="ADAL" clId="{25500C8D-D01B-4065-8D5C-E8E2B80B099E}" dt="2024-10-04T07:37:09.387" v="2565" actId="165"/>
          <ac:grpSpMkLst>
            <pc:docMk/>
            <pc:sldMk cId="3555018831" sldId="2085"/>
            <ac:grpSpMk id="139" creationId="{3D24FBB8-D13B-44CB-CC82-9D5B10ECD494}"/>
          </ac:grpSpMkLst>
        </pc:grpChg>
        <pc:grpChg chg="add del mod">
          <ac:chgData name="Ahmad, Nadia Genebra" userId="2eef2cf0-e606-4076-8505-6d6658fa1c4a" providerId="ADAL" clId="{25500C8D-D01B-4065-8D5C-E8E2B80B099E}" dt="2024-10-04T07:35:38.307" v="2490" actId="165"/>
          <ac:grpSpMkLst>
            <pc:docMk/>
            <pc:sldMk cId="3555018831" sldId="2085"/>
            <ac:grpSpMk id="140" creationId="{764745A8-F4B9-CCD2-5309-F8E8F0C0E398}"/>
          </ac:grpSpMkLst>
        </pc:grpChg>
        <pc:grpChg chg="add del mod">
          <ac:chgData name="Ahmad, Nadia Genebra" userId="2eef2cf0-e606-4076-8505-6d6658fa1c4a" providerId="ADAL" clId="{25500C8D-D01B-4065-8D5C-E8E2B80B099E}" dt="2024-10-04T07:51:46.801" v="2758" actId="165"/>
          <ac:grpSpMkLst>
            <pc:docMk/>
            <pc:sldMk cId="3555018831" sldId="2085"/>
            <ac:grpSpMk id="141" creationId="{3B2A0F09-54A8-2D05-9137-142E4E169114}"/>
          </ac:grpSpMkLst>
        </pc:grpChg>
        <pc:grpChg chg="add del mod">
          <ac:chgData name="Ahmad, Nadia Genebra" userId="2eef2cf0-e606-4076-8505-6d6658fa1c4a" providerId="ADAL" clId="{25500C8D-D01B-4065-8D5C-E8E2B80B099E}" dt="2024-10-04T07:54:11.050" v="2772" actId="165"/>
          <ac:grpSpMkLst>
            <pc:docMk/>
            <pc:sldMk cId="3555018831" sldId="2085"/>
            <ac:grpSpMk id="142" creationId="{DE4D27A9-EC33-F6DE-AA3E-43C170CE9488}"/>
          </ac:grpSpMkLst>
        </pc:grpChg>
        <pc:picChg chg="mod">
          <ac:chgData name="Ahmad, Nadia Genebra" userId="2eef2cf0-e606-4076-8505-6d6658fa1c4a" providerId="ADAL" clId="{25500C8D-D01B-4065-8D5C-E8E2B80B099E}" dt="2024-10-04T07:27:10.508" v="2317" actId="165"/>
          <ac:picMkLst>
            <pc:docMk/>
            <pc:sldMk cId="3555018831" sldId="2085"/>
            <ac:picMk id="9" creationId="{954F5AD9-C75D-92DB-9B94-E98051077A16}"/>
          </ac:picMkLst>
        </pc:picChg>
        <pc:picChg chg="mod">
          <ac:chgData name="Ahmad, Nadia Genebra" userId="2eef2cf0-e606-4076-8505-6d6658fa1c4a" providerId="ADAL" clId="{25500C8D-D01B-4065-8D5C-E8E2B80B099E}" dt="2024-10-03T10:18:08.335" v="2"/>
          <ac:picMkLst>
            <pc:docMk/>
            <pc:sldMk cId="3555018831" sldId="2085"/>
            <ac:picMk id="10" creationId="{C2A91163-A4D0-2B4B-867E-831056D3DED1}"/>
          </ac:picMkLst>
        </pc:picChg>
        <pc:picChg chg="mod">
          <ac:chgData name="Ahmad, Nadia Genebra" userId="2eef2cf0-e606-4076-8505-6d6658fa1c4a" providerId="ADAL" clId="{25500C8D-D01B-4065-8D5C-E8E2B80B099E}" dt="2024-10-04T07:27:10.508" v="2317" actId="165"/>
          <ac:picMkLst>
            <pc:docMk/>
            <pc:sldMk cId="3555018831" sldId="2085"/>
            <ac:picMk id="12" creationId="{6657BF37-8743-DFB1-3D01-26515B0ADF85}"/>
          </ac:picMkLst>
        </pc:picChg>
        <pc:picChg chg="mod">
          <ac:chgData name="Ahmad, Nadia Genebra" userId="2eef2cf0-e606-4076-8505-6d6658fa1c4a" providerId="ADAL" clId="{25500C8D-D01B-4065-8D5C-E8E2B80B099E}" dt="2024-10-04T07:27:10.508" v="2317" actId="165"/>
          <ac:picMkLst>
            <pc:docMk/>
            <pc:sldMk cId="3555018831" sldId="2085"/>
            <ac:picMk id="13" creationId="{A601F232-19E6-CA36-A8D0-052773E632FC}"/>
          </ac:picMkLst>
        </pc:picChg>
        <pc:picChg chg="mod">
          <ac:chgData name="Ahmad, Nadia Genebra" userId="2eef2cf0-e606-4076-8505-6d6658fa1c4a" providerId="ADAL" clId="{25500C8D-D01B-4065-8D5C-E8E2B80B099E}" dt="2024-10-03T10:18:08.335" v="2"/>
          <ac:picMkLst>
            <pc:docMk/>
            <pc:sldMk cId="3555018831" sldId="2085"/>
            <ac:picMk id="27" creationId="{8AB42AB3-18FA-22A1-0AAB-586B673EA507}"/>
          </ac:picMkLst>
        </pc:picChg>
        <pc:picChg chg="mod">
          <ac:chgData name="Ahmad, Nadia Genebra" userId="2eef2cf0-e606-4076-8505-6d6658fa1c4a" providerId="ADAL" clId="{25500C8D-D01B-4065-8D5C-E8E2B80B099E}" dt="2024-10-03T10:18:08.335" v="2"/>
          <ac:picMkLst>
            <pc:docMk/>
            <pc:sldMk cId="3555018831" sldId="2085"/>
            <ac:picMk id="28" creationId="{E071A790-3C06-EF22-4EA4-FB85375F1238}"/>
          </ac:picMkLst>
        </pc:picChg>
        <pc:picChg chg="add mod topLvl">
          <ac:chgData name="Ahmad, Nadia Genebra" userId="2eef2cf0-e606-4076-8505-6d6658fa1c4a" providerId="ADAL" clId="{25500C8D-D01B-4065-8D5C-E8E2B80B099E}" dt="2024-10-04T06:45:40.579" v="1291" actId="1036"/>
          <ac:picMkLst>
            <pc:docMk/>
            <pc:sldMk cId="3555018831" sldId="2085"/>
            <ac:picMk id="32" creationId="{69769F86-7AF2-3042-091D-854E012F1CA0}"/>
          </ac:picMkLst>
        </pc:picChg>
        <pc:picChg chg="add del mod">
          <ac:chgData name="Ahmad, Nadia Genebra" userId="2eef2cf0-e606-4076-8505-6d6658fa1c4a" providerId="ADAL" clId="{25500C8D-D01B-4065-8D5C-E8E2B80B099E}" dt="2024-10-03T17:17:08.244" v="1129" actId="478"/>
          <ac:picMkLst>
            <pc:docMk/>
            <pc:sldMk cId="3555018831" sldId="2085"/>
            <ac:picMk id="38" creationId="{4931D32E-7DC2-4A80-8676-9C059E71E081}"/>
          </ac:picMkLst>
        </pc:picChg>
        <pc:picChg chg="add mod topLvl">
          <ac:chgData name="Ahmad, Nadia Genebra" userId="2eef2cf0-e606-4076-8505-6d6658fa1c4a" providerId="ADAL" clId="{25500C8D-D01B-4065-8D5C-E8E2B80B099E}" dt="2024-10-04T07:27:22.955" v="2319" actId="12789"/>
          <ac:picMkLst>
            <pc:docMk/>
            <pc:sldMk cId="3555018831" sldId="2085"/>
            <ac:picMk id="41" creationId="{F2A7268E-7212-0F50-863F-128D91F06117}"/>
          </ac:picMkLst>
        </pc:picChg>
        <pc:picChg chg="add mod">
          <ac:chgData name="Ahmad, Nadia Genebra" userId="2eef2cf0-e606-4076-8505-6d6658fa1c4a" providerId="ADAL" clId="{25500C8D-D01B-4065-8D5C-E8E2B80B099E}" dt="2024-10-04T07:34:46.937" v="2475" actId="12789"/>
          <ac:picMkLst>
            <pc:docMk/>
            <pc:sldMk cId="3555018831" sldId="2085"/>
            <ac:picMk id="60" creationId="{F780E5A3-0376-B10E-BDDC-FD9F4643ABC7}"/>
          </ac:picMkLst>
        </pc:picChg>
        <pc:cxnChg chg="add mod ord topLvl">
          <ac:chgData name="Ahmad, Nadia Genebra" userId="2eef2cf0-e606-4076-8505-6d6658fa1c4a" providerId="ADAL" clId="{25500C8D-D01B-4065-8D5C-E8E2B80B099E}" dt="2024-10-04T10:21:12.528" v="4466" actId="1076"/>
          <ac:cxnSpMkLst>
            <pc:docMk/>
            <pc:sldMk cId="3555018831" sldId="2085"/>
            <ac:cxnSpMk id="16" creationId="{2DB70AEA-7D3A-0FCB-9F59-DF3ED6B87C6A}"/>
          </ac:cxnSpMkLst>
        </pc:cxnChg>
        <pc:cxnChg chg="add mod ord topLvl">
          <ac:chgData name="Ahmad, Nadia Genebra" userId="2eef2cf0-e606-4076-8505-6d6658fa1c4a" providerId="ADAL" clId="{25500C8D-D01B-4065-8D5C-E8E2B80B099E}" dt="2024-10-04T06:45:40.579" v="1291" actId="1036"/>
          <ac:cxnSpMkLst>
            <pc:docMk/>
            <pc:sldMk cId="3555018831" sldId="2085"/>
            <ac:cxnSpMk id="18" creationId="{0D9B4E5B-0798-CA02-DBC3-F06845727A10}"/>
          </ac:cxnSpMkLst>
        </pc:cxnChg>
        <pc:cxnChg chg="add mod topLvl">
          <ac:chgData name="Ahmad, Nadia Genebra" userId="2eef2cf0-e606-4076-8505-6d6658fa1c4a" providerId="ADAL" clId="{25500C8D-D01B-4065-8D5C-E8E2B80B099E}" dt="2024-10-04T07:36:15.634" v="2507" actId="465"/>
          <ac:cxnSpMkLst>
            <pc:docMk/>
            <pc:sldMk cId="3555018831" sldId="2085"/>
            <ac:cxnSpMk id="36" creationId="{12A8EACF-0465-C51A-6A07-B658005360F2}"/>
          </ac:cxnSpMkLst>
        </pc:cxnChg>
        <pc:cxnChg chg="add mod topLvl">
          <ac:chgData name="Ahmad, Nadia Genebra" userId="2eef2cf0-e606-4076-8505-6d6658fa1c4a" providerId="ADAL" clId="{25500C8D-D01B-4065-8D5C-E8E2B80B099E}" dt="2024-10-04T07:36:15.634" v="2507" actId="465"/>
          <ac:cxnSpMkLst>
            <pc:docMk/>
            <pc:sldMk cId="3555018831" sldId="2085"/>
            <ac:cxnSpMk id="37" creationId="{B0F101FE-DD92-5B61-4BEA-3141E312CB3E}"/>
          </ac:cxnSpMkLst>
        </pc:cxnChg>
        <pc:cxnChg chg="add mod topLvl">
          <ac:chgData name="Ahmad, Nadia Genebra" userId="2eef2cf0-e606-4076-8505-6d6658fa1c4a" providerId="ADAL" clId="{25500C8D-D01B-4065-8D5C-E8E2B80B099E}" dt="2024-10-04T07:36:15.634" v="2507" actId="465"/>
          <ac:cxnSpMkLst>
            <pc:docMk/>
            <pc:sldMk cId="3555018831" sldId="2085"/>
            <ac:cxnSpMk id="45" creationId="{10D089BD-5C97-86F5-DBAE-E56E69ABCCE0}"/>
          </ac:cxnSpMkLst>
        </pc:cxnChg>
        <pc:cxnChg chg="add mod topLvl">
          <ac:chgData name="Ahmad, Nadia Genebra" userId="2eef2cf0-e606-4076-8505-6d6658fa1c4a" providerId="ADAL" clId="{25500C8D-D01B-4065-8D5C-E8E2B80B099E}" dt="2024-10-04T07:36:15.634" v="2507" actId="465"/>
          <ac:cxnSpMkLst>
            <pc:docMk/>
            <pc:sldMk cId="3555018831" sldId="2085"/>
            <ac:cxnSpMk id="48" creationId="{41A6BCE1-6A09-F1B4-268C-C8FF7245F22F}"/>
          </ac:cxnSpMkLst>
        </pc:cxnChg>
        <pc:cxnChg chg="add mod">
          <ac:chgData name="Ahmad, Nadia Genebra" userId="2eef2cf0-e606-4076-8505-6d6658fa1c4a" providerId="ADAL" clId="{25500C8D-D01B-4065-8D5C-E8E2B80B099E}" dt="2024-10-04T10:21:13.452" v="4467"/>
          <ac:cxnSpMkLst>
            <pc:docMk/>
            <pc:sldMk cId="3555018831" sldId="2085"/>
            <ac:cxnSpMk id="146" creationId="{8B1521A1-82D1-C1EA-5955-1924DE58FB32}"/>
          </ac:cxnSpMkLst>
        </pc:cxnChg>
      </pc:sldChg>
      <pc:sldChg chg="delSp modSp mod">
        <pc:chgData name="Ahmad, Nadia Genebra" userId="2eef2cf0-e606-4076-8505-6d6658fa1c4a" providerId="ADAL" clId="{25500C8D-D01B-4065-8D5C-E8E2B80B099E}" dt="2024-10-06T18:53:55.484" v="8168" actId="13926"/>
        <pc:sldMkLst>
          <pc:docMk/>
          <pc:sldMk cId="2587956276" sldId="2091"/>
        </pc:sldMkLst>
        <pc:spChg chg="mod">
          <ac:chgData name="Ahmad, Nadia Genebra" userId="2eef2cf0-e606-4076-8505-6d6658fa1c4a" providerId="ADAL" clId="{25500C8D-D01B-4065-8D5C-E8E2B80B099E}" dt="2024-10-06T18:53:55.484" v="8168" actId="13926"/>
          <ac:spMkLst>
            <pc:docMk/>
            <pc:sldMk cId="2587956276" sldId="2091"/>
            <ac:spMk id="52" creationId="{D5ABA45D-E1BB-B20F-4629-D5E5A4C05802}"/>
          </ac:spMkLst>
        </pc:spChg>
        <pc:spChg chg="del mod">
          <ac:chgData name="Ahmad, Nadia Genebra" userId="2eef2cf0-e606-4076-8505-6d6658fa1c4a" providerId="ADAL" clId="{25500C8D-D01B-4065-8D5C-E8E2B80B099E}" dt="2024-10-06T18:36:57.962" v="6913" actId="478"/>
          <ac:spMkLst>
            <pc:docMk/>
            <pc:sldMk cId="2587956276" sldId="2091"/>
            <ac:spMk id="53" creationId="{D4000451-3CE6-AF08-3748-197B25E2D4B0}"/>
          </ac:spMkLst>
        </pc:spChg>
      </pc:sldChg>
      <pc:sldChg chg="addSp delSp modSp mod">
        <pc:chgData name="Ahmad, Nadia Genebra" userId="2eef2cf0-e606-4076-8505-6d6658fa1c4a" providerId="ADAL" clId="{25500C8D-D01B-4065-8D5C-E8E2B80B099E}" dt="2024-10-06T18:53:11.387" v="8167" actId="113"/>
        <pc:sldMkLst>
          <pc:docMk/>
          <pc:sldMk cId="2621558847" sldId="2093"/>
        </pc:sldMkLst>
        <pc:spChg chg="del">
          <ac:chgData name="Ahmad, Nadia Genebra" userId="2eef2cf0-e606-4076-8505-6d6658fa1c4a" providerId="ADAL" clId="{25500C8D-D01B-4065-8D5C-E8E2B80B099E}" dt="2024-10-06T18:50:41.080" v="8046" actId="478"/>
          <ac:spMkLst>
            <pc:docMk/>
            <pc:sldMk cId="2621558847" sldId="2093"/>
            <ac:spMk id="3" creationId="{0A7C13B3-06B4-C9AD-9766-94805EC68F2C}"/>
          </ac:spMkLst>
        </pc:spChg>
        <pc:spChg chg="mod">
          <ac:chgData name="Ahmad, Nadia Genebra" userId="2eef2cf0-e606-4076-8505-6d6658fa1c4a" providerId="ADAL" clId="{25500C8D-D01B-4065-8D5C-E8E2B80B099E}" dt="2024-10-06T18:50:54.948" v="8054" actId="6549"/>
          <ac:spMkLst>
            <pc:docMk/>
            <pc:sldMk cId="2621558847" sldId="2093"/>
            <ac:spMk id="27" creationId="{AF032C38-F273-9BA9-5B09-E5F60A8CCF62}"/>
          </ac:spMkLst>
        </pc:spChg>
        <pc:spChg chg="mod">
          <ac:chgData name="Ahmad, Nadia Genebra" userId="2eef2cf0-e606-4076-8505-6d6658fa1c4a" providerId="ADAL" clId="{25500C8D-D01B-4065-8D5C-E8E2B80B099E}" dt="2024-10-06T18:42:00.400" v="7345" actId="12788"/>
          <ac:spMkLst>
            <pc:docMk/>
            <pc:sldMk cId="2621558847" sldId="2093"/>
            <ac:spMk id="30" creationId="{CCF5AC05-A6A2-1FB2-C40B-10F35F929148}"/>
          </ac:spMkLst>
        </pc:spChg>
        <pc:spChg chg="mod">
          <ac:chgData name="Ahmad, Nadia Genebra" userId="2eef2cf0-e606-4076-8505-6d6658fa1c4a" providerId="ADAL" clId="{25500C8D-D01B-4065-8D5C-E8E2B80B099E}" dt="2024-10-06T18:40:47.806" v="7301" actId="478"/>
          <ac:spMkLst>
            <pc:docMk/>
            <pc:sldMk cId="2621558847" sldId="2093"/>
            <ac:spMk id="32" creationId="{A48CC5DD-23F8-5A55-E14B-49EAD87ECD20}"/>
          </ac:spMkLst>
        </pc:spChg>
        <pc:spChg chg="mod topLvl">
          <ac:chgData name="Ahmad, Nadia Genebra" userId="2eef2cf0-e606-4076-8505-6d6658fa1c4a" providerId="ADAL" clId="{25500C8D-D01B-4065-8D5C-E8E2B80B099E}" dt="2024-10-06T18:41:47.121" v="7341" actId="165"/>
          <ac:spMkLst>
            <pc:docMk/>
            <pc:sldMk cId="2621558847" sldId="2093"/>
            <ac:spMk id="33" creationId="{B490981B-3049-BE5E-B04C-6EE4521E5F78}"/>
          </ac:spMkLst>
        </pc:spChg>
        <pc:spChg chg="mod topLvl">
          <ac:chgData name="Ahmad, Nadia Genebra" userId="2eef2cf0-e606-4076-8505-6d6658fa1c4a" providerId="ADAL" clId="{25500C8D-D01B-4065-8D5C-E8E2B80B099E}" dt="2024-10-06T18:41:47.121" v="7341" actId="165"/>
          <ac:spMkLst>
            <pc:docMk/>
            <pc:sldMk cId="2621558847" sldId="2093"/>
            <ac:spMk id="34" creationId="{4626B948-EC94-DAF1-1A39-4B3B76EF2B21}"/>
          </ac:spMkLst>
        </pc:spChg>
        <pc:spChg chg="mod topLvl">
          <ac:chgData name="Ahmad, Nadia Genebra" userId="2eef2cf0-e606-4076-8505-6d6658fa1c4a" providerId="ADAL" clId="{25500C8D-D01B-4065-8D5C-E8E2B80B099E}" dt="2024-10-06T18:41:47.121" v="7341" actId="165"/>
          <ac:spMkLst>
            <pc:docMk/>
            <pc:sldMk cId="2621558847" sldId="2093"/>
            <ac:spMk id="35" creationId="{16EB12EB-C9C8-0E1B-FAA9-7C185D4FBB8A}"/>
          </ac:spMkLst>
        </pc:spChg>
        <pc:spChg chg="mod">
          <ac:chgData name="Ahmad, Nadia Genebra" userId="2eef2cf0-e606-4076-8505-6d6658fa1c4a" providerId="ADAL" clId="{25500C8D-D01B-4065-8D5C-E8E2B80B099E}" dt="2024-10-06T18:40:47.806" v="7301" actId="478"/>
          <ac:spMkLst>
            <pc:docMk/>
            <pc:sldMk cId="2621558847" sldId="2093"/>
            <ac:spMk id="37" creationId="{0EE7091C-ED0C-B20E-0A0F-D9DBDA78300C}"/>
          </ac:spMkLst>
        </pc:spChg>
        <pc:spChg chg="mod">
          <ac:chgData name="Ahmad, Nadia Genebra" userId="2eef2cf0-e606-4076-8505-6d6658fa1c4a" providerId="ADAL" clId="{25500C8D-D01B-4065-8D5C-E8E2B80B099E}" dt="2024-10-06T18:40:47.806" v="7301" actId="478"/>
          <ac:spMkLst>
            <pc:docMk/>
            <pc:sldMk cId="2621558847" sldId="2093"/>
            <ac:spMk id="38" creationId="{F2165A8A-E324-5CFB-E21A-A1F810CD05CB}"/>
          </ac:spMkLst>
        </pc:spChg>
        <pc:spChg chg="mod topLvl">
          <ac:chgData name="Ahmad, Nadia Genebra" userId="2eef2cf0-e606-4076-8505-6d6658fa1c4a" providerId="ADAL" clId="{25500C8D-D01B-4065-8D5C-E8E2B80B099E}" dt="2024-10-06T18:51:41.659" v="8165" actId="12789"/>
          <ac:spMkLst>
            <pc:docMk/>
            <pc:sldMk cId="2621558847" sldId="2093"/>
            <ac:spMk id="42" creationId="{1481CAA2-87BA-963E-43FA-73A9DF4CFB3F}"/>
          </ac:spMkLst>
        </pc:spChg>
        <pc:spChg chg="mod topLvl">
          <ac:chgData name="Ahmad, Nadia Genebra" userId="2eef2cf0-e606-4076-8505-6d6658fa1c4a" providerId="ADAL" clId="{25500C8D-D01B-4065-8D5C-E8E2B80B099E}" dt="2024-10-06T18:51:41.659" v="8165" actId="12789"/>
          <ac:spMkLst>
            <pc:docMk/>
            <pc:sldMk cId="2621558847" sldId="2093"/>
            <ac:spMk id="43" creationId="{13A2F7AC-3052-80A9-4F00-EE710178248B}"/>
          </ac:spMkLst>
        </pc:spChg>
        <pc:spChg chg="mod topLvl">
          <ac:chgData name="Ahmad, Nadia Genebra" userId="2eef2cf0-e606-4076-8505-6d6658fa1c4a" providerId="ADAL" clId="{25500C8D-D01B-4065-8D5C-E8E2B80B099E}" dt="2024-10-06T18:51:41.659" v="8165" actId="12789"/>
          <ac:spMkLst>
            <pc:docMk/>
            <pc:sldMk cId="2621558847" sldId="2093"/>
            <ac:spMk id="44" creationId="{80AC9796-0F4B-08F9-7647-E41009CE3FB2}"/>
          </ac:spMkLst>
        </pc:spChg>
        <pc:spChg chg="mod">
          <ac:chgData name="Ahmad, Nadia Genebra" userId="2eef2cf0-e606-4076-8505-6d6658fa1c4a" providerId="ADAL" clId="{25500C8D-D01B-4065-8D5C-E8E2B80B099E}" dt="2024-10-06T18:41:02.550" v="7306" actId="165"/>
          <ac:spMkLst>
            <pc:docMk/>
            <pc:sldMk cId="2621558847" sldId="2093"/>
            <ac:spMk id="47" creationId="{B52A37B8-3895-3EA7-F4BC-79591678CF50}"/>
          </ac:spMkLst>
        </pc:spChg>
        <pc:spChg chg="mod">
          <ac:chgData name="Ahmad, Nadia Genebra" userId="2eef2cf0-e606-4076-8505-6d6658fa1c4a" providerId="ADAL" clId="{25500C8D-D01B-4065-8D5C-E8E2B80B099E}" dt="2024-10-06T18:41:02.550" v="7306" actId="165"/>
          <ac:spMkLst>
            <pc:docMk/>
            <pc:sldMk cId="2621558847" sldId="2093"/>
            <ac:spMk id="48" creationId="{2400CC03-FD83-8281-AC79-84CEC2D10D7B}"/>
          </ac:spMkLst>
        </pc:spChg>
        <pc:spChg chg="mod">
          <ac:chgData name="Ahmad, Nadia Genebra" userId="2eef2cf0-e606-4076-8505-6d6658fa1c4a" providerId="ADAL" clId="{25500C8D-D01B-4065-8D5C-E8E2B80B099E}" dt="2024-10-06T18:41:02.550" v="7306" actId="165"/>
          <ac:spMkLst>
            <pc:docMk/>
            <pc:sldMk cId="2621558847" sldId="2093"/>
            <ac:spMk id="49" creationId="{E5F2B77B-152D-8386-CF55-952B2005288B}"/>
          </ac:spMkLst>
        </pc:spChg>
        <pc:spChg chg="mod">
          <ac:chgData name="Ahmad, Nadia Genebra" userId="2eef2cf0-e606-4076-8505-6d6658fa1c4a" providerId="ADAL" clId="{25500C8D-D01B-4065-8D5C-E8E2B80B099E}" dt="2024-10-06T18:41:28.016" v="7318" actId="12789"/>
          <ac:spMkLst>
            <pc:docMk/>
            <pc:sldMk cId="2621558847" sldId="2093"/>
            <ac:spMk id="59" creationId="{F92C8851-2A0D-DEC1-79B4-0C6090ADE0D6}"/>
          </ac:spMkLst>
        </pc:spChg>
        <pc:spChg chg="mod">
          <ac:chgData name="Ahmad, Nadia Genebra" userId="2eef2cf0-e606-4076-8505-6d6658fa1c4a" providerId="ADAL" clId="{25500C8D-D01B-4065-8D5C-E8E2B80B099E}" dt="2024-10-06T18:41:28.016" v="7318" actId="12789"/>
          <ac:spMkLst>
            <pc:docMk/>
            <pc:sldMk cId="2621558847" sldId="2093"/>
            <ac:spMk id="60" creationId="{18FA425E-00FB-F92F-BE73-19F0A4008B47}"/>
          </ac:spMkLst>
        </pc:spChg>
        <pc:spChg chg="mod">
          <ac:chgData name="Ahmad, Nadia Genebra" userId="2eef2cf0-e606-4076-8505-6d6658fa1c4a" providerId="ADAL" clId="{25500C8D-D01B-4065-8D5C-E8E2B80B099E}" dt="2024-10-06T18:41:28.016" v="7318" actId="12789"/>
          <ac:spMkLst>
            <pc:docMk/>
            <pc:sldMk cId="2621558847" sldId="2093"/>
            <ac:spMk id="61" creationId="{21114041-D6A8-9F34-D5D7-CAC52E91F098}"/>
          </ac:spMkLst>
        </pc:spChg>
        <pc:grpChg chg="mod">
          <ac:chgData name="Ahmad, Nadia Genebra" userId="2eef2cf0-e606-4076-8505-6d6658fa1c4a" providerId="ADAL" clId="{25500C8D-D01B-4065-8D5C-E8E2B80B099E}" dt="2024-10-06T18:40:47.806" v="7301" actId="478"/>
          <ac:grpSpMkLst>
            <pc:docMk/>
            <pc:sldMk cId="2621558847" sldId="2093"/>
            <ac:grpSpMk id="8" creationId="{264E8407-BDCE-9BC9-229F-3EE84CA691D4}"/>
          </ac:grpSpMkLst>
        </pc:grpChg>
        <pc:grpChg chg="add del mod topLvl">
          <ac:chgData name="Ahmad, Nadia Genebra" userId="2eef2cf0-e606-4076-8505-6d6658fa1c4a" providerId="ADAL" clId="{25500C8D-D01B-4065-8D5C-E8E2B80B099E}" dt="2024-10-06T18:41:47.121" v="7341" actId="165"/>
          <ac:grpSpMkLst>
            <pc:docMk/>
            <pc:sldMk cId="2621558847" sldId="2093"/>
            <ac:grpSpMk id="9" creationId="{027D2A5A-52CC-2EDE-D7F3-6B2F52E158CB}"/>
          </ac:grpSpMkLst>
        </pc:grpChg>
        <pc:grpChg chg="add del mod topLvl">
          <ac:chgData name="Ahmad, Nadia Genebra" userId="2eef2cf0-e606-4076-8505-6d6658fa1c4a" providerId="ADAL" clId="{25500C8D-D01B-4065-8D5C-E8E2B80B099E}" dt="2024-10-06T18:51:41.659" v="8165" actId="12789"/>
          <ac:grpSpMkLst>
            <pc:docMk/>
            <pc:sldMk cId="2621558847" sldId="2093"/>
            <ac:grpSpMk id="10" creationId="{0BF87DC8-FC10-53E7-2739-E5722C836C24}"/>
          </ac:grpSpMkLst>
        </pc:grpChg>
        <pc:grpChg chg="del mod topLvl">
          <ac:chgData name="Ahmad, Nadia Genebra" userId="2eef2cf0-e606-4076-8505-6d6658fa1c4a" providerId="ADAL" clId="{25500C8D-D01B-4065-8D5C-E8E2B80B099E}" dt="2024-10-06T18:50:32.279" v="8043" actId="478"/>
          <ac:grpSpMkLst>
            <pc:docMk/>
            <pc:sldMk cId="2621558847" sldId="2093"/>
            <ac:grpSpMk id="12" creationId="{3C72FE06-2B1D-F0D9-5247-8B55E6BEAEE2}"/>
          </ac:grpSpMkLst>
        </pc:grpChg>
        <pc:grpChg chg="mod">
          <ac:chgData name="Ahmad, Nadia Genebra" userId="2eef2cf0-e606-4076-8505-6d6658fa1c4a" providerId="ADAL" clId="{25500C8D-D01B-4065-8D5C-E8E2B80B099E}" dt="2024-10-06T18:40:47.806" v="7301" actId="478"/>
          <ac:grpSpMkLst>
            <pc:docMk/>
            <pc:sldMk cId="2621558847" sldId="2093"/>
            <ac:grpSpMk id="15" creationId="{B2635A3E-F5ED-29B9-AD1C-01545937329E}"/>
          </ac:grpSpMkLst>
        </pc:grpChg>
        <pc:grpChg chg="del">
          <ac:chgData name="Ahmad, Nadia Genebra" userId="2eef2cf0-e606-4076-8505-6d6658fa1c4a" providerId="ADAL" clId="{25500C8D-D01B-4065-8D5C-E8E2B80B099E}" dt="2024-10-06T18:40:56.073" v="7303" actId="165"/>
          <ac:grpSpMkLst>
            <pc:docMk/>
            <pc:sldMk cId="2621558847" sldId="2093"/>
            <ac:grpSpMk id="16" creationId="{C5F59385-C62B-8833-BC44-8A016A605CF5}"/>
          </ac:grpSpMkLst>
        </pc:grpChg>
        <pc:grpChg chg="del">
          <ac:chgData name="Ahmad, Nadia Genebra" userId="2eef2cf0-e606-4076-8505-6d6658fa1c4a" providerId="ADAL" clId="{25500C8D-D01B-4065-8D5C-E8E2B80B099E}" dt="2024-10-06T18:40:59.400" v="7304" actId="165"/>
          <ac:grpSpMkLst>
            <pc:docMk/>
            <pc:sldMk cId="2621558847" sldId="2093"/>
            <ac:grpSpMk id="17" creationId="{9E84762B-B5F3-8CFF-BDDD-A4D4AAFCD117}"/>
          </ac:grpSpMkLst>
        </pc:grpChg>
        <pc:grpChg chg="add del mod">
          <ac:chgData name="Ahmad, Nadia Genebra" userId="2eef2cf0-e606-4076-8505-6d6658fa1c4a" providerId="ADAL" clId="{25500C8D-D01B-4065-8D5C-E8E2B80B099E}" dt="2024-10-06T18:41:02.550" v="7306" actId="165"/>
          <ac:grpSpMkLst>
            <pc:docMk/>
            <pc:sldMk cId="2621558847" sldId="2093"/>
            <ac:grpSpMk id="18" creationId="{DF9472B4-ED0B-E076-6918-646118310B64}"/>
          </ac:grpSpMkLst>
        </pc:grpChg>
        <pc:grpChg chg="del">
          <ac:chgData name="Ahmad, Nadia Genebra" userId="2eef2cf0-e606-4076-8505-6d6658fa1c4a" providerId="ADAL" clId="{25500C8D-D01B-4065-8D5C-E8E2B80B099E}" dt="2024-10-06T18:41:04.787" v="7307" actId="165"/>
          <ac:grpSpMkLst>
            <pc:docMk/>
            <pc:sldMk cId="2621558847" sldId="2093"/>
            <ac:grpSpMk id="20" creationId="{EB23FF95-D5AE-8C4B-2D39-34F0A01DCBB6}"/>
          </ac:grpSpMkLst>
        </pc:grpChg>
        <pc:grpChg chg="del">
          <ac:chgData name="Ahmad, Nadia Genebra" userId="2eef2cf0-e606-4076-8505-6d6658fa1c4a" providerId="ADAL" clId="{25500C8D-D01B-4065-8D5C-E8E2B80B099E}" dt="2024-10-06T18:50:34.649" v="8044" actId="478"/>
          <ac:grpSpMkLst>
            <pc:docMk/>
            <pc:sldMk cId="2621558847" sldId="2093"/>
            <ac:grpSpMk id="21" creationId="{85433F5C-885F-8DD5-4FE3-BF765FF585B1}"/>
          </ac:grpSpMkLst>
        </pc:grpChg>
        <pc:grpChg chg="del">
          <ac:chgData name="Ahmad, Nadia Genebra" userId="2eef2cf0-e606-4076-8505-6d6658fa1c4a" providerId="ADAL" clId="{25500C8D-D01B-4065-8D5C-E8E2B80B099E}" dt="2024-10-06T18:50:36.387" v="8045" actId="478"/>
          <ac:grpSpMkLst>
            <pc:docMk/>
            <pc:sldMk cId="2621558847" sldId="2093"/>
            <ac:grpSpMk id="22" creationId="{6A399455-9DE9-C62F-F3C7-D65941DA3711}"/>
          </ac:grpSpMkLst>
        </pc:grpChg>
        <pc:grpChg chg="mod topLvl">
          <ac:chgData name="Ahmad, Nadia Genebra" userId="2eef2cf0-e606-4076-8505-6d6658fa1c4a" providerId="ADAL" clId="{25500C8D-D01B-4065-8D5C-E8E2B80B099E}" dt="2024-10-06T18:41:02.550" v="7306" actId="165"/>
          <ac:grpSpMkLst>
            <pc:docMk/>
            <pc:sldMk cId="2621558847" sldId="2093"/>
            <ac:grpSpMk id="53" creationId="{9E260753-FD4D-2E4E-E4CD-3A1395D3D316}"/>
          </ac:grpSpMkLst>
        </pc:grpChg>
        <pc:graphicFrameChg chg="mod modGraphic">
          <ac:chgData name="Ahmad, Nadia Genebra" userId="2eef2cf0-e606-4076-8505-6d6658fa1c4a" providerId="ADAL" clId="{25500C8D-D01B-4065-8D5C-E8E2B80B099E}" dt="2024-10-06T18:53:11.387" v="8167" actId="113"/>
          <ac:graphicFrameMkLst>
            <pc:docMk/>
            <pc:sldMk cId="2621558847" sldId="2093"/>
            <ac:graphicFrameMk id="52" creationId="{43E44C24-1A42-9E6B-AA5F-0298A288DF89}"/>
          </ac:graphicFrameMkLst>
        </pc:graphicFrameChg>
        <pc:picChg chg="add mod">
          <ac:chgData name="Ahmad, Nadia Genebra" userId="2eef2cf0-e606-4076-8505-6d6658fa1c4a" providerId="ADAL" clId="{25500C8D-D01B-4065-8D5C-E8E2B80B099E}" dt="2024-10-06T18:40:52.224" v="7302" actId="1076"/>
          <ac:picMkLst>
            <pc:docMk/>
            <pc:sldMk cId="2621558847" sldId="2093"/>
            <ac:picMk id="23" creationId="{9579A993-DE60-169F-510E-F029A08BE873}"/>
          </ac:picMkLst>
        </pc:picChg>
        <pc:picChg chg="add mod">
          <ac:chgData name="Ahmad, Nadia Genebra" userId="2eef2cf0-e606-4076-8505-6d6658fa1c4a" providerId="ADAL" clId="{25500C8D-D01B-4065-8D5C-E8E2B80B099E}" dt="2024-10-06T18:42:00.400" v="7345" actId="12788"/>
          <ac:picMkLst>
            <pc:docMk/>
            <pc:sldMk cId="2621558847" sldId="2093"/>
            <ac:picMk id="24" creationId="{10B3B088-A98E-567A-0BBE-E047EFE400E3}"/>
          </ac:picMkLst>
        </pc:picChg>
        <pc:picChg chg="add del mod">
          <ac:chgData name="Ahmad, Nadia Genebra" userId="2eef2cf0-e606-4076-8505-6d6658fa1c4a" providerId="ADAL" clId="{25500C8D-D01B-4065-8D5C-E8E2B80B099E}" dt="2024-10-06T18:51:18.575" v="8056" actId="478"/>
          <ac:picMkLst>
            <pc:docMk/>
            <pc:sldMk cId="2621558847" sldId="2093"/>
            <ac:picMk id="25" creationId="{096A154D-955C-697B-DE18-EABE01C9CC88}"/>
          </ac:picMkLst>
        </pc:picChg>
        <pc:picChg chg="add mod">
          <ac:chgData name="Ahmad, Nadia Genebra" userId="2eef2cf0-e606-4076-8505-6d6658fa1c4a" providerId="ADAL" clId="{25500C8D-D01B-4065-8D5C-E8E2B80B099E}" dt="2024-10-06T18:51:41.659" v="8165" actId="12789"/>
          <ac:picMkLst>
            <pc:docMk/>
            <pc:sldMk cId="2621558847" sldId="2093"/>
            <ac:picMk id="26" creationId="{C4F2761A-61B8-96BA-D181-0AB6F6556F64}"/>
          </ac:picMkLst>
        </pc:picChg>
        <pc:picChg chg="mod topLvl">
          <ac:chgData name="Ahmad, Nadia Genebra" userId="2eef2cf0-e606-4076-8505-6d6658fa1c4a" providerId="ADAL" clId="{25500C8D-D01B-4065-8D5C-E8E2B80B099E}" dt="2024-10-06T18:41:02.550" v="7306" actId="165"/>
          <ac:picMkLst>
            <pc:docMk/>
            <pc:sldMk cId="2621558847" sldId="2093"/>
            <ac:picMk id="51" creationId="{3E8DB4CC-C2BF-68F9-E16A-8D06D5C750B0}"/>
          </ac:picMkLst>
        </pc:picChg>
        <pc:picChg chg="del mod topLvl">
          <ac:chgData name="Ahmad, Nadia Genebra" userId="2eef2cf0-e606-4076-8505-6d6658fa1c4a" providerId="ADAL" clId="{25500C8D-D01B-4065-8D5C-E8E2B80B099E}" dt="2024-10-06T18:41:10.135" v="7309" actId="478"/>
          <ac:picMkLst>
            <pc:docMk/>
            <pc:sldMk cId="2621558847" sldId="2093"/>
            <ac:picMk id="66" creationId="{B7B0F4B8-331A-C855-A2C8-9B285EBEDEA2}"/>
          </ac:picMkLst>
        </pc:picChg>
        <pc:picChg chg="del mod topLvl">
          <ac:chgData name="Ahmad, Nadia Genebra" userId="2eef2cf0-e606-4076-8505-6d6658fa1c4a" providerId="ADAL" clId="{25500C8D-D01B-4065-8D5C-E8E2B80B099E}" dt="2024-10-06T18:41:10.135" v="7309" actId="478"/>
          <ac:picMkLst>
            <pc:docMk/>
            <pc:sldMk cId="2621558847" sldId="2093"/>
            <ac:picMk id="67" creationId="{58942465-13BB-A3EA-B29C-8EDEAE9B0216}"/>
          </ac:picMkLst>
        </pc:picChg>
        <pc:picChg chg="mod topLvl">
          <ac:chgData name="Ahmad, Nadia Genebra" userId="2eef2cf0-e606-4076-8505-6d6658fa1c4a" providerId="ADAL" clId="{25500C8D-D01B-4065-8D5C-E8E2B80B099E}" dt="2024-10-06T18:51:41.659" v="8165" actId="12789"/>
          <ac:picMkLst>
            <pc:docMk/>
            <pc:sldMk cId="2621558847" sldId="2093"/>
            <ac:picMk id="69" creationId="{F6645532-CF3C-2735-4CDA-6DEBBCE1615C}"/>
          </ac:picMkLst>
        </pc:picChg>
        <pc:picChg chg="del mod topLvl">
          <ac:chgData name="Ahmad, Nadia Genebra" userId="2eef2cf0-e606-4076-8505-6d6658fa1c4a" providerId="ADAL" clId="{25500C8D-D01B-4065-8D5C-E8E2B80B099E}" dt="2024-10-06T18:41:07.062" v="7308" actId="478"/>
          <ac:picMkLst>
            <pc:docMk/>
            <pc:sldMk cId="2621558847" sldId="2093"/>
            <ac:picMk id="71" creationId="{99678405-BB36-C47C-D9F7-A623A87668BC}"/>
          </ac:picMkLst>
        </pc:picChg>
        <pc:picChg chg="mod">
          <ac:chgData name="Ahmad, Nadia Genebra" userId="2eef2cf0-e606-4076-8505-6d6658fa1c4a" providerId="ADAL" clId="{25500C8D-D01B-4065-8D5C-E8E2B80B099E}" dt="2024-10-06T18:40:47.806" v="7301" actId="478"/>
          <ac:picMkLst>
            <pc:docMk/>
            <pc:sldMk cId="2621558847" sldId="2093"/>
            <ac:picMk id="72" creationId="{811362D0-5BBF-F773-97BA-149EAAD024A3}"/>
          </ac:picMkLst>
        </pc:picChg>
        <pc:picChg chg="del">
          <ac:chgData name="Ahmad, Nadia Genebra" userId="2eef2cf0-e606-4076-8505-6d6658fa1c4a" providerId="ADAL" clId="{25500C8D-D01B-4065-8D5C-E8E2B80B099E}" dt="2024-10-06T18:40:47.806" v="7301" actId="478"/>
          <ac:picMkLst>
            <pc:docMk/>
            <pc:sldMk cId="2621558847" sldId="2093"/>
            <ac:picMk id="73" creationId="{8104A4B7-2D0F-24F0-B563-33476E51BD83}"/>
          </ac:picMkLst>
        </pc:picChg>
      </pc:sldChg>
      <pc:sldChg chg="addSp delSp modSp add mod delAnim modAnim">
        <pc:chgData name="Ahmad, Nadia Genebra" userId="2eef2cf0-e606-4076-8505-6d6658fa1c4a" providerId="ADAL" clId="{25500C8D-D01B-4065-8D5C-E8E2B80B099E}" dt="2024-10-06T18:35:28.345" v="6905" actId="20577"/>
        <pc:sldMkLst>
          <pc:docMk/>
          <pc:sldMk cId="796798232" sldId="2096"/>
        </pc:sldMkLst>
        <pc:spChg chg="del mod">
          <ac:chgData name="Ahmad, Nadia Genebra" userId="2eef2cf0-e606-4076-8505-6d6658fa1c4a" providerId="ADAL" clId="{25500C8D-D01B-4065-8D5C-E8E2B80B099E}" dt="2024-10-04T10:22:41.684" v="4563" actId="478"/>
          <ac:spMkLst>
            <pc:docMk/>
            <pc:sldMk cId="796798232" sldId="2096"/>
            <ac:spMk id="3" creationId="{E010392B-9103-BF03-3A8B-9B721E82DC6F}"/>
          </ac:spMkLst>
        </pc:spChg>
        <pc:spChg chg="add del">
          <ac:chgData name="Ahmad, Nadia Genebra" userId="2eef2cf0-e606-4076-8505-6d6658fa1c4a" providerId="ADAL" clId="{25500C8D-D01B-4065-8D5C-E8E2B80B099E}" dt="2024-10-03T10:29:47.760" v="103" actId="478"/>
          <ac:spMkLst>
            <pc:docMk/>
            <pc:sldMk cId="796798232" sldId="2096"/>
            <ac:spMk id="4" creationId="{07D10631-799F-397D-9B83-5EBA317F5BA3}"/>
          </ac:spMkLst>
        </pc:spChg>
        <pc:spChg chg="add del mod">
          <ac:chgData name="Ahmad, Nadia Genebra" userId="2eef2cf0-e606-4076-8505-6d6658fa1c4a" providerId="ADAL" clId="{25500C8D-D01B-4065-8D5C-E8E2B80B099E}" dt="2024-10-04T10:14:24.739" v="4181" actId="478"/>
          <ac:spMkLst>
            <pc:docMk/>
            <pc:sldMk cId="796798232" sldId="2096"/>
            <ac:spMk id="4" creationId="{9FC6673F-3242-3CF5-9C0B-82A3E43F0249}"/>
          </ac:spMkLst>
        </pc:spChg>
        <pc:spChg chg="add del mod">
          <ac:chgData name="Ahmad, Nadia Genebra" userId="2eef2cf0-e606-4076-8505-6d6658fa1c4a" providerId="ADAL" clId="{25500C8D-D01B-4065-8D5C-E8E2B80B099E}" dt="2024-10-04T08:10:57.968" v="2811" actId="478"/>
          <ac:spMkLst>
            <pc:docMk/>
            <pc:sldMk cId="796798232" sldId="2096"/>
            <ac:spMk id="5" creationId="{1080B00B-EC63-2650-67A4-FCC6719700B0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5" creationId="{73A8051A-03E3-F865-6F2B-EEEEEFE77974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6" creationId="{0745FA15-CBA0-D173-A0C9-1DA7300C4D95}"/>
          </ac:spMkLst>
        </pc:spChg>
        <pc:spChg chg="add del mod">
          <ac:chgData name="Ahmad, Nadia Genebra" userId="2eef2cf0-e606-4076-8505-6d6658fa1c4a" providerId="ADAL" clId="{25500C8D-D01B-4065-8D5C-E8E2B80B099E}" dt="2024-10-04T08:12:15.644" v="2824" actId="478"/>
          <ac:spMkLst>
            <pc:docMk/>
            <pc:sldMk cId="796798232" sldId="2096"/>
            <ac:spMk id="6" creationId="{89B1981A-F2B2-3B27-B38D-ADD68C92CEDF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7" creationId="{2718D0C4-F6E2-286C-9912-7834CADCB650}"/>
          </ac:spMkLst>
        </pc:spChg>
        <pc:spChg chg="mod">
          <ac:chgData name="Ahmad, Nadia Genebra" userId="2eef2cf0-e606-4076-8505-6d6658fa1c4a" providerId="ADAL" clId="{25500C8D-D01B-4065-8D5C-E8E2B80B099E}" dt="2024-10-04T08:12:09.528" v="2822" actId="165"/>
          <ac:spMkLst>
            <pc:docMk/>
            <pc:sldMk cId="796798232" sldId="2096"/>
            <ac:spMk id="10" creationId="{50F19A74-F69D-998B-5D87-83507727C0D6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1" creationId="{B5C1931A-FA6C-EBCB-B810-117899DE88BF}"/>
          </ac:spMkLst>
        </pc:spChg>
        <pc:spChg chg="mod">
          <ac:chgData name="Ahmad, Nadia Genebra" userId="2eef2cf0-e606-4076-8505-6d6658fa1c4a" providerId="ADAL" clId="{25500C8D-D01B-4065-8D5C-E8E2B80B099E}" dt="2024-10-04T08:12:09.528" v="2822" actId="165"/>
          <ac:spMkLst>
            <pc:docMk/>
            <pc:sldMk cId="796798232" sldId="2096"/>
            <ac:spMk id="12" creationId="{4A181856-819B-84A8-5AF0-82F75390B508}"/>
          </ac:spMkLst>
        </pc:spChg>
        <pc:spChg chg="mod">
          <ac:chgData name="Ahmad, Nadia Genebra" userId="2eef2cf0-e606-4076-8505-6d6658fa1c4a" providerId="ADAL" clId="{25500C8D-D01B-4065-8D5C-E8E2B80B099E}" dt="2024-10-04T08:12:09.528" v="2822" actId="165"/>
          <ac:spMkLst>
            <pc:docMk/>
            <pc:sldMk cId="796798232" sldId="2096"/>
            <ac:spMk id="13" creationId="{3C1C9AB1-84CE-5A3B-3917-73014BF8839D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3" creationId="{4D5D6162-34A1-2427-B370-DF30BC1EC87A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4" creationId="{7A2264B8-2D59-E8BA-FFD7-9000097E94CB}"/>
          </ac:spMkLst>
        </pc:spChg>
        <pc:spChg chg="mod">
          <ac:chgData name="Ahmad, Nadia Genebra" userId="2eef2cf0-e606-4076-8505-6d6658fa1c4a" providerId="ADAL" clId="{25500C8D-D01B-4065-8D5C-E8E2B80B099E}" dt="2024-10-04T08:12:09.528" v="2822" actId="165"/>
          <ac:spMkLst>
            <pc:docMk/>
            <pc:sldMk cId="796798232" sldId="2096"/>
            <ac:spMk id="14" creationId="{E61F08C9-D4ED-5E2A-3C9C-62C7F537516A}"/>
          </ac:spMkLst>
        </pc:spChg>
        <pc:spChg chg="mod">
          <ac:chgData name="Ahmad, Nadia Genebra" userId="2eef2cf0-e606-4076-8505-6d6658fa1c4a" providerId="ADAL" clId="{25500C8D-D01B-4065-8D5C-E8E2B80B099E}" dt="2024-10-04T09:29:39.379" v="3043" actId="165"/>
          <ac:spMkLst>
            <pc:docMk/>
            <pc:sldMk cId="796798232" sldId="2096"/>
            <ac:spMk id="15" creationId="{654FB820-7B32-66B5-0722-8AC72A73A886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6" creationId="{B4091468-DA64-C72A-AEEF-9FA4D296846D}"/>
          </ac:spMkLst>
        </pc:spChg>
        <pc:spChg chg="mod">
          <ac:chgData name="Ahmad, Nadia Genebra" userId="2eef2cf0-e606-4076-8505-6d6658fa1c4a" providerId="ADAL" clId="{25500C8D-D01B-4065-8D5C-E8E2B80B099E}" dt="2024-10-04T09:29:39.379" v="3043" actId="165"/>
          <ac:spMkLst>
            <pc:docMk/>
            <pc:sldMk cId="796798232" sldId="2096"/>
            <ac:spMk id="17" creationId="{36C8E684-1CAC-6BC3-88AA-904339982F38}"/>
          </ac:spMkLst>
        </pc:spChg>
        <pc:spChg chg="mod">
          <ac:chgData name="Ahmad, Nadia Genebra" userId="2eef2cf0-e606-4076-8505-6d6658fa1c4a" providerId="ADAL" clId="{25500C8D-D01B-4065-8D5C-E8E2B80B099E}" dt="2024-10-04T09:29:39.379" v="3043" actId="165"/>
          <ac:spMkLst>
            <pc:docMk/>
            <pc:sldMk cId="796798232" sldId="2096"/>
            <ac:spMk id="18" creationId="{14D55C54-C0A1-20B3-C1D1-DF6A48F576A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8" creationId="{A77E49F3-2DB6-B82D-753F-6EE1F11CA6A0}"/>
          </ac:spMkLst>
        </pc:spChg>
        <pc:spChg chg="mod">
          <ac:chgData name="Ahmad, Nadia Genebra" userId="2eef2cf0-e606-4076-8505-6d6658fa1c4a" providerId="ADAL" clId="{25500C8D-D01B-4065-8D5C-E8E2B80B099E}" dt="2024-10-04T09:29:39.379" v="3043" actId="165"/>
          <ac:spMkLst>
            <pc:docMk/>
            <pc:sldMk cId="796798232" sldId="2096"/>
            <ac:spMk id="19" creationId="{6C87F2A3-5C3F-BF57-70E1-B6C58D49D485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9" creationId="{986441AF-2C84-5ECA-9D77-0992C1784C8B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21" creationId="{B1E415A6-2B27-9FA1-95DD-010F8DC2695E}"/>
          </ac:spMkLst>
        </pc:spChg>
        <pc:spChg chg="add del mod">
          <ac:chgData name="Ahmad, Nadia Genebra" userId="2eef2cf0-e606-4076-8505-6d6658fa1c4a" providerId="ADAL" clId="{25500C8D-D01B-4065-8D5C-E8E2B80B099E}" dt="2024-10-04T10:16:46.584" v="4288" actId="1038"/>
          <ac:spMkLst>
            <pc:docMk/>
            <pc:sldMk cId="796798232" sldId="2096"/>
            <ac:spMk id="22" creationId="{8A256896-C61C-AC4F-E160-C90C1CD13EA8}"/>
          </ac:spMkLst>
        </pc:spChg>
        <pc:spChg chg="add del mod">
          <ac:chgData name="Ahmad, Nadia Genebra" userId="2eef2cf0-e606-4076-8505-6d6658fa1c4a" providerId="ADAL" clId="{25500C8D-D01B-4065-8D5C-E8E2B80B099E}" dt="2024-10-03T10:39:24.267" v="329" actId="478"/>
          <ac:spMkLst>
            <pc:docMk/>
            <pc:sldMk cId="796798232" sldId="2096"/>
            <ac:spMk id="23" creationId="{24D317C5-C2F6-8779-B9A8-5963C4F442CF}"/>
          </ac:spMkLst>
        </pc:spChg>
        <pc:spChg chg="add mod">
          <ac:chgData name="Ahmad, Nadia Genebra" userId="2eef2cf0-e606-4076-8505-6d6658fa1c4a" providerId="ADAL" clId="{25500C8D-D01B-4065-8D5C-E8E2B80B099E}" dt="2024-10-04T10:16:46.584" v="4288" actId="1038"/>
          <ac:spMkLst>
            <pc:docMk/>
            <pc:sldMk cId="796798232" sldId="2096"/>
            <ac:spMk id="24" creationId="{492B191D-70D3-E8E6-5BB1-7F9B8B5E6588}"/>
          </ac:spMkLst>
        </pc:spChg>
        <pc:spChg chg="add del mod">
          <ac:chgData name="Ahmad, Nadia Genebra" userId="2eef2cf0-e606-4076-8505-6d6658fa1c4a" providerId="ADAL" clId="{25500C8D-D01B-4065-8D5C-E8E2B80B099E}" dt="2024-10-03T10:39:40.463" v="339" actId="478"/>
          <ac:spMkLst>
            <pc:docMk/>
            <pc:sldMk cId="796798232" sldId="2096"/>
            <ac:spMk id="24" creationId="{7DF7F271-CC2B-37A5-670D-1DE483C32658}"/>
          </ac:spMkLst>
        </pc:spChg>
        <pc:spChg chg="add mod">
          <ac:chgData name="Ahmad, Nadia Genebra" userId="2eef2cf0-e606-4076-8505-6d6658fa1c4a" providerId="ADAL" clId="{25500C8D-D01B-4065-8D5C-E8E2B80B099E}" dt="2024-10-04T10:20:36.699" v="4461" actId="207"/>
          <ac:spMkLst>
            <pc:docMk/>
            <pc:sldMk cId="796798232" sldId="2096"/>
            <ac:spMk id="25" creationId="{89DF9CB8-47E0-24B9-4C82-B21A31BA7B01}"/>
          </ac:spMkLst>
        </pc:spChg>
        <pc:spChg chg="mod">
          <ac:chgData name="Ahmad, Nadia Genebra" userId="2eef2cf0-e606-4076-8505-6d6658fa1c4a" providerId="ADAL" clId="{25500C8D-D01B-4065-8D5C-E8E2B80B099E}" dt="2024-10-03T10:35:32.079" v="251" actId="20577"/>
          <ac:spMkLst>
            <pc:docMk/>
            <pc:sldMk cId="796798232" sldId="2096"/>
            <ac:spMk id="30" creationId="{E40B53A6-AF6E-040C-C2CE-BF67B96255B9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31" creationId="{C04024DC-6779-D6BA-17F4-938D8C05F21E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3" creationId="{1528E773-1DFA-5927-1985-DD2451C4CD0B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4" creationId="{1AB31C90-51F9-2F07-57F3-C3A7F012CA78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5" creationId="{98793A4E-678B-1534-DA57-E5C8EBF22EBE}"/>
          </ac:spMkLst>
        </pc:spChg>
        <pc:spChg chg="add mod">
          <ac:chgData name="Ahmad, Nadia Genebra" userId="2eef2cf0-e606-4076-8505-6d6658fa1c4a" providerId="ADAL" clId="{25500C8D-D01B-4065-8D5C-E8E2B80B099E}" dt="2024-10-04T10:31:32.783" v="4649" actId="208"/>
          <ac:spMkLst>
            <pc:docMk/>
            <pc:sldMk cId="796798232" sldId="2096"/>
            <ac:spMk id="35" creationId="{EC4313E5-A487-89DD-42D5-82A712167B42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6" creationId="{333D81D1-724D-25E1-B733-F71D13B89AC0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7" creationId="{3CDB332A-6F4E-0A93-3942-30DFABD34182}"/>
          </ac:spMkLst>
        </pc:spChg>
        <pc:spChg chg="add mod topLvl">
          <ac:chgData name="Ahmad, Nadia Genebra" userId="2eef2cf0-e606-4076-8505-6d6658fa1c4a" providerId="ADAL" clId="{25500C8D-D01B-4065-8D5C-E8E2B80B099E}" dt="2024-10-04T10:31:37.898" v="4650" actId="208"/>
          <ac:spMkLst>
            <pc:docMk/>
            <pc:sldMk cId="796798232" sldId="2096"/>
            <ac:spMk id="39" creationId="{25B0B0EB-CE33-7AFB-F0C9-81D4A870BF3D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39" creationId="{7D4915B1-63CB-EB01-5671-EFBB7348347D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40" creationId="{726C3CA4-5C91-87B0-E1AC-98E879081961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42" creationId="{AE905CB1-7EE1-8711-61B4-2BCF558E6E9F}"/>
          </ac:spMkLst>
        </pc:spChg>
        <pc:spChg chg="del">
          <ac:chgData name="Ahmad, Nadia Genebra" userId="2eef2cf0-e606-4076-8505-6d6658fa1c4a" providerId="ADAL" clId="{25500C8D-D01B-4065-8D5C-E8E2B80B099E}" dt="2024-10-03T10:20:53.561" v="99" actId="478"/>
          <ac:spMkLst>
            <pc:docMk/>
            <pc:sldMk cId="796798232" sldId="2096"/>
            <ac:spMk id="43" creationId="{0087235E-567E-A35D-A9CC-56F9BC83C01B}"/>
          </ac:spMkLst>
        </pc:spChg>
        <pc:spChg chg="del">
          <ac:chgData name="Ahmad, Nadia Genebra" userId="2eef2cf0-e606-4076-8505-6d6658fa1c4a" providerId="ADAL" clId="{25500C8D-D01B-4065-8D5C-E8E2B80B099E}" dt="2024-10-04T07:58:16.112" v="2784" actId="478"/>
          <ac:spMkLst>
            <pc:docMk/>
            <pc:sldMk cId="796798232" sldId="2096"/>
            <ac:spMk id="44" creationId="{567CF115-08D3-ADB2-6194-A8C22867621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45" creationId="{000123AB-A808-115C-8AF0-4C707925AA51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46" creationId="{20634338-C035-1FAC-1D44-3500F066A806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47" creationId="{74C4ED44-57B7-D388-82B1-0122D0458777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48" creationId="{CA667482-DC95-21D7-F6BB-D7C81257AAF1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49" creationId="{D9A04401-C368-E477-8B27-E725D18E58CF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50" creationId="{15FA4BA0-60A6-AE04-86E8-E64A3AB1F007}"/>
          </ac:spMkLst>
        </pc:spChg>
        <pc:spChg chg="add mod">
          <ac:chgData name="Ahmad, Nadia Genebra" userId="2eef2cf0-e606-4076-8505-6d6658fa1c4a" providerId="ADAL" clId="{25500C8D-D01B-4065-8D5C-E8E2B80B099E}" dt="2024-10-04T09:55:49.432" v="3837" actId="207"/>
          <ac:spMkLst>
            <pc:docMk/>
            <pc:sldMk cId="796798232" sldId="2096"/>
            <ac:spMk id="50" creationId="{49F3D9C4-7537-3CDF-D009-AFAF0189AC5F}"/>
          </ac:spMkLst>
        </pc:spChg>
        <pc:spChg chg="add mod">
          <ac:chgData name="Ahmad, Nadia Genebra" userId="2eef2cf0-e606-4076-8505-6d6658fa1c4a" providerId="ADAL" clId="{25500C8D-D01B-4065-8D5C-E8E2B80B099E}" dt="2024-10-04T17:08:27.368" v="6539" actId="20577"/>
          <ac:spMkLst>
            <pc:docMk/>
            <pc:sldMk cId="796798232" sldId="2096"/>
            <ac:spMk id="51" creationId="{484E6747-37F8-6F5F-BFEE-84EAE5782E67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51" creationId="{B39856DC-EF24-54BD-11EC-A5D647A0A6E3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52" creationId="{2288C141-09C8-3413-139B-B068C3A1FC13}"/>
          </ac:spMkLst>
        </pc:spChg>
        <pc:spChg chg="add mod">
          <ac:chgData name="Ahmad, Nadia Genebra" userId="2eef2cf0-e606-4076-8505-6d6658fa1c4a" providerId="ADAL" clId="{25500C8D-D01B-4065-8D5C-E8E2B80B099E}" dt="2024-10-04T09:54:55.413" v="3822" actId="14100"/>
          <ac:spMkLst>
            <pc:docMk/>
            <pc:sldMk cId="796798232" sldId="2096"/>
            <ac:spMk id="52" creationId="{3132B366-A069-125A-F47C-4D63A3C26A22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53" creationId="{57388D27-2E1C-508A-CEF9-B6B7EDEF1FC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55" creationId="{492BE975-1119-506D-0116-620506E34379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56" creationId="{CC53B624-6A7E-6452-62B1-51CF85BC1A34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57" creationId="{437D5634-712A-A744-5D79-6BF92ECA1BD3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58" creationId="{A38F8C20-BC18-9734-45C5-B3FA4863D860}"/>
          </ac:spMkLst>
        </pc:spChg>
        <pc:spChg chg="add mod topLvl">
          <ac:chgData name="Ahmad, Nadia Genebra" userId="2eef2cf0-e606-4076-8505-6d6658fa1c4a" providerId="ADAL" clId="{25500C8D-D01B-4065-8D5C-E8E2B80B099E}" dt="2024-10-04T10:16:35.134" v="4269" actId="164"/>
          <ac:spMkLst>
            <pc:docMk/>
            <pc:sldMk cId="796798232" sldId="2096"/>
            <ac:spMk id="58" creationId="{CB8F09DA-FDDA-AC76-8D1A-4FE246F5EE78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59" creationId="{C17AE8C7-6B82-E872-9583-306A3D045598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60" creationId="{8AD088A1-77FD-A49D-1219-ACD203DA059D}"/>
          </ac:spMkLst>
        </pc:spChg>
        <pc:spChg chg="add del mod">
          <ac:chgData name="Ahmad, Nadia Genebra" userId="2eef2cf0-e606-4076-8505-6d6658fa1c4a" providerId="ADAL" clId="{25500C8D-D01B-4065-8D5C-E8E2B80B099E}" dt="2024-10-04T09:47:01.063" v="3419" actId="478"/>
          <ac:spMkLst>
            <pc:docMk/>
            <pc:sldMk cId="796798232" sldId="2096"/>
            <ac:spMk id="61" creationId="{6C97E193-D7A0-4F5E-DC84-BA0308364691}"/>
          </ac:spMkLst>
        </pc:spChg>
        <pc:spChg chg="add del mod">
          <ac:chgData name="Ahmad, Nadia Genebra" userId="2eef2cf0-e606-4076-8505-6d6658fa1c4a" providerId="ADAL" clId="{25500C8D-D01B-4065-8D5C-E8E2B80B099E}" dt="2024-10-03T10:31:07.672" v="133" actId="478"/>
          <ac:spMkLst>
            <pc:docMk/>
            <pc:sldMk cId="796798232" sldId="2096"/>
            <ac:spMk id="61" creationId="{C5332C2B-79E5-BFBD-60E5-22B7D916F97A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62" creationId="{02527B40-80B4-FF18-0EC9-6F57369D673B}"/>
          </ac:spMkLst>
        </pc:spChg>
        <pc:spChg chg="add del mod ord">
          <ac:chgData name="Ahmad, Nadia Genebra" userId="2eef2cf0-e606-4076-8505-6d6658fa1c4a" providerId="ADAL" clId="{25500C8D-D01B-4065-8D5C-E8E2B80B099E}" dt="2024-10-04T09:46:56.679" v="3417" actId="11529"/>
          <ac:spMkLst>
            <pc:docMk/>
            <pc:sldMk cId="796798232" sldId="2096"/>
            <ac:spMk id="62" creationId="{FB5A0F05-0A97-9349-C858-C4EC4ED7550F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63" creationId="{87944DD5-B12F-BF89-C47F-AE29FB9808D6}"/>
          </ac:spMkLst>
        </pc:spChg>
        <pc:spChg chg="add del mod">
          <ac:chgData name="Ahmad, Nadia Genebra" userId="2eef2cf0-e606-4076-8505-6d6658fa1c4a" providerId="ADAL" clId="{25500C8D-D01B-4065-8D5C-E8E2B80B099E}" dt="2024-10-04T09:53:58.253" v="3752" actId="478"/>
          <ac:spMkLst>
            <pc:docMk/>
            <pc:sldMk cId="796798232" sldId="2096"/>
            <ac:spMk id="63" creationId="{90BD06E8-27F7-E16C-6E57-F097EAB05461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128" creationId="{AB2F59F7-743C-0A3F-B44A-9ECCAEB12F5B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129" creationId="{D2448218-FB5E-6C7F-8A19-9673BA1D499B}"/>
          </ac:spMkLst>
        </pc:spChg>
        <pc:spChg chg="add mod">
          <ac:chgData name="Ahmad, Nadia Genebra" userId="2eef2cf0-e606-4076-8505-6d6658fa1c4a" providerId="ADAL" clId="{25500C8D-D01B-4065-8D5C-E8E2B80B099E}" dt="2024-10-04T09:50:05.058" v="3533"/>
          <ac:spMkLst>
            <pc:docMk/>
            <pc:sldMk cId="796798232" sldId="2096"/>
            <ac:spMk id="129" creationId="{F7A19A21-88E1-2ED2-B15B-4EF55FD054CE}"/>
          </ac:spMkLst>
        </pc:spChg>
        <pc:spChg chg="add mod">
          <ac:chgData name="Ahmad, Nadia Genebra" userId="2eef2cf0-e606-4076-8505-6d6658fa1c4a" providerId="ADAL" clId="{25500C8D-D01B-4065-8D5C-E8E2B80B099E}" dt="2024-10-06T18:35:14.582" v="6900" actId="20577"/>
          <ac:spMkLst>
            <pc:docMk/>
            <pc:sldMk cId="796798232" sldId="2096"/>
            <ac:spMk id="130" creationId="{B6849D0D-89C0-2B10-E522-8DD2C398B015}"/>
          </ac:spMkLst>
        </pc:spChg>
        <pc:spChg chg="add del mod">
          <ac:chgData name="Ahmad, Nadia Genebra" userId="2eef2cf0-e606-4076-8505-6d6658fa1c4a" providerId="ADAL" clId="{25500C8D-D01B-4065-8D5C-E8E2B80B099E}" dt="2024-10-03T10:30:23.893" v="105" actId="478"/>
          <ac:spMkLst>
            <pc:docMk/>
            <pc:sldMk cId="796798232" sldId="2096"/>
            <ac:spMk id="130" creationId="{C518F6F0-CDD2-B10B-068B-F812FD3DD6DF}"/>
          </ac:spMkLst>
        </pc:spChg>
        <pc:spChg chg="add del mod">
          <ac:chgData name="Ahmad, Nadia Genebra" userId="2eef2cf0-e606-4076-8505-6d6658fa1c4a" providerId="ADAL" clId="{25500C8D-D01B-4065-8D5C-E8E2B80B099E}" dt="2024-10-03T10:30:23.893" v="105" actId="478"/>
          <ac:spMkLst>
            <pc:docMk/>
            <pc:sldMk cId="796798232" sldId="2096"/>
            <ac:spMk id="131" creationId="{2842EAC2-4EC5-25BB-1F4C-FB3F922B3A3B}"/>
          </ac:spMkLst>
        </pc:spChg>
        <pc:spChg chg="add mod">
          <ac:chgData name="Ahmad, Nadia Genebra" userId="2eef2cf0-e606-4076-8505-6d6658fa1c4a" providerId="ADAL" clId="{25500C8D-D01B-4065-8D5C-E8E2B80B099E}" dt="2024-10-06T18:35:17.519" v="6901" actId="20577"/>
          <ac:spMkLst>
            <pc:docMk/>
            <pc:sldMk cId="796798232" sldId="2096"/>
            <ac:spMk id="131" creationId="{30DAF19F-A1C0-2831-695E-7FF5B2E2B839}"/>
          </ac:spMkLst>
        </pc:spChg>
        <pc:spChg chg="add del mod">
          <ac:chgData name="Ahmad, Nadia Genebra" userId="2eef2cf0-e606-4076-8505-6d6658fa1c4a" providerId="ADAL" clId="{25500C8D-D01B-4065-8D5C-E8E2B80B099E}" dt="2024-10-03T10:30:23.893" v="105" actId="478"/>
          <ac:spMkLst>
            <pc:docMk/>
            <pc:sldMk cId="796798232" sldId="2096"/>
            <ac:spMk id="132" creationId="{A2552102-D333-E609-C125-320D65D3A4F6}"/>
          </ac:spMkLst>
        </pc:spChg>
        <pc:spChg chg="add mod">
          <ac:chgData name="Ahmad, Nadia Genebra" userId="2eef2cf0-e606-4076-8505-6d6658fa1c4a" providerId="ADAL" clId="{25500C8D-D01B-4065-8D5C-E8E2B80B099E}" dt="2024-10-06T18:35:19.811" v="6902" actId="20577"/>
          <ac:spMkLst>
            <pc:docMk/>
            <pc:sldMk cId="796798232" sldId="2096"/>
            <ac:spMk id="132" creationId="{EE4FA7C9-BC5D-827C-2AF7-F6C9066408F1}"/>
          </ac:spMkLst>
        </pc:spChg>
        <pc:spChg chg="add del mod">
          <ac:chgData name="Ahmad, Nadia Genebra" userId="2eef2cf0-e606-4076-8505-6d6658fa1c4a" providerId="ADAL" clId="{25500C8D-D01B-4065-8D5C-E8E2B80B099E}" dt="2024-10-03T10:39:24.267" v="329" actId="478"/>
          <ac:spMkLst>
            <pc:docMk/>
            <pc:sldMk cId="796798232" sldId="2096"/>
            <ac:spMk id="133" creationId="{A5F94BB5-1DAF-40AB-4039-B29F78A570B8}"/>
          </ac:spMkLst>
        </pc:spChg>
        <pc:spChg chg="add mod">
          <ac:chgData name="Ahmad, Nadia Genebra" userId="2eef2cf0-e606-4076-8505-6d6658fa1c4a" providerId="ADAL" clId="{25500C8D-D01B-4065-8D5C-E8E2B80B099E}" dt="2024-10-06T18:35:22.690" v="6903" actId="20577"/>
          <ac:spMkLst>
            <pc:docMk/>
            <pc:sldMk cId="796798232" sldId="2096"/>
            <ac:spMk id="133" creationId="{F8680582-C7E9-EC7B-C54A-8F89F9EA63E4}"/>
          </ac:spMkLst>
        </pc:spChg>
        <pc:spChg chg="add mod">
          <ac:chgData name="Ahmad, Nadia Genebra" userId="2eef2cf0-e606-4076-8505-6d6658fa1c4a" providerId="ADAL" clId="{25500C8D-D01B-4065-8D5C-E8E2B80B099E}" dt="2024-10-06T18:35:25.800" v="6904" actId="20577"/>
          <ac:spMkLst>
            <pc:docMk/>
            <pc:sldMk cId="796798232" sldId="2096"/>
            <ac:spMk id="134" creationId="{D5FFFB3F-921D-E4E2-86C9-9253081CDEC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35" creationId="{34F53B8A-5428-B7CB-A700-EA7A09772950}"/>
          </ac:spMkLst>
        </pc:spChg>
        <pc:spChg chg="add mod">
          <ac:chgData name="Ahmad, Nadia Genebra" userId="2eef2cf0-e606-4076-8505-6d6658fa1c4a" providerId="ADAL" clId="{25500C8D-D01B-4065-8D5C-E8E2B80B099E}" dt="2024-10-06T18:35:28.345" v="6905" actId="20577"/>
          <ac:spMkLst>
            <pc:docMk/>
            <pc:sldMk cId="796798232" sldId="2096"/>
            <ac:spMk id="135" creationId="{7943D86A-B04A-D8F8-97F4-44070F758A36}"/>
          </ac:spMkLst>
        </pc:spChg>
        <pc:spChg chg="add mod">
          <ac:chgData name="Ahmad, Nadia Genebra" userId="2eef2cf0-e606-4076-8505-6d6658fa1c4a" providerId="ADAL" clId="{25500C8D-D01B-4065-8D5C-E8E2B80B099E}" dt="2024-10-04T10:22:14.567" v="4555" actId="14100"/>
          <ac:spMkLst>
            <pc:docMk/>
            <pc:sldMk cId="796798232" sldId="2096"/>
            <ac:spMk id="136" creationId="{ACFC8928-7DF6-7BC0-8112-802878EFCB69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36" creationId="{D5D721D7-A5C6-E9A5-422F-DD25B8F6BE42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37" creationId="{87301889-87CD-ABD9-A53B-4365CE303EE0}"/>
          </ac:spMkLst>
        </pc:spChg>
        <pc:spChg chg="add mod">
          <ac:chgData name="Ahmad, Nadia Genebra" userId="2eef2cf0-e606-4076-8505-6d6658fa1c4a" providerId="ADAL" clId="{25500C8D-D01B-4065-8D5C-E8E2B80B099E}" dt="2024-10-04T10:23:42.737" v="4616" actId="1037"/>
          <ac:spMkLst>
            <pc:docMk/>
            <pc:sldMk cId="796798232" sldId="2096"/>
            <ac:spMk id="137" creationId="{E62A5D50-4A5C-BC99-5DD4-B57C6104ADDC}"/>
          </ac:spMkLst>
        </pc:spChg>
        <pc:spChg chg="add del mod">
          <ac:chgData name="Ahmad, Nadia Genebra" userId="2eef2cf0-e606-4076-8505-6d6658fa1c4a" providerId="ADAL" clId="{25500C8D-D01B-4065-8D5C-E8E2B80B099E}" dt="2024-10-03T10:39:24.267" v="329" actId="478"/>
          <ac:spMkLst>
            <pc:docMk/>
            <pc:sldMk cId="796798232" sldId="2096"/>
            <ac:spMk id="138" creationId="{14589CB6-CBDE-76AD-182F-29806BBD7F71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40" creationId="{088348A5-A915-7904-DFAF-AB04F70BDB6A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41" creationId="{D658DD58-3A15-43D2-054C-75440A20DA88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42" creationId="{D136B113-7BF7-F8E3-CACB-424E788C91D9}"/>
          </ac:spMkLst>
        </pc:spChg>
        <pc:spChg chg="add del mod">
          <ac:chgData name="Ahmad, Nadia Genebra" userId="2eef2cf0-e606-4076-8505-6d6658fa1c4a" providerId="ADAL" clId="{25500C8D-D01B-4065-8D5C-E8E2B80B099E}" dt="2024-10-03T10:39:24.267" v="329" actId="478"/>
          <ac:spMkLst>
            <pc:docMk/>
            <pc:sldMk cId="796798232" sldId="2096"/>
            <ac:spMk id="143" creationId="{03AEC911-4ADD-2B3E-B40A-DFE9D09F9C9D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144" creationId="{16ED19AF-7D5E-F091-484B-56F9C8E135C7}"/>
          </ac:spMkLst>
        </pc:spChg>
        <pc:spChg chg="add mod">
          <ac:chgData name="Ahmad, Nadia Genebra" userId="2eef2cf0-e606-4076-8505-6d6658fa1c4a" providerId="ADAL" clId="{25500C8D-D01B-4065-8D5C-E8E2B80B099E}" dt="2024-10-04T09:54:54.674" v="3821" actId="1076"/>
          <ac:spMkLst>
            <pc:docMk/>
            <pc:sldMk cId="796798232" sldId="2096"/>
            <ac:spMk id="146" creationId="{004850AB-E134-3798-23BC-5F61E9E5ECAB}"/>
          </ac:spMkLst>
        </pc:spChg>
        <pc:spChg chg="mod">
          <ac:chgData name="Ahmad, Nadia Genebra" userId="2eef2cf0-e606-4076-8505-6d6658fa1c4a" providerId="ADAL" clId="{25500C8D-D01B-4065-8D5C-E8E2B80B099E}" dt="2024-10-04T10:18:51.322" v="4387" actId="207"/>
          <ac:spMkLst>
            <pc:docMk/>
            <pc:sldMk cId="796798232" sldId="2096"/>
            <ac:spMk id="152" creationId="{5F18AD99-EE83-F4D9-9C87-878DAFB88D07}"/>
          </ac:spMkLst>
        </pc:spChg>
        <pc:spChg chg="mod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154" creationId="{718D97A4-AFCF-0BBC-E89C-6475CD8D9C2B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55" creationId="{EFD782DF-FF51-6B23-60E3-FD8ED8D1B139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56" creationId="{DD0D92A8-594C-BDFB-C02D-13A6B7C0586C}"/>
          </ac:spMkLst>
        </pc:spChg>
        <pc:spChg chg="mod">
          <ac:chgData name="Ahmad, Nadia Genebra" userId="2eef2cf0-e606-4076-8505-6d6658fa1c4a" providerId="ADAL" clId="{25500C8D-D01B-4065-8D5C-E8E2B80B099E}" dt="2024-10-04T10:19:42.356" v="4445" actId="20577"/>
          <ac:spMkLst>
            <pc:docMk/>
            <pc:sldMk cId="796798232" sldId="2096"/>
            <ac:spMk id="156" creationId="{DEB35369-5E05-D1C8-7F6F-8F8A14E64557}"/>
          </ac:spMkLst>
        </pc:spChg>
        <pc:spChg chg="mod">
          <ac:chgData name="Ahmad, Nadia Genebra" userId="2eef2cf0-e606-4076-8505-6d6658fa1c4a" providerId="ADAL" clId="{25500C8D-D01B-4065-8D5C-E8E2B80B099E}" dt="2024-10-04T10:19:35.830" v="4434" actId="20577"/>
          <ac:spMkLst>
            <pc:docMk/>
            <pc:sldMk cId="796798232" sldId="2096"/>
            <ac:spMk id="157" creationId="{9726D3FA-A6DD-E497-D1DE-446B0FEA148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57" creationId="{EE193E76-E264-318E-A6C8-AF616B1078CC}"/>
          </ac:spMkLst>
        </pc:spChg>
        <pc:spChg chg="add del mod">
          <ac:chgData name="Ahmad, Nadia Genebra" userId="2eef2cf0-e606-4076-8505-6d6658fa1c4a" providerId="ADAL" clId="{25500C8D-D01B-4065-8D5C-E8E2B80B099E}" dt="2024-10-03T10:39:33.257" v="335" actId="478"/>
          <ac:spMkLst>
            <pc:docMk/>
            <pc:sldMk cId="796798232" sldId="2096"/>
            <ac:spMk id="158" creationId="{655CB2EC-4806-C3A8-5CD8-F4C76D31322A}"/>
          </ac:spMkLst>
        </pc:spChg>
        <pc:spChg chg="del mod">
          <ac:chgData name="Ahmad, Nadia Genebra" userId="2eef2cf0-e606-4076-8505-6d6658fa1c4a" providerId="ADAL" clId="{25500C8D-D01B-4065-8D5C-E8E2B80B099E}" dt="2024-10-04T10:14:34.248" v="4183" actId="478"/>
          <ac:spMkLst>
            <pc:docMk/>
            <pc:sldMk cId="796798232" sldId="2096"/>
            <ac:spMk id="158" creationId="{DCB440C1-2EA1-852D-D183-2B59A734E8A9}"/>
          </ac:spMkLst>
        </pc:spChg>
        <pc:spChg chg="del mod">
          <ac:chgData name="Ahmad, Nadia Genebra" userId="2eef2cf0-e606-4076-8505-6d6658fa1c4a" providerId="ADAL" clId="{25500C8D-D01B-4065-8D5C-E8E2B80B099E}" dt="2024-10-04T10:14:35.853" v="4184" actId="478"/>
          <ac:spMkLst>
            <pc:docMk/>
            <pc:sldMk cId="796798232" sldId="2096"/>
            <ac:spMk id="159" creationId="{4FD993A3-C508-0698-DA97-D488608FCB48}"/>
          </ac:spMkLst>
        </pc:spChg>
        <pc:spChg chg="add del mod">
          <ac:chgData name="Ahmad, Nadia Genebra" userId="2eef2cf0-e606-4076-8505-6d6658fa1c4a" providerId="ADAL" clId="{25500C8D-D01B-4065-8D5C-E8E2B80B099E}" dt="2024-10-03T10:39:38.573" v="338" actId="478"/>
          <ac:spMkLst>
            <pc:docMk/>
            <pc:sldMk cId="796798232" sldId="2096"/>
            <ac:spMk id="160" creationId="{5D4FB2E9-DA9E-A21A-C0B3-DBB0831B1C0B}"/>
          </ac:spMkLst>
        </pc:spChg>
        <pc:spChg chg="add del mod">
          <ac:chgData name="Ahmad, Nadia Genebra" userId="2eef2cf0-e606-4076-8505-6d6658fa1c4a" providerId="ADAL" clId="{25500C8D-D01B-4065-8D5C-E8E2B80B099E}" dt="2024-10-03T10:39:37.908" v="337" actId="478"/>
          <ac:spMkLst>
            <pc:docMk/>
            <pc:sldMk cId="796798232" sldId="2096"/>
            <ac:spMk id="161" creationId="{DAFAA919-A19E-B8D2-C821-FCA1ECD1083D}"/>
          </ac:spMkLst>
        </pc:spChg>
        <pc:spChg chg="add mod">
          <ac:chgData name="Ahmad, Nadia Genebra" userId="2eef2cf0-e606-4076-8505-6d6658fa1c4a" providerId="ADAL" clId="{25500C8D-D01B-4065-8D5C-E8E2B80B099E}" dt="2024-10-04T10:17:41.486" v="4316" actId="1076"/>
          <ac:spMkLst>
            <pc:docMk/>
            <pc:sldMk cId="796798232" sldId="2096"/>
            <ac:spMk id="163" creationId="{09CEC8B7-2A41-1D5F-AB35-4EEB334B120A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63" creationId="{669BDD18-CFD3-630B-9424-BDC7A6C56DC8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64" creationId="{C4D712B8-BF79-5A6E-414F-7CE04D9A1069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65" creationId="{3AD52F99-F477-8E9E-00FD-F4B9A3B79C17}"/>
          </ac:spMkLst>
        </pc:spChg>
        <pc:spChg chg="mod">
          <ac:chgData name="Ahmad, Nadia Genebra" userId="2eef2cf0-e606-4076-8505-6d6658fa1c4a" providerId="ADAL" clId="{25500C8D-D01B-4065-8D5C-E8E2B80B099E}" dt="2024-10-04T10:18:32.862" v="4385" actId="20577"/>
          <ac:spMkLst>
            <pc:docMk/>
            <pc:sldMk cId="796798232" sldId="2096"/>
            <ac:spMk id="165" creationId="{F7A65983-EC84-3870-E8AC-31F51DB3C54A}"/>
          </ac:spMkLst>
        </pc:spChg>
        <pc:spChg chg="add del mod">
          <ac:chgData name="Ahmad, Nadia Genebra" userId="2eef2cf0-e606-4076-8505-6d6658fa1c4a" providerId="ADAL" clId="{25500C8D-D01B-4065-8D5C-E8E2B80B099E}" dt="2024-10-03T10:39:36.079" v="336" actId="478"/>
          <ac:spMkLst>
            <pc:docMk/>
            <pc:sldMk cId="796798232" sldId="2096"/>
            <ac:spMk id="166" creationId="{29E643CE-2733-9D73-704F-5E89F2D506EB}"/>
          </ac:spMkLst>
        </pc:spChg>
        <pc:spChg chg="mod">
          <ac:chgData name="Ahmad, Nadia Genebra" userId="2eef2cf0-e606-4076-8505-6d6658fa1c4a" providerId="ADAL" clId="{25500C8D-D01B-4065-8D5C-E8E2B80B099E}" dt="2024-10-04T10:20:10.064" v="4457" actId="14100"/>
          <ac:spMkLst>
            <pc:docMk/>
            <pc:sldMk cId="796798232" sldId="2096"/>
            <ac:spMk id="167" creationId="{84C7B037-914F-6C9C-E0F9-3796778FEFE9}"/>
          </ac:spMkLst>
        </pc:spChg>
        <pc:spChg chg="mod">
          <ac:chgData name="Ahmad, Nadia Genebra" userId="2eef2cf0-e606-4076-8505-6d6658fa1c4a" providerId="ADAL" clId="{25500C8D-D01B-4065-8D5C-E8E2B80B099E}" dt="2024-10-04T10:20:03.355" v="4455" actId="20577"/>
          <ac:spMkLst>
            <pc:docMk/>
            <pc:sldMk cId="796798232" sldId="2096"/>
            <ac:spMk id="169" creationId="{8D49D65E-125B-B479-EC39-F2C87429066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69" creationId="{B01607E3-2367-EF9D-2989-07E974B1BED0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0" creationId="{79FF8DDE-241F-5259-7C57-56DE71AE79D3}"/>
          </ac:spMkLst>
        </pc:spChg>
        <pc:spChg chg="del mod">
          <ac:chgData name="Ahmad, Nadia Genebra" userId="2eef2cf0-e606-4076-8505-6d6658fa1c4a" providerId="ADAL" clId="{25500C8D-D01B-4065-8D5C-E8E2B80B099E}" dt="2024-10-04T10:20:05.517" v="4456" actId="478"/>
          <ac:spMkLst>
            <pc:docMk/>
            <pc:sldMk cId="796798232" sldId="2096"/>
            <ac:spMk id="170" creationId="{EC18BCB7-1D2C-8968-74AE-F82A0EAABE3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1" creationId="{EAACD587-23BD-E439-D3A5-111E0739F74F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2" creationId="{199724C9-2A02-DA9A-4EDD-A5BB7DE6DA38}"/>
          </ac:spMkLst>
        </pc:spChg>
        <pc:spChg chg="add mod ord">
          <ac:chgData name="Ahmad, Nadia Genebra" userId="2eef2cf0-e606-4076-8505-6d6658fa1c4a" providerId="ADAL" clId="{25500C8D-D01B-4065-8D5C-E8E2B80B099E}" dt="2024-10-04T10:22:11.073" v="4554" actId="166"/>
          <ac:spMkLst>
            <pc:docMk/>
            <pc:sldMk cId="796798232" sldId="2096"/>
            <ac:spMk id="174" creationId="{471C3D55-74C3-1FC2-B93E-063D7B5600EF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5" creationId="{EF40D284-5CD5-7EE7-E1A1-895BB3D644A3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6" creationId="{F234C19B-7B7F-5048-84B9-2589597A002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7" creationId="{0E27BFE2-782C-A569-C01B-A347BDED7F98}"/>
          </ac:spMkLst>
        </pc:spChg>
        <pc:spChg chg="add mod">
          <ac:chgData name="Ahmad, Nadia Genebra" userId="2eef2cf0-e606-4076-8505-6d6658fa1c4a" providerId="ADAL" clId="{25500C8D-D01B-4065-8D5C-E8E2B80B099E}" dt="2024-10-04T10:23:12.548" v="4596" actId="14100"/>
          <ac:spMkLst>
            <pc:docMk/>
            <pc:sldMk cId="796798232" sldId="2096"/>
            <ac:spMk id="177" creationId="{BBDF64A5-C46B-F3E5-AEE5-79D25C848D71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78" creationId="{EC6A0C93-548B-27BE-D546-C130974E749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83" creationId="{046C730C-B44E-E918-E3AD-AD9551328975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84" creationId="{058A7C16-83FC-76C3-3FD0-8E2C50E93935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85" creationId="{8A6CF2DC-E3A9-004F-A60F-93916BDE6816}"/>
          </ac:spMkLst>
        </pc:spChg>
        <pc:spChg chg="add del mod">
          <ac:chgData name="Ahmad, Nadia Genebra" userId="2eef2cf0-e606-4076-8505-6d6658fa1c4a" providerId="ADAL" clId="{25500C8D-D01B-4065-8D5C-E8E2B80B099E}" dt="2024-10-03T10:39:36.079" v="336" actId="478"/>
          <ac:spMkLst>
            <pc:docMk/>
            <pc:sldMk cId="796798232" sldId="2096"/>
            <ac:spMk id="186" creationId="{BBFC6C23-41C2-DD9C-04AC-A7B552E01074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92" creationId="{DF456BB6-D16D-7707-931C-BC052E49E340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193" creationId="{27422806-9A96-6072-A207-7C0C60349A79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195" creationId="{F0E6E144-E1AF-5F2A-103E-D6BFC1280B55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196" creationId="{8034BB6A-8ECF-0674-4652-5F8B2F09528E}"/>
          </ac:spMkLst>
        </pc:spChg>
        <pc:spChg chg="add del mod">
          <ac:chgData name="Ahmad, Nadia Genebra" userId="2eef2cf0-e606-4076-8505-6d6658fa1c4a" providerId="ADAL" clId="{25500C8D-D01B-4065-8D5C-E8E2B80B099E}" dt="2024-10-03T10:39:14.406" v="327" actId="478"/>
          <ac:spMkLst>
            <pc:docMk/>
            <pc:sldMk cId="796798232" sldId="2096"/>
            <ac:spMk id="200" creationId="{12C031A0-EAD6-18C3-1A27-C7DBD1892D6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03" creationId="{5CEBDEB4-A9EE-0BA4-6226-E8A5F4F67106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05" creationId="{42FE20DA-42E5-F681-5B74-9329325BB07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06" creationId="{051636C1-B341-10FA-C464-ECEBC3415E4C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207" creationId="{8FB88803-E636-06E5-493A-6BE661C545F3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10" creationId="{35A46684-98A6-54B0-591B-BC0336131A7B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11" creationId="{A737A97D-2B5B-EDBF-77E6-8BA8393D5FCE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12" creationId="{F4012D5D-EE13-0AFF-12AB-1B306FB2718A}"/>
          </ac:spMkLst>
        </pc:spChg>
        <pc:spChg chg="add del mod">
          <ac:chgData name="Ahmad, Nadia Genebra" userId="2eef2cf0-e606-4076-8505-6d6658fa1c4a" providerId="ADAL" clId="{25500C8D-D01B-4065-8D5C-E8E2B80B099E}" dt="2024-10-03T10:39:33.257" v="335" actId="478"/>
          <ac:spMkLst>
            <pc:docMk/>
            <pc:sldMk cId="796798232" sldId="2096"/>
            <ac:spMk id="213" creationId="{AD6988E8-D7B8-DF34-71A9-C43879FCE71D}"/>
          </ac:spMkLst>
        </pc:spChg>
        <pc:spChg chg="add mod">
          <ac:chgData name="Ahmad, Nadia Genebra" userId="2eef2cf0-e606-4076-8505-6d6658fa1c4a" providerId="ADAL" clId="{25500C8D-D01B-4065-8D5C-E8E2B80B099E}" dt="2024-10-04T10:36:01.596" v="4960"/>
          <ac:spMkLst>
            <pc:docMk/>
            <pc:sldMk cId="796798232" sldId="2096"/>
            <ac:spMk id="214" creationId="{5BD64B2B-25E4-FFC8-2625-699AE54BDB6C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216" creationId="{E134BD72-9EE9-EDEE-DA15-72D301BDAA23}"/>
          </ac:spMkLst>
        </pc:spChg>
        <pc:spChg chg="add del mod">
          <ac:chgData name="Ahmad, Nadia Genebra" userId="2eef2cf0-e606-4076-8505-6d6658fa1c4a" providerId="ADAL" clId="{25500C8D-D01B-4065-8D5C-E8E2B80B099E}" dt="2024-10-03T10:39:26.573" v="330" actId="478"/>
          <ac:spMkLst>
            <pc:docMk/>
            <pc:sldMk cId="796798232" sldId="2096"/>
            <ac:spMk id="217" creationId="{A11DA55E-AFAC-9231-E2FF-536A86075AC1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20" creationId="{708103CD-5044-C9BB-16BF-1433F925B1EC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21" creationId="{D16A7D25-6803-5F16-5480-29B62535211A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22" creationId="{6A3CF5DF-A48A-C10D-DB87-64D327415DA8}"/>
          </ac:spMkLst>
        </pc:spChg>
        <pc:spChg chg="mod">
          <ac:chgData name="Ahmad, Nadia Genebra" userId="2eef2cf0-e606-4076-8505-6d6658fa1c4a" providerId="ADAL" clId="{25500C8D-D01B-4065-8D5C-E8E2B80B099E}" dt="2024-10-03T10:29:48.849" v="104"/>
          <ac:spMkLst>
            <pc:docMk/>
            <pc:sldMk cId="796798232" sldId="2096"/>
            <ac:spMk id="223" creationId="{6A481AED-874B-DEFB-DE20-6AC781C3CE0F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26" creationId="{98810DCC-5A39-B70A-7DD1-824E4A86DB6F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27" creationId="{C500B581-B9D0-A4B5-81DD-030E9F67B41A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28" creationId="{E1FD11E1-9219-75FF-DE8F-2A41A0C48A8B}"/>
          </ac:spMkLst>
        </pc:spChg>
        <pc:spChg chg="add 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29" creationId="{A225A302-3140-C800-AAF5-5EB932A9F2F6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2" creationId="{5F2BAAD9-E910-F63F-3FE6-7FF026F34346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3" creationId="{DD101F14-2197-D1FF-1FC4-4EEF26B17C9D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4" creationId="{C7CC5424-2D55-C8DC-D1EB-7D4924F951C0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5" creationId="{0F4A9B74-0CF2-4624-3D5C-5CFDE71CFB6E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7" creationId="{536F18C3-D276-F26A-AAC5-9898BA59701B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8" creationId="{9CE53417-1CB1-F61F-804F-1E421FECBD02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39" creationId="{7D246694-8B92-7D77-FEFF-E60DF2E6BFDE}"/>
          </ac:spMkLst>
        </pc:spChg>
        <pc:spChg chg="add 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40" creationId="{43FE4371-A9E7-9117-B156-C1FB48341463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46" creationId="{8BD14A76-1795-14D4-9AC7-CFA2C7ED2CE8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47" creationId="{39EDC135-DA03-77AE-004A-4EF1D734666B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48" creationId="{62AD0B57-F27E-C331-0229-16C94D74579B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49" creationId="{085DD7B5-A705-D269-2A4E-6614E7321C9D}"/>
          </ac:spMkLst>
        </pc:spChg>
        <pc:spChg chg="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54" creationId="{EDD0699B-AFDD-8B70-32D1-551B4097EE25}"/>
          </ac:spMkLst>
        </pc:spChg>
        <pc:spChg chg="mod">
          <ac:chgData name="Ahmad, Nadia Genebra" userId="2eef2cf0-e606-4076-8505-6d6658fa1c4a" providerId="ADAL" clId="{25500C8D-D01B-4065-8D5C-E8E2B80B099E}" dt="2024-10-03T10:33:48.334" v="235" actId="165"/>
          <ac:spMkLst>
            <pc:docMk/>
            <pc:sldMk cId="796798232" sldId="2096"/>
            <ac:spMk id="255" creationId="{748728A0-3AE1-D39A-2310-4DE67436DE05}"/>
          </ac:spMkLst>
        </pc:spChg>
        <pc:spChg chg="mod">
          <ac:chgData name="Ahmad, Nadia Genebra" userId="2eef2cf0-e606-4076-8505-6d6658fa1c4a" providerId="ADAL" clId="{25500C8D-D01B-4065-8D5C-E8E2B80B099E}" dt="2024-10-03T10:33:48.334" v="235" actId="165"/>
          <ac:spMkLst>
            <pc:docMk/>
            <pc:sldMk cId="796798232" sldId="2096"/>
            <ac:spMk id="256" creationId="{44444B9B-05FE-5F21-2C4A-44B60CADEACB}"/>
          </ac:spMkLst>
        </pc:spChg>
        <pc:spChg chg="mod">
          <ac:chgData name="Ahmad, Nadia Genebra" userId="2eef2cf0-e606-4076-8505-6d6658fa1c4a" providerId="ADAL" clId="{25500C8D-D01B-4065-8D5C-E8E2B80B099E}" dt="2024-10-03T10:33:48.334" v="235" actId="165"/>
          <ac:spMkLst>
            <pc:docMk/>
            <pc:sldMk cId="796798232" sldId="2096"/>
            <ac:spMk id="257" creationId="{4583D70B-1773-1A52-7C8E-BB4E386632CC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60" creationId="{D2637889-A0D2-805E-7CF0-E5EF8B7AC3F4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61" creationId="{7E8B1C0B-DE27-2561-CE10-D65AA0B16C2E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62" creationId="{0914DF09-6FB5-EECC-0B96-00E0CC8D623B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86" creationId="{34DF6D89-1274-A47E-0588-B12BF7507BE4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87" creationId="{A0AF819E-2E13-732D-8E61-0F748ADF9F2C}"/>
          </ac:spMkLst>
        </pc:spChg>
        <pc:spChg chg="mod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88" creationId="{601A28AB-86AD-E397-3D99-401E78A5C9A9}"/>
          </ac:spMkLst>
        </pc:spChg>
        <pc:spChg chg="add mod topLvl">
          <ac:chgData name="Ahmad, Nadia Genebra" userId="2eef2cf0-e606-4076-8505-6d6658fa1c4a" providerId="ADAL" clId="{25500C8D-D01B-4065-8D5C-E8E2B80B099E}" dt="2024-10-04T10:47:42.306" v="5398" actId="165"/>
          <ac:spMkLst>
            <pc:docMk/>
            <pc:sldMk cId="796798232" sldId="2096"/>
            <ac:spMk id="289" creationId="{AD9AF0A8-C146-7689-5CEC-9285F107F2E2}"/>
          </ac:spMkLst>
        </pc:spChg>
        <pc:spChg chg="mod">
          <ac:chgData name="Ahmad, Nadia Genebra" userId="2eef2cf0-e606-4076-8505-6d6658fa1c4a" providerId="ADAL" clId="{25500C8D-D01B-4065-8D5C-E8E2B80B099E}" dt="2024-10-04T08:11:17.235" v="2814" actId="165"/>
          <ac:spMkLst>
            <pc:docMk/>
            <pc:sldMk cId="796798232" sldId="2096"/>
            <ac:spMk id="300" creationId="{B4FB5936-57AB-969D-00B6-84F72500D84B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02" creationId="{6BD40682-0DFC-6C17-3EE6-E6DF6A178DA2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03" creationId="{EBCA54F0-612E-FECE-4CFF-FEB01FB871B0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04" creationId="{8F829791-8215-B154-6D95-BBB6C8B71E20}"/>
          </ac:spMkLst>
        </pc:spChg>
        <pc:spChg chg="mod">
          <ac:chgData name="Ahmad, Nadia Genebra" userId="2eef2cf0-e606-4076-8505-6d6658fa1c4a" providerId="ADAL" clId="{25500C8D-D01B-4065-8D5C-E8E2B80B099E}" dt="2024-10-04T08:11:17.235" v="2814" actId="165"/>
          <ac:spMkLst>
            <pc:docMk/>
            <pc:sldMk cId="796798232" sldId="2096"/>
            <ac:spMk id="306" creationId="{62AE3B12-8371-4D1A-885A-BA2DA9B25CA5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08" creationId="{EB1E8CCE-8FBA-1E3A-6FC5-601996A5A2D0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09" creationId="{966A8098-B935-2CAC-D5C2-DED3AB428563}"/>
          </ac:spMkLst>
        </pc:spChg>
        <pc:spChg chg="mod">
          <ac:chgData name="Ahmad, Nadia Genebra" userId="2eef2cf0-e606-4076-8505-6d6658fa1c4a" providerId="ADAL" clId="{25500C8D-D01B-4065-8D5C-E8E2B80B099E}" dt="2024-10-04T08:14:42.856" v="2870" actId="207"/>
          <ac:spMkLst>
            <pc:docMk/>
            <pc:sldMk cId="796798232" sldId="2096"/>
            <ac:spMk id="310" creationId="{56EA836B-E1CB-CCB9-2282-A33F31B8A151}"/>
          </ac:spMkLst>
        </pc:spChg>
        <pc:spChg chg="add mod topLvl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311" creationId="{12D2AF85-02ED-306F-75CE-FBFB8B887F9E}"/>
          </ac:spMkLst>
        </pc:spChg>
        <pc:spChg chg="add mod topLvl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312" creationId="{77978347-1A49-FD27-3FEB-5C7D84833403}"/>
          </ac:spMkLst>
        </pc:spChg>
        <pc:spChg chg="add mod topLvl">
          <ac:chgData name="Ahmad, Nadia Genebra" userId="2eef2cf0-e606-4076-8505-6d6658fa1c4a" providerId="ADAL" clId="{25500C8D-D01B-4065-8D5C-E8E2B80B099E}" dt="2024-10-04T10:18:48.920" v="4386" actId="207"/>
          <ac:spMkLst>
            <pc:docMk/>
            <pc:sldMk cId="796798232" sldId="2096"/>
            <ac:spMk id="313" creationId="{B43F25CC-0BD2-C3EA-41F7-97CA32304968}"/>
          </ac:spMkLst>
        </pc:spChg>
        <pc:spChg chg="add del mod topLvl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314" creationId="{F4283A6E-0E3C-DB11-3507-BD35873F7802}"/>
          </ac:spMkLst>
        </pc:spChg>
        <pc:spChg chg="add del mod topLvl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315" creationId="{417A27BF-270C-249F-E1FD-20D1BF2CED75}"/>
          </ac:spMkLst>
        </pc:spChg>
        <pc:spChg chg="add del mod topLvl">
          <ac:chgData name="Ahmad, Nadia Genebra" userId="2eef2cf0-e606-4076-8505-6d6658fa1c4a" providerId="ADAL" clId="{25500C8D-D01B-4065-8D5C-E8E2B80B099E}" dt="2024-10-04T10:17:44.859" v="4317" actId="165"/>
          <ac:spMkLst>
            <pc:docMk/>
            <pc:sldMk cId="796798232" sldId="2096"/>
            <ac:spMk id="316" creationId="{87895D1C-9B75-EC0D-2D1B-03BA96DFE675}"/>
          </ac:spMkLst>
        </pc:spChg>
        <pc:spChg chg="add del mod topLvl">
          <ac:chgData name="Ahmad, Nadia Genebra" userId="2eef2cf0-e606-4076-8505-6d6658fa1c4a" providerId="ADAL" clId="{25500C8D-D01B-4065-8D5C-E8E2B80B099E}" dt="2024-10-04T10:11:50.385" v="4141" actId="478"/>
          <ac:spMkLst>
            <pc:docMk/>
            <pc:sldMk cId="796798232" sldId="2096"/>
            <ac:spMk id="317" creationId="{67A49CD9-688C-9D40-99B5-06F901C401F2}"/>
          </ac:spMkLst>
        </pc:spChg>
        <pc:spChg chg="add del mod topLvl">
          <ac:chgData name="Ahmad, Nadia Genebra" userId="2eef2cf0-e606-4076-8505-6d6658fa1c4a" providerId="ADAL" clId="{25500C8D-D01B-4065-8D5C-E8E2B80B099E}" dt="2024-10-04T10:11:50.385" v="4141" actId="478"/>
          <ac:spMkLst>
            <pc:docMk/>
            <pc:sldMk cId="796798232" sldId="2096"/>
            <ac:spMk id="318" creationId="{83013ADD-1914-CFCE-E6C5-82E4015D263C}"/>
          </ac:spMkLst>
        </pc:spChg>
        <pc:spChg chg="add mod topLvl">
          <ac:chgData name="Ahmad, Nadia Genebra" userId="2eef2cf0-e606-4076-8505-6d6658fa1c4a" providerId="ADAL" clId="{25500C8D-D01B-4065-8D5C-E8E2B80B099E}" dt="2024-10-04T10:16:46.584" v="4288" actId="1038"/>
          <ac:spMkLst>
            <pc:docMk/>
            <pc:sldMk cId="796798232" sldId="2096"/>
            <ac:spMk id="320" creationId="{F025CB45-543A-9E8F-78BF-35E757407EFC}"/>
          </ac:spMkLst>
        </pc:spChg>
        <pc:spChg chg="add mod topLvl">
          <ac:chgData name="Ahmad, Nadia Genebra" userId="2eef2cf0-e606-4076-8505-6d6658fa1c4a" providerId="ADAL" clId="{25500C8D-D01B-4065-8D5C-E8E2B80B099E}" dt="2024-10-04T10:16:46.584" v="4288" actId="1038"/>
          <ac:spMkLst>
            <pc:docMk/>
            <pc:sldMk cId="796798232" sldId="2096"/>
            <ac:spMk id="323" creationId="{74579846-6476-0CCE-15F8-6E0CCD64ED6C}"/>
          </ac:spMkLst>
        </pc:spChg>
        <pc:grpChg chg="add del mod">
          <ac:chgData name="Ahmad, Nadia Genebra" userId="2eef2cf0-e606-4076-8505-6d6658fa1c4a" providerId="ADAL" clId="{25500C8D-D01B-4065-8D5C-E8E2B80B099E}" dt="2024-10-04T08:12:09.528" v="2822" actId="165"/>
          <ac:grpSpMkLst>
            <pc:docMk/>
            <pc:sldMk cId="796798232" sldId="2096"/>
            <ac:grpSpMk id="7" creationId="{5F28AC6E-1EC1-D174-971D-232E728D750E}"/>
          </ac:grpSpMkLst>
        </pc:grpChg>
        <pc:grpChg chg="mod topLvl">
          <ac:chgData name="Ahmad, Nadia Genebra" userId="2eef2cf0-e606-4076-8505-6d6658fa1c4a" providerId="ADAL" clId="{25500C8D-D01B-4065-8D5C-E8E2B80B099E}" dt="2024-10-04T09:52:52.494" v="3681" actId="164"/>
          <ac:grpSpMkLst>
            <pc:docMk/>
            <pc:sldMk cId="796798232" sldId="2096"/>
            <ac:grpSpMk id="8" creationId="{1E5669DC-2FD9-F643-1B11-91A9B7BFCE0E}"/>
          </ac:grpSpMkLst>
        </pc:grpChg>
        <pc:grpChg chg="del">
          <ac:chgData name="Ahmad, Nadia Genebra" userId="2eef2cf0-e606-4076-8505-6d6658fa1c4a" providerId="ADAL" clId="{25500C8D-D01B-4065-8D5C-E8E2B80B099E}" dt="2024-10-03T10:20:53.561" v="99" actId="478"/>
          <ac:grpSpMkLst>
            <pc:docMk/>
            <pc:sldMk cId="796798232" sldId="2096"/>
            <ac:grpSpMk id="8" creationId="{CF01BAD4-9E8B-417E-6798-E886E7784822}"/>
          </ac:grpSpMkLst>
        </pc:grpChg>
        <pc:grpChg chg="add del mod">
          <ac:chgData name="Ahmad, Nadia Genebra" userId="2eef2cf0-e606-4076-8505-6d6658fa1c4a" providerId="ADAL" clId="{25500C8D-D01B-4065-8D5C-E8E2B80B099E}" dt="2024-10-03T10:39:26.573" v="330" actId="478"/>
          <ac:grpSpMkLst>
            <pc:docMk/>
            <pc:sldMk cId="796798232" sldId="2096"/>
            <ac:grpSpMk id="9" creationId="{430A79F9-EDD4-4028-5556-F93DD1C65F7C}"/>
          </ac:grpSpMkLst>
        </pc:grpChg>
        <pc:grpChg chg="del mod topLvl">
          <ac:chgData name="Ahmad, Nadia Genebra" userId="2eef2cf0-e606-4076-8505-6d6658fa1c4a" providerId="ADAL" clId="{25500C8D-D01B-4065-8D5C-E8E2B80B099E}" dt="2024-10-04T08:12:18.026" v="2825" actId="478"/>
          <ac:grpSpMkLst>
            <pc:docMk/>
            <pc:sldMk cId="796798232" sldId="2096"/>
            <ac:grpSpMk id="9" creationId="{8679A41F-2431-E1C9-769D-03F12F5695B5}"/>
          </ac:grpSpMkLst>
        </pc:grpChg>
        <pc:grpChg chg="mod">
          <ac:chgData name="Ahmad, Nadia Genebra" userId="2eef2cf0-e606-4076-8505-6d6658fa1c4a" providerId="ADAL" clId="{25500C8D-D01B-4065-8D5C-E8E2B80B099E}" dt="2024-10-04T08:12:09.528" v="2822" actId="165"/>
          <ac:grpSpMkLst>
            <pc:docMk/>
            <pc:sldMk cId="796798232" sldId="2096"/>
            <ac:grpSpMk id="11" creationId="{4BA895DC-1221-F578-AB01-58CBA425E861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12" creationId="{8C9F466F-8460-450C-877E-8C7F03EA599F}"/>
          </ac:grpSpMkLst>
        </pc:grpChg>
        <pc:grpChg chg="add del mod">
          <ac:chgData name="Ahmad, Nadia Genebra" userId="2eef2cf0-e606-4076-8505-6d6658fa1c4a" providerId="ADAL" clId="{25500C8D-D01B-4065-8D5C-E8E2B80B099E}" dt="2024-10-03T10:39:26.573" v="330" actId="478"/>
          <ac:grpSpMkLst>
            <pc:docMk/>
            <pc:sldMk cId="796798232" sldId="2096"/>
            <ac:grpSpMk id="15" creationId="{1C28FEB1-EA4D-55C9-6CED-F86C765D44F8}"/>
          </ac:grpSpMkLst>
        </pc:grpChg>
        <pc:grpChg chg="mod">
          <ac:chgData name="Ahmad, Nadia Genebra" userId="2eef2cf0-e606-4076-8505-6d6658fa1c4a" providerId="ADAL" clId="{25500C8D-D01B-4065-8D5C-E8E2B80B099E}" dt="2024-10-04T09:29:39.379" v="3043" actId="165"/>
          <ac:grpSpMkLst>
            <pc:docMk/>
            <pc:sldMk cId="796798232" sldId="2096"/>
            <ac:grpSpMk id="16" creationId="{BF8CE823-33AC-E6F3-0AF3-6BBB26A85BCA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17" creationId="{B357C999-20D1-DA45-E6BF-D102D2669A12}"/>
          </ac:grpSpMkLst>
        </pc:grpChg>
        <pc:grpChg chg="add del mod">
          <ac:chgData name="Ahmad, Nadia Genebra" userId="2eef2cf0-e606-4076-8505-6d6658fa1c4a" providerId="ADAL" clId="{25500C8D-D01B-4065-8D5C-E8E2B80B099E}" dt="2024-10-03T10:40:25.283" v="399" actId="478"/>
          <ac:grpSpMkLst>
            <pc:docMk/>
            <pc:sldMk cId="796798232" sldId="2096"/>
            <ac:grpSpMk id="26" creationId="{8A0F3D62-86E5-649B-EBB5-E1C8D1BC747B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29" creationId="{5A1175DA-5273-5321-7359-63D38F12CFFD}"/>
          </ac:grpSpMkLst>
        </pc:grpChg>
        <pc:grpChg chg="add del mod">
          <ac:chgData name="Ahmad, Nadia Genebra" userId="2eef2cf0-e606-4076-8505-6d6658fa1c4a" providerId="ADAL" clId="{25500C8D-D01B-4065-8D5C-E8E2B80B099E}" dt="2024-10-04T09:29:39.379" v="3043" actId="165"/>
          <ac:grpSpMkLst>
            <pc:docMk/>
            <pc:sldMk cId="796798232" sldId="2096"/>
            <ac:grpSpMk id="43" creationId="{CB1ED7D6-59C6-0440-095D-39A683917B67}"/>
          </ac:grpSpMkLst>
        </pc:grpChg>
        <pc:grpChg chg="add mod topLvl">
          <ac:chgData name="Ahmad, Nadia Genebra" userId="2eef2cf0-e606-4076-8505-6d6658fa1c4a" providerId="ADAL" clId="{25500C8D-D01B-4065-8D5C-E8E2B80B099E}" dt="2024-10-04T10:16:35.134" v="4269" actId="164"/>
          <ac:grpSpMkLst>
            <pc:docMk/>
            <pc:sldMk cId="796798232" sldId="2096"/>
            <ac:grpSpMk id="53" creationId="{A0B1B492-0AFB-B60D-1453-4A742C95A4F6}"/>
          </ac:grpSpMkLst>
        </pc:grpChg>
        <pc:grpChg chg="add del mod">
          <ac:chgData name="Ahmad, Nadia Genebra" userId="2eef2cf0-e606-4076-8505-6d6658fa1c4a" providerId="ADAL" clId="{25500C8D-D01B-4065-8D5C-E8E2B80B099E}" dt="2024-10-03T10:39:36.079" v="336" actId="478"/>
          <ac:grpSpMkLst>
            <pc:docMk/>
            <pc:sldMk cId="796798232" sldId="2096"/>
            <ac:grpSpMk id="54" creationId="{27AD0EAD-3FAB-A1A4-2921-C7DB8E02536D}"/>
          </ac:grpSpMkLst>
        </pc:grpChg>
        <pc:grpChg chg="mod">
          <ac:chgData name="Ahmad, Nadia Genebra" userId="2eef2cf0-e606-4076-8505-6d6658fa1c4a" providerId="ADAL" clId="{25500C8D-D01B-4065-8D5C-E8E2B80B099E}" dt="2024-10-04T10:16:23.594" v="4260" actId="165"/>
          <ac:grpSpMkLst>
            <pc:docMk/>
            <pc:sldMk cId="796798232" sldId="2096"/>
            <ac:grpSpMk id="55" creationId="{35AC6037-DBF6-CDF0-50DF-8B4E8C56233A}"/>
          </ac:grpSpMkLst>
        </pc:grpChg>
        <pc:grpChg chg="add del mod topLvl">
          <ac:chgData name="Ahmad, Nadia Genebra" userId="2eef2cf0-e606-4076-8505-6d6658fa1c4a" providerId="ADAL" clId="{25500C8D-D01B-4065-8D5C-E8E2B80B099E}" dt="2024-10-04T10:15:22.630" v="4193" actId="165"/>
          <ac:grpSpMkLst>
            <pc:docMk/>
            <pc:sldMk cId="796798232" sldId="2096"/>
            <ac:grpSpMk id="59" creationId="{90C7D5AA-17F7-2765-91FB-BB99B4D8CCE3}"/>
          </ac:grpSpMkLst>
        </pc:grpChg>
        <pc:grpChg chg="add del mod">
          <ac:chgData name="Ahmad, Nadia Genebra" userId="2eef2cf0-e606-4076-8505-6d6658fa1c4a" providerId="ADAL" clId="{25500C8D-D01B-4065-8D5C-E8E2B80B099E}" dt="2024-10-04T10:15:18.005" v="4192" actId="165"/>
          <ac:grpSpMkLst>
            <pc:docMk/>
            <pc:sldMk cId="796798232" sldId="2096"/>
            <ac:grpSpMk id="60" creationId="{77C90E98-A745-5B69-7BD2-A06123860B06}"/>
          </ac:grpSpMkLst>
        </pc:grpChg>
        <pc:grpChg chg="add mod">
          <ac:chgData name="Ahmad, Nadia Genebra" userId="2eef2cf0-e606-4076-8505-6d6658fa1c4a" providerId="ADAL" clId="{25500C8D-D01B-4065-8D5C-E8E2B80B099E}" dt="2024-10-04T09:50:07.695" v="3534" actId="164"/>
          <ac:grpSpMkLst>
            <pc:docMk/>
            <pc:sldMk cId="796798232" sldId="2096"/>
            <ac:grpSpMk id="128" creationId="{7A481953-BA89-4BD1-7822-84502740CC5A}"/>
          </ac:grpSpMkLst>
        </pc:grpChg>
        <pc:grpChg chg="add del mod">
          <ac:chgData name="Ahmad, Nadia Genebra" userId="2eef2cf0-e606-4076-8505-6d6658fa1c4a" providerId="ADAL" clId="{25500C8D-D01B-4065-8D5C-E8E2B80B099E}" dt="2024-10-03T10:39:24.267" v="329" actId="478"/>
          <ac:grpSpMkLst>
            <pc:docMk/>
            <pc:sldMk cId="796798232" sldId="2096"/>
            <ac:grpSpMk id="134" creationId="{3E6BC8CF-9A6E-2991-086A-95EB6AD853E2}"/>
          </ac:grpSpMkLst>
        </pc:grpChg>
        <pc:grpChg chg="add del mod">
          <ac:chgData name="Ahmad, Nadia Genebra" userId="2eef2cf0-e606-4076-8505-6d6658fa1c4a" providerId="ADAL" clId="{25500C8D-D01B-4065-8D5C-E8E2B80B099E}" dt="2024-10-03T10:39:24.267" v="329" actId="478"/>
          <ac:grpSpMkLst>
            <pc:docMk/>
            <pc:sldMk cId="796798232" sldId="2096"/>
            <ac:grpSpMk id="139" creationId="{6B147B6A-BDBA-ADAF-DA70-EDC9570AD786}"/>
          </ac:grpSpMkLst>
        </pc:grpChg>
        <pc:grpChg chg="add mod">
          <ac:chgData name="Ahmad, Nadia Genebra" userId="2eef2cf0-e606-4076-8505-6d6658fa1c4a" providerId="ADAL" clId="{25500C8D-D01B-4065-8D5C-E8E2B80B099E}" dt="2024-10-04T10:16:46.584" v="4288" actId="1038"/>
          <ac:grpSpMkLst>
            <pc:docMk/>
            <pc:sldMk cId="796798232" sldId="2096"/>
            <ac:grpSpMk id="141" creationId="{BDF38E43-D2DA-3932-25F6-D866FAB13AE6}"/>
          </ac:grpSpMkLst>
        </pc:grpChg>
        <pc:grpChg chg="add mod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47" creationId="{54C0E584-5881-C331-11EC-A23D2705A446}"/>
          </ac:grpSpMkLst>
        </pc:grpChg>
        <pc:grpChg chg="add mod topLvl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48" creationId="{4AF15474-F81C-5B4E-AF56-7166D376540C}"/>
          </ac:grpSpMkLst>
        </pc:grpChg>
        <pc:grpChg chg="add del mod">
          <ac:chgData name="Ahmad, Nadia Genebra" userId="2eef2cf0-e606-4076-8505-6d6658fa1c4a" providerId="ADAL" clId="{25500C8D-D01B-4065-8D5C-E8E2B80B099E}" dt="2024-10-04T10:13:54.503" v="4169" actId="165"/>
          <ac:grpSpMkLst>
            <pc:docMk/>
            <pc:sldMk cId="796798232" sldId="2096"/>
            <ac:grpSpMk id="149" creationId="{E8F9016A-4BEB-8748-F89D-10A2FB48457A}"/>
          </ac:grpSpMkLst>
        </pc:grpChg>
        <pc:grpChg chg="add mod topLvl">
          <ac:chgData name="Ahmad, Nadia Genebra" userId="2eef2cf0-e606-4076-8505-6d6658fa1c4a" providerId="ADAL" clId="{25500C8D-D01B-4065-8D5C-E8E2B80B099E}" dt="2024-10-04T10:17:56.006" v="4321" actId="552"/>
          <ac:grpSpMkLst>
            <pc:docMk/>
            <pc:sldMk cId="796798232" sldId="2096"/>
            <ac:grpSpMk id="150" creationId="{2017BF6D-50B3-4C57-739D-796A4AB9371C}"/>
          </ac:grpSpMkLst>
        </pc:grpChg>
        <pc:grpChg chg="add mod topLvl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51" creationId="{4DF65BF8-02E3-7667-6AF1-D18876DF83DB}"/>
          </ac:grpSpMkLst>
        </pc:grpChg>
        <pc:grpChg chg="mod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53" creationId="{A0239E42-C1DA-4E4A-28A0-FEBFFDD6D8CF}"/>
          </ac:grpSpMkLst>
        </pc:grpChg>
        <pc:grpChg chg="add del mod">
          <ac:chgData name="Ahmad, Nadia Genebra" userId="2eef2cf0-e606-4076-8505-6d6658fa1c4a" providerId="ADAL" clId="{25500C8D-D01B-4065-8D5C-E8E2B80B099E}" dt="2024-10-03T10:39:33.257" v="335" actId="478"/>
          <ac:grpSpMkLst>
            <pc:docMk/>
            <pc:sldMk cId="796798232" sldId="2096"/>
            <ac:grpSpMk id="154" creationId="{808E7DA4-0EDA-1749-A93F-BD3C2D527C35}"/>
          </ac:grpSpMkLst>
        </pc:grpChg>
        <pc:grpChg chg="mod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55" creationId="{F6CF63BA-D375-E076-DC86-061B89A637D4}"/>
          </ac:grpSpMkLst>
        </pc:grpChg>
        <pc:grpChg chg="add del mod">
          <ac:chgData name="Ahmad, Nadia Genebra" userId="2eef2cf0-e606-4076-8505-6d6658fa1c4a" providerId="ADAL" clId="{25500C8D-D01B-4065-8D5C-E8E2B80B099E}" dt="2024-10-04T10:17:44.859" v="4317" actId="165"/>
          <ac:grpSpMkLst>
            <pc:docMk/>
            <pc:sldMk cId="796798232" sldId="2096"/>
            <ac:grpSpMk id="160" creationId="{6D235D86-D701-7DF8-63C2-217B41CABB53}"/>
          </ac:grpSpMkLst>
        </pc:grpChg>
        <pc:grpChg chg="add del mod">
          <ac:chgData name="Ahmad, Nadia Genebra" userId="2eef2cf0-e606-4076-8505-6d6658fa1c4a" providerId="ADAL" clId="{25500C8D-D01B-4065-8D5C-E8E2B80B099E}" dt="2024-10-04T10:16:23.594" v="4260" actId="165"/>
          <ac:grpSpMkLst>
            <pc:docMk/>
            <pc:sldMk cId="796798232" sldId="2096"/>
            <ac:grpSpMk id="161" creationId="{5B2F203D-E7C2-4667-B3A4-E32A6EF6F0E0}"/>
          </ac:grpSpMkLst>
        </pc:grpChg>
        <pc:grpChg chg="add del mod">
          <ac:chgData name="Ahmad, Nadia Genebra" userId="2eef2cf0-e606-4076-8505-6d6658fa1c4a" providerId="ADAL" clId="{25500C8D-D01B-4065-8D5C-E8E2B80B099E}" dt="2024-10-03T10:39:36.079" v="336" actId="478"/>
          <ac:grpSpMkLst>
            <pc:docMk/>
            <pc:sldMk cId="796798232" sldId="2096"/>
            <ac:grpSpMk id="162" creationId="{1FF202BB-5E3B-F7D8-DE25-C7EA5449578F}"/>
          </ac:grpSpMkLst>
        </pc:grpChg>
        <pc:grpChg chg="add mod">
          <ac:chgData name="Ahmad, Nadia Genebra" userId="2eef2cf0-e606-4076-8505-6d6658fa1c4a" providerId="ADAL" clId="{25500C8D-D01B-4065-8D5C-E8E2B80B099E}" dt="2024-10-04T10:16:52.146" v="4289" actId="408"/>
          <ac:grpSpMkLst>
            <pc:docMk/>
            <pc:sldMk cId="796798232" sldId="2096"/>
            <ac:grpSpMk id="162" creationId="{55FE76D4-C21E-8626-1A45-822D5E4F9CD0}"/>
          </ac:grpSpMkLst>
        </pc:grpChg>
        <pc:grpChg chg="add mod">
          <ac:chgData name="Ahmad, Nadia Genebra" userId="2eef2cf0-e606-4076-8505-6d6658fa1c4a" providerId="ADAL" clId="{25500C8D-D01B-4065-8D5C-E8E2B80B099E}" dt="2024-10-04T10:17:56.006" v="4321" actId="552"/>
          <ac:grpSpMkLst>
            <pc:docMk/>
            <pc:sldMk cId="796798232" sldId="2096"/>
            <ac:grpSpMk id="164" creationId="{302A6AFD-069A-6610-6439-3E73840C5B43}"/>
          </ac:grpSpMkLst>
        </pc:grpChg>
        <pc:grpChg chg="mod">
          <ac:chgData name="Ahmad, Nadia Genebra" userId="2eef2cf0-e606-4076-8505-6d6658fa1c4a" providerId="ADAL" clId="{25500C8D-D01B-4065-8D5C-E8E2B80B099E}" dt="2024-10-04T10:17:48.015" v="4318"/>
          <ac:grpSpMkLst>
            <pc:docMk/>
            <pc:sldMk cId="796798232" sldId="2096"/>
            <ac:grpSpMk id="166" creationId="{0C478A2C-2138-2614-24DB-29EB16E60B18}"/>
          </ac:grpSpMkLst>
        </pc:grpChg>
        <pc:grpChg chg="add del mod">
          <ac:chgData name="Ahmad, Nadia Genebra" userId="2eef2cf0-e606-4076-8505-6d6658fa1c4a" providerId="ADAL" clId="{25500C8D-D01B-4065-8D5C-E8E2B80B099E}" dt="2024-10-03T10:39:33.257" v="335" actId="478"/>
          <ac:grpSpMkLst>
            <pc:docMk/>
            <pc:sldMk cId="796798232" sldId="2096"/>
            <ac:grpSpMk id="167" creationId="{EAF4703B-B945-491A-3894-EC33565CDB86}"/>
          </ac:grpSpMkLst>
        </pc:grpChg>
        <pc:grpChg chg="del mod">
          <ac:chgData name="Ahmad, Nadia Genebra" userId="2eef2cf0-e606-4076-8505-6d6658fa1c4a" providerId="ADAL" clId="{25500C8D-D01B-4065-8D5C-E8E2B80B099E}" dt="2024-10-04T10:20:05.517" v="4456" actId="478"/>
          <ac:grpSpMkLst>
            <pc:docMk/>
            <pc:sldMk cId="796798232" sldId="2096"/>
            <ac:grpSpMk id="168" creationId="{38DD5AB8-42F4-9CBF-0330-5B797398452A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168" creationId="{923C0502-C568-9F59-B224-7C27D56ACEFE}"/>
          </ac:grpSpMkLst>
        </pc:grpChg>
        <pc:grpChg chg="add del mod">
          <ac:chgData name="Ahmad, Nadia Genebra" userId="2eef2cf0-e606-4076-8505-6d6658fa1c4a" providerId="ADAL" clId="{25500C8D-D01B-4065-8D5C-E8E2B80B099E}" dt="2024-10-03T10:39:36.079" v="336" actId="478"/>
          <ac:grpSpMkLst>
            <pc:docMk/>
            <pc:sldMk cId="796798232" sldId="2096"/>
            <ac:grpSpMk id="173" creationId="{8D613FAB-6F84-D97C-23A0-C3D714EE0FB9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174" creationId="{3066E27E-3D83-B66B-5E04-70644DAA1CE2}"/>
          </ac:grpSpMkLst>
        </pc:grpChg>
        <pc:grpChg chg="add del mod">
          <ac:chgData name="Ahmad, Nadia Genebra" userId="2eef2cf0-e606-4076-8505-6d6658fa1c4a" providerId="ADAL" clId="{25500C8D-D01B-4065-8D5C-E8E2B80B099E}" dt="2024-10-03T10:39:36.079" v="336" actId="478"/>
          <ac:grpSpMkLst>
            <pc:docMk/>
            <pc:sldMk cId="796798232" sldId="2096"/>
            <ac:grpSpMk id="182" creationId="{82A9C4EF-3790-9463-3B83-4B6BE1802B1B}"/>
          </ac:grpSpMkLst>
        </pc:grpChg>
        <pc:grpChg chg="add del mod">
          <ac:chgData name="Ahmad, Nadia Genebra" userId="2eef2cf0-e606-4076-8505-6d6658fa1c4a" providerId="ADAL" clId="{25500C8D-D01B-4065-8D5C-E8E2B80B099E}" dt="2024-10-03T10:39:19.098" v="328" actId="478"/>
          <ac:grpSpMkLst>
            <pc:docMk/>
            <pc:sldMk cId="796798232" sldId="2096"/>
            <ac:grpSpMk id="190" creationId="{E192880E-D04B-18EC-F551-0C971A57B82F}"/>
          </ac:grpSpMkLst>
        </pc:grpChg>
        <pc:grpChg chg="add del mod">
          <ac:chgData name="Ahmad, Nadia Genebra" userId="2eef2cf0-e606-4076-8505-6d6658fa1c4a" providerId="ADAL" clId="{25500C8D-D01B-4065-8D5C-E8E2B80B099E}" dt="2024-10-03T10:39:26.573" v="330" actId="478"/>
          <ac:grpSpMkLst>
            <pc:docMk/>
            <pc:sldMk cId="796798232" sldId="2096"/>
            <ac:grpSpMk id="202" creationId="{5029B350-FF54-FDF5-AB19-C2C7BC2A97BC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204" creationId="{86FC5E3E-A801-AD2D-DECF-F8225647FB94}"/>
          </ac:grpSpMkLst>
        </pc:grpChg>
        <pc:grpChg chg="add del mod">
          <ac:chgData name="Ahmad, Nadia Genebra" userId="2eef2cf0-e606-4076-8505-6d6658fa1c4a" providerId="ADAL" clId="{25500C8D-D01B-4065-8D5C-E8E2B80B099E}" dt="2024-10-03T10:39:33.257" v="335" actId="478"/>
          <ac:grpSpMkLst>
            <pc:docMk/>
            <pc:sldMk cId="796798232" sldId="2096"/>
            <ac:grpSpMk id="209" creationId="{E6271FFD-A90C-7E95-6789-E652D97E20C3}"/>
          </ac:grpSpMkLst>
        </pc:grpChg>
        <pc:grpChg chg="add del mod">
          <ac:chgData name="Ahmad, Nadia Genebra" userId="2eef2cf0-e606-4076-8505-6d6658fa1c4a" providerId="ADAL" clId="{25500C8D-D01B-4065-8D5C-E8E2B80B099E}" dt="2024-10-03T10:39:33.257" v="335" actId="478"/>
          <ac:grpSpMkLst>
            <pc:docMk/>
            <pc:sldMk cId="796798232" sldId="2096"/>
            <ac:grpSpMk id="218" creationId="{73547084-BF35-DF62-B7C5-FD85C0C4FC70}"/>
          </ac:grpSpMkLst>
        </pc:grpChg>
        <pc:grpChg chg="mod">
          <ac:chgData name="Ahmad, Nadia Genebra" userId="2eef2cf0-e606-4076-8505-6d6658fa1c4a" providerId="ADAL" clId="{25500C8D-D01B-4065-8D5C-E8E2B80B099E}" dt="2024-10-03T10:29:48.849" v="104"/>
          <ac:grpSpMkLst>
            <pc:docMk/>
            <pc:sldMk cId="796798232" sldId="2096"/>
            <ac:grpSpMk id="219" creationId="{C5FA8203-C4E2-8611-2C3B-DC83723B9C92}"/>
          </ac:grpSpMkLst>
        </pc:grpChg>
        <pc:grpChg chg="add del mod topLvl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25" creationId="{9AB32D0E-282A-EF31-B760-DE8A13D071D8}"/>
          </ac:grpSpMkLst>
        </pc:grpChg>
        <pc:grpChg chg="add del mod">
          <ac:chgData name="Ahmad, Nadia Genebra" userId="2eef2cf0-e606-4076-8505-6d6658fa1c4a" providerId="ADAL" clId="{25500C8D-D01B-4065-8D5C-E8E2B80B099E}" dt="2024-10-03T10:42:56.545" v="500" actId="165"/>
          <ac:grpSpMkLst>
            <pc:docMk/>
            <pc:sldMk cId="796798232" sldId="2096"/>
            <ac:grpSpMk id="230" creationId="{DFFBF906-0445-DE8B-41B9-3D5A3B880414}"/>
          </ac:grpSpMkLst>
        </pc:grpChg>
        <pc:grpChg chg="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31" creationId="{77B0611D-BC98-C1A1-C154-DE0FD89D08E0}"/>
          </ac:grpSpMkLst>
        </pc:grpChg>
        <pc:grpChg chg="add del 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36" creationId="{63E6D36F-4D16-566B-E0D6-34CCF40F40A6}"/>
          </ac:grpSpMkLst>
        </pc:grpChg>
        <pc:grpChg chg="add del mod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42" creationId="{55B9088B-3CBC-5AB8-8ECB-3EE1A011DB15}"/>
          </ac:grpSpMkLst>
        </pc:grpChg>
        <pc:grpChg chg="add del mod">
          <ac:chgData name="Ahmad, Nadia Genebra" userId="2eef2cf0-e606-4076-8505-6d6658fa1c4a" providerId="ADAL" clId="{25500C8D-D01B-4065-8D5C-E8E2B80B099E}" dt="2024-10-03T10:43:21.970" v="504" actId="165"/>
          <ac:grpSpMkLst>
            <pc:docMk/>
            <pc:sldMk cId="796798232" sldId="2096"/>
            <ac:grpSpMk id="243" creationId="{61D3CF23-9E2F-220B-2967-DD3D7269C57C}"/>
          </ac:grpSpMkLst>
        </pc:grpChg>
        <pc:grpChg chg="add del mod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44" creationId="{810B2252-1491-3BD9-53B3-208321269996}"/>
          </ac:grpSpMkLst>
        </pc:grpChg>
        <pc:grpChg chg="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45" creationId="{3FAE382E-E60F-5C76-C02F-64396E4A9CCC}"/>
          </ac:grpSpMkLst>
        </pc:grpChg>
        <pc:grpChg chg="add del mod">
          <ac:chgData name="Ahmad, Nadia Genebra" userId="2eef2cf0-e606-4076-8505-6d6658fa1c4a" providerId="ADAL" clId="{25500C8D-D01B-4065-8D5C-E8E2B80B099E}" dt="2024-10-03T10:33:48.334" v="235" actId="165"/>
          <ac:grpSpMkLst>
            <pc:docMk/>
            <pc:sldMk cId="796798232" sldId="2096"/>
            <ac:grpSpMk id="252" creationId="{71572D3F-228B-CFB6-AEFB-F0EA5BBEB1DC}"/>
          </ac:grpSpMkLst>
        </pc:grpChg>
        <pc:grpChg chg="del mod topLvl">
          <ac:chgData name="Ahmad, Nadia Genebra" userId="2eef2cf0-e606-4076-8505-6d6658fa1c4a" providerId="ADAL" clId="{25500C8D-D01B-4065-8D5C-E8E2B80B099E}" dt="2024-10-03T10:33:50.163" v="236" actId="478"/>
          <ac:grpSpMkLst>
            <pc:docMk/>
            <pc:sldMk cId="796798232" sldId="2096"/>
            <ac:grpSpMk id="253" creationId="{F37762DB-8437-9E4D-4BA2-FC3B3B7B5107}"/>
          </ac:grpSpMkLst>
        </pc:grpChg>
        <pc:grpChg chg="add 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59" creationId="{4B0672AD-C4A6-D1AC-ACFF-298BCAD1FE62}"/>
          </ac:grpSpMkLst>
        </pc:grpChg>
        <pc:grpChg chg="add del mod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63" creationId="{424BF68C-ECD0-6CBC-E0B2-770B759B77F4}"/>
          </ac:grpSpMkLst>
        </pc:grpChg>
        <pc:grpChg chg="add 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85" creationId="{A1D8DDC1-9236-A042-1DF8-896B9D3E43CD}"/>
          </ac:grpSpMkLst>
        </pc:grpChg>
        <pc:grpChg chg="add del mod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90" creationId="{940E2D63-3BC5-55B4-2981-170867A1522A}"/>
          </ac:grpSpMkLst>
        </pc:grpChg>
        <pc:grpChg chg="add del mod">
          <ac:chgData name="Ahmad, Nadia Genebra" userId="2eef2cf0-e606-4076-8505-6d6658fa1c4a" providerId="ADAL" clId="{25500C8D-D01B-4065-8D5C-E8E2B80B099E}" dt="2024-10-03T10:43:33.509" v="506" actId="165"/>
          <ac:grpSpMkLst>
            <pc:docMk/>
            <pc:sldMk cId="796798232" sldId="2096"/>
            <ac:grpSpMk id="291" creationId="{9E1F3BDA-96B7-3AB8-493C-2DA47FAAD2B7}"/>
          </ac:grpSpMkLst>
        </pc:grpChg>
        <pc:grpChg chg="add mod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2" creationId="{D2631726-D690-B254-1C91-A582BB914AAD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3" creationId="{95586955-2667-D726-B5AC-0EC10A55351C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4" creationId="{77F77534-1AD5-331F-95A9-788EA3183F2A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5" creationId="{69BD9640-DF14-EFF1-3460-4736A693ED5D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6" creationId="{23611175-38EA-5C1C-AFE3-0D7C475F4B1F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7" creationId="{2CCA2019-BA25-5B3F-7AC9-6CC2214D7C8C}"/>
          </ac:grpSpMkLst>
        </pc:grpChg>
        <pc:grpChg chg="add mod or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298" creationId="{44C47C39-4FC8-76E4-5EB4-A98C978C7455}"/>
          </ac:grpSpMkLst>
        </pc:grpChg>
        <pc:grpChg chg="add mod ord">
          <ac:chgData name="Ahmad, Nadia Genebra" userId="2eef2cf0-e606-4076-8505-6d6658fa1c4a" providerId="ADAL" clId="{25500C8D-D01B-4065-8D5C-E8E2B80B099E}" dt="2024-10-04T08:11:17.235" v="2814" actId="165"/>
          <ac:grpSpMkLst>
            <pc:docMk/>
            <pc:sldMk cId="796798232" sldId="2096"/>
            <ac:grpSpMk id="299" creationId="{278287E7-8576-9115-6AFD-42FB107DA823}"/>
          </ac:grpSpMkLst>
        </pc:grpChg>
        <pc:grpChg chg="mod">
          <ac:chgData name="Ahmad, Nadia Genebra" userId="2eef2cf0-e606-4076-8505-6d6658fa1c4a" providerId="ADAL" clId="{25500C8D-D01B-4065-8D5C-E8E2B80B099E}" dt="2024-10-04T08:11:17.235" v="2814" actId="165"/>
          <ac:grpSpMkLst>
            <pc:docMk/>
            <pc:sldMk cId="796798232" sldId="2096"/>
            <ac:grpSpMk id="301" creationId="{C55DA565-9CEF-C4E7-F598-80D68D4A23B6}"/>
          </ac:grpSpMkLst>
        </pc:grpChg>
        <pc:grpChg chg="add mod ord">
          <ac:chgData name="Ahmad, Nadia Genebra" userId="2eef2cf0-e606-4076-8505-6d6658fa1c4a" providerId="ADAL" clId="{25500C8D-D01B-4065-8D5C-E8E2B80B099E}" dt="2024-10-04T08:11:17.235" v="2814" actId="165"/>
          <ac:grpSpMkLst>
            <pc:docMk/>
            <pc:sldMk cId="796798232" sldId="2096"/>
            <ac:grpSpMk id="305" creationId="{A858BCB8-42C2-9504-E52C-20961CF0D8D7}"/>
          </ac:grpSpMkLst>
        </pc:grpChg>
        <pc:grpChg chg="mod">
          <ac:chgData name="Ahmad, Nadia Genebra" userId="2eef2cf0-e606-4076-8505-6d6658fa1c4a" providerId="ADAL" clId="{25500C8D-D01B-4065-8D5C-E8E2B80B099E}" dt="2024-10-04T08:11:17.235" v="2814" actId="165"/>
          <ac:grpSpMkLst>
            <pc:docMk/>
            <pc:sldMk cId="796798232" sldId="2096"/>
            <ac:grpSpMk id="307" creationId="{176AA8AE-529F-6EB4-3C52-07EDC88EC30F}"/>
          </ac:grpSpMkLst>
        </pc:grpChg>
        <pc:grpChg chg="add del mod">
          <ac:chgData name="Ahmad, Nadia Genebra" userId="2eef2cf0-e606-4076-8505-6d6658fa1c4a" providerId="ADAL" clId="{25500C8D-D01B-4065-8D5C-E8E2B80B099E}" dt="2024-10-04T10:10:35.784" v="4064" actId="165"/>
          <ac:grpSpMkLst>
            <pc:docMk/>
            <pc:sldMk cId="796798232" sldId="2096"/>
            <ac:grpSpMk id="319" creationId="{6BBC14B9-5359-7F89-F396-2C31B73F8CB5}"/>
          </ac:grpSpMkLst>
        </pc:grpChg>
        <pc:grpChg chg="add del mod topLvl">
          <ac:chgData name="Ahmad, Nadia Genebra" userId="2eef2cf0-e606-4076-8505-6d6658fa1c4a" providerId="ADAL" clId="{25500C8D-D01B-4065-8D5C-E8E2B80B099E}" dt="2024-10-04T10:47:42.306" v="5398" actId="165"/>
          <ac:grpSpMkLst>
            <pc:docMk/>
            <pc:sldMk cId="796798232" sldId="2096"/>
            <ac:grpSpMk id="321" creationId="{1642DAEF-7F58-F245-65A0-278E50CFD1F6}"/>
          </ac:grpSpMkLst>
        </pc:grpChg>
        <pc:grpChg chg="add del mod">
          <ac:chgData name="Ahmad, Nadia Genebra" userId="2eef2cf0-e606-4076-8505-6d6658fa1c4a" providerId="ADAL" clId="{25500C8D-D01B-4065-8D5C-E8E2B80B099E}" dt="2024-10-03T10:55:02.526" v="999" actId="165"/>
          <ac:grpSpMkLst>
            <pc:docMk/>
            <pc:sldMk cId="796798232" sldId="2096"/>
            <ac:grpSpMk id="322" creationId="{DBF5518A-E32E-7045-E6B5-4CB8B468C23C}"/>
          </ac:grpSpMkLst>
        </pc:grpChg>
        <pc:grpChg chg="add mod topLvl">
          <ac:chgData name="Ahmad, Nadia Genebra" userId="2eef2cf0-e606-4076-8505-6d6658fa1c4a" providerId="ADAL" clId="{25500C8D-D01B-4065-8D5C-E8E2B80B099E}" dt="2024-10-04T10:16:46.584" v="4288" actId="1038"/>
          <ac:grpSpMkLst>
            <pc:docMk/>
            <pc:sldMk cId="796798232" sldId="2096"/>
            <ac:grpSpMk id="324" creationId="{B0DB8CCC-681D-37F2-DF64-AB9FCD887D47}"/>
          </ac:grpSpMkLst>
        </pc:grpChg>
        <pc:grpChg chg="add del mod">
          <ac:chgData name="Ahmad, Nadia Genebra" userId="2eef2cf0-e606-4076-8505-6d6658fa1c4a" providerId="ADAL" clId="{25500C8D-D01B-4065-8D5C-E8E2B80B099E}" dt="2024-10-03T10:54:34.712" v="984" actId="165"/>
          <ac:grpSpMkLst>
            <pc:docMk/>
            <pc:sldMk cId="796798232" sldId="2096"/>
            <ac:grpSpMk id="325" creationId="{25330FDA-7E8F-1588-CE0A-098D715A2137}"/>
          </ac:grpSpMkLst>
        </pc:grpChg>
        <pc:grpChg chg="add del mod">
          <ac:chgData name="Ahmad, Nadia Genebra" userId="2eef2cf0-e606-4076-8505-6d6658fa1c4a" providerId="ADAL" clId="{25500C8D-D01B-4065-8D5C-E8E2B80B099E}" dt="2024-10-04T08:11:17.235" v="2814" actId="165"/>
          <ac:grpSpMkLst>
            <pc:docMk/>
            <pc:sldMk cId="796798232" sldId="2096"/>
            <ac:grpSpMk id="326" creationId="{52814E29-994A-3871-6C4E-CFE7789E2325}"/>
          </ac:grpSpMkLst>
        </pc:grpChg>
        <pc:picChg chg="del">
          <ac:chgData name="Ahmad, Nadia Genebra" userId="2eef2cf0-e606-4076-8505-6d6658fa1c4a" providerId="ADAL" clId="{25500C8D-D01B-4065-8D5C-E8E2B80B099E}" dt="2024-10-03T10:20:53.561" v="99" actId="478"/>
          <ac:picMkLst>
            <pc:docMk/>
            <pc:sldMk cId="796798232" sldId="2096"/>
            <ac:picMk id="32" creationId="{69769F86-7AF2-3042-091D-854E012F1CA0}"/>
          </ac:picMkLst>
        </pc:picChg>
        <pc:picChg chg="del">
          <ac:chgData name="Ahmad, Nadia Genebra" userId="2eef2cf0-e606-4076-8505-6d6658fa1c4a" providerId="ADAL" clId="{25500C8D-D01B-4065-8D5C-E8E2B80B099E}" dt="2024-10-03T10:20:53.561" v="99" actId="478"/>
          <ac:picMkLst>
            <pc:docMk/>
            <pc:sldMk cId="796798232" sldId="2096"/>
            <ac:picMk id="38" creationId="{4931D32E-7DC2-4A80-8676-9C059E71E081}"/>
          </ac:picMkLst>
        </pc:picChg>
        <pc:picChg chg="del">
          <ac:chgData name="Ahmad, Nadia Genebra" userId="2eef2cf0-e606-4076-8505-6d6658fa1c4a" providerId="ADAL" clId="{25500C8D-D01B-4065-8D5C-E8E2B80B099E}" dt="2024-10-03T10:20:53.561" v="99" actId="478"/>
          <ac:picMkLst>
            <pc:docMk/>
            <pc:sldMk cId="796798232" sldId="2096"/>
            <ac:picMk id="41" creationId="{F2A7268E-7212-0F50-863F-128D91F06117}"/>
          </ac:picMkLst>
        </pc:picChg>
        <pc:picChg chg="add del mod topLvl">
          <ac:chgData name="Ahmad, Nadia Genebra" userId="2eef2cf0-e606-4076-8505-6d6658fa1c4a" providerId="ADAL" clId="{25500C8D-D01B-4065-8D5C-E8E2B80B099E}" dt="2024-10-04T10:16:35.134" v="4269" actId="164"/>
          <ac:picMkLst>
            <pc:docMk/>
            <pc:sldMk cId="796798232" sldId="2096"/>
            <ac:picMk id="49" creationId="{AEB4330C-D81A-BDEB-5AC6-CD701FAB1F34}"/>
          </ac:picMkLst>
        </pc:picChg>
        <pc:picChg chg="mod">
          <ac:chgData name="Ahmad, Nadia Genebra" userId="2eef2cf0-e606-4076-8505-6d6658fa1c4a" providerId="ADAL" clId="{25500C8D-D01B-4065-8D5C-E8E2B80B099E}" dt="2024-10-04T10:16:23.594" v="4260" actId="165"/>
          <ac:picMkLst>
            <pc:docMk/>
            <pc:sldMk cId="796798232" sldId="2096"/>
            <ac:picMk id="54" creationId="{820F483C-2175-04C7-FA99-F3EADB756425}"/>
          </ac:picMkLst>
        </pc:picChg>
        <pc:picChg chg="mod">
          <ac:chgData name="Ahmad, Nadia Genebra" userId="2eef2cf0-e606-4076-8505-6d6658fa1c4a" providerId="ADAL" clId="{25500C8D-D01B-4065-8D5C-E8E2B80B099E}" dt="2024-10-04T10:16:23.594" v="4260" actId="165"/>
          <ac:picMkLst>
            <pc:docMk/>
            <pc:sldMk cId="796798232" sldId="2096"/>
            <ac:picMk id="56" creationId="{2DCED4BA-AC5A-CB54-FFFD-8DCE7BC4BA45}"/>
          </ac:picMkLst>
        </pc:picChg>
        <pc:picChg chg="mod">
          <ac:chgData name="Ahmad, Nadia Genebra" userId="2eef2cf0-e606-4076-8505-6d6658fa1c4a" providerId="ADAL" clId="{25500C8D-D01B-4065-8D5C-E8E2B80B099E}" dt="2024-10-04T10:16:23.594" v="4260" actId="165"/>
          <ac:picMkLst>
            <pc:docMk/>
            <pc:sldMk cId="796798232" sldId="2096"/>
            <ac:picMk id="57" creationId="{B8D81724-2A21-D37D-4700-8A73DA32D627}"/>
          </ac:picMkLst>
        </pc:picChg>
        <pc:cxnChg chg="add del mod">
          <ac:chgData name="Ahmad, Nadia Genebra" userId="2eef2cf0-e606-4076-8505-6d6658fa1c4a" providerId="ADAL" clId="{25500C8D-D01B-4065-8D5C-E8E2B80B099E}" dt="2024-10-04T10:29:02.837" v="4626" actId="478"/>
          <ac:cxnSpMkLst>
            <pc:docMk/>
            <pc:sldMk cId="796798232" sldId="2096"/>
            <ac:cxnSpMk id="27" creationId="{A010FDDB-356E-769A-D3D5-6385DD08490A}"/>
          </ac:cxnSpMkLst>
        </pc:cxnChg>
        <pc:cxnChg chg="add del mod">
          <ac:chgData name="Ahmad, Nadia Genebra" userId="2eef2cf0-e606-4076-8505-6d6658fa1c4a" providerId="ADAL" clId="{25500C8D-D01B-4065-8D5C-E8E2B80B099E}" dt="2024-10-04T10:29:09.263" v="4628" actId="478"/>
          <ac:cxnSpMkLst>
            <pc:docMk/>
            <pc:sldMk cId="796798232" sldId="2096"/>
            <ac:cxnSpMk id="32" creationId="{33E6ECCC-95C2-C444-2D76-46A18DA9D225}"/>
          </ac:cxnSpMkLst>
        </pc:cxnChg>
        <pc:cxnChg chg="add del mod">
          <ac:chgData name="Ahmad, Nadia Genebra" userId="2eef2cf0-e606-4076-8505-6d6658fa1c4a" providerId="ADAL" clId="{25500C8D-D01B-4065-8D5C-E8E2B80B099E}" dt="2024-10-04T10:16:46.584" v="4288" actId="1038"/>
          <ac:cxnSpMkLst>
            <pc:docMk/>
            <pc:sldMk cId="796798232" sldId="2096"/>
            <ac:cxnSpMk id="138" creationId="{6AE67DAE-9B0D-11E8-1790-9789F925F7DA}"/>
          </ac:cxnSpMkLst>
        </pc:cxnChg>
        <pc:cxnChg chg="add mod">
          <ac:chgData name="Ahmad, Nadia Genebra" userId="2eef2cf0-e606-4076-8505-6d6658fa1c4a" providerId="ADAL" clId="{25500C8D-D01B-4065-8D5C-E8E2B80B099E}" dt="2024-10-04T09:55:01.409" v="3829" actId="1038"/>
          <ac:cxnSpMkLst>
            <pc:docMk/>
            <pc:sldMk cId="796798232" sldId="2096"/>
            <ac:cxnSpMk id="144" creationId="{2957F88B-8DBB-0FC1-B2A7-4BC8424DABF6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45" creationId="{E93BE139-7AD3-9E96-79E4-BDE97975729C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46" creationId="{E1EE9508-8043-0551-59E2-FAF363D6C4E5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47" creationId="{6FA9ED13-AA7D-43D5-0E7A-48DC7A6E1FAA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48" creationId="{699EF592-1DC7-5F7A-4747-131D678B90D5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49" creationId="{B50D11AC-1622-2424-6D74-DB5A42196BEC}"/>
          </ac:cxnSpMkLst>
        </pc:cxnChg>
        <pc:cxnChg chg="add del mod">
          <ac:chgData name="Ahmad, Nadia Genebra" userId="2eef2cf0-e606-4076-8505-6d6658fa1c4a" providerId="ADAL" clId="{25500C8D-D01B-4065-8D5C-E8E2B80B099E}" dt="2024-10-03T10:39:29.029" v="333" actId="478"/>
          <ac:cxnSpMkLst>
            <pc:docMk/>
            <pc:sldMk cId="796798232" sldId="2096"/>
            <ac:cxnSpMk id="150" creationId="{B5B342A8-836C-2F66-3FFF-47CD29535ED1}"/>
          </ac:cxnSpMkLst>
        </pc:cxnChg>
        <pc:cxnChg chg="add del mod">
          <ac:chgData name="Ahmad, Nadia Genebra" userId="2eef2cf0-e606-4076-8505-6d6658fa1c4a" providerId="ADAL" clId="{25500C8D-D01B-4065-8D5C-E8E2B80B099E}" dt="2024-10-03T10:34:14.313" v="242" actId="478"/>
          <ac:cxnSpMkLst>
            <pc:docMk/>
            <pc:sldMk cId="796798232" sldId="2096"/>
            <ac:cxnSpMk id="151" creationId="{4B5CC804-7E0D-21F2-7F0B-A1EEAAA8B1A3}"/>
          </ac:cxnSpMkLst>
        </pc:cxnChg>
        <pc:cxnChg chg="add del mod">
          <ac:chgData name="Ahmad, Nadia Genebra" userId="2eef2cf0-e606-4076-8505-6d6658fa1c4a" providerId="ADAL" clId="{25500C8D-D01B-4065-8D5C-E8E2B80B099E}" dt="2024-10-03T10:34:34.989" v="247" actId="478"/>
          <ac:cxnSpMkLst>
            <pc:docMk/>
            <pc:sldMk cId="796798232" sldId="2096"/>
            <ac:cxnSpMk id="152" creationId="{852D9F82-A5ED-2338-718D-D93CFD520A2F}"/>
          </ac:cxnSpMkLst>
        </pc:cxnChg>
        <pc:cxnChg chg="add del mod">
          <ac:chgData name="Ahmad, Nadia Genebra" userId="2eef2cf0-e606-4076-8505-6d6658fa1c4a" providerId="ADAL" clId="{25500C8D-D01B-4065-8D5C-E8E2B80B099E}" dt="2024-10-03T10:34:32.563" v="246" actId="478"/>
          <ac:cxnSpMkLst>
            <pc:docMk/>
            <pc:sldMk cId="796798232" sldId="2096"/>
            <ac:cxnSpMk id="153" creationId="{3AE8A3AD-314C-8AAD-F491-AACD681B4464}"/>
          </ac:cxnSpMkLst>
        </pc:cxnChg>
        <pc:cxnChg chg="add del mod">
          <ac:chgData name="Ahmad, Nadia Genebra" userId="2eef2cf0-e606-4076-8505-6d6658fa1c4a" providerId="ADAL" clId="{25500C8D-D01B-4065-8D5C-E8E2B80B099E}" dt="2024-10-03T10:39:36.079" v="336" actId="478"/>
          <ac:cxnSpMkLst>
            <pc:docMk/>
            <pc:sldMk cId="796798232" sldId="2096"/>
            <ac:cxnSpMk id="159" creationId="{61DAC03F-02D0-A8D4-4740-5BF6B21D1350}"/>
          </ac:cxnSpMkLst>
        </pc:cxnChg>
        <pc:cxnChg chg="add del mod">
          <ac:chgData name="Ahmad, Nadia Genebra" userId="2eef2cf0-e606-4076-8505-6d6658fa1c4a" providerId="ADAL" clId="{25500C8D-D01B-4065-8D5C-E8E2B80B099E}" dt="2024-10-04T10:29:20.837" v="4633" actId="478"/>
          <ac:cxnSpMkLst>
            <pc:docMk/>
            <pc:sldMk cId="796798232" sldId="2096"/>
            <ac:cxnSpMk id="171" creationId="{4234662F-8A15-B07A-9342-676EB6818A62}"/>
          </ac:cxnSpMkLst>
        </pc:cxnChg>
        <pc:cxnChg chg="add mod">
          <ac:chgData name="Ahmad, Nadia Genebra" userId="2eef2cf0-e606-4076-8505-6d6658fa1c4a" providerId="ADAL" clId="{25500C8D-D01B-4065-8D5C-E8E2B80B099E}" dt="2024-10-04T10:22:33.879" v="4562" actId="692"/>
          <ac:cxnSpMkLst>
            <pc:docMk/>
            <pc:sldMk cId="796798232" sldId="2096"/>
            <ac:cxnSpMk id="175" creationId="{8360E62A-0C61-B9D8-815D-69607072E3B5}"/>
          </ac:cxnSpMkLst>
        </pc:cxnChg>
        <pc:cxnChg chg="add del mod">
          <ac:chgData name="Ahmad, Nadia Genebra" userId="2eef2cf0-e606-4076-8505-6d6658fa1c4a" providerId="ADAL" clId="{25500C8D-D01B-4065-8D5C-E8E2B80B099E}" dt="2024-10-03T10:34:31.723" v="245" actId="478"/>
          <ac:cxnSpMkLst>
            <pc:docMk/>
            <pc:sldMk cId="796798232" sldId="2096"/>
            <ac:cxnSpMk id="179" creationId="{33EB1CB2-C588-1B68-FEE9-F40A81C89257}"/>
          </ac:cxnSpMkLst>
        </pc:cxnChg>
        <pc:cxnChg chg="add mod">
          <ac:chgData name="Ahmad, Nadia Genebra" userId="2eef2cf0-e606-4076-8505-6d6658fa1c4a" providerId="ADAL" clId="{25500C8D-D01B-4065-8D5C-E8E2B80B099E}" dt="2024-10-04T10:23:29.408" v="4609" actId="552"/>
          <ac:cxnSpMkLst>
            <pc:docMk/>
            <pc:sldMk cId="796798232" sldId="2096"/>
            <ac:cxnSpMk id="179" creationId="{ED482BE2-49B6-3C0E-EE33-0158D6A57ABE}"/>
          </ac:cxnSpMkLst>
        </pc:cxnChg>
        <pc:cxnChg chg="add mod">
          <ac:chgData name="Ahmad, Nadia Genebra" userId="2eef2cf0-e606-4076-8505-6d6658fa1c4a" providerId="ADAL" clId="{25500C8D-D01B-4065-8D5C-E8E2B80B099E}" dt="2024-10-04T10:23:32.331" v="4613" actId="1036"/>
          <ac:cxnSpMkLst>
            <pc:docMk/>
            <pc:sldMk cId="796798232" sldId="2096"/>
            <ac:cxnSpMk id="180" creationId="{5F69F97F-22EE-B178-D21B-E3478609498F}"/>
          </ac:cxnSpMkLst>
        </pc:cxnChg>
        <pc:cxnChg chg="add del mod">
          <ac:chgData name="Ahmad, Nadia Genebra" userId="2eef2cf0-e606-4076-8505-6d6658fa1c4a" providerId="ADAL" clId="{25500C8D-D01B-4065-8D5C-E8E2B80B099E}" dt="2024-10-03T10:39:36.079" v="336" actId="478"/>
          <ac:cxnSpMkLst>
            <pc:docMk/>
            <pc:sldMk cId="796798232" sldId="2096"/>
            <ac:cxnSpMk id="180" creationId="{85347C8E-74B5-5B4D-D42D-A4E19B3D86C0}"/>
          </ac:cxnSpMkLst>
        </pc:cxnChg>
        <pc:cxnChg chg="add del mod">
          <ac:chgData name="Ahmad, Nadia Genebra" userId="2eef2cf0-e606-4076-8505-6d6658fa1c4a" providerId="ADAL" clId="{25500C8D-D01B-4065-8D5C-E8E2B80B099E}" dt="2024-10-04T10:29:35.649" v="4637" actId="478"/>
          <ac:cxnSpMkLst>
            <pc:docMk/>
            <pc:sldMk cId="796798232" sldId="2096"/>
            <ac:cxnSpMk id="181" creationId="{667A3E0D-EF06-6AD7-D515-48A79CBF8E15}"/>
          </ac:cxnSpMkLst>
        </pc:cxnChg>
        <pc:cxnChg chg="add del mod">
          <ac:chgData name="Ahmad, Nadia Genebra" userId="2eef2cf0-e606-4076-8505-6d6658fa1c4a" providerId="ADAL" clId="{25500C8D-D01B-4065-8D5C-E8E2B80B099E}" dt="2024-10-03T10:39:33.257" v="335" actId="478"/>
          <ac:cxnSpMkLst>
            <pc:docMk/>
            <pc:sldMk cId="796798232" sldId="2096"/>
            <ac:cxnSpMk id="181" creationId="{7EBF65CB-0A7B-3FC0-D1F0-BDFA8641DCF0}"/>
          </ac:cxnSpMkLst>
        </pc:cxnChg>
        <pc:cxnChg chg="add del mod">
          <ac:chgData name="Ahmad, Nadia Genebra" userId="2eef2cf0-e606-4076-8505-6d6658fa1c4a" providerId="ADAL" clId="{25500C8D-D01B-4065-8D5C-E8E2B80B099E}" dt="2024-10-04T10:29:44.939" v="4642" actId="478"/>
          <ac:cxnSpMkLst>
            <pc:docMk/>
            <pc:sldMk cId="796798232" sldId="2096"/>
            <ac:cxnSpMk id="185" creationId="{CEA013CF-55C1-79DB-13FB-F106F2B16D05}"/>
          </ac:cxnSpMkLst>
        </pc:cxnChg>
        <pc:cxnChg chg="add del mod">
          <ac:chgData name="Ahmad, Nadia Genebra" userId="2eef2cf0-e606-4076-8505-6d6658fa1c4a" providerId="ADAL" clId="{25500C8D-D01B-4065-8D5C-E8E2B80B099E}" dt="2024-10-03T10:39:36.079" v="336" actId="478"/>
          <ac:cxnSpMkLst>
            <pc:docMk/>
            <pc:sldMk cId="796798232" sldId="2096"/>
            <ac:cxnSpMk id="187" creationId="{0576CDD5-E1FB-6E16-BA22-B9AF690A04EC}"/>
          </ac:cxnSpMkLst>
        </pc:cxnChg>
        <pc:cxnChg chg="add del mod">
          <ac:chgData name="Ahmad, Nadia Genebra" userId="2eef2cf0-e606-4076-8505-6d6658fa1c4a" providerId="ADAL" clId="{25500C8D-D01B-4065-8D5C-E8E2B80B099E}" dt="2024-10-03T10:34:30.588" v="244" actId="478"/>
          <ac:cxnSpMkLst>
            <pc:docMk/>
            <pc:sldMk cId="796798232" sldId="2096"/>
            <ac:cxnSpMk id="188" creationId="{22A0E69F-7EBB-06AE-E302-039C3EA5C725}"/>
          </ac:cxnSpMkLst>
        </pc:cxnChg>
        <pc:cxnChg chg="add mod">
          <ac:chgData name="Ahmad, Nadia Genebra" userId="2eef2cf0-e606-4076-8505-6d6658fa1c4a" providerId="ADAL" clId="{25500C8D-D01B-4065-8D5C-E8E2B80B099E}" dt="2024-10-04T10:29:07.179" v="4627" actId="208"/>
          <ac:cxnSpMkLst>
            <pc:docMk/>
            <pc:sldMk cId="796798232" sldId="2096"/>
            <ac:cxnSpMk id="189" creationId="{1CF9EE27-7EAE-8842-9C55-EF900FB5E6A3}"/>
          </ac:cxnSpMkLst>
        </pc:cxnChg>
        <pc:cxnChg chg="add del mod">
          <ac:chgData name="Ahmad, Nadia Genebra" userId="2eef2cf0-e606-4076-8505-6d6658fa1c4a" providerId="ADAL" clId="{25500C8D-D01B-4065-8D5C-E8E2B80B099E}" dt="2024-10-03T10:30:51.738" v="130" actId="478"/>
          <ac:cxnSpMkLst>
            <pc:docMk/>
            <pc:sldMk cId="796798232" sldId="2096"/>
            <ac:cxnSpMk id="189" creationId="{96851E3E-E517-FC1E-7065-1934D91192A0}"/>
          </ac:cxnSpMkLst>
        </pc:cxnChg>
        <pc:cxnChg chg="add mod">
          <ac:chgData name="Ahmad, Nadia Genebra" userId="2eef2cf0-e606-4076-8505-6d6658fa1c4a" providerId="ADAL" clId="{25500C8D-D01B-4065-8D5C-E8E2B80B099E}" dt="2024-10-04T10:29:15.436" v="4631" actId="14100"/>
          <ac:cxnSpMkLst>
            <pc:docMk/>
            <pc:sldMk cId="796798232" sldId="2096"/>
            <ac:cxnSpMk id="192" creationId="{D5D47D60-0774-4CFD-9726-345538E7105A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94" creationId="{AF8B58C7-649B-BDE6-5814-FC14EF690FB7}"/>
          </ac:cxnSpMkLst>
        </pc:cxnChg>
        <pc:cxnChg chg="add mod">
          <ac:chgData name="Ahmad, Nadia Genebra" userId="2eef2cf0-e606-4076-8505-6d6658fa1c4a" providerId="ADAL" clId="{25500C8D-D01B-4065-8D5C-E8E2B80B099E}" dt="2024-10-04T10:30:09.418" v="4648" actId="208"/>
          <ac:cxnSpMkLst>
            <pc:docMk/>
            <pc:sldMk cId="796798232" sldId="2096"/>
            <ac:cxnSpMk id="195" creationId="{C38A3567-A027-CD39-84C4-8837B1F5EEFD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197" creationId="{5BE69018-CB0B-38B6-E8A7-063D4290EE0B}"/>
          </ac:cxnSpMkLst>
        </pc:cxnChg>
        <pc:cxnChg chg="add del mod">
          <ac:chgData name="Ahmad, Nadia Genebra" userId="2eef2cf0-e606-4076-8505-6d6658fa1c4a" providerId="ADAL" clId="{25500C8D-D01B-4065-8D5C-E8E2B80B099E}" dt="2024-10-03T10:39:28.326" v="332" actId="478"/>
          <ac:cxnSpMkLst>
            <pc:docMk/>
            <pc:sldMk cId="796798232" sldId="2096"/>
            <ac:cxnSpMk id="198" creationId="{F4D17940-FAB1-9FCA-13B6-EE56B50BDFD7}"/>
          </ac:cxnSpMkLst>
        </pc:cxnChg>
        <pc:cxnChg chg="add mod">
          <ac:chgData name="Ahmad, Nadia Genebra" userId="2eef2cf0-e606-4076-8505-6d6658fa1c4a" providerId="ADAL" clId="{25500C8D-D01B-4065-8D5C-E8E2B80B099E}" dt="2024-10-04T10:29:43.402" v="4641" actId="14100"/>
          <ac:cxnSpMkLst>
            <pc:docMk/>
            <pc:sldMk cId="796798232" sldId="2096"/>
            <ac:cxnSpMk id="199" creationId="{387C8A86-FE42-8F57-7FAD-35B9C46934F2}"/>
          </ac:cxnSpMkLst>
        </pc:cxnChg>
        <pc:cxnChg chg="add del mod">
          <ac:chgData name="Ahmad, Nadia Genebra" userId="2eef2cf0-e606-4076-8505-6d6658fa1c4a" providerId="ADAL" clId="{25500C8D-D01B-4065-8D5C-E8E2B80B099E}" dt="2024-10-03T10:39:33.257" v="335" actId="478"/>
          <ac:cxnSpMkLst>
            <pc:docMk/>
            <pc:sldMk cId="796798232" sldId="2096"/>
            <ac:cxnSpMk id="199" creationId="{D3270270-2930-A387-CD25-DBC7717795F5}"/>
          </ac:cxnSpMkLst>
        </pc:cxnChg>
        <pc:cxnChg chg="add del mod">
          <ac:chgData name="Ahmad, Nadia Genebra" userId="2eef2cf0-e606-4076-8505-6d6658fa1c4a" providerId="ADAL" clId="{25500C8D-D01B-4065-8D5C-E8E2B80B099E}" dt="2024-10-03T10:39:24.267" v="329" actId="478"/>
          <ac:cxnSpMkLst>
            <pc:docMk/>
            <pc:sldMk cId="796798232" sldId="2096"/>
            <ac:cxnSpMk id="201" creationId="{5EE973A8-2B21-CA56-DFCD-DD66DBF33A96}"/>
          </ac:cxnSpMkLst>
        </pc:cxnChg>
        <pc:cxnChg chg="add mod">
          <ac:chgData name="Ahmad, Nadia Genebra" userId="2eef2cf0-e606-4076-8505-6d6658fa1c4a" providerId="ADAL" clId="{25500C8D-D01B-4065-8D5C-E8E2B80B099E}" dt="2024-10-04T10:30:01.307" v="4647" actId="14100"/>
          <ac:cxnSpMkLst>
            <pc:docMk/>
            <pc:sldMk cId="796798232" sldId="2096"/>
            <ac:cxnSpMk id="203" creationId="{11677DD6-F723-76B6-FCF4-E3C1E9C6C50E}"/>
          </ac:cxnSpMkLst>
        </pc:cxnChg>
        <pc:cxnChg chg="add del mod">
          <ac:chgData name="Ahmad, Nadia Genebra" userId="2eef2cf0-e606-4076-8505-6d6658fa1c4a" providerId="ADAL" clId="{25500C8D-D01B-4065-8D5C-E8E2B80B099E}" dt="2024-10-03T10:39:27.623" v="331" actId="478"/>
          <ac:cxnSpMkLst>
            <pc:docMk/>
            <pc:sldMk cId="796798232" sldId="2096"/>
            <ac:cxnSpMk id="208" creationId="{AAD27F1E-7EF5-8EB9-C5EE-4B43F107157A}"/>
          </ac:cxnSpMkLst>
        </pc:cxnChg>
        <pc:cxnChg chg="add mod">
          <ac:chgData name="Ahmad, Nadia Genebra" userId="2eef2cf0-e606-4076-8505-6d6658fa1c4a" providerId="ADAL" clId="{25500C8D-D01B-4065-8D5C-E8E2B80B099E}" dt="2024-10-04T10:35:28.116" v="4959" actId="14100"/>
          <ac:cxnSpMkLst>
            <pc:docMk/>
            <pc:sldMk cId="796798232" sldId="2096"/>
            <ac:cxnSpMk id="209" creationId="{F012B949-D208-C1B0-2603-2CDCC0872553}"/>
          </ac:cxnSpMkLst>
        </pc:cxnChg>
        <pc:cxnChg chg="add del mod">
          <ac:chgData name="Ahmad, Nadia Genebra" userId="2eef2cf0-e606-4076-8505-6d6658fa1c4a" providerId="ADAL" clId="{25500C8D-D01B-4065-8D5C-E8E2B80B099E}" dt="2024-10-03T10:39:33.257" v="335" actId="478"/>
          <ac:cxnSpMkLst>
            <pc:docMk/>
            <pc:sldMk cId="796798232" sldId="2096"/>
            <ac:cxnSpMk id="214" creationId="{F0BA2EFA-ED5D-92B9-0971-A3321F41B17E}"/>
          </ac:cxnSpMkLst>
        </pc:cxnChg>
        <pc:cxnChg chg="add del mod">
          <ac:chgData name="Ahmad, Nadia Genebra" userId="2eef2cf0-e606-4076-8505-6d6658fa1c4a" providerId="ADAL" clId="{25500C8D-D01B-4065-8D5C-E8E2B80B099E}" dt="2024-10-03T10:39:29.847" v="334" actId="478"/>
          <ac:cxnSpMkLst>
            <pc:docMk/>
            <pc:sldMk cId="796798232" sldId="2096"/>
            <ac:cxnSpMk id="215" creationId="{CEAA2DC1-0C65-A497-D3A1-5856D20641D4}"/>
          </ac:cxnSpMkLst>
        </pc:cxnChg>
        <pc:cxnChg chg="add del mod">
          <ac:chgData name="Ahmad, Nadia Genebra" userId="2eef2cf0-e606-4076-8505-6d6658fa1c4a" providerId="ADAL" clId="{25500C8D-D01B-4065-8D5C-E8E2B80B099E}" dt="2024-10-03T10:39:33.257" v="335" actId="478"/>
          <ac:cxnSpMkLst>
            <pc:docMk/>
            <pc:sldMk cId="796798232" sldId="2096"/>
            <ac:cxnSpMk id="224" creationId="{2929A9A4-F76C-75A8-3410-B766C8C57283}"/>
          </ac:cxnSpMkLst>
        </pc:cxnChg>
        <pc:cxnChg chg="add del mod">
          <ac:chgData name="Ahmad, Nadia Genebra" userId="2eef2cf0-e606-4076-8505-6d6658fa1c4a" providerId="ADAL" clId="{25500C8D-D01B-4065-8D5C-E8E2B80B099E}" dt="2024-10-03T10:40:32.914" v="404" actId="478"/>
          <ac:cxnSpMkLst>
            <pc:docMk/>
            <pc:sldMk cId="796798232" sldId="2096"/>
            <ac:cxnSpMk id="266" creationId="{A93C5E49-AEA5-2D85-5FED-269110848890}"/>
          </ac:cxnSpMkLst>
        </pc:cxnChg>
        <pc:cxnChg chg="add del mod">
          <ac:chgData name="Ahmad, Nadia Genebra" userId="2eef2cf0-e606-4076-8505-6d6658fa1c4a" providerId="ADAL" clId="{25500C8D-D01B-4065-8D5C-E8E2B80B099E}" dt="2024-10-03T10:40:32.182" v="403" actId="478"/>
          <ac:cxnSpMkLst>
            <pc:docMk/>
            <pc:sldMk cId="796798232" sldId="2096"/>
            <ac:cxnSpMk id="271" creationId="{B7035B25-E875-5EED-FAC6-4493B6C457F6}"/>
          </ac:cxnSpMkLst>
        </pc:cxnChg>
        <pc:cxnChg chg="add del mod">
          <ac:chgData name="Ahmad, Nadia Genebra" userId="2eef2cf0-e606-4076-8505-6d6658fa1c4a" providerId="ADAL" clId="{25500C8D-D01B-4065-8D5C-E8E2B80B099E}" dt="2024-10-03T10:40:31.405" v="402" actId="478"/>
          <ac:cxnSpMkLst>
            <pc:docMk/>
            <pc:sldMk cId="796798232" sldId="2096"/>
            <ac:cxnSpMk id="274" creationId="{A31F28C0-EE5C-5C1B-7E28-AEB66CE50E12}"/>
          </ac:cxnSpMkLst>
        </pc:cxnChg>
        <pc:cxnChg chg="add del mod">
          <ac:chgData name="Ahmad, Nadia Genebra" userId="2eef2cf0-e606-4076-8505-6d6658fa1c4a" providerId="ADAL" clId="{25500C8D-D01B-4065-8D5C-E8E2B80B099E}" dt="2024-10-03T10:40:30.505" v="401" actId="478"/>
          <ac:cxnSpMkLst>
            <pc:docMk/>
            <pc:sldMk cId="796798232" sldId="2096"/>
            <ac:cxnSpMk id="277" creationId="{C8F6A8A1-AE50-0BF6-2131-5E533A9222B6}"/>
          </ac:cxnSpMkLst>
        </pc:cxnChg>
        <pc:cxnChg chg="add del mod">
          <ac:chgData name="Ahmad, Nadia Genebra" userId="2eef2cf0-e606-4076-8505-6d6658fa1c4a" providerId="ADAL" clId="{25500C8D-D01B-4065-8D5C-E8E2B80B099E}" dt="2024-10-03T10:40:29.805" v="400" actId="478"/>
          <ac:cxnSpMkLst>
            <pc:docMk/>
            <pc:sldMk cId="796798232" sldId="2096"/>
            <ac:cxnSpMk id="280" creationId="{D1918DBA-53E0-9771-4164-4F0C6CD3BA86}"/>
          </ac:cxnSpMkLst>
        </pc:cxnChg>
        <pc:cxnChg chg="add del mod">
          <ac:chgData name="Ahmad, Nadia Genebra" userId="2eef2cf0-e606-4076-8505-6d6658fa1c4a" providerId="ADAL" clId="{25500C8D-D01B-4065-8D5C-E8E2B80B099E}" dt="2024-10-03T10:57:31.998" v="1110" actId="478"/>
          <ac:cxnSpMkLst>
            <pc:docMk/>
            <pc:sldMk cId="796798232" sldId="2096"/>
            <ac:cxnSpMk id="327" creationId="{3C892D73-85E4-0212-0A4E-DB12D37B7A52}"/>
          </ac:cxnSpMkLst>
        </pc:cxnChg>
        <pc:cxnChg chg="add del mod">
          <ac:chgData name="Ahmad, Nadia Genebra" userId="2eef2cf0-e606-4076-8505-6d6658fa1c4a" providerId="ADAL" clId="{25500C8D-D01B-4065-8D5C-E8E2B80B099E}" dt="2024-10-04T10:35:14.805" v="4954" actId="478"/>
          <ac:cxnSpMkLst>
            <pc:docMk/>
            <pc:sldMk cId="796798232" sldId="2096"/>
            <ac:cxnSpMk id="329" creationId="{8D7D2D42-98D9-6BAC-C11C-D0F093B86504}"/>
          </ac:cxnSpMkLst>
        </pc:cxnChg>
      </pc:sldChg>
      <pc:sldChg chg="addSp delSp modSp add mod modShow">
        <pc:chgData name="Ahmad, Nadia Genebra" userId="2eef2cf0-e606-4076-8505-6d6658fa1c4a" providerId="ADAL" clId="{25500C8D-D01B-4065-8D5C-E8E2B80B099E}" dt="2024-10-04T17:38:00.404" v="6886" actId="14100"/>
        <pc:sldMkLst>
          <pc:docMk/>
          <pc:sldMk cId="1217881003" sldId="2097"/>
        </pc:sldMkLst>
        <pc:spChg chg="del">
          <ac:chgData name="Ahmad, Nadia Genebra" userId="2eef2cf0-e606-4076-8505-6d6658fa1c4a" providerId="ADAL" clId="{25500C8D-D01B-4065-8D5C-E8E2B80B099E}" dt="2024-10-04T16:55:44.574" v="6203" actId="478"/>
          <ac:spMkLst>
            <pc:docMk/>
            <pc:sldMk cId="1217881003" sldId="2097"/>
            <ac:spMk id="2" creationId="{04E5A9F2-F005-4812-A92A-50A2D79422BC}"/>
          </ac:spMkLst>
        </pc:spChg>
        <pc:spChg chg="del mod topLvl">
          <ac:chgData name="Ahmad, Nadia Genebra" userId="2eef2cf0-e606-4076-8505-6d6658fa1c4a" providerId="ADAL" clId="{25500C8D-D01B-4065-8D5C-E8E2B80B099E}" dt="2024-10-04T11:14:53.003" v="5814" actId="478"/>
          <ac:spMkLst>
            <pc:docMk/>
            <pc:sldMk cId="1217881003" sldId="2097"/>
            <ac:spMk id="4" creationId="{06572A33-C60A-F097-0E41-77AF5034FB91}"/>
          </ac:spMkLst>
        </pc:spChg>
        <pc:spChg chg="mod topLvl">
          <ac:chgData name="Ahmad, Nadia Genebra" userId="2eef2cf0-e606-4076-8505-6d6658fa1c4a" providerId="ADAL" clId="{25500C8D-D01B-4065-8D5C-E8E2B80B099E}" dt="2024-10-04T11:14:42.682" v="5812" actId="164"/>
          <ac:spMkLst>
            <pc:docMk/>
            <pc:sldMk cId="1217881003" sldId="2097"/>
            <ac:spMk id="6" creationId="{B533DA47-B72C-94C3-ADA4-8F1321F870E0}"/>
          </ac:spMkLst>
        </pc:spChg>
        <pc:spChg chg="mod topLvl">
          <ac:chgData name="Ahmad, Nadia Genebra" userId="2eef2cf0-e606-4076-8505-6d6658fa1c4a" providerId="ADAL" clId="{25500C8D-D01B-4065-8D5C-E8E2B80B099E}" dt="2024-10-04T11:14:42.682" v="5812" actId="164"/>
          <ac:spMkLst>
            <pc:docMk/>
            <pc:sldMk cId="1217881003" sldId="2097"/>
            <ac:spMk id="9" creationId="{23E25473-8C79-152D-0CA7-CBFF21437C6F}"/>
          </ac:spMkLst>
        </pc:spChg>
        <pc:spChg chg="del mod">
          <ac:chgData name="Ahmad, Nadia Genebra" userId="2eef2cf0-e606-4076-8505-6d6658fa1c4a" providerId="ADAL" clId="{25500C8D-D01B-4065-8D5C-E8E2B80B099E}" dt="2024-10-04T10:38:20.677" v="5003" actId="478"/>
          <ac:spMkLst>
            <pc:docMk/>
            <pc:sldMk cId="1217881003" sldId="2097"/>
            <ac:spMk id="10" creationId="{60676603-A7FD-B670-7B28-6C70F26A8C6B}"/>
          </ac:spMkLst>
        </pc:spChg>
        <pc:spChg chg="del mod topLvl">
          <ac:chgData name="Ahmad, Nadia Genebra" userId="2eef2cf0-e606-4076-8505-6d6658fa1c4a" providerId="ADAL" clId="{25500C8D-D01B-4065-8D5C-E8E2B80B099E}" dt="2024-10-04T11:15:00.999" v="5816" actId="478"/>
          <ac:spMkLst>
            <pc:docMk/>
            <pc:sldMk cId="1217881003" sldId="2097"/>
            <ac:spMk id="12" creationId="{7F78B17F-1DC3-689A-7483-C8F23F2877F6}"/>
          </ac:spMkLst>
        </pc:spChg>
        <pc:spChg chg="mod topLvl">
          <ac:chgData name="Ahmad, Nadia Genebra" userId="2eef2cf0-e606-4076-8505-6d6658fa1c4a" providerId="ADAL" clId="{25500C8D-D01B-4065-8D5C-E8E2B80B099E}" dt="2024-10-04T11:13:11.921" v="5773" actId="14100"/>
          <ac:spMkLst>
            <pc:docMk/>
            <pc:sldMk cId="1217881003" sldId="2097"/>
            <ac:spMk id="14" creationId="{8E4FB07F-8673-602D-B048-A2A89A25E74C}"/>
          </ac:spMkLst>
        </pc:spChg>
        <pc:spChg chg="mod topLvl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" creationId="{2513A573-A6C2-7B73-0DB4-BA9E3FFF2E8A}"/>
          </ac:spMkLst>
        </pc:spChg>
        <pc:spChg chg="add del mod">
          <ac:chgData name="Ahmad, Nadia Genebra" userId="2eef2cf0-e606-4076-8505-6d6658fa1c4a" providerId="ADAL" clId="{25500C8D-D01B-4065-8D5C-E8E2B80B099E}" dt="2024-10-04T10:37:37.155" v="4984" actId="478"/>
          <ac:spMkLst>
            <pc:docMk/>
            <pc:sldMk cId="1217881003" sldId="2097"/>
            <ac:spMk id="21" creationId="{E8702444-51DF-5776-72DC-9F685D418128}"/>
          </ac:spMkLst>
        </pc:spChg>
        <pc:spChg chg="del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22" creationId="{8A256896-C61C-AC4F-E160-C90C1CD13EA8}"/>
          </ac:spMkLst>
        </pc:spChg>
        <pc:spChg chg="add del mod">
          <ac:chgData name="Ahmad, Nadia Genebra" userId="2eef2cf0-e606-4076-8505-6d6658fa1c4a" providerId="ADAL" clId="{25500C8D-D01B-4065-8D5C-E8E2B80B099E}" dt="2024-10-04T10:37:36.252" v="4983" actId="478"/>
          <ac:spMkLst>
            <pc:docMk/>
            <pc:sldMk cId="1217881003" sldId="2097"/>
            <ac:spMk id="23" creationId="{1EEF3F18-15AE-D695-2C80-F070D2F469AD}"/>
          </ac:spMkLst>
        </pc:spChg>
        <pc:spChg chg="del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24" creationId="{492B191D-70D3-E8E6-5BB1-7F9B8B5E6588}"/>
          </ac:spMkLst>
        </pc:spChg>
        <pc:spChg chg="del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25" creationId="{89DF9CB8-47E0-24B9-4C82-B21A31BA7B01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34" creationId="{B34DC46A-E904-B94C-2440-8958B6CFA7F3}"/>
          </ac:spMkLst>
        </pc:spChg>
        <pc:spChg chg="del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35" creationId="{EC4313E5-A487-89DD-42D5-82A712167B42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36" creationId="{26207FAD-2E83-44CB-C33E-9F76EF511A38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37" creationId="{F504247B-8A69-2B7B-C254-D98E45C20182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38" creationId="{D51FB017-FC50-90B8-0B81-7E45A4CEF00F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0" creationId="{A78AC246-0564-94F6-CA1A-909ADC2C4399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2" creationId="{6A2B42DA-6948-2377-9F66-DE99B90023BC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3" creationId="{98E84ADF-77EA-6B69-047F-D16BAB7E3A04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4" creationId="{326B3588-C6FB-028E-878D-94005369782C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6" creationId="{1375DFBF-C3DC-2EA8-36CA-1DD043446AF1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7" creationId="{632E5DD5-CAF7-ABD2-62C2-DA1D9CADBD9C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48" creationId="{922B1EF5-1DBE-3497-4D09-A7F3D96CB30A}"/>
          </ac:spMkLst>
        </pc:spChg>
        <pc:spChg chg="del">
          <ac:chgData name="Ahmad, Nadia Genebra" userId="2eef2cf0-e606-4076-8505-6d6658fa1c4a" providerId="ADAL" clId="{25500C8D-D01B-4065-8D5C-E8E2B80B099E}" dt="2024-10-04T10:33:17.329" v="4830" actId="478"/>
          <ac:spMkLst>
            <pc:docMk/>
            <pc:sldMk cId="1217881003" sldId="2097"/>
            <ac:spMk id="50" creationId="{49F3D9C4-7537-3CDF-D009-AFAF0189AC5F}"/>
          </ac:spMkLst>
        </pc:spChg>
        <pc:spChg chg="del mod">
          <ac:chgData name="Ahmad, Nadia Genebra" userId="2eef2cf0-e606-4076-8505-6d6658fa1c4a" providerId="ADAL" clId="{25500C8D-D01B-4065-8D5C-E8E2B80B099E}" dt="2024-10-04T10:33:16.658" v="4829" actId="478"/>
          <ac:spMkLst>
            <pc:docMk/>
            <pc:sldMk cId="1217881003" sldId="2097"/>
            <ac:spMk id="51" creationId="{484E6747-37F8-6F5F-BFEE-84EAE5782E67}"/>
          </ac:spMkLst>
        </pc:spChg>
        <pc:spChg chg="del">
          <ac:chgData name="Ahmad, Nadia Genebra" userId="2eef2cf0-e606-4076-8505-6d6658fa1c4a" providerId="ADAL" clId="{25500C8D-D01B-4065-8D5C-E8E2B80B099E}" dt="2024-10-04T10:33:19.257" v="4831" actId="478"/>
          <ac:spMkLst>
            <pc:docMk/>
            <pc:sldMk cId="1217881003" sldId="2097"/>
            <ac:spMk id="52" creationId="{3132B366-A069-125A-F47C-4D63A3C26A22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59" creationId="{FE4649FB-9C78-EFF3-69FD-892547550800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61" creationId="{A0A4AF68-C262-F2A0-4141-24F13FCC5FCD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62" creationId="{ACE4B6CD-A317-ADCB-F3E7-9E1599FCB5EB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63" creationId="{2828656E-2DB4-9C2D-1748-6599EB5D18A3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28" creationId="{2A2D71A4-205C-5966-1116-260316DDD504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0" creationId="{B6849D0D-89C0-2B10-E522-8DD2C398B015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1" creationId="{30DAF19F-A1C0-2831-695E-7FF5B2E2B839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2" creationId="{EE4FA7C9-BC5D-827C-2AF7-F6C9066408F1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3" creationId="{F8680582-C7E9-EC7B-C54A-8F89F9EA63E4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4" creationId="{D5FFFB3F-921D-E4E2-86C9-9253081CDECC}"/>
          </ac:spMkLst>
        </pc:spChg>
        <pc:spChg chg="del">
          <ac:chgData name="Ahmad, Nadia Genebra" userId="2eef2cf0-e606-4076-8505-6d6658fa1c4a" providerId="ADAL" clId="{25500C8D-D01B-4065-8D5C-E8E2B80B099E}" dt="2024-10-04T10:33:21.883" v="4832" actId="478"/>
          <ac:spMkLst>
            <pc:docMk/>
            <pc:sldMk cId="1217881003" sldId="2097"/>
            <ac:spMk id="135" creationId="{7943D86A-B04A-D8F8-97F4-44070F758A36}"/>
          </ac:spMkLst>
        </pc:spChg>
        <pc:spChg chg="del">
          <ac:chgData name="Ahmad, Nadia Genebra" userId="2eef2cf0-e606-4076-8505-6d6658fa1c4a" providerId="ADAL" clId="{25500C8D-D01B-4065-8D5C-E8E2B80B099E}" dt="2024-10-04T10:34:06.194" v="4833" actId="478"/>
          <ac:spMkLst>
            <pc:docMk/>
            <pc:sldMk cId="1217881003" sldId="2097"/>
            <ac:spMk id="136" creationId="{ACFC8928-7DF6-7BC0-8112-802878EFCB69}"/>
          </ac:spMkLst>
        </pc:spChg>
        <pc:spChg chg="del">
          <ac:chgData name="Ahmad, Nadia Genebra" userId="2eef2cf0-e606-4076-8505-6d6658fa1c4a" providerId="ADAL" clId="{25500C8D-D01B-4065-8D5C-E8E2B80B099E}" dt="2024-10-04T10:34:06.194" v="4833" actId="478"/>
          <ac:spMkLst>
            <pc:docMk/>
            <pc:sldMk cId="1217881003" sldId="2097"/>
            <ac:spMk id="137" creationId="{E62A5D50-4A5C-BC99-5DD4-B57C6104ADDC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39" creationId="{0021EC74-4C76-BF5E-70F1-00632EFEED37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40" creationId="{DE4DB9DB-F86C-4260-1985-47CEEFD975B0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42" creationId="{E7136CD4-58CD-8ED3-F99C-6C116F7C5C18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43" creationId="{B4A7246D-6851-2700-5E2E-6CC65BD0E67F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46" creationId="{1E014960-B642-1796-F4BF-2D8442D342A0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49" creationId="{C7EA5659-6007-846F-1F77-9CD6F14F2BBE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58" creationId="{4BC8AE0B-C8AE-7687-AA9B-CE8F10BC0A13}"/>
          </ac:spMkLst>
        </pc:spChg>
        <pc:spChg chg="mod">
          <ac:chgData name="Ahmad, Nadia Genebra" userId="2eef2cf0-e606-4076-8505-6d6658fa1c4a" providerId="ADAL" clId="{25500C8D-D01B-4065-8D5C-E8E2B80B099E}" dt="2024-10-04T10:36:50.803" v="4965" actId="165"/>
          <ac:spMkLst>
            <pc:docMk/>
            <pc:sldMk cId="1217881003" sldId="2097"/>
            <ac:spMk id="159" creationId="{F12F629A-08E3-14EB-8A0F-C3EACAC7D51F}"/>
          </ac:spMkLst>
        </pc:spChg>
        <pc:spChg chg="add del mod ord">
          <ac:chgData name="Ahmad, Nadia Genebra" userId="2eef2cf0-e606-4076-8505-6d6658fa1c4a" providerId="ADAL" clId="{25500C8D-D01B-4065-8D5C-E8E2B80B099E}" dt="2024-10-04T10:37:01.762" v="4966" actId="478"/>
          <ac:spMkLst>
            <pc:docMk/>
            <pc:sldMk cId="1217881003" sldId="2097"/>
            <ac:spMk id="160" creationId="{E381A2DF-2D02-DA71-0067-02D7ACB7C123}"/>
          </ac:spMkLst>
        </pc:spChg>
        <pc:spChg chg="add del mod">
          <ac:chgData name="Ahmad, Nadia Genebra" userId="2eef2cf0-e606-4076-8505-6d6658fa1c4a" providerId="ADAL" clId="{25500C8D-D01B-4065-8D5C-E8E2B80B099E}" dt="2024-10-04T10:37:37.640" v="4985" actId="478"/>
          <ac:spMkLst>
            <pc:docMk/>
            <pc:sldMk cId="1217881003" sldId="2097"/>
            <ac:spMk id="161" creationId="{08AF0551-FCDD-9543-7D21-AF42E4429F14}"/>
          </ac:spMkLst>
        </pc:spChg>
        <pc:spChg chg="del mod topLvl">
          <ac:chgData name="Ahmad, Nadia Genebra" userId="2eef2cf0-e606-4076-8505-6d6658fa1c4a" providerId="ADAL" clId="{25500C8D-D01B-4065-8D5C-E8E2B80B099E}" dt="2024-10-04T10:58:31.614" v="5593" actId="478"/>
          <ac:spMkLst>
            <pc:docMk/>
            <pc:sldMk cId="1217881003" sldId="2097"/>
            <ac:spMk id="168" creationId="{E79571F9-6E77-194E-32A0-397A2310AF09}"/>
          </ac:spMkLst>
        </pc:spChg>
        <pc:spChg chg="mod topLvl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171" creationId="{C8649FD4-30E3-3EC5-FD05-3F09C733E92C}"/>
          </ac:spMkLst>
        </pc:spChg>
        <pc:spChg chg="add del mod topLvl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173" creationId="{D4B19512-C18B-4CBD-0EAA-BA3A838DB063}"/>
          </ac:spMkLst>
        </pc:spChg>
        <pc:spChg chg="del">
          <ac:chgData name="Ahmad, Nadia Genebra" userId="2eef2cf0-e606-4076-8505-6d6658fa1c4a" providerId="ADAL" clId="{25500C8D-D01B-4065-8D5C-E8E2B80B099E}" dt="2024-10-04T10:33:10.693" v="4824" actId="478"/>
          <ac:spMkLst>
            <pc:docMk/>
            <pc:sldMk cId="1217881003" sldId="2097"/>
            <ac:spMk id="174" creationId="{471C3D55-74C3-1FC2-B93E-063D7B5600EF}"/>
          </ac:spMkLst>
        </pc:spChg>
        <pc:spChg chg="mod ord topLvl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176" creationId="{49A3A7B2-54A6-A87F-B7E7-932F1D69999D}"/>
          </ac:spMkLst>
        </pc:spChg>
        <pc:spChg chg="del">
          <ac:chgData name="Ahmad, Nadia Genebra" userId="2eef2cf0-e606-4076-8505-6d6658fa1c4a" providerId="ADAL" clId="{25500C8D-D01B-4065-8D5C-E8E2B80B099E}" dt="2024-10-04T10:32:51.292" v="4818" actId="478"/>
          <ac:spMkLst>
            <pc:docMk/>
            <pc:sldMk cId="1217881003" sldId="2097"/>
            <ac:spMk id="177" creationId="{BBDF64A5-C46B-F3E5-AEE5-79D25C848D71}"/>
          </ac:spMkLst>
        </pc:spChg>
        <pc:spChg chg="mod ord topLvl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178" creationId="{D4F17F64-9055-C2BF-2389-D9AF85052277}"/>
          </ac:spMkLst>
        </pc:spChg>
        <pc:spChg chg="del mod ord topLvl">
          <ac:chgData name="Ahmad, Nadia Genebra" userId="2eef2cf0-e606-4076-8505-6d6658fa1c4a" providerId="ADAL" clId="{25500C8D-D01B-4065-8D5C-E8E2B80B099E}" dt="2024-10-04T10:51:40.841" v="5423" actId="478"/>
          <ac:spMkLst>
            <pc:docMk/>
            <pc:sldMk cId="1217881003" sldId="2097"/>
            <ac:spMk id="181" creationId="{2A4ABBB6-AD41-53BA-C721-D06F05EDEF80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182" creationId="{0EA7FBCF-497E-E9D3-81D1-EA71BC678A50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183" creationId="{AF7704B3-2870-93E3-4239-5381F8057934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184" creationId="{F458C300-D48B-8920-1105-1A25B78B360E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185" creationId="{EA495792-1AA2-9424-93E0-AECEF527D696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186" creationId="{C7C7A70F-8F79-F9D0-66BF-1FAA220D97AD}"/>
          </ac:spMkLst>
        </pc:spChg>
        <pc:spChg chg="add mod ord topLvl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187" creationId="{11B29EEC-6B93-3730-7931-2E0776481992}"/>
          </ac:spMkLst>
        </pc:spChg>
        <pc:spChg chg="add del mod ord">
          <ac:chgData name="Ahmad, Nadia Genebra" userId="2eef2cf0-e606-4076-8505-6d6658fa1c4a" providerId="ADAL" clId="{25500C8D-D01B-4065-8D5C-E8E2B80B099E}" dt="2024-10-04T10:51:40.841" v="5423" actId="478"/>
          <ac:spMkLst>
            <pc:docMk/>
            <pc:sldMk cId="1217881003" sldId="2097"/>
            <ac:spMk id="188" creationId="{1611B94D-33AA-F7EB-A189-9C558C9DC985}"/>
          </ac:spMkLst>
        </pc:spChg>
        <pc:spChg chg="add del mod ord">
          <ac:chgData name="Ahmad, Nadia Genebra" userId="2eef2cf0-e606-4076-8505-6d6658fa1c4a" providerId="ADAL" clId="{25500C8D-D01B-4065-8D5C-E8E2B80B099E}" dt="2024-10-04T10:51:40.841" v="5423" actId="478"/>
          <ac:spMkLst>
            <pc:docMk/>
            <pc:sldMk cId="1217881003" sldId="2097"/>
            <ac:spMk id="190" creationId="{4AD1A2B3-CCF7-CEE4-E7C1-4BD5B205C570}"/>
          </ac:spMkLst>
        </pc:spChg>
        <pc:spChg chg="del">
          <ac:chgData name="Ahmad, Nadia Genebra" userId="2eef2cf0-e606-4076-8505-6d6658fa1c4a" providerId="ADAL" clId="{25500C8D-D01B-4065-8D5C-E8E2B80B099E}" dt="2024-10-04T16:55:41.888" v="6202" actId="478"/>
          <ac:spMkLst>
            <pc:docMk/>
            <pc:sldMk cId="1217881003" sldId="2097"/>
            <ac:spMk id="191" creationId="{4C67EA1B-E151-919D-4771-A43F235CE169}"/>
          </ac:spMkLst>
        </pc:spChg>
        <pc:spChg chg="add del mod ord">
          <ac:chgData name="Ahmad, Nadia Genebra" userId="2eef2cf0-e606-4076-8505-6d6658fa1c4a" providerId="ADAL" clId="{25500C8D-D01B-4065-8D5C-E8E2B80B099E}" dt="2024-10-04T10:51:40.841" v="5423" actId="478"/>
          <ac:spMkLst>
            <pc:docMk/>
            <pc:sldMk cId="1217881003" sldId="2097"/>
            <ac:spMk id="193" creationId="{8B2A5529-14CC-9FBD-C191-02B8B127F05C}"/>
          </ac:spMkLst>
        </pc:spChg>
        <pc:spChg chg="mod">
          <ac:chgData name="Ahmad, Nadia Genebra" userId="2eef2cf0-e606-4076-8505-6d6658fa1c4a" providerId="ADAL" clId="{25500C8D-D01B-4065-8D5C-E8E2B80B099E}" dt="2024-10-04T10:47:47.709" v="5399"/>
          <ac:spMkLst>
            <pc:docMk/>
            <pc:sldMk cId="1217881003" sldId="2097"/>
            <ac:spMk id="196" creationId="{4C8137E2-18D3-0A13-F8FA-93C646422EDA}"/>
          </ac:spMkLst>
        </pc:spChg>
        <pc:spChg chg="mod">
          <ac:chgData name="Ahmad, Nadia Genebra" userId="2eef2cf0-e606-4076-8505-6d6658fa1c4a" providerId="ADAL" clId="{25500C8D-D01B-4065-8D5C-E8E2B80B099E}" dt="2024-10-04T10:47:47.709" v="5399"/>
          <ac:spMkLst>
            <pc:docMk/>
            <pc:sldMk cId="1217881003" sldId="2097"/>
            <ac:spMk id="198" creationId="{90D48B60-3B46-E3D1-AB7B-1D7951FDFEC3}"/>
          </ac:spMkLst>
        </pc:spChg>
        <pc:spChg chg="mod">
          <ac:chgData name="Ahmad, Nadia Genebra" userId="2eef2cf0-e606-4076-8505-6d6658fa1c4a" providerId="ADAL" clId="{25500C8D-D01B-4065-8D5C-E8E2B80B099E}" dt="2024-10-04T10:47:47.709" v="5399"/>
          <ac:spMkLst>
            <pc:docMk/>
            <pc:sldMk cId="1217881003" sldId="2097"/>
            <ac:spMk id="200" creationId="{1E8D9B67-6EE4-BEE7-9887-81FF3FF32ADA}"/>
          </ac:spMkLst>
        </pc:spChg>
        <pc:spChg chg="mod">
          <ac:chgData name="Ahmad, Nadia Genebra" userId="2eef2cf0-e606-4076-8505-6d6658fa1c4a" providerId="ADAL" clId="{25500C8D-D01B-4065-8D5C-E8E2B80B099E}" dt="2024-10-04T10:47:47.709" v="5399"/>
          <ac:spMkLst>
            <pc:docMk/>
            <pc:sldMk cId="1217881003" sldId="2097"/>
            <ac:spMk id="201" creationId="{D21969AF-6B1D-9707-4842-5ED2762ABA5A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4" creationId="{31F7F774-4471-2124-9AC1-6D6F1E54A026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5" creationId="{3085A03F-4150-6184-2589-C57E83DF8344}"/>
          </ac:spMkLst>
        </pc:spChg>
        <pc:spChg chg="add mod">
          <ac:chgData name="Ahmad, Nadia Genebra" userId="2eef2cf0-e606-4076-8505-6d6658fa1c4a" providerId="ADAL" clId="{25500C8D-D01B-4065-8D5C-E8E2B80B099E}" dt="2024-10-04T11:14:40.148" v="5811" actId="164"/>
          <ac:spMkLst>
            <pc:docMk/>
            <pc:sldMk cId="1217881003" sldId="2097"/>
            <ac:spMk id="206" creationId="{97D20453-0643-BD36-C216-1FC457AD8660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7" creationId="{8DE3FD13-4EBE-8248-64AF-47D4E2B20987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8" creationId="{FA5E5F46-8A06-9F70-D9C4-2E71C4A7B8F0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09" creationId="{08B6ED3D-14BF-63EB-FAB8-A0C3251595E5}"/>
          </ac:spMkLst>
        </pc:spChg>
        <pc:spChg chg="add mod">
          <ac:chgData name="Ahmad, Nadia Genebra" userId="2eef2cf0-e606-4076-8505-6d6658fa1c4a" providerId="ADAL" clId="{25500C8D-D01B-4065-8D5C-E8E2B80B099E}" dt="2024-10-04T11:03:13.801" v="5771" actId="14100"/>
          <ac:spMkLst>
            <pc:docMk/>
            <pc:sldMk cId="1217881003" sldId="2097"/>
            <ac:spMk id="210" creationId="{7A173B9E-EE23-CBD1-4A10-75BC6DC71DCF}"/>
          </ac:spMkLst>
        </pc:spChg>
        <pc:spChg chg="add del mod">
          <ac:chgData name="Ahmad, Nadia Genebra" userId="2eef2cf0-e606-4076-8505-6d6658fa1c4a" providerId="ADAL" clId="{25500C8D-D01B-4065-8D5C-E8E2B80B099E}" dt="2024-10-04T11:02:45.301" v="5768" actId="478"/>
          <ac:spMkLst>
            <pc:docMk/>
            <pc:sldMk cId="1217881003" sldId="2097"/>
            <ac:spMk id="213" creationId="{47FC1968-033E-5096-8E8D-4A7CDD3C2200}"/>
          </ac:spMkLst>
        </pc:spChg>
        <pc:spChg chg="add del mod">
          <ac:chgData name="Ahmad, Nadia Genebra" userId="2eef2cf0-e606-4076-8505-6d6658fa1c4a" providerId="ADAL" clId="{25500C8D-D01B-4065-8D5C-E8E2B80B099E}" dt="2024-10-04T11:02:45.301" v="5768" actId="478"/>
          <ac:spMkLst>
            <pc:docMk/>
            <pc:sldMk cId="1217881003" sldId="2097"/>
            <ac:spMk id="214" creationId="{A8C57564-0635-5453-DAC1-6791FEEBED87}"/>
          </ac:spMkLst>
        </pc:spChg>
        <pc:spChg chg="add mod">
          <ac:chgData name="Ahmad, Nadia Genebra" userId="2eef2cf0-e606-4076-8505-6d6658fa1c4a" providerId="ADAL" clId="{25500C8D-D01B-4065-8D5C-E8E2B80B099E}" dt="2024-10-04T16:48:57.844" v="6091" actId="164"/>
          <ac:spMkLst>
            <pc:docMk/>
            <pc:sldMk cId="1217881003" sldId="2097"/>
            <ac:spMk id="218" creationId="{427500DE-F5AF-9383-EFC0-30644658C58C}"/>
          </ac:spMkLst>
        </pc:spChg>
        <pc:spChg chg="add del mod">
          <ac:chgData name="Ahmad, Nadia Genebra" userId="2eef2cf0-e606-4076-8505-6d6658fa1c4a" providerId="ADAL" clId="{25500C8D-D01B-4065-8D5C-E8E2B80B099E}" dt="2024-10-04T17:01:37.130" v="6456" actId="478"/>
          <ac:spMkLst>
            <pc:docMk/>
            <pc:sldMk cId="1217881003" sldId="2097"/>
            <ac:spMk id="221" creationId="{A1D64A68-E744-624A-23B7-C70614BE05AD}"/>
          </ac:spMkLst>
        </pc:spChg>
        <pc:spChg chg="add del mod">
          <ac:chgData name="Ahmad, Nadia Genebra" userId="2eef2cf0-e606-4076-8505-6d6658fa1c4a" providerId="ADAL" clId="{25500C8D-D01B-4065-8D5C-E8E2B80B099E}" dt="2024-10-04T16:44:05.671" v="5995" actId="478"/>
          <ac:spMkLst>
            <pc:docMk/>
            <pc:sldMk cId="1217881003" sldId="2097"/>
            <ac:spMk id="222" creationId="{6E08D971-9DE3-72F0-6415-104E61947944}"/>
          </ac:spMkLst>
        </pc:spChg>
        <pc:spChg chg="add del mod topLvl">
          <ac:chgData name="Ahmad, Nadia Genebra" userId="2eef2cf0-e606-4076-8505-6d6658fa1c4a" providerId="ADAL" clId="{25500C8D-D01B-4065-8D5C-E8E2B80B099E}" dt="2024-10-04T17:01:14.566" v="6453" actId="478"/>
          <ac:spMkLst>
            <pc:docMk/>
            <pc:sldMk cId="1217881003" sldId="2097"/>
            <ac:spMk id="223" creationId="{3B427F6B-C5BC-A52B-FD67-07B7468784C9}"/>
          </ac:spMkLst>
        </pc:spChg>
        <pc:spChg chg="mod">
          <ac:chgData name="Ahmad, Nadia Genebra" userId="2eef2cf0-e606-4076-8505-6d6658fa1c4a" providerId="ADAL" clId="{25500C8D-D01B-4065-8D5C-E8E2B80B099E}" dt="2024-10-04T16:57:02.676" v="6242" actId="20577"/>
          <ac:spMkLst>
            <pc:docMk/>
            <pc:sldMk cId="1217881003" sldId="2097"/>
            <ac:spMk id="225" creationId="{5C7F17D2-9BEE-59C1-FAA7-EBF8CE52999D}"/>
          </ac:spMkLst>
        </pc:spChg>
        <pc:spChg chg="mod">
          <ac:chgData name="Ahmad, Nadia Genebra" userId="2eef2cf0-e606-4076-8505-6d6658fa1c4a" providerId="ADAL" clId="{25500C8D-D01B-4065-8D5C-E8E2B80B099E}" dt="2024-10-04T17:02:51.420" v="6494" actId="1036"/>
          <ac:spMkLst>
            <pc:docMk/>
            <pc:sldMk cId="1217881003" sldId="2097"/>
            <ac:spMk id="230" creationId="{746F1F22-BDC2-137A-42B8-25CCE74F49DF}"/>
          </ac:spMkLst>
        </pc:spChg>
        <pc:spChg chg="add del mod">
          <ac:chgData name="Ahmad, Nadia Genebra" userId="2eef2cf0-e606-4076-8505-6d6658fa1c4a" providerId="ADAL" clId="{25500C8D-D01B-4065-8D5C-E8E2B80B099E}" dt="2024-10-04T16:56:13.741" v="6208" actId="478"/>
          <ac:spMkLst>
            <pc:docMk/>
            <pc:sldMk cId="1217881003" sldId="2097"/>
            <ac:spMk id="241" creationId="{6E7903AE-B547-0B48-278D-38CC75B6C74E}"/>
          </ac:spMkLst>
        </pc:spChg>
        <pc:spChg chg="add del mod">
          <ac:chgData name="Ahmad, Nadia Genebra" userId="2eef2cf0-e606-4076-8505-6d6658fa1c4a" providerId="ADAL" clId="{25500C8D-D01B-4065-8D5C-E8E2B80B099E}" dt="2024-10-04T16:46:27.694" v="6052" actId="478"/>
          <ac:spMkLst>
            <pc:docMk/>
            <pc:sldMk cId="1217881003" sldId="2097"/>
            <ac:spMk id="242" creationId="{D1BDB272-2C2D-2C9F-E5D5-E529B85D4579}"/>
          </ac:spMkLst>
        </pc:spChg>
        <pc:spChg chg="add del mod">
          <ac:chgData name="Ahmad, Nadia Genebra" userId="2eef2cf0-e606-4076-8505-6d6658fa1c4a" providerId="ADAL" clId="{25500C8D-D01B-4065-8D5C-E8E2B80B099E}" dt="2024-10-04T16:46:31.496" v="6053" actId="478"/>
          <ac:spMkLst>
            <pc:docMk/>
            <pc:sldMk cId="1217881003" sldId="2097"/>
            <ac:spMk id="243" creationId="{ACAA1312-2AF1-F53F-D47E-2373DF840098}"/>
          </ac:spMkLst>
        </pc:spChg>
        <pc:spChg chg="add del mod">
          <ac:chgData name="Ahmad, Nadia Genebra" userId="2eef2cf0-e606-4076-8505-6d6658fa1c4a" providerId="ADAL" clId="{25500C8D-D01B-4065-8D5C-E8E2B80B099E}" dt="2024-10-04T16:46:35.219" v="6055" actId="478"/>
          <ac:spMkLst>
            <pc:docMk/>
            <pc:sldMk cId="1217881003" sldId="2097"/>
            <ac:spMk id="244" creationId="{43561D3E-8310-CCC9-A6C7-E769E8DA14D3}"/>
          </ac:spMkLst>
        </pc:spChg>
        <pc:spChg chg="add del mod">
          <ac:chgData name="Ahmad, Nadia Genebra" userId="2eef2cf0-e606-4076-8505-6d6658fa1c4a" providerId="ADAL" clId="{25500C8D-D01B-4065-8D5C-E8E2B80B099E}" dt="2024-10-04T16:56:15.177" v="6209" actId="478"/>
          <ac:spMkLst>
            <pc:docMk/>
            <pc:sldMk cId="1217881003" sldId="2097"/>
            <ac:spMk id="250" creationId="{B13FADCD-1382-9DBF-52C7-33B8ACA3967D}"/>
          </ac:spMkLst>
        </pc:spChg>
        <pc:spChg chg="add del mod">
          <ac:chgData name="Ahmad, Nadia Genebra" userId="2eef2cf0-e606-4076-8505-6d6658fa1c4a" providerId="ADAL" clId="{25500C8D-D01B-4065-8D5C-E8E2B80B099E}" dt="2024-10-04T16:44:44.774" v="6002" actId="478"/>
          <ac:spMkLst>
            <pc:docMk/>
            <pc:sldMk cId="1217881003" sldId="2097"/>
            <ac:spMk id="251" creationId="{4DD22034-06FA-149D-0775-11EA1C21B89B}"/>
          </ac:spMkLst>
        </pc:spChg>
        <pc:spChg chg="add del mod">
          <ac:chgData name="Ahmad, Nadia Genebra" userId="2eef2cf0-e606-4076-8505-6d6658fa1c4a" providerId="ADAL" clId="{25500C8D-D01B-4065-8D5C-E8E2B80B099E}" dt="2024-10-04T16:46:33.661" v="6054" actId="478"/>
          <ac:spMkLst>
            <pc:docMk/>
            <pc:sldMk cId="1217881003" sldId="2097"/>
            <ac:spMk id="252" creationId="{ECA120B0-BC4F-8C15-17DA-901B1DB72B98}"/>
          </ac:spMkLst>
        </pc:spChg>
        <pc:spChg chg="add del mod">
          <ac:chgData name="Ahmad, Nadia Genebra" userId="2eef2cf0-e606-4076-8505-6d6658fa1c4a" providerId="ADAL" clId="{25500C8D-D01B-4065-8D5C-E8E2B80B099E}" dt="2024-10-04T16:46:37.376" v="6056" actId="478"/>
          <ac:spMkLst>
            <pc:docMk/>
            <pc:sldMk cId="1217881003" sldId="2097"/>
            <ac:spMk id="253" creationId="{E7925BC2-CA13-CA5C-CD09-77485C3FDC5E}"/>
          </ac:spMkLst>
        </pc:spChg>
        <pc:spChg chg="mod">
          <ac:chgData name="Ahmad, Nadia Genebra" userId="2eef2cf0-e606-4076-8505-6d6658fa1c4a" providerId="ADAL" clId="{25500C8D-D01B-4065-8D5C-E8E2B80B099E}" dt="2024-10-04T17:05:13.237" v="6512" actId="207"/>
          <ac:spMkLst>
            <pc:docMk/>
            <pc:sldMk cId="1217881003" sldId="2097"/>
            <ac:spMk id="258" creationId="{745F7496-E953-3A4C-3656-029E058473F4}"/>
          </ac:spMkLst>
        </pc:spChg>
        <pc:spChg chg="add del mod">
          <ac:chgData name="Ahmad, Nadia Genebra" userId="2eef2cf0-e606-4076-8505-6d6658fa1c4a" providerId="ADAL" clId="{25500C8D-D01B-4065-8D5C-E8E2B80B099E}" dt="2024-10-04T16:55:49.608" v="6204" actId="478"/>
          <ac:spMkLst>
            <pc:docMk/>
            <pc:sldMk cId="1217881003" sldId="2097"/>
            <ac:spMk id="264" creationId="{C681E78B-29B6-98AC-517C-CE2756E8DBC6}"/>
          </ac:spMkLst>
        </pc:spChg>
        <pc:spChg chg="add del mod">
          <ac:chgData name="Ahmad, Nadia Genebra" userId="2eef2cf0-e606-4076-8505-6d6658fa1c4a" providerId="ADAL" clId="{25500C8D-D01B-4065-8D5C-E8E2B80B099E}" dt="2024-10-04T16:55:51.514" v="6205" actId="478"/>
          <ac:spMkLst>
            <pc:docMk/>
            <pc:sldMk cId="1217881003" sldId="2097"/>
            <ac:spMk id="266" creationId="{5B6B3B09-1F31-B5AF-E1C8-FEEBD0A6F1FB}"/>
          </ac:spMkLst>
        </pc:spChg>
        <pc:spChg chg="mod topLvl">
          <ac:chgData name="Ahmad, Nadia Genebra" userId="2eef2cf0-e606-4076-8505-6d6658fa1c4a" providerId="ADAL" clId="{25500C8D-D01B-4065-8D5C-E8E2B80B099E}" dt="2024-10-04T17:01:57.459" v="6463" actId="207"/>
          <ac:spMkLst>
            <pc:docMk/>
            <pc:sldMk cId="1217881003" sldId="2097"/>
            <ac:spMk id="272" creationId="{09CF7D4A-6BB7-DFEC-4CAC-2BA4B4A9E649}"/>
          </ac:spMkLst>
        </pc:spChg>
        <pc:spChg chg="mod">
          <ac:chgData name="Ahmad, Nadia Genebra" userId="2eef2cf0-e606-4076-8505-6d6658fa1c4a" providerId="ADAL" clId="{25500C8D-D01B-4065-8D5C-E8E2B80B099E}" dt="2024-10-04T17:11:03.829" v="6541" actId="14100"/>
          <ac:spMkLst>
            <pc:docMk/>
            <pc:sldMk cId="1217881003" sldId="2097"/>
            <ac:spMk id="274" creationId="{ADF56E53-B143-6FCB-5253-DAD6BA9431DE}"/>
          </ac:spMkLst>
        </pc:spChg>
        <pc:spChg chg="mod">
          <ac:chgData name="Ahmad, Nadia Genebra" userId="2eef2cf0-e606-4076-8505-6d6658fa1c4a" providerId="ADAL" clId="{25500C8D-D01B-4065-8D5C-E8E2B80B099E}" dt="2024-10-04T17:01:46.190" v="6460" actId="165"/>
          <ac:spMkLst>
            <pc:docMk/>
            <pc:sldMk cId="1217881003" sldId="2097"/>
            <ac:spMk id="275" creationId="{EF2456CE-9160-5E42-243A-BB243C3076E5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0" creationId="{B4FB5936-57AB-969D-00B6-84F72500D84B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2" creationId="{6BD40682-0DFC-6C17-3EE6-E6DF6A178DA2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3" creationId="{EBCA54F0-612E-FECE-4CFF-FEB01FB871B0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4" creationId="{8F829791-8215-B154-6D95-BBB6C8B71E20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6" creationId="{62AE3B12-8371-4D1A-885A-BA2DA9B25CA5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8" creationId="{EB1E8CCE-8FBA-1E3A-6FC5-601996A5A2D0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09" creationId="{966A8098-B935-2CAC-D5C2-DED3AB428563}"/>
          </ac:spMkLst>
        </pc:spChg>
        <pc:spChg chg="mod">
          <ac:chgData name="Ahmad, Nadia Genebra" userId="2eef2cf0-e606-4076-8505-6d6658fa1c4a" providerId="ADAL" clId="{25500C8D-D01B-4065-8D5C-E8E2B80B099E}" dt="2024-10-04T10:32:32.292" v="4652" actId="165"/>
          <ac:spMkLst>
            <pc:docMk/>
            <pc:sldMk cId="1217881003" sldId="2097"/>
            <ac:spMk id="310" creationId="{56EA836B-E1CB-CCB9-2282-A33F31B8A151}"/>
          </ac:spMkLst>
        </pc:spChg>
        <pc:spChg chg="del mod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320" creationId="{F025CB45-543A-9E8F-78BF-35E757407EFC}"/>
          </ac:spMkLst>
        </pc:spChg>
        <pc:spChg chg="del">
          <ac:chgData name="Ahmad, Nadia Genebra" userId="2eef2cf0-e606-4076-8505-6d6658fa1c4a" providerId="ADAL" clId="{25500C8D-D01B-4065-8D5C-E8E2B80B099E}" dt="2024-10-04T10:33:02.569" v="4821" actId="478"/>
          <ac:spMkLst>
            <pc:docMk/>
            <pc:sldMk cId="1217881003" sldId="2097"/>
            <ac:spMk id="323" creationId="{74579846-6476-0CCE-15F8-6E0CCD64ED6C}"/>
          </ac:spMkLst>
        </pc:spChg>
        <pc:spChg chg="mod">
          <ac:chgData name="Ahmad, Nadia Genebra" userId="2eef2cf0-e606-4076-8505-6d6658fa1c4a" providerId="ADAL" clId="{25500C8D-D01B-4065-8D5C-E8E2B80B099E}" dt="2024-10-04T17:24:33.353" v="6578" actId="20577"/>
          <ac:spMkLst>
            <pc:docMk/>
            <pc:sldMk cId="1217881003" sldId="2097"/>
            <ac:spMk id="325" creationId="{54FE34E2-F9F3-6BD6-8216-9577CC3C398E}"/>
          </ac:spMkLst>
        </pc:spChg>
        <pc:spChg chg="mod">
          <ac:chgData name="Ahmad, Nadia Genebra" userId="2eef2cf0-e606-4076-8505-6d6658fa1c4a" providerId="ADAL" clId="{25500C8D-D01B-4065-8D5C-E8E2B80B099E}" dt="2024-10-04T17:24:27.697" v="6576" actId="20577"/>
          <ac:spMkLst>
            <pc:docMk/>
            <pc:sldMk cId="1217881003" sldId="2097"/>
            <ac:spMk id="326" creationId="{678C3A00-4EB2-0FAC-FCF7-AB82203C2ECF}"/>
          </ac:spMkLst>
        </pc:spChg>
        <pc:spChg chg="mod">
          <ac:chgData name="Ahmad, Nadia Genebra" userId="2eef2cf0-e606-4076-8505-6d6658fa1c4a" providerId="ADAL" clId="{25500C8D-D01B-4065-8D5C-E8E2B80B099E}" dt="2024-10-04T17:27:55.188" v="6668"/>
          <ac:spMkLst>
            <pc:docMk/>
            <pc:sldMk cId="1217881003" sldId="2097"/>
            <ac:spMk id="333" creationId="{241F2EEC-E4D7-B521-E8B5-78E29110F2E6}"/>
          </ac:spMkLst>
        </pc:spChg>
        <pc:spChg chg="mod">
          <ac:chgData name="Ahmad, Nadia Genebra" userId="2eef2cf0-e606-4076-8505-6d6658fa1c4a" providerId="ADAL" clId="{25500C8D-D01B-4065-8D5C-E8E2B80B099E}" dt="2024-10-04T17:27:11.985" v="6655" actId="20577"/>
          <ac:spMkLst>
            <pc:docMk/>
            <pc:sldMk cId="1217881003" sldId="2097"/>
            <ac:spMk id="334" creationId="{6513E73E-798C-1C3E-3BD8-133E7F9224E1}"/>
          </ac:spMkLst>
        </pc:spChg>
        <pc:spChg chg="mod">
          <ac:chgData name="Ahmad, Nadia Genebra" userId="2eef2cf0-e606-4076-8505-6d6658fa1c4a" providerId="ADAL" clId="{25500C8D-D01B-4065-8D5C-E8E2B80B099E}" dt="2024-10-04T17:29:24.775" v="6741"/>
          <ac:spMkLst>
            <pc:docMk/>
            <pc:sldMk cId="1217881003" sldId="2097"/>
            <ac:spMk id="346" creationId="{024C883F-20C4-6F2C-493F-21CD017348A6}"/>
          </ac:spMkLst>
        </pc:spChg>
        <pc:spChg chg="mod">
          <ac:chgData name="Ahmad, Nadia Genebra" userId="2eef2cf0-e606-4076-8505-6d6658fa1c4a" providerId="ADAL" clId="{25500C8D-D01B-4065-8D5C-E8E2B80B099E}" dt="2024-10-04T17:29:24.775" v="6741"/>
          <ac:spMkLst>
            <pc:docMk/>
            <pc:sldMk cId="1217881003" sldId="2097"/>
            <ac:spMk id="347" creationId="{A4D18E77-8937-7837-C166-F3A54163AC47}"/>
          </ac:spMkLst>
        </pc:spChg>
        <pc:spChg chg="add mod">
          <ac:chgData name="Ahmad, Nadia Genebra" userId="2eef2cf0-e606-4076-8505-6d6658fa1c4a" providerId="ADAL" clId="{25500C8D-D01B-4065-8D5C-E8E2B80B099E}" dt="2024-10-04T17:38:00.404" v="6886" actId="14100"/>
          <ac:spMkLst>
            <pc:docMk/>
            <pc:sldMk cId="1217881003" sldId="2097"/>
            <ac:spMk id="348" creationId="{2BC01637-E7EB-D468-A373-F2BFE69613DE}"/>
          </ac:spMkLst>
        </pc:spChg>
        <pc:grpChg chg="add del mod">
          <ac:chgData name="Ahmad, Nadia Genebra" userId="2eef2cf0-e606-4076-8505-6d6658fa1c4a" providerId="ADAL" clId="{25500C8D-D01B-4065-8D5C-E8E2B80B099E}" dt="2024-10-04T10:39:16.979" v="5045" actId="165"/>
          <ac:grpSpMkLst>
            <pc:docMk/>
            <pc:sldMk cId="1217881003" sldId="2097"/>
            <ac:grpSpMk id="3" creationId="{F0828F38-6618-7DA6-C990-AC96E005DD49}"/>
          </ac:grpSpMkLst>
        </pc:grpChg>
        <pc:grpChg chg="del mod topLvl">
          <ac:chgData name="Ahmad, Nadia Genebra" userId="2eef2cf0-e606-4076-8505-6d6658fa1c4a" providerId="ADAL" clId="{25500C8D-D01B-4065-8D5C-E8E2B80B099E}" dt="2024-10-04T10:39:19.781" v="5046" actId="165"/>
          <ac:grpSpMkLst>
            <pc:docMk/>
            <pc:sldMk cId="1217881003" sldId="2097"/>
            <ac:grpSpMk id="5" creationId="{660229F1-429F-6DE9-0776-3C34052B0E53}"/>
          </ac:grpSpMkLst>
        </pc:grpChg>
        <pc:grpChg chg="del mod">
          <ac:chgData name="Ahmad, Nadia Genebra" userId="2eef2cf0-e606-4076-8505-6d6658fa1c4a" providerId="ADAL" clId="{25500C8D-D01B-4065-8D5C-E8E2B80B099E}" dt="2024-10-04T10:38:20.677" v="5003" actId="478"/>
          <ac:grpSpMkLst>
            <pc:docMk/>
            <pc:sldMk cId="1217881003" sldId="2097"/>
            <ac:grpSpMk id="7" creationId="{324214E9-CCE8-4B3C-E0DD-F157C024C707}"/>
          </ac:grpSpMkLst>
        </pc:grpChg>
        <pc:grpChg chg="add del mod">
          <ac:chgData name="Ahmad, Nadia Genebra" userId="2eef2cf0-e606-4076-8505-6d6658fa1c4a" providerId="ADAL" clId="{25500C8D-D01B-4065-8D5C-E8E2B80B099E}" dt="2024-10-04T10:39:09.632" v="5044" actId="165"/>
          <ac:grpSpMkLst>
            <pc:docMk/>
            <pc:sldMk cId="1217881003" sldId="2097"/>
            <ac:grpSpMk id="11" creationId="{7CB1E92F-7000-B9B2-7236-D2CD03035C5D}"/>
          </ac:grpSpMkLst>
        </pc:grpChg>
        <pc:grpChg chg="del mod topLvl">
          <ac:chgData name="Ahmad, Nadia Genebra" userId="2eef2cf0-e606-4076-8505-6d6658fa1c4a" providerId="ADAL" clId="{25500C8D-D01B-4065-8D5C-E8E2B80B099E}" dt="2024-10-04T10:39:22.304" v="5048" actId="165"/>
          <ac:grpSpMkLst>
            <pc:docMk/>
            <pc:sldMk cId="1217881003" sldId="2097"/>
            <ac:grpSpMk id="13" creationId="{5BF25A56-B594-F829-00EA-EDACE6C2792C}"/>
          </ac:grpSpMkLst>
        </pc:grpChg>
        <pc:grpChg chg="add del mod or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26" creationId="{24D76121-E572-120F-3FF4-372822B07B0F}"/>
          </ac:grpSpMkLst>
        </pc:grpChg>
        <pc:grpChg chg="del mod topLvl">
          <ac:chgData name="Ahmad, Nadia Genebra" userId="2eef2cf0-e606-4076-8505-6d6658fa1c4a" providerId="ADAL" clId="{25500C8D-D01B-4065-8D5C-E8E2B80B099E}" dt="2024-10-04T10:37:01.762" v="4966" actId="478"/>
          <ac:grpSpMkLst>
            <pc:docMk/>
            <pc:sldMk cId="1217881003" sldId="2097"/>
            <ac:grpSpMk id="27" creationId="{9BBF3B2E-CA0C-A71F-4BD8-618D83F185CC}"/>
          </ac:grpSpMkLst>
        </pc:grpChg>
        <pc:grpChg chg="del mod topLvl">
          <ac:chgData name="Ahmad, Nadia Genebra" userId="2eef2cf0-e606-4076-8505-6d6658fa1c4a" providerId="ADAL" clId="{25500C8D-D01B-4065-8D5C-E8E2B80B099E}" dt="2024-10-04T10:37:01.762" v="4966" actId="478"/>
          <ac:grpSpMkLst>
            <pc:docMk/>
            <pc:sldMk cId="1217881003" sldId="2097"/>
            <ac:grpSpMk id="28" creationId="{35115478-38FA-05F1-72E5-E2F4585B2BA4}"/>
          </ac:grpSpMkLst>
        </pc:grpChg>
        <pc:grpChg chg="del mod topLvl">
          <ac:chgData name="Ahmad, Nadia Genebra" userId="2eef2cf0-e606-4076-8505-6d6658fa1c4a" providerId="ADAL" clId="{25500C8D-D01B-4065-8D5C-E8E2B80B099E}" dt="2024-10-04T10:37:01.762" v="4966" actId="478"/>
          <ac:grpSpMkLst>
            <pc:docMk/>
            <pc:sldMk cId="1217881003" sldId="2097"/>
            <ac:grpSpMk id="29" creationId="{123C9A4D-CE7D-22D8-F683-2521E7DAE71A}"/>
          </ac:grpSpMkLst>
        </pc:grpChg>
        <pc:grpChg chg="del mod topLvl">
          <ac:chgData name="Ahmad, Nadia Genebra" userId="2eef2cf0-e606-4076-8505-6d6658fa1c4a" providerId="ADAL" clId="{25500C8D-D01B-4065-8D5C-E8E2B80B099E}" dt="2024-10-04T10:37:01.762" v="4966" actId="478"/>
          <ac:grpSpMkLst>
            <pc:docMk/>
            <pc:sldMk cId="1217881003" sldId="2097"/>
            <ac:grpSpMk id="30" creationId="{84AFF019-8D97-C5BE-8FD9-59162E70A969}"/>
          </ac:grpSpMkLst>
        </pc:grpChg>
        <pc:grpChg chg="del mod topLvl">
          <ac:chgData name="Ahmad, Nadia Genebra" userId="2eef2cf0-e606-4076-8505-6d6658fa1c4a" providerId="ADAL" clId="{25500C8D-D01B-4065-8D5C-E8E2B80B099E}" dt="2024-10-04T10:37:25.168" v="4968" actId="478"/>
          <ac:grpSpMkLst>
            <pc:docMk/>
            <pc:sldMk cId="1217881003" sldId="2097"/>
            <ac:grpSpMk id="31" creationId="{BD0C0B29-8B60-E05B-864A-8FE04D8FB538}"/>
          </ac:grpSpMkLst>
        </pc:grpChg>
        <pc:grpChg chg="del mod topLvl">
          <ac:chgData name="Ahmad, Nadia Genebra" userId="2eef2cf0-e606-4076-8505-6d6658fa1c4a" providerId="ADAL" clId="{25500C8D-D01B-4065-8D5C-E8E2B80B099E}" dt="2024-10-04T10:37:01.762" v="4966" actId="478"/>
          <ac:grpSpMkLst>
            <pc:docMk/>
            <pc:sldMk cId="1217881003" sldId="2097"/>
            <ac:grpSpMk id="32" creationId="{2ACB8205-6963-DCED-D540-43E9111CA2C0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33" creationId="{55E40A3B-20A2-C285-7C67-D1E8887BF362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41" creationId="{078D49CE-6E40-4167-EB35-211626BE71C8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45" creationId="{228348FF-5018-1BA6-063A-B812BB9DE483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60" creationId="{5558B614-643A-69DC-49E9-7602FC61BEB7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129" creationId="{97B8C95D-FA8C-F095-1DF4-91FEE0D697D0}"/>
          </ac:grpSpMkLst>
        </pc:grpChg>
        <pc:grpChg chg="del">
          <ac:chgData name="Ahmad, Nadia Genebra" userId="2eef2cf0-e606-4076-8505-6d6658fa1c4a" providerId="ADAL" clId="{25500C8D-D01B-4065-8D5C-E8E2B80B099E}" dt="2024-10-04T10:33:02.569" v="4821" actId="478"/>
          <ac:grpSpMkLst>
            <pc:docMk/>
            <pc:sldMk cId="1217881003" sldId="2097"/>
            <ac:grpSpMk id="141" creationId="{BDF38E43-D2DA-3932-25F6-D866FAB13AE6}"/>
          </ac:grpSpMkLst>
        </pc:grpChg>
        <pc:grpChg chg="mod">
          <ac:chgData name="Ahmad, Nadia Genebra" userId="2eef2cf0-e606-4076-8505-6d6658fa1c4a" providerId="ADAL" clId="{25500C8D-D01B-4065-8D5C-E8E2B80B099E}" dt="2024-10-04T10:36:50.803" v="4965" actId="165"/>
          <ac:grpSpMkLst>
            <pc:docMk/>
            <pc:sldMk cId="1217881003" sldId="2097"/>
            <ac:grpSpMk id="145" creationId="{6672EF0D-B59D-D10A-4CCF-6216F2161398}"/>
          </ac:grpSpMkLst>
        </pc:grpChg>
        <pc:grpChg chg="del">
          <ac:chgData name="Ahmad, Nadia Genebra" userId="2eef2cf0-e606-4076-8505-6d6658fa1c4a" providerId="ADAL" clId="{25500C8D-D01B-4065-8D5C-E8E2B80B099E}" dt="2024-10-04T10:34:21.772" v="4835" actId="478"/>
          <ac:grpSpMkLst>
            <pc:docMk/>
            <pc:sldMk cId="1217881003" sldId="2097"/>
            <ac:grpSpMk id="150" creationId="{2017BF6D-50B3-4C57-739D-796A4AB9371C}"/>
          </ac:grpSpMkLst>
        </pc:grpChg>
        <pc:grpChg chg="del">
          <ac:chgData name="Ahmad, Nadia Genebra" userId="2eef2cf0-e606-4076-8505-6d6658fa1c4a" providerId="ADAL" clId="{25500C8D-D01B-4065-8D5C-E8E2B80B099E}" dt="2024-10-04T10:33:12.066" v="4825" actId="478"/>
          <ac:grpSpMkLst>
            <pc:docMk/>
            <pc:sldMk cId="1217881003" sldId="2097"/>
            <ac:grpSpMk id="151" creationId="{4DF65BF8-02E3-7667-6AF1-D18876DF83DB}"/>
          </ac:grpSpMkLst>
        </pc:grpChg>
        <pc:grpChg chg="del">
          <ac:chgData name="Ahmad, Nadia Genebra" userId="2eef2cf0-e606-4076-8505-6d6658fa1c4a" providerId="ADAL" clId="{25500C8D-D01B-4065-8D5C-E8E2B80B099E}" dt="2024-10-04T10:33:15.007" v="4827" actId="478"/>
          <ac:grpSpMkLst>
            <pc:docMk/>
            <pc:sldMk cId="1217881003" sldId="2097"/>
            <ac:grpSpMk id="162" creationId="{55FE76D4-C21E-8626-1A45-822D5E4F9CD0}"/>
          </ac:grpSpMkLst>
        </pc:grpChg>
        <pc:grpChg chg="add del mod">
          <ac:chgData name="Ahmad, Nadia Genebra" userId="2eef2cf0-e606-4076-8505-6d6658fa1c4a" providerId="ADAL" clId="{25500C8D-D01B-4065-8D5C-E8E2B80B099E}" dt="2024-10-04T10:38:11.862" v="5001" actId="165"/>
          <ac:grpSpMkLst>
            <pc:docMk/>
            <pc:sldMk cId="1217881003" sldId="2097"/>
            <ac:grpSpMk id="163" creationId="{812FAC78-DFA9-F361-299E-2105FF6969B3}"/>
          </ac:grpSpMkLst>
        </pc:grpChg>
        <pc:grpChg chg="del">
          <ac:chgData name="Ahmad, Nadia Genebra" userId="2eef2cf0-e606-4076-8505-6d6658fa1c4a" providerId="ADAL" clId="{25500C8D-D01B-4065-8D5C-E8E2B80B099E}" dt="2024-10-04T10:32:59.062" v="4820" actId="478"/>
          <ac:grpSpMkLst>
            <pc:docMk/>
            <pc:sldMk cId="1217881003" sldId="2097"/>
            <ac:grpSpMk id="164" creationId="{302A6AFD-069A-6610-6439-3E73840C5B43}"/>
          </ac:grpSpMkLst>
        </pc:grpChg>
        <pc:grpChg chg="del mod topLvl">
          <ac:chgData name="Ahmad, Nadia Genebra" userId="2eef2cf0-e606-4076-8505-6d6658fa1c4a" providerId="ADAL" clId="{25500C8D-D01B-4065-8D5C-E8E2B80B099E}" dt="2024-10-04T10:39:21.238" v="5047" actId="165"/>
          <ac:grpSpMkLst>
            <pc:docMk/>
            <pc:sldMk cId="1217881003" sldId="2097"/>
            <ac:grpSpMk id="170" creationId="{5D16BFBA-F06C-26E5-BEB5-E02B86DA0B32}"/>
          </ac:grpSpMkLst>
        </pc:grpChg>
        <pc:grpChg chg="del mod topLvl">
          <ac:chgData name="Ahmad, Nadia Genebra" userId="2eef2cf0-e606-4076-8505-6d6658fa1c4a" providerId="ADAL" clId="{25500C8D-D01B-4065-8D5C-E8E2B80B099E}" dt="2024-10-04T10:40:47.635" v="5067" actId="165"/>
          <ac:grpSpMkLst>
            <pc:docMk/>
            <pc:sldMk cId="1217881003" sldId="2097"/>
            <ac:grpSpMk id="172" creationId="{20D4596B-F83D-E91F-8DBD-0A1C9974EF43}"/>
          </ac:grpSpMkLst>
        </pc:grpChg>
        <pc:grpChg chg="add del mod">
          <ac:chgData name="Ahmad, Nadia Genebra" userId="2eef2cf0-e606-4076-8505-6d6658fa1c4a" providerId="ADAL" clId="{25500C8D-D01B-4065-8D5C-E8E2B80B099E}" dt="2024-10-04T10:48:00.741" v="5401" actId="478"/>
          <ac:grpSpMkLst>
            <pc:docMk/>
            <pc:sldMk cId="1217881003" sldId="2097"/>
            <ac:grpSpMk id="194" creationId="{A3F7B4EA-624B-2689-752F-1E09D4E9BF62}"/>
          </ac:grpSpMkLst>
        </pc:grpChg>
        <pc:grpChg chg="mod">
          <ac:chgData name="Ahmad, Nadia Genebra" userId="2eef2cf0-e606-4076-8505-6d6658fa1c4a" providerId="ADAL" clId="{25500C8D-D01B-4065-8D5C-E8E2B80B099E}" dt="2024-10-04T10:47:47.709" v="5399"/>
          <ac:grpSpMkLst>
            <pc:docMk/>
            <pc:sldMk cId="1217881003" sldId="2097"/>
            <ac:grpSpMk id="197" creationId="{E55F3F1B-8A08-27FB-4923-369273030CAF}"/>
          </ac:grpSpMkLst>
        </pc:grpChg>
        <pc:grpChg chg="add del mod">
          <ac:chgData name="Ahmad, Nadia Genebra" userId="2eef2cf0-e606-4076-8505-6d6658fa1c4a" providerId="ADAL" clId="{25500C8D-D01B-4065-8D5C-E8E2B80B099E}" dt="2024-10-04T10:58:51.325" v="5611" actId="165"/>
          <ac:grpSpMkLst>
            <pc:docMk/>
            <pc:sldMk cId="1217881003" sldId="2097"/>
            <ac:grpSpMk id="202" creationId="{DD618850-4F0E-8D41-D10F-0F77AC2EEC57}"/>
          </ac:grpSpMkLst>
        </pc:grpChg>
        <pc:grpChg chg="add del mod">
          <ac:chgData name="Ahmad, Nadia Genebra" userId="2eef2cf0-e606-4076-8505-6d6658fa1c4a" providerId="ADAL" clId="{25500C8D-D01B-4065-8D5C-E8E2B80B099E}" dt="2024-10-04T10:59:03.673" v="5614" actId="165"/>
          <ac:grpSpMkLst>
            <pc:docMk/>
            <pc:sldMk cId="1217881003" sldId="2097"/>
            <ac:grpSpMk id="211" creationId="{D96F296F-DA8A-6F25-90CC-5E90AECEC0AE}"/>
          </ac:grpSpMkLst>
        </pc:grpChg>
        <pc:grpChg chg="add del mod">
          <ac:chgData name="Ahmad, Nadia Genebra" userId="2eef2cf0-e606-4076-8505-6d6658fa1c4a" providerId="ADAL" clId="{25500C8D-D01B-4065-8D5C-E8E2B80B099E}" dt="2024-10-04T11:02:59.472" v="5769" actId="165"/>
          <ac:grpSpMkLst>
            <pc:docMk/>
            <pc:sldMk cId="1217881003" sldId="2097"/>
            <ac:grpSpMk id="212" creationId="{A0342D0E-ED38-C078-3213-25B1C8D5FE67}"/>
          </ac:grpSpMkLst>
        </pc:grpChg>
        <pc:grpChg chg="add mod">
          <ac:chgData name="Ahmad, Nadia Genebra" userId="2eef2cf0-e606-4076-8505-6d6658fa1c4a" providerId="ADAL" clId="{25500C8D-D01B-4065-8D5C-E8E2B80B099E}" dt="2024-10-04T11:14:46.579" v="5813" actId="465"/>
          <ac:grpSpMkLst>
            <pc:docMk/>
            <pc:sldMk cId="1217881003" sldId="2097"/>
            <ac:grpSpMk id="215" creationId="{CCFD5933-07C3-8D8B-7C0C-0D0DA7A49C32}"/>
          </ac:grpSpMkLst>
        </pc:grpChg>
        <pc:grpChg chg="add mod">
          <ac:chgData name="Ahmad, Nadia Genebra" userId="2eef2cf0-e606-4076-8505-6d6658fa1c4a" providerId="ADAL" clId="{25500C8D-D01B-4065-8D5C-E8E2B80B099E}" dt="2024-10-04T11:14:42.682" v="5812" actId="164"/>
          <ac:grpSpMkLst>
            <pc:docMk/>
            <pc:sldMk cId="1217881003" sldId="2097"/>
            <ac:grpSpMk id="216" creationId="{5EA0E884-9F31-DD1C-04A0-D10FF75C9E24}"/>
          </ac:grpSpMkLst>
        </pc:grpChg>
        <pc:grpChg chg="add mod ord topLvl">
          <ac:chgData name="Ahmad, Nadia Genebra" userId="2eef2cf0-e606-4076-8505-6d6658fa1c4a" providerId="ADAL" clId="{25500C8D-D01B-4065-8D5C-E8E2B80B099E}" dt="2024-10-04T17:24:15.844" v="6572" actId="1038"/>
          <ac:grpSpMkLst>
            <pc:docMk/>
            <pc:sldMk cId="1217881003" sldId="2097"/>
            <ac:grpSpMk id="224" creationId="{89FD770B-12D5-D0BA-63E1-520B5A143A49}"/>
          </ac:grpSpMkLst>
        </pc:grpChg>
        <pc:grpChg chg="add mod">
          <ac:chgData name="Ahmad, Nadia Genebra" userId="2eef2cf0-e606-4076-8505-6d6658fa1c4a" providerId="ADAL" clId="{25500C8D-D01B-4065-8D5C-E8E2B80B099E}" dt="2024-10-04T16:49:12.054" v="6097" actId="554"/>
          <ac:grpSpMkLst>
            <pc:docMk/>
            <pc:sldMk cId="1217881003" sldId="2097"/>
            <ac:grpSpMk id="255" creationId="{C61DC54E-5047-16E6-DB77-5A3AC54BC797}"/>
          </ac:grpSpMkLst>
        </pc:grpChg>
        <pc:grpChg chg="add mod">
          <ac:chgData name="Ahmad, Nadia Genebra" userId="2eef2cf0-e606-4076-8505-6d6658fa1c4a" providerId="ADAL" clId="{25500C8D-D01B-4065-8D5C-E8E2B80B099E}" dt="2024-10-04T16:49:12.054" v="6097" actId="554"/>
          <ac:grpSpMkLst>
            <pc:docMk/>
            <pc:sldMk cId="1217881003" sldId="2097"/>
            <ac:grpSpMk id="256" creationId="{2220F43A-3884-8520-3EA9-93DD94BE665F}"/>
          </ac:grpSpMkLst>
        </pc:grpChg>
        <pc:grpChg chg="add del mod">
          <ac:chgData name="Ahmad, Nadia Genebra" userId="2eef2cf0-e606-4076-8505-6d6658fa1c4a" providerId="ADAL" clId="{25500C8D-D01B-4065-8D5C-E8E2B80B099E}" dt="2024-10-04T17:01:14.566" v="6453" actId="478"/>
          <ac:grpSpMkLst>
            <pc:docMk/>
            <pc:sldMk cId="1217881003" sldId="2097"/>
            <ac:grpSpMk id="267" creationId="{0BE7ED59-2443-0D6E-4C28-99D027E81CD1}"/>
          </ac:grpSpMkLst>
        </pc:grpChg>
        <pc:grpChg chg="add del mod">
          <ac:chgData name="Ahmad, Nadia Genebra" userId="2eef2cf0-e606-4076-8505-6d6658fa1c4a" providerId="ADAL" clId="{25500C8D-D01B-4065-8D5C-E8E2B80B099E}" dt="2024-10-04T17:01:46.190" v="6460" actId="165"/>
          <ac:grpSpMkLst>
            <pc:docMk/>
            <pc:sldMk cId="1217881003" sldId="2097"/>
            <ac:grpSpMk id="271" creationId="{7DF804D2-1937-26CD-C8BF-2484C901483A}"/>
          </ac:grpSpMkLst>
        </pc:grpChg>
        <pc:grpChg chg="mod topLvl">
          <ac:chgData name="Ahmad, Nadia Genebra" userId="2eef2cf0-e606-4076-8505-6d6658fa1c4a" providerId="ADAL" clId="{25500C8D-D01B-4065-8D5C-E8E2B80B099E}" dt="2024-10-04T17:24:15.844" v="6572" actId="1038"/>
          <ac:grpSpMkLst>
            <pc:docMk/>
            <pc:sldMk cId="1217881003" sldId="2097"/>
            <ac:grpSpMk id="273" creationId="{A5056D59-F2B3-4981-8E59-E77D1F8FB6FC}"/>
          </ac:grpSpMkLst>
        </pc:grpChg>
        <pc:grpChg chg="del mod topLvl">
          <ac:chgData name="Ahmad, Nadia Genebra" userId="2eef2cf0-e606-4076-8505-6d6658fa1c4a" providerId="ADAL" clId="{25500C8D-D01B-4065-8D5C-E8E2B80B099E}" dt="2024-10-04T10:33:02.569" v="4821" actId="478"/>
          <ac:grpSpMkLst>
            <pc:docMk/>
            <pc:sldMk cId="1217881003" sldId="2097"/>
            <ac:grpSpMk id="299" creationId="{278287E7-8576-9115-6AFD-42FB107DA823}"/>
          </ac:grpSpMkLst>
        </pc:grpChg>
        <pc:grpChg chg="mod">
          <ac:chgData name="Ahmad, Nadia Genebra" userId="2eef2cf0-e606-4076-8505-6d6658fa1c4a" providerId="ADAL" clId="{25500C8D-D01B-4065-8D5C-E8E2B80B099E}" dt="2024-10-04T10:32:32.292" v="4652" actId="165"/>
          <ac:grpSpMkLst>
            <pc:docMk/>
            <pc:sldMk cId="1217881003" sldId="2097"/>
            <ac:grpSpMk id="301" creationId="{C55DA565-9CEF-C4E7-F598-80D68D4A23B6}"/>
          </ac:grpSpMkLst>
        </pc:grpChg>
        <pc:grpChg chg="mod ord topLvl">
          <ac:chgData name="Ahmad, Nadia Genebra" userId="2eef2cf0-e606-4076-8505-6d6658fa1c4a" providerId="ADAL" clId="{25500C8D-D01B-4065-8D5C-E8E2B80B099E}" dt="2024-10-04T17:00:53.517" v="6418" actId="166"/>
          <ac:grpSpMkLst>
            <pc:docMk/>
            <pc:sldMk cId="1217881003" sldId="2097"/>
            <ac:grpSpMk id="305" creationId="{A858BCB8-42C2-9504-E52C-20961CF0D8D7}"/>
          </ac:grpSpMkLst>
        </pc:grpChg>
        <pc:grpChg chg="mod">
          <ac:chgData name="Ahmad, Nadia Genebra" userId="2eef2cf0-e606-4076-8505-6d6658fa1c4a" providerId="ADAL" clId="{25500C8D-D01B-4065-8D5C-E8E2B80B099E}" dt="2024-10-04T10:32:32.292" v="4652" actId="165"/>
          <ac:grpSpMkLst>
            <pc:docMk/>
            <pc:sldMk cId="1217881003" sldId="2097"/>
            <ac:grpSpMk id="307" creationId="{176AA8AE-529F-6EB4-3C52-07EDC88EC30F}"/>
          </ac:grpSpMkLst>
        </pc:grpChg>
        <pc:grpChg chg="del">
          <ac:chgData name="Ahmad, Nadia Genebra" userId="2eef2cf0-e606-4076-8505-6d6658fa1c4a" providerId="ADAL" clId="{25500C8D-D01B-4065-8D5C-E8E2B80B099E}" dt="2024-10-04T10:33:02.569" v="4821" actId="478"/>
          <ac:grpSpMkLst>
            <pc:docMk/>
            <pc:sldMk cId="1217881003" sldId="2097"/>
            <ac:grpSpMk id="321" creationId="{1642DAEF-7F58-F245-65A0-278E50CFD1F6}"/>
          </ac:grpSpMkLst>
        </pc:grpChg>
        <pc:grpChg chg="add mod">
          <ac:chgData name="Ahmad, Nadia Genebra" userId="2eef2cf0-e606-4076-8505-6d6658fa1c4a" providerId="ADAL" clId="{25500C8D-D01B-4065-8D5C-E8E2B80B099E}" dt="2024-10-04T17:25:48.899" v="6600" actId="1037"/>
          <ac:grpSpMkLst>
            <pc:docMk/>
            <pc:sldMk cId="1217881003" sldId="2097"/>
            <ac:grpSpMk id="322" creationId="{35758C85-67A2-CFE5-82BA-7A519E2FF1E6}"/>
          </ac:grpSpMkLst>
        </pc:grpChg>
        <pc:grpChg chg="del">
          <ac:chgData name="Ahmad, Nadia Genebra" userId="2eef2cf0-e606-4076-8505-6d6658fa1c4a" providerId="ADAL" clId="{25500C8D-D01B-4065-8D5C-E8E2B80B099E}" dt="2024-10-04T10:32:32.292" v="4652" actId="165"/>
          <ac:grpSpMkLst>
            <pc:docMk/>
            <pc:sldMk cId="1217881003" sldId="2097"/>
            <ac:grpSpMk id="324" creationId="{B0DB8CCC-681D-37F2-DF64-AB9FCD887D47}"/>
          </ac:grpSpMkLst>
        </pc:grpChg>
        <pc:grpChg chg="add mod">
          <ac:chgData name="Ahmad, Nadia Genebra" userId="2eef2cf0-e606-4076-8505-6d6658fa1c4a" providerId="ADAL" clId="{25500C8D-D01B-4065-8D5C-E8E2B80B099E}" dt="2024-10-04T17:28:25.319" v="6712" actId="1038"/>
          <ac:grpSpMkLst>
            <pc:docMk/>
            <pc:sldMk cId="1217881003" sldId="2097"/>
            <ac:grpSpMk id="332" creationId="{7B5D6FFC-AB2C-EA78-5318-B4FE5797A1A7}"/>
          </ac:grpSpMkLst>
        </pc:grpChg>
        <pc:grpChg chg="add mod">
          <ac:chgData name="Ahmad, Nadia Genebra" userId="2eef2cf0-e606-4076-8505-6d6658fa1c4a" providerId="ADAL" clId="{25500C8D-D01B-4065-8D5C-E8E2B80B099E}" dt="2024-10-04T17:29:32.145" v="6742" actId="1076"/>
          <ac:grpSpMkLst>
            <pc:docMk/>
            <pc:sldMk cId="1217881003" sldId="2097"/>
            <ac:grpSpMk id="345" creationId="{FC457FAE-3C87-D134-4C1A-B791EC6B36A1}"/>
          </ac:grpSpMkLst>
        </pc:grpChg>
        <pc:cxnChg chg="del mod">
          <ac:chgData name="Ahmad, Nadia Genebra" userId="2eef2cf0-e606-4076-8505-6d6658fa1c4a" providerId="ADAL" clId="{25500C8D-D01B-4065-8D5C-E8E2B80B099E}" dt="2024-10-04T10:33:02.569" v="4821" actId="478"/>
          <ac:cxnSpMkLst>
            <pc:docMk/>
            <pc:sldMk cId="1217881003" sldId="2097"/>
            <ac:cxnSpMk id="138" creationId="{6AE67DAE-9B0D-11E8-1790-9789F925F7DA}"/>
          </ac:cxnSpMkLst>
        </pc:cxnChg>
        <pc:cxnChg chg="del">
          <ac:chgData name="Ahmad, Nadia Genebra" userId="2eef2cf0-e606-4076-8505-6d6658fa1c4a" providerId="ADAL" clId="{25500C8D-D01B-4065-8D5C-E8E2B80B099E}" dt="2024-10-04T10:33:15.909" v="4828" actId="478"/>
          <ac:cxnSpMkLst>
            <pc:docMk/>
            <pc:sldMk cId="1217881003" sldId="2097"/>
            <ac:cxnSpMk id="144" creationId="{2957F88B-8DBB-0FC1-B2A7-4BC8424DABF6}"/>
          </ac:cxnSpMkLst>
        </pc:cxnChg>
        <pc:cxnChg chg="del">
          <ac:chgData name="Ahmad, Nadia Genebra" userId="2eef2cf0-e606-4076-8505-6d6658fa1c4a" providerId="ADAL" clId="{25500C8D-D01B-4065-8D5C-E8E2B80B099E}" dt="2024-10-04T10:33:07.750" v="4822" actId="478"/>
          <ac:cxnSpMkLst>
            <pc:docMk/>
            <pc:sldMk cId="1217881003" sldId="2097"/>
            <ac:cxnSpMk id="175" creationId="{8360E62A-0C61-B9D8-815D-69607072E3B5}"/>
          </ac:cxnSpMkLst>
        </pc:cxnChg>
        <pc:cxnChg chg="del">
          <ac:chgData name="Ahmad, Nadia Genebra" userId="2eef2cf0-e606-4076-8505-6d6658fa1c4a" providerId="ADAL" clId="{25500C8D-D01B-4065-8D5C-E8E2B80B099E}" dt="2024-10-04T10:32:51.292" v="4818" actId="478"/>
          <ac:cxnSpMkLst>
            <pc:docMk/>
            <pc:sldMk cId="1217881003" sldId="2097"/>
            <ac:cxnSpMk id="179" creationId="{ED482BE2-49B6-3C0E-EE33-0158D6A57ABE}"/>
          </ac:cxnSpMkLst>
        </pc:cxnChg>
        <pc:cxnChg chg="del">
          <ac:chgData name="Ahmad, Nadia Genebra" userId="2eef2cf0-e606-4076-8505-6d6658fa1c4a" providerId="ADAL" clId="{25500C8D-D01B-4065-8D5C-E8E2B80B099E}" dt="2024-10-04T10:32:51.292" v="4818" actId="478"/>
          <ac:cxnSpMkLst>
            <pc:docMk/>
            <pc:sldMk cId="1217881003" sldId="2097"/>
            <ac:cxnSpMk id="180" creationId="{5F69F97F-22EE-B178-D21B-E3478609498F}"/>
          </ac:cxnSpMkLst>
        </pc:cxnChg>
        <pc:cxnChg chg="del mod">
          <ac:chgData name="Ahmad, Nadia Genebra" userId="2eef2cf0-e606-4076-8505-6d6658fa1c4a" providerId="ADAL" clId="{25500C8D-D01B-4065-8D5C-E8E2B80B099E}" dt="2024-10-04T10:33:02.569" v="4821" actId="478"/>
          <ac:cxnSpMkLst>
            <pc:docMk/>
            <pc:sldMk cId="1217881003" sldId="2097"/>
            <ac:cxnSpMk id="189" creationId="{1CF9EE27-7EAE-8842-9C55-EF900FB5E6A3}"/>
          </ac:cxnSpMkLst>
        </pc:cxnChg>
        <pc:cxnChg chg="del mod">
          <ac:chgData name="Ahmad, Nadia Genebra" userId="2eef2cf0-e606-4076-8505-6d6658fa1c4a" providerId="ADAL" clId="{25500C8D-D01B-4065-8D5C-E8E2B80B099E}" dt="2024-10-04T10:33:02.569" v="4821" actId="478"/>
          <ac:cxnSpMkLst>
            <pc:docMk/>
            <pc:sldMk cId="1217881003" sldId="2097"/>
            <ac:cxnSpMk id="192" creationId="{D5D47D60-0774-4CFD-9726-345538E7105A}"/>
          </ac:cxnSpMkLst>
        </pc:cxnChg>
        <pc:cxnChg chg="del mod">
          <ac:chgData name="Ahmad, Nadia Genebra" userId="2eef2cf0-e606-4076-8505-6d6658fa1c4a" providerId="ADAL" clId="{25500C8D-D01B-4065-8D5C-E8E2B80B099E}" dt="2024-10-04T10:33:08.575" v="4823" actId="478"/>
          <ac:cxnSpMkLst>
            <pc:docMk/>
            <pc:sldMk cId="1217881003" sldId="2097"/>
            <ac:cxnSpMk id="195" creationId="{C38A3567-A027-CD39-84C4-8837B1F5EEFD}"/>
          </ac:cxnSpMkLst>
        </pc:cxnChg>
        <pc:cxnChg chg="del mod">
          <ac:chgData name="Ahmad, Nadia Genebra" userId="2eef2cf0-e606-4076-8505-6d6658fa1c4a" providerId="ADAL" clId="{25500C8D-D01B-4065-8D5C-E8E2B80B099E}" dt="2024-10-04T10:33:12.899" v="4826" actId="478"/>
          <ac:cxnSpMkLst>
            <pc:docMk/>
            <pc:sldMk cId="1217881003" sldId="2097"/>
            <ac:cxnSpMk id="199" creationId="{387C8A86-FE42-8F57-7FAD-35B9C46934F2}"/>
          </ac:cxnSpMkLst>
        </pc:cxnChg>
        <pc:cxnChg chg="del mod">
          <ac:chgData name="Ahmad, Nadia Genebra" userId="2eef2cf0-e606-4076-8505-6d6658fa1c4a" providerId="ADAL" clId="{25500C8D-D01B-4065-8D5C-E8E2B80B099E}" dt="2024-10-04T10:33:12.066" v="4825" actId="478"/>
          <ac:cxnSpMkLst>
            <pc:docMk/>
            <pc:sldMk cId="1217881003" sldId="2097"/>
            <ac:cxnSpMk id="203" creationId="{11677DD6-F723-76B6-FCF4-E3C1E9C6C50E}"/>
          </ac:cxnSpMkLst>
        </pc:cxnChg>
        <pc:cxnChg chg="add mod">
          <ac:chgData name="Ahmad, Nadia Genebra" userId="2eef2cf0-e606-4076-8505-6d6658fa1c4a" providerId="ADAL" clId="{25500C8D-D01B-4065-8D5C-E8E2B80B099E}" dt="2024-10-04T16:48:57.844" v="6091" actId="164"/>
          <ac:cxnSpMkLst>
            <pc:docMk/>
            <pc:sldMk cId="1217881003" sldId="2097"/>
            <ac:cxnSpMk id="217" creationId="{BF36E059-2C22-1692-A3B5-7A8E6C897D89}"/>
          </ac:cxnSpMkLst>
        </pc:cxnChg>
        <pc:cxnChg chg="mod">
          <ac:chgData name="Ahmad, Nadia Genebra" userId="2eef2cf0-e606-4076-8505-6d6658fa1c4a" providerId="ADAL" clId="{25500C8D-D01B-4065-8D5C-E8E2B80B099E}" dt="2024-10-04T16:49:18.692" v="6109" actId="14100"/>
          <ac:cxnSpMkLst>
            <pc:docMk/>
            <pc:sldMk cId="1217881003" sldId="2097"/>
            <ac:cxnSpMk id="257" creationId="{2E06F183-805F-8C89-F5AE-901EE0FFC5EE}"/>
          </ac:cxnSpMkLst>
        </pc:cxnChg>
        <pc:cxnChg chg="add mod ord">
          <ac:chgData name="Ahmad, Nadia Genebra" userId="2eef2cf0-e606-4076-8505-6d6658fa1c4a" providerId="ADAL" clId="{25500C8D-D01B-4065-8D5C-E8E2B80B099E}" dt="2024-10-04T17:24:15.844" v="6572" actId="1038"/>
          <ac:cxnSpMkLst>
            <pc:docMk/>
            <pc:sldMk cId="1217881003" sldId="2097"/>
            <ac:cxnSpMk id="268" creationId="{3FEC1AC5-ACFE-7E42-1573-42139A7C4762}"/>
          </ac:cxnSpMkLst>
        </pc:cxnChg>
        <pc:cxnChg chg="add mod">
          <ac:chgData name="Ahmad, Nadia Genebra" userId="2eef2cf0-e606-4076-8505-6d6658fa1c4a" providerId="ADAL" clId="{25500C8D-D01B-4065-8D5C-E8E2B80B099E}" dt="2024-10-04T17:24:15.844" v="6572" actId="1038"/>
          <ac:cxnSpMkLst>
            <pc:docMk/>
            <pc:sldMk cId="1217881003" sldId="2097"/>
            <ac:cxnSpMk id="276" creationId="{426ACE16-F8BE-F327-17D1-B6F0E48D3673}"/>
          </ac:cxnSpMkLst>
        </pc:cxnChg>
        <pc:cxnChg chg="add mod">
          <ac:chgData name="Ahmad, Nadia Genebra" userId="2eef2cf0-e606-4076-8505-6d6658fa1c4a" providerId="ADAL" clId="{25500C8D-D01B-4065-8D5C-E8E2B80B099E}" dt="2024-10-04T17:24:15.844" v="6572" actId="1038"/>
          <ac:cxnSpMkLst>
            <pc:docMk/>
            <pc:sldMk cId="1217881003" sldId="2097"/>
            <ac:cxnSpMk id="281" creationId="{D34E8AA1-B79A-0D3B-BFCA-D79BBC5AD8D4}"/>
          </ac:cxnSpMkLst>
        </pc:cxnChg>
        <pc:cxnChg chg="add mod">
          <ac:chgData name="Ahmad, Nadia Genebra" userId="2eef2cf0-e606-4076-8505-6d6658fa1c4a" providerId="ADAL" clId="{25500C8D-D01B-4065-8D5C-E8E2B80B099E}" dt="2024-10-04T17:25:54.018" v="6601" actId="14100"/>
          <ac:cxnSpMkLst>
            <pc:docMk/>
            <pc:sldMk cId="1217881003" sldId="2097"/>
            <ac:cxnSpMk id="327" creationId="{DDC595DD-39F0-7AF6-A31F-FED88C43A7DC}"/>
          </ac:cxnSpMkLst>
        </pc:cxnChg>
        <pc:cxnChg chg="del mod">
          <ac:chgData name="Ahmad, Nadia Genebra" userId="2eef2cf0-e606-4076-8505-6d6658fa1c4a" providerId="ADAL" clId="{25500C8D-D01B-4065-8D5C-E8E2B80B099E}" dt="2024-10-04T10:33:02.569" v="4821" actId="478"/>
          <ac:cxnSpMkLst>
            <pc:docMk/>
            <pc:sldMk cId="1217881003" sldId="2097"/>
            <ac:cxnSpMk id="329" creationId="{8D7D2D42-98D9-6BAC-C11C-D0F093B86504}"/>
          </ac:cxnSpMkLst>
        </pc:cxnChg>
        <pc:cxnChg chg="add mod">
          <ac:chgData name="Ahmad, Nadia Genebra" userId="2eef2cf0-e606-4076-8505-6d6658fa1c4a" providerId="ADAL" clId="{25500C8D-D01B-4065-8D5C-E8E2B80B099E}" dt="2024-10-04T17:29:17.495" v="6740" actId="14100"/>
          <ac:cxnSpMkLst>
            <pc:docMk/>
            <pc:sldMk cId="1217881003" sldId="2097"/>
            <ac:cxnSpMk id="335" creationId="{066E3EFF-0541-F2D4-4B74-FE28C7A91336}"/>
          </ac:cxnSpMkLst>
        </pc:cxnChg>
      </pc:sldChg>
      <pc:sldChg chg="addSp delSp modSp add mod modShow">
        <pc:chgData name="Ahmad, Nadia Genebra" userId="2eef2cf0-e606-4076-8505-6d6658fa1c4a" providerId="ADAL" clId="{25500C8D-D01B-4065-8D5C-E8E2B80B099E}" dt="2024-10-04T17:38:02.826" v="6887"/>
        <pc:sldMkLst>
          <pc:docMk/>
          <pc:sldMk cId="1343450730" sldId="2098"/>
        </pc:sldMkLst>
        <pc:spChg chg="add mod">
          <ac:chgData name="Ahmad, Nadia Genebra" userId="2eef2cf0-e606-4076-8505-6d6658fa1c4a" providerId="ADAL" clId="{25500C8D-D01B-4065-8D5C-E8E2B80B099E}" dt="2024-10-04T17:38:02.826" v="6887"/>
          <ac:spMkLst>
            <pc:docMk/>
            <pc:sldMk cId="1343450730" sldId="2098"/>
            <ac:spMk id="2" creationId="{4CFAEC10-C174-1728-4E7A-D86D8E6372A1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4" creationId="{8E4FB07F-8673-602D-B048-A2A89A25E74C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" creationId="{2513A573-A6C2-7B73-0DB4-BA9E3FFF2E8A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82" creationId="{0EA7FBCF-497E-E9D3-81D1-EA71BC678A50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83" creationId="{AF7704B3-2870-93E3-4239-5381F8057934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84" creationId="{F458C300-D48B-8920-1105-1A25B78B360E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85" creationId="{EA495792-1AA2-9424-93E0-AECEF527D696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186" creationId="{C7C7A70F-8F79-F9D0-66BF-1FAA220D97AD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4" creationId="{31F7F774-4471-2124-9AC1-6D6F1E54A026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5" creationId="{3085A03F-4150-6184-2589-C57E83DF8344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7" creationId="{8DE3FD13-4EBE-8248-64AF-47D4E2B20987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8" creationId="{FA5E5F46-8A06-9F70-D9C4-2E71C4A7B8F0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09" creationId="{08B6ED3D-14BF-63EB-FAB8-A0C3251595E5}"/>
          </ac:spMkLst>
        </pc:spChg>
        <pc:spChg chg="del">
          <ac:chgData name="Ahmad, Nadia Genebra" userId="2eef2cf0-e606-4076-8505-6d6658fa1c4a" providerId="ADAL" clId="{25500C8D-D01B-4065-8D5C-E8E2B80B099E}" dt="2024-10-04T17:29:43.972" v="6744" actId="478"/>
          <ac:spMkLst>
            <pc:docMk/>
            <pc:sldMk cId="1343450730" sldId="2098"/>
            <ac:spMk id="210" creationId="{7A173B9E-EE23-CBD1-4A10-75BC6DC71DCF}"/>
          </ac:spMkLst>
        </pc:spChg>
        <pc:spChg chg="mod">
          <ac:chgData name="Ahmad, Nadia Genebra" userId="2eef2cf0-e606-4076-8505-6d6658fa1c4a" providerId="ADAL" clId="{25500C8D-D01B-4065-8D5C-E8E2B80B099E}" dt="2024-10-04T17:30:08.034" v="6750" actId="14100"/>
          <ac:spMkLst>
            <pc:docMk/>
            <pc:sldMk cId="1343450730" sldId="2098"/>
            <ac:spMk id="225" creationId="{5C7F17D2-9BEE-59C1-FAA7-EBF8CE52999D}"/>
          </ac:spMkLst>
        </pc:spChg>
        <pc:spChg chg="mod">
          <ac:chgData name="Ahmad, Nadia Genebra" userId="2eef2cf0-e606-4076-8505-6d6658fa1c4a" providerId="ADAL" clId="{25500C8D-D01B-4065-8D5C-E8E2B80B099E}" dt="2024-10-04T17:30:49.265" v="6758" actId="14100"/>
          <ac:spMkLst>
            <pc:docMk/>
            <pc:sldMk cId="1343450730" sldId="2098"/>
            <ac:spMk id="272" creationId="{09CF7D4A-6BB7-DFEC-4CAC-2BA4B4A9E649}"/>
          </ac:spMkLst>
        </pc:spChg>
        <pc:spChg chg="mod">
          <ac:chgData name="Ahmad, Nadia Genebra" userId="2eef2cf0-e606-4076-8505-6d6658fa1c4a" providerId="ADAL" clId="{25500C8D-D01B-4065-8D5C-E8E2B80B099E}" dt="2024-10-04T17:31:50.612" v="6837" actId="20577"/>
          <ac:spMkLst>
            <pc:docMk/>
            <pc:sldMk cId="1343450730" sldId="2098"/>
            <ac:spMk id="346" creationId="{024C883F-20C4-6F2C-493F-21CD017348A6}"/>
          </ac:spMkLst>
        </pc:spChg>
        <pc:spChg chg="mod">
          <ac:chgData name="Ahmad, Nadia Genebra" userId="2eef2cf0-e606-4076-8505-6d6658fa1c4a" providerId="ADAL" clId="{25500C8D-D01B-4065-8D5C-E8E2B80B099E}" dt="2024-10-04T17:30:59.103" v="6761" actId="20577"/>
          <ac:spMkLst>
            <pc:docMk/>
            <pc:sldMk cId="1343450730" sldId="2098"/>
            <ac:spMk id="347" creationId="{A4D18E77-8937-7837-C166-F3A54163AC47}"/>
          </ac:spMkLst>
        </pc:spChg>
        <pc:grpChg chg="del">
          <ac:chgData name="Ahmad, Nadia Genebra" userId="2eef2cf0-e606-4076-8505-6d6658fa1c4a" providerId="ADAL" clId="{25500C8D-D01B-4065-8D5C-E8E2B80B099E}" dt="2024-10-04T17:29:43.972" v="6744" actId="478"/>
          <ac:grpSpMkLst>
            <pc:docMk/>
            <pc:sldMk cId="1343450730" sldId="2098"/>
            <ac:grpSpMk id="215" creationId="{CCFD5933-07C3-8D8B-7C0C-0D0DA7A49C32}"/>
          </ac:grpSpMkLst>
        </pc:grpChg>
        <pc:grpChg chg="del">
          <ac:chgData name="Ahmad, Nadia Genebra" userId="2eef2cf0-e606-4076-8505-6d6658fa1c4a" providerId="ADAL" clId="{25500C8D-D01B-4065-8D5C-E8E2B80B099E}" dt="2024-10-04T17:29:43.972" v="6744" actId="478"/>
          <ac:grpSpMkLst>
            <pc:docMk/>
            <pc:sldMk cId="1343450730" sldId="2098"/>
            <ac:grpSpMk id="216" creationId="{5EA0E884-9F31-DD1C-04A0-D10FF75C9E24}"/>
          </ac:grpSpMkLst>
        </pc:grpChg>
        <pc:grpChg chg="mod">
          <ac:chgData name="Ahmad, Nadia Genebra" userId="2eef2cf0-e606-4076-8505-6d6658fa1c4a" providerId="ADAL" clId="{25500C8D-D01B-4065-8D5C-E8E2B80B099E}" dt="2024-10-04T17:30:11.968" v="6752" actId="552"/>
          <ac:grpSpMkLst>
            <pc:docMk/>
            <pc:sldMk cId="1343450730" sldId="2098"/>
            <ac:grpSpMk id="224" creationId="{89FD770B-12D5-D0BA-63E1-520B5A143A49}"/>
          </ac:grpSpMkLst>
        </pc:grpChg>
        <pc:grpChg chg="del">
          <ac:chgData name="Ahmad, Nadia Genebra" userId="2eef2cf0-e606-4076-8505-6d6658fa1c4a" providerId="ADAL" clId="{25500C8D-D01B-4065-8D5C-E8E2B80B099E}" dt="2024-10-04T17:29:43.972" v="6744" actId="478"/>
          <ac:grpSpMkLst>
            <pc:docMk/>
            <pc:sldMk cId="1343450730" sldId="2098"/>
            <ac:grpSpMk id="255" creationId="{C61DC54E-5047-16E6-DB77-5A3AC54BC797}"/>
          </ac:grpSpMkLst>
        </pc:grpChg>
        <pc:grpChg chg="mod">
          <ac:chgData name="Ahmad, Nadia Genebra" userId="2eef2cf0-e606-4076-8505-6d6658fa1c4a" providerId="ADAL" clId="{25500C8D-D01B-4065-8D5C-E8E2B80B099E}" dt="2024-10-04T17:30:11.968" v="6752" actId="552"/>
          <ac:grpSpMkLst>
            <pc:docMk/>
            <pc:sldMk cId="1343450730" sldId="2098"/>
            <ac:grpSpMk id="273" creationId="{A5056D59-F2B3-4981-8E59-E77D1F8FB6FC}"/>
          </ac:grpSpMkLst>
        </pc:grpChg>
        <pc:grpChg chg="mod">
          <ac:chgData name="Ahmad, Nadia Genebra" userId="2eef2cf0-e606-4076-8505-6d6658fa1c4a" providerId="ADAL" clId="{25500C8D-D01B-4065-8D5C-E8E2B80B099E}" dt="2024-10-04T17:30:44.058" v="6757" actId="1076"/>
          <ac:grpSpMkLst>
            <pc:docMk/>
            <pc:sldMk cId="1343450730" sldId="2098"/>
            <ac:grpSpMk id="305" creationId="{A858BCB8-42C2-9504-E52C-20961CF0D8D7}"/>
          </ac:grpSpMkLst>
        </pc:grpChg>
        <pc:grpChg chg="mod">
          <ac:chgData name="Ahmad, Nadia Genebra" userId="2eef2cf0-e606-4076-8505-6d6658fa1c4a" providerId="ADAL" clId="{25500C8D-D01B-4065-8D5C-E8E2B80B099E}" dt="2024-10-04T17:30:03.442" v="6749" actId="1076"/>
          <ac:grpSpMkLst>
            <pc:docMk/>
            <pc:sldMk cId="1343450730" sldId="2098"/>
            <ac:grpSpMk id="322" creationId="{35758C85-67A2-CFE5-82BA-7A519E2FF1E6}"/>
          </ac:grpSpMkLst>
        </pc:grpChg>
        <pc:grpChg chg="mod">
          <ac:chgData name="Ahmad, Nadia Genebra" userId="2eef2cf0-e606-4076-8505-6d6658fa1c4a" providerId="ADAL" clId="{25500C8D-D01B-4065-8D5C-E8E2B80B099E}" dt="2024-10-04T17:30:23.118" v="6754" actId="465"/>
          <ac:grpSpMkLst>
            <pc:docMk/>
            <pc:sldMk cId="1343450730" sldId="2098"/>
            <ac:grpSpMk id="332" creationId="{7B5D6FFC-AB2C-EA78-5318-B4FE5797A1A7}"/>
          </ac:grpSpMkLst>
        </pc:grpChg>
        <pc:grpChg chg="mod">
          <ac:chgData name="Ahmad, Nadia Genebra" userId="2eef2cf0-e606-4076-8505-6d6658fa1c4a" providerId="ADAL" clId="{25500C8D-D01B-4065-8D5C-E8E2B80B099E}" dt="2024-10-04T17:30:29.786" v="6755" actId="1076"/>
          <ac:grpSpMkLst>
            <pc:docMk/>
            <pc:sldMk cId="1343450730" sldId="2098"/>
            <ac:grpSpMk id="345" creationId="{FC457FAE-3C87-D134-4C1A-B791EC6B36A1}"/>
          </ac:grpSpMkLst>
        </pc:grpChg>
        <pc:cxnChg chg="del mod">
          <ac:chgData name="Ahmad, Nadia Genebra" userId="2eef2cf0-e606-4076-8505-6d6658fa1c4a" providerId="ADAL" clId="{25500C8D-D01B-4065-8D5C-E8E2B80B099E}" dt="2024-10-04T17:29:49.156" v="6747" actId="478"/>
          <ac:cxnSpMkLst>
            <pc:docMk/>
            <pc:sldMk cId="1343450730" sldId="2098"/>
            <ac:cxnSpMk id="268" creationId="{3FEC1AC5-ACFE-7E42-1573-42139A7C4762}"/>
          </ac:cxnSpMkLst>
        </pc:cxnChg>
        <pc:cxnChg chg="del mod">
          <ac:chgData name="Ahmad, Nadia Genebra" userId="2eef2cf0-e606-4076-8505-6d6658fa1c4a" providerId="ADAL" clId="{25500C8D-D01B-4065-8D5C-E8E2B80B099E}" dt="2024-10-04T17:29:47.635" v="6745" actId="478"/>
          <ac:cxnSpMkLst>
            <pc:docMk/>
            <pc:sldMk cId="1343450730" sldId="2098"/>
            <ac:cxnSpMk id="276" creationId="{426ACE16-F8BE-F327-17D1-B6F0E48D3673}"/>
          </ac:cxnSpMkLst>
        </pc:cxnChg>
        <pc:cxnChg chg="del mod">
          <ac:chgData name="Ahmad, Nadia Genebra" userId="2eef2cf0-e606-4076-8505-6d6658fa1c4a" providerId="ADAL" clId="{25500C8D-D01B-4065-8D5C-E8E2B80B099E}" dt="2024-10-04T17:29:48.206" v="6746" actId="478"/>
          <ac:cxnSpMkLst>
            <pc:docMk/>
            <pc:sldMk cId="1343450730" sldId="2098"/>
            <ac:cxnSpMk id="281" creationId="{D34E8AA1-B79A-0D3B-BFCA-D79BBC5AD8D4}"/>
          </ac:cxnSpMkLst>
        </pc:cxnChg>
        <pc:cxnChg chg="mod">
          <ac:chgData name="Ahmad, Nadia Genebra" userId="2eef2cf0-e606-4076-8505-6d6658fa1c4a" providerId="ADAL" clId="{25500C8D-D01B-4065-8D5C-E8E2B80B099E}" dt="2024-10-04T17:30:11.968" v="6752" actId="552"/>
          <ac:cxnSpMkLst>
            <pc:docMk/>
            <pc:sldMk cId="1343450730" sldId="2098"/>
            <ac:cxnSpMk id="327" creationId="{DDC595DD-39F0-7AF6-A31F-FED88C43A7DC}"/>
          </ac:cxnSpMkLst>
        </pc:cxnChg>
        <pc:cxnChg chg="del">
          <ac:chgData name="Ahmad, Nadia Genebra" userId="2eef2cf0-e606-4076-8505-6d6658fa1c4a" providerId="ADAL" clId="{25500C8D-D01B-4065-8D5C-E8E2B80B099E}" dt="2024-10-04T17:30:16.990" v="6753" actId="478"/>
          <ac:cxnSpMkLst>
            <pc:docMk/>
            <pc:sldMk cId="1343450730" sldId="2098"/>
            <ac:cxnSpMk id="335" creationId="{066E3EFF-0541-F2D4-4B74-FE28C7A91336}"/>
          </ac:cxnSpMkLst>
        </pc:cxnChg>
      </pc:sldChg>
    </pc:docChg>
  </pc:docChgLst>
  <pc:docChgLst>
    <pc:chgData name="Godinho, Luis" userId="73da12d6-0d4b-484b-8b4c-3d031c51bbca" providerId="ADAL" clId="{5DDAFA8F-CC71-4F45-A1A7-06A529F4B7EB}"/>
    <pc:docChg chg="undo custSel addSld delSld modSld">
      <pc:chgData name="Godinho, Luis" userId="73da12d6-0d4b-484b-8b4c-3d031c51bbca" providerId="ADAL" clId="{5DDAFA8F-CC71-4F45-A1A7-06A529F4B7EB}" dt="2024-05-08T09:55:31.451" v="571" actId="1036"/>
      <pc:docMkLst>
        <pc:docMk/>
      </pc:docMkLst>
      <pc:sldChg chg="modSp del mod">
        <pc:chgData name="Godinho, Luis" userId="73da12d6-0d4b-484b-8b4c-3d031c51bbca" providerId="ADAL" clId="{5DDAFA8F-CC71-4F45-A1A7-06A529F4B7EB}" dt="2024-05-08T09:01:27.104" v="73" actId="47"/>
        <pc:sldMkLst>
          <pc:docMk/>
          <pc:sldMk cId="855580657" sldId="256"/>
        </pc:sldMkLst>
        <pc:spChg chg="mod">
          <ac:chgData name="Godinho, Luis" userId="73da12d6-0d4b-484b-8b4c-3d031c51bbca" providerId="ADAL" clId="{5DDAFA8F-CC71-4F45-A1A7-06A529F4B7EB}" dt="2024-05-08T09:00:46.787" v="1" actId="114"/>
          <ac:spMkLst>
            <pc:docMk/>
            <pc:sldMk cId="855580657" sldId="256"/>
            <ac:spMk id="4" creationId="{B7A138B7-010B-4261-B134-DFBC17016A9D}"/>
          </ac:spMkLst>
        </pc:spChg>
      </pc:sldChg>
      <pc:sldChg chg="addSp delSp modSp mod">
        <pc:chgData name="Godinho, Luis" userId="73da12d6-0d4b-484b-8b4c-3d031c51bbca" providerId="ADAL" clId="{5DDAFA8F-CC71-4F45-A1A7-06A529F4B7EB}" dt="2024-05-08T09:32:25.878" v="159" actId="1036"/>
        <pc:sldMkLst>
          <pc:docMk/>
          <pc:sldMk cId="3872909856" sldId="1852"/>
        </pc:sldMkLst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4" creationId="{251981E8-9036-F41C-899B-902E54C8E9F0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" creationId="{8C04675B-497B-AB1D-E3C6-2508E3DCE83E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" creationId="{4689C3B9-CE47-F878-EC09-6446D3A1044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" creationId="{5C4CC2A1-D5E4-D358-0385-E67E3F0F0D4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" creationId="{65E8D863-653B-7816-8642-9D3881C42F13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" creationId="{30A84F0F-362F-0A91-A2F1-5229E31FF36A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0" creationId="{20B4DB45-EF95-5019-337C-C0E8D0F6B3F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2" creationId="{3E32A6AF-7D53-2C93-2DAD-12DF23B16BED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3" creationId="{58AF970C-2E89-EF22-0FE1-3F130FA373F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5" creationId="{E7BC637E-E1A7-B969-F294-0AE3BE25A3A0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6" creationId="{FEB9EDC4-F74B-E676-8F3B-37512C90BB6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7" creationId="{858B30DE-BBF8-3C45-D93F-B71854D0DFFE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3" creationId="{E1C198D0-BC5A-2D49-78C4-6C64482D6E3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4" creationId="{6412C85D-1A01-B20D-B6CA-0D218783280B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5" creationId="{62F1B143-36EC-2F65-2725-699FF705869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6" creationId="{2D3F4EDA-69D6-D131-5083-818B0263CC1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7" creationId="{5EE90DB7-0E06-41A2-675A-45B1ACB06E85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8" creationId="{1FADC920-FF11-483D-0747-2946E521AB8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29" creationId="{752D3AAE-0C69-7897-21E2-B18B1629186B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0" creationId="{F8C13810-7DE6-5E49-3C70-4DEF263FCBEB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1" creationId="{13E5E132-9FA4-FD36-049D-EEA66772BCA7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2" creationId="{5B11A4B2-57B4-4E4E-0CA7-0550274ACE4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3" creationId="{F0932F51-13C0-9FA3-3FB0-EAEB3DA59CC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4" creationId="{2BC97965-FA01-B53B-3A28-8F77F4E68409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37" creationId="{9E7C90FB-2AA1-7BE9-0BC7-503AF7265835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47" creationId="{0CFB11D0-6FA6-7F08-9772-A1BB94771465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48" creationId="{9EB4BAC8-44C2-E059-96E1-537E36BFE05E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49" creationId="{1123FF63-B460-B41D-7213-A1CB2BF5FCB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0" creationId="{8BA7BB47-0E28-18BC-2EBA-94B7BE42F6C9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1" creationId="{AA75C1C1-0E51-49D6-C333-8750705C1E7A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2" creationId="{0A4E4A93-2165-C231-463A-723B986E85F4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7" creationId="{8ADF9706-836B-5056-F145-AA761E2721D5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8" creationId="{6ECCD86F-4774-49E2-9959-82B78987570A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59" creationId="{2E9F2DD8-4848-7A5D-10E4-4437AB120F16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0" creationId="{B0AA7A96-20AC-D4F8-22CF-F7CA0B48360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1" creationId="{0C1F0AAB-976A-8301-97B5-BCC603A8BC4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2" creationId="{99A2C7A7-0A3E-4308-1538-4711B4A277FF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3" creationId="{27455C6A-9A76-E7CB-6A90-DA11EF0CA2A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4" creationId="{DE30BC78-7934-E44C-6AED-5E45B3D42ECD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5" creationId="{86EF58F0-CD23-7FA7-F018-DA226F8EDC86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6" creationId="{AC3DCB16-45C5-F268-91E6-5D127CD80096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7" creationId="{7B6AC55C-1CEC-F635-8D66-092C32EF3ED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8" creationId="{F44C2627-23CE-E303-2CDC-BDB095C10E67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69" creationId="{ED195E12-19C9-2003-3705-1E79B881551F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0" creationId="{DD758238-BC08-CCCF-0ED2-CC2531D0FA42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1" creationId="{3746B476-5B67-45F5-6511-21EA5F124680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2" creationId="{9801037B-BAD7-D0E3-1F0F-8CBFC092FF61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3" creationId="{7C2B5DD4-B772-6CDD-2EF3-7D5AE0A7DF9F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4" creationId="{7BD4E60A-A9A1-227C-8F45-61B6C0EBDD02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5" creationId="{0FC2F70E-A170-6AEE-C985-E33273F5EEB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6" creationId="{64EB60C5-089F-10C4-3057-7C814B5DE57A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7" creationId="{E8BF0D64-3FD3-6E0A-4C5B-7D43F58410AA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8" creationId="{18161F6D-1FC4-97C4-8AFE-6C57C8757CF0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79" creationId="{6CE4A161-8734-5ECF-9099-9C984AE5CFFD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0" creationId="{5CE89F14-908A-A8D9-C9EB-56065DD6760E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1" creationId="{15C1837B-8E8F-E4C9-77BA-57FCE46787CB}"/>
          </ac:spMkLst>
        </pc:spChg>
        <pc:spChg chg="del">
          <ac:chgData name="Godinho, Luis" userId="73da12d6-0d4b-484b-8b4c-3d031c51bbca" providerId="ADAL" clId="{5DDAFA8F-CC71-4F45-A1A7-06A529F4B7EB}" dt="2024-05-08T09:32:14.176" v="139" actId="478"/>
          <ac:spMkLst>
            <pc:docMk/>
            <pc:sldMk cId="3872909856" sldId="1852"/>
            <ac:spMk id="82" creationId="{D06F35EF-CDA3-4D60-909F-097C53F0A21F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3" creationId="{2D3C407C-C9CE-08FE-C248-3BBAF01945D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4" creationId="{D57B4164-C278-E1DD-0011-96E3CE820D6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5" creationId="{18C619BC-5AF2-B8E3-866C-5AB103B892C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6" creationId="{AA0F7D3C-A447-BC94-D61C-4996BD42321D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7" creationId="{A68C0038-2B2A-E1F5-30EC-1FA3521A9468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8" creationId="{85714170-2C2C-812C-A597-FEAD5821DBDB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89" creationId="{A1A7979A-8038-5FDB-7304-DC2AE44BA3A7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0" creationId="{1B40BC9D-9BCD-76ED-9382-C76A9C2DADD3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1" creationId="{6A1CC8E5-B81D-84DE-847D-B8652B9B924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2" creationId="{21409BFC-DEC7-E874-1FBD-969D71883B36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3" creationId="{2BA26D04-AC4E-B2D9-890A-10622C138E89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4" creationId="{1DEB05B1-DA11-F0ED-6D7B-96803E010ABB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5" creationId="{60BFA8FD-8EC2-463A-FFAA-A383A8F396F3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96" creationId="{5C2E5E11-CAE5-38FD-9406-6B3138408597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03" creationId="{3F6CF52D-72BC-9B7A-1FA5-F8771F669315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09" creationId="{617B5603-B7E1-2BBE-FACE-E5BCE858D14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30" creationId="{3AD84D04-A802-4665-3F00-93985EC8834C}"/>
          </ac:spMkLst>
        </pc:spChg>
        <pc:spChg chg="mod">
          <ac:chgData name="Godinho, Luis" userId="73da12d6-0d4b-484b-8b4c-3d031c51bbca" providerId="ADAL" clId="{5DDAFA8F-CC71-4F45-A1A7-06A529F4B7EB}" dt="2024-05-08T09:32:22.922" v="140" actId="164"/>
          <ac:spMkLst>
            <pc:docMk/>
            <pc:sldMk cId="3872909856" sldId="1852"/>
            <ac:spMk id="131" creationId="{4E1FE1AA-5324-EAA7-37BC-926E74FB7687}"/>
          </ac:spMkLst>
        </pc:spChg>
        <pc:grpChg chg="add mod">
          <ac:chgData name="Godinho, Luis" userId="73da12d6-0d4b-484b-8b4c-3d031c51bbca" providerId="ADAL" clId="{5DDAFA8F-CC71-4F45-A1A7-06A529F4B7EB}" dt="2024-05-08T09:32:25.878" v="159" actId="1036"/>
          <ac:grpSpMkLst>
            <pc:docMk/>
            <pc:sldMk cId="3872909856" sldId="1852"/>
            <ac:grpSpMk id="11" creationId="{97C8E341-8F55-43AB-092D-C24F7EA62BAD}"/>
          </ac:grpSpMkLst>
        </pc:grpChg>
        <pc:grpChg chg="mod">
          <ac:chgData name="Godinho, Luis" userId="73da12d6-0d4b-484b-8b4c-3d031c51bbca" providerId="ADAL" clId="{5DDAFA8F-CC71-4F45-A1A7-06A529F4B7EB}" dt="2024-05-08T09:32:22.922" v="140" actId="164"/>
          <ac:grpSpMkLst>
            <pc:docMk/>
            <pc:sldMk cId="3872909856" sldId="1852"/>
            <ac:grpSpMk id="133" creationId="{D8191F6C-6D5E-BC73-7FCD-DA84DD723412}"/>
          </ac:grpSpMkLst>
        </pc:grp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19" creationId="{998EBEDE-D9C2-C525-53B3-52B389062CD9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20" creationId="{93465FC6-F3E0-C056-6155-F59865BEE050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21" creationId="{F697BA84-8E10-1AB9-4D32-F7095EBAEC7F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22" creationId="{01A8CE36-C438-B411-D69A-FEB5AF0827BC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45" creationId="{6702B3C8-F426-5EEB-104E-E2B6353A023E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54" creationId="{DF04281C-A2AA-0387-650F-4B530939E28C}"/>
          </ac:cxnSpMkLst>
        </pc:cxnChg>
        <pc:cxnChg chg="mod">
          <ac:chgData name="Godinho, Luis" userId="73da12d6-0d4b-484b-8b4c-3d031c51bbca" providerId="ADAL" clId="{5DDAFA8F-CC71-4F45-A1A7-06A529F4B7EB}" dt="2024-05-08T09:32:22.922" v="140" actId="164"/>
          <ac:cxnSpMkLst>
            <pc:docMk/>
            <pc:sldMk cId="3872909856" sldId="1852"/>
            <ac:cxnSpMk id="104" creationId="{12B764EA-AACA-3211-339E-E192D2A0FFF3}"/>
          </ac:cxnSpMkLst>
        </pc:cxnChg>
      </pc:sldChg>
      <pc:sldChg chg="addSp delSp modSp mod">
        <pc:chgData name="Godinho, Luis" userId="73da12d6-0d4b-484b-8b4c-3d031c51bbca" providerId="ADAL" clId="{5DDAFA8F-CC71-4F45-A1A7-06A529F4B7EB}" dt="2024-05-08T09:16:25.280" v="108" actId="1035"/>
        <pc:sldMkLst>
          <pc:docMk/>
          <pc:sldMk cId="3555018831" sldId="2085"/>
        </pc:sldMkLst>
        <pc:spChg chg="del">
          <ac:chgData name="Godinho, Luis" userId="73da12d6-0d4b-484b-8b4c-3d031c51bbca" providerId="ADAL" clId="{5DDAFA8F-CC71-4F45-A1A7-06A529F4B7EB}" dt="2024-05-08T09:02:07.660" v="74" actId="478"/>
          <ac:spMkLst>
            <pc:docMk/>
            <pc:sldMk cId="3555018831" sldId="2085"/>
            <ac:spMk id="3" creationId="{CEF6D394-DAEF-6E08-B759-F73EBDC61727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7" creationId="{556EDA9A-5BCD-C3ED-BA57-1C1F2DBF9F11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9" creationId="{23045147-8BB7-6129-D2FF-2B12F0CD71DF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1" creationId="{D0E2F14E-5C0F-BA72-BE80-CF404B74E963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" creationId="{01FFA002-BB6B-6620-E62D-8235D84B1DFE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" creationId="{57CDD8CA-C5AC-6844-74D2-7779ACA9784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" creationId="{D43A22EE-1292-E354-5018-729953C09BCB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" creationId="{A4A63A59-8826-5FDD-DEE9-3FB174EE0FE1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8" creationId="{0BDBBFF1-3E56-8D06-2C13-128CAA885C8B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9" creationId="{1205114D-4F82-E6AF-59E3-0CF60B9A5D9B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1" creationId="{B903ADF2-C03E-DBB7-50DD-4D2FFA492D9F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2" creationId="{60BF4FF1-CB0B-46A6-0F61-AD334596A811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4" creationId="{591583FE-10D9-1F03-AE3C-B9EBC47542FE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5" creationId="{5EB07D4D-BEEA-0871-18C9-7CB1CDCFFD03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6" creationId="{DB66FB71-D849-A4CC-354D-332939C1C55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29" creationId="{C0D31ECF-96B5-9290-19AF-B4A3780E33AB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31" creationId="{04BCC49E-C063-6FF4-1590-132CA04FE5F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11" creationId="{85CCACE7-E280-AE53-B8A1-44982936C488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13" creationId="{FD8ED87B-39F6-A54A-06FB-A7D59F6BBF39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17" creationId="{66E288B0-6EF5-6A77-6DD6-3B13C055CD41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18" creationId="{66002219-FB59-49DC-AA11-3670CCEBD7F7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1" creationId="{921B89C8-8B4D-9B52-EBE7-06562D3B79AB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2" creationId="{C79D9828-8BBD-D979-3DE6-4DA0A35C06D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3" creationId="{A01870E2-9284-C12F-E06F-25BBF1D5DB53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4" creationId="{BC3A2975-653C-55E3-CC0C-E056D53BBD83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5" creationId="{7D8165BD-CB03-57CC-CF69-CD9F14F7274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6" creationId="{A7AA056A-045C-A883-8577-61358AA7A67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7" creationId="{8F4729AA-3143-1824-3B32-AD2EEA0DF519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8" creationId="{9F64C11D-B3DB-D6E1-4111-5A86D5C60865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39" creationId="{298E26D5-272A-94F2-E90B-A326F7124DAE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0" creationId="{9FA7E352-679F-6F30-007C-0307C8695CCC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1" creationId="{A6A5C681-96A1-51CF-BCE2-95F609934C1F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2" creationId="{935168EB-F722-E697-8F27-FB9289A2462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3" creationId="{1E1BDBB4-27A7-B4BD-6992-4EF33D63EB67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4" creationId="{EB7B6815-4D43-77DD-1C8C-D9A060BBE9A8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5" creationId="{10833D01-FB5F-AC56-9011-386F84FE6338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6" creationId="{367BE5B3-4220-70A5-68C4-6A14E074B757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7" creationId="{9925D7FE-6D81-358F-10CA-916342A0736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49" creationId="{845507C2-4D73-38FC-7546-3446F2DCEDE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0" creationId="{C368DB2E-EFFD-D0B4-454F-97C620F00492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1" creationId="{CC1C912F-1264-7503-9EA9-A2239D945B5E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2" creationId="{D9337C85-92F8-AC44-6AAC-4FC220E101CD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3" creationId="{A6604117-ABAB-F3CF-FB57-16519A99E08D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4" creationId="{35A115F6-2CFC-CB70-3EF3-7D811FEE2DE1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5" creationId="{2A96C6AD-3CDC-71C0-5AF8-52F50EDBF9B6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6" creationId="{30014BE5-526B-92AA-DF5A-8749E1C6EAD2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7" creationId="{88C45CB5-E653-9EDE-D5C0-B978F908C15C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8" creationId="{928B901B-6EA8-DF81-77CC-492F78085AEE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59" creationId="{D4290A71-BD6E-8B3F-CF9C-A82507AC5F0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2" creationId="{731F75E3-7A4C-0BC1-3F06-3EB3192997D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3" creationId="{7261BC0B-BBF9-1E36-848F-6EF330A2BC8A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4" creationId="{66F4C132-801E-8113-87DE-74EFCF8ED0B6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6" creationId="{FEFB526D-808C-5267-DB49-B70B24B31CF4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7" creationId="{60AA88E3-9E0F-9AA8-2074-CB90B9B80CA2}"/>
          </ac:spMkLst>
        </pc:spChg>
        <pc:spChg chg="mod">
          <ac:chgData name="Godinho, Luis" userId="73da12d6-0d4b-484b-8b4c-3d031c51bbca" providerId="ADAL" clId="{5DDAFA8F-CC71-4F45-A1A7-06A529F4B7EB}" dt="2024-05-08T09:16:20.609" v="87" actId="164"/>
          <ac:spMkLst>
            <pc:docMk/>
            <pc:sldMk cId="3555018831" sldId="2085"/>
            <ac:spMk id="168" creationId="{6C64D4B5-95D8-299F-BD0B-F747B5D0D3B8}"/>
          </ac:spMkLst>
        </pc:spChg>
        <pc:grpChg chg="add mod">
          <ac:chgData name="Godinho, Luis" userId="73da12d6-0d4b-484b-8b4c-3d031c51bbca" providerId="ADAL" clId="{5DDAFA8F-CC71-4F45-A1A7-06A529F4B7EB}" dt="2024-05-08T09:16:25.280" v="108" actId="1035"/>
          <ac:grpSpMkLst>
            <pc:docMk/>
            <pc:sldMk cId="3555018831" sldId="2085"/>
            <ac:grpSpMk id="4" creationId="{FC70A7D3-8D90-61D9-2DE4-6D218F6543FE}"/>
          </ac:grpSpMkLst>
        </pc:grp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12" creationId="{54FC5802-AE4B-07BA-F471-B867CC15F1BC}"/>
          </ac:picMkLst>
        </pc:pic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17" creationId="{03642F12-A87C-4469-1CFB-C382740827DE}"/>
          </ac:picMkLst>
        </pc:pic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23" creationId="{4F212B51-AA74-820F-55B3-898E39E46133}"/>
          </ac:picMkLst>
        </pc:pic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30" creationId="{79D9045A-ABC3-0F30-344B-F7F36F058B50}"/>
          </ac:picMkLst>
        </pc:pic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116" creationId="{DF9E2DF6-D568-CF99-E918-5955F9B57F74}"/>
          </ac:picMkLst>
        </pc:picChg>
        <pc:picChg chg="mod">
          <ac:chgData name="Godinho, Luis" userId="73da12d6-0d4b-484b-8b4c-3d031c51bbca" providerId="ADAL" clId="{5DDAFA8F-CC71-4F45-A1A7-06A529F4B7EB}" dt="2024-05-08T09:16:20.609" v="87" actId="164"/>
          <ac:picMkLst>
            <pc:docMk/>
            <pc:sldMk cId="3555018831" sldId="2085"/>
            <ac:picMk id="165" creationId="{CBF7A4D7-E208-0391-4C7C-9A7B7573F677}"/>
          </ac:picMkLst>
        </pc:pic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1" creationId="{C758BD11-483B-9315-64DF-055DD40BCE0F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2" creationId="{A1CA97FA-F95C-2321-113E-79BEF3CA4560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3" creationId="{6C3509FE-3895-D901-4576-C02B5B50A4F0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4" creationId="{F19937DC-1C10-21DE-FF67-78D71750D17D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5" creationId="{AF98F7A9-5C90-37CF-C5C8-ED9B50AFA6F6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6" creationId="{997E3832-3281-7B3B-2A47-7B692CCB65B2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7" creationId="{9E3B5A0C-5BD4-AB6C-FB4A-1A76A235CEB4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8" creationId="{6BDCA999-FBE2-C8D3-10FA-D4098D210AF8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29" creationId="{AF13AA55-60D9-2B4C-B3A6-85B0697B5979}"/>
          </ac:cxnSpMkLst>
        </pc:cxnChg>
        <pc:cxnChg chg="mod">
          <ac:chgData name="Godinho, Luis" userId="73da12d6-0d4b-484b-8b4c-3d031c51bbca" providerId="ADAL" clId="{5DDAFA8F-CC71-4F45-A1A7-06A529F4B7EB}" dt="2024-05-08T09:16:20.609" v="87" actId="164"/>
          <ac:cxnSpMkLst>
            <pc:docMk/>
            <pc:sldMk cId="3555018831" sldId="2085"/>
            <ac:cxnSpMk id="130" creationId="{D3D35C6D-064D-D73F-050C-10529C8421BF}"/>
          </ac:cxnSpMkLst>
        </pc:cxnChg>
      </pc:sldChg>
      <pc:sldChg chg="addSp delSp modSp mod">
        <pc:chgData name="Godinho, Luis" userId="73da12d6-0d4b-484b-8b4c-3d031c51bbca" providerId="ADAL" clId="{5DDAFA8F-CC71-4F45-A1A7-06A529F4B7EB}" dt="2024-05-08T09:16:47.637" v="135" actId="1036"/>
        <pc:sldMkLst>
          <pc:docMk/>
          <pc:sldMk cId="1086649321" sldId="2086"/>
        </pc:sldMkLst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47" creationId="{786FCCCC-A74D-297B-C6AF-9761086FA81A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48" creationId="{92075DAE-5A6C-7CB6-197B-5829F43171E5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49" creationId="{C63E63A8-1BDB-4E95-A18F-3C3376C9B89C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51" creationId="{43C4F2CA-F135-F597-221C-C96221F8A37B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52" creationId="{04F00250-B1BA-8173-E8BE-E6E75DAE4BBF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53" creationId="{4C1E3AEF-0B5D-86E0-4DC1-920EA1CF6832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55" creationId="{BEC26253-154F-62BE-09A0-491DD20F641B}"/>
          </ac:spMkLst>
        </pc:spChg>
        <pc:spChg chg="del">
          <ac:chgData name="Godinho, Luis" userId="73da12d6-0d4b-484b-8b4c-3d031c51bbca" providerId="ADAL" clId="{5DDAFA8F-CC71-4F45-A1A7-06A529F4B7EB}" dt="2024-05-08T09:16:38.222" v="109" actId="478"/>
          <ac:spMkLst>
            <pc:docMk/>
            <pc:sldMk cId="1086649321" sldId="2086"/>
            <ac:spMk id="289" creationId="{0247DB8D-EE1F-A3B1-8F31-960510214241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91" creationId="{64753D56-6324-A5A3-DBE4-E36E134D6E1C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92" creationId="{97CAC16A-A0E7-C116-7B9C-30D4B3255598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299" creationId="{DEF6F9CE-0993-9D19-23A1-809134B9DE55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300" creationId="{A6EE1CFF-325C-8621-A105-6A5AFBE37171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301" creationId="{AB980F06-A069-1530-E123-E2F4FE590BBB}"/>
          </ac:spMkLst>
        </pc:spChg>
        <pc:spChg chg="mod">
          <ac:chgData name="Godinho, Luis" userId="73da12d6-0d4b-484b-8b4c-3d031c51bbca" providerId="ADAL" clId="{5DDAFA8F-CC71-4F45-A1A7-06A529F4B7EB}" dt="2024-05-08T09:16:44.498" v="110" actId="164"/>
          <ac:spMkLst>
            <pc:docMk/>
            <pc:sldMk cId="1086649321" sldId="2086"/>
            <ac:spMk id="302" creationId="{EC1DC5FA-A64B-2BD6-B138-4C70F41FC696}"/>
          </ac:spMkLst>
        </pc:spChg>
        <pc:grpChg chg="add mod">
          <ac:chgData name="Godinho, Luis" userId="73da12d6-0d4b-484b-8b4c-3d031c51bbca" providerId="ADAL" clId="{5DDAFA8F-CC71-4F45-A1A7-06A529F4B7EB}" dt="2024-05-08T09:16:47.637" v="135" actId="1036"/>
          <ac:grpSpMkLst>
            <pc:docMk/>
            <pc:sldMk cId="1086649321" sldId="2086"/>
            <ac:grpSpMk id="4" creationId="{30284937-F836-8643-C57F-91E2D06428C4}"/>
          </ac:grpSpMkLst>
        </pc:grpChg>
      </pc:sldChg>
      <pc:sldChg chg="addSp delSp modSp mod">
        <pc:chgData name="Godinho, Luis" userId="73da12d6-0d4b-484b-8b4c-3d031c51bbca" providerId="ADAL" clId="{5DDAFA8F-CC71-4F45-A1A7-06A529F4B7EB}" dt="2024-05-08T09:32:51.166" v="185" actId="1035"/>
        <pc:sldMkLst>
          <pc:docMk/>
          <pc:sldMk cId="2587956276" sldId="2091"/>
        </pc:sldMkLst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9" creationId="{00403AC9-4956-8396-B62E-BB2E6AE53173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11" creationId="{0BB65B0C-BC55-9CFE-D56F-4F245E4E2A64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36" creationId="{4C4F8FF8-3325-BB1A-F2E7-A528C490AE9E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37" creationId="{925CA16C-5C21-738F-7B29-86A8D4F21C73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38" creationId="{4D8508D3-9302-190C-19AD-FE9F80BD8E25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39" creationId="{A4845DE5-E9FF-96F6-3585-6A36CCF4914F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0" creationId="{96987068-AB23-FEA6-A458-200690D9CAF1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1" creationId="{EC4F49A5-F3FB-53F6-3F35-BAD06751CA99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2" creationId="{AF678C78-53A2-8A26-E6D1-25EE9B69D488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3" creationId="{0BBA1A7D-AFE6-BB71-4857-755A89E65875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4" creationId="{E9BEC3CF-3E98-23AF-351E-CED57AFE1553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5" creationId="{26D397BB-7EDA-135E-CEA1-6AE828175B30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6" creationId="{E4014B62-A897-F774-06C5-912793C402C0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47" creationId="{587CD104-372A-B3BD-596F-54C206256AC3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50" creationId="{20AC7BE9-DFAC-215E-0A1E-FE8869B26329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52" creationId="{D5ABA45D-E1BB-B20F-4629-D5E5A4C05802}"/>
          </ac:spMkLst>
        </pc:spChg>
        <pc:spChg chg="mod">
          <ac:chgData name="Godinho, Luis" userId="73da12d6-0d4b-484b-8b4c-3d031c51bbca" providerId="ADAL" clId="{5DDAFA8F-CC71-4F45-A1A7-06A529F4B7EB}" dt="2024-05-08T09:32:51.166" v="185" actId="1035"/>
          <ac:spMkLst>
            <pc:docMk/>
            <pc:sldMk cId="2587956276" sldId="2091"/>
            <ac:spMk id="53" creationId="{D4000451-3CE6-AF08-3748-197B25E2D4B0}"/>
          </ac:spMkLst>
        </pc:spChg>
        <pc:spChg chg="del">
          <ac:chgData name="Godinho, Luis" userId="73da12d6-0d4b-484b-8b4c-3d031c51bbca" providerId="ADAL" clId="{5DDAFA8F-CC71-4F45-A1A7-06A529F4B7EB}" dt="2024-05-08T09:32:30.972" v="160" actId="478"/>
          <ac:spMkLst>
            <pc:docMk/>
            <pc:sldMk cId="2587956276" sldId="2091"/>
            <ac:spMk id="82" creationId="{D06F35EF-CDA3-4D60-909F-097C53F0A21F}"/>
          </ac:spMkLst>
        </pc:spChg>
        <pc:grpChg chg="add mod">
          <ac:chgData name="Godinho, Luis" userId="73da12d6-0d4b-484b-8b4c-3d031c51bbca" providerId="ADAL" clId="{5DDAFA8F-CC71-4F45-A1A7-06A529F4B7EB}" dt="2024-05-08T09:32:51.166" v="185" actId="1035"/>
          <ac:grpSpMkLst>
            <pc:docMk/>
            <pc:sldMk cId="2587956276" sldId="2091"/>
            <ac:grpSpMk id="4" creationId="{E0339DC7-0DF5-2DEE-7855-63A8D0EC0959}"/>
          </ac:grpSpMkLst>
        </pc:grp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48" creationId="{2FCF0011-0C46-A652-1349-531C6EF4F7C0}"/>
          </ac:picMkLst>
        </pc:pic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49" creationId="{FC03872D-C08A-DC5B-47FB-36296EE2EF33}"/>
          </ac:picMkLst>
        </pc:pic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51" creationId="{D8CC8C81-911F-674E-AC77-FF42A7008E1F}"/>
          </ac:picMkLst>
        </pc:pic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54" creationId="{FCEA8091-4C96-5552-57AB-61A37CEAF631}"/>
          </ac:picMkLst>
        </pc:pic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55" creationId="{D9848425-2E2D-48BC-5619-611D1228301E}"/>
          </ac:picMkLst>
        </pc:picChg>
        <pc:picChg chg="mod">
          <ac:chgData name="Godinho, Luis" userId="73da12d6-0d4b-484b-8b4c-3d031c51bbca" providerId="ADAL" clId="{5DDAFA8F-CC71-4F45-A1A7-06A529F4B7EB}" dt="2024-05-08T09:32:51.166" v="185" actId="1035"/>
          <ac:picMkLst>
            <pc:docMk/>
            <pc:sldMk cId="2587956276" sldId="2091"/>
            <ac:picMk id="56" creationId="{BCE4AF3C-2814-DF79-C71F-EEAB9376091B}"/>
          </ac:picMkLst>
        </pc:picChg>
        <pc:cxnChg chg="mod">
          <ac:chgData name="Godinho, Luis" userId="73da12d6-0d4b-484b-8b4c-3d031c51bbca" providerId="ADAL" clId="{5DDAFA8F-CC71-4F45-A1A7-06A529F4B7EB}" dt="2024-05-08T09:32:51.166" v="185" actId="1035"/>
          <ac:cxnSpMkLst>
            <pc:docMk/>
            <pc:sldMk cId="2587956276" sldId="2091"/>
            <ac:cxnSpMk id="14" creationId="{AEE0178A-6F2A-497B-6CD1-EB90C62143C8}"/>
          </ac:cxnSpMkLst>
        </pc:cxnChg>
        <pc:cxnChg chg="mod">
          <ac:chgData name="Godinho, Luis" userId="73da12d6-0d4b-484b-8b4c-3d031c51bbca" providerId="ADAL" clId="{5DDAFA8F-CC71-4F45-A1A7-06A529F4B7EB}" dt="2024-05-08T09:32:51.166" v="185" actId="1035"/>
          <ac:cxnSpMkLst>
            <pc:docMk/>
            <pc:sldMk cId="2587956276" sldId="2091"/>
            <ac:cxnSpMk id="35" creationId="{07B3855A-2B73-5B6E-7985-328921488A48}"/>
          </ac:cxnSpMkLst>
        </pc:cxnChg>
      </pc:sldChg>
      <pc:sldChg chg="addSp delSp modSp mod">
        <pc:chgData name="Godinho, Luis" userId="73da12d6-0d4b-484b-8b4c-3d031c51bbca" providerId="ADAL" clId="{5DDAFA8F-CC71-4F45-A1A7-06A529F4B7EB}" dt="2024-05-08T09:55:31.451" v="571" actId="1036"/>
        <pc:sldMkLst>
          <pc:docMk/>
          <pc:sldMk cId="2621558847" sldId="2093"/>
        </pc:sldMkLst>
        <pc:spChg chg="del mod">
          <ac:chgData name="Godinho, Luis" userId="73da12d6-0d4b-484b-8b4c-3d031c51bbca" providerId="ADAL" clId="{5DDAFA8F-CC71-4F45-A1A7-06A529F4B7EB}" dt="2024-05-08T09:36:02.056" v="310" actId="478"/>
          <ac:spMkLst>
            <pc:docMk/>
            <pc:sldMk cId="2621558847" sldId="2093"/>
            <ac:spMk id="3" creationId="{95FF1D6F-B638-4D73-92D1-4472234BADD9}"/>
          </ac:spMkLst>
        </pc:spChg>
        <pc:spChg chg="add 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" creationId="{0A54762D-47BF-B0BB-ECEB-AE9FE444D18F}"/>
          </ac:spMkLst>
        </pc:spChg>
        <pc:spChg chg="add mod or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5" creationId="{DC2DBDD7-7116-5812-BF2D-96C6124B262C}"/>
          </ac:spMkLst>
        </pc:spChg>
        <pc:spChg chg="add 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" creationId="{61328B7A-9FF2-3962-D044-004D4B8ECC72}"/>
          </ac:spMkLst>
        </pc:spChg>
        <pc:spChg chg="mod">
          <ac:chgData name="Godinho, Luis" userId="73da12d6-0d4b-484b-8b4c-3d031c51bbca" providerId="ADAL" clId="{5DDAFA8F-CC71-4F45-A1A7-06A529F4B7EB}" dt="2024-05-08T09:33:29.596" v="195" actId="1035"/>
          <ac:spMkLst>
            <pc:docMk/>
            <pc:sldMk cId="2621558847" sldId="2093"/>
            <ac:spMk id="27" creationId="{AF032C38-F273-9BA9-5B09-E5F60A8CCF62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28" creationId="{4A7DDA01-D2C4-AFB1-5D5B-F7BD51D1EBD5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29" creationId="{48F0DA85-955E-4452-7B0D-F52B834D3BC2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0" creationId="{CCF5AC05-A6A2-1FB2-C40B-10F35F929148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2" creationId="{A48CC5DD-23F8-5A55-E14B-49EAD87ECD20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3" creationId="{B490981B-3049-BE5E-B04C-6EE4521E5F78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4" creationId="{4626B948-EC94-DAF1-1A39-4B3B76EF2B21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5" creationId="{16EB12EB-C9C8-0E1B-FAA9-7C185D4FBB8A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7" creationId="{0EE7091C-ED0C-B20E-0A0F-D9DBDA78300C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38" creationId="{F2165A8A-E324-5CFB-E21A-A1F810CD05CB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2" creationId="{1481CAA2-87BA-963E-43FA-73A9DF4CFB3F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3" creationId="{13A2F7AC-3052-80A9-4F00-EE710178248B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4" creationId="{80AC9796-0F4B-08F9-7647-E41009CE3FB2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7" creationId="{B52A37B8-3895-3EA7-F4BC-79591678CF50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8" creationId="{2400CC03-FD83-8281-AC79-84CEC2D10D7B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49" creationId="{E5F2B77B-152D-8386-CF55-952B2005288B}"/>
          </ac:spMkLst>
        </pc:spChg>
        <pc:spChg chg="mod or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55" creationId="{A8D9DBB4-60F5-4A98-AE42-926E00B2D243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56" creationId="{1921D111-5055-290E-64CF-A0B138A097D1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57" creationId="{06963A3B-F7AB-FF4C-3F15-61B9CF2304DF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59" creationId="{F92C8851-2A0D-DEC1-79B4-0C6090ADE0D6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0" creationId="{18FA425E-00FB-F92F-BE73-19F0A4008B47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1" creationId="{21114041-D6A8-9F34-D5D7-CAC52E91F098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3" creationId="{88D3CBB1-FAE4-F08A-F66A-52F319090D8A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4" creationId="{9DACD00B-330F-3D84-7843-F75C6FF0E422}"/>
          </ac:spMkLst>
        </pc:spChg>
        <pc:spChg chg="mod">
          <ac:chgData name="Godinho, Luis" userId="73da12d6-0d4b-484b-8b4c-3d031c51bbca" providerId="ADAL" clId="{5DDAFA8F-CC71-4F45-A1A7-06A529F4B7EB}" dt="2024-05-08T09:55:31.451" v="571" actId="1036"/>
          <ac:spMkLst>
            <pc:docMk/>
            <pc:sldMk cId="2621558847" sldId="2093"/>
            <ac:spMk id="65" creationId="{B9D72AF9-5203-BE3B-1B95-DDA4FDB13DD4}"/>
          </ac:spMkLst>
        </pc:s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8" creationId="{264E8407-BDCE-9BC9-229F-3EE84CA691D4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9" creationId="{027D2A5A-52CC-2EDE-D7F3-6B2F52E158CB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0" creationId="{0BF87DC8-FC10-53E7-2739-E5722C836C24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1" creationId="{C0B54658-D1A0-718A-C6BF-8D0D14BFE048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2" creationId="{3C72FE06-2B1D-F0D9-5247-8B55E6BEAEE2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3" creationId="{972E55ED-48F0-5BA6-4F17-3581294D469C}"/>
          </ac:grpSpMkLst>
        </pc:grpChg>
        <pc:grpChg chg="add mod or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4" creationId="{934F6B60-4666-684A-7372-0077DD69AA74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5" creationId="{B2635A3E-F5ED-29B9-AD1C-01545937329E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6" creationId="{C5F59385-C62B-8833-BC44-8A016A605CF5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7" creationId="{9E84762B-B5F3-8CFF-BDDD-A4D4AAFCD117}"/>
          </ac:grpSpMkLst>
        </pc:grpChg>
        <pc:grpChg chg="add mod or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8" creationId="{DF9472B4-ED0B-E076-6918-646118310B64}"/>
          </ac:grpSpMkLst>
        </pc:grpChg>
        <pc:grpChg chg="add mod or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19" creationId="{4E342A4C-A8D1-DC54-5D17-F9FB1377224D}"/>
          </ac:grpSpMkLst>
        </pc:grpChg>
        <pc:grpChg chg="add 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20" creationId="{EB23FF95-D5AE-8C4B-2D39-34F0A01DCBB6}"/>
          </ac:grpSpMkLst>
        </pc:grpChg>
        <pc:grpChg chg="add mod or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21" creationId="{85433F5C-885F-8DD5-4FE3-BF765FF585B1}"/>
          </ac:grpSpMkLst>
        </pc:grpChg>
        <pc:grpChg chg="add mod or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22" creationId="{6A399455-9DE9-C62F-F3C7-D65941DA3711}"/>
          </ac:grpSpMkLst>
        </pc:grpChg>
        <pc:grpChg chg="mod">
          <ac:chgData name="Godinho, Luis" userId="73da12d6-0d4b-484b-8b4c-3d031c51bbca" providerId="ADAL" clId="{5DDAFA8F-CC71-4F45-A1A7-06A529F4B7EB}" dt="2024-05-08T09:55:31.451" v="571" actId="1036"/>
          <ac:grpSpMkLst>
            <pc:docMk/>
            <pc:sldMk cId="2621558847" sldId="2093"/>
            <ac:grpSpMk id="53" creationId="{9E260753-FD4D-2E4E-E4CD-3A1395D3D316}"/>
          </ac:grpSpMkLst>
        </pc:grpChg>
        <pc:graphicFrameChg chg="add del mod modGraphic">
          <ac:chgData name="Godinho, Luis" userId="73da12d6-0d4b-484b-8b4c-3d031c51bbca" providerId="ADAL" clId="{5DDAFA8F-CC71-4F45-A1A7-06A529F4B7EB}" dt="2024-05-08T09:55:31.451" v="571" actId="1036"/>
          <ac:graphicFrameMkLst>
            <pc:docMk/>
            <pc:sldMk cId="2621558847" sldId="2093"/>
            <ac:graphicFrameMk id="52" creationId="{43E44C24-1A42-9E6B-AA5F-0298A288DF89}"/>
          </ac:graphicFrameMkLst>
        </pc:graphicFrameChg>
        <pc:picChg chg="add 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7" creationId="{5CC3B10E-1C9F-1F10-BBEE-D973CBBDA992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51" creationId="{3E8DB4CC-C2BF-68F9-E16A-8D06D5C750B0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66" creationId="{B7B0F4B8-331A-C855-A2C8-9B285EBEDEA2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67" creationId="{58942465-13BB-A3EA-B29C-8EDEAE9B0216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68" creationId="{A8281DF0-327A-E71C-2637-BC4A7A0F1578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69" creationId="{F6645532-CF3C-2735-4CDA-6DEBBCE1615C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70" creationId="{72991B60-26B5-4F29-402A-779DAF6F1E38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71" creationId="{99678405-BB36-C47C-D9F7-A623A87668BC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72" creationId="{811362D0-5BBF-F773-97BA-149EAAD024A3}"/>
          </ac:picMkLst>
        </pc:picChg>
        <pc:picChg chg="mod">
          <ac:chgData name="Godinho, Luis" userId="73da12d6-0d4b-484b-8b4c-3d031c51bbca" providerId="ADAL" clId="{5DDAFA8F-CC71-4F45-A1A7-06A529F4B7EB}" dt="2024-05-08T09:55:31.451" v="571" actId="1036"/>
          <ac:picMkLst>
            <pc:docMk/>
            <pc:sldMk cId="2621558847" sldId="2093"/>
            <ac:picMk id="73" creationId="{8104A4B7-2D0F-24F0-B563-33476E51BD83}"/>
          </ac:picMkLst>
        </pc:picChg>
      </pc:sldChg>
      <pc:sldChg chg="del">
        <pc:chgData name="Godinho, Luis" userId="73da12d6-0d4b-484b-8b4c-3d031c51bbca" providerId="ADAL" clId="{5DDAFA8F-CC71-4F45-A1A7-06A529F4B7EB}" dt="2024-05-08T09:35:54.053" v="308" actId="47"/>
        <pc:sldMkLst>
          <pc:docMk/>
          <pc:sldMk cId="929606939" sldId="2094"/>
        </pc:sldMkLst>
      </pc:sldChg>
      <pc:sldChg chg="modSp add mod">
        <pc:chgData name="Godinho, Luis" userId="73da12d6-0d4b-484b-8b4c-3d031c51bbca" providerId="ADAL" clId="{5DDAFA8F-CC71-4F45-A1A7-06A529F4B7EB}" dt="2024-05-08T09:01:23.427" v="72" actId="20577"/>
        <pc:sldMkLst>
          <pc:docMk/>
          <pc:sldMk cId="3380138002" sldId="2095"/>
        </pc:sldMkLst>
        <pc:spChg chg="mod">
          <ac:chgData name="Godinho, Luis" userId="73da12d6-0d4b-484b-8b4c-3d031c51bbca" providerId="ADAL" clId="{5DDAFA8F-CC71-4F45-A1A7-06A529F4B7EB}" dt="2024-05-08T09:01:23.427" v="72" actId="20577"/>
          <ac:spMkLst>
            <pc:docMk/>
            <pc:sldMk cId="3380138002" sldId="2095"/>
            <ac:spMk id="2" creationId="{93C000A3-A263-4D79-A553-037722D3F2CA}"/>
          </ac:spMkLst>
        </pc:spChg>
        <pc:spChg chg="mod">
          <ac:chgData name="Godinho, Luis" userId="73da12d6-0d4b-484b-8b4c-3d031c51bbca" providerId="ADAL" clId="{5DDAFA8F-CC71-4F45-A1A7-06A529F4B7EB}" dt="2024-05-08T09:01:10.662" v="41" actId="20577"/>
          <ac:spMkLst>
            <pc:docMk/>
            <pc:sldMk cId="3380138002" sldId="2095"/>
            <ac:spMk id="4" creationId="{B7A138B7-010B-4261-B134-DFBC17016A9D}"/>
          </ac:spMkLst>
        </pc:spChg>
      </pc:sldChg>
    </pc:docChg>
  </pc:docChgLst>
  <pc:docChgLst>
    <pc:chgData name="Fernandes, Helder Filipe" userId="16c6f568-f8ac-49a4-9e4b-3f11f521824e" providerId="ADAL" clId="{818397B1-D04A-4C3D-AD58-3CA46E2D76B8}"/>
    <pc:docChg chg="">
      <pc:chgData name="Fernandes, Helder Filipe" userId="16c6f568-f8ac-49a4-9e4b-3f11f521824e" providerId="ADAL" clId="{818397B1-D04A-4C3D-AD58-3CA46E2D76B8}" dt="2024-05-08T09:32:44.361" v="0" actId="2056"/>
      <pc:docMkLst>
        <pc:docMk/>
      </pc:docMkLst>
      <pc:sldChg chg="modCm">
        <pc:chgData name="Fernandes, Helder Filipe" userId="16c6f568-f8ac-49a4-9e4b-3f11f521824e" providerId="ADAL" clId="{818397B1-D04A-4C3D-AD58-3CA46E2D76B8}" dt="2024-05-08T09:32:44.361" v="0" actId="2056"/>
        <pc:sldMkLst>
          <pc:docMk/>
          <pc:sldMk cId="3872909856" sldId="185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ernandes, Helder Filipe" userId="16c6f568-f8ac-49a4-9e4b-3f11f521824e" providerId="ADAL" clId="{818397B1-D04A-4C3D-AD58-3CA46E2D76B8}" dt="2024-05-08T09:32:44.361" v="0" actId="2056"/>
              <pc2:cmMkLst xmlns:pc2="http://schemas.microsoft.com/office/powerpoint/2019/9/main/command">
                <pc:docMk/>
                <pc:sldMk cId="3872909856" sldId="1852"/>
                <pc2:cmMk id="{29F86608-161C-4D8F-8781-5879EBD99472}"/>
              </pc2:cmMkLst>
            </pc226:cmChg>
          </p:ext>
        </pc:extLst>
      </pc:sldChg>
    </pc:docChg>
  </pc:docChgLst>
  <pc:docChgLst>
    <pc:chgData name="Escaleira, Diogo Alexandre" userId="72fb12db-bc92-4c43-9b41-3ac15f1f989a" providerId="ADAL" clId="{40634167-B718-41A3-8718-6B91B4B00833}"/>
    <pc:docChg chg="undo redo custSel modSld">
      <pc:chgData name="Escaleira, Diogo Alexandre" userId="72fb12db-bc92-4c43-9b41-3ac15f1f989a" providerId="ADAL" clId="{40634167-B718-41A3-8718-6B91B4B00833}" dt="2024-10-05T00:21:48.898" v="2925" actId="552"/>
      <pc:docMkLst>
        <pc:docMk/>
      </pc:docMkLst>
      <pc:sldChg chg="addSp delSp modSp mod">
        <pc:chgData name="Escaleira, Diogo Alexandre" userId="72fb12db-bc92-4c43-9b41-3ac15f1f989a" providerId="ADAL" clId="{40634167-B718-41A3-8718-6B91B4B00833}" dt="2024-10-05T00:21:48.898" v="2925" actId="552"/>
        <pc:sldMkLst>
          <pc:docMk/>
          <pc:sldMk cId="3872909856" sldId="1852"/>
        </pc:sldMkLst>
        <pc:spChg chg="del">
          <ac:chgData name="Escaleira, Diogo Alexandre" userId="72fb12db-bc92-4c43-9b41-3ac15f1f989a" providerId="ADAL" clId="{40634167-B718-41A3-8718-6B91B4B00833}" dt="2024-10-05T00:17:55.398" v="2433" actId="478"/>
          <ac:spMkLst>
            <pc:docMk/>
            <pc:sldMk cId="3872909856" sldId="1852"/>
            <ac:spMk id="4" creationId="{251981E8-9036-F41C-899B-902E54C8E9F0}"/>
          </ac:spMkLst>
        </pc:spChg>
        <pc:spChg chg="del">
          <ac:chgData name="Escaleira, Diogo Alexandre" userId="72fb12db-bc92-4c43-9b41-3ac15f1f989a" providerId="ADAL" clId="{40634167-B718-41A3-8718-6B91B4B00833}" dt="2024-10-05T00:17:55.398" v="2433" actId="478"/>
          <ac:spMkLst>
            <pc:docMk/>
            <pc:sldMk cId="3872909856" sldId="1852"/>
            <ac:spMk id="5" creationId="{8C04675B-497B-AB1D-E3C6-2508E3DCE83E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6" creationId="{4689C3B9-CE47-F878-EC09-6446D3A10448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7" creationId="{5C4CC2A1-D5E4-D358-0385-E67E3F0F0D48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8" creationId="{65E8D863-653B-7816-8642-9D3881C42F13}"/>
          </ac:spMkLst>
        </pc:spChg>
        <pc:spChg chg="mod">
          <ac:chgData name="Escaleira, Diogo Alexandre" userId="72fb12db-bc92-4c43-9b41-3ac15f1f989a" providerId="ADAL" clId="{40634167-B718-41A3-8718-6B91B4B00833}" dt="2024-10-05T00:21:40.652" v="2911" actId="14100"/>
          <ac:spMkLst>
            <pc:docMk/>
            <pc:sldMk cId="3872909856" sldId="1852"/>
            <ac:spMk id="9" creationId="{30A84F0F-362F-0A91-A2F1-5229E31FF36A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10" creationId="{20B4DB45-EF95-5019-337C-C0E8D0F6B3F1}"/>
          </ac:spMkLst>
        </pc:spChg>
        <pc:spChg chg="add del">
          <ac:chgData name="Escaleira, Diogo Alexandre" userId="72fb12db-bc92-4c43-9b41-3ac15f1f989a" providerId="ADAL" clId="{40634167-B718-41A3-8718-6B91B4B00833}" dt="2024-10-05T00:21:29.245" v="2902" actId="478"/>
          <ac:spMkLst>
            <pc:docMk/>
            <pc:sldMk cId="3872909856" sldId="1852"/>
            <ac:spMk id="11" creationId="{6E2AF415-5800-1E17-5E54-8DBF05E55246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12" creationId="{3E32A6AF-7D53-2C93-2DAD-12DF23B16BED}"/>
          </ac:spMkLst>
        </pc:spChg>
        <pc:spChg chg="del">
          <ac:chgData name="Escaleira, Diogo Alexandre" userId="72fb12db-bc92-4c43-9b41-3ac15f1f989a" providerId="ADAL" clId="{40634167-B718-41A3-8718-6B91B4B00833}" dt="2024-10-05T00:17:55.398" v="2433" actId="478"/>
          <ac:spMkLst>
            <pc:docMk/>
            <pc:sldMk cId="3872909856" sldId="1852"/>
            <ac:spMk id="13" creationId="{58AF970C-2E89-EF22-0FE1-3F130FA373F1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4" creationId="{A67ED074-9C5F-F947-A0D2-8C3BF6C3B4B5}"/>
          </ac:spMkLst>
        </pc:spChg>
        <pc:spChg chg="del">
          <ac:chgData name="Escaleira, Diogo Alexandre" userId="72fb12db-bc92-4c43-9b41-3ac15f1f989a" providerId="ADAL" clId="{40634167-B718-41A3-8718-6B91B4B00833}" dt="2024-10-05T00:17:55.398" v="2433" actId="478"/>
          <ac:spMkLst>
            <pc:docMk/>
            <pc:sldMk cId="3872909856" sldId="1852"/>
            <ac:spMk id="15" creationId="{E7BC637E-E1A7-B969-F294-0AE3BE25A3A0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16" creationId="{FEB9EDC4-F74B-E676-8F3B-37512C90BB6C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17" creationId="{858B30DE-BBF8-3C45-D93F-B71854D0DFFE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8" creationId="{19EF3F86-4530-E293-8356-76357989F213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23" creationId="{E1C198D0-BC5A-2D49-78C4-6C64482D6E38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24" creationId="{6412C85D-1A01-B20D-B6CA-0D218783280B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25" creationId="{62F1B143-36EC-2F65-2725-699FF705869C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26" creationId="{2D3F4EDA-69D6-D131-5083-818B0263CC11}"/>
          </ac:spMkLst>
        </pc:spChg>
        <pc:spChg chg="mod or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27" creationId="{5EE90DB7-0E06-41A2-675A-45B1ACB06E85}"/>
          </ac:spMkLst>
        </pc:spChg>
        <pc:spChg chg="del">
          <ac:chgData name="Escaleira, Diogo Alexandre" userId="72fb12db-bc92-4c43-9b41-3ac15f1f989a" providerId="ADAL" clId="{40634167-B718-41A3-8718-6B91B4B00833}" dt="2024-10-05T00:02:22.317" v="740" actId="478"/>
          <ac:spMkLst>
            <pc:docMk/>
            <pc:sldMk cId="3872909856" sldId="1852"/>
            <ac:spMk id="28" creationId="{1FADC920-FF11-483D-0747-2946E521AB81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29" creationId="{752D3AAE-0C69-7897-21E2-B18B1629186B}"/>
          </ac:spMkLst>
        </pc:spChg>
        <pc:spChg chg="del">
          <ac:chgData name="Escaleira, Diogo Alexandre" userId="72fb12db-bc92-4c43-9b41-3ac15f1f989a" providerId="ADAL" clId="{40634167-B718-41A3-8718-6B91B4B00833}" dt="2024-10-05T00:02:22.317" v="740" actId="478"/>
          <ac:spMkLst>
            <pc:docMk/>
            <pc:sldMk cId="3872909856" sldId="1852"/>
            <ac:spMk id="30" creationId="{F8C13810-7DE6-5E49-3C70-4DEF263FCBEB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31" creationId="{13E5E132-9FA4-FD36-049D-EEA66772BCA7}"/>
          </ac:spMkLst>
        </pc:spChg>
        <pc:spChg chg="del">
          <ac:chgData name="Escaleira, Diogo Alexandre" userId="72fb12db-bc92-4c43-9b41-3ac15f1f989a" providerId="ADAL" clId="{40634167-B718-41A3-8718-6B91B4B00833}" dt="2024-10-05T00:02:22.317" v="740" actId="478"/>
          <ac:spMkLst>
            <pc:docMk/>
            <pc:sldMk cId="3872909856" sldId="1852"/>
            <ac:spMk id="32" creationId="{5B11A4B2-57B4-4E4E-0CA7-0550274ACE4C}"/>
          </ac:spMkLst>
        </pc:spChg>
        <pc:spChg chg="mod">
          <ac:chgData name="Escaleira, Diogo Alexandre" userId="72fb12db-bc92-4c43-9b41-3ac15f1f989a" providerId="ADAL" clId="{40634167-B718-41A3-8718-6B91B4B00833}" dt="2024-10-05T00:21:48.898" v="2925" actId="552"/>
          <ac:spMkLst>
            <pc:docMk/>
            <pc:sldMk cId="3872909856" sldId="1852"/>
            <ac:spMk id="33" creationId="{F0932F51-13C0-9FA3-3FB0-EAEB3DA59CC1}"/>
          </ac:spMkLst>
        </pc:spChg>
        <pc:spChg chg="del">
          <ac:chgData name="Escaleira, Diogo Alexandre" userId="72fb12db-bc92-4c43-9b41-3ac15f1f989a" providerId="ADAL" clId="{40634167-B718-41A3-8718-6B91B4B00833}" dt="2024-10-05T00:01:20.821" v="553" actId="478"/>
          <ac:spMkLst>
            <pc:docMk/>
            <pc:sldMk cId="3872909856" sldId="1852"/>
            <ac:spMk id="34" creationId="{2BC97965-FA01-B53B-3A28-8F77F4E68409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35" creationId="{9491C28C-9539-9F0A-862E-AD5EE3731D76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36" creationId="{122B6725-CB95-5505-127A-06CF585D53D7}"/>
          </ac:spMkLst>
        </pc:spChg>
        <pc:spChg chg="mod or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37" creationId="{9E7C90FB-2AA1-7BE9-0BC7-503AF7265835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38" creationId="{01BA9650-5F0E-F7A0-531F-C7B830D999DA}"/>
          </ac:spMkLst>
        </pc:spChg>
        <pc:spChg chg="add mod">
          <ac:chgData name="Escaleira, Diogo Alexandre" userId="72fb12db-bc92-4c43-9b41-3ac15f1f989a" providerId="ADAL" clId="{40634167-B718-41A3-8718-6B91B4B00833}" dt="2024-10-05T00:21:32.535" v="2910" actId="113"/>
          <ac:spMkLst>
            <pc:docMk/>
            <pc:sldMk cId="3872909856" sldId="1852"/>
            <ac:spMk id="39" creationId="{D8C272F9-35CA-E1DC-D65F-C1EC32108C2B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0" creationId="{C43860EB-6C52-F7B2-521D-6E360F4E17F1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1" creationId="{5B1E425A-7948-4F6A-0BF1-E70ABA0D4DB8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2" creationId="{9A27D609-729B-87AA-36A1-09BBCE255DE5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3" creationId="{0850A71F-60D2-5484-017B-227F4D230174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4" creationId="{47B78A4F-1453-AD91-8900-BA41E9A30D55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46" creationId="{8013C429-C6E5-778E-24AB-B33628E4A481}"/>
          </ac:spMkLst>
        </pc:spChg>
        <pc:spChg chg="del">
          <ac:chgData name="Escaleira, Diogo Alexandre" userId="72fb12db-bc92-4c43-9b41-3ac15f1f989a" providerId="ADAL" clId="{40634167-B718-41A3-8718-6B91B4B00833}" dt="2024-10-05T00:06:52.468" v="1376" actId="478"/>
          <ac:spMkLst>
            <pc:docMk/>
            <pc:sldMk cId="3872909856" sldId="1852"/>
            <ac:spMk id="47" creationId="{0CFB11D0-6FA6-7F08-9772-A1BB94771465}"/>
          </ac:spMkLst>
        </pc:spChg>
        <pc:spChg chg="del">
          <ac:chgData name="Escaleira, Diogo Alexandre" userId="72fb12db-bc92-4c43-9b41-3ac15f1f989a" providerId="ADAL" clId="{40634167-B718-41A3-8718-6B91B4B00833}" dt="2024-10-05T00:10:22.674" v="1848" actId="478"/>
          <ac:spMkLst>
            <pc:docMk/>
            <pc:sldMk cId="3872909856" sldId="1852"/>
            <ac:spMk id="48" creationId="{9EB4BAC8-44C2-E059-96E1-537E36BFE05E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49" creationId="{1123FF63-B460-B41D-7213-A1CB2BF5FCB8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50" creationId="{8BA7BB47-0E28-18BC-2EBA-94B7BE42F6C9}"/>
          </ac:spMkLst>
        </pc:spChg>
        <pc:spChg chg="del">
          <ac:chgData name="Escaleira, Diogo Alexandre" userId="72fb12db-bc92-4c43-9b41-3ac15f1f989a" providerId="ADAL" clId="{40634167-B718-41A3-8718-6B91B4B00833}" dt="2024-10-05T00:10:22.674" v="1848" actId="478"/>
          <ac:spMkLst>
            <pc:docMk/>
            <pc:sldMk cId="3872909856" sldId="1852"/>
            <ac:spMk id="51" creationId="{AA75C1C1-0E51-49D6-C333-8750705C1E7A}"/>
          </ac:spMkLst>
        </pc:spChg>
        <pc:spChg chg="del">
          <ac:chgData name="Escaleira, Diogo Alexandre" userId="72fb12db-bc92-4c43-9b41-3ac15f1f989a" providerId="ADAL" clId="{40634167-B718-41A3-8718-6B91B4B00833}" dt="2024-10-05T00:05:59.178" v="1243" actId="478"/>
          <ac:spMkLst>
            <pc:docMk/>
            <pc:sldMk cId="3872909856" sldId="1852"/>
            <ac:spMk id="52" creationId="{0A4E4A93-2165-C231-463A-723B986E85F4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53" creationId="{58B7CA48-5FE1-67F9-5C49-6F7F448F7D43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55" creationId="{247D39E5-ED63-BFE3-2037-8BBE3117AB88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56" creationId="{74A690AE-629C-1D9D-4E57-67EA16428BDC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57" creationId="{8ADF9706-836B-5056-F145-AA761E2721D5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58" creationId="{6ECCD86F-4774-49E2-9959-82B78987570A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59" creationId="{2E9F2DD8-4848-7A5D-10E4-4437AB120F16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0" creationId="{B0AA7A96-20AC-D4F8-22CF-F7CA0B483601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1" creationId="{0C1F0AAB-976A-8301-97B5-BCC603A8BC4C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2" creationId="{99A2C7A7-0A3E-4308-1538-4711B4A277FF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63" creationId="{27455C6A-9A76-E7CB-6A90-DA11EF0CA2A1}"/>
          </ac:spMkLst>
        </pc:spChg>
        <pc:spChg chg="del">
          <ac:chgData name="Escaleira, Diogo Alexandre" userId="72fb12db-bc92-4c43-9b41-3ac15f1f989a" providerId="ADAL" clId="{40634167-B718-41A3-8718-6B91B4B00833}" dt="2024-10-05T00:10:19.364" v="1847" actId="478"/>
          <ac:spMkLst>
            <pc:docMk/>
            <pc:sldMk cId="3872909856" sldId="1852"/>
            <ac:spMk id="64" creationId="{DE30BC78-7934-E44C-6AED-5E45B3D42ECD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5" creationId="{86EF58F0-CD23-7FA7-F018-DA226F8EDC86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6" creationId="{AC3DCB16-45C5-F268-91E6-5D127CD80096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7" creationId="{7B6AC55C-1CEC-F635-8D66-092C32EF3EDC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68" creationId="{F44C2627-23CE-E303-2CDC-BDB095C10E67}"/>
          </ac:spMkLst>
        </pc:spChg>
        <pc:spChg chg="del">
          <ac:chgData name="Escaleira, Diogo Alexandre" userId="72fb12db-bc92-4c43-9b41-3ac15f1f989a" providerId="ADAL" clId="{40634167-B718-41A3-8718-6B91B4B00833}" dt="2024-10-05T00:05:45.680" v="1202" actId="478"/>
          <ac:spMkLst>
            <pc:docMk/>
            <pc:sldMk cId="3872909856" sldId="1852"/>
            <ac:spMk id="69" creationId="{ED195E12-19C9-2003-3705-1E79B881551F}"/>
          </ac:spMkLst>
        </pc:spChg>
        <pc:spChg chg="del">
          <ac:chgData name="Escaleira, Diogo Alexandre" userId="72fb12db-bc92-4c43-9b41-3ac15f1f989a" providerId="ADAL" clId="{40634167-B718-41A3-8718-6B91B4B00833}" dt="2024-10-05T00:03:12.169" v="860" actId="478"/>
          <ac:spMkLst>
            <pc:docMk/>
            <pc:sldMk cId="3872909856" sldId="1852"/>
            <ac:spMk id="70" creationId="{DD758238-BC08-CCCF-0ED2-CC2531D0FA42}"/>
          </ac:spMkLst>
        </pc:spChg>
        <pc:spChg chg="del">
          <ac:chgData name="Escaleira, Diogo Alexandre" userId="72fb12db-bc92-4c43-9b41-3ac15f1f989a" providerId="ADAL" clId="{40634167-B718-41A3-8718-6B91B4B00833}" dt="2024-10-05T00:03:23.006" v="895" actId="478"/>
          <ac:spMkLst>
            <pc:docMk/>
            <pc:sldMk cId="3872909856" sldId="1852"/>
            <ac:spMk id="71" creationId="{3746B476-5B67-45F5-6511-21EA5F124680}"/>
          </ac:spMkLst>
        </pc:spChg>
        <pc:spChg chg="del">
          <ac:chgData name="Escaleira, Diogo Alexandre" userId="72fb12db-bc92-4c43-9b41-3ac15f1f989a" providerId="ADAL" clId="{40634167-B718-41A3-8718-6B91B4B00833}" dt="2024-10-05T00:03:23.006" v="895" actId="478"/>
          <ac:spMkLst>
            <pc:docMk/>
            <pc:sldMk cId="3872909856" sldId="1852"/>
            <ac:spMk id="72" creationId="{9801037B-BAD7-D0E3-1F0F-8CBFC092FF61}"/>
          </ac:spMkLst>
        </pc:spChg>
        <pc:spChg chg="del">
          <ac:chgData name="Escaleira, Diogo Alexandre" userId="72fb12db-bc92-4c43-9b41-3ac15f1f989a" providerId="ADAL" clId="{40634167-B718-41A3-8718-6B91B4B00833}" dt="2024-10-05T00:03:12.169" v="860" actId="478"/>
          <ac:spMkLst>
            <pc:docMk/>
            <pc:sldMk cId="3872909856" sldId="1852"/>
            <ac:spMk id="73" creationId="{7C2B5DD4-B772-6CDD-2EF3-7D5AE0A7DF9F}"/>
          </ac:spMkLst>
        </pc:spChg>
        <pc:spChg chg="del">
          <ac:chgData name="Escaleira, Diogo Alexandre" userId="72fb12db-bc92-4c43-9b41-3ac15f1f989a" providerId="ADAL" clId="{40634167-B718-41A3-8718-6B91B4B00833}" dt="2024-10-05T00:03:24.325" v="896" actId="478"/>
          <ac:spMkLst>
            <pc:docMk/>
            <pc:sldMk cId="3872909856" sldId="1852"/>
            <ac:spMk id="74" creationId="{7BD4E60A-A9A1-227C-8F45-61B6C0EBDD02}"/>
          </ac:spMkLst>
        </pc:spChg>
        <pc:spChg chg="del">
          <ac:chgData name="Escaleira, Diogo Alexandre" userId="72fb12db-bc92-4c43-9b41-3ac15f1f989a" providerId="ADAL" clId="{40634167-B718-41A3-8718-6B91B4B00833}" dt="2024-10-05T00:03:23.006" v="895" actId="478"/>
          <ac:spMkLst>
            <pc:docMk/>
            <pc:sldMk cId="3872909856" sldId="1852"/>
            <ac:spMk id="75" creationId="{0FC2F70E-A170-6AEE-C985-E33273F5EEBC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76" creationId="{64EB60C5-089F-10C4-3057-7C814B5DE57A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77" creationId="{E8BF0D64-3FD3-6E0A-4C5B-7D43F58410AA}"/>
          </ac:spMkLst>
        </pc:spChg>
        <pc:spChg chg="del mod">
          <ac:chgData name="Escaleira, Diogo Alexandre" userId="72fb12db-bc92-4c43-9b41-3ac15f1f989a" providerId="ADAL" clId="{40634167-B718-41A3-8718-6B91B4B00833}" dt="2024-10-05T00:05:45.680" v="1202" actId="478"/>
          <ac:spMkLst>
            <pc:docMk/>
            <pc:sldMk cId="3872909856" sldId="1852"/>
            <ac:spMk id="78" creationId="{18161F6D-1FC4-97C4-8AFE-6C57C8757CF0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79" creationId="{6CE4A161-8734-5ECF-9099-9C984AE5CFFD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0" creationId="{5CE89F14-908A-A8D9-C9EB-56065DD6760E}"/>
          </ac:spMkLst>
        </pc:spChg>
        <pc:spChg chg="del mod">
          <ac:chgData name="Escaleira, Diogo Alexandre" userId="72fb12db-bc92-4c43-9b41-3ac15f1f989a" providerId="ADAL" clId="{40634167-B718-41A3-8718-6B91B4B00833}" dt="2024-10-05T00:05:45.680" v="1202" actId="478"/>
          <ac:spMkLst>
            <pc:docMk/>
            <pc:sldMk cId="3872909856" sldId="1852"/>
            <ac:spMk id="81" creationId="{15C1837B-8E8F-E4C9-77BA-57FCE46787CB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2" creationId="{D2FE429B-6FD0-C641-3D40-BB42357163F5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3" creationId="{2D3C407C-C9CE-08FE-C248-3BBAF01945D8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4" creationId="{D57B4164-C278-E1DD-0011-96E3CE820D6C}"/>
          </ac:spMkLst>
        </pc:spChg>
        <pc:spChg chg="del mod">
          <ac:chgData name="Escaleira, Diogo Alexandre" userId="72fb12db-bc92-4c43-9b41-3ac15f1f989a" providerId="ADAL" clId="{40634167-B718-41A3-8718-6B91B4B00833}" dt="2024-10-05T00:05:45.680" v="1202" actId="478"/>
          <ac:spMkLst>
            <pc:docMk/>
            <pc:sldMk cId="3872909856" sldId="1852"/>
            <ac:spMk id="85" creationId="{18C619BC-5AF2-B8E3-866C-5AB103B892CC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6" creationId="{AA0F7D3C-A447-BC94-D61C-4996BD42321D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7" creationId="{A68C0038-2B2A-E1F5-30EC-1FA3521A9468}"/>
          </ac:spMkLst>
        </pc:spChg>
        <pc:spChg chg="del mod">
          <ac:chgData name="Escaleira, Diogo Alexandre" userId="72fb12db-bc92-4c43-9b41-3ac15f1f989a" providerId="ADAL" clId="{40634167-B718-41A3-8718-6B91B4B00833}" dt="2024-10-05T00:05:45.680" v="1202" actId="478"/>
          <ac:spMkLst>
            <pc:docMk/>
            <pc:sldMk cId="3872909856" sldId="1852"/>
            <ac:spMk id="88" creationId="{85714170-2C2C-812C-A597-FEAD5821DBDB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89" creationId="{A1A7979A-8038-5FDB-7304-DC2AE44BA3A7}"/>
          </ac:spMkLst>
        </pc:spChg>
        <pc:spChg chg="del">
          <ac:chgData name="Escaleira, Diogo Alexandre" userId="72fb12db-bc92-4c43-9b41-3ac15f1f989a" providerId="ADAL" clId="{40634167-B718-41A3-8718-6B91B4B00833}" dt="2024-10-05T00:10:17.581" v="1846" actId="478"/>
          <ac:spMkLst>
            <pc:docMk/>
            <pc:sldMk cId="3872909856" sldId="1852"/>
            <ac:spMk id="90" creationId="{1B40BC9D-9BCD-76ED-9382-C76A9C2DADD3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1" creationId="{6A1CC8E5-B81D-84DE-847D-B8652B9B924C}"/>
          </ac:spMkLst>
        </pc:spChg>
        <pc:spChg chg="del mod">
          <ac:chgData name="Escaleira, Diogo Alexandre" userId="72fb12db-bc92-4c43-9b41-3ac15f1f989a" providerId="ADAL" clId="{40634167-B718-41A3-8718-6B91B4B00833}" dt="2024-10-05T00:01:54.293" v="692" actId="478"/>
          <ac:spMkLst>
            <pc:docMk/>
            <pc:sldMk cId="3872909856" sldId="1852"/>
            <ac:spMk id="92" creationId="{21409BFC-DEC7-E874-1FBD-969D71883B36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93" creationId="{2BA26D04-AC4E-B2D9-890A-10622C138E89}"/>
          </ac:spMkLst>
        </pc:spChg>
        <pc:spChg chg="del">
          <ac:chgData name="Escaleira, Diogo Alexandre" userId="72fb12db-bc92-4c43-9b41-3ac15f1f989a" providerId="ADAL" clId="{40634167-B718-41A3-8718-6B91B4B00833}" dt="2024-10-05T00:15:52.455" v="2314" actId="478"/>
          <ac:spMkLst>
            <pc:docMk/>
            <pc:sldMk cId="3872909856" sldId="1852"/>
            <ac:spMk id="94" creationId="{1DEB05B1-DA11-F0ED-6D7B-96803E010ABB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5" creationId="{60BFA8FD-8EC2-463A-FFAA-A383A8F396F3}"/>
          </ac:spMkLst>
        </pc:spChg>
        <pc:spChg chg="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6" creationId="{5C2E5E11-CAE5-38FD-9406-6B3138408597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7" creationId="{EF96BD05-DCD1-1A1B-79FC-8AD2CE555929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8" creationId="{C7722914-DF2B-211A-60BE-F9BEBBE2DC6D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99" creationId="{85C75378-632E-0D27-8510-97DD35ACA72E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00" creationId="{DB7CE1BE-508A-46DE-670B-DBB848C379D2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01" creationId="{7266D124-A9DB-0106-1B36-D09884E9C410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02" creationId="{37B01665-3B1A-C881-CDC0-5C0C36739D06}"/>
          </ac:spMkLst>
        </pc:spChg>
        <pc:spChg chg="del">
          <ac:chgData name="Escaleira, Diogo Alexandre" userId="72fb12db-bc92-4c43-9b41-3ac15f1f989a" providerId="ADAL" clId="{40634167-B718-41A3-8718-6B91B4B00833}" dt="2024-10-05T00:03:57.739" v="922" actId="478"/>
          <ac:spMkLst>
            <pc:docMk/>
            <pc:sldMk cId="3872909856" sldId="1852"/>
            <ac:spMk id="103" creationId="{3F6CF52D-72BC-9B7A-1FA5-F8771F669315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05" creationId="{083D1713-EC5C-0BD2-EAF7-6A86596CE614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06" creationId="{997ED08A-B11D-B27B-5204-6E0F89560E25}"/>
          </ac:spMkLst>
        </pc:spChg>
        <pc:spChg chg="mod">
          <ac:chgData name="Escaleira, Diogo Alexandre" userId="72fb12db-bc92-4c43-9b41-3ac15f1f989a" providerId="ADAL" clId="{40634167-B718-41A3-8718-6B91B4B00833}" dt="2024-10-05T00:21:32.535" v="2910" actId="113"/>
          <ac:spMkLst>
            <pc:docMk/>
            <pc:sldMk cId="3872909856" sldId="1852"/>
            <ac:spMk id="109" creationId="{617B5603-B7E1-2BBE-FACE-E5BCE858D14C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0" creationId="{D07A2222-01AB-ED62-0578-BEB9E86E307D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1" creationId="{08DD2687-051C-F736-ADE2-D58CAA85406A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2" creationId="{F7CACE22-78EF-796E-9068-FC1265DB7079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3" creationId="{7E1E695C-AC9D-65A2-F088-57667C968C51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4" creationId="{33C7474A-147D-A54E-2F5F-586DD06E0F9B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5" creationId="{E5567504-980E-6AE1-9080-BC81E66B009D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6" creationId="{CE431633-0254-4C09-3F43-63E0D17C9FCA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7" creationId="{F2416545-9E10-5501-036D-E5B84EC6DA9E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8" creationId="{CC426B50-0332-A66B-D458-F06FAA6E5036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19" creationId="{92EBA951-57A3-AEE9-F91E-75DEDA715C13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0" creationId="{2D88938D-4717-46E1-CDA8-192AD3585C3A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1" creationId="{22C407AA-9CD5-01E1-D760-FDC898BA9887}"/>
          </ac:spMkLst>
        </pc:spChg>
        <pc:spChg chg="add del mod">
          <ac:chgData name="Escaleira, Diogo Alexandre" userId="72fb12db-bc92-4c43-9b41-3ac15f1f989a" providerId="ADAL" clId="{40634167-B718-41A3-8718-6B91B4B00833}" dt="2024-10-05T00:21:42.989" v="2912" actId="478"/>
          <ac:spMkLst>
            <pc:docMk/>
            <pc:sldMk cId="3872909856" sldId="1852"/>
            <ac:spMk id="122" creationId="{AB68B0DC-F5D0-1B1C-C4FD-86978A3A726C}"/>
          </ac:spMkLst>
        </pc:spChg>
        <pc:spChg chg="add del mod">
          <ac:chgData name="Escaleira, Diogo Alexandre" userId="72fb12db-bc92-4c43-9b41-3ac15f1f989a" providerId="ADAL" clId="{40634167-B718-41A3-8718-6B91B4B00833}" dt="2024-10-05T00:21:42.989" v="2912" actId="478"/>
          <ac:spMkLst>
            <pc:docMk/>
            <pc:sldMk cId="3872909856" sldId="1852"/>
            <ac:spMk id="123" creationId="{B398C0CC-9C5A-9276-CBC5-405F63858CB6}"/>
          </ac:spMkLst>
        </pc:spChg>
        <pc:spChg chg="add del mod">
          <ac:chgData name="Escaleira, Diogo Alexandre" userId="72fb12db-bc92-4c43-9b41-3ac15f1f989a" providerId="ADAL" clId="{40634167-B718-41A3-8718-6B91B4B00833}" dt="2024-10-05T00:16:42.548" v="2369" actId="478"/>
          <ac:spMkLst>
            <pc:docMk/>
            <pc:sldMk cId="3872909856" sldId="1852"/>
            <ac:spMk id="124" creationId="{CEA07713-39BB-9412-A1E2-FFB7B5F19A95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5" creationId="{1794735C-22C4-4C45-3C5E-4A135181F70A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6" creationId="{E9419B80-AC39-12A8-1F38-2D755131E27C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7" creationId="{90A093C0-5F1E-2B53-E85A-8706BFA0E90A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8" creationId="{B40F4517-64E7-2038-480E-2F6D5CC9F3FD}"/>
          </ac:spMkLst>
        </pc:spChg>
        <pc:spChg chg="add mod">
          <ac:chgData name="Escaleira, Diogo Alexandre" userId="72fb12db-bc92-4c43-9b41-3ac15f1f989a" providerId="ADAL" clId="{40634167-B718-41A3-8718-6B91B4B00833}" dt="2024-10-05T00:21:30.149" v="2906" actId="1035"/>
          <ac:spMkLst>
            <pc:docMk/>
            <pc:sldMk cId="3872909856" sldId="1852"/>
            <ac:spMk id="129" creationId="{F20BEFA4-8DD1-0D9B-F296-6EF4C6AF6C75}"/>
          </ac:spMkLst>
        </pc:spChg>
        <pc:spChg chg="mod">
          <ac:chgData name="Escaleira, Diogo Alexandre" userId="72fb12db-bc92-4c43-9b41-3ac15f1f989a" providerId="ADAL" clId="{40634167-B718-41A3-8718-6B91B4B00833}" dt="2024-10-05T00:21:30.481" v="2907" actId="1037"/>
          <ac:spMkLst>
            <pc:docMk/>
            <pc:sldMk cId="3872909856" sldId="1852"/>
            <ac:spMk id="130" creationId="{3AD84D04-A802-4665-3F00-93985EC8834C}"/>
          </ac:spMkLst>
        </pc:spChg>
        <pc:spChg chg="mod">
          <ac:chgData name="Escaleira, Diogo Alexandre" userId="72fb12db-bc92-4c43-9b41-3ac15f1f989a" providerId="ADAL" clId="{40634167-B718-41A3-8718-6B91B4B00833}" dt="2024-10-05T00:21:31.167" v="2908" actId="1037"/>
          <ac:spMkLst>
            <pc:docMk/>
            <pc:sldMk cId="3872909856" sldId="1852"/>
            <ac:spMk id="131" creationId="{4E1FE1AA-5324-EAA7-37BC-926E74FB7687}"/>
          </ac:spMkLst>
        </pc:spChg>
        <pc:grpChg chg="mod ord">
          <ac:chgData name="Escaleira, Diogo Alexandre" userId="72fb12db-bc92-4c43-9b41-3ac15f1f989a" providerId="ADAL" clId="{40634167-B718-41A3-8718-6B91B4B00833}" dt="2024-10-05T00:21:30.149" v="2906" actId="1035"/>
          <ac:grpSpMkLst>
            <pc:docMk/>
            <pc:sldMk cId="3872909856" sldId="1852"/>
            <ac:grpSpMk id="133" creationId="{D8191F6C-6D5E-BC73-7FCD-DA84DD723412}"/>
          </ac:grpSpMkLst>
        </pc:grpChg>
        <pc:cxnChg chg="del">
          <ac:chgData name="Escaleira, Diogo Alexandre" userId="72fb12db-bc92-4c43-9b41-3ac15f1f989a" providerId="ADAL" clId="{40634167-B718-41A3-8718-6B91B4B00833}" dt="2024-10-05T00:03:04.738" v="859" actId="478"/>
          <ac:cxnSpMkLst>
            <pc:docMk/>
            <pc:sldMk cId="3872909856" sldId="1852"/>
            <ac:cxnSpMk id="19" creationId="{998EBEDE-D9C2-C525-53B3-52B389062CD9}"/>
          </ac:cxnSpMkLst>
        </pc:cxnChg>
        <pc:cxnChg chg="mod">
          <ac:chgData name="Escaleira, Diogo Alexandre" userId="72fb12db-bc92-4c43-9b41-3ac15f1f989a" providerId="ADAL" clId="{40634167-B718-41A3-8718-6B91B4B00833}" dt="2024-10-05T00:21:48.898" v="2925" actId="552"/>
          <ac:cxnSpMkLst>
            <pc:docMk/>
            <pc:sldMk cId="3872909856" sldId="1852"/>
            <ac:cxnSpMk id="20" creationId="{93465FC6-F3E0-C056-6155-F59865BEE050}"/>
          </ac:cxnSpMkLst>
        </pc:cxnChg>
        <pc:cxnChg chg="mod">
          <ac:chgData name="Escaleira, Diogo Alexandre" userId="72fb12db-bc92-4c43-9b41-3ac15f1f989a" providerId="ADAL" clId="{40634167-B718-41A3-8718-6B91B4B00833}" dt="2024-10-05T00:21:30.149" v="2906" actId="1035"/>
          <ac:cxnSpMkLst>
            <pc:docMk/>
            <pc:sldMk cId="3872909856" sldId="1852"/>
            <ac:cxnSpMk id="21" creationId="{F697BA84-8E10-1AB9-4D32-F7095EBAEC7F}"/>
          </ac:cxnSpMkLst>
        </pc:cxnChg>
        <pc:cxnChg chg="mod">
          <ac:chgData name="Escaleira, Diogo Alexandre" userId="72fb12db-bc92-4c43-9b41-3ac15f1f989a" providerId="ADAL" clId="{40634167-B718-41A3-8718-6B91B4B00833}" dt="2024-10-05T00:21:30.149" v="2906" actId="1035"/>
          <ac:cxnSpMkLst>
            <pc:docMk/>
            <pc:sldMk cId="3872909856" sldId="1852"/>
            <ac:cxnSpMk id="22" creationId="{01A8CE36-C438-B411-D69A-FEB5AF0827BC}"/>
          </ac:cxnSpMkLst>
        </pc:cxnChg>
        <pc:cxnChg chg="mod">
          <ac:chgData name="Escaleira, Diogo Alexandre" userId="72fb12db-bc92-4c43-9b41-3ac15f1f989a" providerId="ADAL" clId="{40634167-B718-41A3-8718-6B91B4B00833}" dt="2024-10-05T00:21:30.149" v="2906" actId="1035"/>
          <ac:cxnSpMkLst>
            <pc:docMk/>
            <pc:sldMk cId="3872909856" sldId="1852"/>
            <ac:cxnSpMk id="45" creationId="{6702B3C8-F426-5EEB-104E-E2B6353A023E}"/>
          </ac:cxnSpMkLst>
        </pc:cxnChg>
        <pc:cxnChg chg="del mod">
          <ac:chgData name="Escaleira, Diogo Alexandre" userId="72fb12db-bc92-4c43-9b41-3ac15f1f989a" providerId="ADAL" clId="{40634167-B718-41A3-8718-6B91B4B00833}" dt="2024-10-05T00:05:59.178" v="1243" actId="478"/>
          <ac:cxnSpMkLst>
            <pc:docMk/>
            <pc:sldMk cId="3872909856" sldId="1852"/>
            <ac:cxnSpMk id="54" creationId="{DF04281C-A2AA-0387-650F-4B530939E28C}"/>
          </ac:cxnSpMkLst>
        </pc:cxnChg>
        <pc:cxnChg chg="del mod">
          <ac:chgData name="Escaleira, Diogo Alexandre" userId="72fb12db-bc92-4c43-9b41-3ac15f1f989a" providerId="ADAL" clId="{40634167-B718-41A3-8718-6B91B4B00833}" dt="2024-10-05T00:03:55.148" v="921" actId="478"/>
          <ac:cxnSpMkLst>
            <pc:docMk/>
            <pc:sldMk cId="3872909856" sldId="1852"/>
            <ac:cxnSpMk id="104" creationId="{12B764EA-AACA-3211-339E-E192D2A0FFF3}"/>
          </ac:cxnSpMkLst>
        </pc:cxnChg>
      </pc:sldChg>
      <pc:sldChg chg="addSp delSp modSp mod">
        <pc:chgData name="Escaleira, Diogo Alexandre" userId="72fb12db-bc92-4c43-9b41-3ac15f1f989a" providerId="ADAL" clId="{40634167-B718-41A3-8718-6B91B4B00833}" dt="2024-10-04T23:57:49.349" v="298" actId="20577"/>
        <pc:sldMkLst>
          <pc:docMk/>
          <pc:sldMk cId="3893251981" sldId="2090"/>
        </pc:sldMkLst>
        <pc:spChg chg="mod">
          <ac:chgData name="Escaleira, Diogo Alexandre" userId="72fb12db-bc92-4c43-9b41-3ac15f1f989a" providerId="ADAL" clId="{40634167-B718-41A3-8718-6B91B4B00833}" dt="2024-10-04T23:55:18.961" v="75" actId="14100"/>
          <ac:spMkLst>
            <pc:docMk/>
            <pc:sldMk cId="3893251981" sldId="2090"/>
            <ac:spMk id="3" creationId="{E1CA1BC3-BCD2-8428-9AA7-61F2223DCA55}"/>
          </ac:spMkLst>
        </pc:spChg>
        <pc:spChg chg="mod">
          <ac:chgData name="Escaleira, Diogo Alexandre" userId="72fb12db-bc92-4c43-9b41-3ac15f1f989a" providerId="ADAL" clId="{40634167-B718-41A3-8718-6B91B4B00833}" dt="2024-10-04T23:57:18.838" v="247" actId="554"/>
          <ac:spMkLst>
            <pc:docMk/>
            <pc:sldMk cId="3893251981" sldId="2090"/>
            <ac:spMk id="4" creationId="{70EEC10B-20D2-CB01-C4F7-242E2759AC6F}"/>
          </ac:spMkLst>
        </pc:spChg>
        <pc:spChg chg="mod">
          <ac:chgData name="Escaleira, Diogo Alexandre" userId="72fb12db-bc92-4c43-9b41-3ac15f1f989a" providerId="ADAL" clId="{40634167-B718-41A3-8718-6B91B4B00833}" dt="2024-10-04T23:57:18.838" v="247" actId="554"/>
          <ac:spMkLst>
            <pc:docMk/>
            <pc:sldMk cId="3893251981" sldId="2090"/>
            <ac:spMk id="6" creationId="{A1A02A6E-C1A5-777D-90F8-88C56197DE42}"/>
          </ac:spMkLst>
        </pc:spChg>
        <pc:spChg chg="mod">
          <ac:chgData name="Escaleira, Diogo Alexandre" userId="72fb12db-bc92-4c43-9b41-3ac15f1f989a" providerId="ADAL" clId="{40634167-B718-41A3-8718-6B91B4B00833}" dt="2024-10-04T23:55:23.008" v="76"/>
          <ac:spMkLst>
            <pc:docMk/>
            <pc:sldMk cId="3893251981" sldId="2090"/>
            <ac:spMk id="8" creationId="{611D7025-49E6-1A03-BE9F-57A229407DD5}"/>
          </ac:spMkLst>
        </pc:spChg>
        <pc:spChg chg="mod">
          <ac:chgData name="Escaleira, Diogo Alexandre" userId="72fb12db-bc92-4c43-9b41-3ac15f1f989a" providerId="ADAL" clId="{40634167-B718-41A3-8718-6B91B4B00833}" dt="2024-10-04T23:57:14.926" v="246" actId="553"/>
          <ac:spMkLst>
            <pc:docMk/>
            <pc:sldMk cId="3893251981" sldId="2090"/>
            <ac:spMk id="9" creationId="{D527BD10-08A2-BD22-9D32-27B7174EC893}"/>
          </ac:spMkLst>
        </pc:spChg>
        <pc:spChg chg="del">
          <ac:chgData name="Escaleira, Diogo Alexandre" userId="72fb12db-bc92-4c43-9b41-3ac15f1f989a" providerId="ADAL" clId="{40634167-B718-41A3-8718-6B91B4B00833}" dt="2024-10-04T23:56:08.732" v="116" actId="478"/>
          <ac:spMkLst>
            <pc:docMk/>
            <pc:sldMk cId="3893251981" sldId="2090"/>
            <ac:spMk id="10" creationId="{32849237-1555-10B8-4A79-18E8F85E0CC9}"/>
          </ac:spMkLst>
        </pc:spChg>
        <pc:spChg chg="mod">
          <ac:chgData name="Escaleira, Diogo Alexandre" userId="72fb12db-bc92-4c43-9b41-3ac15f1f989a" providerId="ADAL" clId="{40634167-B718-41A3-8718-6B91B4B00833}" dt="2024-10-04T23:55:29.446" v="79"/>
          <ac:spMkLst>
            <pc:docMk/>
            <pc:sldMk cId="3893251981" sldId="2090"/>
            <ac:spMk id="15" creationId="{AF7B6112-7B89-9C97-DB2E-EFDCA1C3095F}"/>
          </ac:spMkLst>
        </pc:spChg>
        <pc:spChg chg="mod">
          <ac:chgData name="Escaleira, Diogo Alexandre" userId="72fb12db-bc92-4c43-9b41-3ac15f1f989a" providerId="ADAL" clId="{40634167-B718-41A3-8718-6B91B4B00833}" dt="2024-10-04T23:55:33.033" v="80"/>
          <ac:spMkLst>
            <pc:docMk/>
            <pc:sldMk cId="3893251981" sldId="2090"/>
            <ac:spMk id="16" creationId="{B8C65B60-59B3-2CBD-015D-0A0431A80D5F}"/>
          </ac:spMkLst>
        </pc:spChg>
        <pc:spChg chg="mod">
          <ac:chgData name="Escaleira, Diogo Alexandre" userId="72fb12db-bc92-4c43-9b41-3ac15f1f989a" providerId="ADAL" clId="{40634167-B718-41A3-8718-6B91B4B00833}" dt="2024-10-04T23:57:33.006" v="283" actId="20577"/>
          <ac:spMkLst>
            <pc:docMk/>
            <pc:sldMk cId="3893251981" sldId="2090"/>
            <ac:spMk id="19" creationId="{90DCAFA4-9ED9-AACB-2836-07FD1AC7F4B6}"/>
          </ac:spMkLst>
        </pc:spChg>
        <pc:spChg chg="mod">
          <ac:chgData name="Escaleira, Diogo Alexandre" userId="72fb12db-bc92-4c43-9b41-3ac15f1f989a" providerId="ADAL" clId="{40634167-B718-41A3-8718-6B91B4B00833}" dt="2024-10-04T23:57:49.349" v="298" actId="20577"/>
          <ac:spMkLst>
            <pc:docMk/>
            <pc:sldMk cId="3893251981" sldId="2090"/>
            <ac:spMk id="21" creationId="{F4BFAC8C-53B5-18C3-43C2-C88EB5E1F138}"/>
          </ac:spMkLst>
        </pc:spChg>
        <pc:spChg chg="mod">
          <ac:chgData name="Escaleira, Diogo Alexandre" userId="72fb12db-bc92-4c43-9b41-3ac15f1f989a" providerId="ADAL" clId="{40634167-B718-41A3-8718-6B91B4B00833}" dt="2024-10-04T23:57:26.423" v="273" actId="1036"/>
          <ac:spMkLst>
            <pc:docMk/>
            <pc:sldMk cId="3893251981" sldId="2090"/>
            <ac:spMk id="29" creationId="{6EB97ED1-8006-D124-9DD4-627AD425F42D}"/>
          </ac:spMkLst>
        </pc:spChg>
        <pc:spChg chg="mod">
          <ac:chgData name="Escaleira, Diogo Alexandre" userId="72fb12db-bc92-4c43-9b41-3ac15f1f989a" providerId="ADAL" clId="{40634167-B718-41A3-8718-6B91B4B00833}" dt="2024-10-04T23:56:23.043" v="143" actId="1036"/>
          <ac:spMkLst>
            <pc:docMk/>
            <pc:sldMk cId="3893251981" sldId="2090"/>
            <ac:spMk id="30" creationId="{798EB64B-6743-EF32-9B9A-2F2E67401985}"/>
          </ac:spMkLst>
        </pc:spChg>
        <pc:grpChg chg="mod">
          <ac:chgData name="Escaleira, Diogo Alexandre" userId="72fb12db-bc92-4c43-9b41-3ac15f1f989a" providerId="ADAL" clId="{40634167-B718-41A3-8718-6B91B4B00833}" dt="2024-10-04T23:55:44.054" v="109" actId="1035"/>
          <ac:grpSpMkLst>
            <pc:docMk/>
            <pc:sldMk cId="3893251981" sldId="2090"/>
            <ac:grpSpMk id="34" creationId="{7722BEF1-D5DB-7D57-B52E-AA07D26E4C4E}"/>
          </ac:grpSpMkLst>
        </pc:grpChg>
        <pc:grpChg chg="del mod">
          <ac:chgData name="Escaleira, Diogo Alexandre" userId="72fb12db-bc92-4c43-9b41-3ac15f1f989a" providerId="ADAL" clId="{40634167-B718-41A3-8718-6B91B4B00833}" dt="2024-10-04T23:55:37.715" v="81" actId="478"/>
          <ac:grpSpMkLst>
            <pc:docMk/>
            <pc:sldMk cId="3893251981" sldId="2090"/>
            <ac:grpSpMk id="35" creationId="{10B4B6EA-AEBA-3C22-C220-DE2AC5682E75}"/>
          </ac:grpSpMkLst>
        </pc:grpChg>
        <pc:grpChg chg="mod">
          <ac:chgData name="Escaleira, Diogo Alexandre" userId="72fb12db-bc92-4c43-9b41-3ac15f1f989a" providerId="ADAL" clId="{40634167-B718-41A3-8718-6B91B4B00833}" dt="2024-10-04T23:55:48.949" v="110" actId="465"/>
          <ac:grpSpMkLst>
            <pc:docMk/>
            <pc:sldMk cId="3893251981" sldId="2090"/>
            <ac:grpSpMk id="36" creationId="{163B1BD5-D8EA-9234-F1B8-08E862A90761}"/>
          </ac:grpSpMkLst>
        </pc:grpChg>
        <pc:picChg chg="add mod">
          <ac:chgData name="Escaleira, Diogo Alexandre" userId="72fb12db-bc92-4c43-9b41-3ac15f1f989a" providerId="ADAL" clId="{40634167-B718-41A3-8718-6B91B4B00833}" dt="2024-10-04T23:56:23.043" v="143" actId="1036"/>
          <ac:picMkLst>
            <pc:docMk/>
            <pc:sldMk cId="3893251981" sldId="2090"/>
            <ac:picMk id="2" creationId="{992855DA-5A5B-DF61-D010-087D541EC154}"/>
          </ac:picMkLst>
        </pc:picChg>
        <pc:picChg chg="del">
          <ac:chgData name="Escaleira, Diogo Alexandre" userId="72fb12db-bc92-4c43-9b41-3ac15f1f989a" providerId="ADAL" clId="{40634167-B718-41A3-8718-6B91B4B00833}" dt="2024-10-04T23:56:03.463" v="114" actId="478"/>
          <ac:picMkLst>
            <pc:docMk/>
            <pc:sldMk cId="3893251981" sldId="2090"/>
            <ac:picMk id="14" creationId="{15A62A54-ED1C-44E6-695C-1868791160AA}"/>
          </ac:picMkLst>
        </pc:picChg>
        <pc:picChg chg="mod">
          <ac:chgData name="Escaleira, Diogo Alexandre" userId="72fb12db-bc92-4c43-9b41-3ac15f1f989a" providerId="ADAL" clId="{40634167-B718-41A3-8718-6B91B4B00833}" dt="2024-10-04T23:57:22.973" v="248" actId="1076"/>
          <ac:picMkLst>
            <pc:docMk/>
            <pc:sldMk cId="3893251981" sldId="2090"/>
            <ac:picMk id="24" creationId="{9B82A793-7F4D-B912-F587-E641BA41DA04}"/>
          </ac:picMkLst>
        </pc:picChg>
      </pc:sldChg>
      <pc:sldChg chg="addSp delSp modSp mod">
        <pc:chgData name="Escaleira, Diogo Alexandre" userId="72fb12db-bc92-4c43-9b41-3ac15f1f989a" providerId="ADAL" clId="{40634167-B718-41A3-8718-6B91B4B00833}" dt="2024-10-05T00:00:13.040" v="473" actId="478"/>
        <pc:sldMkLst>
          <pc:docMk/>
          <pc:sldMk cId="2587956276" sldId="2091"/>
        </pc:sldMkLst>
        <pc:spChg chg="del">
          <ac:chgData name="Escaleira, Diogo Alexandre" userId="72fb12db-bc92-4c43-9b41-3ac15f1f989a" providerId="ADAL" clId="{40634167-B718-41A3-8718-6B91B4B00833}" dt="2024-10-05T00:00:13.040" v="473" actId="478"/>
          <ac:spMkLst>
            <pc:docMk/>
            <pc:sldMk cId="2587956276" sldId="2091"/>
            <ac:spMk id="5" creationId="{AF612B6F-6274-9EB8-1C2E-AE76E9B3E49B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9" creationId="{00403AC9-4956-8396-B62E-BB2E6AE53173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11" creationId="{0BB65B0C-BC55-9CFE-D56F-4F245E4E2A64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36" creationId="{4C4F8FF8-3325-BB1A-F2E7-A528C490AE9E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37" creationId="{925CA16C-5C21-738F-7B29-86A8D4F21C73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38" creationId="{4D8508D3-9302-190C-19AD-FE9F80BD8E25}"/>
          </ac:spMkLst>
        </pc:spChg>
        <pc:spChg chg="mod">
          <ac:chgData name="Escaleira, Diogo Alexandre" userId="72fb12db-bc92-4c43-9b41-3ac15f1f989a" providerId="ADAL" clId="{40634167-B718-41A3-8718-6B91B4B00833}" dt="2024-10-04T23:59:33.026" v="374" actId="113"/>
          <ac:spMkLst>
            <pc:docMk/>
            <pc:sldMk cId="2587956276" sldId="2091"/>
            <ac:spMk id="39" creationId="{A4845DE5-E9FF-96F6-3585-6A36CCF4914F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0" creationId="{96987068-AB23-FEA6-A458-200690D9CAF1}"/>
          </ac:spMkLst>
        </pc:spChg>
        <pc:spChg chg="mod">
          <ac:chgData name="Escaleira, Diogo Alexandre" userId="72fb12db-bc92-4c43-9b41-3ac15f1f989a" providerId="ADAL" clId="{40634167-B718-41A3-8718-6B91B4B00833}" dt="2024-10-04T23:59:57.089" v="425" actId="20577"/>
          <ac:spMkLst>
            <pc:docMk/>
            <pc:sldMk cId="2587956276" sldId="2091"/>
            <ac:spMk id="41" creationId="{EC4F49A5-F3FB-53F6-3F35-BAD06751CA99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2" creationId="{AF678C78-53A2-8A26-E6D1-25EE9B69D488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3" creationId="{0BBA1A7D-AFE6-BB71-4857-755A89E65875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4" creationId="{E9BEC3CF-3E98-23AF-351E-CED57AFE1553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5" creationId="{26D397BB-7EDA-135E-CEA1-6AE828175B30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46" creationId="{E4014B62-A897-F774-06C5-912793C402C0}"/>
          </ac:spMkLst>
        </pc:spChg>
        <pc:spChg chg="mod">
          <ac:chgData name="Escaleira, Diogo Alexandre" userId="72fb12db-bc92-4c43-9b41-3ac15f1f989a" providerId="ADAL" clId="{40634167-B718-41A3-8718-6B91B4B00833}" dt="2024-10-04T23:59:17.219" v="345" actId="20577"/>
          <ac:spMkLst>
            <pc:docMk/>
            <pc:sldMk cId="2587956276" sldId="2091"/>
            <ac:spMk id="47" creationId="{587CD104-372A-B3BD-596F-54C206256AC3}"/>
          </ac:spMkLst>
        </pc:spChg>
        <pc:spChg chg="mod">
          <ac:chgData name="Escaleira, Diogo Alexandre" userId="72fb12db-bc92-4c43-9b41-3ac15f1f989a" providerId="ADAL" clId="{40634167-B718-41A3-8718-6B91B4B00833}" dt="2024-10-04T23:59:44.932" v="406" actId="20577"/>
          <ac:spMkLst>
            <pc:docMk/>
            <pc:sldMk cId="2587956276" sldId="2091"/>
            <ac:spMk id="50" creationId="{20AC7BE9-DFAC-215E-0A1E-FE8869B26329}"/>
          </ac:spMkLst>
        </pc:spChg>
        <pc:spChg chg="mod">
          <ac:chgData name="Escaleira, Diogo Alexandre" userId="72fb12db-bc92-4c43-9b41-3ac15f1f989a" providerId="ADAL" clId="{40634167-B718-41A3-8718-6B91B4B00833}" dt="2024-10-04T23:58:07.238" v="302" actId="478"/>
          <ac:spMkLst>
            <pc:docMk/>
            <pc:sldMk cId="2587956276" sldId="2091"/>
            <ac:spMk id="52" creationId="{D5ABA45D-E1BB-B20F-4629-D5E5A4C05802}"/>
          </ac:spMkLst>
        </pc:spChg>
        <pc:spChg chg="mod">
          <ac:chgData name="Escaleira, Diogo Alexandre" userId="72fb12db-bc92-4c43-9b41-3ac15f1f989a" providerId="ADAL" clId="{40634167-B718-41A3-8718-6B91B4B00833}" dt="2024-10-05T00:00:10.268" v="472" actId="20577"/>
          <ac:spMkLst>
            <pc:docMk/>
            <pc:sldMk cId="2587956276" sldId="2091"/>
            <ac:spMk id="53" creationId="{D4000451-3CE6-AF08-3748-197B25E2D4B0}"/>
          </ac:spMkLst>
        </pc:spChg>
        <pc:grpChg chg="mod">
          <ac:chgData name="Escaleira, Diogo Alexandre" userId="72fb12db-bc92-4c43-9b41-3ac15f1f989a" providerId="ADAL" clId="{40634167-B718-41A3-8718-6B91B4B00833}" dt="2024-10-04T23:58:07.238" v="302" actId="478"/>
          <ac:grpSpMkLst>
            <pc:docMk/>
            <pc:sldMk cId="2587956276" sldId="2091"/>
            <ac:grpSpMk id="4" creationId="{E0339DC7-0DF5-2DEE-7855-63A8D0EC0959}"/>
          </ac:grpSpMkLst>
        </pc:grpChg>
        <pc:picChg chg="add del mod">
          <ac:chgData name="Escaleira, Diogo Alexandre" userId="72fb12db-bc92-4c43-9b41-3ac15f1f989a" providerId="ADAL" clId="{40634167-B718-41A3-8718-6B91B4B00833}" dt="2024-10-04T23:58:24.648" v="309" actId="478"/>
          <ac:picMkLst>
            <pc:docMk/>
            <pc:sldMk cId="2587956276" sldId="2091"/>
            <ac:picMk id="6" creationId="{0B5AB221-0563-5EB4-EF27-ED32CB08071A}"/>
          </ac:picMkLst>
        </pc:picChg>
        <pc:picChg chg="add del mod">
          <ac:chgData name="Escaleira, Diogo Alexandre" userId="72fb12db-bc92-4c43-9b41-3ac15f1f989a" providerId="ADAL" clId="{40634167-B718-41A3-8718-6B91B4B00833}" dt="2024-10-04T23:58:24.648" v="309" actId="478"/>
          <ac:picMkLst>
            <pc:docMk/>
            <pc:sldMk cId="2587956276" sldId="2091"/>
            <ac:picMk id="7" creationId="{E865D056-DF62-08B9-E56F-AD485AEAA583}"/>
          </ac:picMkLst>
        </pc:picChg>
        <pc:picChg chg="add del mod">
          <ac:chgData name="Escaleira, Diogo Alexandre" userId="72fb12db-bc92-4c43-9b41-3ac15f1f989a" providerId="ADAL" clId="{40634167-B718-41A3-8718-6B91B4B00833}" dt="2024-10-04T23:58:20.191" v="306" actId="478"/>
          <ac:picMkLst>
            <pc:docMk/>
            <pc:sldMk cId="2587956276" sldId="2091"/>
            <ac:picMk id="8" creationId="{526915AD-A45C-9FA1-CD49-063E4D174DDE}"/>
          </ac:picMkLst>
        </pc:picChg>
        <pc:picChg chg="add del mod">
          <ac:chgData name="Escaleira, Diogo Alexandre" userId="72fb12db-bc92-4c43-9b41-3ac15f1f989a" providerId="ADAL" clId="{40634167-B718-41A3-8718-6B91B4B00833}" dt="2024-10-04T23:58:22.558" v="308" actId="478"/>
          <ac:picMkLst>
            <pc:docMk/>
            <pc:sldMk cId="2587956276" sldId="2091"/>
            <ac:picMk id="10" creationId="{687A2CC0-1E90-D457-4B19-7627CA54D9C3}"/>
          </ac:picMkLst>
        </pc:picChg>
        <pc:picChg chg="add del mod">
          <ac:chgData name="Escaleira, Diogo Alexandre" userId="72fb12db-bc92-4c43-9b41-3ac15f1f989a" providerId="ADAL" clId="{40634167-B718-41A3-8718-6B91B4B00833}" dt="2024-10-04T23:58:22.558" v="308" actId="478"/>
          <ac:picMkLst>
            <pc:docMk/>
            <pc:sldMk cId="2587956276" sldId="2091"/>
            <ac:picMk id="12" creationId="{4181AB44-8E6D-5A09-9F5F-CF97B32EB819}"/>
          </ac:picMkLst>
        </pc:picChg>
        <pc:picChg chg="add mod">
          <ac:chgData name="Escaleira, Diogo Alexandre" userId="72fb12db-bc92-4c43-9b41-3ac15f1f989a" providerId="ADAL" clId="{40634167-B718-41A3-8718-6B91B4B00833}" dt="2024-10-04T23:59:05.719" v="328" actId="1076"/>
          <ac:picMkLst>
            <pc:docMk/>
            <pc:sldMk cId="2587956276" sldId="2091"/>
            <ac:picMk id="13" creationId="{7EE9C57D-B349-0904-4D62-F9769005032A}"/>
          </ac:picMkLst>
        </pc:picChg>
        <pc:picChg chg="add mod">
          <ac:chgData name="Escaleira, Diogo Alexandre" userId="72fb12db-bc92-4c43-9b41-3ac15f1f989a" providerId="ADAL" clId="{40634167-B718-41A3-8718-6B91B4B00833}" dt="2024-10-04T23:59:10.295" v="330" actId="1076"/>
          <ac:picMkLst>
            <pc:docMk/>
            <pc:sldMk cId="2587956276" sldId="2091"/>
            <ac:picMk id="15" creationId="{2225DD43-3909-E1C8-B8F5-ED3832886BA9}"/>
          </ac:picMkLst>
        </pc:picChg>
        <pc:picChg chg="mod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48" creationId="{2FCF0011-0C46-A652-1349-531C6EF4F7C0}"/>
          </ac:picMkLst>
        </pc:picChg>
        <pc:picChg chg="mod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49" creationId="{FC03872D-C08A-DC5B-47FB-36296EE2EF33}"/>
          </ac:picMkLst>
        </pc:picChg>
        <pc:picChg chg="mod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51" creationId="{D8CC8C81-911F-674E-AC77-FF42A7008E1F}"/>
          </ac:picMkLst>
        </pc:picChg>
        <pc:picChg chg="del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54" creationId="{FCEA8091-4C96-5552-57AB-61A37CEAF631}"/>
          </ac:picMkLst>
        </pc:picChg>
        <pc:picChg chg="del mod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55" creationId="{D9848425-2E2D-48BC-5619-611D1228301E}"/>
          </ac:picMkLst>
        </pc:picChg>
        <pc:picChg chg="del mod">
          <ac:chgData name="Escaleira, Diogo Alexandre" userId="72fb12db-bc92-4c43-9b41-3ac15f1f989a" providerId="ADAL" clId="{40634167-B718-41A3-8718-6B91B4B00833}" dt="2024-10-04T23:58:07.238" v="302" actId="478"/>
          <ac:picMkLst>
            <pc:docMk/>
            <pc:sldMk cId="2587956276" sldId="2091"/>
            <ac:picMk id="56" creationId="{BCE4AF3C-2814-DF79-C71F-EEAB9376091B}"/>
          </ac:picMkLst>
        </pc:picChg>
        <pc:picChg chg="add mod">
          <ac:chgData name="Escaleira, Diogo Alexandre" userId="72fb12db-bc92-4c43-9b41-3ac15f1f989a" providerId="ADAL" clId="{40634167-B718-41A3-8718-6B91B4B00833}" dt="2024-10-04T23:59:00.858" v="326" actId="1037"/>
          <ac:picMkLst>
            <pc:docMk/>
            <pc:sldMk cId="2587956276" sldId="2091"/>
            <ac:picMk id="2050" creationId="{2A7EEC06-4F1B-B50A-F3E4-D67072887CA1}"/>
          </ac:picMkLst>
        </pc:picChg>
        <pc:cxnChg chg="mod">
          <ac:chgData name="Escaleira, Diogo Alexandre" userId="72fb12db-bc92-4c43-9b41-3ac15f1f989a" providerId="ADAL" clId="{40634167-B718-41A3-8718-6B91B4B00833}" dt="2024-10-04T23:58:07.238" v="302" actId="478"/>
          <ac:cxnSpMkLst>
            <pc:docMk/>
            <pc:sldMk cId="2587956276" sldId="2091"/>
            <ac:cxnSpMk id="14" creationId="{AEE0178A-6F2A-497B-6CD1-EB90C62143C8}"/>
          </ac:cxnSpMkLst>
        </pc:cxnChg>
        <pc:cxnChg chg="mod">
          <ac:chgData name="Escaleira, Diogo Alexandre" userId="72fb12db-bc92-4c43-9b41-3ac15f1f989a" providerId="ADAL" clId="{40634167-B718-41A3-8718-6B91B4B00833}" dt="2024-10-04T23:58:07.238" v="302" actId="478"/>
          <ac:cxnSpMkLst>
            <pc:docMk/>
            <pc:sldMk cId="2587956276" sldId="2091"/>
            <ac:cxnSpMk id="35" creationId="{07B3855A-2B73-5B6E-7985-328921488A48}"/>
          </ac:cxnSpMkLst>
        </pc:cxnChg>
      </pc:sldChg>
      <pc:sldChg chg="addSp delSp modSp mod">
        <pc:chgData name="Escaleira, Diogo Alexandre" userId="72fb12db-bc92-4c43-9b41-3ac15f1f989a" providerId="ADAL" clId="{40634167-B718-41A3-8718-6B91B4B00833}" dt="2024-10-04T23:54:41.984" v="73" actId="478"/>
        <pc:sldMkLst>
          <pc:docMk/>
          <pc:sldMk cId="3380138002" sldId="2095"/>
        </pc:sldMkLst>
        <pc:spChg chg="mod">
          <ac:chgData name="Escaleira, Diogo Alexandre" userId="72fb12db-bc92-4c43-9b41-3ac15f1f989a" providerId="ADAL" clId="{40634167-B718-41A3-8718-6B91B4B00833}" dt="2024-10-04T23:54:34.614" v="71" actId="552"/>
          <ac:spMkLst>
            <pc:docMk/>
            <pc:sldMk cId="3380138002" sldId="2095"/>
            <ac:spMk id="2" creationId="{93C000A3-A263-4D79-A553-037722D3F2CA}"/>
          </ac:spMkLst>
        </pc:spChg>
        <pc:spChg chg="mod">
          <ac:chgData name="Escaleira, Diogo Alexandre" userId="72fb12db-bc92-4c43-9b41-3ac15f1f989a" providerId="ADAL" clId="{40634167-B718-41A3-8718-6B91B4B00833}" dt="2024-10-04T23:53:56.103" v="64" actId="20577"/>
          <ac:spMkLst>
            <pc:docMk/>
            <pc:sldMk cId="3380138002" sldId="2095"/>
            <ac:spMk id="3" creationId="{589BA500-778A-41B0-A062-8A11E44145C2}"/>
          </ac:spMkLst>
        </pc:spChg>
        <pc:spChg chg="mod">
          <ac:chgData name="Escaleira, Diogo Alexandre" userId="72fb12db-bc92-4c43-9b41-3ac15f1f989a" providerId="ADAL" clId="{40634167-B718-41A3-8718-6B91B4B00833}" dt="2024-10-04T23:53:45.210" v="54" actId="14100"/>
          <ac:spMkLst>
            <pc:docMk/>
            <pc:sldMk cId="3380138002" sldId="2095"/>
            <ac:spMk id="4" creationId="{B7A138B7-010B-4261-B134-DFBC17016A9D}"/>
          </ac:spMkLst>
        </pc:spChg>
        <pc:spChg chg="del">
          <ac:chgData name="Escaleira, Diogo Alexandre" userId="72fb12db-bc92-4c43-9b41-3ac15f1f989a" providerId="ADAL" clId="{40634167-B718-41A3-8718-6B91B4B00833}" dt="2024-10-04T23:54:41.984" v="73" actId="478"/>
          <ac:spMkLst>
            <pc:docMk/>
            <pc:sldMk cId="3380138002" sldId="2095"/>
            <ac:spMk id="5" creationId="{BEFBA6C2-DEB9-066D-C357-E755F8AA0A84}"/>
          </ac:spMkLst>
        </pc:spChg>
        <pc:picChg chg="del">
          <ac:chgData name="Escaleira, Diogo Alexandre" userId="72fb12db-bc92-4c43-9b41-3ac15f1f989a" providerId="ADAL" clId="{40634167-B718-41A3-8718-6B91B4B00833}" dt="2024-10-04T23:54:17" v="65" actId="478"/>
          <ac:picMkLst>
            <pc:docMk/>
            <pc:sldMk cId="3380138002" sldId="2095"/>
            <ac:picMk id="7" creationId="{B0CFFBEA-59B9-8774-9E2F-C7475E2D369B}"/>
          </ac:picMkLst>
        </pc:picChg>
        <pc:picChg chg="add">
          <ac:chgData name="Escaleira, Diogo Alexandre" userId="72fb12db-bc92-4c43-9b41-3ac15f1f989a" providerId="ADAL" clId="{40634167-B718-41A3-8718-6B91B4B00833}" dt="2024-10-04T23:54:17.618" v="66"/>
          <ac:picMkLst>
            <pc:docMk/>
            <pc:sldMk cId="3380138002" sldId="2095"/>
            <ac:picMk id="1026" creationId="{FDB8EB26-5DAF-0FE0-5B5B-0589429AE3D5}"/>
          </ac:picMkLst>
        </pc:picChg>
        <pc:picChg chg="add mod">
          <ac:chgData name="Escaleira, Diogo Alexandre" userId="72fb12db-bc92-4c43-9b41-3ac15f1f989a" providerId="ADAL" clId="{40634167-B718-41A3-8718-6B91B4B00833}" dt="2024-10-04T23:54:39.027" v="72" actId="14100"/>
          <ac:picMkLst>
            <pc:docMk/>
            <pc:sldMk cId="3380138002" sldId="2095"/>
            <ac:picMk id="1028" creationId="{1B9C4327-252D-0AC1-4EA4-63E87574908C}"/>
          </ac:picMkLst>
        </pc:picChg>
      </pc:sldChg>
    </pc:docChg>
  </pc:docChgLst>
  <pc:docChgLst>
    <pc:chgData name="Escaleira, Diogo Alexandre" userId="72fb12db-bc92-4c43-9b41-3ac15f1f989a" providerId="ADAL" clId="{A6FCC9BD-3270-4696-A17B-7A3EE4FF33F3}"/>
    <pc:docChg chg="custSel delSld modSld">
      <pc:chgData name="Escaleira, Diogo Alexandre" userId="72fb12db-bc92-4c43-9b41-3ac15f1f989a" providerId="ADAL" clId="{A6FCC9BD-3270-4696-A17B-7A3EE4FF33F3}" dt="2024-10-02T15:50:57.245" v="25" actId="1076"/>
      <pc:docMkLst>
        <pc:docMk/>
      </pc:docMkLst>
      <pc:sldChg chg="addSp modSp mod">
        <pc:chgData name="Escaleira, Diogo Alexandre" userId="72fb12db-bc92-4c43-9b41-3ac15f1f989a" providerId="ADAL" clId="{A6FCC9BD-3270-4696-A17B-7A3EE4FF33F3}" dt="2024-10-02T15:50:28.826" v="18" actId="20577"/>
        <pc:sldMkLst>
          <pc:docMk/>
          <pc:sldMk cId="3872909856" sldId="1852"/>
        </pc:sldMkLst>
        <pc:spChg chg="add mod">
          <ac:chgData name="Escaleira, Diogo Alexandre" userId="72fb12db-bc92-4c43-9b41-3ac15f1f989a" providerId="ADAL" clId="{A6FCC9BD-3270-4696-A17B-7A3EE4FF33F3}" dt="2024-10-02T15:50:28.826" v="18" actId="20577"/>
          <ac:spMkLst>
            <pc:docMk/>
            <pc:sldMk cId="3872909856" sldId="1852"/>
            <ac:spMk id="11" creationId="{6E2AF415-5800-1E17-5E54-8DBF05E55246}"/>
          </ac:spMkLst>
        </pc:spChg>
      </pc:sldChg>
      <pc:sldChg chg="addSp modSp mod">
        <pc:chgData name="Escaleira, Diogo Alexandre" userId="72fb12db-bc92-4c43-9b41-3ac15f1f989a" providerId="ADAL" clId="{A6FCC9BD-3270-4696-A17B-7A3EE4FF33F3}" dt="2024-10-02T15:50:48.139" v="23" actId="20577"/>
        <pc:sldMkLst>
          <pc:docMk/>
          <pc:sldMk cId="1652888622" sldId="1853"/>
        </pc:sldMkLst>
        <pc:spChg chg="add mod">
          <ac:chgData name="Escaleira, Diogo Alexandre" userId="72fb12db-bc92-4c43-9b41-3ac15f1f989a" providerId="ADAL" clId="{A6FCC9BD-3270-4696-A17B-7A3EE4FF33F3}" dt="2024-10-02T15:50:48.139" v="23" actId="20577"/>
          <ac:spMkLst>
            <pc:docMk/>
            <pc:sldMk cId="1652888622" sldId="1853"/>
            <ac:spMk id="5" creationId="{DFBD803E-BB9F-2079-AFA5-4DB78220A8FC}"/>
          </ac:spMkLst>
        </pc:spChg>
      </pc:sldChg>
      <pc:sldChg chg="addSp modSp mod">
        <pc:chgData name="Escaleira, Diogo Alexandre" userId="72fb12db-bc92-4c43-9b41-3ac15f1f989a" providerId="ADAL" clId="{A6FCC9BD-3270-4696-A17B-7A3EE4FF33F3}" dt="2024-10-02T15:50:15.295" v="14" actId="20577"/>
        <pc:sldMkLst>
          <pc:docMk/>
          <pc:sldMk cId="3555018831" sldId="2085"/>
        </pc:sldMkLst>
        <pc:spChg chg="add mod">
          <ac:chgData name="Escaleira, Diogo Alexandre" userId="72fb12db-bc92-4c43-9b41-3ac15f1f989a" providerId="ADAL" clId="{A6FCC9BD-3270-4696-A17B-7A3EE4FF33F3}" dt="2024-10-02T15:50:15.295" v="14" actId="20577"/>
          <ac:spMkLst>
            <pc:docMk/>
            <pc:sldMk cId="3555018831" sldId="2085"/>
            <ac:spMk id="3" creationId="{E010392B-9103-BF03-3A8B-9B721E82DC6F}"/>
          </ac:spMkLst>
        </pc:spChg>
      </pc:sldChg>
      <pc:sldChg chg="del">
        <pc:chgData name="Escaleira, Diogo Alexandre" userId="72fb12db-bc92-4c43-9b41-3ac15f1f989a" providerId="ADAL" clId="{A6FCC9BD-3270-4696-A17B-7A3EE4FF33F3}" dt="2024-10-02T15:50:23.854" v="15" actId="47"/>
        <pc:sldMkLst>
          <pc:docMk/>
          <pc:sldMk cId="1086649321" sldId="2086"/>
        </pc:sldMkLst>
      </pc:sldChg>
      <pc:sldChg chg="addSp delSp modSp mod">
        <pc:chgData name="Escaleira, Diogo Alexandre" userId="72fb12db-bc92-4c43-9b41-3ac15f1f989a" providerId="ADAL" clId="{A6FCC9BD-3270-4696-A17B-7A3EE4FF33F3}" dt="2024-10-02T15:49:34.507" v="8" actId="207"/>
        <pc:sldMkLst>
          <pc:docMk/>
          <pc:sldMk cId="3893251981" sldId="2090"/>
        </pc:sldMkLst>
        <pc:spChg chg="add del mod">
          <ac:chgData name="Escaleira, Diogo Alexandre" userId="72fb12db-bc92-4c43-9b41-3ac15f1f989a" providerId="ADAL" clId="{A6FCC9BD-3270-4696-A17B-7A3EE4FF33F3}" dt="2024-10-02T15:49:28.190" v="6" actId="478"/>
          <ac:spMkLst>
            <pc:docMk/>
            <pc:sldMk cId="3893251981" sldId="2090"/>
            <ac:spMk id="2" creationId="{C7345721-26FF-8132-0CF6-BDDFBD37E1A7}"/>
          </ac:spMkLst>
        </pc:spChg>
        <pc:spChg chg="add mod">
          <ac:chgData name="Escaleira, Diogo Alexandre" userId="72fb12db-bc92-4c43-9b41-3ac15f1f989a" providerId="ADAL" clId="{A6FCC9BD-3270-4696-A17B-7A3EE4FF33F3}" dt="2024-10-02T15:49:34.507" v="8" actId="207"/>
          <ac:spMkLst>
            <pc:docMk/>
            <pc:sldMk cId="3893251981" sldId="2090"/>
            <ac:spMk id="10" creationId="{32849237-1555-10B8-4A79-18E8F85E0CC9}"/>
          </ac:spMkLst>
        </pc:spChg>
      </pc:sldChg>
      <pc:sldChg chg="addSp modSp">
        <pc:chgData name="Escaleira, Diogo Alexandre" userId="72fb12db-bc92-4c43-9b41-3ac15f1f989a" providerId="ADAL" clId="{A6FCC9BD-3270-4696-A17B-7A3EE4FF33F3}" dt="2024-10-02T15:50:42.460" v="19"/>
        <pc:sldMkLst>
          <pc:docMk/>
          <pc:sldMk cId="2587956276" sldId="2091"/>
        </pc:sldMkLst>
        <pc:spChg chg="add mod">
          <ac:chgData name="Escaleira, Diogo Alexandre" userId="72fb12db-bc92-4c43-9b41-3ac15f1f989a" providerId="ADAL" clId="{A6FCC9BD-3270-4696-A17B-7A3EE4FF33F3}" dt="2024-10-02T15:50:42.460" v="19"/>
          <ac:spMkLst>
            <pc:docMk/>
            <pc:sldMk cId="2587956276" sldId="2091"/>
            <ac:spMk id="5" creationId="{AF612B6F-6274-9EB8-1C2E-AE76E9B3E49B}"/>
          </ac:spMkLst>
        </pc:spChg>
      </pc:sldChg>
      <pc:sldChg chg="addSp modSp mod">
        <pc:chgData name="Escaleira, Diogo Alexandre" userId="72fb12db-bc92-4c43-9b41-3ac15f1f989a" providerId="ADAL" clId="{A6FCC9BD-3270-4696-A17B-7A3EE4FF33F3}" dt="2024-10-02T15:50:57.245" v="25" actId="1076"/>
        <pc:sldMkLst>
          <pc:docMk/>
          <pc:sldMk cId="2621558847" sldId="2093"/>
        </pc:sldMkLst>
        <pc:spChg chg="add mod">
          <ac:chgData name="Escaleira, Diogo Alexandre" userId="72fb12db-bc92-4c43-9b41-3ac15f1f989a" providerId="ADAL" clId="{A6FCC9BD-3270-4696-A17B-7A3EE4FF33F3}" dt="2024-10-02T15:50:57.245" v="25" actId="1076"/>
          <ac:spMkLst>
            <pc:docMk/>
            <pc:sldMk cId="2621558847" sldId="2093"/>
            <ac:spMk id="3" creationId="{0A7C13B3-06B4-C9AD-9766-94805EC68F2C}"/>
          </ac:spMkLst>
        </pc:spChg>
      </pc:sldChg>
      <pc:sldChg chg="addSp modSp mod">
        <pc:chgData name="Escaleira, Diogo Alexandre" userId="72fb12db-bc92-4c43-9b41-3ac15f1f989a" providerId="ADAL" clId="{A6FCC9BD-3270-4696-A17B-7A3EE4FF33F3}" dt="2024-10-02T15:49:08.447" v="4" actId="14100"/>
        <pc:sldMkLst>
          <pc:docMk/>
          <pc:sldMk cId="3380138002" sldId="2095"/>
        </pc:sldMkLst>
        <pc:spChg chg="add mod">
          <ac:chgData name="Escaleira, Diogo Alexandre" userId="72fb12db-bc92-4c43-9b41-3ac15f1f989a" providerId="ADAL" clId="{A6FCC9BD-3270-4696-A17B-7A3EE4FF33F3}" dt="2024-10-02T15:49:08.447" v="4" actId="14100"/>
          <ac:spMkLst>
            <pc:docMk/>
            <pc:sldMk cId="3380138002" sldId="2095"/>
            <ac:spMk id="5" creationId="{BEFBA6C2-DEB9-066D-C357-E755F8AA0A84}"/>
          </ac:spMkLst>
        </pc:spChg>
      </pc:sldChg>
    </pc:docChg>
  </pc:docChgLst>
  <pc:docChgLst>
    <pc:chgData name="Nádia Genebra Ahmad" userId="36126275-cace-419f-8e9b-04679c4f8ea6" providerId="ADAL" clId="{DAE7013D-CCD0-449B-8CF8-46B7CED33B7A}"/>
    <pc:docChg chg="custSel delSld modSld">
      <pc:chgData name="Nádia Genebra Ahmad" userId="36126275-cace-419f-8e9b-04679c4f8ea6" providerId="ADAL" clId="{DAE7013D-CCD0-449B-8CF8-46B7CED33B7A}" dt="2024-10-07T10:24:06.512" v="23" actId="729"/>
      <pc:docMkLst>
        <pc:docMk/>
      </pc:docMkLst>
      <pc:sldChg chg="del">
        <pc:chgData name="Nádia Genebra Ahmad" userId="36126275-cace-419f-8e9b-04679c4f8ea6" providerId="ADAL" clId="{DAE7013D-CCD0-449B-8CF8-46B7CED33B7A}" dt="2024-10-07T09:51:28.841" v="1" actId="47"/>
        <pc:sldMkLst>
          <pc:docMk/>
          <pc:sldMk cId="1652888622" sldId="1853"/>
        </pc:sldMkLst>
      </pc:sldChg>
      <pc:sldChg chg="del">
        <pc:chgData name="Nádia Genebra Ahmad" userId="36126275-cace-419f-8e9b-04679c4f8ea6" providerId="ADAL" clId="{DAE7013D-CCD0-449B-8CF8-46B7CED33B7A}" dt="2024-10-07T09:51:28.841" v="1" actId="47"/>
        <pc:sldMkLst>
          <pc:docMk/>
          <pc:sldMk cId="2330907585" sldId="1866"/>
        </pc:sldMkLst>
      </pc:sldChg>
      <pc:sldChg chg="del">
        <pc:chgData name="Nádia Genebra Ahmad" userId="36126275-cace-419f-8e9b-04679c4f8ea6" providerId="ADAL" clId="{DAE7013D-CCD0-449B-8CF8-46B7CED33B7A}" dt="2024-10-07T09:51:25.490" v="0" actId="47"/>
        <pc:sldMkLst>
          <pc:docMk/>
          <pc:sldMk cId="3555018831" sldId="2085"/>
        </pc:sldMkLst>
      </pc:sldChg>
      <pc:sldChg chg="del">
        <pc:chgData name="Nádia Genebra Ahmad" userId="36126275-cace-419f-8e9b-04679c4f8ea6" providerId="ADAL" clId="{DAE7013D-CCD0-449B-8CF8-46B7CED33B7A}" dt="2024-10-07T09:51:25.490" v="0" actId="47"/>
        <pc:sldMkLst>
          <pc:docMk/>
          <pc:sldMk cId="3893251981" sldId="2090"/>
        </pc:sldMkLst>
      </pc:sldChg>
      <pc:sldChg chg="del">
        <pc:chgData name="Nádia Genebra Ahmad" userId="36126275-cace-419f-8e9b-04679c4f8ea6" providerId="ADAL" clId="{DAE7013D-CCD0-449B-8CF8-46B7CED33B7A}" dt="2024-10-07T09:51:28.841" v="1" actId="47"/>
        <pc:sldMkLst>
          <pc:docMk/>
          <pc:sldMk cId="2587956276" sldId="2091"/>
        </pc:sldMkLst>
      </pc:sldChg>
      <pc:sldChg chg="del">
        <pc:chgData name="Nádia Genebra Ahmad" userId="36126275-cace-419f-8e9b-04679c4f8ea6" providerId="ADAL" clId="{DAE7013D-CCD0-449B-8CF8-46B7CED33B7A}" dt="2024-10-07T09:51:28.841" v="1" actId="47"/>
        <pc:sldMkLst>
          <pc:docMk/>
          <pc:sldMk cId="2621558847" sldId="2093"/>
        </pc:sldMkLst>
      </pc:sldChg>
      <pc:sldChg chg="del">
        <pc:chgData name="Nádia Genebra Ahmad" userId="36126275-cace-419f-8e9b-04679c4f8ea6" providerId="ADAL" clId="{DAE7013D-CCD0-449B-8CF8-46B7CED33B7A}" dt="2024-10-07T09:51:25.490" v="0" actId="47"/>
        <pc:sldMkLst>
          <pc:docMk/>
          <pc:sldMk cId="3380138002" sldId="2095"/>
        </pc:sldMkLst>
      </pc:sldChg>
      <pc:sldChg chg="mod modShow">
        <pc:chgData name="Nádia Genebra Ahmad" userId="36126275-cace-419f-8e9b-04679c4f8ea6" providerId="ADAL" clId="{DAE7013D-CCD0-449B-8CF8-46B7CED33B7A}" dt="2024-10-07T10:24:06.512" v="23" actId="729"/>
        <pc:sldMkLst>
          <pc:docMk/>
          <pc:sldMk cId="1217881003" sldId="2097"/>
        </pc:sldMkLst>
      </pc:sldChg>
      <pc:sldChg chg="addSp delSp modSp mod modShow">
        <pc:chgData name="Nádia Genebra Ahmad" userId="36126275-cace-419f-8e9b-04679c4f8ea6" providerId="ADAL" clId="{DAE7013D-CCD0-449B-8CF8-46B7CED33B7A}" dt="2024-10-07T10:24:06.512" v="23" actId="729"/>
        <pc:sldMkLst>
          <pc:docMk/>
          <pc:sldMk cId="1343450730" sldId="2098"/>
        </pc:sldMkLst>
        <pc:spChg chg="del">
          <ac:chgData name="Nádia Genebra Ahmad" userId="36126275-cace-419f-8e9b-04679c4f8ea6" providerId="ADAL" clId="{DAE7013D-CCD0-449B-8CF8-46B7CED33B7A}" dt="2024-10-07T09:51:56.668" v="2" actId="478"/>
          <ac:spMkLst>
            <pc:docMk/>
            <pc:sldMk cId="1343450730" sldId="2098"/>
            <ac:spMk id="2" creationId="{4CFAEC10-C174-1728-4E7A-D86D8E6372A1}"/>
          </ac:spMkLst>
        </pc:spChg>
        <pc:spChg chg="mod">
          <ac:chgData name="Nádia Genebra Ahmad" userId="36126275-cace-419f-8e9b-04679c4f8ea6" providerId="ADAL" clId="{DAE7013D-CCD0-449B-8CF8-46B7CED33B7A}" dt="2024-10-07T10:23:46.344" v="4"/>
          <ac:spMkLst>
            <pc:docMk/>
            <pc:sldMk cId="1343450730" sldId="2098"/>
            <ac:spMk id="4" creationId="{3FB3EB73-07A8-236A-3307-E0AD789BFF82}"/>
          </ac:spMkLst>
        </pc:spChg>
        <pc:spChg chg="mod">
          <ac:chgData name="Nádia Genebra Ahmad" userId="36126275-cace-419f-8e9b-04679c4f8ea6" providerId="ADAL" clId="{DAE7013D-CCD0-449B-8CF8-46B7CED33B7A}" dt="2024-10-07T10:24:00.773" v="22" actId="20577"/>
          <ac:spMkLst>
            <pc:docMk/>
            <pc:sldMk cId="1343450730" sldId="2098"/>
            <ac:spMk id="5" creationId="{87455F6D-6705-3424-AC1F-5836F15D2712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25" creationId="{5C7F17D2-9BEE-59C1-FAA7-EBF8CE52999D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30" creationId="{746F1F22-BDC2-137A-42B8-25CCE74F49DF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58" creationId="{745F7496-E953-3A4C-3656-029E058473F4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72" creationId="{09CF7D4A-6BB7-DFEC-4CAC-2BA4B4A9E649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74" creationId="{ADF56E53-B143-6FCB-5253-DAD6BA9431DE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275" creationId="{EF2456CE-9160-5E42-243A-BB243C3076E5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06" creationId="{62AE3B12-8371-4D1A-885A-BA2DA9B25CA5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08" creationId="{EB1E8CCE-8FBA-1E3A-6FC5-601996A5A2D0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09" creationId="{966A8098-B935-2CAC-D5C2-DED3AB428563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10" creationId="{56EA836B-E1CB-CCB9-2282-A33F31B8A151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25" creationId="{54FE34E2-F9F3-6BD6-8216-9577CC3C398E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26" creationId="{678C3A00-4EB2-0FAC-FCF7-AB82203C2ECF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33" creationId="{241F2EEC-E4D7-B521-E8B5-78E29110F2E6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34" creationId="{6513E73E-798C-1C3E-3BD8-133E7F9224E1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46" creationId="{024C883F-20C4-6F2C-493F-21CD017348A6}"/>
          </ac:spMkLst>
        </pc:spChg>
        <pc:spChg chg="mod">
          <ac:chgData name="Nádia Genebra Ahmad" userId="36126275-cace-419f-8e9b-04679c4f8ea6" providerId="ADAL" clId="{DAE7013D-CCD0-449B-8CF8-46B7CED33B7A}" dt="2024-10-07T10:22:16.967" v="3" actId="2711"/>
          <ac:spMkLst>
            <pc:docMk/>
            <pc:sldMk cId="1343450730" sldId="2098"/>
            <ac:spMk id="347" creationId="{A4D18E77-8937-7837-C166-F3A54163AC47}"/>
          </ac:spMkLst>
        </pc:spChg>
        <pc:grpChg chg="add mod">
          <ac:chgData name="Nádia Genebra Ahmad" userId="36126275-cace-419f-8e9b-04679c4f8ea6" providerId="ADAL" clId="{DAE7013D-CCD0-449B-8CF8-46B7CED33B7A}" dt="2024-10-07T10:23:52.630" v="5" actId="1076"/>
          <ac:grpSpMkLst>
            <pc:docMk/>
            <pc:sldMk cId="1343450730" sldId="2098"/>
            <ac:grpSpMk id="3" creationId="{32CD74D2-E2EE-DEE7-C8FA-6ACC7DAD665A}"/>
          </ac:grpSpMkLst>
        </pc:grpChg>
      </pc:sldChg>
    </pc:docChg>
  </pc:docChgLst>
  <pc:docChgLst>
    <pc:chgData name="Amaro, Sandra" userId="6bedbfcc-5e0a-4e18-b9b0-c8ab328504b9" providerId="ADAL" clId="{062BA417-29A1-43B6-8A26-14A0CCF37D8E}"/>
    <pc:docChg chg="undo redo custSel addSld delSld modSld sldOrd">
      <pc:chgData name="Amaro, Sandra" userId="6bedbfcc-5e0a-4e18-b9b0-c8ab328504b9" providerId="ADAL" clId="{062BA417-29A1-43B6-8A26-14A0CCF37D8E}" dt="2024-01-11T12:42:04.345" v="10046" actId="478"/>
      <pc:docMkLst>
        <pc:docMk/>
      </pc:docMkLst>
      <pc:sldChg chg="addSp modSp mod">
        <pc:chgData name="Amaro, Sandra" userId="6bedbfcc-5e0a-4e18-b9b0-c8ab328504b9" providerId="ADAL" clId="{062BA417-29A1-43B6-8A26-14A0CCF37D8E}" dt="2024-01-11T00:57:37.772" v="9974" actId="1076"/>
        <pc:sldMkLst>
          <pc:docMk/>
          <pc:sldMk cId="855580657" sldId="256"/>
        </pc:sldMkLst>
        <pc:spChg chg="mod">
          <ac:chgData name="Amaro, Sandra" userId="6bedbfcc-5e0a-4e18-b9b0-c8ab328504b9" providerId="ADAL" clId="{062BA417-29A1-43B6-8A26-14A0CCF37D8E}" dt="2024-01-09T14:28:34.798" v="1802" actId="20577"/>
          <ac:spMkLst>
            <pc:docMk/>
            <pc:sldMk cId="855580657" sldId="256"/>
            <ac:spMk id="2" creationId="{93C000A3-A263-4D79-A553-037722D3F2CA}"/>
          </ac:spMkLst>
        </pc:spChg>
        <pc:spChg chg="mod">
          <ac:chgData name="Amaro, Sandra" userId="6bedbfcc-5e0a-4e18-b9b0-c8ab328504b9" providerId="ADAL" clId="{062BA417-29A1-43B6-8A26-14A0CCF37D8E}" dt="2024-01-10T23:44:10.866" v="8235" actId="20577"/>
          <ac:spMkLst>
            <pc:docMk/>
            <pc:sldMk cId="855580657" sldId="256"/>
            <ac:spMk id="3" creationId="{589BA500-778A-41B0-A062-8A11E44145C2}"/>
          </ac:spMkLst>
        </pc:spChg>
        <pc:spChg chg="add mod">
          <ac:chgData name="Amaro, Sandra" userId="6bedbfcc-5e0a-4e18-b9b0-c8ab328504b9" providerId="ADAL" clId="{062BA417-29A1-43B6-8A26-14A0CCF37D8E}" dt="2024-01-11T00:57:37.772" v="9974" actId="1076"/>
          <ac:spMkLst>
            <pc:docMk/>
            <pc:sldMk cId="855580657" sldId="256"/>
            <ac:spMk id="5" creationId="{B20FC177-A1F5-F207-8EC8-B86725A8EE1C}"/>
          </ac:spMkLst>
        </pc:spChg>
      </pc:sldChg>
      <pc:sldChg chg="addSp delSp modSp mod">
        <pc:chgData name="Amaro, Sandra" userId="6bedbfcc-5e0a-4e18-b9b0-c8ab328504b9" providerId="ADAL" clId="{062BA417-29A1-43B6-8A26-14A0CCF37D8E}" dt="2024-01-11T00:57:33.315" v="9973" actId="478"/>
        <pc:sldMkLst>
          <pc:docMk/>
          <pc:sldMk cId="931559344" sldId="258"/>
        </pc:sldMkLst>
        <pc:spChg chg="add del mod">
          <ac:chgData name="Amaro, Sandra" userId="6bedbfcc-5e0a-4e18-b9b0-c8ab328504b9" providerId="ADAL" clId="{062BA417-29A1-43B6-8A26-14A0CCF37D8E}" dt="2024-01-11T00:57:33.315" v="9973" actId="478"/>
          <ac:spMkLst>
            <pc:docMk/>
            <pc:sldMk cId="931559344" sldId="258"/>
            <ac:spMk id="8" creationId="{70C4357C-951B-6A32-8B68-37C928C0B2FF}"/>
          </ac:spMkLst>
        </pc:spChg>
        <pc:spChg chg="mod">
          <ac:chgData name="Amaro, Sandra" userId="6bedbfcc-5e0a-4e18-b9b0-c8ab328504b9" providerId="ADAL" clId="{062BA417-29A1-43B6-8A26-14A0CCF37D8E}" dt="2024-01-11T00:56:57.031" v="9962" actId="20577"/>
          <ac:spMkLst>
            <pc:docMk/>
            <pc:sldMk cId="931559344" sldId="258"/>
            <ac:spMk id="17" creationId="{0EFD9B34-500A-4A28-96AA-8C336F798BA8}"/>
          </ac:spMkLst>
        </pc:spChg>
        <pc:spChg chg="mod">
          <ac:chgData name="Amaro, Sandra" userId="6bedbfcc-5e0a-4e18-b9b0-c8ab328504b9" providerId="ADAL" clId="{062BA417-29A1-43B6-8A26-14A0CCF37D8E}" dt="2024-01-11T00:57:07.893" v="9964" actId="20577"/>
          <ac:spMkLst>
            <pc:docMk/>
            <pc:sldMk cId="931559344" sldId="258"/>
            <ac:spMk id="18" creationId="{C1B250F9-1789-4BCD-AEEB-B41D09F46CCB}"/>
          </ac:spMkLst>
        </pc:spChg>
        <pc:spChg chg="mod">
          <ac:chgData name="Amaro, Sandra" userId="6bedbfcc-5e0a-4e18-b9b0-c8ab328504b9" providerId="ADAL" clId="{062BA417-29A1-43B6-8A26-14A0CCF37D8E}" dt="2024-01-11T00:57:21.410" v="9968" actId="20577"/>
          <ac:spMkLst>
            <pc:docMk/>
            <pc:sldMk cId="931559344" sldId="258"/>
            <ac:spMk id="19" creationId="{F5CE3833-637C-48DB-9A8E-7B95715A9DD4}"/>
          </ac:spMkLst>
        </pc:spChg>
        <pc:spChg chg="mod">
          <ac:chgData name="Amaro, Sandra" userId="6bedbfcc-5e0a-4e18-b9b0-c8ab328504b9" providerId="ADAL" clId="{062BA417-29A1-43B6-8A26-14A0CCF37D8E}" dt="2024-01-11T00:57:30.188" v="9972" actId="20577"/>
          <ac:spMkLst>
            <pc:docMk/>
            <pc:sldMk cId="931559344" sldId="258"/>
            <ac:spMk id="20" creationId="{4C2253D2-4815-4CFB-989B-19A419FF896F}"/>
          </ac:spMkLst>
        </pc:spChg>
      </pc:sldChg>
      <pc:sldChg chg="modSp mod">
        <pc:chgData name="Amaro, Sandra" userId="6bedbfcc-5e0a-4e18-b9b0-c8ab328504b9" providerId="ADAL" clId="{062BA417-29A1-43B6-8A26-14A0CCF37D8E}" dt="2024-01-10T17:24:29.844" v="5643" actId="20577"/>
        <pc:sldMkLst>
          <pc:docMk/>
          <pc:sldMk cId="523022977" sldId="262"/>
        </pc:sldMkLst>
        <pc:spChg chg="mod">
          <ac:chgData name="Amaro, Sandra" userId="6bedbfcc-5e0a-4e18-b9b0-c8ab328504b9" providerId="ADAL" clId="{062BA417-29A1-43B6-8A26-14A0CCF37D8E}" dt="2024-01-10T17:24:29.844" v="5643" actId="20577"/>
          <ac:spMkLst>
            <pc:docMk/>
            <pc:sldMk cId="523022977" sldId="262"/>
            <ac:spMk id="2" creationId="{DF29A5D5-D45C-403C-9C35-9DF1B00A9A9F}"/>
          </ac:spMkLst>
        </pc:spChg>
      </pc:sldChg>
      <pc:sldChg chg="modSp mod">
        <pc:chgData name="Amaro, Sandra" userId="6bedbfcc-5e0a-4e18-b9b0-c8ab328504b9" providerId="ADAL" clId="{062BA417-29A1-43B6-8A26-14A0CCF37D8E}" dt="2024-01-10T23:51:26.298" v="8468" actId="6549"/>
        <pc:sldMkLst>
          <pc:docMk/>
          <pc:sldMk cId="3009246534" sldId="264"/>
        </pc:sldMkLst>
        <pc:spChg chg="mod">
          <ac:chgData name="Amaro, Sandra" userId="6bedbfcc-5e0a-4e18-b9b0-c8ab328504b9" providerId="ADAL" clId="{062BA417-29A1-43B6-8A26-14A0CCF37D8E}" dt="2024-01-10T23:51:26.298" v="8468" actId="6549"/>
          <ac:spMkLst>
            <pc:docMk/>
            <pc:sldMk cId="3009246534" sldId="264"/>
            <ac:spMk id="28" creationId="{845B74D2-AC12-47BC-820A-23F5FA927132}"/>
          </ac:spMkLst>
        </pc:spChg>
      </pc:sldChg>
      <pc:sldChg chg="modSp mod">
        <pc:chgData name="Amaro, Sandra" userId="6bedbfcc-5e0a-4e18-b9b0-c8ab328504b9" providerId="ADAL" clId="{062BA417-29A1-43B6-8A26-14A0CCF37D8E}" dt="2024-01-11T00:06:15.884" v="8593" actId="20577"/>
        <pc:sldMkLst>
          <pc:docMk/>
          <pc:sldMk cId="1595677474" sldId="282"/>
        </pc:sldMkLst>
        <pc:spChg chg="mod">
          <ac:chgData name="Amaro, Sandra" userId="6bedbfcc-5e0a-4e18-b9b0-c8ab328504b9" providerId="ADAL" clId="{062BA417-29A1-43B6-8A26-14A0CCF37D8E}" dt="2024-01-11T00:06:08.663" v="8591" actId="20577"/>
          <ac:spMkLst>
            <pc:docMk/>
            <pc:sldMk cId="1595677474" sldId="282"/>
            <ac:spMk id="2" creationId="{CEBC1F27-B47D-5BDB-61C1-1D6435E688FB}"/>
          </ac:spMkLst>
        </pc:spChg>
        <pc:spChg chg="mod">
          <ac:chgData name="Amaro, Sandra" userId="6bedbfcc-5e0a-4e18-b9b0-c8ab328504b9" providerId="ADAL" clId="{062BA417-29A1-43B6-8A26-14A0CCF37D8E}" dt="2024-01-11T00:01:31.394" v="8586" actId="20577"/>
          <ac:spMkLst>
            <pc:docMk/>
            <pc:sldMk cId="1595677474" sldId="282"/>
            <ac:spMk id="9" creationId="{89F2143B-0AFC-DC0C-78B6-DA1F70D3B45B}"/>
          </ac:spMkLst>
        </pc:spChg>
        <pc:spChg chg="mod">
          <ac:chgData name="Amaro, Sandra" userId="6bedbfcc-5e0a-4e18-b9b0-c8ab328504b9" providerId="ADAL" clId="{062BA417-29A1-43B6-8A26-14A0CCF37D8E}" dt="2024-01-10T23:54:11.198" v="8556" actId="20577"/>
          <ac:spMkLst>
            <pc:docMk/>
            <pc:sldMk cId="1595677474" sldId="282"/>
            <ac:spMk id="10" creationId="{F3A2FC71-3AF2-59C6-30DB-42254E3BBE13}"/>
          </ac:spMkLst>
        </pc:spChg>
        <pc:spChg chg="mod">
          <ac:chgData name="Amaro, Sandra" userId="6bedbfcc-5e0a-4e18-b9b0-c8ab328504b9" providerId="ADAL" clId="{062BA417-29A1-43B6-8A26-14A0CCF37D8E}" dt="2024-01-11T00:06:13.009" v="8592" actId="20577"/>
          <ac:spMkLst>
            <pc:docMk/>
            <pc:sldMk cId="1595677474" sldId="282"/>
            <ac:spMk id="11" creationId="{AE497036-7015-EE04-29E3-24966F3B312A}"/>
          </ac:spMkLst>
        </pc:spChg>
        <pc:spChg chg="mod">
          <ac:chgData name="Amaro, Sandra" userId="6bedbfcc-5e0a-4e18-b9b0-c8ab328504b9" providerId="ADAL" clId="{062BA417-29A1-43B6-8A26-14A0CCF37D8E}" dt="2024-01-11T00:06:15.884" v="8593" actId="20577"/>
          <ac:spMkLst>
            <pc:docMk/>
            <pc:sldMk cId="1595677474" sldId="282"/>
            <ac:spMk id="12" creationId="{5B048E91-DCF4-2EF9-475E-BE6CA77826D7}"/>
          </ac:spMkLst>
        </pc:spChg>
        <pc:spChg chg="mod">
          <ac:chgData name="Amaro, Sandra" userId="6bedbfcc-5e0a-4e18-b9b0-c8ab328504b9" providerId="ADAL" clId="{062BA417-29A1-43B6-8A26-14A0CCF37D8E}" dt="2024-01-10T23:52:23.468" v="8531" actId="6549"/>
          <ac:spMkLst>
            <pc:docMk/>
            <pc:sldMk cId="1595677474" sldId="282"/>
            <ac:spMk id="30" creationId="{21CBFD5F-713E-4554-BBB6-E83BA16CA8B2}"/>
          </ac:spMkLst>
        </pc:spChg>
        <pc:cxnChg chg="mod">
          <ac:chgData name="Amaro, Sandra" userId="6bedbfcc-5e0a-4e18-b9b0-c8ab328504b9" providerId="ADAL" clId="{062BA417-29A1-43B6-8A26-14A0CCF37D8E}" dt="2024-01-10T23:52:29.771" v="8535" actId="1076"/>
          <ac:cxnSpMkLst>
            <pc:docMk/>
            <pc:sldMk cId="1595677474" sldId="282"/>
            <ac:cxnSpMk id="3" creationId="{FE9FBAAC-A7BF-263D-5DE3-8562997BEB08}"/>
          </ac:cxnSpMkLst>
        </pc:cxnChg>
      </pc:sldChg>
      <pc:sldChg chg="modSp mod">
        <pc:chgData name="Amaro, Sandra" userId="6bedbfcc-5e0a-4e18-b9b0-c8ab328504b9" providerId="ADAL" clId="{062BA417-29A1-43B6-8A26-14A0CCF37D8E}" dt="2024-01-10T23:49:29.957" v="8434" actId="20577"/>
        <pc:sldMkLst>
          <pc:docMk/>
          <pc:sldMk cId="2899701551" sldId="1843"/>
        </pc:sldMkLst>
        <pc:spChg chg="mod">
          <ac:chgData name="Amaro, Sandra" userId="6bedbfcc-5e0a-4e18-b9b0-c8ab328504b9" providerId="ADAL" clId="{062BA417-29A1-43B6-8A26-14A0CCF37D8E}" dt="2024-01-10T23:49:29.957" v="8434" actId="20577"/>
          <ac:spMkLst>
            <pc:docMk/>
            <pc:sldMk cId="2899701551" sldId="1843"/>
            <ac:spMk id="22" creationId="{5CEE29E4-C1C4-41A8-AB73-27BC162812E9}"/>
          </ac:spMkLst>
        </pc:spChg>
      </pc:sldChg>
      <pc:sldChg chg="modSp mod">
        <pc:chgData name="Amaro, Sandra" userId="6bedbfcc-5e0a-4e18-b9b0-c8ab328504b9" providerId="ADAL" clId="{062BA417-29A1-43B6-8A26-14A0CCF37D8E}" dt="2024-01-10T23:48:36.974" v="8427" actId="20577"/>
        <pc:sldMkLst>
          <pc:docMk/>
          <pc:sldMk cId="988420774" sldId="1844"/>
        </pc:sldMkLst>
        <pc:spChg chg="mod">
          <ac:chgData name="Amaro, Sandra" userId="6bedbfcc-5e0a-4e18-b9b0-c8ab328504b9" providerId="ADAL" clId="{062BA417-29A1-43B6-8A26-14A0CCF37D8E}" dt="2024-01-09T15:45:37.995" v="1982" actId="20577"/>
          <ac:spMkLst>
            <pc:docMk/>
            <pc:sldMk cId="988420774" sldId="1844"/>
            <ac:spMk id="4" creationId="{AAF3CE38-0C88-4697-824B-649EDBC2D00A}"/>
          </ac:spMkLst>
        </pc:spChg>
        <pc:spChg chg="mod">
          <ac:chgData name="Amaro, Sandra" userId="6bedbfcc-5e0a-4e18-b9b0-c8ab328504b9" providerId="ADAL" clId="{062BA417-29A1-43B6-8A26-14A0CCF37D8E}" dt="2024-01-10T23:48:36.974" v="8427" actId="20577"/>
          <ac:spMkLst>
            <pc:docMk/>
            <pc:sldMk cId="988420774" sldId="1844"/>
            <ac:spMk id="18" creationId="{463BCF11-0F3C-41BB-AB9A-B55296434B7B}"/>
          </ac:spMkLst>
        </pc:spChg>
      </pc:sldChg>
      <pc:sldChg chg="modSp mod">
        <pc:chgData name="Amaro, Sandra" userId="6bedbfcc-5e0a-4e18-b9b0-c8ab328504b9" providerId="ADAL" clId="{062BA417-29A1-43B6-8A26-14A0CCF37D8E}" dt="2024-01-09T14:46:09.485" v="1892" actId="6549"/>
        <pc:sldMkLst>
          <pc:docMk/>
          <pc:sldMk cId="2039566900" sldId="1846"/>
        </pc:sldMkLst>
        <pc:spChg chg="mod">
          <ac:chgData name="Amaro, Sandra" userId="6bedbfcc-5e0a-4e18-b9b0-c8ab328504b9" providerId="ADAL" clId="{062BA417-29A1-43B6-8A26-14A0CCF37D8E}" dt="2024-01-09T14:46:09.485" v="1892" actId="6549"/>
          <ac:spMkLst>
            <pc:docMk/>
            <pc:sldMk cId="2039566900" sldId="1846"/>
            <ac:spMk id="8" creationId="{D66F610D-97D9-4035-8AAA-3BC2EA7D144A}"/>
          </ac:spMkLst>
        </pc:spChg>
      </pc:sldChg>
      <pc:sldChg chg="delSp modSp mod">
        <pc:chgData name="Amaro, Sandra" userId="6bedbfcc-5e0a-4e18-b9b0-c8ab328504b9" providerId="ADAL" clId="{062BA417-29A1-43B6-8A26-14A0CCF37D8E}" dt="2024-01-11T00:43:06.695" v="9513" actId="20577"/>
        <pc:sldMkLst>
          <pc:docMk/>
          <pc:sldMk cId="3872909856" sldId="1852"/>
        </pc:sldMkLst>
        <pc:spChg chg="mod">
          <ac:chgData name="Amaro, Sandra" userId="6bedbfcc-5e0a-4e18-b9b0-c8ab328504b9" providerId="ADAL" clId="{062BA417-29A1-43B6-8A26-14A0CCF37D8E}" dt="2024-01-11T00:43:06.695" v="9513" actId="20577"/>
          <ac:spMkLst>
            <pc:docMk/>
            <pc:sldMk cId="3872909856" sldId="1852"/>
            <ac:spMk id="3" creationId="{7B0BD29A-B660-42E8-9E7A-885EBFF129D6}"/>
          </ac:spMkLst>
        </pc:spChg>
        <pc:spChg chg="del">
          <ac:chgData name="Amaro, Sandra" userId="6bedbfcc-5e0a-4e18-b9b0-c8ab328504b9" providerId="ADAL" clId="{062BA417-29A1-43B6-8A26-14A0CCF37D8E}" dt="2024-01-10T17:33:22.819" v="5954" actId="478"/>
          <ac:spMkLst>
            <pc:docMk/>
            <pc:sldMk cId="3872909856" sldId="1852"/>
            <ac:spMk id="4" creationId="{8D5FD84A-F187-8353-7328-687667BA2155}"/>
          </ac:spMkLst>
        </pc:spChg>
        <pc:spChg chg="del">
          <ac:chgData name="Amaro, Sandra" userId="6bedbfcc-5e0a-4e18-b9b0-c8ab328504b9" providerId="ADAL" clId="{062BA417-29A1-43B6-8A26-14A0CCF37D8E}" dt="2024-01-10T17:33:31.377" v="5958" actId="478"/>
          <ac:spMkLst>
            <pc:docMk/>
            <pc:sldMk cId="3872909856" sldId="1852"/>
            <ac:spMk id="6" creationId="{F5BA5530-ACBE-B907-FBBF-7BF5BC70F7AC}"/>
          </ac:spMkLst>
        </pc:spChg>
        <pc:spChg chg="del">
          <ac:chgData name="Amaro, Sandra" userId="6bedbfcc-5e0a-4e18-b9b0-c8ab328504b9" providerId="ADAL" clId="{062BA417-29A1-43B6-8A26-14A0CCF37D8E}" dt="2024-01-10T17:33:24.445" v="5955" actId="478"/>
          <ac:spMkLst>
            <pc:docMk/>
            <pc:sldMk cId="3872909856" sldId="1852"/>
            <ac:spMk id="8" creationId="{A455F409-853A-3899-C3C7-4ECE517BE9B3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35" creationId="{AA3D7C4D-8B09-9B21-A7FA-B887F995E8FD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36" creationId="{D1B2369A-39F8-795D-0CA4-171A3FC9270A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39" creationId="{6D48C192-6B36-4E3F-351B-3817240BB031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0" creationId="{0B61DF2B-5D86-E26B-B45F-B7D416FD5F44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1" creationId="{1ADC6F4B-2ABC-4549-4DBE-0EE06911C443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2" creationId="{78CCD5DC-15DE-7CBF-0A48-E57412BB2161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3" creationId="{9B4DAE0B-D56D-635D-ED99-9DDA0C0952C2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4" creationId="{587DAE0F-6A15-19E5-F089-B7D8B0E647B6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5" creationId="{015FF74B-6EEE-2B52-4CCD-D6B047A029B5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6" creationId="{0A5052FA-E336-6F01-A2E4-9E68BFE8C159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7" creationId="{8F55629D-51B9-F1A1-9633-2D18148CBBD0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8" creationId="{3C8B2561-DEDE-D1A0-54F2-31BD91A0A61F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49" creationId="{3AA9B5F2-472B-A53A-D9FD-37213FDE52C4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50" creationId="{8B18CF37-23A7-70F4-CF1B-CAA8C3CD2D30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53" creationId="{48377C3D-73E3-6A43-5C52-9EDC0B4F74B1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55" creationId="{7F3F68F9-9288-4897-6587-C8D851DD53E1}"/>
          </ac:spMkLst>
        </pc:spChg>
        <pc:spChg chg="mod">
          <ac:chgData name="Amaro, Sandra" userId="6bedbfcc-5e0a-4e18-b9b0-c8ab328504b9" providerId="ADAL" clId="{062BA417-29A1-43B6-8A26-14A0CCF37D8E}" dt="2024-01-11T00:42:49.642" v="9502" actId="1035"/>
          <ac:spMkLst>
            <pc:docMk/>
            <pc:sldMk cId="3872909856" sldId="1852"/>
            <ac:spMk id="56" creationId="{962D42D6-1C07-B6BF-5718-20EEADE41DF8}"/>
          </ac:spMkLst>
        </pc:spChg>
        <pc:spChg chg="mod">
          <ac:chgData name="Amaro, Sandra" userId="6bedbfcc-5e0a-4e18-b9b0-c8ab328504b9" providerId="ADAL" clId="{062BA417-29A1-43B6-8A26-14A0CCF37D8E}" dt="2024-01-11T00:42:39.275" v="9490" actId="6549"/>
          <ac:spMkLst>
            <pc:docMk/>
            <pc:sldMk cId="3872909856" sldId="1852"/>
            <ac:spMk id="82" creationId="{D06F35EF-CDA3-4D60-909F-097C53F0A21F}"/>
          </ac:spMkLst>
        </pc:spChg>
        <pc:picChg chg="del">
          <ac:chgData name="Amaro, Sandra" userId="6bedbfcc-5e0a-4e18-b9b0-c8ab328504b9" providerId="ADAL" clId="{062BA417-29A1-43B6-8A26-14A0CCF37D8E}" dt="2024-01-10T17:33:28.712" v="5957" actId="478"/>
          <ac:picMkLst>
            <pc:docMk/>
            <pc:sldMk cId="3872909856" sldId="1852"/>
            <ac:picMk id="5" creationId="{F9ADD5C3-8FAE-C4AC-3DF9-D2B6BF5CBA98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9" creationId="{3E555D13-A947-CAF0-52A1-CF05355DAB51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11" creationId="{223B1013-4EEB-BCF4-6ACD-3156B1A8C94A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14" creationId="{C1FE0734-52A9-8F72-1D1A-BC9BF36A124C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51" creationId="{2DE4FBB1-DC4E-3E6F-FE9F-1A6D3902653D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52" creationId="{B51D3CD7-A0D9-C6BB-0B18-94C3FDB0240E}"/>
          </ac:picMkLst>
        </pc:picChg>
        <pc:picChg chg="mod">
          <ac:chgData name="Amaro, Sandra" userId="6bedbfcc-5e0a-4e18-b9b0-c8ab328504b9" providerId="ADAL" clId="{062BA417-29A1-43B6-8A26-14A0CCF37D8E}" dt="2024-01-11T00:42:49.642" v="9502" actId="1035"/>
          <ac:picMkLst>
            <pc:docMk/>
            <pc:sldMk cId="3872909856" sldId="1852"/>
            <ac:picMk id="54" creationId="{2BDBCAEF-1A9A-1CC0-07D5-48FB957914E5}"/>
          </ac:picMkLst>
        </pc:picChg>
        <pc:cxnChg chg="del mod">
          <ac:chgData name="Amaro, Sandra" userId="6bedbfcc-5e0a-4e18-b9b0-c8ab328504b9" providerId="ADAL" clId="{062BA417-29A1-43B6-8A26-14A0CCF37D8E}" dt="2024-01-10T17:33:26.892" v="5956" actId="478"/>
          <ac:cxnSpMkLst>
            <pc:docMk/>
            <pc:sldMk cId="3872909856" sldId="1852"/>
            <ac:cxnSpMk id="7" creationId="{9E8FEF16-CD70-1D7D-202A-0C03FF4321E9}"/>
          </ac:cxnSpMkLst>
        </pc:cxnChg>
        <pc:cxnChg chg="mod">
          <ac:chgData name="Amaro, Sandra" userId="6bedbfcc-5e0a-4e18-b9b0-c8ab328504b9" providerId="ADAL" clId="{062BA417-29A1-43B6-8A26-14A0CCF37D8E}" dt="2024-01-11T00:42:49.642" v="9502" actId="1035"/>
          <ac:cxnSpMkLst>
            <pc:docMk/>
            <pc:sldMk cId="3872909856" sldId="1852"/>
            <ac:cxnSpMk id="37" creationId="{63673128-9392-965D-0F6B-1B2EE87946AF}"/>
          </ac:cxnSpMkLst>
        </pc:cxnChg>
        <pc:cxnChg chg="mod">
          <ac:chgData name="Amaro, Sandra" userId="6bedbfcc-5e0a-4e18-b9b0-c8ab328504b9" providerId="ADAL" clId="{062BA417-29A1-43B6-8A26-14A0CCF37D8E}" dt="2024-01-11T00:42:49.642" v="9502" actId="1035"/>
          <ac:cxnSpMkLst>
            <pc:docMk/>
            <pc:sldMk cId="3872909856" sldId="1852"/>
            <ac:cxnSpMk id="38" creationId="{1CDEF879-023D-F997-CA74-D49ED8A337A5}"/>
          </ac:cxnSpMkLst>
        </pc:cxnChg>
      </pc:sldChg>
      <pc:sldChg chg="modSp mod">
        <pc:chgData name="Amaro, Sandra" userId="6bedbfcc-5e0a-4e18-b9b0-c8ab328504b9" providerId="ADAL" clId="{062BA417-29A1-43B6-8A26-14A0CCF37D8E}" dt="2024-01-11T00:19:02.517" v="8933" actId="20577"/>
        <pc:sldMkLst>
          <pc:docMk/>
          <pc:sldMk cId="1034765064" sldId="1854"/>
        </pc:sldMkLst>
        <pc:spChg chg="mod">
          <ac:chgData name="Amaro, Sandra" userId="6bedbfcc-5e0a-4e18-b9b0-c8ab328504b9" providerId="ADAL" clId="{062BA417-29A1-43B6-8A26-14A0CCF37D8E}" dt="2024-01-11T00:19:02.517" v="8933" actId="20577"/>
          <ac:spMkLst>
            <pc:docMk/>
            <pc:sldMk cId="1034765064" sldId="1854"/>
            <ac:spMk id="4" creationId="{98A312DA-4403-4162-85C4-A0D0868B1BC1}"/>
          </ac:spMkLst>
        </pc:spChg>
      </pc:sldChg>
      <pc:sldChg chg="modSp mod">
        <pc:chgData name="Amaro, Sandra" userId="6bedbfcc-5e0a-4e18-b9b0-c8ab328504b9" providerId="ADAL" clId="{062BA417-29A1-43B6-8A26-14A0CCF37D8E}" dt="2024-01-11T00:20:22.181" v="8935" actId="2711"/>
        <pc:sldMkLst>
          <pc:docMk/>
          <pc:sldMk cId="148769786" sldId="1855"/>
        </pc:sldMkLst>
        <pc:spChg chg="mod">
          <ac:chgData name="Amaro, Sandra" userId="6bedbfcc-5e0a-4e18-b9b0-c8ab328504b9" providerId="ADAL" clId="{062BA417-29A1-43B6-8A26-14A0CCF37D8E}" dt="2024-01-11T00:20:22.181" v="8935" actId="2711"/>
          <ac:spMkLst>
            <pc:docMk/>
            <pc:sldMk cId="148769786" sldId="1855"/>
            <ac:spMk id="5" creationId="{7663FCCE-9AAD-4A52-85A4-2B646949F0DF}"/>
          </ac:spMkLst>
        </pc:spChg>
      </pc:sldChg>
      <pc:sldChg chg="modSp mod">
        <pc:chgData name="Amaro, Sandra" userId="6bedbfcc-5e0a-4e18-b9b0-c8ab328504b9" providerId="ADAL" clId="{062BA417-29A1-43B6-8A26-14A0CCF37D8E}" dt="2024-01-11T00:37:38.588" v="9336" actId="20577"/>
        <pc:sldMkLst>
          <pc:docMk/>
          <pc:sldMk cId="2501851510" sldId="1858"/>
        </pc:sldMkLst>
        <pc:spChg chg="mod">
          <ac:chgData name="Amaro, Sandra" userId="6bedbfcc-5e0a-4e18-b9b0-c8ab328504b9" providerId="ADAL" clId="{062BA417-29A1-43B6-8A26-14A0CCF37D8E}" dt="2024-01-11T00:22:32.235" v="8980" actId="20577"/>
          <ac:spMkLst>
            <pc:docMk/>
            <pc:sldMk cId="2501851510" sldId="1858"/>
            <ac:spMk id="3" creationId="{A26BEE74-7409-47AE-83D3-12B764F49F9E}"/>
          </ac:spMkLst>
        </pc:spChg>
        <pc:spChg chg="mod">
          <ac:chgData name="Amaro, Sandra" userId="6bedbfcc-5e0a-4e18-b9b0-c8ab328504b9" providerId="ADAL" clId="{062BA417-29A1-43B6-8A26-14A0CCF37D8E}" dt="2024-01-11T00:37:38.588" v="9336" actId="20577"/>
          <ac:spMkLst>
            <pc:docMk/>
            <pc:sldMk cId="2501851510" sldId="1858"/>
            <ac:spMk id="4" creationId="{45C33579-BF5D-D0EE-01D6-8601AD21177A}"/>
          </ac:spMkLst>
        </pc:spChg>
      </pc:sldChg>
      <pc:sldChg chg="modSp mod">
        <pc:chgData name="Amaro, Sandra" userId="6bedbfcc-5e0a-4e18-b9b0-c8ab328504b9" providerId="ADAL" clId="{062BA417-29A1-43B6-8A26-14A0CCF37D8E}" dt="2024-01-11T00:22:43.577" v="8996" actId="20577"/>
        <pc:sldMkLst>
          <pc:docMk/>
          <pc:sldMk cId="937854963" sldId="1860"/>
        </pc:sldMkLst>
        <pc:spChg chg="mod">
          <ac:chgData name="Amaro, Sandra" userId="6bedbfcc-5e0a-4e18-b9b0-c8ab328504b9" providerId="ADAL" clId="{062BA417-29A1-43B6-8A26-14A0CCF37D8E}" dt="2024-01-11T00:22:43.577" v="8996" actId="20577"/>
          <ac:spMkLst>
            <pc:docMk/>
            <pc:sldMk cId="937854963" sldId="1860"/>
            <ac:spMk id="4" creationId="{EF233AAD-B878-45C8-8E51-F31C44D51ABA}"/>
          </ac:spMkLst>
        </pc:spChg>
      </pc:sldChg>
      <pc:sldChg chg="delSp modSp mod">
        <pc:chgData name="Amaro, Sandra" userId="6bedbfcc-5e0a-4e18-b9b0-c8ab328504b9" providerId="ADAL" clId="{062BA417-29A1-43B6-8A26-14A0CCF37D8E}" dt="2024-01-10T23:54:28.397" v="8572" actId="1036"/>
        <pc:sldMkLst>
          <pc:docMk/>
          <pc:sldMk cId="1391464747" sldId="1878"/>
        </pc:sldMkLst>
        <pc:spChg chg="mod">
          <ac:chgData name="Amaro, Sandra" userId="6bedbfcc-5e0a-4e18-b9b0-c8ab328504b9" providerId="ADAL" clId="{062BA417-29A1-43B6-8A26-14A0CCF37D8E}" dt="2024-01-10T23:54:28.397" v="8572" actId="1036"/>
          <ac:spMkLst>
            <pc:docMk/>
            <pc:sldMk cId="1391464747" sldId="1878"/>
            <ac:spMk id="16" creationId="{2201E5A7-6FD8-4BB4-8CDD-2F01FF7FA983}"/>
          </ac:spMkLst>
        </pc:spChg>
        <pc:spChg chg="mod">
          <ac:chgData name="Amaro, Sandra" userId="6bedbfcc-5e0a-4e18-b9b0-c8ab328504b9" providerId="ADAL" clId="{062BA417-29A1-43B6-8A26-14A0CCF37D8E}" dt="2024-01-10T23:54:28.397" v="8572" actId="1036"/>
          <ac:spMkLst>
            <pc:docMk/>
            <pc:sldMk cId="1391464747" sldId="1878"/>
            <ac:spMk id="18" creationId="{A27C43AB-26EA-439B-90E2-C9235AF2D5A6}"/>
          </ac:spMkLst>
        </pc:spChg>
        <pc:spChg chg="del">
          <ac:chgData name="Amaro, Sandra" userId="6bedbfcc-5e0a-4e18-b9b0-c8ab328504b9" providerId="ADAL" clId="{062BA417-29A1-43B6-8A26-14A0CCF37D8E}" dt="2024-01-09T10:56:40.970" v="0" actId="478"/>
          <ac:spMkLst>
            <pc:docMk/>
            <pc:sldMk cId="1391464747" sldId="1878"/>
            <ac:spMk id="21" creationId="{CA35C5BC-07F0-4DFC-6ACA-4CB8F3528646}"/>
          </ac:spMkLst>
        </pc:spChg>
        <pc:spChg chg="del">
          <ac:chgData name="Amaro, Sandra" userId="6bedbfcc-5e0a-4e18-b9b0-c8ab328504b9" providerId="ADAL" clId="{062BA417-29A1-43B6-8A26-14A0CCF37D8E}" dt="2024-01-09T10:56:40.970" v="0" actId="478"/>
          <ac:spMkLst>
            <pc:docMk/>
            <pc:sldMk cId="1391464747" sldId="1878"/>
            <ac:spMk id="22" creationId="{90198023-141E-EC41-BCC7-B2FC2DA6CD4F}"/>
          </ac:spMkLst>
        </pc:spChg>
        <pc:spChg chg="mod">
          <ac:chgData name="Amaro, Sandra" userId="6bedbfcc-5e0a-4e18-b9b0-c8ab328504b9" providerId="ADAL" clId="{062BA417-29A1-43B6-8A26-14A0CCF37D8E}" dt="2024-01-10T23:54:28.397" v="8572" actId="1036"/>
          <ac:spMkLst>
            <pc:docMk/>
            <pc:sldMk cId="1391464747" sldId="1878"/>
            <ac:spMk id="23" creationId="{A06A8E09-05FD-4468-9667-F70DA51DA36E}"/>
          </ac:spMkLst>
        </pc:spChg>
        <pc:spChg chg="mod">
          <ac:chgData name="Amaro, Sandra" userId="6bedbfcc-5e0a-4e18-b9b0-c8ab328504b9" providerId="ADAL" clId="{062BA417-29A1-43B6-8A26-14A0CCF37D8E}" dt="2024-01-10T23:54:28.397" v="8572" actId="1036"/>
          <ac:spMkLst>
            <pc:docMk/>
            <pc:sldMk cId="1391464747" sldId="1878"/>
            <ac:spMk id="24" creationId="{202D19B8-78CA-43E4-B723-A924F87AFB00}"/>
          </ac:spMkLst>
        </pc:spChg>
        <pc:grpChg chg="mod">
          <ac:chgData name="Amaro, Sandra" userId="6bedbfcc-5e0a-4e18-b9b0-c8ab328504b9" providerId="ADAL" clId="{062BA417-29A1-43B6-8A26-14A0CCF37D8E}" dt="2024-01-10T23:54:28.397" v="8572" actId="1036"/>
          <ac:grpSpMkLst>
            <pc:docMk/>
            <pc:sldMk cId="1391464747" sldId="1878"/>
            <ac:grpSpMk id="27" creationId="{75EE7151-C3E6-C633-52E9-F27A16A5525C}"/>
          </ac:grpSpMkLst>
        </pc:grpChg>
        <pc:picChg chg="mod">
          <ac:chgData name="Amaro, Sandra" userId="6bedbfcc-5e0a-4e18-b9b0-c8ab328504b9" providerId="ADAL" clId="{062BA417-29A1-43B6-8A26-14A0CCF37D8E}" dt="2024-01-10T23:54:28.397" v="8572" actId="1036"/>
          <ac:picMkLst>
            <pc:docMk/>
            <pc:sldMk cId="1391464747" sldId="1878"/>
            <ac:picMk id="17" creationId="{279B5B8E-FEA4-4F95-97E1-5AB0A8B7944D}"/>
          </ac:picMkLst>
        </pc:picChg>
        <pc:picChg chg="mod">
          <ac:chgData name="Amaro, Sandra" userId="6bedbfcc-5e0a-4e18-b9b0-c8ab328504b9" providerId="ADAL" clId="{062BA417-29A1-43B6-8A26-14A0CCF37D8E}" dt="2024-01-10T23:54:28.397" v="8572" actId="1036"/>
          <ac:picMkLst>
            <pc:docMk/>
            <pc:sldMk cId="1391464747" sldId="1878"/>
            <ac:picMk id="25" creationId="{13A8F80D-FC19-4C3D-977D-7E5EFF7BBE73}"/>
          </ac:picMkLst>
        </pc:picChg>
        <pc:picChg chg="del">
          <ac:chgData name="Amaro, Sandra" userId="6bedbfcc-5e0a-4e18-b9b0-c8ab328504b9" providerId="ADAL" clId="{062BA417-29A1-43B6-8A26-14A0CCF37D8E}" dt="2024-01-09T10:56:40.970" v="0" actId="478"/>
          <ac:picMkLst>
            <pc:docMk/>
            <pc:sldMk cId="1391464747" sldId="1878"/>
            <ac:picMk id="28" creationId="{A682291B-47C4-5E06-3C67-E281D3AC1FBC}"/>
          </ac:picMkLst>
        </pc:picChg>
      </pc:sldChg>
      <pc:sldChg chg="modSp mod">
        <pc:chgData name="Amaro, Sandra" userId="6bedbfcc-5e0a-4e18-b9b0-c8ab328504b9" providerId="ADAL" clId="{062BA417-29A1-43B6-8A26-14A0CCF37D8E}" dt="2024-01-10T23:50:25.675" v="8446" actId="20577"/>
        <pc:sldMkLst>
          <pc:docMk/>
          <pc:sldMk cId="2453188864" sldId="2023"/>
        </pc:sldMkLst>
        <pc:spChg chg="mod">
          <ac:chgData name="Amaro, Sandra" userId="6bedbfcc-5e0a-4e18-b9b0-c8ab328504b9" providerId="ADAL" clId="{062BA417-29A1-43B6-8A26-14A0CCF37D8E}" dt="2024-01-10T23:50:25.675" v="8446" actId="20577"/>
          <ac:spMkLst>
            <pc:docMk/>
            <pc:sldMk cId="2453188864" sldId="2023"/>
            <ac:spMk id="4" creationId="{79E2BC2A-518A-C418-B58E-2137673AD290}"/>
          </ac:spMkLst>
        </pc:spChg>
      </pc:sldChg>
      <pc:sldChg chg="del">
        <pc:chgData name="Amaro, Sandra" userId="6bedbfcc-5e0a-4e18-b9b0-c8ab328504b9" providerId="ADAL" clId="{062BA417-29A1-43B6-8A26-14A0CCF37D8E}" dt="2024-01-10T17:27:29.135" v="5811" actId="47"/>
        <pc:sldMkLst>
          <pc:docMk/>
          <pc:sldMk cId="2829558060" sldId="2024"/>
        </pc:sldMkLst>
      </pc:sldChg>
      <pc:sldChg chg="modSp mod delCm">
        <pc:chgData name="Amaro, Sandra" userId="6bedbfcc-5e0a-4e18-b9b0-c8ab328504b9" providerId="ADAL" clId="{062BA417-29A1-43B6-8A26-14A0CCF37D8E}" dt="2024-01-10T23:53:23.639" v="8548"/>
        <pc:sldMkLst>
          <pc:docMk/>
          <pc:sldMk cId="310247768" sldId="2030"/>
        </pc:sldMkLst>
        <pc:spChg chg="mod">
          <ac:chgData name="Amaro, Sandra" userId="6bedbfcc-5e0a-4e18-b9b0-c8ab328504b9" providerId="ADAL" clId="{062BA417-29A1-43B6-8A26-14A0CCF37D8E}" dt="2024-01-10T23:53:23.639" v="8548"/>
          <ac:spMkLst>
            <pc:docMk/>
            <pc:sldMk cId="310247768" sldId="2030"/>
            <ac:spMk id="30" creationId="{21CBFD5F-713E-4554-BBB6-E83BA16CA8B2}"/>
          </ac:spMkLst>
        </pc:spChg>
      </pc:sldChg>
      <pc:sldChg chg="modSp mod">
        <pc:chgData name="Amaro, Sandra" userId="6bedbfcc-5e0a-4e18-b9b0-c8ab328504b9" providerId="ADAL" clId="{062BA417-29A1-43B6-8A26-14A0CCF37D8E}" dt="2024-01-11T00:08:04.497" v="8606" actId="20577"/>
        <pc:sldMkLst>
          <pc:docMk/>
          <pc:sldMk cId="2937484169" sldId="2031"/>
        </pc:sldMkLst>
        <pc:spChg chg="mod">
          <ac:chgData name="Amaro, Sandra" userId="6bedbfcc-5e0a-4e18-b9b0-c8ab328504b9" providerId="ADAL" clId="{062BA417-29A1-43B6-8A26-14A0CCF37D8E}" dt="2024-01-11T00:06:32.887" v="8594"/>
          <ac:spMkLst>
            <pc:docMk/>
            <pc:sldMk cId="2937484169" sldId="2031"/>
            <ac:spMk id="30" creationId="{21CBFD5F-713E-4554-BBB6-E83BA16CA8B2}"/>
          </ac:spMkLst>
        </pc:spChg>
        <pc:spChg chg="mod">
          <ac:chgData name="Amaro, Sandra" userId="6bedbfcc-5e0a-4e18-b9b0-c8ab328504b9" providerId="ADAL" clId="{062BA417-29A1-43B6-8A26-14A0CCF37D8E}" dt="2024-01-11T00:07:36.965" v="8601" actId="20577"/>
          <ac:spMkLst>
            <pc:docMk/>
            <pc:sldMk cId="2937484169" sldId="2031"/>
            <ac:spMk id="47" creationId="{450B76A9-0E33-4942-A0C7-30CC9221FF30}"/>
          </ac:spMkLst>
        </pc:spChg>
        <pc:spChg chg="mod">
          <ac:chgData name="Amaro, Sandra" userId="6bedbfcc-5e0a-4e18-b9b0-c8ab328504b9" providerId="ADAL" clId="{062BA417-29A1-43B6-8A26-14A0CCF37D8E}" dt="2024-01-11T00:08:04.497" v="8606" actId="20577"/>
          <ac:spMkLst>
            <pc:docMk/>
            <pc:sldMk cId="2937484169" sldId="2031"/>
            <ac:spMk id="50" creationId="{76472328-7834-42AA-98FA-093B156EF35A}"/>
          </ac:spMkLst>
        </pc:spChg>
      </pc:sldChg>
      <pc:sldChg chg="del">
        <pc:chgData name="Amaro, Sandra" userId="6bedbfcc-5e0a-4e18-b9b0-c8ab328504b9" providerId="ADAL" clId="{062BA417-29A1-43B6-8A26-14A0CCF37D8E}" dt="2024-01-10T17:27:34.974" v="5812" actId="47"/>
        <pc:sldMkLst>
          <pc:docMk/>
          <pc:sldMk cId="1385100116" sldId="2051"/>
        </pc:sldMkLst>
      </pc:sldChg>
      <pc:sldChg chg="del">
        <pc:chgData name="Amaro, Sandra" userId="6bedbfcc-5e0a-4e18-b9b0-c8ab328504b9" providerId="ADAL" clId="{062BA417-29A1-43B6-8A26-14A0CCF37D8E}" dt="2024-01-10T17:28:09.318" v="5848" actId="47"/>
        <pc:sldMkLst>
          <pc:docMk/>
          <pc:sldMk cId="1055903050" sldId="2052"/>
        </pc:sldMkLst>
      </pc:sldChg>
      <pc:sldChg chg="del">
        <pc:chgData name="Amaro, Sandra" userId="6bedbfcc-5e0a-4e18-b9b0-c8ab328504b9" providerId="ADAL" clId="{062BA417-29A1-43B6-8A26-14A0CCF37D8E}" dt="2024-01-09T12:53:16.006" v="942" actId="47"/>
        <pc:sldMkLst>
          <pc:docMk/>
          <pc:sldMk cId="3030796465" sldId="2056"/>
        </pc:sldMkLst>
      </pc:sldChg>
      <pc:sldChg chg="del">
        <pc:chgData name="Amaro, Sandra" userId="6bedbfcc-5e0a-4e18-b9b0-c8ab328504b9" providerId="ADAL" clId="{062BA417-29A1-43B6-8A26-14A0CCF37D8E}" dt="2024-01-09T12:53:16.006" v="942" actId="47"/>
        <pc:sldMkLst>
          <pc:docMk/>
          <pc:sldMk cId="2972025985" sldId="2057"/>
        </pc:sldMkLst>
      </pc:sldChg>
      <pc:sldChg chg="del">
        <pc:chgData name="Amaro, Sandra" userId="6bedbfcc-5e0a-4e18-b9b0-c8ab328504b9" providerId="ADAL" clId="{062BA417-29A1-43B6-8A26-14A0CCF37D8E}" dt="2024-01-09T12:53:16.006" v="942" actId="47"/>
        <pc:sldMkLst>
          <pc:docMk/>
          <pc:sldMk cId="4228722960" sldId="2058"/>
        </pc:sldMkLst>
      </pc:sldChg>
      <pc:sldChg chg="del">
        <pc:chgData name="Amaro, Sandra" userId="6bedbfcc-5e0a-4e18-b9b0-c8ab328504b9" providerId="ADAL" clId="{062BA417-29A1-43B6-8A26-14A0CCF37D8E}" dt="2024-01-09T12:53:16.006" v="942" actId="47"/>
        <pc:sldMkLst>
          <pc:docMk/>
          <pc:sldMk cId="3028054030" sldId="2059"/>
        </pc:sldMkLst>
      </pc:sldChg>
      <pc:sldChg chg="del">
        <pc:chgData name="Amaro, Sandra" userId="6bedbfcc-5e0a-4e18-b9b0-c8ab328504b9" providerId="ADAL" clId="{062BA417-29A1-43B6-8A26-14A0CCF37D8E}" dt="2024-01-09T12:53:16.006" v="942" actId="47"/>
        <pc:sldMkLst>
          <pc:docMk/>
          <pc:sldMk cId="90105512" sldId="2060"/>
        </pc:sldMkLst>
      </pc:sldChg>
      <pc:sldChg chg="del ord delCm">
        <pc:chgData name="Amaro, Sandra" userId="6bedbfcc-5e0a-4e18-b9b0-c8ab328504b9" providerId="ADAL" clId="{062BA417-29A1-43B6-8A26-14A0CCF37D8E}" dt="2024-01-10T19:30:46.180" v="6774" actId="47"/>
        <pc:sldMkLst>
          <pc:docMk/>
          <pc:sldMk cId="3291814851" sldId="2061"/>
        </pc:sldMkLst>
      </pc:sldChg>
      <pc:sldChg chg="delSp modSp del mod">
        <pc:chgData name="Amaro, Sandra" userId="6bedbfcc-5e0a-4e18-b9b0-c8ab328504b9" providerId="ADAL" clId="{062BA417-29A1-43B6-8A26-14A0CCF37D8E}" dt="2024-01-11T00:42:55.788" v="9503" actId="47"/>
        <pc:sldMkLst>
          <pc:docMk/>
          <pc:sldMk cId="4185240701" sldId="2063"/>
        </pc:sldMkLst>
        <pc:spChg chg="mod">
          <ac:chgData name="Amaro, Sandra" userId="6bedbfcc-5e0a-4e18-b9b0-c8ab328504b9" providerId="ADAL" clId="{062BA417-29A1-43B6-8A26-14A0CCF37D8E}" dt="2024-01-11T00:39:36.553" v="9369" actId="20577"/>
          <ac:spMkLst>
            <pc:docMk/>
            <pc:sldMk cId="4185240701" sldId="2063"/>
            <ac:spMk id="3" creationId="{7B0BD29A-B660-42E8-9E7A-885EBFF129D6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9" creationId="{C4A50A61-300C-F997-FB7C-CDD6065E7946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0" creationId="{8402C91E-EED0-AB86-1FA3-9A153373149F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1" creationId="{FEF17F39-47E7-2ED3-6259-27618A139783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2" creationId="{02595F87-CC53-96DF-C170-63F4FC12A967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3" creationId="{D66BDE9E-1907-D1E8-9876-50549943890E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4" creationId="{3FACE5F6-0BCC-6623-0ED5-E2C4A770E0F9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5" creationId="{04828E63-5EA7-2397-A98F-7DC470BFF0ED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6" creationId="{22B702BB-A266-F27F-78F2-838C0BCC6390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7" creationId="{2578AC19-2547-7DD7-1307-C821D76A86E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8" creationId="{45FF711D-589C-D1DE-D03B-A0430281D889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19" creationId="{B46AE1A0-D13B-AEE0-CF49-CAA26E916C2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1" creationId="{DAD222B2-6AFC-BBBD-4DD5-EC8B82FB7FE1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2" creationId="{B4312642-4387-E958-4AFC-45CFD61129D0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" creationId="{13C9185C-605B-4847-821D-09A83044B651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" creationId="{DB0168C7-D22B-E869-6DFE-A07B3480626B}"/>
          </ac:spMkLst>
        </pc:spChg>
        <pc:spChg chg="mod">
          <ac:chgData name="Amaro, Sandra" userId="6bedbfcc-5e0a-4e18-b9b0-c8ab328504b9" providerId="ADAL" clId="{062BA417-29A1-43B6-8A26-14A0CCF37D8E}" dt="2024-01-11T00:38:41.102" v="9353" actId="20577"/>
          <ac:spMkLst>
            <pc:docMk/>
            <pc:sldMk cId="4185240701" sldId="2063"/>
            <ac:spMk id="96" creationId="{7B058F88-A30E-4640-ACBD-6E9D8B2386CA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4" creationId="{CFD70CF6-1796-D631-3E8A-07C294CBDBFC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5" creationId="{73BBA95A-D211-38DF-4AEC-36A4EECE8FC3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6" creationId="{CDDD042F-A5CB-33F4-745C-3C508B1F5969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7" creationId="{E4F30014-FD73-0613-8AEC-1F904D9715F6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8" creationId="{ADE65B9E-B5B4-1219-2D72-3F40CF4E5A65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39" creationId="{6924151B-B381-6EDC-015F-06D20C079067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0" creationId="{8ED9E5E1-C4D3-D203-550E-80AA8356828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1" creationId="{92AB72D8-8BBB-7288-0813-BFC2F8B07E69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2" creationId="{5FABBD9A-4EBE-2BAE-F478-8C17BC85A5A3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3" creationId="{BF01351E-0CF4-D5A3-F0C8-C429AC29A267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4" creationId="{7E70BBEA-5A19-0674-FB85-60FD308D3E7F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5" creationId="{C0D61A8D-EEA9-0083-885B-B202C9FDE7FD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7" creationId="{A9EB1D5A-F5A8-77D1-D9FE-CA4F664F8A6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48" creationId="{96842F2E-1F1B-1F8E-5D2E-4E32B8194FD6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53" creationId="{A8CB9EE3-3837-0DBD-41B8-9A53D1960E2D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55" creationId="{E6ED32C4-B0EF-662B-C3A3-74FE6098A24D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1" creationId="{3A4B0525-F47B-E386-0F7D-2213A572470A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2" creationId="{A301656F-104D-E4ED-F4EC-0CE52D603B7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3" creationId="{05F3CD71-6E8D-8D81-DE63-116BCA14A71A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4" creationId="{EDC41587-4DF6-985C-4CCC-3E487D7DEB64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5" creationId="{6C17C07C-7B77-69C9-2D15-2FC79915FC39}"/>
          </ac:spMkLst>
        </pc:spChg>
        <pc:spChg chg="del">
          <ac:chgData name="Amaro, Sandra" userId="6bedbfcc-5e0a-4e18-b9b0-c8ab328504b9" providerId="ADAL" clId="{062BA417-29A1-43B6-8A26-14A0CCF37D8E}" dt="2024-01-11T00:15:10.483" v="8669" actId="478"/>
          <ac:spMkLst>
            <pc:docMk/>
            <pc:sldMk cId="4185240701" sldId="2063"/>
            <ac:spMk id="267" creationId="{F79603C9-89FB-37EF-B97F-B0A3804EE3E0}"/>
          </ac:spMkLst>
        </pc:spChg>
        <pc:grpChg chg="del">
          <ac:chgData name="Amaro, Sandra" userId="6bedbfcc-5e0a-4e18-b9b0-c8ab328504b9" providerId="ADAL" clId="{062BA417-29A1-43B6-8A26-14A0CCF37D8E}" dt="2024-01-11T00:15:10.483" v="8669" actId="478"/>
          <ac:grpSpMkLst>
            <pc:docMk/>
            <pc:sldMk cId="4185240701" sldId="2063"/>
            <ac:grpSpMk id="25" creationId="{760629D8-285D-3FBB-EDC0-24AF24769498}"/>
          </ac:grpSpMkLst>
        </pc:grpChg>
        <pc:picChg chg="del">
          <ac:chgData name="Amaro, Sandra" userId="6bedbfcc-5e0a-4e18-b9b0-c8ab328504b9" providerId="ADAL" clId="{062BA417-29A1-43B6-8A26-14A0CCF37D8E}" dt="2024-01-11T00:15:10.483" v="8669" actId="478"/>
          <ac:picMkLst>
            <pc:docMk/>
            <pc:sldMk cId="4185240701" sldId="2063"/>
            <ac:picMk id="251" creationId="{64A478B5-30FC-D07F-CB51-FD779155789B}"/>
          </ac:picMkLst>
        </pc:picChg>
        <pc:picChg chg="del">
          <ac:chgData name="Amaro, Sandra" userId="6bedbfcc-5e0a-4e18-b9b0-c8ab328504b9" providerId="ADAL" clId="{062BA417-29A1-43B6-8A26-14A0CCF37D8E}" dt="2024-01-11T00:15:10.483" v="8669" actId="478"/>
          <ac:picMkLst>
            <pc:docMk/>
            <pc:sldMk cId="4185240701" sldId="2063"/>
            <ac:picMk id="252" creationId="{352AA453-A0C8-9593-EF15-FE696C86F393}"/>
          </ac:picMkLst>
        </pc:picChg>
        <pc:picChg chg="del">
          <ac:chgData name="Amaro, Sandra" userId="6bedbfcc-5e0a-4e18-b9b0-c8ab328504b9" providerId="ADAL" clId="{062BA417-29A1-43B6-8A26-14A0CCF37D8E}" dt="2024-01-11T00:15:10.483" v="8669" actId="478"/>
          <ac:picMkLst>
            <pc:docMk/>
            <pc:sldMk cId="4185240701" sldId="2063"/>
            <ac:picMk id="254" creationId="{32486D88-5EDB-366A-BCC3-D0B5E3678982}"/>
          </ac:picMkLst>
        </pc:picChg>
        <pc:picChg chg="del">
          <ac:chgData name="Amaro, Sandra" userId="6bedbfcc-5e0a-4e18-b9b0-c8ab328504b9" providerId="ADAL" clId="{062BA417-29A1-43B6-8A26-14A0CCF37D8E}" dt="2024-01-11T00:15:10.483" v="8669" actId="478"/>
          <ac:picMkLst>
            <pc:docMk/>
            <pc:sldMk cId="4185240701" sldId="2063"/>
            <ac:picMk id="256" creationId="{C21D1D2F-35D5-9ABC-1D47-07244437EAD4}"/>
          </ac:picMkLst>
        </pc:picChg>
        <pc:picChg chg="del">
          <ac:chgData name="Amaro, Sandra" userId="6bedbfcc-5e0a-4e18-b9b0-c8ab328504b9" providerId="ADAL" clId="{062BA417-29A1-43B6-8A26-14A0CCF37D8E}" dt="2024-01-11T00:15:10.483" v="8669" actId="478"/>
          <ac:picMkLst>
            <pc:docMk/>
            <pc:sldMk cId="4185240701" sldId="2063"/>
            <ac:picMk id="257" creationId="{9D5C2610-3F18-D145-45B0-59F3B679B37C}"/>
          </ac:picMkLst>
        </pc:pic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0" creationId="{D229A066-FE6D-2EDD-CF31-32C1F02584A0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28" creationId="{621E753E-5DB6-2F18-E490-62892AD96592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29" creationId="{2EED65D2-876A-8CF4-0D58-C634D5A4971D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30" creationId="{CBE7AEC0-6714-5BFB-39A8-86EF86BE8085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31" creationId="{EA20B895-B7EF-C0F2-5070-2478A0DB4636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32" creationId="{CC68C1BB-885F-B525-2340-2378F4A1386D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33" creationId="{F7D37AE4-12F7-F66F-71B4-435ABEB406E6}"/>
          </ac:cxnSpMkLst>
        </pc:cxnChg>
        <pc:cxnChg chg="del">
          <ac:chgData name="Amaro, Sandra" userId="6bedbfcc-5e0a-4e18-b9b0-c8ab328504b9" providerId="ADAL" clId="{062BA417-29A1-43B6-8A26-14A0CCF37D8E}" dt="2024-01-11T00:15:10.483" v="8669" actId="478"/>
          <ac:cxnSpMkLst>
            <pc:docMk/>
            <pc:sldMk cId="4185240701" sldId="2063"/>
            <ac:cxnSpMk id="246" creationId="{589FD294-1B0F-CCF1-B8F0-F1925C12C7C5}"/>
          </ac:cxnSpMkLst>
        </pc:cxnChg>
      </pc:sldChg>
      <pc:sldChg chg="addSp delSp modSp mod">
        <pc:chgData name="Amaro, Sandra" userId="6bedbfcc-5e0a-4e18-b9b0-c8ab328504b9" providerId="ADAL" clId="{062BA417-29A1-43B6-8A26-14A0CCF37D8E}" dt="2024-01-11T12:42:04.345" v="10046" actId="478"/>
        <pc:sldMkLst>
          <pc:docMk/>
          <pc:sldMk cId="2966031785" sldId="2065"/>
        </pc:sldMkLst>
        <pc:spChg chg="mod">
          <ac:chgData name="Amaro, Sandra" userId="6bedbfcc-5e0a-4e18-b9b0-c8ab328504b9" providerId="ADAL" clId="{062BA417-29A1-43B6-8A26-14A0CCF37D8E}" dt="2024-01-11T00:23:32.518" v="8998" actId="6549"/>
          <ac:spMkLst>
            <pc:docMk/>
            <pc:sldMk cId="2966031785" sldId="2065"/>
            <ac:spMk id="4" creationId="{5D8C8346-6F03-4C0B-B060-ACDA6DB0D9B1}"/>
          </ac:spMkLst>
        </pc:spChg>
        <pc:spChg chg="add del mod">
          <ac:chgData name="Amaro, Sandra" userId="6bedbfcc-5e0a-4e18-b9b0-c8ab328504b9" providerId="ADAL" clId="{062BA417-29A1-43B6-8A26-14A0CCF37D8E}" dt="2024-01-11T12:42:04.345" v="10046" actId="478"/>
          <ac:spMkLst>
            <pc:docMk/>
            <pc:sldMk cId="2966031785" sldId="2065"/>
            <ac:spMk id="5" creationId="{3D051BF4-ECAB-9A34-CBCD-20B72920BB9C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5" creationId="{DEF452E5-DCC1-B6A1-4C83-A12FE40EC7DB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6" creationId="{DDFC8DEA-154F-F63E-CB75-598D28D0C8D4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7" creationId="{1DF42CEF-6F32-C93E-68EB-37D6B269F49B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8" creationId="{7559766C-6ED8-D6D8-C7FD-4EA8CA28B745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9" creationId="{99F78366-E0F0-E9DE-32AD-C62304BD7731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14" creationId="{E6256041-BB77-9A41-C5EF-BF896BB12D7D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19" creationId="{E111B30D-091B-D976-BF4D-7E88A8D83EA8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20" creationId="{047001B2-B7CE-D07D-0E87-7F8116D1B0AC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21" creationId="{78C4AFD3-8859-6B4E-A04C-4BE1D0A2762B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22" creationId="{FE0F24DF-5B9F-69DF-F6C0-140A45C27E6A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23" creationId="{7A312811-AF4A-42D4-CDA3-6B00B1C53496}"/>
          </ac:spMkLst>
        </pc:spChg>
        <pc:spChg chg="mod">
          <ac:chgData name="Amaro, Sandra" userId="6bedbfcc-5e0a-4e18-b9b0-c8ab328504b9" providerId="ADAL" clId="{062BA417-29A1-43B6-8A26-14A0CCF37D8E}" dt="2024-01-11T00:23:29.919" v="8997"/>
          <ac:spMkLst>
            <pc:docMk/>
            <pc:sldMk cId="2966031785" sldId="2065"/>
            <ac:spMk id="25" creationId="{5D2184E5-1F3D-94C5-B456-0C6065843000}"/>
          </ac:spMkLst>
        </pc:spChg>
        <pc:spChg chg="mod">
          <ac:chgData name="Amaro, Sandra" userId="6bedbfcc-5e0a-4e18-b9b0-c8ab328504b9" providerId="ADAL" clId="{062BA417-29A1-43B6-8A26-14A0CCF37D8E}" dt="2024-01-11T00:24:02.514" v="9024" actId="20577"/>
          <ac:spMkLst>
            <pc:docMk/>
            <pc:sldMk cId="2966031785" sldId="2065"/>
            <ac:spMk id="26" creationId="{E75616F8-D1BA-5CDF-1B96-7D7EFBEA9177}"/>
          </ac:spMkLst>
        </pc:spChg>
        <pc:spChg chg="mod">
          <ac:chgData name="Amaro, Sandra" userId="6bedbfcc-5e0a-4e18-b9b0-c8ab328504b9" providerId="ADAL" clId="{062BA417-29A1-43B6-8A26-14A0CCF37D8E}" dt="2024-01-11T00:23:29.919" v="8997"/>
          <ac:spMkLst>
            <pc:docMk/>
            <pc:sldMk cId="2966031785" sldId="2065"/>
            <ac:spMk id="27" creationId="{9893678A-8DA4-A22C-6D73-FD9D80AC48B0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0" creationId="{9CC24148-10F5-012E-F456-53CAC63C7A8E}"/>
          </ac:spMkLst>
        </pc:spChg>
        <pc:spChg chg="del">
          <ac:chgData name="Amaro, Sandra" userId="6bedbfcc-5e0a-4e18-b9b0-c8ab328504b9" providerId="ADAL" clId="{062BA417-29A1-43B6-8A26-14A0CCF37D8E}" dt="2024-01-11T00:21:35.373" v="8941" actId="478"/>
          <ac:spMkLst>
            <pc:docMk/>
            <pc:sldMk cId="2966031785" sldId="2065"/>
            <ac:spMk id="31" creationId="{A6B52EEF-FFD1-0738-FBD9-41A11C11F5CB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2" creationId="{0694A8BA-CC61-21B0-EB7D-B2C86EADAC52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3" creationId="{51BB8E0A-EADC-8BCE-AA7A-41BFBA1C8856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4" creationId="{69793819-A0F8-2EC4-DAA0-C33D5E298551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5" creationId="{0B1BBEC6-7E16-2D69-2AFA-6E521CC4A1CE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36" creationId="{0DCE4CF7-8327-682B-198C-8A40567ABA89}"/>
          </ac:spMkLst>
        </pc:spChg>
        <pc:spChg chg="mod">
          <ac:chgData name="Amaro, Sandra" userId="6bedbfcc-5e0a-4e18-b9b0-c8ab328504b9" providerId="ADAL" clId="{062BA417-29A1-43B6-8A26-14A0CCF37D8E}" dt="2024-01-11T12:00:53.376" v="9991" actId="20577"/>
          <ac:spMkLst>
            <pc:docMk/>
            <pc:sldMk cId="2966031785" sldId="2065"/>
            <ac:spMk id="37" creationId="{0A441167-3FD0-D32B-9F83-68C590FF38FC}"/>
          </ac:spMkLst>
        </pc:spChg>
        <pc:spChg chg="add mod">
          <ac:chgData name="Amaro, Sandra" userId="6bedbfcc-5e0a-4e18-b9b0-c8ab328504b9" providerId="ADAL" clId="{062BA417-29A1-43B6-8A26-14A0CCF37D8E}" dt="2024-01-11T12:01:14.192" v="10044" actId="1038"/>
          <ac:spMkLst>
            <pc:docMk/>
            <pc:sldMk cId="2966031785" sldId="2065"/>
            <ac:spMk id="38" creationId="{4913F8D6-4707-A69E-6BF4-DD176F408354}"/>
          </ac:spMkLst>
        </pc:spChg>
        <pc:spChg chg="add mod">
          <ac:chgData name="Amaro, Sandra" userId="6bedbfcc-5e0a-4e18-b9b0-c8ab328504b9" providerId="ADAL" clId="{062BA417-29A1-43B6-8A26-14A0CCF37D8E}" dt="2024-01-11T00:33:06.289" v="9117" actId="12788"/>
          <ac:spMkLst>
            <pc:docMk/>
            <pc:sldMk cId="2966031785" sldId="2065"/>
            <ac:spMk id="39" creationId="{72096902-1FDE-EFE7-4085-E924CE01E4E1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40" creationId="{B1F8F469-960A-735D-4FE3-1EDEBE728F17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41" creationId="{D2FE8531-F0EC-1FAD-0B88-E196F8BD0017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42" creationId="{4523DF3F-7B2C-9C4C-BA33-810068D71F3E}"/>
          </ac:spMkLst>
        </pc:spChg>
        <pc:spChg chg="del">
          <ac:chgData name="Amaro, Sandra" userId="6bedbfcc-5e0a-4e18-b9b0-c8ab328504b9" providerId="ADAL" clId="{062BA417-29A1-43B6-8A26-14A0CCF37D8E}" dt="2024-01-11T00:21:29.353" v="8940" actId="478"/>
          <ac:spMkLst>
            <pc:docMk/>
            <pc:sldMk cId="2966031785" sldId="2065"/>
            <ac:spMk id="43" creationId="{9770160B-6BF8-4C4B-F7B1-481D57FB767A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44" creationId="{8BCEC9E2-6E22-9FFF-06B4-6E33866AACD0}"/>
          </ac:spMkLst>
        </pc:spChg>
        <pc:spChg chg="add mod">
          <ac:chgData name="Amaro, Sandra" userId="6bedbfcc-5e0a-4e18-b9b0-c8ab328504b9" providerId="ADAL" clId="{062BA417-29A1-43B6-8A26-14A0CCF37D8E}" dt="2024-01-11T00:33:22.350" v="9145" actId="1038"/>
          <ac:spMkLst>
            <pc:docMk/>
            <pc:sldMk cId="2966031785" sldId="2065"/>
            <ac:spMk id="45" creationId="{1C2E011A-8F25-ABAE-2B02-24BD2BC270A7}"/>
          </ac:spMkLst>
        </pc:spChg>
        <pc:spChg chg="del">
          <ac:chgData name="Amaro, Sandra" userId="6bedbfcc-5e0a-4e18-b9b0-c8ab328504b9" providerId="ADAL" clId="{062BA417-29A1-43B6-8A26-14A0CCF37D8E}" dt="2024-01-11T00:21:24.735" v="8939" actId="478"/>
          <ac:spMkLst>
            <pc:docMk/>
            <pc:sldMk cId="2966031785" sldId="2065"/>
            <ac:spMk id="55" creationId="{FEE92468-ABA3-C99D-1A57-EB507FFDDEBA}"/>
          </ac:spMkLst>
        </pc:spChg>
        <pc:grpChg chg="add mod">
          <ac:chgData name="Amaro, Sandra" userId="6bedbfcc-5e0a-4e18-b9b0-c8ab328504b9" providerId="ADAL" clId="{062BA417-29A1-43B6-8A26-14A0CCF37D8E}" dt="2024-01-11T00:32:54.569" v="9115" actId="12789"/>
          <ac:grpSpMkLst>
            <pc:docMk/>
            <pc:sldMk cId="2966031785" sldId="2065"/>
            <ac:grpSpMk id="24" creationId="{F7F2C178-30C9-84F6-76FF-E00CEC9D249E}"/>
          </ac:grpSpMkLst>
        </pc:grpChg>
        <pc:grpChg chg="del">
          <ac:chgData name="Amaro, Sandra" userId="6bedbfcc-5e0a-4e18-b9b0-c8ab328504b9" providerId="ADAL" clId="{062BA417-29A1-43B6-8A26-14A0CCF37D8E}" dt="2024-01-11T00:21:24.735" v="8939" actId="478"/>
          <ac:grpSpMkLst>
            <pc:docMk/>
            <pc:sldMk cId="2966031785" sldId="2065"/>
            <ac:grpSpMk id="50" creationId="{03A93221-5062-41C2-31FB-9EE474A600BB}"/>
          </ac:grpSpMkLst>
        </pc:grpChg>
        <pc:grpChg chg="del">
          <ac:chgData name="Amaro, Sandra" userId="6bedbfcc-5e0a-4e18-b9b0-c8ab328504b9" providerId="ADAL" clId="{062BA417-29A1-43B6-8A26-14A0CCF37D8E}" dt="2024-01-11T00:21:24.735" v="8939" actId="478"/>
          <ac:grpSpMkLst>
            <pc:docMk/>
            <pc:sldMk cId="2966031785" sldId="2065"/>
            <ac:grpSpMk id="53" creationId="{64D9A60A-7082-895F-5B4D-CDC33FB7513A}"/>
          </ac:grpSpMkLst>
        </pc:grpChg>
      </pc:sldChg>
      <pc:sldChg chg="del">
        <pc:chgData name="Amaro, Sandra" userId="6bedbfcc-5e0a-4e18-b9b0-c8ab328504b9" providerId="ADAL" clId="{062BA417-29A1-43B6-8A26-14A0CCF37D8E}" dt="2024-01-11T00:22:25.392" v="8948" actId="47"/>
        <pc:sldMkLst>
          <pc:docMk/>
          <pc:sldMk cId="2712972558" sldId="2066"/>
        </pc:sldMkLst>
      </pc:sldChg>
      <pc:sldChg chg="del">
        <pc:chgData name="Amaro, Sandra" userId="6bedbfcc-5e0a-4e18-b9b0-c8ab328504b9" providerId="ADAL" clId="{062BA417-29A1-43B6-8A26-14A0CCF37D8E}" dt="2024-01-10T23:36:38.198" v="8232" actId="47"/>
        <pc:sldMkLst>
          <pc:docMk/>
          <pc:sldMk cId="1811875349" sldId="2068"/>
        </pc:sldMkLst>
      </pc:sldChg>
      <pc:sldChg chg="add del">
        <pc:chgData name="Amaro, Sandra" userId="6bedbfcc-5e0a-4e18-b9b0-c8ab328504b9" providerId="ADAL" clId="{062BA417-29A1-43B6-8A26-14A0CCF37D8E}" dt="2024-01-09T10:57:54.725" v="27"/>
        <pc:sldMkLst>
          <pc:docMk/>
          <pc:sldMk cId="1075481335" sldId="2069"/>
        </pc:sldMkLst>
      </pc:sldChg>
      <pc:sldChg chg="addSp delSp modSp add del mod delCm">
        <pc:chgData name="Amaro, Sandra" userId="6bedbfcc-5e0a-4e18-b9b0-c8ab328504b9" providerId="ADAL" clId="{062BA417-29A1-43B6-8A26-14A0CCF37D8E}" dt="2024-01-10T17:27:25.345" v="5810" actId="47"/>
        <pc:sldMkLst>
          <pc:docMk/>
          <pc:sldMk cId="3512516445" sldId="2069"/>
        </pc:sldMkLst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4" creationId="{CA6973F7-7EA4-A846-90F0-5636E36C6A96}"/>
          </ac:spMkLst>
        </pc:spChg>
        <pc:spChg chg="add mod">
          <ac:chgData name="Amaro, Sandra" userId="6bedbfcc-5e0a-4e18-b9b0-c8ab328504b9" providerId="ADAL" clId="{062BA417-29A1-43B6-8A26-14A0CCF37D8E}" dt="2024-01-09T11:08:55.971" v="92" actId="1076"/>
          <ac:spMkLst>
            <pc:docMk/>
            <pc:sldMk cId="3512516445" sldId="2069"/>
            <ac:spMk id="5" creationId="{5FC1B943-0EF4-9D9A-F6CA-F8C81F521C76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" creationId="{FC2421D7-C590-37C4-808F-AF3CECAA8CAC}"/>
          </ac:spMkLst>
        </pc:spChg>
        <pc:spChg chg="add mod">
          <ac:chgData name="Amaro, Sandra" userId="6bedbfcc-5e0a-4e18-b9b0-c8ab328504b9" providerId="ADAL" clId="{062BA417-29A1-43B6-8A26-14A0CCF37D8E}" dt="2024-01-09T11:10:28.348" v="115" actId="20577"/>
          <ac:spMkLst>
            <pc:docMk/>
            <pc:sldMk cId="3512516445" sldId="2069"/>
            <ac:spMk id="7" creationId="{13AEB761-084A-590F-611C-AAB840096E3B}"/>
          </ac:spMkLst>
        </pc:spChg>
        <pc:spChg chg="add mod">
          <ac:chgData name="Amaro, Sandra" userId="6bedbfcc-5e0a-4e18-b9b0-c8ab328504b9" providerId="ADAL" clId="{062BA417-29A1-43B6-8A26-14A0CCF37D8E}" dt="2024-01-09T11:11:24.550" v="128" actId="20577"/>
          <ac:spMkLst>
            <pc:docMk/>
            <pc:sldMk cId="3512516445" sldId="2069"/>
            <ac:spMk id="8" creationId="{685D635A-49FB-3123-97B1-4168D0DF6065}"/>
          </ac:spMkLst>
        </pc:spChg>
        <pc:spChg chg="add mod">
          <ac:chgData name="Amaro, Sandra" userId="6bedbfcc-5e0a-4e18-b9b0-c8ab328504b9" providerId="ADAL" clId="{062BA417-29A1-43B6-8A26-14A0CCF37D8E}" dt="2024-01-09T11:11:48.913" v="166" actId="20577"/>
          <ac:spMkLst>
            <pc:docMk/>
            <pc:sldMk cId="3512516445" sldId="2069"/>
            <ac:spMk id="9" creationId="{86C960E8-68B6-80B7-5C1F-C938B70920F6}"/>
          </ac:spMkLst>
        </pc:spChg>
        <pc:spChg chg="add mod">
          <ac:chgData name="Amaro, Sandra" userId="6bedbfcc-5e0a-4e18-b9b0-c8ab328504b9" providerId="ADAL" clId="{062BA417-29A1-43B6-8A26-14A0CCF37D8E}" dt="2024-01-09T11:12:27.391" v="175" actId="20577"/>
          <ac:spMkLst>
            <pc:docMk/>
            <pc:sldMk cId="3512516445" sldId="2069"/>
            <ac:spMk id="10" creationId="{EAB01966-525C-EAD7-8379-275C10E1EFBD}"/>
          </ac:spMkLst>
        </pc:spChg>
        <pc:spChg chg="add mod">
          <ac:chgData name="Amaro, Sandra" userId="6bedbfcc-5e0a-4e18-b9b0-c8ab328504b9" providerId="ADAL" clId="{062BA417-29A1-43B6-8A26-14A0CCF37D8E}" dt="2024-01-09T11:13:25.010" v="184" actId="20577"/>
          <ac:spMkLst>
            <pc:docMk/>
            <pc:sldMk cId="3512516445" sldId="2069"/>
            <ac:spMk id="11" creationId="{99496648-6D9B-C1BF-1C02-1098C69F79EB}"/>
          </ac:spMkLst>
        </pc:spChg>
        <pc:spChg chg="add mod">
          <ac:chgData name="Amaro, Sandra" userId="6bedbfcc-5e0a-4e18-b9b0-c8ab328504b9" providerId="ADAL" clId="{062BA417-29A1-43B6-8A26-14A0CCF37D8E}" dt="2024-01-09T11:32:55.230" v="197" actId="20577"/>
          <ac:spMkLst>
            <pc:docMk/>
            <pc:sldMk cId="3512516445" sldId="2069"/>
            <ac:spMk id="12" creationId="{CD96697B-16C6-3A05-2B02-69756E67361E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16" creationId="{AB824BA0-1B1A-379B-380B-9C36A95B96E7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17" creationId="{795D5BE4-4D35-2B73-270D-A3E3BB6407CE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19" creationId="{C5033DA6-AEDB-0433-CDD0-87DEE4B0DAC8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22" creationId="{04A656B4-9B56-8D60-B738-E50188068A06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23" creationId="{C1BD86C4-3586-01B2-7457-33E375F9E7CD}"/>
          </ac:spMkLst>
        </pc:spChg>
        <pc:spChg chg="mod">
          <ac:chgData name="Amaro, Sandra" userId="6bedbfcc-5e0a-4e18-b9b0-c8ab328504b9" providerId="ADAL" clId="{062BA417-29A1-43B6-8A26-14A0CCF37D8E}" dt="2024-01-09T10:58:23.093" v="33"/>
          <ac:spMkLst>
            <pc:docMk/>
            <pc:sldMk cId="3512516445" sldId="2069"/>
            <ac:spMk id="24" creationId="{275FA1FA-210D-0DA4-05EB-787D36D995AB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38" creationId="{ED605840-1E2F-2E00-06D6-378A39203C50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45" creationId="{AAD3484C-0DA7-96BC-B417-C4100AE5565B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46" creationId="{CC010609-5EC4-6940-E511-67B3EC9B0D9D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48" creationId="{24A40A42-5979-DD59-61EC-531DA478DFFF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49" creationId="{C234D8D6-5045-9E2F-A3EB-5114CB304CCE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51" creationId="{F04DD5D7-6B1A-F9F7-8A73-6E42EB135E29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52" creationId="{D015B0A6-051D-FA39-1C9D-8B7DF5EADEAB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54" creationId="{9E89B140-406F-F324-3929-3ADDDAEAA368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55" creationId="{60DB4300-C237-C3DD-CAFF-1A8668AD5FC0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57" creationId="{E4E03072-F72D-9ADF-2532-C90C0ABACB08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0" creationId="{10B946FC-53E1-BF1B-F704-967797A453C6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1" creationId="{096A4739-A25E-DC41-0BDA-4D3F1CEF8F27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2" creationId="{CAA4DD64-9E30-E8A7-D75B-969AD2A0BBE7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3" creationId="{EC949419-37C1-592B-2DC6-3BD746ED7EEF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4" creationId="{BE9AD9AD-CB3D-1FB8-C084-78169CFA57DD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5" creationId="{31F5579A-D5D4-A666-F3ED-843A4DE112B4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7" creationId="{844E6999-C296-FF9E-0207-F1C737FE548B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8" creationId="{4631483F-2171-1BD9-9E3E-2A4F067F5526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69" creationId="{1E814610-5E5D-BB17-9BE2-BE8C6CE2C87B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71" creationId="{B16788AE-629C-BC0A-280A-7CFF0524AE6A}"/>
          </ac:spMkLst>
        </pc:spChg>
        <pc:spChg chg="del">
          <ac:chgData name="Amaro, Sandra" userId="6bedbfcc-5e0a-4e18-b9b0-c8ab328504b9" providerId="ADAL" clId="{062BA417-29A1-43B6-8A26-14A0CCF37D8E}" dt="2024-01-09T10:58:05.703" v="29" actId="478"/>
          <ac:spMkLst>
            <pc:docMk/>
            <pc:sldMk cId="3512516445" sldId="2069"/>
            <ac:spMk id="72" creationId="{CF5430AC-CEA1-6EC6-BCE6-5EFB5761E945}"/>
          </ac:spMkLst>
        </pc:spChg>
        <pc:cxnChg chg="del">
          <ac:chgData name="Amaro, Sandra" userId="6bedbfcc-5e0a-4e18-b9b0-c8ab328504b9" providerId="ADAL" clId="{062BA417-29A1-43B6-8A26-14A0CCF37D8E}" dt="2024-01-09T10:58:05.703" v="29" actId="478"/>
          <ac:cxnSpMkLst>
            <pc:docMk/>
            <pc:sldMk cId="3512516445" sldId="2069"/>
            <ac:cxnSpMk id="56" creationId="{90CF63AE-86B0-E749-BB2D-8B336AE771D2}"/>
          </ac:cxnSpMkLst>
        </pc:cxnChg>
      </pc:sldChg>
      <pc:sldChg chg="addSp delSp modSp add del mod">
        <pc:chgData name="Amaro, Sandra" userId="6bedbfcc-5e0a-4e18-b9b0-c8ab328504b9" providerId="ADAL" clId="{062BA417-29A1-43B6-8A26-14A0CCF37D8E}" dt="2024-01-10T23:36:15.410" v="8229" actId="47"/>
        <pc:sldMkLst>
          <pc:docMk/>
          <pc:sldMk cId="1516452477" sldId="2070"/>
        </pc:sldMkLst>
        <pc:spChg chg="add mod">
          <ac:chgData name="Amaro, Sandra" userId="6bedbfcc-5e0a-4e18-b9b0-c8ab328504b9" providerId="ADAL" clId="{062BA417-29A1-43B6-8A26-14A0CCF37D8E}" dt="2024-01-09T11:03:55.885" v="68" actId="1076"/>
          <ac:spMkLst>
            <pc:docMk/>
            <pc:sldMk cId="1516452477" sldId="2070"/>
            <ac:spMk id="4" creationId="{97C57DB0-BD2A-CD2A-F00E-92B5D732F781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6" creationId="{4834BC5B-A815-0C9F-8425-B4CEF0E98D56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7" creationId="{5609BFD4-E5C0-4075-5130-EF61C57984E3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8" creationId="{1882EB66-52BE-59DD-6F7F-7E6E757EC068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9" creationId="{CF60F83B-F8ED-D9C6-DE6C-72ECB027E1CD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0" creationId="{DA92649A-7592-C81C-61CA-1835C41BE2A5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1" creationId="{B32D6CD9-1023-A2FB-E8EE-6426C1051D4F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2" creationId="{BA578D2C-3585-DBD0-5E34-714E828F5EAE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3" creationId="{D3846FFE-A223-3CF0-A766-F4CFEF489F28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4" creationId="{B4771668-F62C-7AF2-3FFA-D4B3DD2E42E8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5" creationId="{56E4312E-079D-B82F-A5F2-AA43D4184640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7" creationId="{6A03B08E-8406-36EF-BFED-9D94D6CF5CAC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8" creationId="{45B5437C-EE2B-1922-8E6C-518566C2E2D5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9" creationId="{36F23D23-D6E2-664C-0274-C9337A3FCEC4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0" creationId="{100175F6-580E-CB36-7861-A771F7B2066B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1" creationId="{33D53493-17B7-7CB3-2BF9-D3D0B7A79A7C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2" creationId="{F1165593-5A45-43AD-FDDF-C1DB828418EC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3" creationId="{CBF6378C-5F6D-BE25-CE59-E21AFEFC329E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5" creationId="{6E59614D-B6D7-27EE-9820-82FD03E9D5DA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6" creationId="{CEA22E6C-36FF-88BF-EC0B-AA2723A69AEA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27" creationId="{5A41B322-0E3B-1C24-3118-0C51BEFDE6FC}"/>
          </ac:spMkLst>
        </pc:spChg>
        <pc:spChg chg="mod">
          <ac:chgData name="Amaro, Sandra" userId="6bedbfcc-5e0a-4e18-b9b0-c8ab328504b9" providerId="ADAL" clId="{062BA417-29A1-43B6-8A26-14A0CCF37D8E}" dt="2024-01-10T23:20:10.592" v="6927" actId="1076"/>
          <ac:spMkLst>
            <pc:docMk/>
            <pc:sldMk cId="1516452477" sldId="2070"/>
            <ac:spMk id="31" creationId="{E543EC57-AFF5-2FF6-6C6F-587188E61445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64" creationId="{D0E5E8DC-6EC9-6456-C6D3-DE716BA17711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67" creationId="{3BC0593D-3F3C-7F74-8EBB-1D18C09FD136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83" creationId="{2132DBF3-5BEB-B6E6-B766-809CE2FE228E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95" creationId="{84A85F3A-31F9-74F2-7903-890606D5D588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00" creationId="{7A37B8C5-0262-369D-094D-C7A7252ABB94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02" creationId="{0625496C-5290-6869-A38B-5FD7453E480C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06" creationId="{0A9A0219-14D9-6FA4-51FF-5E41869BA4F6}"/>
          </ac:spMkLst>
        </pc:spChg>
        <pc:spChg chg="del">
          <ac:chgData name="Amaro, Sandra" userId="6bedbfcc-5e0a-4e18-b9b0-c8ab328504b9" providerId="ADAL" clId="{062BA417-29A1-43B6-8A26-14A0CCF37D8E}" dt="2024-01-09T10:58:41.811" v="37" actId="478"/>
          <ac:spMkLst>
            <pc:docMk/>
            <pc:sldMk cId="1516452477" sldId="2070"/>
            <ac:spMk id="108" creationId="{4B185EAE-8FB0-BA25-11AD-73983C7A3F69}"/>
          </ac:spMkLst>
        </pc:spChg>
        <pc:picChg chg="del">
          <ac:chgData name="Amaro, Sandra" userId="6bedbfcc-5e0a-4e18-b9b0-c8ab328504b9" providerId="ADAL" clId="{062BA417-29A1-43B6-8A26-14A0CCF37D8E}" dt="2024-01-09T10:58:41.811" v="37" actId="478"/>
          <ac:picMkLst>
            <pc:docMk/>
            <pc:sldMk cId="1516452477" sldId="2070"/>
            <ac:picMk id="16" creationId="{02B91527-6CF4-7FA2-68E6-576AD28CA861}"/>
          </ac:picMkLst>
        </pc:picChg>
        <pc:picChg chg="del">
          <ac:chgData name="Amaro, Sandra" userId="6bedbfcc-5e0a-4e18-b9b0-c8ab328504b9" providerId="ADAL" clId="{062BA417-29A1-43B6-8A26-14A0CCF37D8E}" dt="2024-01-09T10:58:41.811" v="37" actId="478"/>
          <ac:picMkLst>
            <pc:docMk/>
            <pc:sldMk cId="1516452477" sldId="2070"/>
            <ac:picMk id="28" creationId="{EEEADB4C-9302-6013-64BB-250397BFEB9B}"/>
          </ac:picMkLst>
        </pc:picChg>
        <pc:picChg chg="del">
          <ac:chgData name="Amaro, Sandra" userId="6bedbfcc-5e0a-4e18-b9b0-c8ab328504b9" providerId="ADAL" clId="{062BA417-29A1-43B6-8A26-14A0CCF37D8E}" dt="2024-01-09T10:58:41.811" v="37" actId="478"/>
          <ac:picMkLst>
            <pc:docMk/>
            <pc:sldMk cId="1516452477" sldId="2070"/>
            <ac:picMk id="29" creationId="{462DAD04-EF76-0E80-70F2-9E4E198F6DAE}"/>
          </ac:picMkLst>
        </pc:picChg>
        <pc:picChg chg="del">
          <ac:chgData name="Amaro, Sandra" userId="6bedbfcc-5e0a-4e18-b9b0-c8ab328504b9" providerId="ADAL" clId="{062BA417-29A1-43B6-8A26-14A0CCF37D8E}" dt="2024-01-09T10:58:41.811" v="37" actId="478"/>
          <ac:picMkLst>
            <pc:docMk/>
            <pc:sldMk cId="1516452477" sldId="2070"/>
            <ac:picMk id="30" creationId="{0C1A5541-6739-BEBC-A54D-E2A488B6DBAA}"/>
          </ac:picMkLst>
        </pc:picChg>
        <pc:cxnChg chg="del">
          <ac:chgData name="Amaro, Sandra" userId="6bedbfcc-5e0a-4e18-b9b0-c8ab328504b9" providerId="ADAL" clId="{062BA417-29A1-43B6-8A26-14A0CCF37D8E}" dt="2024-01-09T10:58:41.811" v="37" actId="478"/>
          <ac:cxnSpMkLst>
            <pc:docMk/>
            <pc:sldMk cId="1516452477" sldId="2070"/>
            <ac:cxnSpMk id="65" creationId="{145D079D-8926-5C74-B87C-A634604B1F10}"/>
          </ac:cxnSpMkLst>
        </pc:cxnChg>
        <pc:cxnChg chg="del">
          <ac:chgData name="Amaro, Sandra" userId="6bedbfcc-5e0a-4e18-b9b0-c8ab328504b9" providerId="ADAL" clId="{062BA417-29A1-43B6-8A26-14A0CCF37D8E}" dt="2024-01-09T10:58:41.811" v="37" actId="478"/>
          <ac:cxnSpMkLst>
            <pc:docMk/>
            <pc:sldMk cId="1516452477" sldId="2070"/>
            <ac:cxnSpMk id="66" creationId="{8FCA29E3-D2EB-DCBF-8106-714376A9495E}"/>
          </ac:cxnSpMkLst>
        </pc:cxnChg>
        <pc:cxnChg chg="del">
          <ac:chgData name="Amaro, Sandra" userId="6bedbfcc-5e0a-4e18-b9b0-c8ab328504b9" providerId="ADAL" clId="{062BA417-29A1-43B6-8A26-14A0CCF37D8E}" dt="2024-01-09T10:58:41.811" v="37" actId="478"/>
          <ac:cxnSpMkLst>
            <pc:docMk/>
            <pc:sldMk cId="1516452477" sldId="2070"/>
            <ac:cxnSpMk id="84" creationId="{81CFFC80-97D0-45D2-0B3D-543B0622F78A}"/>
          </ac:cxnSpMkLst>
        </pc:cxnChg>
      </pc:sldChg>
      <pc:sldChg chg="add del">
        <pc:chgData name="Amaro, Sandra" userId="6bedbfcc-5e0a-4e18-b9b0-c8ab328504b9" providerId="ADAL" clId="{062BA417-29A1-43B6-8A26-14A0CCF37D8E}" dt="2024-01-09T10:58:37.956" v="35"/>
        <pc:sldMkLst>
          <pc:docMk/>
          <pc:sldMk cId="4057826696" sldId="2070"/>
        </pc:sldMkLst>
      </pc:sldChg>
      <pc:sldChg chg="add del">
        <pc:chgData name="Amaro, Sandra" userId="6bedbfcc-5e0a-4e18-b9b0-c8ab328504b9" providerId="ADAL" clId="{062BA417-29A1-43B6-8A26-14A0CCF37D8E}" dt="2024-01-09T12:04:16.128" v="199"/>
        <pc:sldMkLst>
          <pc:docMk/>
          <pc:sldMk cId="221407786" sldId="2071"/>
        </pc:sldMkLst>
      </pc:sldChg>
      <pc:sldChg chg="addSp delSp modSp add del mod">
        <pc:chgData name="Amaro, Sandra" userId="6bedbfcc-5e0a-4e18-b9b0-c8ab328504b9" providerId="ADAL" clId="{062BA417-29A1-43B6-8A26-14A0CCF37D8E}" dt="2024-01-10T17:28:14.450" v="5849" actId="47"/>
        <pc:sldMkLst>
          <pc:docMk/>
          <pc:sldMk cId="1284019510" sldId="2071"/>
        </pc:sldMkLst>
        <pc:spChg chg="del">
          <ac:chgData name="Amaro, Sandra" userId="6bedbfcc-5e0a-4e18-b9b0-c8ab328504b9" providerId="ADAL" clId="{062BA417-29A1-43B6-8A26-14A0CCF37D8E}" dt="2024-01-09T12:04:22.091" v="201" actId="478"/>
          <ac:spMkLst>
            <pc:docMk/>
            <pc:sldMk cId="1284019510" sldId="2071"/>
            <ac:spMk id="4" creationId="{97C57DB0-BD2A-CD2A-F00E-92B5D732F781}"/>
          </ac:spMkLst>
        </pc:spChg>
        <pc:spChg chg="add del mod">
          <ac:chgData name="Amaro, Sandra" userId="6bedbfcc-5e0a-4e18-b9b0-c8ab328504b9" providerId="ADAL" clId="{062BA417-29A1-43B6-8A26-14A0CCF37D8E}" dt="2024-01-09T12:04:39.002" v="208"/>
          <ac:spMkLst>
            <pc:docMk/>
            <pc:sldMk cId="1284019510" sldId="2071"/>
            <ac:spMk id="5" creationId="{B75148EF-A564-3921-0836-129972991D45}"/>
          </ac:spMkLst>
        </pc:spChg>
        <pc:spChg chg="add del mod">
          <ac:chgData name="Amaro, Sandra" userId="6bedbfcc-5e0a-4e18-b9b0-c8ab328504b9" providerId="ADAL" clId="{062BA417-29A1-43B6-8A26-14A0CCF37D8E}" dt="2024-01-09T12:04:39.002" v="208"/>
          <ac:spMkLst>
            <pc:docMk/>
            <pc:sldMk cId="1284019510" sldId="2071"/>
            <ac:spMk id="6" creationId="{C05CEF0F-CD05-FB1A-5434-3B22166415EE}"/>
          </ac:spMkLst>
        </pc:spChg>
        <pc:spChg chg="add del mod">
          <ac:chgData name="Amaro, Sandra" userId="6bedbfcc-5e0a-4e18-b9b0-c8ab328504b9" providerId="ADAL" clId="{062BA417-29A1-43B6-8A26-14A0CCF37D8E}" dt="2024-01-09T12:04:39.002" v="208"/>
          <ac:spMkLst>
            <pc:docMk/>
            <pc:sldMk cId="1284019510" sldId="2071"/>
            <ac:spMk id="7" creationId="{3387BE62-E419-A1F2-1A69-C509B032EC4F}"/>
          </ac:spMkLst>
        </pc:spChg>
        <pc:spChg chg="add del mod">
          <ac:chgData name="Amaro, Sandra" userId="6bedbfcc-5e0a-4e18-b9b0-c8ab328504b9" providerId="ADAL" clId="{062BA417-29A1-43B6-8A26-14A0CCF37D8E}" dt="2024-01-09T12:04:39.002" v="208"/>
          <ac:spMkLst>
            <pc:docMk/>
            <pc:sldMk cId="1284019510" sldId="2071"/>
            <ac:spMk id="8" creationId="{9E8A555B-288B-DFDB-13F5-DC958786584E}"/>
          </ac:spMkLst>
        </pc:spChg>
        <pc:spChg chg="add del mod">
          <ac:chgData name="Amaro, Sandra" userId="6bedbfcc-5e0a-4e18-b9b0-c8ab328504b9" providerId="ADAL" clId="{062BA417-29A1-43B6-8A26-14A0CCF37D8E}" dt="2024-01-09T12:04:39.002" v="208"/>
          <ac:spMkLst>
            <pc:docMk/>
            <pc:sldMk cId="1284019510" sldId="2071"/>
            <ac:spMk id="9" creationId="{7A8DA5CA-FE5B-7F9E-5FF3-EFB43965310E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1" creationId="{0ED03FEF-4437-88EB-32A4-B51999F9D397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2" creationId="{1B056D11-3D57-6B23-2E37-3BE0628EA28C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4" creationId="{8052AF98-DD22-CE68-EC43-2049A2CBAE9F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5" creationId="{8D9EC28D-35A6-BB25-2FA0-1B68A683A728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7" creationId="{90D4A706-9FE5-37AD-3754-98DEA2830AB5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8" creationId="{D8AF4F37-28E4-343B-3BDD-42596F6FFCC4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0" creationId="{0D014B75-379C-420F-57C1-3566C90E5311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1" creationId="{08EA2236-DFFD-8F38-5724-FD9C205C1F38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3" creationId="{FEA94F44-3F64-6E5F-EF2F-6E60E823BBAE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4" creationId="{830F13A5-05A7-00C6-E615-9A9E17665F7B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6" creationId="{5593216A-4A58-D74F-E946-A1CEB701EC68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27" creationId="{5ED261EC-3C48-9CA6-D1AF-663839E83A56}"/>
          </ac:spMkLst>
        </pc:spChg>
        <pc:spChg chg="mod">
          <ac:chgData name="Amaro, Sandra" userId="6bedbfcc-5e0a-4e18-b9b0-c8ab328504b9" providerId="ADAL" clId="{062BA417-29A1-43B6-8A26-14A0CCF37D8E}" dt="2024-01-09T12:04:25.577" v="202" actId="6549"/>
          <ac:spMkLst>
            <pc:docMk/>
            <pc:sldMk cId="1284019510" sldId="2071"/>
            <ac:spMk id="31" creationId="{E543EC57-AFF5-2FF6-6C6F-587188E61445}"/>
          </ac:spMkLst>
        </pc:spChg>
        <pc:spChg chg="mod">
          <ac:chgData name="Amaro, Sandra" userId="6bedbfcc-5e0a-4e18-b9b0-c8ab328504b9" providerId="ADAL" clId="{062BA417-29A1-43B6-8A26-14A0CCF37D8E}" dt="2024-01-09T12:04:34.934" v="203"/>
          <ac:spMkLst>
            <pc:docMk/>
            <pc:sldMk cId="1284019510" sldId="2071"/>
            <ac:spMk id="131" creationId="{9E7DD7DB-FD4D-453A-2D3B-60235FF8810D}"/>
          </ac:spMkLst>
        </pc:spChg>
        <pc:spChg chg="add mod">
          <ac:chgData name="Amaro, Sandra" userId="6bedbfcc-5e0a-4e18-b9b0-c8ab328504b9" providerId="ADAL" clId="{062BA417-29A1-43B6-8A26-14A0CCF37D8E}" dt="2024-01-09T12:04:45.067" v="231" actId="1036"/>
          <ac:spMkLst>
            <pc:docMk/>
            <pc:sldMk cId="1284019510" sldId="2071"/>
            <ac:spMk id="139" creationId="{4EA83493-6D5A-627C-86A3-6C6E0E02979F}"/>
          </ac:spMkLst>
        </pc:spChg>
        <pc:spChg chg="add mod">
          <ac:chgData name="Amaro, Sandra" userId="6bedbfcc-5e0a-4e18-b9b0-c8ab328504b9" providerId="ADAL" clId="{062BA417-29A1-43B6-8A26-14A0CCF37D8E}" dt="2024-01-09T12:04:45.067" v="231" actId="1036"/>
          <ac:spMkLst>
            <pc:docMk/>
            <pc:sldMk cId="1284019510" sldId="2071"/>
            <ac:spMk id="140" creationId="{51010EAA-D59A-25B0-3140-5BE5FF1261B5}"/>
          </ac:spMkLst>
        </pc:spChg>
        <pc:spChg chg="add mod">
          <ac:chgData name="Amaro, Sandra" userId="6bedbfcc-5e0a-4e18-b9b0-c8ab328504b9" providerId="ADAL" clId="{062BA417-29A1-43B6-8A26-14A0CCF37D8E}" dt="2024-01-09T12:04:45.067" v="231" actId="1036"/>
          <ac:spMkLst>
            <pc:docMk/>
            <pc:sldMk cId="1284019510" sldId="2071"/>
            <ac:spMk id="141" creationId="{AB37C7F1-624E-43A4-92E6-49E4BD877318}"/>
          </ac:spMkLst>
        </pc:spChg>
        <pc:spChg chg="add mod">
          <ac:chgData name="Amaro, Sandra" userId="6bedbfcc-5e0a-4e18-b9b0-c8ab328504b9" providerId="ADAL" clId="{062BA417-29A1-43B6-8A26-14A0CCF37D8E}" dt="2024-01-09T12:04:45.067" v="231" actId="1036"/>
          <ac:spMkLst>
            <pc:docMk/>
            <pc:sldMk cId="1284019510" sldId="2071"/>
            <ac:spMk id="142" creationId="{165465D1-E039-F5D3-08C5-339DE143C845}"/>
          </ac:spMkLst>
        </pc:spChg>
        <pc:spChg chg="add mod">
          <ac:chgData name="Amaro, Sandra" userId="6bedbfcc-5e0a-4e18-b9b0-c8ab328504b9" providerId="ADAL" clId="{062BA417-29A1-43B6-8A26-14A0CCF37D8E}" dt="2024-01-09T12:04:45.067" v="231" actId="1036"/>
          <ac:spMkLst>
            <pc:docMk/>
            <pc:sldMk cId="1284019510" sldId="2071"/>
            <ac:spMk id="143" creationId="{E314AB9C-2960-297D-E9CF-5F269ED4BB14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45" creationId="{DC0FFF53-4135-4FB0-A23A-D34F64BC139A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46" creationId="{9B797584-6708-807A-E0AC-F60499A95126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48" creationId="{C5C28C40-3D3C-3AA2-9396-31E2E3ECB4D5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49" creationId="{70D18D24-DA5B-672D-D066-C4C62D0C9BD0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1" creationId="{43A3EDEB-DC6C-C09D-326C-773A36A95C83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2" creationId="{54AD4E74-A587-E52B-5A61-620957FBFBF6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4" creationId="{3C8A833B-7163-6FBE-4F5D-B3D8B41DD93F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5" creationId="{7D0395DD-B00B-7874-B0F4-D142E6AC0680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7" creationId="{70CF6BC4-2FA2-060B-9297-830EBB553384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58" creationId="{A2325358-9AA0-8A9A-6647-A6F0DB670B27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60" creationId="{70D6D182-76F6-1A94-55DA-18F0DC29DF44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61" creationId="{B457CA0E-D9DC-A187-2BC6-CDEB7D4A5A5F}"/>
          </ac:spMkLst>
        </pc:spChg>
        <pc:spChg chg="mod">
          <ac:chgData name="Amaro, Sandra" userId="6bedbfcc-5e0a-4e18-b9b0-c8ab328504b9" providerId="ADAL" clId="{062BA417-29A1-43B6-8A26-14A0CCF37D8E}" dt="2024-01-09T12:04:39.102" v="209"/>
          <ac:spMkLst>
            <pc:docMk/>
            <pc:sldMk cId="1284019510" sldId="2071"/>
            <ac:spMk id="168" creationId="{5DC5C9D5-1C91-A619-8E9D-AB042D8E9754}"/>
          </ac:spMkLst>
        </pc:s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10" creationId="{4CB06767-B6B6-85B1-CB5A-82ED73F1B33D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13" creationId="{FB0D1DDB-0A91-0FC7-1F47-19AD2CCDFC1E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16" creationId="{0C5D3EA5-D3EC-E6F4-812C-EFCBB1D277EC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19" creationId="{03ACFA09-115C-5499-4CCD-95FC11795C99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22" creationId="{9C81D5DF-8FBA-F635-5D33-B265FED8276F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25" creationId="{ECCA0E31-64C5-42B9-0F3F-0750908A9600}"/>
          </ac:grpSpMkLst>
        </pc:grpChg>
        <pc:grpChg chg="add del mod">
          <ac:chgData name="Amaro, Sandra" userId="6bedbfcc-5e0a-4e18-b9b0-c8ab328504b9" providerId="ADAL" clId="{062BA417-29A1-43B6-8A26-14A0CCF37D8E}" dt="2024-01-09T12:04:39.002" v="208"/>
          <ac:grpSpMkLst>
            <pc:docMk/>
            <pc:sldMk cId="1284019510" sldId="2071"/>
            <ac:grpSpMk id="130" creationId="{FC8E5BEA-158B-6E80-861E-8E0E972581D4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44" creationId="{32870A13-03B6-0D87-B2D3-66F5EAF25409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47" creationId="{17B487F6-4BDC-BA30-908F-D318EB4D1C2F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50" creationId="{FD23DBF8-29DB-A631-3AFF-F2494BB0C209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53" creationId="{15F54FF7-E90C-1F2F-EFCC-5BA27833075D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56" creationId="{64CE96F1-B7D6-44C0-BDBE-E2DE86A44175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59" creationId="{3E2667CA-9C21-A0F7-B866-C23E313E8BCC}"/>
          </ac:grpSpMkLst>
        </pc:grpChg>
        <pc:grpChg chg="add mod">
          <ac:chgData name="Amaro, Sandra" userId="6bedbfcc-5e0a-4e18-b9b0-c8ab328504b9" providerId="ADAL" clId="{062BA417-29A1-43B6-8A26-14A0CCF37D8E}" dt="2024-01-09T12:04:45.067" v="231" actId="1036"/>
          <ac:grpSpMkLst>
            <pc:docMk/>
            <pc:sldMk cId="1284019510" sldId="2071"/>
            <ac:grpSpMk id="167" creationId="{DB32D108-3D9B-A2FB-EF0B-4136E9ACEFC2}"/>
          </ac:grpSpMkLst>
        </pc:grpChg>
        <pc:picChg chg="add del mod">
          <ac:chgData name="Amaro, Sandra" userId="6bedbfcc-5e0a-4e18-b9b0-c8ab328504b9" providerId="ADAL" clId="{062BA417-29A1-43B6-8A26-14A0CCF37D8E}" dt="2024-01-09T12:04:39.002" v="208"/>
          <ac:picMkLst>
            <pc:docMk/>
            <pc:sldMk cId="1284019510" sldId="2071"/>
            <ac:picMk id="29" creationId="{C3B7E870-BC1B-16CD-67F7-F62FBF3F2BF5}"/>
          </ac:picMkLst>
        </pc:picChg>
        <pc:picChg chg="add del mod">
          <ac:chgData name="Amaro, Sandra" userId="6bedbfcc-5e0a-4e18-b9b0-c8ab328504b9" providerId="ADAL" clId="{062BA417-29A1-43B6-8A26-14A0CCF37D8E}" dt="2024-01-09T12:04:39.002" v="208"/>
          <ac:picMkLst>
            <pc:docMk/>
            <pc:sldMk cId="1284019510" sldId="2071"/>
            <ac:picMk id="30" creationId="{FB23D02E-F797-C755-73E7-AB87FD630586}"/>
          </ac:picMkLst>
        </pc:picChg>
        <pc:picChg chg="add del mod">
          <ac:chgData name="Amaro, Sandra" userId="6bedbfcc-5e0a-4e18-b9b0-c8ab328504b9" providerId="ADAL" clId="{062BA417-29A1-43B6-8A26-14A0CCF37D8E}" dt="2024-01-09T12:04:39.002" v="208"/>
          <ac:picMkLst>
            <pc:docMk/>
            <pc:sldMk cId="1284019510" sldId="2071"/>
            <ac:picMk id="128" creationId="{AAD9885B-3A20-1D69-CCEA-90971DD8B468}"/>
          </ac:picMkLst>
        </pc:picChg>
        <pc:picChg chg="add del mod">
          <ac:chgData name="Amaro, Sandra" userId="6bedbfcc-5e0a-4e18-b9b0-c8ab328504b9" providerId="ADAL" clId="{062BA417-29A1-43B6-8A26-14A0CCF37D8E}" dt="2024-01-09T12:04:39.002" v="208"/>
          <ac:picMkLst>
            <pc:docMk/>
            <pc:sldMk cId="1284019510" sldId="2071"/>
            <ac:picMk id="129" creationId="{2C8CDB4F-EACE-29DC-1650-775F48E3F736}"/>
          </ac:picMkLst>
        </pc:picChg>
        <pc:picChg chg="mod">
          <ac:chgData name="Amaro, Sandra" userId="6bedbfcc-5e0a-4e18-b9b0-c8ab328504b9" providerId="ADAL" clId="{062BA417-29A1-43B6-8A26-14A0CCF37D8E}" dt="2024-01-09T12:04:34.934" v="203"/>
          <ac:picMkLst>
            <pc:docMk/>
            <pc:sldMk cId="1284019510" sldId="2071"/>
            <ac:picMk id="132" creationId="{67F8CF27-A57D-7FB3-1A57-4E52C4936E3A}"/>
          </ac:picMkLst>
        </pc:picChg>
        <pc:picChg chg="add del mod">
          <ac:chgData name="Amaro, Sandra" userId="6bedbfcc-5e0a-4e18-b9b0-c8ab328504b9" providerId="ADAL" clId="{062BA417-29A1-43B6-8A26-14A0CCF37D8E}" dt="2024-01-09T12:04:39.002" v="208"/>
          <ac:picMkLst>
            <pc:docMk/>
            <pc:sldMk cId="1284019510" sldId="2071"/>
            <ac:picMk id="133" creationId="{58705C8C-531C-6CD3-E145-BDF98D3F3152}"/>
          </ac:picMkLst>
        </pc:picChg>
        <pc:picChg chg="add mod">
          <ac:chgData name="Amaro, Sandra" userId="6bedbfcc-5e0a-4e18-b9b0-c8ab328504b9" providerId="ADAL" clId="{062BA417-29A1-43B6-8A26-14A0CCF37D8E}" dt="2024-01-09T12:04:45.067" v="231" actId="1036"/>
          <ac:picMkLst>
            <pc:docMk/>
            <pc:sldMk cId="1284019510" sldId="2071"/>
            <ac:picMk id="163" creationId="{71948B47-AC97-98B6-8355-45A03F959410}"/>
          </ac:picMkLst>
        </pc:picChg>
        <pc:picChg chg="add mod">
          <ac:chgData name="Amaro, Sandra" userId="6bedbfcc-5e0a-4e18-b9b0-c8ab328504b9" providerId="ADAL" clId="{062BA417-29A1-43B6-8A26-14A0CCF37D8E}" dt="2024-01-09T12:04:45.067" v="231" actId="1036"/>
          <ac:picMkLst>
            <pc:docMk/>
            <pc:sldMk cId="1284019510" sldId="2071"/>
            <ac:picMk id="164" creationId="{7B2367C0-B37F-F130-3B65-D94CC80EF8B5}"/>
          </ac:picMkLst>
        </pc:picChg>
        <pc:picChg chg="add mod">
          <ac:chgData name="Amaro, Sandra" userId="6bedbfcc-5e0a-4e18-b9b0-c8ab328504b9" providerId="ADAL" clId="{062BA417-29A1-43B6-8A26-14A0CCF37D8E}" dt="2024-01-09T12:04:45.067" v="231" actId="1036"/>
          <ac:picMkLst>
            <pc:docMk/>
            <pc:sldMk cId="1284019510" sldId="2071"/>
            <ac:picMk id="165" creationId="{D6022FAB-5540-81CD-63AE-4679A4C79E09}"/>
          </ac:picMkLst>
        </pc:picChg>
        <pc:picChg chg="add mod">
          <ac:chgData name="Amaro, Sandra" userId="6bedbfcc-5e0a-4e18-b9b0-c8ab328504b9" providerId="ADAL" clId="{062BA417-29A1-43B6-8A26-14A0CCF37D8E}" dt="2024-01-09T12:04:45.067" v="231" actId="1036"/>
          <ac:picMkLst>
            <pc:docMk/>
            <pc:sldMk cId="1284019510" sldId="2071"/>
            <ac:picMk id="166" creationId="{0B80EAE3-5BFF-58BB-F6A7-0AC41895BAC8}"/>
          </ac:picMkLst>
        </pc:picChg>
        <pc:picChg chg="mod">
          <ac:chgData name="Amaro, Sandra" userId="6bedbfcc-5e0a-4e18-b9b0-c8ab328504b9" providerId="ADAL" clId="{062BA417-29A1-43B6-8A26-14A0CCF37D8E}" dt="2024-01-09T12:04:39.102" v="209"/>
          <ac:picMkLst>
            <pc:docMk/>
            <pc:sldMk cId="1284019510" sldId="2071"/>
            <ac:picMk id="169" creationId="{DA0E861D-F3D8-6501-00BB-FDB20BE5B624}"/>
          </ac:picMkLst>
        </pc:picChg>
        <pc:picChg chg="add mod">
          <ac:chgData name="Amaro, Sandra" userId="6bedbfcc-5e0a-4e18-b9b0-c8ab328504b9" providerId="ADAL" clId="{062BA417-29A1-43B6-8A26-14A0CCF37D8E}" dt="2024-01-09T12:04:45.067" v="231" actId="1036"/>
          <ac:picMkLst>
            <pc:docMk/>
            <pc:sldMk cId="1284019510" sldId="2071"/>
            <ac:picMk id="170" creationId="{99D6ABD4-235B-DC86-5676-20DC91B47150}"/>
          </ac:picMkLst>
        </pc:picChg>
        <pc:cxnChg chg="add del mod">
          <ac:chgData name="Amaro, Sandra" userId="6bedbfcc-5e0a-4e18-b9b0-c8ab328504b9" providerId="ADAL" clId="{062BA417-29A1-43B6-8A26-14A0CCF37D8E}" dt="2024-01-09T12:04:39.002" v="208"/>
          <ac:cxnSpMkLst>
            <pc:docMk/>
            <pc:sldMk cId="1284019510" sldId="2071"/>
            <ac:cxnSpMk id="28" creationId="{C7E62F8F-E2E4-4FE1-2B6A-A84332E4E651}"/>
          </ac:cxnSpMkLst>
        </pc:cxnChg>
        <pc:cxnChg chg="add del mod">
          <ac:chgData name="Amaro, Sandra" userId="6bedbfcc-5e0a-4e18-b9b0-c8ab328504b9" providerId="ADAL" clId="{062BA417-29A1-43B6-8A26-14A0CCF37D8E}" dt="2024-01-09T12:04:39.002" v="208"/>
          <ac:cxnSpMkLst>
            <pc:docMk/>
            <pc:sldMk cId="1284019510" sldId="2071"/>
            <ac:cxnSpMk id="134" creationId="{37973493-1360-0EC2-FAF9-BDED91B00D0A}"/>
          </ac:cxnSpMkLst>
        </pc:cxnChg>
        <pc:cxnChg chg="add del mod">
          <ac:chgData name="Amaro, Sandra" userId="6bedbfcc-5e0a-4e18-b9b0-c8ab328504b9" providerId="ADAL" clId="{062BA417-29A1-43B6-8A26-14A0CCF37D8E}" dt="2024-01-09T12:04:39.002" v="208"/>
          <ac:cxnSpMkLst>
            <pc:docMk/>
            <pc:sldMk cId="1284019510" sldId="2071"/>
            <ac:cxnSpMk id="135" creationId="{181D51E4-1FC6-0FA9-AEC1-62C2C777B749}"/>
          </ac:cxnSpMkLst>
        </pc:cxnChg>
        <pc:cxnChg chg="add del mod">
          <ac:chgData name="Amaro, Sandra" userId="6bedbfcc-5e0a-4e18-b9b0-c8ab328504b9" providerId="ADAL" clId="{062BA417-29A1-43B6-8A26-14A0CCF37D8E}" dt="2024-01-09T12:04:39.002" v="208"/>
          <ac:cxnSpMkLst>
            <pc:docMk/>
            <pc:sldMk cId="1284019510" sldId="2071"/>
            <ac:cxnSpMk id="136" creationId="{30F013DB-814C-1585-BC0F-00EA74A59E98}"/>
          </ac:cxnSpMkLst>
        </pc:cxnChg>
        <pc:cxnChg chg="add del mod">
          <ac:chgData name="Amaro, Sandra" userId="6bedbfcc-5e0a-4e18-b9b0-c8ab328504b9" providerId="ADAL" clId="{062BA417-29A1-43B6-8A26-14A0CCF37D8E}" dt="2024-01-09T12:04:39.002" v="208"/>
          <ac:cxnSpMkLst>
            <pc:docMk/>
            <pc:sldMk cId="1284019510" sldId="2071"/>
            <ac:cxnSpMk id="138" creationId="{BCD7E75E-0179-1DFF-08D0-20B6C8910EEA}"/>
          </ac:cxnSpMkLst>
        </pc:cxnChg>
        <pc:cxnChg chg="add mod">
          <ac:chgData name="Amaro, Sandra" userId="6bedbfcc-5e0a-4e18-b9b0-c8ab328504b9" providerId="ADAL" clId="{062BA417-29A1-43B6-8A26-14A0CCF37D8E}" dt="2024-01-09T12:04:45.067" v="231" actId="1036"/>
          <ac:cxnSpMkLst>
            <pc:docMk/>
            <pc:sldMk cId="1284019510" sldId="2071"/>
            <ac:cxnSpMk id="162" creationId="{D1C2BFE8-4DDA-06ED-4115-3718F0C315F3}"/>
          </ac:cxnSpMkLst>
        </pc:cxnChg>
        <pc:cxnChg chg="add mod">
          <ac:chgData name="Amaro, Sandra" userId="6bedbfcc-5e0a-4e18-b9b0-c8ab328504b9" providerId="ADAL" clId="{062BA417-29A1-43B6-8A26-14A0CCF37D8E}" dt="2024-01-09T12:04:45.067" v="231" actId="1036"/>
          <ac:cxnSpMkLst>
            <pc:docMk/>
            <pc:sldMk cId="1284019510" sldId="2071"/>
            <ac:cxnSpMk id="171" creationId="{7E1B1599-0ECB-232C-E83D-2D941CEE5BDB}"/>
          </ac:cxnSpMkLst>
        </pc:cxnChg>
        <pc:cxnChg chg="add mod">
          <ac:chgData name="Amaro, Sandra" userId="6bedbfcc-5e0a-4e18-b9b0-c8ab328504b9" providerId="ADAL" clId="{062BA417-29A1-43B6-8A26-14A0CCF37D8E}" dt="2024-01-09T12:04:45.067" v="231" actId="1036"/>
          <ac:cxnSpMkLst>
            <pc:docMk/>
            <pc:sldMk cId="1284019510" sldId="2071"/>
            <ac:cxnSpMk id="172" creationId="{D90A9A18-C35D-AB01-9E38-5EB0219D96D9}"/>
          </ac:cxnSpMkLst>
        </pc:cxnChg>
        <pc:cxnChg chg="add mod">
          <ac:chgData name="Amaro, Sandra" userId="6bedbfcc-5e0a-4e18-b9b0-c8ab328504b9" providerId="ADAL" clId="{062BA417-29A1-43B6-8A26-14A0CCF37D8E}" dt="2024-01-09T12:04:45.067" v="231" actId="1036"/>
          <ac:cxnSpMkLst>
            <pc:docMk/>
            <pc:sldMk cId="1284019510" sldId="2071"/>
            <ac:cxnSpMk id="173" creationId="{866D9739-CF72-B80C-A2F7-92D884A2B175}"/>
          </ac:cxnSpMkLst>
        </pc:cxnChg>
        <pc:cxnChg chg="add mod">
          <ac:chgData name="Amaro, Sandra" userId="6bedbfcc-5e0a-4e18-b9b0-c8ab328504b9" providerId="ADAL" clId="{062BA417-29A1-43B6-8A26-14A0CCF37D8E}" dt="2024-01-09T12:04:45.067" v="231" actId="1036"/>
          <ac:cxnSpMkLst>
            <pc:docMk/>
            <pc:sldMk cId="1284019510" sldId="2071"/>
            <ac:cxnSpMk id="174" creationId="{BB94D57C-507A-B73E-827B-8BDB64297DF5}"/>
          </ac:cxnSpMkLst>
        </pc:cxnChg>
      </pc:sldChg>
      <pc:sldChg chg="add del">
        <pc:chgData name="Amaro, Sandra" userId="6bedbfcc-5e0a-4e18-b9b0-c8ab328504b9" providerId="ADAL" clId="{062BA417-29A1-43B6-8A26-14A0CCF37D8E}" dt="2024-01-09T12:08:19.257" v="233"/>
        <pc:sldMkLst>
          <pc:docMk/>
          <pc:sldMk cId="3974913877" sldId="2072"/>
        </pc:sldMkLst>
      </pc:sldChg>
      <pc:sldChg chg="addSp delSp modSp add del mod">
        <pc:chgData name="Amaro, Sandra" userId="6bedbfcc-5e0a-4e18-b9b0-c8ab328504b9" providerId="ADAL" clId="{062BA417-29A1-43B6-8A26-14A0CCF37D8E}" dt="2024-01-09T12:45:42.144" v="886" actId="47"/>
        <pc:sldMkLst>
          <pc:docMk/>
          <pc:sldMk cId="3993663607" sldId="2072"/>
        </pc:sldMkLst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5" creationId="{CB20EE96-F866-F507-3046-E6FE408CE88E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8" creationId="{50D7C042-7598-9854-9867-561C2F01644C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9" creationId="{57DFCDD7-343A-11AB-9CF9-C52994A15107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0" creationId="{670EC1E4-C5AC-0DCE-F22B-E2EDC6C8D238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2" creationId="{F97210EE-2FEC-17D4-DE82-342B76238F2A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5" creationId="{820676D4-3F40-53A0-678E-0086920DEC5D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6" creationId="{3C51A667-1D01-4EB9-52ED-52D78FD374B0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7" creationId="{96FCAF79-4D57-207A-D4CF-17CB23D44659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9" creationId="{9BBE96D8-EE44-69C1-9961-17BBF6808AFB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22" creationId="{0F024C4A-EC61-6E2B-447E-FCED91BDE448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23" creationId="{23766E14-81A7-4966-7889-86A1B4C502D5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24" creationId="{D3858A42-E332-B4DE-29C4-9CF8F252434B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26" creationId="{49431A40-41EC-5E45-3CC9-FE6F52DC8024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28" creationId="{1AD26B00-CCCA-83FD-3348-1E6F5C24AE13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29" creationId="{4A8C4F22-AE7D-22F4-8ACD-4194D279CFB0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30" creationId="{10C21140-E1A8-EB45-D1CA-00026B86FA4A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28" creationId="{D74AB02F-93C9-553C-B794-6C380986B3C8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29" creationId="{EBC34277-5BC8-151A-2668-BEC5E980532D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0" creationId="{83D23571-2C1B-2564-4534-5B33DC548029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1" creationId="{261AF5A9-2715-A3F9-4663-901FB8AC5B5F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2" creationId="{8192E5B8-1EAF-4316-E67C-E8108E6FE96B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3" creationId="{EBC0889F-047B-2D83-E2CB-1FDD31E8F17F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4" creationId="{66E2308C-49C8-48D0-2AB0-FF33BEA98091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5" creationId="{4AA5F048-DF3E-AFEC-6948-2864A4EC136C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6" creationId="{726AA4F8-574E-25FB-FBA3-4896FEA76DED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38" creationId="{03E412F1-9CA5-DA15-1A03-1F5C93B399A2}"/>
          </ac:spMkLst>
        </pc:spChg>
        <pc:spChg chg="del">
          <ac:chgData name="Amaro, Sandra" userId="6bedbfcc-5e0a-4e18-b9b0-c8ab328504b9" providerId="ADAL" clId="{062BA417-29A1-43B6-8A26-14A0CCF37D8E}" dt="2024-01-09T12:08:23.119" v="235" actId="478"/>
          <ac:spMkLst>
            <pc:docMk/>
            <pc:sldMk cId="3993663607" sldId="2072"/>
            <ac:spMk id="139" creationId="{4EA83493-6D5A-627C-86A3-6C6E0E02979F}"/>
          </ac:spMkLst>
        </pc:spChg>
        <pc:spChg chg="del">
          <ac:chgData name="Amaro, Sandra" userId="6bedbfcc-5e0a-4e18-b9b0-c8ab328504b9" providerId="ADAL" clId="{062BA417-29A1-43B6-8A26-14A0CCF37D8E}" dt="2024-01-09T12:08:23.119" v="235" actId="478"/>
          <ac:spMkLst>
            <pc:docMk/>
            <pc:sldMk cId="3993663607" sldId="2072"/>
            <ac:spMk id="140" creationId="{51010EAA-D59A-25B0-3140-5BE5FF1261B5}"/>
          </ac:spMkLst>
        </pc:spChg>
        <pc:spChg chg="del">
          <ac:chgData name="Amaro, Sandra" userId="6bedbfcc-5e0a-4e18-b9b0-c8ab328504b9" providerId="ADAL" clId="{062BA417-29A1-43B6-8A26-14A0CCF37D8E}" dt="2024-01-09T12:08:23.119" v="235" actId="478"/>
          <ac:spMkLst>
            <pc:docMk/>
            <pc:sldMk cId="3993663607" sldId="2072"/>
            <ac:spMk id="141" creationId="{AB37C7F1-624E-43A4-92E6-49E4BD877318}"/>
          </ac:spMkLst>
        </pc:spChg>
        <pc:spChg chg="del">
          <ac:chgData name="Amaro, Sandra" userId="6bedbfcc-5e0a-4e18-b9b0-c8ab328504b9" providerId="ADAL" clId="{062BA417-29A1-43B6-8A26-14A0CCF37D8E}" dt="2024-01-09T12:08:23.119" v="235" actId="478"/>
          <ac:spMkLst>
            <pc:docMk/>
            <pc:sldMk cId="3993663607" sldId="2072"/>
            <ac:spMk id="142" creationId="{165465D1-E039-F5D3-08C5-339DE143C845}"/>
          </ac:spMkLst>
        </pc:spChg>
        <pc:spChg chg="del">
          <ac:chgData name="Amaro, Sandra" userId="6bedbfcc-5e0a-4e18-b9b0-c8ab328504b9" providerId="ADAL" clId="{062BA417-29A1-43B6-8A26-14A0CCF37D8E}" dt="2024-01-09T12:08:23.119" v="235" actId="478"/>
          <ac:spMkLst>
            <pc:docMk/>
            <pc:sldMk cId="3993663607" sldId="2072"/>
            <ac:spMk id="143" creationId="{E314AB9C-2960-297D-E9CF-5F269ED4BB14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75" creationId="{29C67FE2-E192-7EF0-F75E-ABF8B4BCD406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76" creationId="{D53DF441-8206-F964-A81A-2C0B8E78F708}"/>
          </ac:spMkLst>
        </pc:spChg>
        <pc:spChg chg="add del mod">
          <ac:chgData name="Amaro, Sandra" userId="6bedbfcc-5e0a-4e18-b9b0-c8ab328504b9" providerId="ADAL" clId="{062BA417-29A1-43B6-8A26-14A0CCF37D8E}" dt="2024-01-09T12:08:34.726" v="237"/>
          <ac:spMkLst>
            <pc:docMk/>
            <pc:sldMk cId="3993663607" sldId="2072"/>
            <ac:spMk id="177" creationId="{3F898F00-941B-642C-9049-D96CAA8370BF}"/>
          </ac:spMkLst>
        </pc:spChg>
        <pc:spChg chg="mod">
          <ac:chgData name="Amaro, Sandra" userId="6bedbfcc-5e0a-4e18-b9b0-c8ab328504b9" providerId="ADAL" clId="{062BA417-29A1-43B6-8A26-14A0CCF37D8E}" dt="2024-01-09T12:08:31.731" v="236"/>
          <ac:spMkLst>
            <pc:docMk/>
            <pc:sldMk cId="3993663607" sldId="2072"/>
            <ac:spMk id="179" creationId="{3F929655-9050-8145-2E27-67522636288F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82" creationId="{C7D55B9E-CABC-3CA7-F7EE-ADB0F933F181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85" creationId="{A7869CA1-408A-71BB-AFF2-321016B5B817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86" creationId="{82FC56AE-0832-1767-C1A8-B3AD1D053C19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87" creationId="{81C850A8-0B2C-F095-9445-F55951704A5C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89" creationId="{A76AC5B9-62F3-08F4-641E-4612D86B2CA9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92" creationId="{A552BCBF-416C-25C8-21C4-768E0BFE1ABB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93" creationId="{6EB922AC-FEDC-2E98-5233-CF9F9592A980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94" creationId="{9917FAE9-E949-1CDF-0F62-D4506A651BAD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96" creationId="{DAF52482-372C-36B7-84C1-DF52EA4BE30A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199" creationId="{EC381F4A-339C-8D58-C876-B84803D29968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0" creationId="{F9E7590E-E107-C6D8-37DC-1B1CF5168794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1" creationId="{BB59FE70-8DB3-F00D-C6A4-A34A711E7366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3" creationId="{E7D15970-F5EA-21D9-7DE0-A2DAC7CC052E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5" creationId="{B7261C42-7DC2-E249-F953-DBCBC91ECA22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6" creationId="{A52F8998-F1D0-86B9-6E72-E5F342FEA690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7" creationId="{AB2A347B-E601-2BD1-0C21-162E8638CFF8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8" creationId="{161E4CF0-4A89-29BD-C0AB-FBF50B50EB4F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09" creationId="{E97757AA-6512-CABE-4A27-0A563AF8A20F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0" creationId="{F21BE13A-7B85-0E5E-ACE5-E2712E5C9DB3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1" creationId="{C0990BF9-8B1F-FBF6-78D3-9135D5DF3F18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2" creationId="{C2687BC2-289B-9E69-160B-F82053D30093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3" creationId="{2BACF8C0-1479-33F7-E7A8-EFDA0C57C780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4" creationId="{C7F0C0B6-E9B5-9C91-2327-564E320010E4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5" creationId="{3274E75D-27C1-3559-03C3-9E126788B6C1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6" creationId="{C375EDEA-4172-5B8A-3FCB-1E49C4FE222A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7" creationId="{8EC9DD64-A241-C2EF-2D78-C32FC447C73B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8" creationId="{9829AF2A-4962-B670-89DA-56B8BA88651A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19" creationId="{73FDAFA4-9360-844A-DB82-0172D6BC6D6B}"/>
          </ac:spMkLst>
        </pc:spChg>
        <pc:spChg chg="add 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20" creationId="{BA46D507-CA08-1D53-F609-7A6B5D9DD0AF}"/>
          </ac:spMkLst>
        </pc:spChg>
        <pc:spChg chg="mod">
          <ac:chgData name="Amaro, Sandra" userId="6bedbfcc-5e0a-4e18-b9b0-c8ab328504b9" providerId="ADAL" clId="{062BA417-29A1-43B6-8A26-14A0CCF37D8E}" dt="2024-01-09T12:08:34.773" v="238"/>
          <ac:spMkLst>
            <pc:docMk/>
            <pc:sldMk cId="3993663607" sldId="2072"/>
            <ac:spMk id="222" creationId="{06B2A59A-24BE-47A4-8813-1638586EF4B2}"/>
          </ac:spMkLst>
        </pc:s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4" creationId="{A267782C-4151-91ED-A054-064ACF5F8222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7" creationId="{17547339-6EFC-0749-7431-7C6222719FDC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11" creationId="{CB9D0822-69B3-16DD-EA26-D23DF472E239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14" creationId="{884F2900-892E-C842-7288-03FF4406D5BF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18" creationId="{CBAEB4B0-655E-337D-51AC-6D40367733CD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21" creationId="{E3485267-C8F9-A4BA-CA7A-4DA354090618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25" creationId="{FE1AC9D7-0CDE-CB53-3850-D405A2F8741F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44" creationId="{32870A13-03B6-0D87-B2D3-66F5EAF25409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47" creationId="{17B487F6-4BDC-BA30-908F-D318EB4D1C2F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50" creationId="{FD23DBF8-29DB-A631-3AFF-F2494BB0C209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53" creationId="{15F54FF7-E90C-1F2F-EFCC-5BA27833075D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56" creationId="{64CE96F1-B7D6-44C0-BDBE-E2DE86A44175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59" creationId="{3E2667CA-9C21-A0F7-B866-C23E313E8BCC}"/>
          </ac:grpSpMkLst>
        </pc:grpChg>
        <pc:grpChg chg="del">
          <ac:chgData name="Amaro, Sandra" userId="6bedbfcc-5e0a-4e18-b9b0-c8ab328504b9" providerId="ADAL" clId="{062BA417-29A1-43B6-8A26-14A0CCF37D8E}" dt="2024-01-09T12:08:23.119" v="235" actId="478"/>
          <ac:grpSpMkLst>
            <pc:docMk/>
            <pc:sldMk cId="3993663607" sldId="2072"/>
            <ac:grpSpMk id="167" creationId="{DB32D108-3D9B-A2FB-EF0B-4136E9ACEFC2}"/>
          </ac:grpSpMkLst>
        </pc:grpChg>
        <pc:grpChg chg="add del mod">
          <ac:chgData name="Amaro, Sandra" userId="6bedbfcc-5e0a-4e18-b9b0-c8ab328504b9" providerId="ADAL" clId="{062BA417-29A1-43B6-8A26-14A0CCF37D8E}" dt="2024-01-09T12:08:34.726" v="237"/>
          <ac:grpSpMkLst>
            <pc:docMk/>
            <pc:sldMk cId="3993663607" sldId="2072"/>
            <ac:grpSpMk id="178" creationId="{12C289AF-6D35-CF1A-99C8-DEC8116F0277}"/>
          </ac:grpSpMkLst>
        </pc:grpChg>
        <pc:grpChg chg="add mod">
          <ac:chgData name="Amaro, Sandra" userId="6bedbfcc-5e0a-4e18-b9b0-c8ab328504b9" providerId="ADAL" clId="{062BA417-29A1-43B6-8A26-14A0CCF37D8E}" dt="2024-01-09T12:10:45.452" v="262" actId="14100"/>
          <ac:grpSpMkLst>
            <pc:docMk/>
            <pc:sldMk cId="3993663607" sldId="2072"/>
            <ac:grpSpMk id="181" creationId="{38631732-1F94-18D4-4AEF-F042267480DC}"/>
          </ac:grpSpMkLst>
        </pc:grpChg>
        <pc:grpChg chg="add mod">
          <ac:chgData name="Amaro, Sandra" userId="6bedbfcc-5e0a-4e18-b9b0-c8ab328504b9" providerId="ADAL" clId="{062BA417-29A1-43B6-8A26-14A0CCF37D8E}" dt="2024-01-09T12:08:34.773" v="238"/>
          <ac:grpSpMkLst>
            <pc:docMk/>
            <pc:sldMk cId="3993663607" sldId="2072"/>
            <ac:grpSpMk id="184" creationId="{77DEAC9C-369C-CF26-BB63-00E79C2C80AC}"/>
          </ac:grpSpMkLst>
        </pc:grpChg>
        <pc:grpChg chg="add mod">
          <ac:chgData name="Amaro, Sandra" userId="6bedbfcc-5e0a-4e18-b9b0-c8ab328504b9" providerId="ADAL" clId="{062BA417-29A1-43B6-8A26-14A0CCF37D8E}" dt="2024-01-09T12:10:39.615" v="260" actId="14100"/>
          <ac:grpSpMkLst>
            <pc:docMk/>
            <pc:sldMk cId="3993663607" sldId="2072"/>
            <ac:grpSpMk id="188" creationId="{D35D33E5-3345-D97A-AB8C-26C547702DB2}"/>
          </ac:grpSpMkLst>
        </pc:grpChg>
        <pc:grpChg chg="add mod">
          <ac:chgData name="Amaro, Sandra" userId="6bedbfcc-5e0a-4e18-b9b0-c8ab328504b9" providerId="ADAL" clId="{062BA417-29A1-43B6-8A26-14A0CCF37D8E}" dt="2024-01-09T12:08:34.773" v="238"/>
          <ac:grpSpMkLst>
            <pc:docMk/>
            <pc:sldMk cId="3993663607" sldId="2072"/>
            <ac:grpSpMk id="191" creationId="{EB0F7EE9-DC55-6188-C41D-1681E39E963F}"/>
          </ac:grpSpMkLst>
        </pc:grpChg>
        <pc:grpChg chg="add mod">
          <ac:chgData name="Amaro, Sandra" userId="6bedbfcc-5e0a-4e18-b9b0-c8ab328504b9" providerId="ADAL" clId="{062BA417-29A1-43B6-8A26-14A0CCF37D8E}" dt="2024-01-09T12:10:30.667" v="258" actId="14100"/>
          <ac:grpSpMkLst>
            <pc:docMk/>
            <pc:sldMk cId="3993663607" sldId="2072"/>
            <ac:grpSpMk id="195" creationId="{E6C144F5-D2A2-5E1C-755C-CDC675E3F3A3}"/>
          </ac:grpSpMkLst>
        </pc:grpChg>
        <pc:grpChg chg="add mod">
          <ac:chgData name="Amaro, Sandra" userId="6bedbfcc-5e0a-4e18-b9b0-c8ab328504b9" providerId="ADAL" clId="{062BA417-29A1-43B6-8A26-14A0CCF37D8E}" dt="2024-01-09T12:08:34.773" v="238"/>
          <ac:grpSpMkLst>
            <pc:docMk/>
            <pc:sldMk cId="3993663607" sldId="2072"/>
            <ac:grpSpMk id="198" creationId="{A6022C26-2124-0686-E16B-6DBB76692C4E}"/>
          </ac:grpSpMkLst>
        </pc:grpChg>
        <pc:grpChg chg="add mod">
          <ac:chgData name="Amaro, Sandra" userId="6bedbfcc-5e0a-4e18-b9b0-c8ab328504b9" providerId="ADAL" clId="{062BA417-29A1-43B6-8A26-14A0CCF37D8E}" dt="2024-01-09T12:10:24.854" v="256" actId="14100"/>
          <ac:grpSpMkLst>
            <pc:docMk/>
            <pc:sldMk cId="3993663607" sldId="2072"/>
            <ac:grpSpMk id="202" creationId="{505E606B-5C3C-1C5C-1D52-E4DF40455EA8}"/>
          </ac:grpSpMkLst>
        </pc:grpChg>
        <pc:grpChg chg="add mod">
          <ac:chgData name="Amaro, Sandra" userId="6bedbfcc-5e0a-4e18-b9b0-c8ab328504b9" providerId="ADAL" clId="{062BA417-29A1-43B6-8A26-14A0CCF37D8E}" dt="2024-01-09T12:10:14.946" v="254" actId="1036"/>
          <ac:grpSpMkLst>
            <pc:docMk/>
            <pc:sldMk cId="3993663607" sldId="2072"/>
            <ac:grpSpMk id="221" creationId="{B8670E58-8D3C-7AF3-D42C-4517EF8D265A}"/>
          </ac:grpSpMkLst>
        </pc:grpChg>
        <pc:picChg chg="mod">
          <ac:chgData name="Amaro, Sandra" userId="6bedbfcc-5e0a-4e18-b9b0-c8ab328504b9" providerId="ADAL" clId="{062BA417-29A1-43B6-8A26-14A0CCF37D8E}" dt="2024-01-09T12:08:31.731" v="236"/>
          <ac:picMkLst>
            <pc:docMk/>
            <pc:sldMk cId="3993663607" sldId="2072"/>
            <ac:picMk id="6" creationId="{39F02F79-7149-53B1-FF16-965F4B5E89A4}"/>
          </ac:picMkLst>
        </pc:picChg>
        <pc:picChg chg="mod">
          <ac:chgData name="Amaro, Sandra" userId="6bedbfcc-5e0a-4e18-b9b0-c8ab328504b9" providerId="ADAL" clId="{062BA417-29A1-43B6-8A26-14A0CCF37D8E}" dt="2024-01-09T12:08:31.731" v="236"/>
          <ac:picMkLst>
            <pc:docMk/>
            <pc:sldMk cId="3993663607" sldId="2072"/>
            <ac:picMk id="13" creationId="{A88EF8F5-9C5B-082F-615F-833F7378C394}"/>
          </ac:picMkLst>
        </pc:picChg>
        <pc:picChg chg="mod">
          <ac:chgData name="Amaro, Sandra" userId="6bedbfcc-5e0a-4e18-b9b0-c8ab328504b9" providerId="ADAL" clId="{062BA417-29A1-43B6-8A26-14A0CCF37D8E}" dt="2024-01-09T12:08:31.731" v="236"/>
          <ac:picMkLst>
            <pc:docMk/>
            <pc:sldMk cId="3993663607" sldId="2072"/>
            <ac:picMk id="20" creationId="{D282824F-75BA-E1A3-DE9A-2BACCD045038}"/>
          </ac:picMkLst>
        </pc:picChg>
        <pc:picChg chg="mod">
          <ac:chgData name="Amaro, Sandra" userId="6bedbfcc-5e0a-4e18-b9b0-c8ab328504b9" providerId="ADAL" clId="{062BA417-29A1-43B6-8A26-14A0CCF37D8E}" dt="2024-01-09T12:08:31.731" v="236"/>
          <ac:picMkLst>
            <pc:docMk/>
            <pc:sldMk cId="3993663607" sldId="2072"/>
            <ac:picMk id="27" creationId="{FD5DA735-C907-3CF0-FF0B-9D80C9E5BC80}"/>
          </ac:picMkLst>
        </pc:picChg>
        <pc:picChg chg="del">
          <ac:chgData name="Amaro, Sandra" userId="6bedbfcc-5e0a-4e18-b9b0-c8ab328504b9" providerId="ADAL" clId="{062BA417-29A1-43B6-8A26-14A0CCF37D8E}" dt="2024-01-09T12:08:23.119" v="235" actId="478"/>
          <ac:picMkLst>
            <pc:docMk/>
            <pc:sldMk cId="3993663607" sldId="2072"/>
            <ac:picMk id="163" creationId="{71948B47-AC97-98B6-8355-45A03F959410}"/>
          </ac:picMkLst>
        </pc:picChg>
        <pc:picChg chg="del">
          <ac:chgData name="Amaro, Sandra" userId="6bedbfcc-5e0a-4e18-b9b0-c8ab328504b9" providerId="ADAL" clId="{062BA417-29A1-43B6-8A26-14A0CCF37D8E}" dt="2024-01-09T12:08:23.119" v="235" actId="478"/>
          <ac:picMkLst>
            <pc:docMk/>
            <pc:sldMk cId="3993663607" sldId="2072"/>
            <ac:picMk id="164" creationId="{7B2367C0-B37F-F130-3B65-D94CC80EF8B5}"/>
          </ac:picMkLst>
        </pc:picChg>
        <pc:picChg chg="del">
          <ac:chgData name="Amaro, Sandra" userId="6bedbfcc-5e0a-4e18-b9b0-c8ab328504b9" providerId="ADAL" clId="{062BA417-29A1-43B6-8A26-14A0CCF37D8E}" dt="2024-01-09T12:08:23.119" v="235" actId="478"/>
          <ac:picMkLst>
            <pc:docMk/>
            <pc:sldMk cId="3993663607" sldId="2072"/>
            <ac:picMk id="165" creationId="{D6022FAB-5540-81CD-63AE-4679A4C79E09}"/>
          </ac:picMkLst>
        </pc:picChg>
        <pc:picChg chg="del">
          <ac:chgData name="Amaro, Sandra" userId="6bedbfcc-5e0a-4e18-b9b0-c8ab328504b9" providerId="ADAL" clId="{062BA417-29A1-43B6-8A26-14A0CCF37D8E}" dt="2024-01-09T12:08:23.119" v="235" actId="478"/>
          <ac:picMkLst>
            <pc:docMk/>
            <pc:sldMk cId="3993663607" sldId="2072"/>
            <ac:picMk id="166" creationId="{0B80EAE3-5BFF-58BB-F6A7-0AC41895BAC8}"/>
          </ac:picMkLst>
        </pc:picChg>
        <pc:picChg chg="del">
          <ac:chgData name="Amaro, Sandra" userId="6bedbfcc-5e0a-4e18-b9b0-c8ab328504b9" providerId="ADAL" clId="{062BA417-29A1-43B6-8A26-14A0CCF37D8E}" dt="2024-01-09T12:08:23.119" v="235" actId="478"/>
          <ac:picMkLst>
            <pc:docMk/>
            <pc:sldMk cId="3993663607" sldId="2072"/>
            <ac:picMk id="170" creationId="{99D6ABD4-235B-DC86-5676-20DC91B47150}"/>
          </ac:picMkLst>
        </pc:picChg>
        <pc:picChg chg="mod">
          <ac:chgData name="Amaro, Sandra" userId="6bedbfcc-5e0a-4e18-b9b0-c8ab328504b9" providerId="ADAL" clId="{062BA417-29A1-43B6-8A26-14A0CCF37D8E}" dt="2024-01-09T12:08:31.731" v="236"/>
          <ac:picMkLst>
            <pc:docMk/>
            <pc:sldMk cId="3993663607" sldId="2072"/>
            <ac:picMk id="180" creationId="{795B3E8D-1F77-52A5-5A62-BFA7320A5E30}"/>
          </ac:picMkLst>
        </pc:picChg>
        <pc:picChg chg="mod">
          <ac:chgData name="Amaro, Sandra" userId="6bedbfcc-5e0a-4e18-b9b0-c8ab328504b9" providerId="ADAL" clId="{062BA417-29A1-43B6-8A26-14A0CCF37D8E}" dt="2024-01-09T12:08:34.773" v="238"/>
          <ac:picMkLst>
            <pc:docMk/>
            <pc:sldMk cId="3993663607" sldId="2072"/>
            <ac:picMk id="183" creationId="{9E1F2742-113C-A76D-49C7-6EE8DCC45F5B}"/>
          </ac:picMkLst>
        </pc:picChg>
        <pc:picChg chg="mod">
          <ac:chgData name="Amaro, Sandra" userId="6bedbfcc-5e0a-4e18-b9b0-c8ab328504b9" providerId="ADAL" clId="{062BA417-29A1-43B6-8A26-14A0CCF37D8E}" dt="2024-01-09T12:08:34.773" v="238"/>
          <ac:picMkLst>
            <pc:docMk/>
            <pc:sldMk cId="3993663607" sldId="2072"/>
            <ac:picMk id="190" creationId="{9D7FA284-39C6-AAB6-DDFC-F7DF8B3399F4}"/>
          </ac:picMkLst>
        </pc:picChg>
        <pc:picChg chg="mod">
          <ac:chgData name="Amaro, Sandra" userId="6bedbfcc-5e0a-4e18-b9b0-c8ab328504b9" providerId="ADAL" clId="{062BA417-29A1-43B6-8A26-14A0CCF37D8E}" dt="2024-01-09T12:08:34.773" v="238"/>
          <ac:picMkLst>
            <pc:docMk/>
            <pc:sldMk cId="3993663607" sldId="2072"/>
            <ac:picMk id="197" creationId="{E2F8773C-7F3A-4E4A-C611-AE9B9A550199}"/>
          </ac:picMkLst>
        </pc:picChg>
        <pc:picChg chg="mod">
          <ac:chgData name="Amaro, Sandra" userId="6bedbfcc-5e0a-4e18-b9b0-c8ab328504b9" providerId="ADAL" clId="{062BA417-29A1-43B6-8A26-14A0CCF37D8E}" dt="2024-01-09T12:08:34.773" v="238"/>
          <ac:picMkLst>
            <pc:docMk/>
            <pc:sldMk cId="3993663607" sldId="2072"/>
            <ac:picMk id="204" creationId="{900FD53D-87D8-9162-094F-72BAE6E6468D}"/>
          </ac:picMkLst>
        </pc:picChg>
        <pc:picChg chg="mod">
          <ac:chgData name="Amaro, Sandra" userId="6bedbfcc-5e0a-4e18-b9b0-c8ab328504b9" providerId="ADAL" clId="{062BA417-29A1-43B6-8A26-14A0CCF37D8E}" dt="2024-01-09T12:08:34.773" v="238"/>
          <ac:picMkLst>
            <pc:docMk/>
            <pc:sldMk cId="3993663607" sldId="2072"/>
            <ac:picMk id="223" creationId="{11EE54E4-5724-6493-0627-0132592F9ED9}"/>
          </ac:picMkLst>
        </pc:picChg>
        <pc:cxnChg chg="del">
          <ac:chgData name="Amaro, Sandra" userId="6bedbfcc-5e0a-4e18-b9b0-c8ab328504b9" providerId="ADAL" clId="{062BA417-29A1-43B6-8A26-14A0CCF37D8E}" dt="2024-01-09T12:08:23.119" v="235" actId="478"/>
          <ac:cxnSpMkLst>
            <pc:docMk/>
            <pc:sldMk cId="3993663607" sldId="2072"/>
            <ac:cxnSpMk id="162" creationId="{D1C2BFE8-4DDA-06ED-4115-3718F0C315F3}"/>
          </ac:cxnSpMkLst>
        </pc:cxnChg>
        <pc:cxnChg chg="del">
          <ac:chgData name="Amaro, Sandra" userId="6bedbfcc-5e0a-4e18-b9b0-c8ab328504b9" providerId="ADAL" clId="{062BA417-29A1-43B6-8A26-14A0CCF37D8E}" dt="2024-01-09T12:08:23.119" v="235" actId="478"/>
          <ac:cxnSpMkLst>
            <pc:docMk/>
            <pc:sldMk cId="3993663607" sldId="2072"/>
            <ac:cxnSpMk id="171" creationId="{7E1B1599-0ECB-232C-E83D-2D941CEE5BDB}"/>
          </ac:cxnSpMkLst>
        </pc:cxnChg>
        <pc:cxnChg chg="del">
          <ac:chgData name="Amaro, Sandra" userId="6bedbfcc-5e0a-4e18-b9b0-c8ab328504b9" providerId="ADAL" clId="{062BA417-29A1-43B6-8A26-14A0CCF37D8E}" dt="2024-01-09T12:08:23.119" v="235" actId="478"/>
          <ac:cxnSpMkLst>
            <pc:docMk/>
            <pc:sldMk cId="3993663607" sldId="2072"/>
            <ac:cxnSpMk id="172" creationId="{D90A9A18-C35D-AB01-9E38-5EB0219D96D9}"/>
          </ac:cxnSpMkLst>
        </pc:cxnChg>
        <pc:cxnChg chg="del">
          <ac:chgData name="Amaro, Sandra" userId="6bedbfcc-5e0a-4e18-b9b0-c8ab328504b9" providerId="ADAL" clId="{062BA417-29A1-43B6-8A26-14A0CCF37D8E}" dt="2024-01-09T12:08:23.119" v="235" actId="478"/>
          <ac:cxnSpMkLst>
            <pc:docMk/>
            <pc:sldMk cId="3993663607" sldId="2072"/>
            <ac:cxnSpMk id="173" creationId="{866D9739-CF72-B80C-A2F7-92D884A2B175}"/>
          </ac:cxnSpMkLst>
        </pc:cxnChg>
        <pc:cxnChg chg="del">
          <ac:chgData name="Amaro, Sandra" userId="6bedbfcc-5e0a-4e18-b9b0-c8ab328504b9" providerId="ADAL" clId="{062BA417-29A1-43B6-8A26-14A0CCF37D8E}" dt="2024-01-09T12:08:23.119" v="235" actId="478"/>
          <ac:cxnSpMkLst>
            <pc:docMk/>
            <pc:sldMk cId="3993663607" sldId="2072"/>
            <ac:cxnSpMk id="174" creationId="{BB94D57C-507A-B73E-827B-8BDB64297DF5}"/>
          </ac:cxnSpMkLst>
        </pc:cxnChg>
      </pc:sldChg>
      <pc:sldChg chg="addSp delSp modSp add del mod">
        <pc:chgData name="Amaro, Sandra" userId="6bedbfcc-5e0a-4e18-b9b0-c8ab328504b9" providerId="ADAL" clId="{062BA417-29A1-43B6-8A26-14A0CCF37D8E}" dt="2024-01-10T17:28:17.046" v="5850" actId="47"/>
        <pc:sldMkLst>
          <pc:docMk/>
          <pc:sldMk cId="39823176" sldId="2073"/>
        </pc:sldMkLst>
        <pc:spChg chg="mod">
          <ac:chgData name="Amaro, Sandra" userId="6bedbfcc-5e0a-4e18-b9b0-c8ab328504b9" providerId="ADAL" clId="{062BA417-29A1-43B6-8A26-14A0CCF37D8E}" dt="2024-01-09T12:11:28.343" v="276" actId="571"/>
          <ac:spMkLst>
            <pc:docMk/>
            <pc:sldMk cId="39823176" sldId="2073"/>
            <ac:spMk id="5" creationId="{F6AC0DFE-725F-8AD7-2024-42B0CA11366E}"/>
          </ac:spMkLst>
        </pc:spChg>
        <pc:spChg chg="mod">
          <ac:chgData name="Amaro, Sandra" userId="6bedbfcc-5e0a-4e18-b9b0-c8ab328504b9" providerId="ADAL" clId="{062BA417-29A1-43B6-8A26-14A0CCF37D8E}" dt="2024-01-09T12:11:28.343" v="276" actId="571"/>
          <ac:spMkLst>
            <pc:docMk/>
            <pc:sldMk cId="39823176" sldId="2073"/>
            <ac:spMk id="8" creationId="{53DCFD23-3A73-D132-CCAE-E74A236C9A87}"/>
          </ac:spMkLst>
        </pc:spChg>
        <pc:spChg chg="mod">
          <ac:chgData name="Amaro, Sandra" userId="6bedbfcc-5e0a-4e18-b9b0-c8ab328504b9" providerId="ADAL" clId="{062BA417-29A1-43B6-8A26-14A0CCF37D8E}" dt="2024-01-09T12:11:28.343" v="276" actId="571"/>
          <ac:spMkLst>
            <pc:docMk/>
            <pc:sldMk cId="39823176" sldId="2073"/>
            <ac:spMk id="11" creationId="{B57F0B62-CF27-C1DE-3713-E33CD50C1BBB}"/>
          </ac:spMkLst>
        </pc:spChg>
        <pc:spChg chg="mod topLvl">
          <ac:chgData name="Amaro, Sandra" userId="6bedbfcc-5e0a-4e18-b9b0-c8ab328504b9" providerId="ADAL" clId="{062BA417-29A1-43B6-8A26-14A0CCF37D8E}" dt="2024-01-09T12:13:22.503" v="342" actId="207"/>
          <ac:spMkLst>
            <pc:docMk/>
            <pc:sldMk cId="39823176" sldId="2073"/>
            <ac:spMk id="14" creationId="{001D543C-7E2E-8887-4CC7-AAB4CC3E7AF9}"/>
          </ac:spMkLst>
        </pc:spChg>
        <pc:spChg chg="mod">
          <ac:chgData name="Amaro, Sandra" userId="6bedbfcc-5e0a-4e18-b9b0-c8ab328504b9" providerId="ADAL" clId="{062BA417-29A1-43B6-8A26-14A0CCF37D8E}" dt="2024-01-09T12:13:31.418" v="344" actId="571"/>
          <ac:spMkLst>
            <pc:docMk/>
            <pc:sldMk cId="39823176" sldId="2073"/>
            <ac:spMk id="17" creationId="{5946DCAD-9DAA-5F39-FAB2-F0F87B40CC01}"/>
          </ac:spMkLst>
        </pc:spChg>
        <pc:spChg chg="mod">
          <ac:chgData name="Amaro, Sandra" userId="6bedbfcc-5e0a-4e18-b9b0-c8ab328504b9" providerId="ADAL" clId="{062BA417-29A1-43B6-8A26-14A0CCF37D8E}" dt="2024-01-09T12:13:31.418" v="344" actId="571"/>
          <ac:spMkLst>
            <pc:docMk/>
            <pc:sldMk cId="39823176" sldId="2073"/>
            <ac:spMk id="20" creationId="{5B2DEA21-BD24-1D5F-1DA8-881CFD7673AF}"/>
          </ac:spMkLst>
        </pc:spChg>
        <pc:spChg chg="mod">
          <ac:chgData name="Amaro, Sandra" userId="6bedbfcc-5e0a-4e18-b9b0-c8ab328504b9" providerId="ADAL" clId="{062BA417-29A1-43B6-8A26-14A0CCF37D8E}" dt="2024-01-09T12:13:31.418" v="344" actId="571"/>
          <ac:spMkLst>
            <pc:docMk/>
            <pc:sldMk cId="39823176" sldId="2073"/>
            <ac:spMk id="23" creationId="{D5F9F71D-01BC-CAA8-0EDB-1CE18A5E34A9}"/>
          </ac:spMkLst>
        </pc:spChg>
        <pc:spChg chg="mod">
          <ac:chgData name="Amaro, Sandra" userId="6bedbfcc-5e0a-4e18-b9b0-c8ab328504b9" providerId="ADAL" clId="{062BA417-29A1-43B6-8A26-14A0CCF37D8E}" dt="2024-01-09T12:13:34.131" v="346" actId="571"/>
          <ac:spMkLst>
            <pc:docMk/>
            <pc:sldMk cId="39823176" sldId="2073"/>
            <ac:spMk id="26" creationId="{09BE6DB6-82B2-187B-E02A-4F632298B6EF}"/>
          </ac:spMkLst>
        </pc:spChg>
        <pc:spChg chg="mod">
          <ac:chgData name="Amaro, Sandra" userId="6bedbfcc-5e0a-4e18-b9b0-c8ab328504b9" providerId="ADAL" clId="{062BA417-29A1-43B6-8A26-14A0CCF37D8E}" dt="2024-01-09T12:13:34.131" v="346" actId="571"/>
          <ac:spMkLst>
            <pc:docMk/>
            <pc:sldMk cId="39823176" sldId="2073"/>
            <ac:spMk id="29" creationId="{0B46E623-C772-0DCA-C9C3-C9BBE493E312}"/>
          </ac:spMkLst>
        </pc:spChg>
        <pc:spChg chg="mod">
          <ac:chgData name="Amaro, Sandra" userId="6bedbfcc-5e0a-4e18-b9b0-c8ab328504b9" providerId="ADAL" clId="{062BA417-29A1-43B6-8A26-14A0CCF37D8E}" dt="2024-01-09T12:13:34.131" v="346" actId="571"/>
          <ac:spMkLst>
            <pc:docMk/>
            <pc:sldMk cId="39823176" sldId="2073"/>
            <ac:spMk id="129" creationId="{8B4D66A2-04B6-3E19-844E-BD82954BF459}"/>
          </ac:spMkLst>
        </pc:spChg>
        <pc:spChg chg="mod">
          <ac:chgData name="Amaro, Sandra" userId="6bedbfcc-5e0a-4e18-b9b0-c8ab328504b9" providerId="ADAL" clId="{062BA417-29A1-43B6-8A26-14A0CCF37D8E}" dt="2024-01-09T12:13:34.131" v="346" actId="571"/>
          <ac:spMkLst>
            <pc:docMk/>
            <pc:sldMk cId="39823176" sldId="2073"/>
            <ac:spMk id="132" creationId="{C70DA936-8E59-67B3-8984-475437F6E8EB}"/>
          </ac:spMkLst>
        </pc:spChg>
        <pc:spChg chg="mod">
          <ac:chgData name="Amaro, Sandra" userId="6bedbfcc-5e0a-4e18-b9b0-c8ab328504b9" providerId="ADAL" clId="{062BA417-29A1-43B6-8A26-14A0CCF37D8E}" dt="2024-01-09T12:13:34.131" v="346" actId="571"/>
          <ac:spMkLst>
            <pc:docMk/>
            <pc:sldMk cId="39823176" sldId="2073"/>
            <ac:spMk id="135" creationId="{11E368ED-E07D-9F37-E4D1-415A7BE1DD12}"/>
          </ac:spMkLst>
        </pc:spChg>
        <pc:spChg chg="del">
          <ac:chgData name="Amaro, Sandra" userId="6bedbfcc-5e0a-4e18-b9b0-c8ab328504b9" providerId="ADAL" clId="{062BA417-29A1-43B6-8A26-14A0CCF37D8E}" dt="2024-01-09T12:11:11.079" v="270" actId="478"/>
          <ac:spMkLst>
            <pc:docMk/>
            <pc:sldMk cId="39823176" sldId="2073"/>
            <ac:spMk id="205" creationId="{B7261C42-7DC2-E249-F953-DBCBC91ECA22}"/>
          </ac:spMkLst>
        </pc:spChg>
        <pc:spChg chg="del">
          <ac:chgData name="Amaro, Sandra" userId="6bedbfcc-5e0a-4e18-b9b0-c8ab328504b9" providerId="ADAL" clId="{062BA417-29A1-43B6-8A26-14A0CCF37D8E}" dt="2024-01-09T12:11:09.356" v="269" actId="478"/>
          <ac:spMkLst>
            <pc:docMk/>
            <pc:sldMk cId="39823176" sldId="2073"/>
            <ac:spMk id="206" creationId="{A52F8998-F1D0-86B9-6E72-E5F342FEA690}"/>
          </ac:spMkLst>
        </pc:spChg>
        <pc:spChg chg="del">
          <ac:chgData name="Amaro, Sandra" userId="6bedbfcc-5e0a-4e18-b9b0-c8ab328504b9" providerId="ADAL" clId="{062BA417-29A1-43B6-8A26-14A0CCF37D8E}" dt="2024-01-09T12:11:13.609" v="271" actId="478"/>
          <ac:spMkLst>
            <pc:docMk/>
            <pc:sldMk cId="39823176" sldId="2073"/>
            <ac:spMk id="207" creationId="{AB2A347B-E601-2BD1-0C21-162E8638CFF8}"/>
          </ac:spMkLst>
        </pc:spChg>
        <pc:spChg chg="del">
          <ac:chgData name="Amaro, Sandra" userId="6bedbfcc-5e0a-4e18-b9b0-c8ab328504b9" providerId="ADAL" clId="{062BA417-29A1-43B6-8A26-14A0CCF37D8E}" dt="2024-01-09T12:11:04.345" v="267" actId="478"/>
          <ac:spMkLst>
            <pc:docMk/>
            <pc:sldMk cId="39823176" sldId="2073"/>
            <ac:spMk id="208" creationId="{161E4CF0-4A89-29BD-C0AB-FBF50B50EB4F}"/>
          </ac:spMkLst>
        </pc:spChg>
        <pc:spChg chg="del">
          <ac:chgData name="Amaro, Sandra" userId="6bedbfcc-5e0a-4e18-b9b0-c8ab328504b9" providerId="ADAL" clId="{062BA417-29A1-43B6-8A26-14A0CCF37D8E}" dt="2024-01-09T12:11:07.014" v="268" actId="478"/>
          <ac:spMkLst>
            <pc:docMk/>
            <pc:sldMk cId="39823176" sldId="2073"/>
            <ac:spMk id="209" creationId="{E97757AA-6512-CABE-4A27-0A563AF8A20F}"/>
          </ac:spMkLst>
        </pc:spChg>
        <pc:spChg chg="del">
          <ac:chgData name="Amaro, Sandra" userId="6bedbfcc-5e0a-4e18-b9b0-c8ab328504b9" providerId="ADAL" clId="{062BA417-29A1-43B6-8A26-14A0CCF37D8E}" dt="2024-01-09T12:11:02.333" v="266" actId="478"/>
          <ac:spMkLst>
            <pc:docMk/>
            <pc:sldMk cId="39823176" sldId="2073"/>
            <ac:spMk id="210" creationId="{F21BE13A-7B85-0E5E-ACE5-E2712E5C9DB3}"/>
          </ac:spMkLst>
        </pc:spChg>
        <pc:spChg chg="del">
          <ac:chgData name="Amaro, Sandra" userId="6bedbfcc-5e0a-4e18-b9b0-c8ab328504b9" providerId="ADAL" clId="{062BA417-29A1-43B6-8A26-14A0CCF37D8E}" dt="2024-01-09T12:13:45.579" v="348" actId="478"/>
          <ac:spMkLst>
            <pc:docMk/>
            <pc:sldMk cId="39823176" sldId="2073"/>
            <ac:spMk id="211" creationId="{C0990BF9-8B1F-FBF6-78D3-9135D5DF3F18}"/>
          </ac:spMkLst>
        </pc:spChg>
        <pc:spChg chg="mod">
          <ac:chgData name="Amaro, Sandra" userId="6bedbfcc-5e0a-4e18-b9b0-c8ab328504b9" providerId="ADAL" clId="{062BA417-29A1-43B6-8A26-14A0CCF37D8E}" dt="2024-01-09T12:17:39.226" v="718" actId="14100"/>
          <ac:spMkLst>
            <pc:docMk/>
            <pc:sldMk cId="39823176" sldId="2073"/>
            <ac:spMk id="216" creationId="{C375EDEA-4172-5B8A-3FCB-1E49C4FE222A}"/>
          </ac:spMkLst>
        </pc:spChg>
        <pc:spChg chg="mod">
          <ac:chgData name="Amaro, Sandra" userId="6bedbfcc-5e0a-4e18-b9b0-c8ab328504b9" providerId="ADAL" clId="{062BA417-29A1-43B6-8A26-14A0CCF37D8E}" dt="2024-01-09T12:17:27.707" v="715" actId="20577"/>
          <ac:spMkLst>
            <pc:docMk/>
            <pc:sldMk cId="39823176" sldId="2073"/>
            <ac:spMk id="217" creationId="{8EC9DD64-A241-C2EF-2D78-C32FC447C73B}"/>
          </ac:spMkLst>
        </pc:spChg>
        <pc:grpChg chg="add mod">
          <ac:chgData name="Amaro, Sandra" userId="6bedbfcc-5e0a-4e18-b9b0-c8ab328504b9" providerId="ADAL" clId="{062BA417-29A1-43B6-8A26-14A0CCF37D8E}" dt="2024-01-09T12:11:28.343" v="276" actId="571"/>
          <ac:grpSpMkLst>
            <pc:docMk/>
            <pc:sldMk cId="39823176" sldId="2073"/>
            <ac:grpSpMk id="4" creationId="{DEC8E14A-C753-4617-8D2D-681DBAC775F5}"/>
          </ac:grpSpMkLst>
        </pc:grpChg>
        <pc:grpChg chg="add mod">
          <ac:chgData name="Amaro, Sandra" userId="6bedbfcc-5e0a-4e18-b9b0-c8ab328504b9" providerId="ADAL" clId="{062BA417-29A1-43B6-8A26-14A0CCF37D8E}" dt="2024-01-09T12:11:28.343" v="276" actId="571"/>
          <ac:grpSpMkLst>
            <pc:docMk/>
            <pc:sldMk cId="39823176" sldId="2073"/>
            <ac:grpSpMk id="7" creationId="{C5E3682D-BB6B-159A-774D-DAC9DDCD2755}"/>
          </ac:grpSpMkLst>
        </pc:grpChg>
        <pc:grpChg chg="add mod">
          <ac:chgData name="Amaro, Sandra" userId="6bedbfcc-5e0a-4e18-b9b0-c8ab328504b9" providerId="ADAL" clId="{062BA417-29A1-43B6-8A26-14A0CCF37D8E}" dt="2024-01-09T12:11:28.343" v="276" actId="571"/>
          <ac:grpSpMkLst>
            <pc:docMk/>
            <pc:sldMk cId="39823176" sldId="2073"/>
            <ac:grpSpMk id="10" creationId="{71EEB523-5C04-994B-82D1-4E1E70E03B05}"/>
          </ac:grpSpMkLst>
        </pc:grpChg>
        <pc:grpChg chg="add del mod">
          <ac:chgData name="Amaro, Sandra" userId="6bedbfcc-5e0a-4e18-b9b0-c8ab328504b9" providerId="ADAL" clId="{062BA417-29A1-43B6-8A26-14A0CCF37D8E}" dt="2024-01-09T12:12:50.885" v="338" actId="165"/>
          <ac:grpSpMkLst>
            <pc:docMk/>
            <pc:sldMk cId="39823176" sldId="2073"/>
            <ac:grpSpMk id="13" creationId="{A8784D0A-82AA-B5B4-1DEB-EB582026A853}"/>
          </ac:grpSpMkLst>
        </pc:grpChg>
        <pc:grpChg chg="add mod">
          <ac:chgData name="Amaro, Sandra" userId="6bedbfcc-5e0a-4e18-b9b0-c8ab328504b9" providerId="ADAL" clId="{062BA417-29A1-43B6-8A26-14A0CCF37D8E}" dt="2024-01-09T12:13:31.418" v="344" actId="571"/>
          <ac:grpSpMkLst>
            <pc:docMk/>
            <pc:sldMk cId="39823176" sldId="2073"/>
            <ac:grpSpMk id="16" creationId="{6C8F10F5-48FF-E5D4-873E-D66C2318DA32}"/>
          </ac:grpSpMkLst>
        </pc:grpChg>
        <pc:grpChg chg="add mod">
          <ac:chgData name="Amaro, Sandra" userId="6bedbfcc-5e0a-4e18-b9b0-c8ab328504b9" providerId="ADAL" clId="{062BA417-29A1-43B6-8A26-14A0CCF37D8E}" dt="2024-01-09T12:13:31.418" v="344" actId="571"/>
          <ac:grpSpMkLst>
            <pc:docMk/>
            <pc:sldMk cId="39823176" sldId="2073"/>
            <ac:grpSpMk id="19" creationId="{3CAC062A-B1FA-C81E-A504-4CC7EF396144}"/>
          </ac:grpSpMkLst>
        </pc:grpChg>
        <pc:grpChg chg="add mod">
          <ac:chgData name="Amaro, Sandra" userId="6bedbfcc-5e0a-4e18-b9b0-c8ab328504b9" providerId="ADAL" clId="{062BA417-29A1-43B6-8A26-14A0CCF37D8E}" dt="2024-01-09T12:13:31.418" v="344" actId="571"/>
          <ac:grpSpMkLst>
            <pc:docMk/>
            <pc:sldMk cId="39823176" sldId="2073"/>
            <ac:grpSpMk id="22" creationId="{A36DEB9D-8281-BEC4-D09F-9395DA57144E}"/>
          </ac:grpSpMkLst>
        </pc:grpChg>
        <pc:grpChg chg="add mod">
          <ac:chgData name="Amaro, Sandra" userId="6bedbfcc-5e0a-4e18-b9b0-c8ab328504b9" providerId="ADAL" clId="{062BA417-29A1-43B6-8A26-14A0CCF37D8E}" dt="2024-01-09T12:13:34.131" v="346" actId="571"/>
          <ac:grpSpMkLst>
            <pc:docMk/>
            <pc:sldMk cId="39823176" sldId="2073"/>
            <ac:grpSpMk id="25" creationId="{449CB9E5-735E-E052-5F64-F1AFD90214F1}"/>
          </ac:grpSpMkLst>
        </pc:grpChg>
        <pc:grpChg chg="add mod">
          <ac:chgData name="Amaro, Sandra" userId="6bedbfcc-5e0a-4e18-b9b0-c8ab328504b9" providerId="ADAL" clId="{062BA417-29A1-43B6-8A26-14A0CCF37D8E}" dt="2024-01-09T12:13:34.131" v="346" actId="571"/>
          <ac:grpSpMkLst>
            <pc:docMk/>
            <pc:sldMk cId="39823176" sldId="2073"/>
            <ac:grpSpMk id="28" creationId="{1D097984-EBB7-F8F7-98F0-1400D657F76B}"/>
          </ac:grpSpMkLst>
        </pc:grpChg>
        <pc:grpChg chg="add mod">
          <ac:chgData name="Amaro, Sandra" userId="6bedbfcc-5e0a-4e18-b9b0-c8ab328504b9" providerId="ADAL" clId="{062BA417-29A1-43B6-8A26-14A0CCF37D8E}" dt="2024-01-09T12:13:34.131" v="346" actId="571"/>
          <ac:grpSpMkLst>
            <pc:docMk/>
            <pc:sldMk cId="39823176" sldId="2073"/>
            <ac:grpSpMk id="128" creationId="{50D84AE9-7620-E2F6-36F3-263F5C5560EE}"/>
          </ac:grpSpMkLst>
        </pc:grpChg>
        <pc:grpChg chg="add mod">
          <ac:chgData name="Amaro, Sandra" userId="6bedbfcc-5e0a-4e18-b9b0-c8ab328504b9" providerId="ADAL" clId="{062BA417-29A1-43B6-8A26-14A0CCF37D8E}" dt="2024-01-09T12:13:34.131" v="346" actId="571"/>
          <ac:grpSpMkLst>
            <pc:docMk/>
            <pc:sldMk cId="39823176" sldId="2073"/>
            <ac:grpSpMk id="131" creationId="{3665AFE4-CC58-761A-2966-30107736AA8C}"/>
          </ac:grpSpMkLst>
        </pc:grpChg>
        <pc:grpChg chg="add mod">
          <ac:chgData name="Amaro, Sandra" userId="6bedbfcc-5e0a-4e18-b9b0-c8ab328504b9" providerId="ADAL" clId="{062BA417-29A1-43B6-8A26-14A0CCF37D8E}" dt="2024-01-09T12:13:34.131" v="346" actId="571"/>
          <ac:grpSpMkLst>
            <pc:docMk/>
            <pc:sldMk cId="39823176" sldId="2073"/>
            <ac:grpSpMk id="134" creationId="{977138ED-86FE-84B2-4BE3-061CA7071498}"/>
          </ac:grpSpMkLst>
        </pc:grpChg>
        <pc:grpChg chg="mod">
          <ac:chgData name="Amaro, Sandra" userId="6bedbfcc-5e0a-4e18-b9b0-c8ab328504b9" providerId="ADAL" clId="{062BA417-29A1-43B6-8A26-14A0CCF37D8E}" dt="2024-01-09T12:13:38.167" v="347" actId="408"/>
          <ac:grpSpMkLst>
            <pc:docMk/>
            <pc:sldMk cId="39823176" sldId="2073"/>
            <ac:grpSpMk id="181" creationId="{38631732-1F94-18D4-4AEF-F042267480DC}"/>
          </ac:grpSpMkLst>
        </pc:grpChg>
        <pc:grpChg chg="del">
          <ac:chgData name="Amaro, Sandra" userId="6bedbfcc-5e0a-4e18-b9b0-c8ab328504b9" providerId="ADAL" clId="{062BA417-29A1-43B6-8A26-14A0CCF37D8E}" dt="2024-01-09T12:11:21.501" v="274" actId="478"/>
          <ac:grpSpMkLst>
            <pc:docMk/>
            <pc:sldMk cId="39823176" sldId="2073"/>
            <ac:grpSpMk id="184" creationId="{77DEAC9C-369C-CF26-BB63-00E79C2C80AC}"/>
          </ac:grpSpMkLst>
        </pc:grpChg>
        <pc:grpChg chg="mod">
          <ac:chgData name="Amaro, Sandra" userId="6bedbfcc-5e0a-4e18-b9b0-c8ab328504b9" providerId="ADAL" clId="{062BA417-29A1-43B6-8A26-14A0CCF37D8E}" dt="2024-01-09T12:13:38.167" v="347" actId="408"/>
          <ac:grpSpMkLst>
            <pc:docMk/>
            <pc:sldMk cId="39823176" sldId="2073"/>
            <ac:grpSpMk id="188" creationId="{D35D33E5-3345-D97A-AB8C-26C547702DB2}"/>
          </ac:grpSpMkLst>
        </pc:grpChg>
        <pc:grpChg chg="del">
          <ac:chgData name="Amaro, Sandra" userId="6bedbfcc-5e0a-4e18-b9b0-c8ab328504b9" providerId="ADAL" clId="{062BA417-29A1-43B6-8A26-14A0CCF37D8E}" dt="2024-01-09T12:11:18.885" v="273" actId="478"/>
          <ac:grpSpMkLst>
            <pc:docMk/>
            <pc:sldMk cId="39823176" sldId="2073"/>
            <ac:grpSpMk id="191" creationId="{EB0F7EE9-DC55-6188-C41D-1681E39E963F}"/>
          </ac:grpSpMkLst>
        </pc:grpChg>
        <pc:grpChg chg="mod">
          <ac:chgData name="Amaro, Sandra" userId="6bedbfcc-5e0a-4e18-b9b0-c8ab328504b9" providerId="ADAL" clId="{062BA417-29A1-43B6-8A26-14A0CCF37D8E}" dt="2024-01-09T12:13:38.167" v="347" actId="408"/>
          <ac:grpSpMkLst>
            <pc:docMk/>
            <pc:sldMk cId="39823176" sldId="2073"/>
            <ac:grpSpMk id="195" creationId="{E6C144F5-D2A2-5E1C-755C-CDC675E3F3A3}"/>
          </ac:grpSpMkLst>
        </pc:grpChg>
        <pc:grpChg chg="del">
          <ac:chgData name="Amaro, Sandra" userId="6bedbfcc-5e0a-4e18-b9b0-c8ab328504b9" providerId="ADAL" clId="{062BA417-29A1-43B6-8A26-14A0CCF37D8E}" dt="2024-01-09T12:11:16.610" v="272" actId="478"/>
          <ac:grpSpMkLst>
            <pc:docMk/>
            <pc:sldMk cId="39823176" sldId="2073"/>
            <ac:grpSpMk id="198" creationId="{A6022C26-2124-0686-E16B-6DBB76692C4E}"/>
          </ac:grpSpMkLst>
        </pc:grpChg>
        <pc:grpChg chg="mod">
          <ac:chgData name="Amaro, Sandra" userId="6bedbfcc-5e0a-4e18-b9b0-c8ab328504b9" providerId="ADAL" clId="{062BA417-29A1-43B6-8A26-14A0CCF37D8E}" dt="2024-01-09T12:13:38.167" v="347" actId="408"/>
          <ac:grpSpMkLst>
            <pc:docMk/>
            <pc:sldMk cId="39823176" sldId="2073"/>
            <ac:grpSpMk id="202" creationId="{505E606B-5C3C-1C5C-1D52-E4DF40455EA8}"/>
          </ac:grpSpMkLst>
        </pc:grpChg>
        <pc:grpChg chg="mod">
          <ac:chgData name="Amaro, Sandra" userId="6bedbfcc-5e0a-4e18-b9b0-c8ab328504b9" providerId="ADAL" clId="{062BA417-29A1-43B6-8A26-14A0CCF37D8E}" dt="2024-01-09T12:11:34.543" v="277" actId="12789"/>
          <ac:grpSpMkLst>
            <pc:docMk/>
            <pc:sldMk cId="39823176" sldId="2073"/>
            <ac:grpSpMk id="221" creationId="{B8670E58-8D3C-7AF3-D42C-4517EF8D265A}"/>
          </ac:grpSpMkLst>
        </pc:grpChg>
        <pc:picChg chg="mod">
          <ac:chgData name="Amaro, Sandra" userId="6bedbfcc-5e0a-4e18-b9b0-c8ab328504b9" providerId="ADAL" clId="{062BA417-29A1-43B6-8A26-14A0CCF37D8E}" dt="2024-01-09T12:11:28.343" v="276" actId="571"/>
          <ac:picMkLst>
            <pc:docMk/>
            <pc:sldMk cId="39823176" sldId="2073"/>
            <ac:picMk id="6" creationId="{F4E1C82C-8C6F-9410-2563-207B1D93102D}"/>
          </ac:picMkLst>
        </pc:picChg>
        <pc:picChg chg="mod">
          <ac:chgData name="Amaro, Sandra" userId="6bedbfcc-5e0a-4e18-b9b0-c8ab328504b9" providerId="ADAL" clId="{062BA417-29A1-43B6-8A26-14A0CCF37D8E}" dt="2024-01-09T12:11:28.343" v="276" actId="571"/>
          <ac:picMkLst>
            <pc:docMk/>
            <pc:sldMk cId="39823176" sldId="2073"/>
            <ac:picMk id="9" creationId="{55D6AC18-836C-DA37-9053-DF9C534AB445}"/>
          </ac:picMkLst>
        </pc:picChg>
        <pc:picChg chg="mod">
          <ac:chgData name="Amaro, Sandra" userId="6bedbfcc-5e0a-4e18-b9b0-c8ab328504b9" providerId="ADAL" clId="{062BA417-29A1-43B6-8A26-14A0CCF37D8E}" dt="2024-01-09T12:11:28.343" v="276" actId="571"/>
          <ac:picMkLst>
            <pc:docMk/>
            <pc:sldMk cId="39823176" sldId="2073"/>
            <ac:picMk id="12" creationId="{1B0FC546-89FA-4C30-06FC-DE35B62E4BB8}"/>
          </ac:picMkLst>
        </pc:picChg>
        <pc:picChg chg="del mod topLvl">
          <ac:chgData name="Amaro, Sandra" userId="6bedbfcc-5e0a-4e18-b9b0-c8ab328504b9" providerId="ADAL" clId="{062BA417-29A1-43B6-8A26-14A0CCF37D8E}" dt="2024-01-09T12:12:53.823" v="340" actId="478"/>
          <ac:picMkLst>
            <pc:docMk/>
            <pc:sldMk cId="39823176" sldId="2073"/>
            <ac:picMk id="15" creationId="{9D8DB5D6-F0D9-0C54-10C1-09A91CE9CA9E}"/>
          </ac:picMkLst>
        </pc:picChg>
        <pc:picChg chg="mod">
          <ac:chgData name="Amaro, Sandra" userId="6bedbfcc-5e0a-4e18-b9b0-c8ab328504b9" providerId="ADAL" clId="{062BA417-29A1-43B6-8A26-14A0CCF37D8E}" dt="2024-01-09T12:13:31.418" v="344" actId="571"/>
          <ac:picMkLst>
            <pc:docMk/>
            <pc:sldMk cId="39823176" sldId="2073"/>
            <ac:picMk id="18" creationId="{99BF2645-AE23-0F1C-CFBE-5EADCADF13D2}"/>
          </ac:picMkLst>
        </pc:picChg>
        <pc:picChg chg="mod">
          <ac:chgData name="Amaro, Sandra" userId="6bedbfcc-5e0a-4e18-b9b0-c8ab328504b9" providerId="ADAL" clId="{062BA417-29A1-43B6-8A26-14A0CCF37D8E}" dt="2024-01-09T12:13:31.418" v="344" actId="571"/>
          <ac:picMkLst>
            <pc:docMk/>
            <pc:sldMk cId="39823176" sldId="2073"/>
            <ac:picMk id="21" creationId="{377385CD-054A-7380-A4B8-43EFA502FF47}"/>
          </ac:picMkLst>
        </pc:picChg>
        <pc:picChg chg="mod">
          <ac:chgData name="Amaro, Sandra" userId="6bedbfcc-5e0a-4e18-b9b0-c8ab328504b9" providerId="ADAL" clId="{062BA417-29A1-43B6-8A26-14A0CCF37D8E}" dt="2024-01-09T12:13:31.418" v="344" actId="571"/>
          <ac:picMkLst>
            <pc:docMk/>
            <pc:sldMk cId="39823176" sldId="2073"/>
            <ac:picMk id="24" creationId="{0FC926BA-56A1-F77C-60DC-ED670C154088}"/>
          </ac:picMkLst>
        </pc:picChg>
        <pc:picChg chg="mod">
          <ac:chgData name="Amaro, Sandra" userId="6bedbfcc-5e0a-4e18-b9b0-c8ab328504b9" providerId="ADAL" clId="{062BA417-29A1-43B6-8A26-14A0CCF37D8E}" dt="2024-01-09T12:13:34.131" v="346" actId="571"/>
          <ac:picMkLst>
            <pc:docMk/>
            <pc:sldMk cId="39823176" sldId="2073"/>
            <ac:picMk id="27" creationId="{0CF55C1E-77F6-E50C-A843-15E10F52B0BB}"/>
          </ac:picMkLst>
        </pc:picChg>
        <pc:picChg chg="mod">
          <ac:chgData name="Amaro, Sandra" userId="6bedbfcc-5e0a-4e18-b9b0-c8ab328504b9" providerId="ADAL" clId="{062BA417-29A1-43B6-8A26-14A0CCF37D8E}" dt="2024-01-09T12:13:34.131" v="346" actId="571"/>
          <ac:picMkLst>
            <pc:docMk/>
            <pc:sldMk cId="39823176" sldId="2073"/>
            <ac:picMk id="30" creationId="{7CF7351B-9596-5ADB-918A-FF7D5997868D}"/>
          </ac:picMkLst>
        </pc:picChg>
        <pc:picChg chg="mod">
          <ac:chgData name="Amaro, Sandra" userId="6bedbfcc-5e0a-4e18-b9b0-c8ab328504b9" providerId="ADAL" clId="{062BA417-29A1-43B6-8A26-14A0CCF37D8E}" dt="2024-01-09T12:13:34.131" v="346" actId="571"/>
          <ac:picMkLst>
            <pc:docMk/>
            <pc:sldMk cId="39823176" sldId="2073"/>
            <ac:picMk id="130" creationId="{D01CC25C-7F05-29B8-35AB-7693171CA734}"/>
          </ac:picMkLst>
        </pc:picChg>
        <pc:picChg chg="mod">
          <ac:chgData name="Amaro, Sandra" userId="6bedbfcc-5e0a-4e18-b9b0-c8ab328504b9" providerId="ADAL" clId="{062BA417-29A1-43B6-8A26-14A0CCF37D8E}" dt="2024-01-09T12:13:34.131" v="346" actId="571"/>
          <ac:picMkLst>
            <pc:docMk/>
            <pc:sldMk cId="39823176" sldId="2073"/>
            <ac:picMk id="133" creationId="{B685F8D2-5EFA-D7F5-61C4-CB7ED9E95C2B}"/>
          </ac:picMkLst>
        </pc:picChg>
        <pc:picChg chg="mod">
          <ac:chgData name="Amaro, Sandra" userId="6bedbfcc-5e0a-4e18-b9b0-c8ab328504b9" providerId="ADAL" clId="{062BA417-29A1-43B6-8A26-14A0CCF37D8E}" dt="2024-01-09T12:13:34.131" v="346" actId="571"/>
          <ac:picMkLst>
            <pc:docMk/>
            <pc:sldMk cId="39823176" sldId="2073"/>
            <ac:picMk id="136" creationId="{35B2331C-9D4E-0521-5487-C1A39F1983F9}"/>
          </ac:picMkLst>
        </pc:picChg>
      </pc:sldChg>
      <pc:sldChg chg="add del">
        <pc:chgData name="Amaro, Sandra" userId="6bedbfcc-5e0a-4e18-b9b0-c8ab328504b9" providerId="ADAL" clId="{062BA417-29A1-43B6-8A26-14A0CCF37D8E}" dt="2024-01-09T12:10:58.321" v="264"/>
        <pc:sldMkLst>
          <pc:docMk/>
          <pc:sldMk cId="4102816669" sldId="2073"/>
        </pc:sldMkLst>
      </pc:sldChg>
      <pc:sldChg chg="addSp delSp modSp add del mod">
        <pc:chgData name="Amaro, Sandra" userId="6bedbfcc-5e0a-4e18-b9b0-c8ab328504b9" providerId="ADAL" clId="{062BA417-29A1-43B6-8A26-14A0CCF37D8E}" dt="2024-01-10T17:28:43.763" v="5862" actId="47"/>
        <pc:sldMkLst>
          <pc:docMk/>
          <pc:sldMk cId="3029217793" sldId="2074"/>
        </pc:sldMkLst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4" creationId="{5F33C3DE-62CB-8992-1F89-D55C0F292928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5" creationId="{F668D372-68F3-5C67-4EDE-4B33D4E144D9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6" creationId="{AB0BB659-B991-CC9A-3C4C-03552F3CCC31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7" creationId="{9085DE44-010D-812A-92EB-196A0CC014D7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8" creationId="{588CD753-787F-5B7F-D7E3-025E9204B0DF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9" creationId="{1972F9AC-8F59-4373-997F-C9E9A5895561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0" creationId="{E3F4B8C8-60ED-66F1-8BC2-2B3C77AF9C83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1" creationId="{8FA5BEE8-9A91-C47B-7DD0-01320D8E0A50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2" creationId="{C888D16B-CF50-34C8-9344-53B6862BA54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" creationId="{E6372EC4-A6EC-094C-08E7-E8FC88070D7D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14" creationId="{001D543C-7E2E-8887-4CC7-AAB4CC3E7AF9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" creationId="{23407060-D067-F721-81E5-6E782D87B1EA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6" creationId="{696D5416-8DAE-CC99-6492-F8A86925E6B9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7" creationId="{7193D147-4486-E187-7F21-865C1ED85B6E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8" creationId="{6698A689-E1E9-66D4-2783-E109EA364ED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9" creationId="{29D70E3A-6E04-9382-E241-996AEBA153B5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0" creationId="{40930BB6-1182-401B-9EBC-5142FF0A25F1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1" creationId="{1E860271-A026-8EE1-45F6-1686084D49C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2" creationId="{E9D217D8-EB8D-8459-6DC9-6698A59F3ED3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3" creationId="{63D4428A-679D-BED5-B802-6F314A7AAA89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4" creationId="{09AF3508-850A-361E-DAE4-D80FFBAF015D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5" creationId="{B30024D8-14C9-8C86-2655-C53DF08A30A4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6" creationId="{FFDE6BE2-A571-1EC4-6705-15435920FE20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7" creationId="{EBF3136E-3302-C9EB-AFDA-BF0D581E233E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8" creationId="{91520624-6BF8-6E55-E14B-4DAEF371835F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29" creationId="{617D3F17-4ED6-8573-D234-7280FADF9109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30" creationId="{2263ADB3-5C22-2558-68D5-7F8E015D9947}"/>
          </ac:spMkLst>
        </pc:spChg>
        <pc:spChg chg="del">
          <ac:chgData name="Amaro, Sandra" userId="6bedbfcc-5e0a-4e18-b9b0-c8ab328504b9" providerId="ADAL" clId="{062BA417-29A1-43B6-8A26-14A0CCF37D8E}" dt="2024-01-09T12:19:35.872" v="723" actId="478"/>
          <ac:spMkLst>
            <pc:docMk/>
            <pc:sldMk cId="3029217793" sldId="2074"/>
            <ac:spMk id="31" creationId="{E543EC57-AFF5-2FF6-6C6F-587188E61445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28" creationId="{9933F6A2-1E7E-8FE3-C404-48033B162B67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29" creationId="{42D07E8E-9B67-FBE5-B5FC-98D80AB38E8B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0" creationId="{0FF8F35C-F00A-6271-4131-C1A22E7CA081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1" creationId="{D3A87C22-BE4D-2AED-6683-63932CA442E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2" creationId="{0C215EE9-2F13-A57E-88FB-3AF1D5364346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3" creationId="{091B492F-6B98-DEE1-8162-669553A1C747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4" creationId="{386AB7EE-5C66-32CC-1C48-006E84EC272A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5" creationId="{A4DE3BC4-C54F-19C4-78C3-9389F9E9ED70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6" creationId="{C9AF263B-11AF-AED0-42D5-395AA21377BE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8" creationId="{B421F893-EB67-EA0F-1FF8-0B8B01D2CE1A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39" creationId="{57B24647-9AFF-57E3-D1D8-A47419A164FD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45" creationId="{67E38F52-4564-6D9A-E6EB-B41C29055EC8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46" creationId="{34F1CADF-192B-3F5C-9930-07C35E6976CE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47" creationId="{3510C277-8C05-F636-2414-815800974C73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48" creationId="{0D49585F-4B3B-DC47-488C-DD046F710CAB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49" creationId="{1FEB4D30-4288-6A51-6542-B1A1336F6A8C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0" creationId="{C33347EA-8E77-2DD1-A461-DE88585C2D03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1" creationId="{1E0D4269-EA71-F8B3-0149-9BFA217EE97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2" creationId="{1489248E-7925-4E54-B56C-07D54C973978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3" creationId="{983E1A0E-009A-3DA1-667B-085D628A9BDB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4" creationId="{7FD755D6-C6AB-FDE4-9FC4-42B776F116A5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5" creationId="{24D3D0DE-3151-F56A-FFCA-101BB17F06B2}"/>
          </ac:spMkLst>
        </pc:spChg>
        <pc:spChg chg="add del mod">
          <ac:chgData name="Amaro, Sandra" userId="6bedbfcc-5e0a-4e18-b9b0-c8ab328504b9" providerId="ADAL" clId="{062BA417-29A1-43B6-8A26-14A0CCF37D8E}" dt="2024-01-09T12:19:48.465" v="725"/>
          <ac:spMkLst>
            <pc:docMk/>
            <pc:sldMk cId="3029217793" sldId="2074"/>
            <ac:spMk id="156" creationId="{2A9B6CB2-BD3E-738C-54F6-5BD10D312E72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57" creationId="{9D9BBC83-9800-9784-0C16-8B829F3297B7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58" creationId="{DD420105-F814-068F-0074-D12608CAEFAD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59" creationId="{29DB84A6-C61B-F34D-CA2A-B395AD1D2E65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0" creationId="{D11B34B4-F802-92C2-DC7A-97DD17AAF9DA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1" creationId="{2FB07340-6A31-1AC8-7AAC-7A4129CBFA47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2" creationId="{293B398A-FF9D-38BC-751C-62C89E097B8C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3" creationId="{2B2162F9-1ADE-BFE8-B355-7E61062B5F7C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4" creationId="{D3E5F3BE-7FB8-0BF7-0FAC-EE5F867C9E60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5" creationId="{060F34C1-CD6C-97D0-C592-2FF196E83E71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6" creationId="{5A1B08A5-8CAB-C5FA-B69E-7CC3793A43C5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7" creationId="{25387BED-B6EE-BD31-5292-3CE05B0A40A7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8" creationId="{DD0FF546-4581-4140-3F91-07A8F287F915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69" creationId="{BCBB02C1-633E-BC8A-72D7-88FD12EB4C1E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0" creationId="{CE8E19DF-8731-81B0-6C74-9477AE13BA76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1" creationId="{629C1E6E-0764-E27A-8395-2849B8AA6891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2" creationId="{B0E46391-6039-F1FB-1E48-0FBFAD69E13C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3" creationId="{6A97F9E7-736C-4DCB-DF11-84F2DA377FF8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4" creationId="{B774DC01-73D1-3B7A-7ADB-DDA2C1650D77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5" creationId="{DAA3961E-9A31-20FA-8D3D-BCD561A78BAB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6" creationId="{685DDFCD-676B-32EA-ED61-B2D3EB01492F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7" creationId="{5CCD2623-4D53-8785-48DE-85581DFF2A8C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8" creationId="{5523B841-1F58-BB75-71F3-6AD835B59BD6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79" creationId="{30C7EB2F-10A6-F6C5-4BC3-696AF71FDA9B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80" creationId="{1FA883F2-4B81-790A-B29F-5EB25DE988E0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84" creationId="{61A54272-12FB-6C78-4673-D00CDBAABB84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85" creationId="{CCBC80D3-789E-C7A5-76F9-40AF54735440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86" creationId="{889DC076-ADB3-02BA-747B-ABC8D2EE9C6A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87" creationId="{AAFB3520-E99A-A658-9DD2-F51BDFC56083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1" creationId="{1E4147E2-8E06-F16F-5EF9-8EF46BECADCB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2" creationId="{58C5BB0F-FEB5-1AAF-6F90-509BDF7DA2DA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3" creationId="{5BC0E082-4798-2DDD-EA3E-51088171888D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4" creationId="{98440969-7E4E-C440-926F-C1F341457946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8" creationId="{AC0F5B3A-8120-8D9F-03F2-156B5BEE5831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199" creationId="{7F9DB28B-55BF-0693-8A35-42FD3FC2FCF8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00" creationId="{0F1B4401-31A4-BFEA-4EA8-BDD022CEE261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01" creationId="{BF5AD0B5-3F19-AD09-AE0D-E680CE8A1B74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05" creationId="{67CB197A-6DBD-21AE-8BBE-66A9ED7CC7D6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11" creationId="{80E7B87A-DFC4-B87F-13B3-A81BCC4A6DA4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2" creationId="{C2687BC2-289B-9E69-160B-F82053D30093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3" creationId="{2BACF8C0-1479-33F7-E7A8-EFDA0C57C780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4" creationId="{C7F0C0B6-E9B5-9C91-2327-564E320010E4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5" creationId="{3274E75D-27C1-3559-03C3-9E126788B6C1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6" creationId="{C375EDEA-4172-5B8A-3FCB-1E49C4FE222A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7" creationId="{8EC9DD64-A241-C2EF-2D78-C32FC447C73B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8" creationId="{9829AF2A-4962-B670-89DA-56B8BA88651A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19" creationId="{73FDAFA4-9360-844A-DB82-0172D6BC6D6B}"/>
          </ac:spMkLst>
        </pc:spChg>
        <pc:spChg chg="del">
          <ac:chgData name="Amaro, Sandra" userId="6bedbfcc-5e0a-4e18-b9b0-c8ab328504b9" providerId="ADAL" clId="{062BA417-29A1-43B6-8A26-14A0CCF37D8E}" dt="2024-01-09T12:19:32.042" v="722" actId="478"/>
          <ac:spMkLst>
            <pc:docMk/>
            <pc:sldMk cId="3029217793" sldId="2074"/>
            <ac:spMk id="220" creationId="{BA46D507-CA08-1D53-F609-7A6B5D9DD0AF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4" creationId="{B16F7180-FFDB-C4D5-FFBD-746769EF38A5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5" creationId="{1405DDBB-67DB-1500-801B-31ACED10160B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6" creationId="{29B4D2AF-2830-0296-BB68-BA37432F495E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7" creationId="{5B27469D-04B9-3E3A-4FFF-81D212E643B3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8" creationId="{45A7ADCE-9B9D-D3E0-A6D7-4BBF63DDA276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29" creationId="{A04105C3-BE85-E0D1-5F16-8F258997F3FA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30" creationId="{E593C86C-FE5A-6D3E-172E-F461D1DDFF55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31" creationId="{80B94B8C-DC48-3751-44A4-1FA43A2D048E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32" creationId="{E17B8D3C-3078-17C1-3662-B12D2ED27B9F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33" creationId="{FB0A5C0E-272F-A5E1-1A1E-D8B451C0F9DA}"/>
          </ac:spMkLst>
        </pc:spChg>
        <pc:spChg chg="add mod">
          <ac:chgData name="Amaro, Sandra" userId="6bedbfcc-5e0a-4e18-b9b0-c8ab328504b9" providerId="ADAL" clId="{062BA417-29A1-43B6-8A26-14A0CCF37D8E}" dt="2024-01-09T12:19:48.511" v="726"/>
          <ac:spMkLst>
            <pc:docMk/>
            <pc:sldMk cId="3029217793" sldId="2074"/>
            <ac:spMk id="234" creationId="{06B36E85-068E-1C98-6C0B-FD8B14EE7729}"/>
          </ac:spMkLst>
        </pc:spChg>
        <pc:grpChg chg="del">
          <ac:chgData name="Amaro, Sandra" userId="6bedbfcc-5e0a-4e18-b9b0-c8ab328504b9" providerId="ADAL" clId="{062BA417-29A1-43B6-8A26-14A0CCF37D8E}" dt="2024-01-09T12:19:32.042" v="722" actId="478"/>
          <ac:grpSpMkLst>
            <pc:docMk/>
            <pc:sldMk cId="3029217793" sldId="2074"/>
            <ac:grpSpMk id="181" creationId="{38631732-1F94-18D4-4AEF-F042267480DC}"/>
          </ac:grpSpMkLst>
        </pc:grpChg>
        <pc:grpChg chg="del">
          <ac:chgData name="Amaro, Sandra" userId="6bedbfcc-5e0a-4e18-b9b0-c8ab328504b9" providerId="ADAL" clId="{062BA417-29A1-43B6-8A26-14A0CCF37D8E}" dt="2024-01-09T12:19:32.042" v="722" actId="478"/>
          <ac:grpSpMkLst>
            <pc:docMk/>
            <pc:sldMk cId="3029217793" sldId="2074"/>
            <ac:grpSpMk id="188" creationId="{D35D33E5-3345-D97A-AB8C-26C547702DB2}"/>
          </ac:grpSpMkLst>
        </pc:grpChg>
        <pc:grpChg chg="del">
          <ac:chgData name="Amaro, Sandra" userId="6bedbfcc-5e0a-4e18-b9b0-c8ab328504b9" providerId="ADAL" clId="{062BA417-29A1-43B6-8A26-14A0CCF37D8E}" dt="2024-01-09T12:19:32.042" v="722" actId="478"/>
          <ac:grpSpMkLst>
            <pc:docMk/>
            <pc:sldMk cId="3029217793" sldId="2074"/>
            <ac:grpSpMk id="195" creationId="{E6C144F5-D2A2-5E1C-755C-CDC675E3F3A3}"/>
          </ac:grpSpMkLst>
        </pc:grpChg>
        <pc:grpChg chg="del">
          <ac:chgData name="Amaro, Sandra" userId="6bedbfcc-5e0a-4e18-b9b0-c8ab328504b9" providerId="ADAL" clId="{062BA417-29A1-43B6-8A26-14A0CCF37D8E}" dt="2024-01-09T12:19:32.042" v="722" actId="478"/>
          <ac:grpSpMkLst>
            <pc:docMk/>
            <pc:sldMk cId="3029217793" sldId="2074"/>
            <ac:grpSpMk id="202" creationId="{505E606B-5C3C-1C5C-1D52-E4DF40455EA8}"/>
          </ac:grpSpMkLst>
        </pc:grpChg>
        <pc:grpChg chg="del">
          <ac:chgData name="Amaro, Sandra" userId="6bedbfcc-5e0a-4e18-b9b0-c8ab328504b9" providerId="ADAL" clId="{062BA417-29A1-43B6-8A26-14A0CCF37D8E}" dt="2024-01-09T12:19:32.042" v="722" actId="478"/>
          <ac:grpSpMkLst>
            <pc:docMk/>
            <pc:sldMk cId="3029217793" sldId="2074"/>
            <ac:grpSpMk id="221" creationId="{B8670E58-8D3C-7AF3-D42C-4517EF8D265A}"/>
          </ac:grpSpMkLst>
        </pc:grpChg>
        <pc:cxnChg chg="add del mod">
          <ac:chgData name="Amaro, Sandra" userId="6bedbfcc-5e0a-4e18-b9b0-c8ab328504b9" providerId="ADAL" clId="{062BA417-29A1-43B6-8A26-14A0CCF37D8E}" dt="2024-01-09T12:19:48.465" v="725"/>
          <ac:cxnSpMkLst>
            <pc:docMk/>
            <pc:sldMk cId="3029217793" sldId="2074"/>
            <ac:cxnSpMk id="140" creationId="{EC8F342B-6A2F-A44B-C6AF-6CC134666C77}"/>
          </ac:cxnSpMkLst>
        </pc:cxnChg>
        <pc:cxnChg chg="add del mod">
          <ac:chgData name="Amaro, Sandra" userId="6bedbfcc-5e0a-4e18-b9b0-c8ab328504b9" providerId="ADAL" clId="{062BA417-29A1-43B6-8A26-14A0CCF37D8E}" dt="2024-01-09T12:19:48.465" v="725"/>
          <ac:cxnSpMkLst>
            <pc:docMk/>
            <pc:sldMk cId="3029217793" sldId="2074"/>
            <ac:cxnSpMk id="141" creationId="{4B3319A0-F4AD-B54A-4CE2-374FE6441DA6}"/>
          </ac:cxnSpMkLst>
        </pc:cxnChg>
        <pc:cxnChg chg="add del mod">
          <ac:chgData name="Amaro, Sandra" userId="6bedbfcc-5e0a-4e18-b9b0-c8ab328504b9" providerId="ADAL" clId="{062BA417-29A1-43B6-8A26-14A0CCF37D8E}" dt="2024-01-09T12:19:48.465" v="725"/>
          <ac:cxnSpMkLst>
            <pc:docMk/>
            <pc:sldMk cId="3029217793" sldId="2074"/>
            <ac:cxnSpMk id="142" creationId="{CE3FCE18-3EB4-FFE1-DC1A-2912DACCA713}"/>
          </ac:cxnSpMkLst>
        </pc:cxnChg>
        <pc:cxnChg chg="add del mod">
          <ac:chgData name="Amaro, Sandra" userId="6bedbfcc-5e0a-4e18-b9b0-c8ab328504b9" providerId="ADAL" clId="{062BA417-29A1-43B6-8A26-14A0CCF37D8E}" dt="2024-01-09T12:19:48.465" v="725"/>
          <ac:cxnSpMkLst>
            <pc:docMk/>
            <pc:sldMk cId="3029217793" sldId="2074"/>
            <ac:cxnSpMk id="143" creationId="{C018B300-B0DA-C2D8-24D3-929B166EE2A5}"/>
          </ac:cxnSpMkLst>
        </pc:cxnChg>
        <pc:cxnChg chg="add del mod">
          <ac:chgData name="Amaro, Sandra" userId="6bedbfcc-5e0a-4e18-b9b0-c8ab328504b9" providerId="ADAL" clId="{062BA417-29A1-43B6-8A26-14A0CCF37D8E}" dt="2024-01-09T12:19:48.465" v="725"/>
          <ac:cxnSpMkLst>
            <pc:docMk/>
            <pc:sldMk cId="3029217793" sldId="2074"/>
            <ac:cxnSpMk id="144" creationId="{EA8619A8-42A2-C729-AFE5-EF70F47088C5}"/>
          </ac:cxnSpMkLst>
        </pc:cxnChg>
        <pc:cxnChg chg="add mod">
          <ac:chgData name="Amaro, Sandra" userId="6bedbfcc-5e0a-4e18-b9b0-c8ab328504b9" providerId="ADAL" clId="{062BA417-29A1-43B6-8A26-14A0CCF37D8E}" dt="2024-01-09T12:19:48.511" v="726"/>
          <ac:cxnSpMkLst>
            <pc:docMk/>
            <pc:sldMk cId="3029217793" sldId="2074"/>
            <ac:cxnSpMk id="206" creationId="{3A61F1C3-5D6A-4A41-1955-834EE7414E1B}"/>
          </ac:cxnSpMkLst>
        </pc:cxnChg>
        <pc:cxnChg chg="add mod">
          <ac:chgData name="Amaro, Sandra" userId="6bedbfcc-5e0a-4e18-b9b0-c8ab328504b9" providerId="ADAL" clId="{062BA417-29A1-43B6-8A26-14A0CCF37D8E}" dt="2024-01-09T12:19:48.511" v="726"/>
          <ac:cxnSpMkLst>
            <pc:docMk/>
            <pc:sldMk cId="3029217793" sldId="2074"/>
            <ac:cxnSpMk id="207" creationId="{11BE7D85-3FB4-1541-38EB-41485C49DBBC}"/>
          </ac:cxnSpMkLst>
        </pc:cxnChg>
        <pc:cxnChg chg="add mod">
          <ac:chgData name="Amaro, Sandra" userId="6bedbfcc-5e0a-4e18-b9b0-c8ab328504b9" providerId="ADAL" clId="{062BA417-29A1-43B6-8A26-14A0CCF37D8E}" dt="2024-01-09T12:19:48.511" v="726"/>
          <ac:cxnSpMkLst>
            <pc:docMk/>
            <pc:sldMk cId="3029217793" sldId="2074"/>
            <ac:cxnSpMk id="208" creationId="{9596BEDE-3CEF-F37A-02E1-20FC34A73CEB}"/>
          </ac:cxnSpMkLst>
        </pc:cxnChg>
        <pc:cxnChg chg="add mod">
          <ac:chgData name="Amaro, Sandra" userId="6bedbfcc-5e0a-4e18-b9b0-c8ab328504b9" providerId="ADAL" clId="{062BA417-29A1-43B6-8A26-14A0CCF37D8E}" dt="2024-01-09T12:19:48.511" v="726"/>
          <ac:cxnSpMkLst>
            <pc:docMk/>
            <pc:sldMk cId="3029217793" sldId="2074"/>
            <ac:cxnSpMk id="209" creationId="{45C91E9E-41BF-B438-42E3-92BC869EFD5B}"/>
          </ac:cxnSpMkLst>
        </pc:cxnChg>
        <pc:cxnChg chg="add mod">
          <ac:chgData name="Amaro, Sandra" userId="6bedbfcc-5e0a-4e18-b9b0-c8ab328504b9" providerId="ADAL" clId="{062BA417-29A1-43B6-8A26-14A0CCF37D8E}" dt="2024-01-09T12:19:48.511" v="726"/>
          <ac:cxnSpMkLst>
            <pc:docMk/>
            <pc:sldMk cId="3029217793" sldId="2074"/>
            <ac:cxnSpMk id="210" creationId="{F10FE826-1242-C2CD-3A17-A347AF7B6067}"/>
          </ac:cxnSpMkLst>
        </pc:cxnChg>
      </pc:sldChg>
      <pc:sldChg chg="add del">
        <pc:chgData name="Amaro, Sandra" userId="6bedbfcc-5e0a-4e18-b9b0-c8ab328504b9" providerId="ADAL" clId="{062BA417-29A1-43B6-8A26-14A0CCF37D8E}" dt="2024-01-09T12:19:28.038" v="720"/>
        <pc:sldMkLst>
          <pc:docMk/>
          <pc:sldMk cId="4135989821" sldId="2074"/>
        </pc:sldMkLst>
      </pc:sldChg>
      <pc:sldChg chg="addSp delSp modSp add del mod">
        <pc:chgData name="Amaro, Sandra" userId="6bedbfcc-5e0a-4e18-b9b0-c8ab328504b9" providerId="ADAL" clId="{062BA417-29A1-43B6-8A26-14A0CCF37D8E}" dt="2024-01-10T23:36:18.047" v="8230" actId="47"/>
        <pc:sldMkLst>
          <pc:docMk/>
          <pc:sldMk cId="2362064632" sldId="2075"/>
        </pc:sldMkLst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4" creationId="{A552186F-9D6C-D4A2-84BB-FE6A7AD0D830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5" creationId="{1AC05B18-A2E7-25D6-F64A-63F47E43F59C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6" creationId="{412D286F-8005-C55E-7C55-229E19AAFA07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7" creationId="{8D56D04F-CEE5-8ED9-8A01-9E09A781FA91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8" creationId="{2965ED0B-1409-EA58-C043-9FAFD3ECEE53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9" creationId="{D7992982-620A-1A3A-03C9-E72C5390CAF1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0" creationId="{39B6B1A4-59B8-1CB3-08C8-10FD070A4331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1" creationId="{35E005F0-8A5D-2A3F-E324-3BC37BA36B16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2" creationId="{04FB21FC-42D8-E215-3326-0B1C19CC20C7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3" creationId="{26730090-6F37-E6AC-FFF0-35FAC9A0E167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4" creationId="{D2B7D293-D50F-DCA2-6E61-995BDE77604D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5" creationId="{02CB3326-2F26-9CA4-95CA-61803E2A644E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6" creationId="{8D580121-3656-0946-0E0C-DE8B359E8B5D}"/>
          </ac:spMkLst>
        </pc:spChg>
        <pc:spChg chg="add del mod">
          <ac:chgData name="Amaro, Sandra" userId="6bedbfcc-5e0a-4e18-b9b0-c8ab328504b9" providerId="ADAL" clId="{062BA417-29A1-43B6-8A26-14A0CCF37D8E}" dt="2024-01-09T12:22:07.800" v="730"/>
          <ac:spMkLst>
            <pc:docMk/>
            <pc:sldMk cId="2362064632" sldId="2075"/>
            <ac:spMk id="17" creationId="{075CC6A6-2FB0-347F-AF07-786ED1CF6767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19" creationId="{184CE819-9311-4A13-31A1-570A811C2911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0" creationId="{D2555CDB-FBBE-60E3-AE5B-F66DDDF72BB9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2" creationId="{D0B079D6-FCD2-FAF3-BB97-F16C9AD0878F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3" creationId="{D5DF9DB3-935E-F1EF-E9B7-4EB77AE122EB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5" creationId="{5CB73C8E-9B63-72E4-B8E5-51832D0BDD15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6" creationId="{EEF38A65-C8D1-2B07-4122-F48ADEBAB095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8" creationId="{B9AFA420-ABD7-5B9C-A226-7EB3D00E1222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9" creationId="{2016594F-FA47-B401-D9D3-FF7065F8AEB1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31" creationId="{797497E7-273E-2C4F-9411-D57C4DF41F1C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29" creationId="{55111B45-0108-663D-585E-F3CA9B8E3D44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0" creationId="{6EB28478-0E87-009F-04A9-B6A8F4F48B4F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2" creationId="{0A55B343-F4A1-74A3-ABD5-873D0F04ABDD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3" creationId="{51A35707-E9CC-3740-6AD9-9F8787D029D0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5" creationId="{F5359C27-ED67-2B38-178A-073161A96DB5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6" creationId="{70FF0401-71E7-67F9-8AAF-4152A79B32DB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39" creationId="{B62AB748-086A-9248-1DCF-21D69B516D3E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40" creationId="{6CBEFD58-0625-7F76-221C-86F228F20A81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142" creationId="{3350B500-F1CD-42E7-4B50-CB79174B0948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57" creationId="{9D9BBC83-9800-9784-0C16-8B829F3297B7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58" creationId="{DD420105-F814-068F-0074-D12608CAEFAD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59" creationId="{29DB84A6-C61B-F34D-CA2A-B395AD1D2E65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0" creationId="{D11B34B4-F802-92C2-DC7A-97DD17AAF9DA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1" creationId="{2FB07340-6A31-1AC8-7AAC-7A4129CBFA47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2" creationId="{293B398A-FF9D-38BC-751C-62C89E097B8C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3" creationId="{2B2162F9-1ADE-BFE8-B355-7E61062B5F7C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4" creationId="{D3E5F3BE-7FB8-0BF7-0FAC-EE5F867C9E60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5" creationId="{060F34C1-CD6C-97D0-C592-2FF196E83E71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6" creationId="{5A1B08A5-8CAB-C5FA-B69E-7CC3793A43C5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7" creationId="{25387BED-B6EE-BD31-5292-3CE05B0A40A7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8" creationId="{DD0FF546-4581-4140-3F91-07A8F287F915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69" creationId="{BCBB02C1-633E-BC8A-72D7-88FD12EB4C1E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0" creationId="{CE8E19DF-8731-81B0-6C74-9477AE13BA76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1" creationId="{629C1E6E-0764-E27A-8395-2849B8AA6891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2" creationId="{B0E46391-6039-F1FB-1E48-0FBFAD69E13C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3" creationId="{6A97F9E7-736C-4DCB-DF11-84F2DA377FF8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4" creationId="{B774DC01-73D1-3B7A-7ADB-DDA2C1650D77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5" creationId="{DAA3961E-9A31-20FA-8D3D-BCD561A78BAB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6" creationId="{685DDFCD-676B-32EA-ED61-B2D3EB01492F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7" creationId="{5CCD2623-4D53-8785-48DE-85581DFF2A8C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8" creationId="{5523B841-1F58-BB75-71F3-6AD835B59BD6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79" creationId="{30C7EB2F-10A6-F6C5-4BC3-696AF71FDA9B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80" creationId="{1FA883F2-4B81-790A-B29F-5EB25DE988E0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84" creationId="{61A54272-12FB-6C78-4673-D00CDBAABB84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85" creationId="{CCBC80D3-789E-C7A5-76F9-40AF54735440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86" creationId="{889DC076-ADB3-02BA-747B-ABC8D2EE9C6A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87" creationId="{AAFB3520-E99A-A658-9DD2-F51BDFC56083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1" creationId="{1E4147E2-8E06-F16F-5EF9-8EF46BECADCB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2" creationId="{58C5BB0F-FEB5-1AAF-6F90-509BDF7DA2DA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3" creationId="{5BC0E082-4798-2DDD-EA3E-51088171888D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4" creationId="{98440969-7E4E-C440-926F-C1F341457946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8" creationId="{AC0F5B3A-8120-8D9F-03F2-156B5BEE5831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199" creationId="{7F9DB28B-55BF-0693-8A35-42FD3FC2FCF8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00" creationId="{0F1B4401-31A4-BFEA-4EA8-BDD022CEE261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01" creationId="{BF5AD0B5-3F19-AD09-AE0D-E680CE8A1B74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05" creationId="{67CB197A-6DBD-21AE-8BBE-66A9ED7CC7D6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11" creationId="{80E7B87A-DFC4-B87F-13B3-A81BCC4A6DA4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4" creationId="{B16F7180-FFDB-C4D5-FFBD-746769EF38A5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5" creationId="{1405DDBB-67DB-1500-801B-31ACED10160B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6" creationId="{29B4D2AF-2830-0296-BB68-BA37432F495E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7" creationId="{5B27469D-04B9-3E3A-4FFF-81D212E643B3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8" creationId="{45A7ADCE-9B9D-D3E0-A6D7-4BBF63DDA276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29" creationId="{A04105C3-BE85-E0D1-5F16-8F258997F3FA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30" creationId="{E593C86C-FE5A-6D3E-172E-F461D1DDFF55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31" creationId="{80B94B8C-DC48-3751-44A4-1FA43A2D048E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32" creationId="{E17B8D3C-3078-17C1-3662-B12D2ED27B9F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33" creationId="{FB0A5C0E-272F-A5E1-1A1E-D8B451C0F9DA}"/>
          </ac:spMkLst>
        </pc:spChg>
        <pc:spChg chg="del">
          <ac:chgData name="Amaro, Sandra" userId="6bedbfcc-5e0a-4e18-b9b0-c8ab328504b9" providerId="ADAL" clId="{062BA417-29A1-43B6-8A26-14A0CCF37D8E}" dt="2024-01-09T12:21:58.873" v="728" actId="478"/>
          <ac:spMkLst>
            <pc:docMk/>
            <pc:sldMk cId="2362064632" sldId="2075"/>
            <ac:spMk id="234" creationId="{06B36E85-068E-1C98-6C0B-FD8B14EE7729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35" creationId="{DBE57623-6456-D144-61D2-E5FDCE1798D9}"/>
          </ac:spMkLst>
        </pc:spChg>
        <pc:spChg chg="mod">
          <ac:chgData name="Amaro, Sandra" userId="6bedbfcc-5e0a-4e18-b9b0-c8ab328504b9" providerId="ADAL" clId="{062BA417-29A1-43B6-8A26-14A0CCF37D8E}" dt="2024-01-09T12:22:05.319" v="729"/>
          <ac:spMkLst>
            <pc:docMk/>
            <pc:sldMk cId="2362064632" sldId="2075"/>
            <ac:spMk id="237" creationId="{48C13F54-435E-5432-7D5D-D4FD4307A3AB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39" creationId="{1B862856-F820-E7B6-AB1B-BD04C404D9DC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0" creationId="{2ED64390-98C1-058C-6AE2-D94B0A0A6CCA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1" creationId="{A25A6FFE-56B2-8813-8B4A-6ED887C82A9F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2" creationId="{E14CB606-3111-310C-7F8B-F08214168012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3" creationId="{132B3176-4CF9-D170-A459-9081EA7A703F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4" creationId="{5623133C-35DC-7A90-981D-8F245BA409A7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5" creationId="{981F3F90-1E9B-A49C-27F7-B569BA3C43DA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6" creationId="{68EE1C26-8D47-8B28-EA0D-93828BC74A67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7" creationId="{0A60C391-4C52-38F1-1B78-DDD389075BB9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8" creationId="{64A4D597-DC70-DEBC-402D-18C403A12C7C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49" creationId="{BBDA5510-2BA7-0694-71F4-DC3464E628CE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50" creationId="{9394C486-92EF-B94E-A5E5-8336E47A8FE6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51" creationId="{A3E65D1A-26B8-A98E-C2E7-DC609C300486}"/>
          </ac:spMkLst>
        </pc:spChg>
        <pc:spChg chg="add 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52" creationId="{7AA2BE7C-4F69-28B3-6DA3-2A7A1D5F0AB8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54" creationId="{B87434AC-9110-B45A-45A0-FDC38FAC3959}"/>
          </ac:spMkLst>
        </pc:spChg>
        <pc:spChg chg="mod">
          <ac:chgData name="Amaro, Sandra" userId="6bedbfcc-5e0a-4e18-b9b0-c8ab328504b9" providerId="ADAL" clId="{062BA417-29A1-43B6-8A26-14A0CCF37D8E}" dt="2024-01-09T12:22:07.831" v="731"/>
          <ac:spMkLst>
            <pc:docMk/>
            <pc:sldMk cId="2362064632" sldId="2075"/>
            <ac:spMk id="255" creationId="{8BDDAEDF-4FFA-6C49-CDCB-B0C0088FB837}"/>
          </ac:spMkLst>
        </pc:s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18" creationId="{6FE62E09-6C05-BDA2-D6B5-E8689409B616}"/>
          </ac:grpSpMkLst>
        </pc:gr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21" creationId="{BCD0E058-0EF8-B84B-CC22-C95898BA6700}"/>
          </ac:grpSpMkLst>
        </pc:gr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24" creationId="{B234ED98-D2BF-E7EA-90F4-9546B72A271B}"/>
          </ac:grpSpMkLst>
        </pc:gr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27" creationId="{7D3AB6B4-1ED1-3423-7EC0-CB9C08FF234E}"/>
          </ac:grpSpMkLst>
        </pc:gr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30" creationId="{EF5B537D-1B03-5B7F-EB15-D47BB6C5C25F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128" creationId="{E68FFA12-F730-F609-19B3-37ED982B9B77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131" creationId="{48D07537-ED67-9392-8785-6FE126B50DA0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134" creationId="{F81D7F75-DB88-0776-567A-F9197C4862EC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138" creationId="{3BB6FA0B-674B-3247-4629-C125604341EA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141" creationId="{0ECDB7B7-40D1-0115-C8A0-DE1D0C14EFE3}"/>
          </ac:grpSpMkLst>
        </pc:grpChg>
        <pc:grpChg chg="add del mod">
          <ac:chgData name="Amaro, Sandra" userId="6bedbfcc-5e0a-4e18-b9b0-c8ab328504b9" providerId="ADAL" clId="{062BA417-29A1-43B6-8A26-14A0CCF37D8E}" dt="2024-01-09T12:22:07.800" v="730"/>
          <ac:grpSpMkLst>
            <pc:docMk/>
            <pc:sldMk cId="2362064632" sldId="2075"/>
            <ac:grpSpMk id="236" creationId="{457AE453-7687-1EAD-1D15-2EA0EA1A00C4}"/>
          </ac:grpSpMkLst>
        </pc:grpChg>
        <pc:grpChg chg="add mod">
          <ac:chgData name="Amaro, Sandra" userId="6bedbfcc-5e0a-4e18-b9b0-c8ab328504b9" providerId="ADAL" clId="{062BA417-29A1-43B6-8A26-14A0CCF37D8E}" dt="2024-01-09T12:22:07.831" v="731"/>
          <ac:grpSpMkLst>
            <pc:docMk/>
            <pc:sldMk cId="2362064632" sldId="2075"/>
            <ac:grpSpMk id="253" creationId="{99C0ADAB-D3CB-E3A7-C3A2-FCBF4EB4FB99}"/>
          </ac:grpSpMkLst>
        </pc:grpChg>
        <pc:picChg chg="mod">
          <ac:chgData name="Amaro, Sandra" userId="6bedbfcc-5e0a-4e18-b9b0-c8ab328504b9" providerId="ADAL" clId="{062BA417-29A1-43B6-8A26-14A0CCF37D8E}" dt="2024-01-09T12:22:07.831" v="731"/>
          <ac:picMkLst>
            <pc:docMk/>
            <pc:sldMk cId="2362064632" sldId="2075"/>
            <ac:picMk id="143" creationId="{861A8709-33E8-05AB-9252-E877DFF04FEA}"/>
          </ac:picMkLst>
        </pc:picChg>
        <pc:picChg chg="mod">
          <ac:chgData name="Amaro, Sandra" userId="6bedbfcc-5e0a-4e18-b9b0-c8ab328504b9" providerId="ADAL" clId="{062BA417-29A1-43B6-8A26-14A0CCF37D8E}" dt="2024-01-09T12:22:05.319" v="729"/>
          <ac:picMkLst>
            <pc:docMk/>
            <pc:sldMk cId="2362064632" sldId="2075"/>
            <ac:picMk id="238" creationId="{8895F900-DDDE-9608-0D08-E2403B774A0B}"/>
          </ac:picMkLst>
        </pc:picChg>
        <pc:cxnChg chg="del">
          <ac:chgData name="Amaro, Sandra" userId="6bedbfcc-5e0a-4e18-b9b0-c8ab328504b9" providerId="ADAL" clId="{062BA417-29A1-43B6-8A26-14A0CCF37D8E}" dt="2024-01-09T12:21:58.873" v="728" actId="478"/>
          <ac:cxnSpMkLst>
            <pc:docMk/>
            <pc:sldMk cId="2362064632" sldId="2075"/>
            <ac:cxnSpMk id="206" creationId="{3A61F1C3-5D6A-4A41-1955-834EE7414E1B}"/>
          </ac:cxnSpMkLst>
        </pc:cxnChg>
        <pc:cxnChg chg="del">
          <ac:chgData name="Amaro, Sandra" userId="6bedbfcc-5e0a-4e18-b9b0-c8ab328504b9" providerId="ADAL" clId="{062BA417-29A1-43B6-8A26-14A0CCF37D8E}" dt="2024-01-09T12:21:58.873" v="728" actId="478"/>
          <ac:cxnSpMkLst>
            <pc:docMk/>
            <pc:sldMk cId="2362064632" sldId="2075"/>
            <ac:cxnSpMk id="207" creationId="{11BE7D85-3FB4-1541-38EB-41485C49DBBC}"/>
          </ac:cxnSpMkLst>
        </pc:cxnChg>
        <pc:cxnChg chg="del">
          <ac:chgData name="Amaro, Sandra" userId="6bedbfcc-5e0a-4e18-b9b0-c8ab328504b9" providerId="ADAL" clId="{062BA417-29A1-43B6-8A26-14A0CCF37D8E}" dt="2024-01-09T12:21:58.873" v="728" actId="478"/>
          <ac:cxnSpMkLst>
            <pc:docMk/>
            <pc:sldMk cId="2362064632" sldId="2075"/>
            <ac:cxnSpMk id="208" creationId="{9596BEDE-3CEF-F37A-02E1-20FC34A73CEB}"/>
          </ac:cxnSpMkLst>
        </pc:cxnChg>
        <pc:cxnChg chg="del">
          <ac:chgData name="Amaro, Sandra" userId="6bedbfcc-5e0a-4e18-b9b0-c8ab328504b9" providerId="ADAL" clId="{062BA417-29A1-43B6-8A26-14A0CCF37D8E}" dt="2024-01-09T12:21:58.873" v="728" actId="478"/>
          <ac:cxnSpMkLst>
            <pc:docMk/>
            <pc:sldMk cId="2362064632" sldId="2075"/>
            <ac:cxnSpMk id="209" creationId="{45C91E9E-41BF-B438-42E3-92BC869EFD5B}"/>
          </ac:cxnSpMkLst>
        </pc:cxnChg>
        <pc:cxnChg chg="del">
          <ac:chgData name="Amaro, Sandra" userId="6bedbfcc-5e0a-4e18-b9b0-c8ab328504b9" providerId="ADAL" clId="{062BA417-29A1-43B6-8A26-14A0CCF37D8E}" dt="2024-01-09T12:21:58.873" v="728" actId="478"/>
          <ac:cxnSpMkLst>
            <pc:docMk/>
            <pc:sldMk cId="2362064632" sldId="2075"/>
            <ac:cxnSpMk id="210" creationId="{F10FE826-1242-C2CD-3A17-A347AF7B6067}"/>
          </ac:cxnSpMkLst>
        </pc:cxnChg>
      </pc:sldChg>
      <pc:sldChg chg="addSp delSp modSp add del mod ord">
        <pc:chgData name="Amaro, Sandra" userId="6bedbfcc-5e0a-4e18-b9b0-c8ab328504b9" providerId="ADAL" clId="{062BA417-29A1-43B6-8A26-14A0CCF37D8E}" dt="2024-01-10T18:26:41.827" v="6357" actId="47"/>
        <pc:sldMkLst>
          <pc:docMk/>
          <pc:sldMk cId="1758437245" sldId="2076"/>
        </pc:sldMkLst>
        <pc:spChg chg="mod">
          <ac:chgData name="Amaro, Sandra" userId="6bedbfcc-5e0a-4e18-b9b0-c8ab328504b9" providerId="ADAL" clId="{062BA417-29A1-43B6-8A26-14A0CCF37D8E}" dt="2024-01-10T17:28:38.675" v="5861" actId="20577"/>
          <ac:spMkLst>
            <pc:docMk/>
            <pc:sldMk cId="1758437245" sldId="2076"/>
            <ac:spMk id="3" creationId="{3E5D765C-774B-4EE7-8C6D-AE64B09A9B64}"/>
          </ac:spMkLst>
        </pc:spChg>
        <pc:spChg chg="add del mod">
          <ac:chgData name="Amaro, Sandra" userId="6bedbfcc-5e0a-4e18-b9b0-c8ab328504b9" providerId="ADAL" clId="{062BA417-29A1-43B6-8A26-14A0CCF37D8E}" dt="2024-01-10T18:12:52.317" v="6110" actId="478"/>
          <ac:spMkLst>
            <pc:docMk/>
            <pc:sldMk cId="1758437245" sldId="2076"/>
            <ac:spMk id="4" creationId="{C1020F72-806E-38DF-4C12-0AC367E7F235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5" creationId="{B999E5D3-9FF4-9CA4-6B38-DC291EBC8FA4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6" creationId="{F8429F20-26C2-6D65-2F02-2EC21C9BB836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7" creationId="{48825CF7-EF06-705D-9A47-45D115830690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8" creationId="{E2DA0798-C8D1-CFA7-2E22-FEFCEE06A70F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9" creationId="{7F8B8160-9B1E-26E9-C663-44542C1CE7D1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10" creationId="{5E9DD143-7695-2302-E41D-F3E782FCAB43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11" creationId="{D77C2B12-7567-6675-41E6-8A886531C11C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13" creationId="{04512FCC-5C49-4068-7A80-547A664617F1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14" creationId="{E5EB384E-D4FF-A747-2D67-3847E6970C14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15" creationId="{2438E86D-732B-F8A6-B23B-C812F17DED49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17" creationId="{08ABF9F5-A548-620E-4C53-CC4A8E058E77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18" creationId="{B61F6E7D-BA7D-9C4A-6479-A36243FCB50C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19" creationId="{84369287-6137-E707-6EA4-45683A0E0D1F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20" creationId="{251C6B00-3F18-FB20-F43D-7A16F325A0EF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23" creationId="{3F28B777-5B08-F25B-9274-53AE0AA187D3}"/>
          </ac:spMkLst>
        </pc:spChg>
        <pc:spChg chg="mod">
          <ac:chgData name="Amaro, Sandra" userId="6bedbfcc-5e0a-4e18-b9b0-c8ab328504b9" providerId="ADAL" clId="{062BA417-29A1-43B6-8A26-14A0CCF37D8E}" dt="2024-01-09T12:23:26.731" v="736"/>
          <ac:spMkLst>
            <pc:docMk/>
            <pc:sldMk cId="1758437245" sldId="2076"/>
            <ac:spMk id="24" creationId="{9BEF4A65-991A-A14A-897A-14CCD966F478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25" creationId="{0F4EE364-DEEE-9B28-AE3B-E4C3BAEA5418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26" creationId="{7EA173D4-C201-DA1A-02A3-AB20473B453E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29" creationId="{D4657046-099D-4AE0-DE6F-D36B06617B92}"/>
          </ac:spMkLst>
        </pc:spChg>
        <pc:spChg chg="add del mod">
          <ac:chgData name="Amaro, Sandra" userId="6bedbfcc-5e0a-4e18-b9b0-c8ab328504b9" providerId="ADAL" clId="{062BA417-29A1-43B6-8A26-14A0CCF37D8E}" dt="2024-01-09T12:23:29.473" v="737"/>
          <ac:spMkLst>
            <pc:docMk/>
            <pc:sldMk cId="1758437245" sldId="2076"/>
            <ac:spMk id="31" creationId="{E0885211-B331-68DC-0EBD-885293B5E149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144" creationId="{712DD3C0-30CD-EF9C-3F2D-8AC96D2C30F3}"/>
          </ac:spMkLst>
        </pc:spChg>
        <pc:spChg chg="add del mod">
          <ac:chgData name="Amaro, Sandra" userId="6bedbfcc-5e0a-4e18-b9b0-c8ab328504b9" providerId="ADAL" clId="{062BA417-29A1-43B6-8A26-14A0CCF37D8E}" dt="2024-01-09T12:44:33.288" v="835" actId="478"/>
          <ac:spMkLst>
            <pc:docMk/>
            <pc:sldMk cId="1758437245" sldId="2076"/>
            <ac:spMk id="145" creationId="{A5F6557F-2EEE-410C-EAFE-F0667F944D16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148" creationId="{C01A8451-AE77-47E5-6791-2BA4DC7B1DD0}"/>
          </ac:spMkLst>
        </pc:spChg>
        <pc:spChg chg="mod">
          <ac:chgData name="Amaro, Sandra" userId="6bedbfcc-5e0a-4e18-b9b0-c8ab328504b9" providerId="ADAL" clId="{062BA417-29A1-43B6-8A26-14A0CCF37D8E}" dt="2024-01-10T18:14:55.009" v="6140" actId="20577"/>
          <ac:spMkLst>
            <pc:docMk/>
            <pc:sldMk cId="1758437245" sldId="2076"/>
            <ac:spMk id="149" creationId="{C9B84ED4-D25E-565C-C42F-AC715CA2F935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150" creationId="{916222FA-14F0-3FCA-CBC4-D0459CEE9095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151" creationId="{E432B8AA-DF4C-85B4-020F-79A0B154EAE2}"/>
          </ac:spMkLst>
        </pc:spChg>
        <pc:spChg chg="add del mod">
          <ac:chgData name="Amaro, Sandra" userId="6bedbfcc-5e0a-4e18-b9b0-c8ab328504b9" providerId="ADAL" clId="{062BA417-29A1-43B6-8A26-14A0CCF37D8E}" dt="2024-01-09T12:44:33.288" v="835" actId="478"/>
          <ac:spMkLst>
            <pc:docMk/>
            <pc:sldMk cId="1758437245" sldId="2076"/>
            <ac:spMk id="154" creationId="{0768BE4C-18DF-0B4F-6CAC-34AFB5D8A866}"/>
          </ac:spMkLst>
        </pc:spChg>
        <pc:spChg chg="add mod">
          <ac:chgData name="Amaro, Sandra" userId="6bedbfcc-5e0a-4e18-b9b0-c8ab328504b9" providerId="ADAL" clId="{062BA417-29A1-43B6-8A26-14A0CCF37D8E}" dt="2024-01-10T18:15:05.695" v="6211" actId="1038"/>
          <ac:spMkLst>
            <pc:docMk/>
            <pc:sldMk cId="1758437245" sldId="2076"/>
            <ac:spMk id="156" creationId="{90C5DD4B-618B-85AE-54FC-FAC27EE18F11}"/>
          </ac:spMkLst>
        </pc:spChg>
        <pc:spChg chg="add del mod">
          <ac:chgData name="Amaro, Sandra" userId="6bedbfcc-5e0a-4e18-b9b0-c8ab328504b9" providerId="ADAL" clId="{062BA417-29A1-43B6-8A26-14A0CCF37D8E}" dt="2024-01-09T13:04:55.333" v="1753" actId="478"/>
          <ac:spMkLst>
            <pc:docMk/>
            <pc:sldMk cId="1758437245" sldId="2076"/>
            <ac:spMk id="159" creationId="{D640E268-E96D-B235-94EE-A1B70021119E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225" creationId="{44C42852-B067-7565-C1EF-6D1AB2C9D08F}"/>
          </ac:spMkLst>
        </pc:spChg>
        <pc:spChg chg="mod">
          <ac:chgData name="Amaro, Sandra" userId="6bedbfcc-5e0a-4e18-b9b0-c8ab328504b9" providerId="ADAL" clId="{062BA417-29A1-43B6-8A26-14A0CCF37D8E}" dt="2024-01-09T12:45:01.551" v="882" actId="6549"/>
          <ac:spMkLst>
            <pc:docMk/>
            <pc:sldMk cId="1758437245" sldId="2076"/>
            <ac:spMk id="226" creationId="{FE55ECE8-7519-09EE-0CFE-52572A48A410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227" creationId="{72944C6F-E4C2-12CA-0644-36CD20EAF561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228" creationId="{FDDA4C4B-ABB5-C795-3999-C6692A429F88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229" creationId="{3710F48A-06CB-00CF-BB2C-8E630B08871D}"/>
          </ac:spMkLst>
        </pc:spChg>
        <pc:spChg chg="add del mod">
          <ac:chgData name="Amaro, Sandra" userId="6bedbfcc-5e0a-4e18-b9b0-c8ab328504b9" providerId="ADAL" clId="{062BA417-29A1-43B6-8A26-14A0CCF37D8E}" dt="2024-01-09T12:44:33.288" v="835" actId="478"/>
          <ac:spMkLst>
            <pc:docMk/>
            <pc:sldMk cId="1758437245" sldId="2076"/>
            <ac:spMk id="230" creationId="{EBE8D1B9-BCF0-DA7C-CEF9-2411D93D8CC0}"/>
          </ac:spMkLst>
        </pc:spChg>
        <pc:spChg chg="add del mod">
          <ac:chgData name="Amaro, Sandra" userId="6bedbfcc-5e0a-4e18-b9b0-c8ab328504b9" providerId="ADAL" clId="{062BA417-29A1-43B6-8A26-14A0CCF37D8E}" dt="2024-01-09T12:44:33.288" v="835" actId="478"/>
          <ac:spMkLst>
            <pc:docMk/>
            <pc:sldMk cId="1758437245" sldId="2076"/>
            <ac:spMk id="231" creationId="{2DA63ACA-A715-7461-AE89-380F4A688B5D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233" creationId="{6F340A59-395E-A5FD-CD71-C2566B24107B}"/>
          </ac:spMkLst>
        </pc:spChg>
        <pc:spChg chg="mod">
          <ac:chgData name="Amaro, Sandra" userId="6bedbfcc-5e0a-4e18-b9b0-c8ab328504b9" providerId="ADAL" clId="{062BA417-29A1-43B6-8A26-14A0CCF37D8E}" dt="2024-01-10T17:30:07.711" v="5884" actId="20577"/>
          <ac:spMkLst>
            <pc:docMk/>
            <pc:sldMk cId="1758437245" sldId="2076"/>
            <ac:spMk id="234" creationId="{F886D2F6-EC3A-8FD4-598A-277BB22069A3}"/>
          </ac:spMkLst>
        </pc:spChg>
        <pc:spChg chg="add mod">
          <ac:chgData name="Amaro, Sandra" userId="6bedbfcc-5e0a-4e18-b9b0-c8ab328504b9" providerId="ADAL" clId="{062BA417-29A1-43B6-8A26-14A0CCF37D8E}" dt="2024-01-10T18:14:36.279" v="6137" actId="1035"/>
          <ac:spMkLst>
            <pc:docMk/>
            <pc:sldMk cId="1758437245" sldId="2076"/>
            <ac:spMk id="235" creationId="{D6A5CDB9-FFCD-1D39-840A-036208583EE8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237" creationId="{C5FDD631-4DBD-EC1A-1392-358C5C1233C8}"/>
          </ac:spMkLst>
        </pc:spChg>
        <pc:spChg chg="mod">
          <ac:chgData name="Amaro, Sandra" userId="6bedbfcc-5e0a-4e18-b9b0-c8ab328504b9" providerId="ADAL" clId="{062BA417-29A1-43B6-8A26-14A0CCF37D8E}" dt="2024-01-09T12:23:29.577" v="738"/>
          <ac:spMkLst>
            <pc:docMk/>
            <pc:sldMk cId="1758437245" sldId="2076"/>
            <ac:spMk id="238" creationId="{FC71FDD5-C2EC-4404-2FD4-0ACDFF78F42D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39" creationId="{1B862856-F820-E7B6-AB1B-BD04C404D9DC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0" creationId="{2ED64390-98C1-058C-6AE2-D94B0A0A6CCA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1" creationId="{A25A6FFE-56B2-8813-8B4A-6ED887C82A9F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2" creationId="{E14CB606-3111-310C-7F8B-F08214168012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3" creationId="{132B3176-4CF9-D170-A459-9081EA7A703F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4" creationId="{5623133C-35DC-7A90-981D-8F245BA409A7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5" creationId="{981F3F90-1E9B-A49C-27F7-B569BA3C43DA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6" creationId="{68EE1C26-8D47-8B28-EA0D-93828BC74A67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7" creationId="{0A60C391-4C52-38F1-1B78-DDD389075BB9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8" creationId="{64A4D597-DC70-DEBC-402D-18C403A12C7C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49" creationId="{BBDA5510-2BA7-0694-71F4-DC3464E628CE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50" creationId="{9394C486-92EF-B94E-A5E5-8336E47A8FE6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51" creationId="{A3E65D1A-26B8-A98E-C2E7-DC609C300486}"/>
          </ac:spMkLst>
        </pc:spChg>
        <pc:spChg chg="del">
          <ac:chgData name="Amaro, Sandra" userId="6bedbfcc-5e0a-4e18-b9b0-c8ab328504b9" providerId="ADAL" clId="{062BA417-29A1-43B6-8A26-14A0CCF37D8E}" dt="2024-01-09T12:23:13.977" v="735" actId="478"/>
          <ac:spMkLst>
            <pc:docMk/>
            <pc:sldMk cId="1758437245" sldId="2076"/>
            <ac:spMk id="252" creationId="{7AA2BE7C-4F69-28B3-6DA3-2A7A1D5F0AB8}"/>
          </ac:spMkLst>
        </pc:spChg>
        <pc:spChg chg="mod topLvl">
          <ac:chgData name="Amaro, Sandra" userId="6bedbfcc-5e0a-4e18-b9b0-c8ab328504b9" providerId="ADAL" clId="{062BA417-29A1-43B6-8A26-14A0CCF37D8E}" dt="2024-01-09T12:57:19.868" v="1082" actId="164"/>
          <ac:spMkLst>
            <pc:docMk/>
            <pc:sldMk cId="1758437245" sldId="2076"/>
            <ac:spMk id="261" creationId="{88A26F42-2C77-6626-5B65-55EA0C9BF625}"/>
          </ac:spMkLst>
        </pc:spChg>
        <pc:spChg chg="mod topLvl">
          <ac:chgData name="Amaro, Sandra" userId="6bedbfcc-5e0a-4e18-b9b0-c8ab328504b9" providerId="ADAL" clId="{062BA417-29A1-43B6-8A26-14A0CCF37D8E}" dt="2024-01-09T12:57:19.868" v="1082" actId="164"/>
          <ac:spMkLst>
            <pc:docMk/>
            <pc:sldMk cId="1758437245" sldId="2076"/>
            <ac:spMk id="262" creationId="{9885C978-82EF-6515-6EC7-5C46F382C52D}"/>
          </ac:spMkLst>
        </pc:spChg>
        <pc:spChg chg="mod">
          <ac:chgData name="Amaro, Sandra" userId="6bedbfcc-5e0a-4e18-b9b0-c8ab328504b9" providerId="ADAL" clId="{062BA417-29A1-43B6-8A26-14A0CCF37D8E}" dt="2024-01-09T12:57:21.256" v="1083"/>
          <ac:spMkLst>
            <pc:docMk/>
            <pc:sldMk cId="1758437245" sldId="2076"/>
            <ac:spMk id="265" creationId="{BA229C9C-AB60-CDC1-032E-53DE82BF843B}"/>
          </ac:spMkLst>
        </pc:spChg>
        <pc:spChg chg="mod">
          <ac:chgData name="Amaro, Sandra" userId="6bedbfcc-5e0a-4e18-b9b0-c8ab328504b9" providerId="ADAL" clId="{062BA417-29A1-43B6-8A26-14A0CCF37D8E}" dt="2024-01-09T12:59:37.342" v="1161" actId="20577"/>
          <ac:spMkLst>
            <pc:docMk/>
            <pc:sldMk cId="1758437245" sldId="2076"/>
            <ac:spMk id="266" creationId="{26150D53-F682-BD73-2066-26FCD0F98A38}"/>
          </ac:spMkLst>
        </pc:spChg>
        <pc:spChg chg="mod">
          <ac:chgData name="Amaro, Sandra" userId="6bedbfcc-5e0a-4e18-b9b0-c8ab328504b9" providerId="ADAL" clId="{062BA417-29A1-43B6-8A26-14A0CCF37D8E}" dt="2024-01-09T12:57:22.477" v="1084"/>
          <ac:spMkLst>
            <pc:docMk/>
            <pc:sldMk cId="1758437245" sldId="2076"/>
            <ac:spMk id="268" creationId="{E3EE9270-973A-7522-C247-42552DE470B1}"/>
          </ac:spMkLst>
        </pc:spChg>
        <pc:spChg chg="mod">
          <ac:chgData name="Amaro, Sandra" userId="6bedbfcc-5e0a-4e18-b9b0-c8ab328504b9" providerId="ADAL" clId="{062BA417-29A1-43B6-8A26-14A0CCF37D8E}" dt="2024-01-09T12:59:48.065" v="1180" actId="20577"/>
          <ac:spMkLst>
            <pc:docMk/>
            <pc:sldMk cId="1758437245" sldId="2076"/>
            <ac:spMk id="269" creationId="{BE6900AB-B662-F9A1-AF09-E027F892EC7E}"/>
          </ac:spMkLst>
        </pc:spChg>
        <pc:spChg chg="mod">
          <ac:chgData name="Amaro, Sandra" userId="6bedbfcc-5e0a-4e18-b9b0-c8ab328504b9" providerId="ADAL" clId="{062BA417-29A1-43B6-8A26-14A0CCF37D8E}" dt="2024-01-09T12:57:22.931" v="1085"/>
          <ac:spMkLst>
            <pc:docMk/>
            <pc:sldMk cId="1758437245" sldId="2076"/>
            <ac:spMk id="271" creationId="{8F617979-44F6-9D18-D6BC-0E753A928F9E}"/>
          </ac:spMkLst>
        </pc:spChg>
        <pc:spChg chg="mod">
          <ac:chgData name="Amaro, Sandra" userId="6bedbfcc-5e0a-4e18-b9b0-c8ab328504b9" providerId="ADAL" clId="{062BA417-29A1-43B6-8A26-14A0CCF37D8E}" dt="2024-01-09T12:59:58.623" v="1200" actId="20577"/>
          <ac:spMkLst>
            <pc:docMk/>
            <pc:sldMk cId="1758437245" sldId="2076"/>
            <ac:spMk id="272" creationId="{1333CBEF-2495-6676-E2C5-2E4405BDFF68}"/>
          </ac:spMkLst>
        </pc:spChg>
        <pc:spChg chg="mod">
          <ac:chgData name="Amaro, Sandra" userId="6bedbfcc-5e0a-4e18-b9b0-c8ab328504b9" providerId="ADAL" clId="{062BA417-29A1-43B6-8A26-14A0CCF37D8E}" dt="2024-01-09T12:57:23.580" v="1086"/>
          <ac:spMkLst>
            <pc:docMk/>
            <pc:sldMk cId="1758437245" sldId="2076"/>
            <ac:spMk id="274" creationId="{57475586-07DA-0991-522F-BAE655F26AAD}"/>
          </ac:spMkLst>
        </pc:spChg>
        <pc:spChg chg="mod">
          <ac:chgData name="Amaro, Sandra" userId="6bedbfcc-5e0a-4e18-b9b0-c8ab328504b9" providerId="ADAL" clId="{062BA417-29A1-43B6-8A26-14A0CCF37D8E}" dt="2024-01-09T13:00:07.075" v="1214" actId="20577"/>
          <ac:spMkLst>
            <pc:docMk/>
            <pc:sldMk cId="1758437245" sldId="2076"/>
            <ac:spMk id="275" creationId="{B988ECC5-F2E3-26D6-A89B-34D9E059E5A7}"/>
          </ac:spMkLst>
        </pc:spChg>
        <pc:spChg chg="mod">
          <ac:chgData name="Amaro, Sandra" userId="6bedbfcc-5e0a-4e18-b9b0-c8ab328504b9" providerId="ADAL" clId="{062BA417-29A1-43B6-8A26-14A0CCF37D8E}" dt="2024-01-09T12:57:24.012" v="1087"/>
          <ac:spMkLst>
            <pc:docMk/>
            <pc:sldMk cId="1758437245" sldId="2076"/>
            <ac:spMk id="277" creationId="{81068FF1-EC9B-1767-7B9A-D511E97BFF70}"/>
          </ac:spMkLst>
        </pc:spChg>
        <pc:spChg chg="mod">
          <ac:chgData name="Amaro, Sandra" userId="6bedbfcc-5e0a-4e18-b9b0-c8ab328504b9" providerId="ADAL" clId="{062BA417-29A1-43B6-8A26-14A0CCF37D8E}" dt="2024-01-09T13:00:13.075" v="1221" actId="20577"/>
          <ac:spMkLst>
            <pc:docMk/>
            <pc:sldMk cId="1758437245" sldId="2076"/>
            <ac:spMk id="278" creationId="{877BE1BB-735E-077D-8CC8-F2CC7D9DD957}"/>
          </ac:spMkLst>
        </pc:spChg>
        <pc:spChg chg="mod">
          <ac:chgData name="Amaro, Sandra" userId="6bedbfcc-5e0a-4e18-b9b0-c8ab328504b9" providerId="ADAL" clId="{062BA417-29A1-43B6-8A26-14A0CCF37D8E}" dt="2024-01-09T12:57:24.435" v="1088"/>
          <ac:spMkLst>
            <pc:docMk/>
            <pc:sldMk cId="1758437245" sldId="2076"/>
            <ac:spMk id="280" creationId="{6F0F938F-36E3-7F46-F381-B4DFF44D9D36}"/>
          </ac:spMkLst>
        </pc:spChg>
        <pc:spChg chg="mod">
          <ac:chgData name="Amaro, Sandra" userId="6bedbfcc-5e0a-4e18-b9b0-c8ab328504b9" providerId="ADAL" clId="{062BA417-29A1-43B6-8A26-14A0CCF37D8E}" dt="2024-01-09T12:59:42.566" v="1168" actId="20577"/>
          <ac:spMkLst>
            <pc:docMk/>
            <pc:sldMk cId="1758437245" sldId="2076"/>
            <ac:spMk id="281" creationId="{96A85862-57D7-97FB-322D-1004A9BE5E08}"/>
          </ac:spMkLst>
        </pc:spChg>
        <pc:spChg chg="mod">
          <ac:chgData name="Amaro, Sandra" userId="6bedbfcc-5e0a-4e18-b9b0-c8ab328504b9" providerId="ADAL" clId="{062BA417-29A1-43B6-8A26-14A0CCF37D8E}" dt="2024-01-09T12:57:24.915" v="1089"/>
          <ac:spMkLst>
            <pc:docMk/>
            <pc:sldMk cId="1758437245" sldId="2076"/>
            <ac:spMk id="283" creationId="{9CAA2B5A-8087-E407-9DF2-F6E2D0EEF0BC}"/>
          </ac:spMkLst>
        </pc:spChg>
        <pc:spChg chg="mod">
          <ac:chgData name="Amaro, Sandra" userId="6bedbfcc-5e0a-4e18-b9b0-c8ab328504b9" providerId="ADAL" clId="{062BA417-29A1-43B6-8A26-14A0CCF37D8E}" dt="2024-01-09T12:59:53.024" v="1193" actId="20577"/>
          <ac:spMkLst>
            <pc:docMk/>
            <pc:sldMk cId="1758437245" sldId="2076"/>
            <ac:spMk id="284" creationId="{B5F19EA3-7F7B-0FB2-81D3-F60ACCFC229F}"/>
          </ac:spMkLst>
        </pc:spChg>
        <pc:spChg chg="mod">
          <ac:chgData name="Amaro, Sandra" userId="6bedbfcc-5e0a-4e18-b9b0-c8ab328504b9" providerId="ADAL" clId="{062BA417-29A1-43B6-8A26-14A0CCF37D8E}" dt="2024-01-09T12:57:25.300" v="1090"/>
          <ac:spMkLst>
            <pc:docMk/>
            <pc:sldMk cId="1758437245" sldId="2076"/>
            <ac:spMk id="286" creationId="{0692CA58-D5D1-9754-C7EB-F8BC67DF22AD}"/>
          </ac:spMkLst>
        </pc:spChg>
        <pc:spChg chg="mod">
          <ac:chgData name="Amaro, Sandra" userId="6bedbfcc-5e0a-4e18-b9b0-c8ab328504b9" providerId="ADAL" clId="{062BA417-29A1-43B6-8A26-14A0CCF37D8E}" dt="2024-01-09T13:00:31.120" v="1232" actId="20577"/>
          <ac:spMkLst>
            <pc:docMk/>
            <pc:sldMk cId="1758437245" sldId="2076"/>
            <ac:spMk id="287" creationId="{F72F4595-D9AB-296E-21B9-2256CF8B2715}"/>
          </ac:spMkLst>
        </pc:spChg>
        <pc:spChg chg="add del mod">
          <ac:chgData name="Amaro, Sandra" userId="6bedbfcc-5e0a-4e18-b9b0-c8ab328504b9" providerId="ADAL" clId="{062BA417-29A1-43B6-8A26-14A0CCF37D8E}" dt="2024-01-09T13:00:44.929" v="1234"/>
          <ac:spMkLst>
            <pc:docMk/>
            <pc:sldMk cId="1758437245" sldId="2076"/>
            <ac:spMk id="288" creationId="{1D65121F-190F-E364-930E-26950A49D764}"/>
          </ac:spMkLst>
        </pc:spChg>
        <pc:spChg chg="add mod">
          <ac:chgData name="Amaro, Sandra" userId="6bedbfcc-5e0a-4e18-b9b0-c8ab328504b9" providerId="ADAL" clId="{062BA417-29A1-43B6-8A26-14A0CCF37D8E}" dt="2024-01-09T13:00:55.011" v="1236" actId="6549"/>
          <ac:spMkLst>
            <pc:docMk/>
            <pc:sldMk cId="1758437245" sldId="2076"/>
            <ac:spMk id="289" creationId="{0247DB8D-EE1F-A3B1-8F31-960510214241}"/>
          </ac:spMkLst>
        </pc:spChg>
        <pc:grpChg chg="add del mod">
          <ac:chgData name="Amaro, Sandra" userId="6bedbfcc-5e0a-4e18-b9b0-c8ab328504b9" providerId="ADAL" clId="{062BA417-29A1-43B6-8A26-14A0CCF37D8E}" dt="2024-01-09T12:23:29.473" v="737"/>
          <ac:grpSpMkLst>
            <pc:docMk/>
            <pc:sldMk cId="1758437245" sldId="2076"/>
            <ac:grpSpMk id="4" creationId="{1815AA48-4D57-946A-8D7F-3EFDD2D51419}"/>
          </ac:grpSpMkLst>
        </pc:grpChg>
        <pc:grpChg chg="add del mod">
          <ac:chgData name="Amaro, Sandra" userId="6bedbfcc-5e0a-4e18-b9b0-c8ab328504b9" providerId="ADAL" clId="{062BA417-29A1-43B6-8A26-14A0CCF37D8E}" dt="2024-01-09T12:23:29.473" v="737"/>
          <ac:grpSpMkLst>
            <pc:docMk/>
            <pc:sldMk cId="1758437245" sldId="2076"/>
            <ac:grpSpMk id="12" creationId="{40810A76-3304-75FC-E7B8-F74BD2973296}"/>
          </ac:grpSpMkLst>
        </pc:grpChg>
        <pc:grpChg chg="add del mod">
          <ac:chgData name="Amaro, Sandra" userId="6bedbfcc-5e0a-4e18-b9b0-c8ab328504b9" providerId="ADAL" clId="{062BA417-29A1-43B6-8A26-14A0CCF37D8E}" dt="2024-01-09T12:23:29.473" v="737"/>
          <ac:grpSpMkLst>
            <pc:docMk/>
            <pc:sldMk cId="1758437245" sldId="2076"/>
            <ac:grpSpMk id="16" creationId="{E59C8BD5-C17C-64FB-E0AF-D8FFF8D79633}"/>
          </ac:grpSpMkLst>
        </pc:grpChg>
        <pc:grpChg chg="add del mod">
          <ac:chgData name="Amaro, Sandra" userId="6bedbfcc-5e0a-4e18-b9b0-c8ab328504b9" providerId="ADAL" clId="{062BA417-29A1-43B6-8A26-14A0CCF37D8E}" dt="2024-01-09T12:23:29.473" v="737"/>
          <ac:grpSpMkLst>
            <pc:docMk/>
            <pc:sldMk cId="1758437245" sldId="2076"/>
            <ac:grpSpMk id="22" creationId="{4DE3B1AB-4AEB-43DD-0DE6-EF96629CBB82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128" creationId="{E68FFA12-F730-F609-19B3-37ED982B9B77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131" creationId="{48D07537-ED67-9392-8785-6FE126B50DA0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134" creationId="{F81D7F75-DB88-0776-567A-F9197C4862EC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138" creationId="{3BB6FA0B-674B-3247-4629-C125604341EA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141" creationId="{0ECDB7B7-40D1-0115-C8A0-DE1D0C14EFE3}"/>
          </ac:grpSpMkLst>
        </pc:grpChg>
        <pc:grpChg chg="add mod">
          <ac:chgData name="Amaro, Sandra" userId="6bedbfcc-5e0a-4e18-b9b0-c8ab328504b9" providerId="ADAL" clId="{062BA417-29A1-43B6-8A26-14A0CCF37D8E}" dt="2024-01-10T18:14:44.866" v="6138" actId="14100"/>
          <ac:grpSpMkLst>
            <pc:docMk/>
            <pc:sldMk cId="1758437245" sldId="2076"/>
            <ac:grpSpMk id="147" creationId="{08192972-5487-41B4-6EF4-44B0371ECA59}"/>
          </ac:grpSpMkLst>
        </pc:grpChg>
        <pc:grpChg chg="add mod">
          <ac:chgData name="Amaro, Sandra" userId="6bedbfcc-5e0a-4e18-b9b0-c8ab328504b9" providerId="ADAL" clId="{062BA417-29A1-43B6-8A26-14A0CCF37D8E}" dt="2024-01-10T18:14:44.866" v="6138" actId="14100"/>
          <ac:grpSpMkLst>
            <pc:docMk/>
            <pc:sldMk cId="1758437245" sldId="2076"/>
            <ac:grpSpMk id="224" creationId="{A60DEAFE-6745-F1C0-82E6-D737B4634970}"/>
          </ac:grpSpMkLst>
        </pc:grpChg>
        <pc:grpChg chg="add mod">
          <ac:chgData name="Amaro, Sandra" userId="6bedbfcc-5e0a-4e18-b9b0-c8ab328504b9" providerId="ADAL" clId="{062BA417-29A1-43B6-8A26-14A0CCF37D8E}" dt="2024-01-10T18:14:44.866" v="6138" actId="14100"/>
          <ac:grpSpMkLst>
            <pc:docMk/>
            <pc:sldMk cId="1758437245" sldId="2076"/>
            <ac:grpSpMk id="232" creationId="{6BEA445A-BE88-6FA9-59A7-A163979D60E4}"/>
          </ac:grpSpMkLst>
        </pc:grpChg>
        <pc:grpChg chg="add del mod">
          <ac:chgData name="Amaro, Sandra" userId="6bedbfcc-5e0a-4e18-b9b0-c8ab328504b9" providerId="ADAL" clId="{062BA417-29A1-43B6-8A26-14A0CCF37D8E}" dt="2024-01-09T12:23:44.546" v="739" actId="478"/>
          <ac:grpSpMkLst>
            <pc:docMk/>
            <pc:sldMk cId="1758437245" sldId="2076"/>
            <ac:grpSpMk id="236" creationId="{8F4F66CF-8BD9-78BC-8AC2-DA64DD98E09C}"/>
          </ac:grpSpMkLst>
        </pc:grpChg>
        <pc:grpChg chg="del">
          <ac:chgData name="Amaro, Sandra" userId="6bedbfcc-5e0a-4e18-b9b0-c8ab328504b9" providerId="ADAL" clId="{062BA417-29A1-43B6-8A26-14A0CCF37D8E}" dt="2024-01-09T12:23:13.977" v="735" actId="478"/>
          <ac:grpSpMkLst>
            <pc:docMk/>
            <pc:sldMk cId="1758437245" sldId="2076"/>
            <ac:grpSpMk id="253" creationId="{99C0ADAB-D3CB-E3A7-C3A2-FCBF4EB4FB99}"/>
          </ac:grpSpMkLst>
        </pc:grpChg>
        <pc:grpChg chg="add del mod">
          <ac:chgData name="Amaro, Sandra" userId="6bedbfcc-5e0a-4e18-b9b0-c8ab328504b9" providerId="ADAL" clId="{062BA417-29A1-43B6-8A26-14A0CCF37D8E}" dt="2024-01-09T12:56:47.910" v="1074" actId="165"/>
          <ac:grpSpMkLst>
            <pc:docMk/>
            <pc:sldMk cId="1758437245" sldId="2076"/>
            <ac:grpSpMk id="260" creationId="{F58A4AC7-0EFF-AA0D-AB4D-F72ABEC604C6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63" creationId="{8A7451FA-EAB1-D98B-EAF3-ED2CD7AAB492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64" creationId="{A9CA2ED9-E6FC-14F7-8A2C-0A85528F8337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67" creationId="{C5D27504-01D4-352C-E60D-E0C2659C9805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70" creationId="{8359410B-F2D4-C65D-6399-4BB404D0A39F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73" creationId="{3F805523-0961-3B46-BB65-C9B02F616A14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76" creationId="{61E68040-FE4B-3110-9FF0-63199681AAEB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79" creationId="{319E3DEA-50B7-EF3C-E300-6B1E69851324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82" creationId="{07996539-E5EB-AFE7-399B-F8C12D25CBF2}"/>
          </ac:grpSpMkLst>
        </pc:grpChg>
        <pc:grpChg chg="add mod">
          <ac:chgData name="Amaro, Sandra" userId="6bedbfcc-5e0a-4e18-b9b0-c8ab328504b9" providerId="ADAL" clId="{062BA417-29A1-43B6-8A26-14A0CCF37D8E}" dt="2024-01-10T18:14:36.279" v="6137" actId="1035"/>
          <ac:grpSpMkLst>
            <pc:docMk/>
            <pc:sldMk cId="1758437245" sldId="2076"/>
            <ac:grpSpMk id="285" creationId="{78B6094B-2A13-D0BB-898F-A0144360A9E4}"/>
          </ac:grpSpMkLst>
        </pc:grpChg>
        <pc:picChg chg="add del mod">
          <ac:chgData name="Amaro, Sandra" userId="6bedbfcc-5e0a-4e18-b9b0-c8ab328504b9" providerId="ADAL" clId="{062BA417-29A1-43B6-8A26-14A0CCF37D8E}" dt="2024-01-09T12:23:29.473" v="737"/>
          <ac:picMkLst>
            <pc:docMk/>
            <pc:sldMk cId="1758437245" sldId="2076"/>
            <ac:picMk id="21" creationId="{29522F31-4CBB-5D0F-B764-F628D6380409}"/>
          </ac:picMkLst>
        </pc:picChg>
        <pc:picChg chg="add del mod">
          <ac:chgData name="Amaro, Sandra" userId="6bedbfcc-5e0a-4e18-b9b0-c8ab328504b9" providerId="ADAL" clId="{062BA417-29A1-43B6-8A26-14A0CCF37D8E}" dt="2024-01-09T12:23:29.473" v="737"/>
          <ac:picMkLst>
            <pc:docMk/>
            <pc:sldMk cId="1758437245" sldId="2076"/>
            <ac:picMk id="27" creationId="{4674E0B2-058D-F779-34BB-E73AE04E7572}"/>
          </ac:picMkLst>
        </pc:picChg>
        <pc:picChg chg="add del mod">
          <ac:chgData name="Amaro, Sandra" userId="6bedbfcc-5e0a-4e18-b9b0-c8ab328504b9" providerId="ADAL" clId="{062BA417-29A1-43B6-8A26-14A0CCF37D8E}" dt="2024-01-09T12:23:29.473" v="737"/>
          <ac:picMkLst>
            <pc:docMk/>
            <pc:sldMk cId="1758437245" sldId="2076"/>
            <ac:picMk id="28" creationId="{45A438E6-D1DB-839E-C5E1-BF894950FF0C}"/>
          </ac:picMkLst>
        </pc:picChg>
        <pc:picChg chg="add mod">
          <ac:chgData name="Amaro, Sandra" userId="6bedbfcc-5e0a-4e18-b9b0-c8ab328504b9" providerId="ADAL" clId="{062BA417-29A1-43B6-8A26-14A0CCF37D8E}" dt="2024-01-10T18:14:36.279" v="6137" actId="1035"/>
          <ac:picMkLst>
            <pc:docMk/>
            <pc:sldMk cId="1758437245" sldId="2076"/>
            <ac:picMk id="146" creationId="{C368381E-E47B-0170-D858-1429B565B3FC}"/>
          </ac:picMkLst>
        </pc:picChg>
        <pc:picChg chg="add mod">
          <ac:chgData name="Amaro, Sandra" userId="6bedbfcc-5e0a-4e18-b9b0-c8ab328504b9" providerId="ADAL" clId="{062BA417-29A1-43B6-8A26-14A0CCF37D8E}" dt="2024-01-10T18:14:36.279" v="6137" actId="1035"/>
          <ac:picMkLst>
            <pc:docMk/>
            <pc:sldMk cId="1758437245" sldId="2076"/>
            <ac:picMk id="152" creationId="{82746F57-1FF9-DFDA-73D7-7099AE37215C}"/>
          </ac:picMkLst>
        </pc:picChg>
        <pc:picChg chg="add mod">
          <ac:chgData name="Amaro, Sandra" userId="6bedbfcc-5e0a-4e18-b9b0-c8ab328504b9" providerId="ADAL" clId="{062BA417-29A1-43B6-8A26-14A0CCF37D8E}" dt="2024-01-10T18:14:36.279" v="6137" actId="1035"/>
          <ac:picMkLst>
            <pc:docMk/>
            <pc:sldMk cId="1758437245" sldId="2076"/>
            <ac:picMk id="153" creationId="{FE957DAA-D6D2-6F74-1030-C39D6C8E3F70}"/>
          </ac:picMkLst>
        </pc:picChg>
        <pc:picChg chg="add del mod">
          <ac:chgData name="Amaro, Sandra" userId="6bedbfcc-5e0a-4e18-b9b0-c8ab328504b9" providerId="ADAL" clId="{062BA417-29A1-43B6-8A26-14A0CCF37D8E}" dt="2024-01-09T12:44:04.429" v="832" actId="21"/>
          <ac:picMkLst>
            <pc:docMk/>
            <pc:sldMk cId="1758437245" sldId="2076"/>
            <ac:picMk id="158" creationId="{213DEFAF-EC10-BC91-5682-81C226B049BB}"/>
          </ac:picMkLst>
        </pc:picChg>
        <pc:picChg chg="add del mod">
          <ac:chgData name="Amaro, Sandra" userId="6bedbfcc-5e0a-4e18-b9b0-c8ab328504b9" providerId="ADAL" clId="{062BA417-29A1-43B6-8A26-14A0CCF37D8E}" dt="2024-01-09T12:55:27.799" v="1009" actId="478"/>
          <ac:picMkLst>
            <pc:docMk/>
            <pc:sldMk cId="1758437245" sldId="2076"/>
            <ac:picMk id="257" creationId="{A48E7A21-F9BA-9674-4015-A844F3E09A1F}"/>
          </ac:picMkLst>
        </pc:picChg>
        <pc:picChg chg="add del mod">
          <ac:chgData name="Amaro, Sandra" userId="6bedbfcc-5e0a-4e18-b9b0-c8ab328504b9" providerId="ADAL" clId="{062BA417-29A1-43B6-8A26-14A0CCF37D8E}" dt="2024-01-09T12:55:22.246" v="1007" actId="21"/>
          <ac:picMkLst>
            <pc:docMk/>
            <pc:sldMk cId="1758437245" sldId="2076"/>
            <ac:picMk id="259" creationId="{BA96FADD-1282-2CD7-B567-47140AEA3717}"/>
          </ac:picMkLst>
        </pc:picChg>
        <pc:cxnChg chg="add del mod">
          <ac:chgData name="Amaro, Sandra" userId="6bedbfcc-5e0a-4e18-b9b0-c8ab328504b9" providerId="ADAL" clId="{062BA417-29A1-43B6-8A26-14A0CCF37D8E}" dt="2024-01-09T12:23:29.473" v="737"/>
          <ac:cxnSpMkLst>
            <pc:docMk/>
            <pc:sldMk cId="1758437245" sldId="2076"/>
            <ac:cxnSpMk id="30" creationId="{54FDE1C8-F0A5-E1DE-F2C8-6A23A6DA5065}"/>
          </ac:cxnSpMkLst>
        </pc:cxnChg>
        <pc:cxnChg chg="add mod">
          <ac:chgData name="Amaro, Sandra" userId="6bedbfcc-5e0a-4e18-b9b0-c8ab328504b9" providerId="ADAL" clId="{062BA417-29A1-43B6-8A26-14A0CCF37D8E}" dt="2024-01-10T18:15:05.695" v="6211" actId="1038"/>
          <ac:cxnSpMkLst>
            <pc:docMk/>
            <pc:sldMk cId="1758437245" sldId="2076"/>
            <ac:cxnSpMk id="155" creationId="{907AC218-FF87-00D3-4F9C-DDA22AB06B96}"/>
          </ac:cxnSpMkLst>
        </pc:cxnChg>
        <pc:cxnChg chg="add mod">
          <ac:chgData name="Amaro, Sandra" userId="6bedbfcc-5e0a-4e18-b9b0-c8ab328504b9" providerId="ADAL" clId="{062BA417-29A1-43B6-8A26-14A0CCF37D8E}" dt="2024-01-10T18:16:21.640" v="6221" actId="14100"/>
          <ac:cxnSpMkLst>
            <pc:docMk/>
            <pc:sldMk cId="1758437245" sldId="2076"/>
            <ac:cxnSpMk id="290" creationId="{C4B24027-26E5-5AF4-BE21-0B29E3FBBA83}"/>
          </ac:cxnSpMkLst>
        </pc:cxnChg>
      </pc:sldChg>
      <pc:sldChg chg="add del">
        <pc:chgData name="Amaro, Sandra" userId="6bedbfcc-5e0a-4e18-b9b0-c8ab328504b9" providerId="ADAL" clId="{062BA417-29A1-43B6-8A26-14A0CCF37D8E}" dt="2024-01-09T12:23:09.996" v="733"/>
        <pc:sldMkLst>
          <pc:docMk/>
          <pc:sldMk cId="3428435327" sldId="2076"/>
        </pc:sldMkLst>
      </pc:sldChg>
      <pc:sldChg chg="addSp delSp modSp add del mod">
        <pc:chgData name="Amaro, Sandra" userId="6bedbfcc-5e0a-4e18-b9b0-c8ab328504b9" providerId="ADAL" clId="{062BA417-29A1-43B6-8A26-14A0CCF37D8E}" dt="2024-01-10T10:12:27.712" v="4065" actId="47"/>
        <pc:sldMkLst>
          <pc:docMk/>
          <pc:sldMk cId="356277679" sldId="2077"/>
        </pc:sldMkLst>
        <pc:spChg chg="mod">
          <ac:chgData name="Amaro, Sandra" userId="6bedbfcc-5e0a-4e18-b9b0-c8ab328504b9" providerId="ADAL" clId="{062BA417-29A1-43B6-8A26-14A0CCF37D8E}" dt="2024-01-09T17:56:08.428" v="2001" actId="20577"/>
          <ac:spMkLst>
            <pc:docMk/>
            <pc:sldMk cId="356277679" sldId="2077"/>
            <ac:spMk id="2" creationId="{04E5A9F2-F005-4812-A92A-50A2D79422BC}"/>
          </ac:spMkLst>
        </pc:spChg>
        <pc:spChg chg="mod">
          <ac:chgData name="Amaro, Sandra" userId="6bedbfcc-5e0a-4e18-b9b0-c8ab328504b9" providerId="ADAL" clId="{062BA417-29A1-43B6-8A26-14A0CCF37D8E}" dt="2024-01-09T17:56:11.127" v="2003" actId="20577"/>
          <ac:spMkLst>
            <pc:docMk/>
            <pc:sldMk cId="356277679" sldId="2077"/>
            <ac:spMk id="3" creationId="{3E5D765C-774B-4EE7-8C6D-AE64B09A9B64}"/>
          </ac:spMkLst>
        </pc:spChg>
        <pc:spChg chg="add mod">
          <ac:chgData name="Amaro, Sandra" userId="6bedbfcc-5e0a-4e18-b9b0-c8ab328504b9" providerId="ADAL" clId="{062BA417-29A1-43B6-8A26-14A0CCF37D8E}" dt="2024-01-09T17:57:27.220" v="2046" actId="6549"/>
          <ac:spMkLst>
            <pc:docMk/>
            <pc:sldMk cId="356277679" sldId="2077"/>
            <ac:spMk id="4" creationId="{B5CD89E7-387A-244E-9D87-F59258423AA1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5" creationId="{5FC1B943-0EF4-9D9A-F6CA-F8C81F521C76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6" creationId="{24B8728E-443E-DC0B-3AD0-42A43B308814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7" creationId="{13AEB761-084A-590F-611C-AAB840096E3B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8" creationId="{685D635A-49FB-3123-97B1-4168D0DF6065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9" creationId="{86C960E8-68B6-80B7-5C1F-C938B70920F6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10" creationId="{EAB01966-525C-EAD7-8379-275C10E1EFBD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11" creationId="{99496648-6D9B-C1BF-1C02-1098C69F79EB}"/>
          </ac:spMkLst>
        </pc:spChg>
        <pc:spChg chg="del">
          <ac:chgData name="Amaro, Sandra" userId="6bedbfcc-5e0a-4e18-b9b0-c8ab328504b9" providerId="ADAL" clId="{062BA417-29A1-43B6-8A26-14A0CCF37D8E}" dt="2024-01-09T17:55:57.346" v="1986" actId="478"/>
          <ac:spMkLst>
            <pc:docMk/>
            <pc:sldMk cId="356277679" sldId="2077"/>
            <ac:spMk id="12" creationId="{CD96697B-16C6-3A05-2B02-69756E67361E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3" creationId="{25B32B3E-27D3-5A7A-A43E-D0D96C35DABE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4" creationId="{6FD87FDA-539F-9F04-11E6-F46867ADF063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5" creationId="{824CE6FB-7E57-05EC-3F2E-1D5986D729C7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6" creationId="{BF5047BE-458E-8822-5695-A33E4DB62724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7" creationId="{CB22C7F7-FE80-C1A7-8027-27C3B0175E47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8" creationId="{BAC08508-FB82-6573-781E-88E4166FB764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19" creationId="{FA069C62-B93E-1084-6481-B5CD44B02680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0" creationId="{B4191DF8-FB39-119F-AC57-C59697CCBB22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1" creationId="{F8E294AB-C950-BFFB-266E-44CABDEFA2E3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2" creationId="{62D99A13-7AEB-436B-3272-9EE424AEC0B9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3" creationId="{279EFEEF-4810-26B1-5CA3-9C7141A96C21}"/>
          </ac:spMkLst>
        </pc:spChg>
        <pc:spChg chg="del">
          <ac:chgData name="Amaro, Sandra" userId="6bedbfcc-5e0a-4e18-b9b0-c8ab328504b9" providerId="ADAL" clId="{062BA417-29A1-43B6-8A26-14A0CCF37D8E}" dt="2024-01-09T17:56:00.679" v="1987" actId="478"/>
          <ac:spMkLst>
            <pc:docMk/>
            <pc:sldMk cId="356277679" sldId="2077"/>
            <ac:spMk id="24" creationId="{275FA1FA-210D-0DA4-05EB-787D36D995AB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5" creationId="{315A914E-5316-71A8-8C0B-138186D20A01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8" creationId="{73711906-8B36-8E7C-72E3-2500C1800CA9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29" creationId="{CAF4494D-181F-C076-5B4D-3C75D64E806F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0" creationId="{DC15231B-BEE3-96B9-C435-2520AF0792CD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1" creationId="{599CDC12-C704-2640-214F-B86D489C1C71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2" creationId="{86E8E998-7755-4A74-F85D-C489189A5520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3" creationId="{02EF92CB-CA82-6957-A3CF-76BC8F039C0B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4" creationId="{4561C20E-6A06-0C41-7FE8-321386B1509C}"/>
          </ac:spMkLst>
        </pc:spChg>
        <pc:spChg chg="add del mod">
          <ac:chgData name="Amaro, Sandra" userId="6bedbfcc-5e0a-4e18-b9b0-c8ab328504b9" providerId="ADAL" clId="{062BA417-29A1-43B6-8A26-14A0CCF37D8E}" dt="2024-01-09T17:57:47.669" v="2048"/>
          <ac:spMkLst>
            <pc:docMk/>
            <pc:sldMk cId="356277679" sldId="2077"/>
            <ac:spMk id="35" creationId="{D9CA71A9-2DA7-AE20-E6B7-31D02966AF45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36" creationId="{0CD52D19-364B-781B-137F-5318F4D6BE2D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37" creationId="{E7C7C552-E410-EE85-45F4-7B0CBC17EBA8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38" creationId="{1E025F37-FF77-9433-5F70-2A14A3542F32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39" creationId="{84D9B9A5-4944-6D1C-EE3D-F9B1E9BD35A4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0" creationId="{ECCBD630-95F5-59A0-EEE2-DC59A35076A6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1" creationId="{348BEB60-A8AF-03C8-0EB9-210C90DE2059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2" creationId="{E8E381FC-C9C3-1B92-4867-6F3364853869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3" creationId="{C84920CE-08A1-76A0-9F17-016A4D6C44F9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4" creationId="{E87A05F3-20AC-FA0C-BF59-5A827CA8B489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5" creationId="{01F95D19-B6A2-16B3-24D9-4DDA7D9CEB1E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6" creationId="{880CC2FB-7431-819C-720E-434E2FA029A4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7" creationId="{0135BDD4-F316-749B-04DE-7D0073D47535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48" creationId="{130E8BA9-9FEE-AF8F-2349-1E041BD242B5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1" creationId="{895DB66A-4E65-406A-20C1-340CAEC0403D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2" creationId="{B9A1C1B3-D716-D397-5E80-87B50AA5E827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3" creationId="{4FCE026B-6175-F12B-E7B0-A5354FE80FA6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4" creationId="{9829D935-8BAE-DFED-CFFE-7723F77C651E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5" creationId="{61C5891A-ED0C-117C-6B02-5142011EE052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6" creationId="{73064A85-9095-E427-1812-09B0A10B92E5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57" creationId="{CB6EA99D-E223-336F-CB38-AD5E6ED81914}"/>
          </ac:spMkLst>
        </pc:spChg>
        <pc:spChg chg="del">
          <ac:chgData name="Amaro, Sandra" userId="6bedbfcc-5e0a-4e18-b9b0-c8ab328504b9" providerId="ADAL" clId="{062BA417-29A1-43B6-8A26-14A0CCF37D8E}" dt="2024-01-09T17:56:03.841" v="1988" actId="478"/>
          <ac:spMkLst>
            <pc:docMk/>
            <pc:sldMk cId="356277679" sldId="2077"/>
            <ac:spMk id="59" creationId="{5AB816AF-166C-A0AE-7DA9-F3478DCCA5C8}"/>
          </ac:spMkLst>
        </pc:spChg>
        <pc:spChg chg="add mod">
          <ac:chgData name="Amaro, Sandra" userId="6bedbfcc-5e0a-4e18-b9b0-c8ab328504b9" providerId="ADAL" clId="{062BA417-29A1-43B6-8A26-14A0CCF37D8E}" dt="2024-01-09T17:57:47.691" v="2049"/>
          <ac:spMkLst>
            <pc:docMk/>
            <pc:sldMk cId="356277679" sldId="2077"/>
            <ac:spMk id="60" creationId="{986DF2F1-5939-AA4E-CDAF-1DA2850FBE4D}"/>
          </ac:spMkLst>
        </pc:spChg>
        <pc:spChg chg="add mod">
          <ac:chgData name="Amaro, Sandra" userId="6bedbfcc-5e0a-4e18-b9b0-c8ab328504b9" providerId="ADAL" clId="{062BA417-29A1-43B6-8A26-14A0CCF37D8E}" dt="2024-01-09T18:00:06.827" v="2056" actId="14100"/>
          <ac:spMkLst>
            <pc:docMk/>
            <pc:sldMk cId="356277679" sldId="2077"/>
            <ac:spMk id="61" creationId="{A3E335C5-7BAD-933C-291F-9CB17CF44907}"/>
          </ac:spMkLst>
        </pc:spChg>
        <pc:spChg chg="add mod">
          <ac:chgData name="Amaro, Sandra" userId="6bedbfcc-5e0a-4e18-b9b0-c8ab328504b9" providerId="ADAL" clId="{062BA417-29A1-43B6-8A26-14A0CCF37D8E}" dt="2024-01-09T17:59:53.349" v="2054" actId="14100"/>
          <ac:spMkLst>
            <pc:docMk/>
            <pc:sldMk cId="356277679" sldId="2077"/>
            <ac:spMk id="62" creationId="{7DCA2064-50F7-91BA-BEFB-3E0E0669D155}"/>
          </ac:spMkLst>
        </pc:spChg>
        <pc:cxnChg chg="add del mod">
          <ac:chgData name="Amaro, Sandra" userId="6bedbfcc-5e0a-4e18-b9b0-c8ab328504b9" providerId="ADAL" clId="{062BA417-29A1-43B6-8A26-14A0CCF37D8E}" dt="2024-01-09T17:57:47.669" v="2048"/>
          <ac:cxnSpMkLst>
            <pc:docMk/>
            <pc:sldMk cId="356277679" sldId="2077"/>
            <ac:cxnSpMk id="26" creationId="{71FC1C3A-9DCB-3AC0-7AFA-B07874382101}"/>
          </ac:cxnSpMkLst>
        </pc:cxnChg>
        <pc:cxnChg chg="add del mod">
          <ac:chgData name="Amaro, Sandra" userId="6bedbfcc-5e0a-4e18-b9b0-c8ab328504b9" providerId="ADAL" clId="{062BA417-29A1-43B6-8A26-14A0CCF37D8E}" dt="2024-01-09T17:57:47.669" v="2048"/>
          <ac:cxnSpMkLst>
            <pc:docMk/>
            <pc:sldMk cId="356277679" sldId="2077"/>
            <ac:cxnSpMk id="27" creationId="{F00F1A32-65EE-EE82-D764-31B6D1C958AE}"/>
          </ac:cxnSpMkLst>
        </pc:cxnChg>
        <pc:cxnChg chg="add mod">
          <ac:chgData name="Amaro, Sandra" userId="6bedbfcc-5e0a-4e18-b9b0-c8ab328504b9" providerId="ADAL" clId="{062BA417-29A1-43B6-8A26-14A0CCF37D8E}" dt="2024-01-09T17:57:47.691" v="2049"/>
          <ac:cxnSpMkLst>
            <pc:docMk/>
            <pc:sldMk cId="356277679" sldId="2077"/>
            <ac:cxnSpMk id="49" creationId="{2110C0FC-AD40-1D67-BF52-DFED5EF2CC9F}"/>
          </ac:cxnSpMkLst>
        </pc:cxnChg>
        <pc:cxnChg chg="add mod">
          <ac:chgData name="Amaro, Sandra" userId="6bedbfcc-5e0a-4e18-b9b0-c8ab328504b9" providerId="ADAL" clId="{062BA417-29A1-43B6-8A26-14A0CCF37D8E}" dt="2024-01-09T17:57:47.691" v="2049"/>
          <ac:cxnSpMkLst>
            <pc:docMk/>
            <pc:sldMk cId="356277679" sldId="2077"/>
            <ac:cxnSpMk id="50" creationId="{0CEBEC94-9E39-6E9B-1379-DE8D2636CBB6}"/>
          </ac:cxnSpMkLst>
        </pc:cxnChg>
        <pc:cxnChg chg="del">
          <ac:chgData name="Amaro, Sandra" userId="6bedbfcc-5e0a-4e18-b9b0-c8ab328504b9" providerId="ADAL" clId="{062BA417-29A1-43B6-8A26-14A0CCF37D8E}" dt="2024-01-09T17:55:57.346" v="1986" actId="478"/>
          <ac:cxnSpMkLst>
            <pc:docMk/>
            <pc:sldMk cId="356277679" sldId="2077"/>
            <ac:cxnSpMk id="58" creationId="{92133A97-1C1C-5018-D1F3-667FF4D740FD}"/>
          </ac:cxnSpMkLst>
        </pc:cxnChg>
      </pc:sldChg>
      <pc:sldChg chg="add del">
        <pc:chgData name="Amaro, Sandra" userId="6bedbfcc-5e0a-4e18-b9b0-c8ab328504b9" providerId="ADAL" clId="{062BA417-29A1-43B6-8A26-14A0CCF37D8E}" dt="2024-01-09T17:55:54.102" v="1984"/>
        <pc:sldMkLst>
          <pc:docMk/>
          <pc:sldMk cId="623151055" sldId="2077"/>
        </pc:sldMkLst>
      </pc:sldChg>
      <pc:sldChg chg="addSp delSp modSp add del mod">
        <pc:chgData name="Amaro, Sandra" userId="6bedbfcc-5e0a-4e18-b9b0-c8ab328504b9" providerId="ADAL" clId="{062BA417-29A1-43B6-8A26-14A0CCF37D8E}" dt="2024-01-10T10:20:37.028" v="4299" actId="47"/>
        <pc:sldMkLst>
          <pc:docMk/>
          <pc:sldMk cId="1037594546" sldId="2078"/>
        </pc:sldMkLst>
        <pc:spChg chg="add del mod">
          <ac:chgData name="Amaro, Sandra" userId="6bedbfcc-5e0a-4e18-b9b0-c8ab328504b9" providerId="ADAL" clId="{062BA417-29A1-43B6-8A26-14A0CCF37D8E}" dt="2024-01-09T18:01:22.642" v="2113"/>
          <ac:spMkLst>
            <pc:docMk/>
            <pc:sldMk cId="1037594546" sldId="2078"/>
            <ac:spMk id="5" creationId="{5393BBDD-9DE6-4057-8EF4-7FB7A42C44B1}"/>
          </ac:spMkLst>
        </pc:spChg>
        <pc:spChg chg="add del mod">
          <ac:chgData name="Amaro, Sandra" userId="6bedbfcc-5e0a-4e18-b9b0-c8ab328504b9" providerId="ADAL" clId="{062BA417-29A1-43B6-8A26-14A0CCF37D8E}" dt="2024-01-09T18:01:22.642" v="2113"/>
          <ac:spMkLst>
            <pc:docMk/>
            <pc:sldMk cId="1037594546" sldId="2078"/>
            <ac:spMk id="6" creationId="{D8CCC97C-18F4-B63C-D8D7-B4FDC7F2E9B9}"/>
          </ac:spMkLst>
        </pc:spChg>
        <pc:spChg chg="add mod">
          <ac:chgData name="Amaro, Sandra" userId="6bedbfcc-5e0a-4e18-b9b0-c8ab328504b9" providerId="ADAL" clId="{062BA417-29A1-43B6-8A26-14A0CCF37D8E}" dt="2024-01-09T18:02:59.697" v="2193" actId="1076"/>
          <ac:spMkLst>
            <pc:docMk/>
            <pc:sldMk cId="1037594546" sldId="2078"/>
            <ac:spMk id="7" creationId="{4AE55DE9-75C3-F211-3CA7-634E3A32FF4C}"/>
          </ac:spMkLst>
        </pc:spChg>
        <pc:spChg chg="add mod">
          <ac:chgData name="Amaro, Sandra" userId="6bedbfcc-5e0a-4e18-b9b0-c8ab328504b9" providerId="ADAL" clId="{062BA417-29A1-43B6-8A26-14A0CCF37D8E}" dt="2024-01-09T18:02:59.697" v="2193" actId="1076"/>
          <ac:spMkLst>
            <pc:docMk/>
            <pc:sldMk cId="1037594546" sldId="2078"/>
            <ac:spMk id="8" creationId="{804ECE6A-2E81-8599-93B8-98148E7CD74B}"/>
          </ac:spMkLst>
        </pc:spChg>
        <pc:spChg chg="add del mod">
          <ac:chgData name="Amaro, Sandra" userId="6bedbfcc-5e0a-4e18-b9b0-c8ab328504b9" providerId="ADAL" clId="{062BA417-29A1-43B6-8A26-14A0CCF37D8E}" dt="2024-01-09T18:01:29.387" v="2116"/>
          <ac:spMkLst>
            <pc:docMk/>
            <pc:sldMk cId="1037594546" sldId="2078"/>
            <ac:spMk id="9" creationId="{8BD72FE1-6CFE-E80B-144B-4256F51726C1}"/>
          </ac:spMkLst>
        </pc:spChg>
        <pc:spChg chg="add del mod">
          <ac:chgData name="Amaro, Sandra" userId="6bedbfcc-5e0a-4e18-b9b0-c8ab328504b9" providerId="ADAL" clId="{062BA417-29A1-43B6-8A26-14A0CCF37D8E}" dt="2024-01-09T18:01:29.387" v="2116"/>
          <ac:spMkLst>
            <pc:docMk/>
            <pc:sldMk cId="1037594546" sldId="2078"/>
            <ac:spMk id="10" creationId="{69D61F42-DE63-673A-1A69-004E640A9C5C}"/>
          </ac:spMkLst>
        </pc:spChg>
        <pc:spChg chg="add del mod">
          <ac:chgData name="Amaro, Sandra" userId="6bedbfcc-5e0a-4e18-b9b0-c8ab328504b9" providerId="ADAL" clId="{062BA417-29A1-43B6-8A26-14A0CCF37D8E}" dt="2024-01-09T18:02:00.518" v="2128" actId="478"/>
          <ac:spMkLst>
            <pc:docMk/>
            <pc:sldMk cId="1037594546" sldId="2078"/>
            <ac:spMk id="11" creationId="{CE184CCB-A472-43EA-B0F4-60C4C9C64C2E}"/>
          </ac:spMkLst>
        </pc:spChg>
        <pc:spChg chg="add del mod">
          <ac:chgData name="Amaro, Sandra" userId="6bedbfcc-5e0a-4e18-b9b0-c8ab328504b9" providerId="ADAL" clId="{062BA417-29A1-43B6-8A26-14A0CCF37D8E}" dt="2024-01-09T18:02:02.139" v="2129" actId="478"/>
          <ac:spMkLst>
            <pc:docMk/>
            <pc:sldMk cId="1037594546" sldId="2078"/>
            <ac:spMk id="12" creationId="{5BB35643-5E9E-A528-A16C-410988BD211A}"/>
          </ac:spMkLst>
        </pc:spChg>
        <pc:spChg chg="add del mod">
          <ac:chgData name="Amaro, Sandra" userId="6bedbfcc-5e0a-4e18-b9b0-c8ab328504b9" providerId="ADAL" clId="{062BA417-29A1-43B6-8A26-14A0CCF37D8E}" dt="2024-01-09T18:05:04.001" v="2195"/>
          <ac:spMkLst>
            <pc:docMk/>
            <pc:sldMk cId="1037594546" sldId="2078"/>
            <ac:spMk id="13" creationId="{EF5EFF38-D8CE-6715-0D92-017EC07BE3BD}"/>
          </ac:spMkLst>
        </pc:spChg>
        <pc:spChg chg="add del mod">
          <ac:chgData name="Amaro, Sandra" userId="6bedbfcc-5e0a-4e18-b9b0-c8ab328504b9" providerId="ADAL" clId="{062BA417-29A1-43B6-8A26-14A0CCF37D8E}" dt="2024-01-09T18:05:04.001" v="2195"/>
          <ac:spMkLst>
            <pc:docMk/>
            <pc:sldMk cId="1037594546" sldId="2078"/>
            <ac:spMk id="14" creationId="{A62EFCBE-29E3-E750-A361-7F77B64F3CF0}"/>
          </ac:spMkLst>
        </pc:spChg>
        <pc:spChg chg="add del mod">
          <ac:chgData name="Amaro, Sandra" userId="6bedbfcc-5e0a-4e18-b9b0-c8ab328504b9" providerId="ADAL" clId="{062BA417-29A1-43B6-8A26-14A0CCF37D8E}" dt="2024-01-09T18:05:06.600" v="2197"/>
          <ac:spMkLst>
            <pc:docMk/>
            <pc:sldMk cId="1037594546" sldId="2078"/>
            <ac:spMk id="15" creationId="{B0BA1897-3BFF-9662-24D9-2235A2AF868C}"/>
          </ac:spMkLst>
        </pc:spChg>
        <pc:spChg chg="add del mod">
          <ac:chgData name="Amaro, Sandra" userId="6bedbfcc-5e0a-4e18-b9b0-c8ab328504b9" providerId="ADAL" clId="{062BA417-29A1-43B6-8A26-14A0CCF37D8E}" dt="2024-01-09T18:05:06.600" v="2197"/>
          <ac:spMkLst>
            <pc:docMk/>
            <pc:sldMk cId="1037594546" sldId="2078"/>
            <ac:spMk id="16" creationId="{FFF99B0F-1CC9-F967-6976-3C3B65477CEB}"/>
          </ac:spMkLst>
        </pc:spChg>
        <pc:spChg chg="mod">
          <ac:chgData name="Amaro, Sandra" userId="6bedbfcc-5e0a-4e18-b9b0-c8ab328504b9" providerId="ADAL" clId="{062BA417-29A1-43B6-8A26-14A0CCF37D8E}" dt="2024-01-09T18:01:52.210" v="2127" actId="3064"/>
          <ac:spMkLst>
            <pc:docMk/>
            <pc:sldMk cId="1037594546" sldId="2078"/>
            <ac:spMk id="61" creationId="{A3E335C5-7BAD-933C-291F-9CB17CF44907}"/>
          </ac:spMkLst>
        </pc:spChg>
        <pc:spChg chg="mod">
          <ac:chgData name="Amaro, Sandra" userId="6bedbfcc-5e0a-4e18-b9b0-c8ab328504b9" providerId="ADAL" clId="{062BA417-29A1-43B6-8A26-14A0CCF37D8E}" dt="2024-01-09T18:00:23.157" v="2069" actId="20577"/>
          <ac:spMkLst>
            <pc:docMk/>
            <pc:sldMk cId="1037594546" sldId="2078"/>
            <ac:spMk id="62" creationId="{7DCA2064-50F7-91BA-BEFB-3E0E0669D155}"/>
          </ac:spMkLst>
        </pc:spChg>
      </pc:sldChg>
      <pc:sldChg chg="add del">
        <pc:chgData name="Amaro, Sandra" userId="6bedbfcc-5e0a-4e18-b9b0-c8ab328504b9" providerId="ADAL" clId="{062BA417-29A1-43B6-8A26-14A0CCF37D8E}" dt="2024-01-09T18:00:18.578" v="2058"/>
        <pc:sldMkLst>
          <pc:docMk/>
          <pc:sldMk cId="2661347841" sldId="2078"/>
        </pc:sldMkLst>
      </pc:sldChg>
      <pc:sldChg chg="addSp delSp modSp add del mod">
        <pc:chgData name="Amaro, Sandra" userId="6bedbfcc-5e0a-4e18-b9b0-c8ab328504b9" providerId="ADAL" clId="{062BA417-29A1-43B6-8A26-14A0CCF37D8E}" dt="2024-01-10T16:15:52.051" v="4339" actId="47"/>
        <pc:sldMkLst>
          <pc:docMk/>
          <pc:sldMk cId="669084645" sldId="2079"/>
        </pc:sldMkLst>
        <pc:spChg chg="mod">
          <ac:chgData name="Amaro, Sandra" userId="6bedbfcc-5e0a-4e18-b9b0-c8ab328504b9" providerId="ADAL" clId="{062BA417-29A1-43B6-8A26-14A0CCF37D8E}" dt="2024-01-10T10:12:18.416" v="4051" actId="20577"/>
          <ac:spMkLst>
            <pc:docMk/>
            <pc:sldMk cId="669084645" sldId="2079"/>
            <ac:spMk id="2" creationId="{04E5A9F2-F005-4812-A92A-50A2D79422BC}"/>
          </ac:spMkLst>
        </pc:spChg>
        <pc:spChg chg="mod">
          <ac:chgData name="Amaro, Sandra" userId="6bedbfcc-5e0a-4e18-b9b0-c8ab328504b9" providerId="ADAL" clId="{062BA417-29A1-43B6-8A26-14A0CCF37D8E}" dt="2024-01-10T10:12:22.652" v="4064" actId="20577"/>
          <ac:spMkLst>
            <pc:docMk/>
            <pc:sldMk cId="669084645" sldId="2079"/>
            <ac:spMk id="3" creationId="{3E5D765C-774B-4EE7-8C6D-AE64B09A9B64}"/>
          </ac:spMkLst>
        </pc:spChg>
        <pc:spChg chg="add del mod">
          <ac:chgData name="Amaro, Sandra" userId="6bedbfcc-5e0a-4e18-b9b0-c8ab328504b9" providerId="ADAL" clId="{062BA417-29A1-43B6-8A26-14A0CCF37D8E}" dt="2024-01-10T16:14:38.527" v="4331" actId="478"/>
          <ac:spMkLst>
            <pc:docMk/>
            <pc:sldMk cId="669084645" sldId="2079"/>
            <ac:spMk id="4" creationId="{B43C2B40-F1F5-FCB5-5322-6650E56AD6ED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5" creationId="{5FC1B943-0EF4-9D9A-F6CA-F8C81F521C76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7" creationId="{13AEB761-084A-590F-611C-AAB840096E3B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8" creationId="{685D635A-49FB-3123-97B1-4168D0DF6065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9" creationId="{86C960E8-68B6-80B7-5C1F-C938B70920F6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10" creationId="{EAB01966-525C-EAD7-8379-275C10E1EFBD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11" creationId="{99496648-6D9B-C1BF-1C02-1098C69F79EB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12" creationId="{CD96697B-16C6-3A05-2B02-69756E67361E}"/>
          </ac:spMkLst>
        </pc:spChg>
        <pc:spChg chg="mod">
          <ac:chgData name="Amaro, Sandra" userId="6bedbfcc-5e0a-4e18-b9b0-c8ab328504b9" providerId="ADAL" clId="{062BA417-29A1-43B6-8A26-14A0CCF37D8E}" dt="2024-01-09T18:05:20.141" v="2202"/>
          <ac:spMkLst>
            <pc:docMk/>
            <pc:sldMk cId="669084645" sldId="2079"/>
            <ac:spMk id="13" creationId="{8914212C-15E9-C6B4-664E-E1A2D4AE938D}"/>
          </ac:spMkLst>
        </pc:spChg>
        <pc:spChg chg="mod">
          <ac:chgData name="Amaro, Sandra" userId="6bedbfcc-5e0a-4e18-b9b0-c8ab328504b9" providerId="ADAL" clId="{062BA417-29A1-43B6-8A26-14A0CCF37D8E}" dt="2024-01-09T18:05:20.141" v="2202"/>
          <ac:spMkLst>
            <pc:docMk/>
            <pc:sldMk cId="669084645" sldId="2079"/>
            <ac:spMk id="16" creationId="{9AAD5769-1905-9DF7-9725-2B6B8E8DD1A7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18" creationId="{1F750FAA-745D-02B8-4180-389753F99596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19" creationId="{68BFFB92-FDCC-C9C5-BD80-DF0042EA5629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0" creationId="{36662749-3B37-7F5B-C12F-285070A9B36D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1" creationId="{DE50D216-9F31-C823-ACF8-BAE04C082EB6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24" creationId="{275FA1FA-210D-0DA4-05EB-787D36D995AB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6" creationId="{52778E35-724A-152C-F872-B2E11C90FE3B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7" creationId="{EEE09FA2-1BFE-A004-1557-B4CDEE9F0B11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8" creationId="{3BB997D5-1400-E111-0C64-7CDCFC58401B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29" creationId="{AC93B194-7B04-0F06-D193-2FCE4DC76FC1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4" creationId="{106110D9-DE99-5D91-A0C4-2F1C4C1F4ECA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5" creationId="{1A8FED32-26AE-C060-AD41-A115894A3FC7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6" creationId="{BA772ED6-96A6-6153-2F88-0940257FD8AE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7" creationId="{F0D74521-7848-C612-E5AF-C37D4B0576B8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8" creationId="{20C63908-0CA5-6864-DF8C-0967D5E767C5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39" creationId="{542085CB-D100-2EE8-3911-7DD48F1BE8AC}"/>
          </ac:spMkLst>
        </pc:spChg>
        <pc:spChg chg="add del mod">
          <ac:chgData name="Amaro, Sandra" userId="6bedbfcc-5e0a-4e18-b9b0-c8ab328504b9" providerId="ADAL" clId="{062BA417-29A1-43B6-8A26-14A0CCF37D8E}" dt="2024-01-09T18:05:33.833" v="2203"/>
          <ac:spMkLst>
            <pc:docMk/>
            <pc:sldMk cId="669084645" sldId="2079"/>
            <ac:spMk id="40" creationId="{53632F88-7DE7-5CA8-A2FF-A2C564E016EA}"/>
          </ac:spMkLst>
        </pc:spChg>
        <pc:spChg chg="mod">
          <ac:chgData name="Amaro, Sandra" userId="6bedbfcc-5e0a-4e18-b9b0-c8ab328504b9" providerId="ADAL" clId="{062BA417-29A1-43B6-8A26-14A0CCF37D8E}" dt="2024-01-09T18:05:51.349" v="2226" actId="20577"/>
          <ac:spMkLst>
            <pc:docMk/>
            <pc:sldMk cId="669084645" sldId="2079"/>
            <ac:spMk id="44" creationId="{98A1EF68-AD7C-481E-C72F-102AEA3F22D1}"/>
          </ac:spMkLst>
        </pc:spChg>
        <pc:spChg chg="mod">
          <ac:chgData name="Amaro, Sandra" userId="6bedbfcc-5e0a-4e18-b9b0-c8ab328504b9" providerId="ADAL" clId="{062BA417-29A1-43B6-8A26-14A0CCF37D8E}" dt="2024-01-09T18:06:00.660" v="2246" actId="20577"/>
          <ac:spMkLst>
            <pc:docMk/>
            <pc:sldMk cId="669084645" sldId="2079"/>
            <ac:spMk id="47" creationId="{543DA034-50A2-E378-1D43-4923937F11B2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49" creationId="{CD200E32-FB19-3930-4281-94857E6659FE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50" creationId="{613BCF74-407A-7AD6-3ADA-1553D456D824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51" creationId="{DE630F5E-72B8-8054-B1CB-2B1D00DF5CA1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52" creationId="{8A314B8B-2BB1-3416-8BC4-74053D0B7722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56" creationId="{85FE52DA-EAA8-80F4-E916-1027E6156264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57" creationId="{7602154A-E33F-D3B3-8B4A-ED43AF60494B}"/>
          </ac:spMkLst>
        </pc:spChg>
        <pc:spChg chg="del">
          <ac:chgData name="Amaro, Sandra" userId="6bedbfcc-5e0a-4e18-b9b0-c8ab328504b9" providerId="ADAL" clId="{062BA417-29A1-43B6-8A26-14A0CCF37D8E}" dt="2024-01-09T18:05:14.153" v="2201" actId="478"/>
          <ac:spMkLst>
            <pc:docMk/>
            <pc:sldMk cId="669084645" sldId="2079"/>
            <ac:spMk id="59" creationId="{5AB816AF-166C-A0AE-7DA9-F3478DCCA5C8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60" creationId="{64EEA5BF-ADD9-7477-FABF-8CDAF62E0526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61" creationId="{6B2F06F8-9CC4-F4D3-DF54-EF4AEF34FDB6}"/>
          </ac:spMkLst>
        </pc:spChg>
        <pc:spChg chg="add del mod">
          <ac:chgData name="Amaro, Sandra" userId="6bedbfcc-5e0a-4e18-b9b0-c8ab328504b9" providerId="ADAL" clId="{062BA417-29A1-43B6-8A26-14A0CCF37D8E}" dt="2024-01-09T18:08:10.759" v="2252" actId="478"/>
          <ac:spMkLst>
            <pc:docMk/>
            <pc:sldMk cId="669084645" sldId="2079"/>
            <ac:spMk id="66" creationId="{27520188-EB52-CEC0-3267-23947473F157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67" creationId="{3C803078-9303-23B5-C437-A85718C5A815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68" creationId="{995B0536-407F-45BF-DA10-F0FD2D2670DD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69" creationId="{2CE61E09-D60D-74A7-14DA-BF719DC2995D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70" creationId="{B9FEF71F-5DBA-B208-7E36-A405FFD6C5D8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71" creationId="{FFB87FFB-D4C7-FAA4-4575-415F163007C3}"/>
          </ac:spMkLst>
        </pc:spChg>
        <pc:spChg chg="add del mod">
          <ac:chgData name="Amaro, Sandra" userId="6bedbfcc-5e0a-4e18-b9b0-c8ab328504b9" providerId="ADAL" clId="{062BA417-29A1-43B6-8A26-14A0CCF37D8E}" dt="2024-01-09T18:06:41.922" v="2247" actId="478"/>
          <ac:spMkLst>
            <pc:docMk/>
            <pc:sldMk cId="669084645" sldId="2079"/>
            <ac:spMk id="72" creationId="{6F7773E5-E303-FCC8-FFD7-34CCCAEE299A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74" creationId="{536ACB85-DB95-1F72-F644-6C1D640F5A77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75" creationId="{06216EDE-F9FA-3428-CE61-7C539654D312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76" creationId="{15BA37F7-763A-BCCA-0B1C-3C8044234E0B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78" creationId="{AE71F4EF-24D5-AC9C-1229-D259B481B905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80" creationId="{12F0C82C-D19F-55C9-9836-BC8E5A2015E6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82" creationId="{70F898BE-6EB5-9CD9-B0DE-1905B70574B2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84" creationId="{F5A35C5E-9B2B-B0F8-965E-1CEBD175BA58}"/>
          </ac:spMkLst>
        </pc:spChg>
        <pc:spChg chg="add del mod">
          <ac:chgData name="Amaro, Sandra" userId="6bedbfcc-5e0a-4e18-b9b0-c8ab328504b9" providerId="ADAL" clId="{062BA417-29A1-43B6-8A26-14A0CCF37D8E}" dt="2024-01-09T18:07:10.155" v="2251"/>
          <ac:spMkLst>
            <pc:docMk/>
            <pc:sldMk cId="669084645" sldId="2079"/>
            <ac:spMk id="86" creationId="{D9A81B50-E9CA-91C1-8AEA-4B84FEDC0B0F}"/>
          </ac:spMkLst>
        </pc:spChg>
        <pc:spChg chg="add del mod">
          <ac:chgData name="Amaro, Sandra" userId="6bedbfcc-5e0a-4e18-b9b0-c8ab328504b9" providerId="ADAL" clId="{062BA417-29A1-43B6-8A26-14A0CCF37D8E}" dt="2024-01-09T18:08:20.393" v="2254"/>
          <ac:spMkLst>
            <pc:docMk/>
            <pc:sldMk cId="669084645" sldId="2079"/>
            <ac:spMk id="88" creationId="{A7AB59F3-F325-1A24-4CB2-C3411121D960}"/>
          </ac:spMkLst>
        </pc:spChg>
        <pc:spChg chg="mod">
          <ac:chgData name="Amaro, Sandra" userId="6bedbfcc-5e0a-4e18-b9b0-c8ab328504b9" providerId="ADAL" clId="{062BA417-29A1-43B6-8A26-14A0CCF37D8E}" dt="2024-01-09T18:08:18.350" v="2253"/>
          <ac:spMkLst>
            <pc:docMk/>
            <pc:sldMk cId="669084645" sldId="2079"/>
            <ac:spMk id="90" creationId="{6F343A4F-F882-43EC-EC97-BB7AD59C9454}"/>
          </ac:spMkLst>
        </pc:spChg>
        <pc:spChg chg="mod">
          <ac:chgData name="Amaro, Sandra" userId="6bedbfcc-5e0a-4e18-b9b0-c8ab328504b9" providerId="ADAL" clId="{062BA417-29A1-43B6-8A26-14A0CCF37D8E}" dt="2024-01-09T18:08:18.350" v="2253"/>
          <ac:spMkLst>
            <pc:docMk/>
            <pc:sldMk cId="669084645" sldId="2079"/>
            <ac:spMk id="91" creationId="{3EBE9FB7-6A84-9424-2A16-BA7FF8F33E45}"/>
          </ac:spMkLst>
        </pc:spChg>
        <pc:spChg chg="add del mod">
          <ac:chgData name="Amaro, Sandra" userId="6bedbfcc-5e0a-4e18-b9b0-c8ab328504b9" providerId="ADAL" clId="{062BA417-29A1-43B6-8A26-14A0CCF37D8E}" dt="2024-01-09T18:08:20.393" v="2254"/>
          <ac:spMkLst>
            <pc:docMk/>
            <pc:sldMk cId="669084645" sldId="2079"/>
            <ac:spMk id="92" creationId="{814501F0-4B71-6505-8710-D61F03459F7E}"/>
          </ac:spMkLst>
        </pc:spChg>
        <pc:spChg chg="add del mod">
          <ac:chgData name="Amaro, Sandra" userId="6bedbfcc-5e0a-4e18-b9b0-c8ab328504b9" providerId="ADAL" clId="{062BA417-29A1-43B6-8A26-14A0CCF37D8E}" dt="2024-01-09T18:08:20.393" v="2254"/>
          <ac:spMkLst>
            <pc:docMk/>
            <pc:sldMk cId="669084645" sldId="2079"/>
            <ac:spMk id="93" creationId="{B20A7B56-251A-C1A9-5D95-316E0B040454}"/>
          </ac:spMkLst>
        </pc:spChg>
        <pc:spChg chg="add del mod">
          <ac:chgData name="Amaro, Sandra" userId="6bedbfcc-5e0a-4e18-b9b0-c8ab328504b9" providerId="ADAL" clId="{062BA417-29A1-43B6-8A26-14A0CCF37D8E}" dt="2024-01-09T18:08:20.393" v="2254"/>
          <ac:spMkLst>
            <pc:docMk/>
            <pc:sldMk cId="669084645" sldId="2079"/>
            <ac:spMk id="94" creationId="{0EFD4A5D-2311-8E04-7961-AAFEBB2B2EBF}"/>
          </ac:spMkLst>
        </pc:spChg>
        <pc:spChg chg="add del mod">
          <ac:chgData name="Amaro, Sandra" userId="6bedbfcc-5e0a-4e18-b9b0-c8ab328504b9" providerId="ADAL" clId="{062BA417-29A1-43B6-8A26-14A0CCF37D8E}" dt="2024-01-09T18:08:20.393" v="2254"/>
          <ac:spMkLst>
            <pc:docMk/>
            <pc:sldMk cId="669084645" sldId="2079"/>
            <ac:spMk id="95" creationId="{96A503F7-9D6F-826F-E497-E37870CB78F1}"/>
          </ac:spMkLst>
        </pc:spChg>
        <pc:spChg chg="mod">
          <ac:chgData name="Amaro, Sandra" userId="6bedbfcc-5e0a-4e18-b9b0-c8ab328504b9" providerId="ADAL" clId="{062BA417-29A1-43B6-8A26-14A0CCF37D8E}" dt="2024-01-09T18:08:18.350" v="2253"/>
          <ac:spMkLst>
            <pc:docMk/>
            <pc:sldMk cId="669084645" sldId="2079"/>
            <ac:spMk id="100" creationId="{08B3FC2D-B8AD-78E5-402D-BB0D6AA9A974}"/>
          </ac:spMkLst>
        </pc:spChg>
        <pc:spChg chg="mod">
          <ac:chgData name="Amaro, Sandra" userId="6bedbfcc-5e0a-4e18-b9b0-c8ab328504b9" providerId="ADAL" clId="{062BA417-29A1-43B6-8A26-14A0CCF37D8E}" dt="2024-01-09T18:08:18.350" v="2253"/>
          <ac:spMkLst>
            <pc:docMk/>
            <pc:sldMk cId="669084645" sldId="2079"/>
            <ac:spMk id="102" creationId="{D5560E69-62E3-5F65-FC52-CDACB28A2437}"/>
          </ac:spMkLst>
        </pc:spChg>
        <pc:spChg chg="mod">
          <ac:chgData name="Amaro, Sandra" userId="6bedbfcc-5e0a-4e18-b9b0-c8ab328504b9" providerId="ADAL" clId="{062BA417-29A1-43B6-8A26-14A0CCF37D8E}" dt="2024-01-09T18:08:18.350" v="2253"/>
          <ac:spMkLst>
            <pc:docMk/>
            <pc:sldMk cId="669084645" sldId="2079"/>
            <ac:spMk id="104" creationId="{B75BAABE-28F2-DE12-A012-315696E6EAF0}"/>
          </ac:spMkLst>
        </pc:spChg>
        <pc:spChg chg="add mod topLvl">
          <ac:chgData name="Amaro, Sandra" userId="6bedbfcc-5e0a-4e18-b9b0-c8ab328504b9" providerId="ADAL" clId="{062BA417-29A1-43B6-8A26-14A0CCF37D8E}" dt="2024-01-10T10:09:41.870" v="4026" actId="165"/>
          <ac:spMkLst>
            <pc:docMk/>
            <pc:sldMk cId="669084645" sldId="2079"/>
            <ac:spMk id="111" creationId="{186600F4-2C9A-CD94-DC2F-992CCC2B0CB2}"/>
          </ac:spMkLst>
        </pc:spChg>
        <pc:spChg chg="mod topLvl">
          <ac:chgData name="Amaro, Sandra" userId="6bedbfcc-5e0a-4e18-b9b0-c8ab328504b9" providerId="ADAL" clId="{062BA417-29A1-43B6-8A26-14A0CCF37D8E}" dt="2024-01-10T10:09:49.075" v="4027" actId="164"/>
          <ac:spMkLst>
            <pc:docMk/>
            <pc:sldMk cId="669084645" sldId="2079"/>
            <ac:spMk id="113" creationId="{71121D64-26CE-FF60-29C6-98296FDA4340}"/>
          </ac:spMkLst>
        </pc:spChg>
        <pc:spChg chg="del mod topLvl">
          <ac:chgData name="Amaro, Sandra" userId="6bedbfcc-5e0a-4e18-b9b0-c8ab328504b9" providerId="ADAL" clId="{062BA417-29A1-43B6-8A26-14A0CCF37D8E}" dt="2024-01-09T18:14:01.140" v="2397" actId="478"/>
          <ac:spMkLst>
            <pc:docMk/>
            <pc:sldMk cId="669084645" sldId="2079"/>
            <ac:spMk id="114" creationId="{878E3C88-3E2A-3711-5AC1-C19B0073D014}"/>
          </ac:spMkLst>
        </pc:spChg>
        <pc:spChg chg="add del mod">
          <ac:chgData name="Amaro, Sandra" userId="6bedbfcc-5e0a-4e18-b9b0-c8ab328504b9" providerId="ADAL" clId="{062BA417-29A1-43B6-8A26-14A0CCF37D8E}" dt="2024-01-09T18:14:04.025" v="2398" actId="478"/>
          <ac:spMkLst>
            <pc:docMk/>
            <pc:sldMk cId="669084645" sldId="2079"/>
            <ac:spMk id="115" creationId="{E281BC78-F121-5A2F-4987-450FD1762D1F}"/>
          </ac:spMkLst>
        </pc:spChg>
        <pc:spChg chg="add mod topLvl">
          <ac:chgData name="Amaro, Sandra" userId="6bedbfcc-5e0a-4e18-b9b0-c8ab328504b9" providerId="ADAL" clId="{062BA417-29A1-43B6-8A26-14A0CCF37D8E}" dt="2024-01-10T16:14:19.534" v="4329" actId="108"/>
          <ac:spMkLst>
            <pc:docMk/>
            <pc:sldMk cId="669084645" sldId="2079"/>
            <ac:spMk id="116" creationId="{3045CC23-042B-883C-1266-4B06F2E846D9}"/>
          </ac:spMkLst>
        </pc:spChg>
        <pc:spChg chg="add del mod topLvl">
          <ac:chgData name="Amaro, Sandra" userId="6bedbfcc-5e0a-4e18-b9b0-c8ab328504b9" providerId="ADAL" clId="{062BA417-29A1-43B6-8A26-14A0CCF37D8E}" dt="2024-01-10T16:14:09.820" v="4328" actId="165"/>
          <ac:spMkLst>
            <pc:docMk/>
            <pc:sldMk cId="669084645" sldId="2079"/>
            <ac:spMk id="117" creationId="{1969287E-F552-6BEB-A0AA-C9C578A4DA8E}"/>
          </ac:spMkLst>
        </pc:spChg>
        <pc:spChg chg="add mod topLvl">
          <ac:chgData name="Amaro, Sandra" userId="6bedbfcc-5e0a-4e18-b9b0-c8ab328504b9" providerId="ADAL" clId="{062BA417-29A1-43B6-8A26-14A0CCF37D8E}" dt="2024-01-10T10:09:55.034" v="4028" actId="12789"/>
          <ac:spMkLst>
            <pc:docMk/>
            <pc:sldMk cId="669084645" sldId="2079"/>
            <ac:spMk id="118" creationId="{FC6E0F5C-F7BD-D45E-1E24-AB99E6058F53}"/>
          </ac:spMkLst>
        </pc:spChg>
        <pc:spChg chg="mod topLvl">
          <ac:chgData name="Amaro, Sandra" userId="6bedbfcc-5e0a-4e18-b9b0-c8ab328504b9" providerId="ADAL" clId="{062BA417-29A1-43B6-8A26-14A0CCF37D8E}" dt="2024-01-10T16:14:31.935" v="4330" actId="207"/>
          <ac:spMkLst>
            <pc:docMk/>
            <pc:sldMk cId="669084645" sldId="2079"/>
            <ac:spMk id="123" creationId="{79EC161E-88CB-BEBB-89D8-C523E56920E5}"/>
          </ac:spMkLst>
        </pc:spChg>
        <pc:spChg chg="mod topLvl">
          <ac:chgData name="Amaro, Sandra" userId="6bedbfcc-5e0a-4e18-b9b0-c8ab328504b9" providerId="ADAL" clId="{062BA417-29A1-43B6-8A26-14A0CCF37D8E}" dt="2024-01-10T16:14:31.935" v="4330" actId="207"/>
          <ac:spMkLst>
            <pc:docMk/>
            <pc:sldMk cId="669084645" sldId="2079"/>
            <ac:spMk id="125" creationId="{0EDA0D22-1FD6-240A-57F7-9EFECA917674}"/>
          </ac:spMkLst>
        </pc:spChg>
        <pc:spChg chg="mod topLvl">
          <ac:chgData name="Amaro, Sandra" userId="6bedbfcc-5e0a-4e18-b9b0-c8ab328504b9" providerId="ADAL" clId="{062BA417-29A1-43B6-8A26-14A0CCF37D8E}" dt="2024-01-10T16:14:31.935" v="4330" actId="207"/>
          <ac:spMkLst>
            <pc:docMk/>
            <pc:sldMk cId="669084645" sldId="2079"/>
            <ac:spMk id="127" creationId="{D882E926-5763-DF96-CCEF-E7172B139F70}"/>
          </ac:spMkLst>
        </pc:spChg>
        <pc:spChg chg="add del mod">
          <ac:chgData name="Amaro, Sandra" userId="6bedbfcc-5e0a-4e18-b9b0-c8ab328504b9" providerId="ADAL" clId="{062BA417-29A1-43B6-8A26-14A0CCF37D8E}" dt="2024-01-09T18:29:39.339" v="3193" actId="478"/>
          <ac:spMkLst>
            <pc:docMk/>
            <pc:sldMk cId="669084645" sldId="2079"/>
            <ac:spMk id="136" creationId="{8FD663FB-00C9-43B0-7A49-F2059FD47473}"/>
          </ac:spMkLst>
        </pc:spChg>
        <pc:spChg chg="add del mod">
          <ac:chgData name="Amaro, Sandra" userId="6bedbfcc-5e0a-4e18-b9b0-c8ab328504b9" providerId="ADAL" clId="{062BA417-29A1-43B6-8A26-14A0CCF37D8E}" dt="2024-01-09T18:17:39.560" v="2511" actId="478"/>
          <ac:spMkLst>
            <pc:docMk/>
            <pc:sldMk cId="669084645" sldId="2079"/>
            <ac:spMk id="138" creationId="{7D0D92A8-4178-C17A-5FB8-AEF8EFE59E32}"/>
          </ac:spMkLst>
        </pc:spChg>
        <pc:spChg chg="add mod topLvl">
          <ac:chgData name="Amaro, Sandra" userId="6bedbfcc-5e0a-4e18-b9b0-c8ab328504b9" providerId="ADAL" clId="{062BA417-29A1-43B6-8A26-14A0CCF37D8E}" dt="2024-01-10T10:13:34.917" v="4094" actId="12788"/>
          <ac:spMkLst>
            <pc:docMk/>
            <pc:sldMk cId="669084645" sldId="2079"/>
            <ac:spMk id="139" creationId="{BD54B22B-583C-3808-2BA9-E2284D53F42A}"/>
          </ac:spMkLst>
        </pc:spChg>
        <pc:spChg chg="add mod topLvl">
          <ac:chgData name="Amaro, Sandra" userId="6bedbfcc-5e0a-4e18-b9b0-c8ab328504b9" providerId="ADAL" clId="{062BA417-29A1-43B6-8A26-14A0CCF37D8E}" dt="2024-01-10T10:09:41.870" v="4026" actId="165"/>
          <ac:spMkLst>
            <pc:docMk/>
            <pc:sldMk cId="669084645" sldId="2079"/>
            <ac:spMk id="144" creationId="{211BDD63-FF6D-B6A1-5FC6-AB349A8C45C7}"/>
          </ac:spMkLst>
        </pc:spChg>
        <pc:spChg chg="add mod topLvl">
          <ac:chgData name="Amaro, Sandra" userId="6bedbfcc-5e0a-4e18-b9b0-c8ab328504b9" providerId="ADAL" clId="{062BA417-29A1-43B6-8A26-14A0CCF37D8E}" dt="2024-01-10T10:09:41.870" v="4026" actId="165"/>
          <ac:spMkLst>
            <pc:docMk/>
            <pc:sldMk cId="669084645" sldId="2079"/>
            <ac:spMk id="145" creationId="{874F657F-95E3-FB06-F1BB-AE8C22E20F44}"/>
          </ac:spMkLst>
        </pc:spChg>
        <pc:spChg chg="add mod topLvl">
          <ac:chgData name="Amaro, Sandra" userId="6bedbfcc-5e0a-4e18-b9b0-c8ab328504b9" providerId="ADAL" clId="{062BA417-29A1-43B6-8A26-14A0CCF37D8E}" dt="2024-01-10T10:09:41.870" v="4026" actId="165"/>
          <ac:spMkLst>
            <pc:docMk/>
            <pc:sldMk cId="669084645" sldId="2079"/>
            <ac:spMk id="146" creationId="{D91D57E6-B496-68A8-E1C6-885E5C0F9F60}"/>
          </ac:spMkLst>
        </pc:spChg>
        <pc:spChg chg="add mod topLvl">
          <ac:chgData name="Amaro, Sandra" userId="6bedbfcc-5e0a-4e18-b9b0-c8ab328504b9" providerId="ADAL" clId="{062BA417-29A1-43B6-8A26-14A0CCF37D8E}" dt="2024-01-10T16:14:31.935" v="4330" actId="207"/>
          <ac:spMkLst>
            <pc:docMk/>
            <pc:sldMk cId="669084645" sldId="2079"/>
            <ac:spMk id="147" creationId="{633CA008-F488-BD41-4E94-6105C79B1CC2}"/>
          </ac:spMkLst>
        </pc:spChg>
        <pc:spChg chg="add mod">
          <ac:chgData name="Amaro, Sandra" userId="6bedbfcc-5e0a-4e18-b9b0-c8ab328504b9" providerId="ADAL" clId="{062BA417-29A1-43B6-8A26-14A0CCF37D8E}" dt="2024-01-09T18:30:38.098" v="3224"/>
          <ac:spMkLst>
            <pc:docMk/>
            <pc:sldMk cId="669084645" sldId="2079"/>
            <ac:spMk id="148" creationId="{EBBBAF03-A419-7B1E-9736-3C5D839F32C9}"/>
          </ac:spMkLst>
        </pc:spChg>
        <pc:spChg chg="mod topLvl">
          <ac:chgData name="Amaro, Sandra" userId="6bedbfcc-5e0a-4e18-b9b0-c8ab328504b9" providerId="ADAL" clId="{062BA417-29A1-43B6-8A26-14A0CCF37D8E}" dt="2024-01-10T10:08:46.759" v="3978" actId="12789"/>
          <ac:spMkLst>
            <pc:docMk/>
            <pc:sldMk cId="669084645" sldId="2079"/>
            <ac:spMk id="153" creationId="{C055C597-4405-6317-E11F-66CFAE35845C}"/>
          </ac:spMkLst>
        </pc:spChg>
        <pc:spChg chg="mod topLvl">
          <ac:chgData name="Amaro, Sandra" userId="6bedbfcc-5e0a-4e18-b9b0-c8ab328504b9" providerId="ADAL" clId="{062BA417-29A1-43B6-8A26-14A0CCF37D8E}" dt="2024-01-10T10:09:21.378" v="4021" actId="1037"/>
          <ac:spMkLst>
            <pc:docMk/>
            <pc:sldMk cId="669084645" sldId="2079"/>
            <ac:spMk id="156" creationId="{74FC099B-DAAB-6A36-32D4-9C7CBF6AE0FB}"/>
          </ac:spMkLst>
        </pc:spChg>
        <pc:spChg chg="add del mod">
          <ac:chgData name="Amaro, Sandra" userId="6bedbfcc-5e0a-4e18-b9b0-c8ab328504b9" providerId="ADAL" clId="{062BA417-29A1-43B6-8A26-14A0CCF37D8E}" dt="2024-01-09T18:38:46.566" v="3540" actId="478"/>
          <ac:spMkLst>
            <pc:docMk/>
            <pc:sldMk cId="669084645" sldId="2079"/>
            <ac:spMk id="157" creationId="{CD076084-1237-DC9D-2DB7-9220BF4F0F82}"/>
          </ac:spMkLst>
        </pc:spChg>
        <pc:spChg chg="add mod">
          <ac:chgData name="Amaro, Sandra" userId="6bedbfcc-5e0a-4e18-b9b0-c8ab328504b9" providerId="ADAL" clId="{062BA417-29A1-43B6-8A26-14A0CCF37D8E}" dt="2024-01-10T10:14:40.598" v="4172" actId="1036"/>
          <ac:spMkLst>
            <pc:docMk/>
            <pc:sldMk cId="669084645" sldId="2079"/>
            <ac:spMk id="159" creationId="{CF2EE402-B776-5E24-16F2-563D6CDED8AA}"/>
          </ac:spMkLst>
        </pc:spChg>
        <pc:spChg chg="mod ord topLvl">
          <ac:chgData name="Amaro, Sandra" userId="6bedbfcc-5e0a-4e18-b9b0-c8ab328504b9" providerId="ADAL" clId="{062BA417-29A1-43B6-8A26-14A0CCF37D8E}" dt="2024-01-10T10:09:49.075" v="4027" actId="164"/>
          <ac:spMkLst>
            <pc:docMk/>
            <pc:sldMk cId="669084645" sldId="2079"/>
            <ac:spMk id="163" creationId="{66182EDD-7072-97B3-999F-F708BF98A602}"/>
          </ac:spMkLst>
        </pc:spChg>
        <pc:spChg chg="del mod topLvl">
          <ac:chgData name="Amaro, Sandra" userId="6bedbfcc-5e0a-4e18-b9b0-c8ab328504b9" providerId="ADAL" clId="{062BA417-29A1-43B6-8A26-14A0CCF37D8E}" dt="2024-01-10T10:02:04.212" v="3620" actId="478"/>
          <ac:spMkLst>
            <pc:docMk/>
            <pc:sldMk cId="669084645" sldId="2079"/>
            <ac:spMk id="164" creationId="{B2C80CBF-A50B-1A69-F0E0-A0A2CC36FBFE}"/>
          </ac:spMkLst>
        </pc:spChg>
        <pc:spChg chg="del mod topLvl">
          <ac:chgData name="Amaro, Sandra" userId="6bedbfcc-5e0a-4e18-b9b0-c8ab328504b9" providerId="ADAL" clId="{062BA417-29A1-43B6-8A26-14A0CCF37D8E}" dt="2024-01-10T10:01:24.229" v="3613" actId="478"/>
          <ac:spMkLst>
            <pc:docMk/>
            <pc:sldMk cId="669084645" sldId="2079"/>
            <ac:spMk id="165" creationId="{C95F12B3-B414-7C31-BC01-8A752BFF0448}"/>
          </ac:spMkLst>
        </pc:spChg>
        <pc:spChg chg="del mod topLvl">
          <ac:chgData name="Amaro, Sandra" userId="6bedbfcc-5e0a-4e18-b9b0-c8ab328504b9" providerId="ADAL" clId="{062BA417-29A1-43B6-8A26-14A0CCF37D8E}" dt="2024-01-10T10:01:21.823" v="3612" actId="478"/>
          <ac:spMkLst>
            <pc:docMk/>
            <pc:sldMk cId="669084645" sldId="2079"/>
            <ac:spMk id="166" creationId="{2BB284F2-319D-155A-3373-4EC1EDD4A0B2}"/>
          </ac:spMkLst>
        </pc:spChg>
        <pc:spChg chg="del mod topLvl">
          <ac:chgData name="Amaro, Sandra" userId="6bedbfcc-5e0a-4e18-b9b0-c8ab328504b9" providerId="ADAL" clId="{062BA417-29A1-43B6-8A26-14A0CCF37D8E}" dt="2024-01-10T10:01:26.281" v="3614" actId="478"/>
          <ac:spMkLst>
            <pc:docMk/>
            <pc:sldMk cId="669084645" sldId="2079"/>
            <ac:spMk id="167" creationId="{37271C01-22F4-F2FB-EDB6-EAE3D8A7D06F}"/>
          </ac:spMkLst>
        </pc:spChg>
        <pc:spChg chg="del mod topLvl">
          <ac:chgData name="Amaro, Sandra" userId="6bedbfcc-5e0a-4e18-b9b0-c8ab328504b9" providerId="ADAL" clId="{062BA417-29A1-43B6-8A26-14A0CCF37D8E}" dt="2024-01-10T10:01:28.288" v="3615" actId="478"/>
          <ac:spMkLst>
            <pc:docMk/>
            <pc:sldMk cId="669084645" sldId="2079"/>
            <ac:spMk id="168" creationId="{9C083491-A7DB-61D7-65C0-1BB8C7AFC211}"/>
          </ac:spMkLst>
        </pc:spChg>
        <pc:spChg chg="add mod">
          <ac:chgData name="Amaro, Sandra" userId="6bedbfcc-5e0a-4e18-b9b0-c8ab328504b9" providerId="ADAL" clId="{062BA417-29A1-43B6-8A26-14A0CCF37D8E}" dt="2024-01-10T10:13:34.917" v="4094" actId="12788"/>
          <ac:spMkLst>
            <pc:docMk/>
            <pc:sldMk cId="669084645" sldId="2079"/>
            <ac:spMk id="171" creationId="{13B9A0BB-9591-5DDF-4100-A2E966F94426}"/>
          </ac:spMkLst>
        </pc:spChg>
        <pc:spChg chg="add mod">
          <ac:chgData name="Amaro, Sandra" userId="6bedbfcc-5e0a-4e18-b9b0-c8ab328504b9" providerId="ADAL" clId="{062BA417-29A1-43B6-8A26-14A0CCF37D8E}" dt="2024-01-10T10:20:23.662" v="4298" actId="12789"/>
          <ac:spMkLst>
            <pc:docMk/>
            <pc:sldMk cId="669084645" sldId="2079"/>
            <ac:spMk id="172" creationId="{BB689B7C-832B-AA29-AE02-FF901D6CB842}"/>
          </ac:spMkLst>
        </pc:spChg>
        <pc:spChg chg="add del mod">
          <ac:chgData name="Amaro, Sandra" userId="6bedbfcc-5e0a-4e18-b9b0-c8ab328504b9" providerId="ADAL" clId="{062BA417-29A1-43B6-8A26-14A0CCF37D8E}" dt="2024-01-10T10:18:39.425" v="4282" actId="478"/>
          <ac:spMkLst>
            <pc:docMk/>
            <pc:sldMk cId="669084645" sldId="2079"/>
            <ac:spMk id="173" creationId="{3AFA4BAA-8A47-626A-7F62-B29BFE1FAEAC}"/>
          </ac:spMkLst>
        </pc:spChg>
        <pc:spChg chg="add del">
          <ac:chgData name="Amaro, Sandra" userId="6bedbfcc-5e0a-4e18-b9b0-c8ab328504b9" providerId="ADAL" clId="{062BA417-29A1-43B6-8A26-14A0CCF37D8E}" dt="2024-01-10T10:18:41.889" v="4284"/>
          <ac:spMkLst>
            <pc:docMk/>
            <pc:sldMk cId="669084645" sldId="2079"/>
            <ac:spMk id="174" creationId="{2B06120B-2BFF-E685-C112-ABB86B77B104}"/>
          </ac:spMkLst>
        </pc:spChg>
        <pc:grpChg chg="add del mod">
          <ac:chgData name="Amaro, Sandra" userId="6bedbfcc-5e0a-4e18-b9b0-c8ab328504b9" providerId="ADAL" clId="{062BA417-29A1-43B6-8A26-14A0CCF37D8E}" dt="2024-01-09T18:05:33.833" v="2203"/>
          <ac:grpSpMkLst>
            <pc:docMk/>
            <pc:sldMk cId="669084645" sldId="2079"/>
            <ac:grpSpMk id="4" creationId="{AC29D563-44C2-B59E-F6D4-A3CBEEFD9828}"/>
          </ac:grpSpMkLst>
        </pc:grpChg>
        <pc:grpChg chg="add del mod">
          <ac:chgData name="Amaro, Sandra" userId="6bedbfcc-5e0a-4e18-b9b0-c8ab328504b9" providerId="ADAL" clId="{062BA417-29A1-43B6-8A26-14A0CCF37D8E}" dt="2024-01-09T18:05:33.833" v="2203"/>
          <ac:grpSpMkLst>
            <pc:docMk/>
            <pc:sldMk cId="669084645" sldId="2079"/>
            <ac:grpSpMk id="14" creationId="{8E779B71-764B-9B48-5E83-850E19228AD5}"/>
          </ac:grpSpMkLst>
        </pc:grpChg>
        <pc:grpChg chg="add del mod">
          <ac:chgData name="Amaro, Sandra" userId="6bedbfcc-5e0a-4e18-b9b0-c8ab328504b9" providerId="ADAL" clId="{062BA417-29A1-43B6-8A26-14A0CCF37D8E}" dt="2024-01-09T18:08:10.759" v="2252" actId="478"/>
          <ac:grpSpMkLst>
            <pc:docMk/>
            <pc:sldMk cId="669084645" sldId="2079"/>
            <ac:grpSpMk id="42" creationId="{A2AA3BA3-7309-4C0E-8A7C-8DF6FCEB32C5}"/>
          </ac:grpSpMkLst>
        </pc:grpChg>
        <pc:grpChg chg="add del mod">
          <ac:chgData name="Amaro, Sandra" userId="6bedbfcc-5e0a-4e18-b9b0-c8ab328504b9" providerId="ADAL" clId="{062BA417-29A1-43B6-8A26-14A0CCF37D8E}" dt="2024-01-09T18:08:10.759" v="2252" actId="478"/>
          <ac:grpSpMkLst>
            <pc:docMk/>
            <pc:sldMk cId="669084645" sldId="2079"/>
            <ac:grpSpMk id="45" creationId="{B9C29584-DD96-10EF-E39F-8D2AD606C508}"/>
          </ac:grpSpMkLst>
        </pc:grpChg>
        <pc:grpChg chg="add del mod">
          <ac:chgData name="Amaro, Sandra" userId="6bedbfcc-5e0a-4e18-b9b0-c8ab328504b9" providerId="ADAL" clId="{062BA417-29A1-43B6-8A26-14A0CCF37D8E}" dt="2024-01-09T18:08:20.393" v="2254"/>
          <ac:grpSpMkLst>
            <pc:docMk/>
            <pc:sldMk cId="669084645" sldId="2079"/>
            <ac:grpSpMk id="89" creationId="{A98AF297-806C-C75B-461D-955F194538E2}"/>
          </ac:grpSpMkLst>
        </pc:grpChg>
        <pc:grpChg chg="add del mod">
          <ac:chgData name="Amaro, Sandra" userId="6bedbfcc-5e0a-4e18-b9b0-c8ab328504b9" providerId="ADAL" clId="{062BA417-29A1-43B6-8A26-14A0CCF37D8E}" dt="2024-01-09T18:08:20.393" v="2254"/>
          <ac:grpSpMkLst>
            <pc:docMk/>
            <pc:sldMk cId="669084645" sldId="2079"/>
            <ac:grpSpMk id="96" creationId="{71B5526D-8D0B-0402-BA0D-7006187E04C7}"/>
          </ac:grpSpMkLst>
        </pc:grpChg>
        <pc:grpChg chg="mod">
          <ac:chgData name="Amaro, Sandra" userId="6bedbfcc-5e0a-4e18-b9b0-c8ab328504b9" providerId="ADAL" clId="{062BA417-29A1-43B6-8A26-14A0CCF37D8E}" dt="2024-01-09T18:08:18.350" v="2253"/>
          <ac:grpSpMkLst>
            <pc:docMk/>
            <pc:sldMk cId="669084645" sldId="2079"/>
            <ac:grpSpMk id="97" creationId="{4F320517-E6B1-8AC4-6D0D-40219D14A411}"/>
          </ac:grpSpMkLst>
        </pc:grpChg>
        <pc:grpChg chg="mod">
          <ac:chgData name="Amaro, Sandra" userId="6bedbfcc-5e0a-4e18-b9b0-c8ab328504b9" providerId="ADAL" clId="{062BA417-29A1-43B6-8A26-14A0CCF37D8E}" dt="2024-01-09T18:08:18.350" v="2253"/>
          <ac:grpSpMkLst>
            <pc:docMk/>
            <pc:sldMk cId="669084645" sldId="2079"/>
            <ac:grpSpMk id="98" creationId="{435B9794-6623-C6F6-699B-F97C3437A889}"/>
          </ac:grpSpMkLst>
        </pc:grpChg>
        <pc:grpChg chg="mod">
          <ac:chgData name="Amaro, Sandra" userId="6bedbfcc-5e0a-4e18-b9b0-c8ab328504b9" providerId="ADAL" clId="{062BA417-29A1-43B6-8A26-14A0CCF37D8E}" dt="2024-01-09T18:08:18.350" v="2253"/>
          <ac:grpSpMkLst>
            <pc:docMk/>
            <pc:sldMk cId="669084645" sldId="2079"/>
            <ac:grpSpMk id="99" creationId="{9D674F54-2B4C-C86B-BF89-C320D630531C}"/>
          </ac:grpSpMkLst>
        </pc:grpChg>
        <pc:grpChg chg="add del mod">
          <ac:chgData name="Amaro, Sandra" userId="6bedbfcc-5e0a-4e18-b9b0-c8ab328504b9" providerId="ADAL" clId="{062BA417-29A1-43B6-8A26-14A0CCF37D8E}" dt="2024-01-09T18:08:20.393" v="2254"/>
          <ac:grpSpMkLst>
            <pc:docMk/>
            <pc:sldMk cId="669084645" sldId="2079"/>
            <ac:grpSpMk id="108" creationId="{9A2E0D1A-DB64-62FF-7615-FDCCF2E5A2CF}"/>
          </ac:grpSpMkLst>
        </pc:grpChg>
        <pc:grpChg chg="add del mod">
          <ac:chgData name="Amaro, Sandra" userId="6bedbfcc-5e0a-4e18-b9b0-c8ab328504b9" providerId="ADAL" clId="{062BA417-29A1-43B6-8A26-14A0CCF37D8E}" dt="2024-01-09T18:14:01.140" v="2397" actId="478"/>
          <ac:grpSpMkLst>
            <pc:docMk/>
            <pc:sldMk cId="669084645" sldId="2079"/>
            <ac:grpSpMk id="112" creationId="{9E63BAFC-D90E-0547-4E1E-38E2571A2B9C}"/>
          </ac:grpSpMkLst>
        </pc:grpChg>
        <pc:grpChg chg="add del mod">
          <ac:chgData name="Amaro, Sandra" userId="6bedbfcc-5e0a-4e18-b9b0-c8ab328504b9" providerId="ADAL" clId="{062BA417-29A1-43B6-8A26-14A0CCF37D8E}" dt="2024-01-09T18:25:10.295" v="2988" actId="165"/>
          <ac:grpSpMkLst>
            <pc:docMk/>
            <pc:sldMk cId="669084645" sldId="2079"/>
            <ac:grpSpMk id="119" creationId="{86DD12BD-06CD-434A-F7E7-E3FED9EC1FC5}"/>
          </ac:grpSpMkLst>
        </pc:grpChg>
        <pc:grpChg chg="del mod topLvl">
          <ac:chgData name="Amaro, Sandra" userId="6bedbfcc-5e0a-4e18-b9b0-c8ab328504b9" providerId="ADAL" clId="{062BA417-29A1-43B6-8A26-14A0CCF37D8E}" dt="2024-01-09T18:25:27.171" v="2990" actId="165"/>
          <ac:grpSpMkLst>
            <pc:docMk/>
            <pc:sldMk cId="669084645" sldId="2079"/>
            <ac:grpSpMk id="120" creationId="{C4E6AB02-7C92-F81A-4882-64D3317EDBBC}"/>
          </ac:grpSpMkLst>
        </pc:grpChg>
        <pc:grpChg chg="del mod topLvl">
          <ac:chgData name="Amaro, Sandra" userId="6bedbfcc-5e0a-4e18-b9b0-c8ab328504b9" providerId="ADAL" clId="{062BA417-29A1-43B6-8A26-14A0CCF37D8E}" dt="2024-01-09T18:25:20.933" v="2989" actId="165"/>
          <ac:grpSpMkLst>
            <pc:docMk/>
            <pc:sldMk cId="669084645" sldId="2079"/>
            <ac:grpSpMk id="121" creationId="{5FC89DC5-DCA4-7048-CEEC-8089FF56D1D0}"/>
          </ac:grpSpMkLst>
        </pc:grpChg>
        <pc:grpChg chg="del mod topLvl">
          <ac:chgData name="Amaro, Sandra" userId="6bedbfcc-5e0a-4e18-b9b0-c8ab328504b9" providerId="ADAL" clId="{062BA417-29A1-43B6-8A26-14A0CCF37D8E}" dt="2024-01-09T18:25:32.846" v="2991" actId="165"/>
          <ac:grpSpMkLst>
            <pc:docMk/>
            <pc:sldMk cId="669084645" sldId="2079"/>
            <ac:grpSpMk id="122" creationId="{7E10B0CD-0B98-D74A-1F99-A72D414C29F4}"/>
          </ac:grpSpMkLst>
        </pc:grpChg>
        <pc:grpChg chg="add del mod">
          <ac:chgData name="Amaro, Sandra" userId="6bedbfcc-5e0a-4e18-b9b0-c8ab328504b9" providerId="ADAL" clId="{062BA417-29A1-43B6-8A26-14A0CCF37D8E}" dt="2024-01-09T18:17:07.695" v="2505" actId="165"/>
          <ac:grpSpMkLst>
            <pc:docMk/>
            <pc:sldMk cId="669084645" sldId="2079"/>
            <ac:grpSpMk id="131" creationId="{1746A199-B55D-A8AB-4BBF-0C66F9A8AE46}"/>
          </ac:grpSpMkLst>
        </pc:grpChg>
        <pc:grpChg chg="add del mod">
          <ac:chgData name="Amaro, Sandra" userId="6bedbfcc-5e0a-4e18-b9b0-c8ab328504b9" providerId="ADAL" clId="{062BA417-29A1-43B6-8A26-14A0CCF37D8E}" dt="2024-01-09T18:31:10.732" v="3296" actId="165"/>
          <ac:grpSpMkLst>
            <pc:docMk/>
            <pc:sldMk cId="669084645" sldId="2079"/>
            <ac:grpSpMk id="149" creationId="{69EFF5A2-75B8-52C4-4D7D-BE636F931C05}"/>
          </ac:grpSpMkLst>
        </pc:grpChg>
        <pc:grpChg chg="add del mod">
          <ac:chgData name="Amaro, Sandra" userId="6bedbfcc-5e0a-4e18-b9b0-c8ab328504b9" providerId="ADAL" clId="{062BA417-29A1-43B6-8A26-14A0CCF37D8E}" dt="2024-01-09T18:32:05.594" v="3326" actId="165"/>
          <ac:grpSpMkLst>
            <pc:docMk/>
            <pc:sldMk cId="669084645" sldId="2079"/>
            <ac:grpSpMk id="150" creationId="{82C548AE-B028-3542-694F-D5CC92CFD94D}"/>
          </ac:grpSpMkLst>
        </pc:grpChg>
        <pc:grpChg chg="add del mod">
          <ac:chgData name="Amaro, Sandra" userId="6bedbfcc-5e0a-4e18-b9b0-c8ab328504b9" providerId="ADAL" clId="{062BA417-29A1-43B6-8A26-14A0CCF37D8E}" dt="2024-01-09T18:37:13.086" v="3407" actId="165"/>
          <ac:grpSpMkLst>
            <pc:docMk/>
            <pc:sldMk cId="669084645" sldId="2079"/>
            <ac:grpSpMk id="151" creationId="{D1AE9F5B-A9C2-B1D2-35A0-A64C934CCAEC}"/>
          </ac:grpSpMkLst>
        </pc:grpChg>
        <pc:grpChg chg="add del mod">
          <ac:chgData name="Amaro, Sandra" userId="6bedbfcc-5e0a-4e18-b9b0-c8ab328504b9" providerId="ADAL" clId="{062BA417-29A1-43B6-8A26-14A0CCF37D8E}" dt="2024-01-09T18:37:51.381" v="3445" actId="165"/>
          <ac:grpSpMkLst>
            <pc:docMk/>
            <pc:sldMk cId="669084645" sldId="2079"/>
            <ac:grpSpMk id="154" creationId="{25EFFD49-5152-5EC1-887A-F4EC53EEB4BA}"/>
          </ac:grpSpMkLst>
        </pc:grpChg>
        <pc:grpChg chg="add del mod">
          <ac:chgData name="Amaro, Sandra" userId="6bedbfcc-5e0a-4e18-b9b0-c8ab328504b9" providerId="ADAL" clId="{062BA417-29A1-43B6-8A26-14A0CCF37D8E}" dt="2024-01-09T18:41:05.238" v="3575" actId="165"/>
          <ac:grpSpMkLst>
            <pc:docMk/>
            <pc:sldMk cId="669084645" sldId="2079"/>
            <ac:grpSpMk id="160" creationId="{36E2191E-EC18-80FE-820A-D2A1E6C70E66}"/>
          </ac:grpSpMkLst>
        </pc:grpChg>
        <pc:grpChg chg="add del mod">
          <ac:chgData name="Amaro, Sandra" userId="6bedbfcc-5e0a-4e18-b9b0-c8ab328504b9" providerId="ADAL" clId="{062BA417-29A1-43B6-8A26-14A0CCF37D8E}" dt="2024-01-10T16:14:09.820" v="4328" actId="165"/>
          <ac:grpSpMkLst>
            <pc:docMk/>
            <pc:sldMk cId="669084645" sldId="2079"/>
            <ac:grpSpMk id="161" creationId="{98D58ED8-B63E-E445-9D46-FE8CEDD67FB2}"/>
          </ac:grpSpMkLst>
        </pc:grpChg>
        <pc:grpChg chg="add del mod">
          <ac:chgData name="Amaro, Sandra" userId="6bedbfcc-5e0a-4e18-b9b0-c8ab328504b9" providerId="ADAL" clId="{062BA417-29A1-43B6-8A26-14A0CCF37D8E}" dt="2024-01-10T10:01:18.942" v="3611" actId="165"/>
          <ac:grpSpMkLst>
            <pc:docMk/>
            <pc:sldMk cId="669084645" sldId="2079"/>
            <ac:grpSpMk id="162" creationId="{18CD1259-D674-02B9-6243-9ED27282C951}"/>
          </ac:grpSpMkLst>
        </pc:grpChg>
        <pc:grpChg chg="add del mod">
          <ac:chgData name="Amaro, Sandra" userId="6bedbfcc-5e0a-4e18-b9b0-c8ab328504b9" providerId="ADAL" clId="{062BA417-29A1-43B6-8A26-14A0CCF37D8E}" dt="2024-01-10T10:09:41.870" v="4026" actId="165"/>
          <ac:grpSpMkLst>
            <pc:docMk/>
            <pc:sldMk cId="669084645" sldId="2079"/>
            <ac:grpSpMk id="169" creationId="{392DD347-A5E9-0F0D-E4B9-0C9821A73B32}"/>
          </ac:grpSpMkLst>
        </pc:grpChg>
        <pc:grpChg chg="add mod">
          <ac:chgData name="Amaro, Sandra" userId="6bedbfcc-5e0a-4e18-b9b0-c8ab328504b9" providerId="ADAL" clId="{062BA417-29A1-43B6-8A26-14A0CCF37D8E}" dt="2024-01-10T10:09:55.034" v="4028" actId="12789"/>
          <ac:grpSpMkLst>
            <pc:docMk/>
            <pc:sldMk cId="669084645" sldId="2079"/>
            <ac:grpSpMk id="170" creationId="{D00C4F54-D8C9-DC80-2EAD-3C694392F9A3}"/>
          </ac:grpSpMkLst>
        </pc:grp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17" creationId="{212D1868-9305-BCB8-886E-32E9EC54A2D3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22" creationId="{FFB68B6E-0956-AED2-1CD1-330F6CE9EE07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23" creationId="{A98EF7DA-471B-FF76-0DE5-05809A5036C0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25" creationId="{2BF3E7DE-9B1B-FD47-EEB1-B6EA6DA7CCC9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30" creationId="{D323248E-699F-8C0B-9E72-860DB4674D25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31" creationId="{4CE7E557-B6FD-8FBA-C4FC-25F0671C48B2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32" creationId="{77135407-2BAD-A051-279B-0AA0A07EA248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33" creationId="{6DD300E6-5523-6045-3ADD-25A4CD91CE97}"/>
          </ac:picMkLst>
        </pc:picChg>
        <pc:picChg chg="add del mod">
          <ac:chgData name="Amaro, Sandra" userId="6bedbfcc-5e0a-4e18-b9b0-c8ab328504b9" providerId="ADAL" clId="{062BA417-29A1-43B6-8A26-14A0CCF37D8E}" dt="2024-01-09T18:05:33.833" v="2203"/>
          <ac:picMkLst>
            <pc:docMk/>
            <pc:sldMk cId="669084645" sldId="2079"/>
            <ac:picMk id="41" creationId="{87E00DF9-352D-DD6B-B92D-650ADBB9AEF1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48" creationId="{1BB753D3-DD06-08F9-E7F0-3C6B19D14A56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53" creationId="{FED1D5D5-A28A-5706-DEB5-F19951B1A9B0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54" creationId="{23F482C8-EBEA-6094-2949-06AE691B94E8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55" creationId="{DFF67056-E271-4FAD-6866-F2766A036C3C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62" creationId="{724ED5E9-179D-6B0A-B0E7-FE6187F45922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63" creationId="{13BDC3FD-AF0A-1CCD-5310-7E3C7085E5FC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64" creationId="{BEB3AD57-CBA7-96D4-28F6-39A78CE97A06}"/>
          </ac:picMkLst>
        </pc:picChg>
        <pc:picChg chg="add del mod">
          <ac:chgData name="Amaro, Sandra" userId="6bedbfcc-5e0a-4e18-b9b0-c8ab328504b9" providerId="ADAL" clId="{062BA417-29A1-43B6-8A26-14A0CCF37D8E}" dt="2024-01-09T18:08:10.759" v="2252" actId="478"/>
          <ac:picMkLst>
            <pc:docMk/>
            <pc:sldMk cId="669084645" sldId="2079"/>
            <ac:picMk id="65" creationId="{C90D0FDA-B708-3823-9411-A52F5E159626}"/>
          </ac:picMkLst>
        </pc:picChg>
        <pc:picChg chg="add del mod">
          <ac:chgData name="Amaro, Sandra" userId="6bedbfcc-5e0a-4e18-b9b0-c8ab328504b9" providerId="ADAL" clId="{062BA417-29A1-43B6-8A26-14A0CCF37D8E}" dt="2024-01-09T18:06:41.922" v="2247" actId="478"/>
          <ac:picMkLst>
            <pc:docMk/>
            <pc:sldMk cId="669084645" sldId="2079"/>
            <ac:picMk id="73" creationId="{B20E06E7-5F2A-15C7-723A-32BE0DA36B2F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77" creationId="{16B3355D-6751-8D15-220F-DA190FEC5E48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79" creationId="{B25D7D07-34E0-28D6-0E36-06B65A2D26E5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81" creationId="{75CB9451-9164-FD04-D99A-EB8C498740D8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83" creationId="{3CFC88AA-81E5-6492-A0EB-D40EE1684A9D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85" creationId="{44D3F77C-7F6E-4B9A-16C1-BC3478717B7A}"/>
          </ac:picMkLst>
        </pc:picChg>
        <pc:picChg chg="add del mod">
          <ac:chgData name="Amaro, Sandra" userId="6bedbfcc-5e0a-4e18-b9b0-c8ab328504b9" providerId="ADAL" clId="{062BA417-29A1-43B6-8A26-14A0CCF37D8E}" dt="2024-01-09T18:07:10.155" v="2251"/>
          <ac:picMkLst>
            <pc:docMk/>
            <pc:sldMk cId="669084645" sldId="2079"/>
            <ac:picMk id="87" creationId="{ADF6C3D3-BC8E-A06F-0219-B38BC5F6496E}"/>
          </ac:picMkLst>
        </pc:picChg>
        <pc:picChg chg="mod">
          <ac:chgData name="Amaro, Sandra" userId="6bedbfcc-5e0a-4e18-b9b0-c8ab328504b9" providerId="ADAL" clId="{062BA417-29A1-43B6-8A26-14A0CCF37D8E}" dt="2024-01-09T18:08:18.350" v="2253"/>
          <ac:picMkLst>
            <pc:docMk/>
            <pc:sldMk cId="669084645" sldId="2079"/>
            <ac:picMk id="101" creationId="{E451DF39-0922-4F42-CD47-70D20F1EF64F}"/>
          </ac:picMkLst>
        </pc:picChg>
        <pc:picChg chg="mod">
          <ac:chgData name="Amaro, Sandra" userId="6bedbfcc-5e0a-4e18-b9b0-c8ab328504b9" providerId="ADAL" clId="{062BA417-29A1-43B6-8A26-14A0CCF37D8E}" dt="2024-01-09T18:08:18.350" v="2253"/>
          <ac:picMkLst>
            <pc:docMk/>
            <pc:sldMk cId="669084645" sldId="2079"/>
            <ac:picMk id="103" creationId="{F9D4A21D-EEFB-3578-F3A6-2D8D5A0D3636}"/>
          </ac:picMkLst>
        </pc:picChg>
        <pc:picChg chg="mod">
          <ac:chgData name="Amaro, Sandra" userId="6bedbfcc-5e0a-4e18-b9b0-c8ab328504b9" providerId="ADAL" clId="{062BA417-29A1-43B6-8A26-14A0CCF37D8E}" dt="2024-01-09T18:08:18.350" v="2253"/>
          <ac:picMkLst>
            <pc:docMk/>
            <pc:sldMk cId="669084645" sldId="2079"/>
            <ac:picMk id="105" creationId="{BF41ACF4-F645-6BAF-BC6D-D3D29081EF89}"/>
          </ac:picMkLst>
        </pc:picChg>
        <pc:picChg chg="add del mod">
          <ac:chgData name="Amaro, Sandra" userId="6bedbfcc-5e0a-4e18-b9b0-c8ab328504b9" providerId="ADAL" clId="{062BA417-29A1-43B6-8A26-14A0CCF37D8E}" dt="2024-01-09T18:08:20.393" v="2254"/>
          <ac:picMkLst>
            <pc:docMk/>
            <pc:sldMk cId="669084645" sldId="2079"/>
            <ac:picMk id="106" creationId="{0CF834B1-0625-598D-9D72-06C4DCEED71F}"/>
          </ac:picMkLst>
        </pc:picChg>
        <pc:picChg chg="add del mod">
          <ac:chgData name="Amaro, Sandra" userId="6bedbfcc-5e0a-4e18-b9b0-c8ab328504b9" providerId="ADAL" clId="{062BA417-29A1-43B6-8A26-14A0CCF37D8E}" dt="2024-01-09T18:08:20.393" v="2254"/>
          <ac:picMkLst>
            <pc:docMk/>
            <pc:sldMk cId="669084645" sldId="2079"/>
            <ac:picMk id="107" creationId="{170A78BD-285A-71F0-DB7C-32185435D9C9}"/>
          </ac:picMkLst>
        </pc:picChg>
        <pc:picChg chg="mod">
          <ac:chgData name="Amaro, Sandra" userId="6bedbfcc-5e0a-4e18-b9b0-c8ab328504b9" providerId="ADAL" clId="{062BA417-29A1-43B6-8A26-14A0CCF37D8E}" dt="2024-01-09T18:08:18.350" v="2253"/>
          <ac:picMkLst>
            <pc:docMk/>
            <pc:sldMk cId="669084645" sldId="2079"/>
            <ac:picMk id="109" creationId="{BB6EE680-0F0D-F323-B61E-975446456DC6}"/>
          </ac:picMkLst>
        </pc:picChg>
        <pc:picChg chg="mod">
          <ac:chgData name="Amaro, Sandra" userId="6bedbfcc-5e0a-4e18-b9b0-c8ab328504b9" providerId="ADAL" clId="{062BA417-29A1-43B6-8A26-14A0CCF37D8E}" dt="2024-01-09T18:08:18.350" v="2253"/>
          <ac:picMkLst>
            <pc:docMk/>
            <pc:sldMk cId="669084645" sldId="2079"/>
            <ac:picMk id="110" creationId="{CDB9C471-B347-E25A-AF65-247CB92C37EF}"/>
          </ac:picMkLst>
        </pc:picChg>
        <pc:picChg chg="del mod topLvl">
          <ac:chgData name="Amaro, Sandra" userId="6bedbfcc-5e0a-4e18-b9b0-c8ab328504b9" providerId="ADAL" clId="{062BA417-29A1-43B6-8A26-14A0CCF37D8E}" dt="2024-01-09T18:25:35.477" v="2992" actId="478"/>
          <ac:picMkLst>
            <pc:docMk/>
            <pc:sldMk cId="669084645" sldId="2079"/>
            <ac:picMk id="124" creationId="{73AAD3C4-6347-CB82-F669-0821AB276B45}"/>
          </ac:picMkLst>
        </pc:picChg>
        <pc:picChg chg="del mod topLvl">
          <ac:chgData name="Amaro, Sandra" userId="6bedbfcc-5e0a-4e18-b9b0-c8ab328504b9" providerId="ADAL" clId="{062BA417-29A1-43B6-8A26-14A0CCF37D8E}" dt="2024-01-09T18:25:37.500" v="2994" actId="478"/>
          <ac:picMkLst>
            <pc:docMk/>
            <pc:sldMk cId="669084645" sldId="2079"/>
            <ac:picMk id="126" creationId="{8DB66B2B-BD02-8FAF-668E-A5FF04F6D8B6}"/>
          </ac:picMkLst>
        </pc:picChg>
        <pc:picChg chg="del mod topLvl">
          <ac:chgData name="Amaro, Sandra" userId="6bedbfcc-5e0a-4e18-b9b0-c8ab328504b9" providerId="ADAL" clId="{062BA417-29A1-43B6-8A26-14A0CCF37D8E}" dt="2024-01-09T18:25:36.613" v="2993" actId="478"/>
          <ac:picMkLst>
            <pc:docMk/>
            <pc:sldMk cId="669084645" sldId="2079"/>
            <ac:picMk id="128" creationId="{DA616FA1-B56E-B81A-10BA-369D9D881F40}"/>
          </ac:picMkLst>
        </pc:picChg>
        <pc:picChg chg="add del mod">
          <ac:chgData name="Amaro, Sandra" userId="6bedbfcc-5e0a-4e18-b9b0-c8ab328504b9" providerId="ADAL" clId="{062BA417-29A1-43B6-8A26-14A0CCF37D8E}" dt="2024-01-09T18:09:36.687" v="2302" actId="27803"/>
          <ac:picMkLst>
            <pc:docMk/>
            <pc:sldMk cId="669084645" sldId="2079"/>
            <ac:picMk id="129" creationId="{8FD663FB-00C9-43B0-7A49-F2059FD47473}"/>
          </ac:picMkLst>
        </pc:picChg>
        <pc:picChg chg="add del mod">
          <ac:chgData name="Amaro, Sandra" userId="6bedbfcc-5e0a-4e18-b9b0-c8ab328504b9" providerId="ADAL" clId="{062BA417-29A1-43B6-8A26-14A0CCF37D8E}" dt="2024-01-09T18:29:39.339" v="3193" actId="478"/>
          <ac:picMkLst>
            <pc:docMk/>
            <pc:sldMk cId="669084645" sldId="2079"/>
            <ac:picMk id="130" creationId="{990A2523-499E-9177-B05A-1D853771C8DC}"/>
          </ac:picMkLst>
        </pc:picChg>
        <pc:picChg chg="add del mod topLvl">
          <ac:chgData name="Amaro, Sandra" userId="6bedbfcc-5e0a-4e18-b9b0-c8ab328504b9" providerId="ADAL" clId="{062BA417-29A1-43B6-8A26-14A0CCF37D8E}" dt="2024-01-09T18:29:39.339" v="3193" actId="478"/>
          <ac:picMkLst>
            <pc:docMk/>
            <pc:sldMk cId="669084645" sldId="2079"/>
            <ac:picMk id="132" creationId="{7058A645-8A5D-87EC-D182-501088DD7107}"/>
          </ac:picMkLst>
        </pc:picChg>
        <pc:picChg chg="mod ord topLvl">
          <ac:chgData name="Amaro, Sandra" userId="6bedbfcc-5e0a-4e18-b9b0-c8ab328504b9" providerId="ADAL" clId="{062BA417-29A1-43B6-8A26-14A0CCF37D8E}" dt="2024-01-10T10:09:41.870" v="4026" actId="165"/>
          <ac:picMkLst>
            <pc:docMk/>
            <pc:sldMk cId="669084645" sldId="2079"/>
            <ac:picMk id="133" creationId="{12C42A71-B8AB-AC4B-5E83-6440E3DB1B6B}"/>
          </ac:picMkLst>
        </pc:picChg>
        <pc:picChg chg="add del mod">
          <ac:chgData name="Amaro, Sandra" userId="6bedbfcc-5e0a-4e18-b9b0-c8ab328504b9" providerId="ADAL" clId="{062BA417-29A1-43B6-8A26-14A0CCF37D8E}" dt="2024-01-09T18:09:44.829" v="2303" actId="21"/>
          <ac:picMkLst>
            <pc:docMk/>
            <pc:sldMk cId="669084645" sldId="2079"/>
            <ac:picMk id="135" creationId="{EB2FBD75-5016-F483-43B7-26F639AFC1E5}"/>
          </ac:picMkLst>
        </pc:picChg>
        <pc:picChg chg="add del mod topLvl">
          <ac:chgData name="Amaro, Sandra" userId="6bedbfcc-5e0a-4e18-b9b0-c8ab328504b9" providerId="ADAL" clId="{062BA417-29A1-43B6-8A26-14A0CCF37D8E}" dt="2024-01-10T10:13:34.917" v="4094" actId="12788"/>
          <ac:picMkLst>
            <pc:docMk/>
            <pc:sldMk cId="669084645" sldId="2079"/>
            <ac:picMk id="137" creationId="{905EBA4E-CE9D-234B-4CDF-BD58CA49A928}"/>
          </ac:picMkLst>
        </pc:picChg>
        <pc:picChg chg="add mod ord topLvl">
          <ac:chgData name="Amaro, Sandra" userId="6bedbfcc-5e0a-4e18-b9b0-c8ab328504b9" providerId="ADAL" clId="{062BA417-29A1-43B6-8A26-14A0CCF37D8E}" dt="2024-01-10T10:09:41.870" v="4026" actId="165"/>
          <ac:picMkLst>
            <pc:docMk/>
            <pc:sldMk cId="669084645" sldId="2079"/>
            <ac:picMk id="141" creationId="{B99E866C-3D98-4734-A374-14CF6B0A3167}"/>
          </ac:picMkLst>
        </pc:picChg>
        <pc:picChg chg="add del mod">
          <ac:chgData name="Amaro, Sandra" userId="6bedbfcc-5e0a-4e18-b9b0-c8ab328504b9" providerId="ADAL" clId="{062BA417-29A1-43B6-8A26-14A0CCF37D8E}" dt="2024-01-09T18:16:37.227" v="2498"/>
          <ac:picMkLst>
            <pc:docMk/>
            <pc:sldMk cId="669084645" sldId="2079"/>
            <ac:picMk id="142" creationId="{C2D6C985-1958-EEC9-1292-86BE2C59909D}"/>
          </ac:picMkLst>
        </pc:picChg>
        <pc:picChg chg="add mod ord topLvl">
          <ac:chgData name="Amaro, Sandra" userId="6bedbfcc-5e0a-4e18-b9b0-c8ab328504b9" providerId="ADAL" clId="{062BA417-29A1-43B6-8A26-14A0CCF37D8E}" dt="2024-01-10T10:09:41.870" v="4026" actId="165"/>
          <ac:picMkLst>
            <pc:docMk/>
            <pc:sldMk cId="669084645" sldId="2079"/>
            <ac:picMk id="143" creationId="{4CC79E4B-964C-D854-DEC3-CF18C9BF1A02}"/>
          </ac:picMkLst>
        </pc:picChg>
        <pc:picChg chg="add mod">
          <ac:chgData name="Amaro, Sandra" userId="6bedbfcc-5e0a-4e18-b9b0-c8ab328504b9" providerId="ADAL" clId="{062BA417-29A1-43B6-8A26-14A0CCF37D8E}" dt="2024-01-10T10:20:23.662" v="4298" actId="12789"/>
          <ac:picMkLst>
            <pc:docMk/>
            <pc:sldMk cId="669084645" sldId="2079"/>
            <ac:picMk id="175" creationId="{D2F3B2DA-381F-D12D-5073-AF197FDE3B7D}"/>
          </ac:picMkLst>
        </pc:picChg>
        <pc:picChg chg="add del mod">
          <ac:chgData name="Amaro, Sandra" userId="6bedbfcc-5e0a-4e18-b9b0-c8ab328504b9" providerId="ADAL" clId="{062BA417-29A1-43B6-8A26-14A0CCF37D8E}" dt="2024-01-10T10:19:27.404" v="4291" actId="478"/>
          <ac:picMkLst>
            <pc:docMk/>
            <pc:sldMk cId="669084645" sldId="2079"/>
            <ac:picMk id="176" creationId="{2AD945B4-CB4E-CD76-9C2E-08F13B443F29}"/>
          </ac:picMkLst>
        </pc:picChg>
        <pc:cxnChg chg="mod">
          <ac:chgData name="Amaro, Sandra" userId="6bedbfcc-5e0a-4e18-b9b0-c8ab328504b9" providerId="ADAL" clId="{062BA417-29A1-43B6-8A26-14A0CCF37D8E}" dt="2024-01-09T18:05:20.141" v="2202"/>
          <ac:cxnSpMkLst>
            <pc:docMk/>
            <pc:sldMk cId="669084645" sldId="2079"/>
            <ac:cxnSpMk id="6" creationId="{10200B32-C968-70CF-2720-75B75211A1CE}"/>
          </ac:cxnSpMkLst>
        </pc:cxnChg>
        <pc:cxnChg chg="mod">
          <ac:chgData name="Amaro, Sandra" userId="6bedbfcc-5e0a-4e18-b9b0-c8ab328504b9" providerId="ADAL" clId="{062BA417-29A1-43B6-8A26-14A0CCF37D8E}" dt="2024-01-09T18:05:20.141" v="2202"/>
          <ac:cxnSpMkLst>
            <pc:docMk/>
            <pc:sldMk cId="669084645" sldId="2079"/>
            <ac:cxnSpMk id="15" creationId="{944B4193-500B-54AB-4480-C59C34DB80C5}"/>
          </ac:cxnSpMkLst>
        </pc:cxnChg>
        <pc:cxnChg chg="mod">
          <ac:chgData name="Amaro, Sandra" userId="6bedbfcc-5e0a-4e18-b9b0-c8ab328504b9" providerId="ADAL" clId="{062BA417-29A1-43B6-8A26-14A0CCF37D8E}" dt="2024-01-09T18:05:33.871" v="2204"/>
          <ac:cxnSpMkLst>
            <pc:docMk/>
            <pc:sldMk cId="669084645" sldId="2079"/>
            <ac:cxnSpMk id="43" creationId="{4B574B78-6416-B90C-A88D-3C706562A31D}"/>
          </ac:cxnSpMkLst>
        </pc:cxnChg>
        <pc:cxnChg chg="mod">
          <ac:chgData name="Amaro, Sandra" userId="6bedbfcc-5e0a-4e18-b9b0-c8ab328504b9" providerId="ADAL" clId="{062BA417-29A1-43B6-8A26-14A0CCF37D8E}" dt="2024-01-09T18:05:33.871" v="2204"/>
          <ac:cxnSpMkLst>
            <pc:docMk/>
            <pc:sldMk cId="669084645" sldId="2079"/>
            <ac:cxnSpMk id="46" creationId="{39FE8226-D3D8-4C16-6D9F-8BB8DE1FF3AF}"/>
          </ac:cxnSpMkLst>
        </pc:cxnChg>
        <pc:cxnChg chg="del">
          <ac:chgData name="Amaro, Sandra" userId="6bedbfcc-5e0a-4e18-b9b0-c8ab328504b9" providerId="ADAL" clId="{062BA417-29A1-43B6-8A26-14A0CCF37D8E}" dt="2024-01-09T18:05:14.153" v="2201" actId="478"/>
          <ac:cxnSpMkLst>
            <pc:docMk/>
            <pc:sldMk cId="669084645" sldId="2079"/>
            <ac:cxnSpMk id="58" creationId="{92133A97-1C1C-5018-D1F3-667FF4D740FD}"/>
          </ac:cxnSpMkLst>
        </pc:cxnChg>
        <pc:cxnChg chg="mod topLvl">
          <ac:chgData name="Amaro, Sandra" userId="6bedbfcc-5e0a-4e18-b9b0-c8ab328504b9" providerId="ADAL" clId="{062BA417-29A1-43B6-8A26-14A0CCF37D8E}" dt="2024-01-10T10:08:46.759" v="3978" actId="12789"/>
          <ac:cxnSpMkLst>
            <pc:docMk/>
            <pc:sldMk cId="669084645" sldId="2079"/>
            <ac:cxnSpMk id="152" creationId="{6A2F7DD9-D78C-6D07-80C5-F19BAE6A3C00}"/>
          </ac:cxnSpMkLst>
        </pc:cxnChg>
        <pc:cxnChg chg="mod topLvl">
          <ac:chgData name="Amaro, Sandra" userId="6bedbfcc-5e0a-4e18-b9b0-c8ab328504b9" providerId="ADAL" clId="{062BA417-29A1-43B6-8A26-14A0CCF37D8E}" dt="2024-01-10T10:09:21.378" v="4021" actId="1037"/>
          <ac:cxnSpMkLst>
            <pc:docMk/>
            <pc:sldMk cId="669084645" sldId="2079"/>
            <ac:cxnSpMk id="155" creationId="{B7ECD916-D493-719B-B40C-D4B11A227500}"/>
          </ac:cxnSpMkLst>
        </pc:cxnChg>
      </pc:sldChg>
      <pc:sldChg chg="add del">
        <pc:chgData name="Amaro, Sandra" userId="6bedbfcc-5e0a-4e18-b9b0-c8ab328504b9" providerId="ADAL" clId="{062BA417-29A1-43B6-8A26-14A0CCF37D8E}" dt="2024-01-09T18:05:10.938" v="2199"/>
        <pc:sldMkLst>
          <pc:docMk/>
          <pc:sldMk cId="2782522869" sldId="2079"/>
        </pc:sldMkLst>
      </pc:sldChg>
      <pc:sldChg chg="add del">
        <pc:chgData name="Amaro, Sandra" userId="6bedbfcc-5e0a-4e18-b9b0-c8ab328504b9" providerId="ADAL" clId="{062BA417-29A1-43B6-8A26-14A0CCF37D8E}" dt="2024-01-10T10:21:10.686" v="4301"/>
        <pc:sldMkLst>
          <pc:docMk/>
          <pc:sldMk cId="165901485" sldId="2080"/>
        </pc:sldMkLst>
      </pc:sldChg>
      <pc:sldChg chg="addSp delSp modSp add del mod">
        <pc:chgData name="Amaro, Sandra" userId="6bedbfcc-5e0a-4e18-b9b0-c8ab328504b9" providerId="ADAL" clId="{062BA417-29A1-43B6-8A26-14A0CCF37D8E}" dt="2024-01-10T17:24:52.365" v="5646" actId="47"/>
        <pc:sldMkLst>
          <pc:docMk/>
          <pc:sldMk cId="287128836" sldId="2080"/>
        </pc:sldMkLst>
        <pc:spChg chg="mod">
          <ac:chgData name="Amaro, Sandra" userId="6bedbfcc-5e0a-4e18-b9b0-c8ab328504b9" providerId="ADAL" clId="{062BA417-29A1-43B6-8A26-14A0CCF37D8E}" dt="2024-01-10T10:21:16.989" v="4320" actId="20577"/>
          <ac:spMkLst>
            <pc:docMk/>
            <pc:sldMk cId="287128836" sldId="2080"/>
            <ac:spMk id="3" creationId="{3E5D765C-774B-4EE7-8C6D-AE64B09A9B64}"/>
          </ac:spMkLst>
        </pc:spChg>
        <pc:spChg chg="add">
          <ac:chgData name="Amaro, Sandra" userId="6bedbfcc-5e0a-4e18-b9b0-c8ab328504b9" providerId="ADAL" clId="{062BA417-29A1-43B6-8A26-14A0CCF37D8E}" dt="2024-01-10T15:31:02.823" v="4323" actId="22"/>
          <ac:spMkLst>
            <pc:docMk/>
            <pc:sldMk cId="287128836" sldId="2080"/>
            <ac:spMk id="5" creationId="{2D547B7F-D8E5-9B50-B502-C08A4B29F3E3}"/>
          </ac:spMkLst>
        </pc:spChg>
        <pc:spChg chg="add del">
          <ac:chgData name="Amaro, Sandra" userId="6bedbfcc-5e0a-4e18-b9b0-c8ab328504b9" providerId="ADAL" clId="{062BA417-29A1-43B6-8A26-14A0CCF37D8E}" dt="2024-01-10T17:06:47.837" v="5198" actId="478"/>
          <ac:spMkLst>
            <pc:docMk/>
            <pc:sldMk cId="287128836" sldId="2080"/>
            <ac:spMk id="6" creationId="{10587AFE-F59E-8258-4B2A-6389FE115F33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11" creationId="{186600F4-2C9A-CD94-DC2F-992CCC2B0CB2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18" creationId="{FC6E0F5C-F7BD-D45E-1E24-AB99E6058F53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39" creationId="{BD54B22B-583C-3808-2BA9-E2284D53F42A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44" creationId="{211BDD63-FF6D-B6A1-5FC6-AB349A8C45C7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45" creationId="{874F657F-95E3-FB06-F1BB-AE8C22E20F44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46" creationId="{D91D57E6-B496-68A8-E1C6-885E5C0F9F60}"/>
          </ac:spMkLst>
        </pc:spChg>
        <pc:spChg chg="mod">
          <ac:chgData name="Amaro, Sandra" userId="6bedbfcc-5e0a-4e18-b9b0-c8ab328504b9" providerId="ADAL" clId="{062BA417-29A1-43B6-8A26-14A0CCF37D8E}" dt="2024-01-10T10:21:27.120" v="4321" actId="6549"/>
          <ac:spMkLst>
            <pc:docMk/>
            <pc:sldMk cId="287128836" sldId="2080"/>
            <ac:spMk id="148" creationId="{EBBBAF03-A419-7B1E-9736-3C5D839F32C9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53" creationId="{C055C597-4405-6317-E11F-66CFAE35845C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56" creationId="{74FC099B-DAAB-6A36-32D4-9C7CBF6AE0FB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59" creationId="{CF2EE402-B776-5E24-16F2-563D6CDED8AA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71" creationId="{13B9A0BB-9591-5DDF-4100-A2E966F94426}"/>
          </ac:spMkLst>
        </pc:spChg>
        <pc:spChg chg="del">
          <ac:chgData name="Amaro, Sandra" userId="6bedbfcc-5e0a-4e18-b9b0-c8ab328504b9" providerId="ADAL" clId="{062BA417-29A1-43B6-8A26-14A0CCF37D8E}" dt="2024-01-10T10:21:31.216" v="4322" actId="478"/>
          <ac:spMkLst>
            <pc:docMk/>
            <pc:sldMk cId="287128836" sldId="2080"/>
            <ac:spMk id="172" creationId="{BB689B7C-832B-AA29-AE02-FF901D6CB842}"/>
          </ac:spMkLst>
        </pc:spChg>
        <pc:grpChg chg="del">
          <ac:chgData name="Amaro, Sandra" userId="6bedbfcc-5e0a-4e18-b9b0-c8ab328504b9" providerId="ADAL" clId="{062BA417-29A1-43B6-8A26-14A0CCF37D8E}" dt="2024-01-10T10:21:31.216" v="4322" actId="478"/>
          <ac:grpSpMkLst>
            <pc:docMk/>
            <pc:sldMk cId="287128836" sldId="2080"/>
            <ac:grpSpMk id="161" creationId="{98D58ED8-B63E-E445-9D46-FE8CEDD67FB2}"/>
          </ac:grpSpMkLst>
        </pc:grpChg>
        <pc:grpChg chg="del">
          <ac:chgData name="Amaro, Sandra" userId="6bedbfcc-5e0a-4e18-b9b0-c8ab328504b9" providerId="ADAL" clId="{062BA417-29A1-43B6-8A26-14A0CCF37D8E}" dt="2024-01-10T10:21:31.216" v="4322" actId="478"/>
          <ac:grpSpMkLst>
            <pc:docMk/>
            <pc:sldMk cId="287128836" sldId="2080"/>
            <ac:grpSpMk id="170" creationId="{D00C4F54-D8C9-DC80-2EAD-3C694392F9A3}"/>
          </ac:grpSpMkLst>
        </pc:grpChg>
        <pc:picChg chg="del">
          <ac:chgData name="Amaro, Sandra" userId="6bedbfcc-5e0a-4e18-b9b0-c8ab328504b9" providerId="ADAL" clId="{062BA417-29A1-43B6-8A26-14A0CCF37D8E}" dt="2024-01-10T10:21:31.216" v="4322" actId="478"/>
          <ac:picMkLst>
            <pc:docMk/>
            <pc:sldMk cId="287128836" sldId="2080"/>
            <ac:picMk id="133" creationId="{12C42A71-B8AB-AC4B-5E83-6440E3DB1B6B}"/>
          </ac:picMkLst>
        </pc:picChg>
        <pc:picChg chg="del">
          <ac:chgData name="Amaro, Sandra" userId="6bedbfcc-5e0a-4e18-b9b0-c8ab328504b9" providerId="ADAL" clId="{062BA417-29A1-43B6-8A26-14A0CCF37D8E}" dt="2024-01-10T10:21:31.216" v="4322" actId="478"/>
          <ac:picMkLst>
            <pc:docMk/>
            <pc:sldMk cId="287128836" sldId="2080"/>
            <ac:picMk id="137" creationId="{905EBA4E-CE9D-234B-4CDF-BD58CA49A928}"/>
          </ac:picMkLst>
        </pc:picChg>
        <pc:picChg chg="del">
          <ac:chgData name="Amaro, Sandra" userId="6bedbfcc-5e0a-4e18-b9b0-c8ab328504b9" providerId="ADAL" clId="{062BA417-29A1-43B6-8A26-14A0CCF37D8E}" dt="2024-01-10T10:21:31.216" v="4322" actId="478"/>
          <ac:picMkLst>
            <pc:docMk/>
            <pc:sldMk cId="287128836" sldId="2080"/>
            <ac:picMk id="141" creationId="{B99E866C-3D98-4734-A374-14CF6B0A3167}"/>
          </ac:picMkLst>
        </pc:picChg>
        <pc:picChg chg="del">
          <ac:chgData name="Amaro, Sandra" userId="6bedbfcc-5e0a-4e18-b9b0-c8ab328504b9" providerId="ADAL" clId="{062BA417-29A1-43B6-8A26-14A0CCF37D8E}" dt="2024-01-10T10:21:31.216" v="4322" actId="478"/>
          <ac:picMkLst>
            <pc:docMk/>
            <pc:sldMk cId="287128836" sldId="2080"/>
            <ac:picMk id="143" creationId="{4CC79E4B-964C-D854-DEC3-CF18C9BF1A02}"/>
          </ac:picMkLst>
        </pc:picChg>
        <pc:picChg chg="del">
          <ac:chgData name="Amaro, Sandra" userId="6bedbfcc-5e0a-4e18-b9b0-c8ab328504b9" providerId="ADAL" clId="{062BA417-29A1-43B6-8A26-14A0CCF37D8E}" dt="2024-01-10T10:21:31.216" v="4322" actId="478"/>
          <ac:picMkLst>
            <pc:docMk/>
            <pc:sldMk cId="287128836" sldId="2080"/>
            <ac:picMk id="175" creationId="{D2F3B2DA-381F-D12D-5073-AF197FDE3B7D}"/>
          </ac:picMkLst>
        </pc:picChg>
        <pc:cxnChg chg="del">
          <ac:chgData name="Amaro, Sandra" userId="6bedbfcc-5e0a-4e18-b9b0-c8ab328504b9" providerId="ADAL" clId="{062BA417-29A1-43B6-8A26-14A0CCF37D8E}" dt="2024-01-10T10:21:31.216" v="4322" actId="478"/>
          <ac:cxnSpMkLst>
            <pc:docMk/>
            <pc:sldMk cId="287128836" sldId="2080"/>
            <ac:cxnSpMk id="152" creationId="{6A2F7DD9-D78C-6D07-80C5-F19BAE6A3C00}"/>
          </ac:cxnSpMkLst>
        </pc:cxnChg>
        <pc:cxnChg chg="del">
          <ac:chgData name="Amaro, Sandra" userId="6bedbfcc-5e0a-4e18-b9b0-c8ab328504b9" providerId="ADAL" clId="{062BA417-29A1-43B6-8A26-14A0CCF37D8E}" dt="2024-01-10T10:21:31.216" v="4322" actId="478"/>
          <ac:cxnSpMkLst>
            <pc:docMk/>
            <pc:sldMk cId="287128836" sldId="2080"/>
            <ac:cxnSpMk id="155" creationId="{B7ECD916-D493-719B-B40C-D4B11A227500}"/>
          </ac:cxnSpMkLst>
        </pc:cxnChg>
      </pc:sldChg>
      <pc:sldChg chg="addSp delSp modSp add mod">
        <pc:chgData name="Amaro, Sandra" userId="6bedbfcc-5e0a-4e18-b9b0-c8ab328504b9" providerId="ADAL" clId="{062BA417-29A1-43B6-8A26-14A0CCF37D8E}" dt="2024-01-10T17:35:08.551" v="5998" actId="12788"/>
        <pc:sldMkLst>
          <pc:docMk/>
          <pc:sldMk cId="526072833" sldId="2081"/>
        </pc:sldMkLst>
        <pc:spChg chg="mod">
          <ac:chgData name="Amaro, Sandra" userId="6bedbfcc-5e0a-4e18-b9b0-c8ab328504b9" providerId="ADAL" clId="{062BA417-29A1-43B6-8A26-14A0CCF37D8E}" dt="2024-01-10T17:27:45.932" v="5829" actId="20577"/>
          <ac:spMkLst>
            <pc:docMk/>
            <pc:sldMk cId="526072833" sldId="2081"/>
            <ac:spMk id="2" creationId="{04E5A9F2-F005-4812-A92A-50A2D79422BC}"/>
          </ac:spMkLst>
        </pc:spChg>
        <pc:spChg chg="mod topLvl">
          <ac:chgData name="Amaro, Sandra" userId="6bedbfcc-5e0a-4e18-b9b0-c8ab328504b9" providerId="ADAL" clId="{062BA417-29A1-43B6-8A26-14A0CCF37D8E}" dt="2024-01-10T17:35:02.715" v="5997" actId="208"/>
          <ac:spMkLst>
            <pc:docMk/>
            <pc:sldMk cId="526072833" sldId="2081"/>
            <ac:spMk id="113" creationId="{71121D64-26CE-FF60-29C6-98296FDA4340}"/>
          </ac:spMkLst>
        </pc:spChg>
        <pc:spChg chg="mod">
          <ac:chgData name="Amaro, Sandra" userId="6bedbfcc-5e0a-4e18-b9b0-c8ab328504b9" providerId="ADAL" clId="{062BA417-29A1-43B6-8A26-14A0CCF37D8E}" dt="2024-01-10T17:35:08.551" v="5998" actId="12788"/>
          <ac:spMkLst>
            <pc:docMk/>
            <pc:sldMk cId="526072833" sldId="2081"/>
            <ac:spMk id="116" creationId="{3045CC23-042B-883C-1266-4B06F2E846D9}"/>
          </ac:spMkLst>
        </pc:spChg>
        <pc:spChg chg="mod">
          <ac:chgData name="Amaro, Sandra" userId="6bedbfcc-5e0a-4e18-b9b0-c8ab328504b9" providerId="ADAL" clId="{062BA417-29A1-43B6-8A26-14A0CCF37D8E}" dt="2024-01-10T17:35:08.551" v="5998" actId="12788"/>
          <ac:spMkLst>
            <pc:docMk/>
            <pc:sldMk cId="526072833" sldId="2081"/>
            <ac:spMk id="117" creationId="{1969287E-F552-6BEB-A0AA-C9C578A4DA8E}"/>
          </ac:spMkLst>
        </pc:spChg>
        <pc:spChg chg="mod">
          <ac:chgData name="Amaro, Sandra" userId="6bedbfcc-5e0a-4e18-b9b0-c8ab328504b9" providerId="ADAL" clId="{062BA417-29A1-43B6-8A26-14A0CCF37D8E}" dt="2024-01-10T16:48:48.906" v="4634" actId="207"/>
          <ac:spMkLst>
            <pc:docMk/>
            <pc:sldMk cId="526072833" sldId="2081"/>
            <ac:spMk id="118" creationId="{FC6E0F5C-F7BD-D45E-1E24-AB99E6058F53}"/>
          </ac:spMkLst>
        </pc:spChg>
        <pc:spChg chg="mod">
          <ac:chgData name="Amaro, Sandra" userId="6bedbfcc-5e0a-4e18-b9b0-c8ab328504b9" providerId="ADAL" clId="{062BA417-29A1-43B6-8A26-14A0CCF37D8E}" dt="2024-01-10T16:49:54.574" v="4649" actId="692"/>
          <ac:spMkLst>
            <pc:docMk/>
            <pc:sldMk cId="526072833" sldId="2081"/>
            <ac:spMk id="139" creationId="{BD54B22B-583C-3808-2BA9-E2284D53F42A}"/>
          </ac:spMkLst>
        </pc:spChg>
        <pc:spChg chg="mod">
          <ac:chgData name="Amaro, Sandra" userId="6bedbfcc-5e0a-4e18-b9b0-c8ab328504b9" providerId="ADAL" clId="{062BA417-29A1-43B6-8A26-14A0CCF37D8E}" dt="2024-01-10T16:34:47.431" v="4556" actId="20577"/>
          <ac:spMkLst>
            <pc:docMk/>
            <pc:sldMk cId="526072833" sldId="2081"/>
            <ac:spMk id="159" creationId="{CF2EE402-B776-5E24-16F2-563D6CDED8AA}"/>
          </ac:spMkLst>
        </pc:spChg>
        <pc:spChg chg="mod topLvl">
          <ac:chgData name="Amaro, Sandra" userId="6bedbfcc-5e0a-4e18-b9b0-c8ab328504b9" providerId="ADAL" clId="{062BA417-29A1-43B6-8A26-14A0CCF37D8E}" dt="2024-01-10T17:34:53.940" v="5996" actId="207"/>
          <ac:spMkLst>
            <pc:docMk/>
            <pc:sldMk cId="526072833" sldId="2081"/>
            <ac:spMk id="163" creationId="{66182EDD-7072-97B3-999F-F708BF98A602}"/>
          </ac:spMkLst>
        </pc:spChg>
        <pc:spChg chg="mod">
          <ac:chgData name="Amaro, Sandra" userId="6bedbfcc-5e0a-4e18-b9b0-c8ab328504b9" providerId="ADAL" clId="{062BA417-29A1-43B6-8A26-14A0CCF37D8E}" dt="2024-01-10T16:40:42.484" v="4631" actId="207"/>
          <ac:spMkLst>
            <pc:docMk/>
            <pc:sldMk cId="526072833" sldId="2081"/>
            <ac:spMk id="172" creationId="{BB689B7C-832B-AA29-AE02-FF901D6CB842}"/>
          </ac:spMkLst>
        </pc:spChg>
        <pc:grpChg chg="add del mod">
          <ac:chgData name="Amaro, Sandra" userId="6bedbfcc-5e0a-4e18-b9b0-c8ab328504b9" providerId="ADAL" clId="{062BA417-29A1-43B6-8A26-14A0CCF37D8E}" dt="2024-01-10T17:34:48.293" v="5994" actId="165"/>
          <ac:grpSpMkLst>
            <pc:docMk/>
            <pc:sldMk cId="526072833" sldId="2081"/>
            <ac:grpSpMk id="4" creationId="{5C92984F-410A-2A6E-8F6A-B3D98540A843}"/>
          </ac:grpSpMkLst>
        </pc:grpChg>
        <pc:grpChg chg="del">
          <ac:chgData name="Amaro, Sandra" userId="6bedbfcc-5e0a-4e18-b9b0-c8ab328504b9" providerId="ADAL" clId="{062BA417-29A1-43B6-8A26-14A0CCF37D8E}" dt="2024-01-10T16:14:56.726" v="4335" actId="165"/>
          <ac:grpSpMkLst>
            <pc:docMk/>
            <pc:sldMk cId="526072833" sldId="2081"/>
            <ac:grpSpMk id="170" creationId="{D00C4F54-D8C9-DC80-2EAD-3C694392F9A3}"/>
          </ac:grpSpMkLst>
        </pc:grpChg>
        <pc:picChg chg="mod">
          <ac:chgData name="Amaro, Sandra" userId="6bedbfcc-5e0a-4e18-b9b0-c8ab328504b9" providerId="ADAL" clId="{062BA417-29A1-43B6-8A26-14A0CCF37D8E}" dt="2024-01-10T16:50:24.694" v="4718" actId="207"/>
          <ac:picMkLst>
            <pc:docMk/>
            <pc:sldMk cId="526072833" sldId="2081"/>
            <ac:picMk id="133" creationId="{12C42A71-B8AB-AC4B-5E83-6440E3DB1B6B}"/>
          </ac:picMkLst>
        </pc:picChg>
        <pc:picChg chg="mod">
          <ac:chgData name="Amaro, Sandra" userId="6bedbfcc-5e0a-4e18-b9b0-c8ab328504b9" providerId="ADAL" clId="{062BA417-29A1-43B6-8A26-14A0CCF37D8E}" dt="2024-01-10T16:50:24.694" v="4718" actId="207"/>
          <ac:picMkLst>
            <pc:docMk/>
            <pc:sldMk cId="526072833" sldId="2081"/>
            <ac:picMk id="141" creationId="{B99E866C-3D98-4734-A374-14CF6B0A3167}"/>
          </ac:picMkLst>
        </pc:picChg>
        <pc:picChg chg="mod">
          <ac:chgData name="Amaro, Sandra" userId="6bedbfcc-5e0a-4e18-b9b0-c8ab328504b9" providerId="ADAL" clId="{062BA417-29A1-43B6-8A26-14A0CCF37D8E}" dt="2024-01-10T16:50:24.694" v="4718" actId="207"/>
          <ac:picMkLst>
            <pc:docMk/>
            <pc:sldMk cId="526072833" sldId="2081"/>
            <ac:picMk id="143" creationId="{4CC79E4B-964C-D854-DEC3-CF18C9BF1A02}"/>
          </ac:picMkLst>
        </pc:picChg>
      </pc:sldChg>
      <pc:sldChg chg="add del">
        <pc:chgData name="Amaro, Sandra" userId="6bedbfcc-5e0a-4e18-b9b0-c8ab328504b9" providerId="ADAL" clId="{062BA417-29A1-43B6-8A26-14A0CCF37D8E}" dt="2024-01-10T16:14:46.790" v="4333"/>
        <pc:sldMkLst>
          <pc:docMk/>
          <pc:sldMk cId="2132234078" sldId="2081"/>
        </pc:sldMkLst>
      </pc:sldChg>
      <pc:sldChg chg="add del">
        <pc:chgData name="Amaro, Sandra" userId="6bedbfcc-5e0a-4e18-b9b0-c8ab328504b9" providerId="ADAL" clId="{062BA417-29A1-43B6-8A26-14A0CCF37D8E}" dt="2024-01-10T16:16:13.301" v="4341"/>
        <pc:sldMkLst>
          <pc:docMk/>
          <pc:sldMk cId="2131307889" sldId="2082"/>
        </pc:sldMkLst>
      </pc:sldChg>
      <pc:sldChg chg="addSp delSp modSp add del mod">
        <pc:chgData name="Amaro, Sandra" userId="6bedbfcc-5e0a-4e18-b9b0-c8ab328504b9" providerId="ADAL" clId="{062BA417-29A1-43B6-8A26-14A0CCF37D8E}" dt="2024-01-10T17:24:46.189" v="5644" actId="47"/>
        <pc:sldMkLst>
          <pc:docMk/>
          <pc:sldMk cId="4058151879" sldId="2082"/>
        </pc:sldMkLst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4" creationId="{6EBE795D-B27E-E1FB-617A-B0A0FE8FB836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5" creationId="{63914318-577A-5289-C5D0-ECB16CA8A3B9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6" creationId="{27B73C2C-6619-9743-730D-993DA2D8C6B2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7" creationId="{342628C9-500C-DA50-7488-B66F8C512A89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8" creationId="{81024045-BA05-B319-1675-C3E672B3AB1E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10" creationId="{DD86F215-DD3D-B638-FF1A-EE8BBB0ACFB8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12" creationId="{4DA31BE5-F3D0-16B5-6582-EAA17FF538C5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14" creationId="{184468CC-65A9-9B4A-09A5-02AE931F2098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16" creationId="{B168D0FC-F24D-B692-4675-C89B56B2E4BC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18" creationId="{AE15DB70-5F90-468E-0B8E-34C9F5A41AC9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20" creationId="{CDEF801E-5997-91D8-7FB8-16AD0BFC387B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22" creationId="{E8197F2E-C519-47DD-AB0A-51DFA8D7AD71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24" creationId="{D5FB0CBE-1FFE-7620-032F-8A0C09AED8A2}"/>
          </ac:spMkLst>
        </pc:spChg>
        <pc:spChg chg="add del mod">
          <ac:chgData name="Amaro, Sandra" userId="6bedbfcc-5e0a-4e18-b9b0-c8ab328504b9" providerId="ADAL" clId="{062BA417-29A1-43B6-8A26-14A0CCF37D8E}" dt="2024-01-10T16:24:11.703" v="4347"/>
          <ac:spMkLst>
            <pc:docMk/>
            <pc:sldMk cId="4058151879" sldId="2082"/>
            <ac:spMk id="26" creationId="{067F4930-B19B-FCBD-88F2-0FB7745F3588}"/>
          </ac:spMkLst>
        </pc:spChg>
        <pc:spChg chg="add del mod">
          <ac:chgData name="Amaro, Sandra" userId="6bedbfcc-5e0a-4e18-b9b0-c8ab328504b9" providerId="ADAL" clId="{062BA417-29A1-43B6-8A26-14A0CCF37D8E}" dt="2024-01-10T17:18:34.127" v="5561" actId="1076"/>
          <ac:spMkLst>
            <pc:docMk/>
            <pc:sldMk cId="4058151879" sldId="2082"/>
            <ac:spMk id="28" creationId="{AE47D28B-AD43-DE52-5422-A608B98E535E}"/>
          </ac:spMkLst>
        </pc:spChg>
        <pc:spChg chg="add del mod">
          <ac:chgData name="Amaro, Sandra" userId="6bedbfcc-5e0a-4e18-b9b0-c8ab328504b9" providerId="ADAL" clId="{062BA417-29A1-43B6-8A26-14A0CCF37D8E}" dt="2024-01-10T16:24:25.904" v="4359" actId="1036"/>
          <ac:spMkLst>
            <pc:docMk/>
            <pc:sldMk cId="4058151879" sldId="2082"/>
            <ac:spMk id="29" creationId="{2E5A7DC9-46BF-DD98-7A6E-83EF4533EDF6}"/>
          </ac:spMkLst>
        </pc:spChg>
        <pc:spChg chg="add mod">
          <ac:chgData name="Amaro, Sandra" userId="6bedbfcc-5e0a-4e18-b9b0-c8ab328504b9" providerId="ADAL" clId="{062BA417-29A1-43B6-8A26-14A0CCF37D8E}" dt="2024-01-10T16:54:48.538" v="4887" actId="14100"/>
          <ac:spMkLst>
            <pc:docMk/>
            <pc:sldMk cId="4058151879" sldId="2082"/>
            <ac:spMk id="30" creationId="{09511314-F47C-CB15-AF03-6B9B1FD8E0BE}"/>
          </ac:spMkLst>
        </pc:spChg>
        <pc:spChg chg="add mod">
          <ac:chgData name="Amaro, Sandra" userId="6bedbfcc-5e0a-4e18-b9b0-c8ab328504b9" providerId="ADAL" clId="{062BA417-29A1-43B6-8A26-14A0CCF37D8E}" dt="2024-01-10T16:54:37.372" v="4885" actId="14100"/>
          <ac:spMkLst>
            <pc:docMk/>
            <pc:sldMk cId="4058151879" sldId="2082"/>
            <ac:spMk id="31" creationId="{385B6245-8628-9F1D-B7BB-8378B3D1C66D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96" creationId="{9B1337D6-AA13-1DA4-30BF-A8E0961F93F2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98" creationId="{D3061349-4EE7-500A-0EAA-C72E4477277C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100" creationId="{C1AAF1CF-0571-40A0-92BE-4E88B92D01C9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102" creationId="{B9EB7E59-67EE-1CA6-822F-71382DFE45AF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104" creationId="{49B65E03-A512-D4B0-1136-F8537705642F}"/>
          </ac:spMkLst>
        </pc:spChg>
        <pc:spChg chg="add del mod">
          <ac:chgData name="Amaro, Sandra" userId="6bedbfcc-5e0a-4e18-b9b0-c8ab328504b9" providerId="ADAL" clId="{062BA417-29A1-43B6-8A26-14A0CCF37D8E}" dt="2024-01-10T16:54:42.829" v="4886" actId="478"/>
          <ac:spMkLst>
            <pc:docMk/>
            <pc:sldMk cId="4058151879" sldId="2082"/>
            <ac:spMk id="106" creationId="{B084769C-E063-43D5-8D9C-CEE6654A4614}"/>
          </ac:spMkLst>
        </pc:spChg>
        <pc:spChg chg="add del mod">
          <ac:chgData name="Amaro, Sandra" userId="6bedbfcc-5e0a-4e18-b9b0-c8ab328504b9" providerId="ADAL" clId="{062BA417-29A1-43B6-8A26-14A0CCF37D8E}" dt="2024-01-10T16:24:25.904" v="4359" actId="1036"/>
          <ac:spMkLst>
            <pc:docMk/>
            <pc:sldMk cId="4058151879" sldId="2082"/>
            <ac:spMk id="108" creationId="{23C9B888-FC07-1ABF-88FC-745B4CB8D4B7}"/>
          </ac:spMkLst>
        </pc:spChg>
        <pc:spChg chg="add del mod">
          <ac:chgData name="Amaro, Sandra" userId="6bedbfcc-5e0a-4e18-b9b0-c8ab328504b9" providerId="ADAL" clId="{062BA417-29A1-43B6-8A26-14A0CCF37D8E}" dt="2024-01-10T16:24:25.904" v="4359" actId="1036"/>
          <ac:spMkLst>
            <pc:docMk/>
            <pc:sldMk cId="4058151879" sldId="2082"/>
            <ac:spMk id="110" creationId="{567740DB-EF65-D149-EFA3-236DD939E37D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11" creationId="{186600F4-2C9A-CD94-DC2F-992CCC2B0CB2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13" creationId="{71121D64-26CE-FF60-29C6-98296FDA4340}"/>
          </ac:spMkLst>
        </pc:spChg>
        <pc:spChg chg="add del mod">
          <ac:chgData name="Amaro, Sandra" userId="6bedbfcc-5e0a-4e18-b9b0-c8ab328504b9" providerId="ADAL" clId="{062BA417-29A1-43B6-8A26-14A0CCF37D8E}" dt="2024-01-10T16:24:25.904" v="4359" actId="1036"/>
          <ac:spMkLst>
            <pc:docMk/>
            <pc:sldMk cId="4058151879" sldId="2082"/>
            <ac:spMk id="114" creationId="{9EB44864-912E-3351-0CC3-FA380E585A45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16" creationId="{3045CC23-042B-883C-1266-4B06F2E846D9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17" creationId="{1969287E-F552-6BEB-A0AA-C9C578A4DA8E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18" creationId="{FC6E0F5C-F7BD-D45E-1E24-AB99E6058F53}"/>
          </ac:spMkLst>
        </pc:spChg>
        <pc:spChg chg="add del mod">
          <ac:chgData name="Amaro, Sandra" userId="6bedbfcc-5e0a-4e18-b9b0-c8ab328504b9" providerId="ADAL" clId="{062BA417-29A1-43B6-8A26-14A0CCF37D8E}" dt="2024-01-10T16:24:25.904" v="4359" actId="1036"/>
          <ac:spMkLst>
            <pc:docMk/>
            <pc:sldMk cId="4058151879" sldId="2082"/>
            <ac:spMk id="119" creationId="{FA4B9B3E-088E-CC5A-1D57-E42B7F216908}"/>
          </ac:spMkLst>
        </pc:spChg>
        <pc:spChg chg="add mod">
          <ac:chgData name="Amaro, Sandra" userId="6bedbfcc-5e0a-4e18-b9b0-c8ab328504b9" providerId="ADAL" clId="{062BA417-29A1-43B6-8A26-14A0CCF37D8E}" dt="2024-01-10T16:55:39.915" v="4946" actId="255"/>
          <ac:spMkLst>
            <pc:docMk/>
            <pc:sldMk cId="4058151879" sldId="2082"/>
            <ac:spMk id="121" creationId="{C185F2F6-C030-4824-0AB9-840FC16D601A}"/>
          </ac:spMkLst>
        </pc:spChg>
        <pc:spChg chg="add mod">
          <ac:chgData name="Amaro, Sandra" userId="6bedbfcc-5e0a-4e18-b9b0-c8ab328504b9" providerId="ADAL" clId="{062BA417-29A1-43B6-8A26-14A0CCF37D8E}" dt="2024-01-10T16:56:18.353" v="4950"/>
          <ac:spMkLst>
            <pc:docMk/>
            <pc:sldMk cId="4058151879" sldId="2082"/>
            <ac:spMk id="122" creationId="{FBB9A7AD-F322-BBBF-C39B-826844D1B39B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23" creationId="{79EC161E-88CB-BEBB-89D8-C523E56920E5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24" creationId="{0504FB0C-6F35-C6DA-6072-E82A80693CFE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25" creationId="{0EDA0D22-1FD6-240A-57F7-9EFECA917674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26" creationId="{96AACD5F-B1CC-819E-1BAE-62780E548122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27" creationId="{D882E926-5763-DF96-CCEF-E7172B139F70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28" creationId="{8B7346C3-12AD-BA26-C87C-8DA217BC43C1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29" creationId="{A3322552-E9F3-885A-1418-6CD4610F17E3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0" creationId="{A7F278BC-1A6A-446C-67EF-0582A1744A97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1" creationId="{9677B0B6-B475-571A-D0E9-BD4C6B00D1BC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2" creationId="{B4F0C997-E678-638A-03B9-3E2E96BD62E8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4" creationId="{EFCEBB2F-75BA-46F2-D7CF-F52A58AF0940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5" creationId="{6A6844D7-6112-C75C-323C-AB1244B27C99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36" creationId="{37B8ABC9-AC05-D180-BDA6-0605F8627A02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39" creationId="{BD54B22B-583C-3808-2BA9-E2284D53F42A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44" creationId="{211BDD63-FF6D-B6A1-5FC6-AB349A8C45C7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45" creationId="{874F657F-95E3-FB06-F1BB-AE8C22E20F44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46" creationId="{D91D57E6-B496-68A8-E1C6-885E5C0F9F60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47" creationId="{633CA008-F488-BD41-4E94-6105C79B1CC2}"/>
          </ac:spMkLst>
        </pc:spChg>
        <pc:spChg chg="del mod">
          <ac:chgData name="Amaro, Sandra" userId="6bedbfcc-5e0a-4e18-b9b0-c8ab328504b9" providerId="ADAL" clId="{062BA417-29A1-43B6-8A26-14A0CCF37D8E}" dt="2024-01-10T16:24:40.902" v="4360" actId="478"/>
          <ac:spMkLst>
            <pc:docMk/>
            <pc:sldMk cId="4058151879" sldId="2082"/>
            <ac:spMk id="148" creationId="{EBBBAF03-A419-7B1E-9736-3C5D839F32C9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53" creationId="{C055C597-4405-6317-E11F-66CFAE35845C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56" creationId="{74FC099B-DAAB-6A36-32D4-9C7CBF6AE0FB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59" creationId="{CF2EE402-B776-5E24-16F2-563D6CDED8AA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63" creationId="{66182EDD-7072-97B3-999F-F708BF98A602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71" creationId="{13B9A0BB-9591-5DDF-4100-A2E966F94426}"/>
          </ac:spMkLst>
        </pc:spChg>
        <pc:spChg chg="del">
          <ac:chgData name="Amaro, Sandra" userId="6bedbfcc-5e0a-4e18-b9b0-c8ab328504b9" providerId="ADAL" clId="{062BA417-29A1-43B6-8A26-14A0CCF37D8E}" dt="2024-01-10T16:16:16.012" v="4343" actId="478"/>
          <ac:spMkLst>
            <pc:docMk/>
            <pc:sldMk cId="4058151879" sldId="2082"/>
            <ac:spMk id="172" creationId="{BB689B7C-832B-AA29-AE02-FF901D6CB842}"/>
          </ac:spMkLst>
        </pc:spChg>
        <pc:spChg chg="add del mod">
          <ac:chgData name="Amaro, Sandra" userId="6bedbfcc-5e0a-4e18-b9b0-c8ab328504b9" providerId="ADAL" clId="{062BA417-29A1-43B6-8A26-14A0CCF37D8E}" dt="2024-01-10T17:08:43.697" v="5275" actId="21"/>
          <ac:spMkLst>
            <pc:docMk/>
            <pc:sldMk cId="4058151879" sldId="2082"/>
            <ac:spMk id="173" creationId="{684D3C09-631B-A98E-81F2-F7EEB2D43817}"/>
          </ac:spMkLst>
        </pc:spChg>
        <pc:spChg chg="add mod">
          <ac:chgData name="Amaro, Sandra" userId="6bedbfcc-5e0a-4e18-b9b0-c8ab328504b9" providerId="ADAL" clId="{062BA417-29A1-43B6-8A26-14A0CCF37D8E}" dt="2024-01-10T17:14:35.677" v="5398"/>
          <ac:spMkLst>
            <pc:docMk/>
            <pc:sldMk cId="4058151879" sldId="2082"/>
            <ac:spMk id="174" creationId="{E657C7BF-12FF-7349-9EE5-10A940DA378A}"/>
          </ac:spMkLst>
        </pc:sp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9" creationId="{9FA82826-98EB-9192-2129-5C78B23C4AAF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11" creationId="{20A1863F-7BBF-15AE-42A8-487E9F0C539C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13" creationId="{6844B468-3D0D-6C06-4BD9-E65D1CB26427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15" creationId="{71731C3F-FA5C-3CCF-CB9B-822F62713E3C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17" creationId="{C410FCDA-C8CB-A589-1A65-FBB4E1A43977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19" creationId="{6B5F9150-57CC-6A9A-352F-12FA481B4541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21" creationId="{91048A15-9DA9-D88E-60E9-66E5A0F77FB7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23" creationId="{C541E56D-B713-E915-D702-74A117870ED0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25" creationId="{0ECE43EF-7412-3AC1-69AA-07ECDCBD4E11}"/>
          </ac:picMkLst>
        </pc:picChg>
        <pc:picChg chg="add del mod">
          <ac:chgData name="Amaro, Sandra" userId="6bedbfcc-5e0a-4e18-b9b0-c8ab328504b9" providerId="ADAL" clId="{062BA417-29A1-43B6-8A26-14A0CCF37D8E}" dt="2024-01-10T16:24:11.703" v="4347"/>
          <ac:picMkLst>
            <pc:docMk/>
            <pc:sldMk cId="4058151879" sldId="2082"/>
            <ac:picMk id="27" creationId="{B0CBC5BE-A246-E32A-867F-A6471E14A7E4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97" creationId="{EB971F50-6A63-6203-75FB-30FE7FF767F9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99" creationId="{EC6A8332-0815-91C5-C422-620242CAA43D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101" creationId="{4D99DB5C-AB96-BEB7-F64F-FEA58946C3F0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103" creationId="{AFF9B682-C4E5-A9C8-59B6-1F4F6ECEE15A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105" creationId="{DF4B9671-0F60-CFCF-8BEF-D25B1DDACF57}"/>
          </ac:picMkLst>
        </pc:picChg>
        <pc:picChg chg="add del mod">
          <ac:chgData name="Amaro, Sandra" userId="6bedbfcc-5e0a-4e18-b9b0-c8ab328504b9" providerId="ADAL" clId="{062BA417-29A1-43B6-8A26-14A0CCF37D8E}" dt="2024-01-10T16:54:42.829" v="4886" actId="478"/>
          <ac:picMkLst>
            <pc:docMk/>
            <pc:sldMk cId="4058151879" sldId="2082"/>
            <ac:picMk id="107" creationId="{244BB029-9263-9A1A-DB21-2FE8E02C9291}"/>
          </ac:picMkLst>
        </pc:picChg>
        <pc:picChg chg="add del mod">
          <ac:chgData name="Amaro, Sandra" userId="6bedbfcc-5e0a-4e18-b9b0-c8ab328504b9" providerId="ADAL" clId="{062BA417-29A1-43B6-8A26-14A0CCF37D8E}" dt="2024-01-10T16:24:25.904" v="4359" actId="1036"/>
          <ac:picMkLst>
            <pc:docMk/>
            <pc:sldMk cId="4058151879" sldId="2082"/>
            <ac:picMk id="109" creationId="{6C267EE6-F4EB-DBD7-0183-ED9D8D2A40FF}"/>
          </ac:picMkLst>
        </pc:picChg>
        <pc:picChg chg="add del mod">
          <ac:chgData name="Amaro, Sandra" userId="6bedbfcc-5e0a-4e18-b9b0-c8ab328504b9" providerId="ADAL" clId="{062BA417-29A1-43B6-8A26-14A0CCF37D8E}" dt="2024-01-10T16:24:25.904" v="4359" actId="1036"/>
          <ac:picMkLst>
            <pc:docMk/>
            <pc:sldMk cId="4058151879" sldId="2082"/>
            <ac:picMk id="112" creationId="{D197168B-B9FF-3EA3-70BB-B6F29C8ADE85}"/>
          </ac:picMkLst>
        </pc:picChg>
        <pc:picChg chg="add del mod">
          <ac:chgData name="Amaro, Sandra" userId="6bedbfcc-5e0a-4e18-b9b0-c8ab328504b9" providerId="ADAL" clId="{062BA417-29A1-43B6-8A26-14A0CCF37D8E}" dt="2024-01-10T16:24:25.904" v="4359" actId="1036"/>
          <ac:picMkLst>
            <pc:docMk/>
            <pc:sldMk cId="4058151879" sldId="2082"/>
            <ac:picMk id="115" creationId="{FC55A30E-368E-3FE5-95B2-F22FFC3554AE}"/>
          </ac:picMkLst>
        </pc:picChg>
        <pc:picChg chg="add del mod">
          <ac:chgData name="Amaro, Sandra" userId="6bedbfcc-5e0a-4e18-b9b0-c8ab328504b9" providerId="ADAL" clId="{062BA417-29A1-43B6-8A26-14A0CCF37D8E}" dt="2024-01-10T16:24:25.904" v="4359" actId="1036"/>
          <ac:picMkLst>
            <pc:docMk/>
            <pc:sldMk cId="4058151879" sldId="2082"/>
            <ac:picMk id="120" creationId="{CCE4A569-5CE4-037B-2D67-0A72B9CE9AB7}"/>
          </ac:picMkLst>
        </pc:picChg>
        <pc:picChg chg="del">
          <ac:chgData name="Amaro, Sandra" userId="6bedbfcc-5e0a-4e18-b9b0-c8ab328504b9" providerId="ADAL" clId="{062BA417-29A1-43B6-8A26-14A0CCF37D8E}" dt="2024-01-10T16:16:16.012" v="4343" actId="478"/>
          <ac:picMkLst>
            <pc:docMk/>
            <pc:sldMk cId="4058151879" sldId="2082"/>
            <ac:picMk id="133" creationId="{12C42A71-B8AB-AC4B-5E83-6440E3DB1B6B}"/>
          </ac:picMkLst>
        </pc:picChg>
        <pc:picChg chg="del">
          <ac:chgData name="Amaro, Sandra" userId="6bedbfcc-5e0a-4e18-b9b0-c8ab328504b9" providerId="ADAL" clId="{062BA417-29A1-43B6-8A26-14A0CCF37D8E}" dt="2024-01-10T16:16:16.012" v="4343" actId="478"/>
          <ac:picMkLst>
            <pc:docMk/>
            <pc:sldMk cId="4058151879" sldId="2082"/>
            <ac:picMk id="137" creationId="{905EBA4E-CE9D-234B-4CDF-BD58CA49A928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38" creationId="{CBFCB737-B70F-03DF-FB89-3E724EF9333E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40" creationId="{375A0274-688B-2D48-6A5A-FAEF08C72C4E}"/>
          </ac:picMkLst>
        </pc:picChg>
        <pc:picChg chg="del">
          <ac:chgData name="Amaro, Sandra" userId="6bedbfcc-5e0a-4e18-b9b0-c8ab328504b9" providerId="ADAL" clId="{062BA417-29A1-43B6-8A26-14A0CCF37D8E}" dt="2024-01-10T16:16:16.012" v="4343" actId="478"/>
          <ac:picMkLst>
            <pc:docMk/>
            <pc:sldMk cId="4058151879" sldId="2082"/>
            <ac:picMk id="141" creationId="{B99E866C-3D98-4734-A374-14CF6B0A3167}"/>
          </ac:picMkLst>
        </pc:picChg>
        <pc:picChg chg="del">
          <ac:chgData name="Amaro, Sandra" userId="6bedbfcc-5e0a-4e18-b9b0-c8ab328504b9" providerId="ADAL" clId="{062BA417-29A1-43B6-8A26-14A0CCF37D8E}" dt="2024-01-10T16:16:16.012" v="4343" actId="478"/>
          <ac:picMkLst>
            <pc:docMk/>
            <pc:sldMk cId="4058151879" sldId="2082"/>
            <ac:picMk id="143" creationId="{4CC79E4B-964C-D854-DEC3-CF18C9BF1A02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49" creationId="{50724737-E3E5-E179-DF74-15D9FAF4920B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51" creationId="{7701D324-D713-D047-205A-594A6C4870CB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57" creationId="{7FFF7482-F6D0-07C4-C22E-849A3EE84F5D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60" creationId="{C2D6CC5F-2022-647C-22DB-B2A5A8671B16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62" creationId="{94244DAF-3FCF-ED1F-FD8A-708BF31AD5FD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65" creationId="{483BCFD9-605D-6D15-0E0A-44CE6AC7217C}"/>
          </ac:picMkLst>
        </pc:picChg>
        <pc:picChg chg="add del mod">
          <ac:chgData name="Amaro, Sandra" userId="6bedbfcc-5e0a-4e18-b9b0-c8ab328504b9" providerId="ADAL" clId="{062BA417-29A1-43B6-8A26-14A0CCF37D8E}" dt="2024-01-10T17:08:43.697" v="5275" actId="21"/>
          <ac:picMkLst>
            <pc:docMk/>
            <pc:sldMk cId="4058151879" sldId="2082"/>
            <ac:picMk id="167" creationId="{12319321-5494-7F95-8918-4D609242F62E}"/>
          </ac:picMkLst>
        </pc:picChg>
        <pc:picChg chg="add mod">
          <ac:chgData name="Amaro, Sandra" userId="6bedbfcc-5e0a-4e18-b9b0-c8ab328504b9" providerId="ADAL" clId="{062BA417-29A1-43B6-8A26-14A0CCF37D8E}" dt="2024-01-10T17:04:21.434" v="5182" actId="571"/>
          <ac:picMkLst>
            <pc:docMk/>
            <pc:sldMk cId="4058151879" sldId="2082"/>
            <ac:picMk id="168" creationId="{4945E1C0-DE94-BE55-7B6D-639E705BFA7E}"/>
          </ac:picMkLst>
        </pc:picChg>
        <pc:picChg chg="add mod">
          <ac:chgData name="Amaro, Sandra" userId="6bedbfcc-5e0a-4e18-b9b0-c8ab328504b9" providerId="ADAL" clId="{062BA417-29A1-43B6-8A26-14A0CCF37D8E}" dt="2024-01-10T17:04:21.434" v="5182" actId="571"/>
          <ac:picMkLst>
            <pc:docMk/>
            <pc:sldMk cId="4058151879" sldId="2082"/>
            <ac:picMk id="169" creationId="{7AE27909-6762-7FEF-63BE-A66BD435253D}"/>
          </ac:picMkLst>
        </pc:picChg>
        <pc:picChg chg="add mod">
          <ac:chgData name="Amaro, Sandra" userId="6bedbfcc-5e0a-4e18-b9b0-c8ab328504b9" providerId="ADAL" clId="{062BA417-29A1-43B6-8A26-14A0CCF37D8E}" dt="2024-01-10T17:04:21.434" v="5182" actId="571"/>
          <ac:picMkLst>
            <pc:docMk/>
            <pc:sldMk cId="4058151879" sldId="2082"/>
            <ac:picMk id="170" creationId="{7C7F66B5-CB5A-5951-D0B3-4C754D5C404B}"/>
          </ac:picMkLst>
        </pc:picChg>
        <pc:picChg chg="del">
          <ac:chgData name="Amaro, Sandra" userId="6bedbfcc-5e0a-4e18-b9b0-c8ab328504b9" providerId="ADAL" clId="{062BA417-29A1-43B6-8A26-14A0CCF37D8E}" dt="2024-01-10T16:16:16.012" v="4343" actId="478"/>
          <ac:picMkLst>
            <pc:docMk/>
            <pc:sldMk cId="4058151879" sldId="2082"/>
            <ac:picMk id="175" creationId="{D2F3B2DA-381F-D12D-5073-AF197FDE3B7D}"/>
          </ac:picMkLst>
        </pc:picChg>
        <pc:cxnChg chg="del">
          <ac:chgData name="Amaro, Sandra" userId="6bedbfcc-5e0a-4e18-b9b0-c8ab328504b9" providerId="ADAL" clId="{062BA417-29A1-43B6-8A26-14A0CCF37D8E}" dt="2024-01-10T16:16:16.012" v="4343" actId="478"/>
          <ac:cxnSpMkLst>
            <pc:docMk/>
            <pc:sldMk cId="4058151879" sldId="2082"/>
            <ac:cxnSpMk id="152" creationId="{6A2F7DD9-D78C-6D07-80C5-F19BAE6A3C00}"/>
          </ac:cxnSpMkLst>
        </pc:cxnChg>
        <pc:cxnChg chg="del">
          <ac:chgData name="Amaro, Sandra" userId="6bedbfcc-5e0a-4e18-b9b0-c8ab328504b9" providerId="ADAL" clId="{062BA417-29A1-43B6-8A26-14A0CCF37D8E}" dt="2024-01-10T16:16:16.012" v="4343" actId="478"/>
          <ac:cxnSpMkLst>
            <pc:docMk/>
            <pc:sldMk cId="4058151879" sldId="2082"/>
            <ac:cxnSpMk id="155" creationId="{B7ECD916-D493-719B-B40C-D4B11A227500}"/>
          </ac:cxnSpMkLst>
        </pc:cxnChg>
      </pc:sldChg>
      <pc:sldChg chg="modSp add del mod">
        <pc:chgData name="Amaro, Sandra" userId="6bedbfcc-5e0a-4e18-b9b0-c8ab328504b9" providerId="ADAL" clId="{062BA417-29A1-43B6-8A26-14A0CCF37D8E}" dt="2024-01-10T17:24:48.908" v="5645" actId="47"/>
        <pc:sldMkLst>
          <pc:docMk/>
          <pc:sldMk cId="859832692" sldId="2083"/>
        </pc:sldMkLst>
        <pc:picChg chg="mod">
          <ac:chgData name="Amaro, Sandra" userId="6bedbfcc-5e0a-4e18-b9b0-c8ab328504b9" providerId="ADAL" clId="{062BA417-29A1-43B6-8A26-14A0CCF37D8E}" dt="2024-01-10T16:25:10.497" v="4365" actId="14100"/>
          <ac:picMkLst>
            <pc:docMk/>
            <pc:sldMk cId="859832692" sldId="2083"/>
            <ac:picMk id="97" creationId="{EB971F50-6A63-6203-75FB-30FE7FF767F9}"/>
          </ac:picMkLst>
        </pc:picChg>
      </pc:sldChg>
      <pc:sldChg chg="add del">
        <pc:chgData name="Amaro, Sandra" userId="6bedbfcc-5e0a-4e18-b9b0-c8ab328504b9" providerId="ADAL" clId="{062BA417-29A1-43B6-8A26-14A0CCF37D8E}" dt="2024-01-10T16:27:27.971" v="4368"/>
        <pc:sldMkLst>
          <pc:docMk/>
          <pc:sldMk cId="177182957" sldId="2084"/>
        </pc:sldMkLst>
      </pc:sldChg>
      <pc:sldChg chg="addSp delSp modSp add del mod">
        <pc:chgData name="Amaro, Sandra" userId="6bedbfcc-5e0a-4e18-b9b0-c8ab328504b9" providerId="ADAL" clId="{062BA417-29A1-43B6-8A26-14A0CCF37D8E}" dt="2024-01-10T17:37:03.563" v="6015" actId="47"/>
        <pc:sldMkLst>
          <pc:docMk/>
          <pc:sldMk cId="3036283847" sldId="2084"/>
        </pc:sldMkLst>
        <pc:spChg chg="mod">
          <ac:chgData name="Amaro, Sandra" userId="6bedbfcc-5e0a-4e18-b9b0-c8ab328504b9" providerId="ADAL" clId="{062BA417-29A1-43B6-8A26-14A0CCF37D8E}" dt="2024-01-10T17:27:51.358" v="5846" actId="20577"/>
          <ac:spMkLst>
            <pc:docMk/>
            <pc:sldMk cId="3036283847" sldId="2084"/>
            <ac:spMk id="2" creationId="{04E5A9F2-F005-4812-A92A-50A2D79422BC}"/>
          </ac:spMkLst>
        </pc:spChg>
        <pc:spChg chg="del">
          <ac:chgData name="Amaro, Sandra" userId="6bedbfcc-5e0a-4e18-b9b0-c8ab328504b9" providerId="ADAL" clId="{062BA417-29A1-43B6-8A26-14A0CCF37D8E}" dt="2024-01-10T17:27:55.372" v="5847" actId="478"/>
          <ac:spMkLst>
            <pc:docMk/>
            <pc:sldMk cId="3036283847" sldId="2084"/>
            <ac:spMk id="3" creationId="{3E5D765C-774B-4EE7-8C6D-AE64B09A9B64}"/>
          </ac:spMkLst>
        </pc:spChg>
        <pc:spChg chg="add mod">
          <ac:chgData name="Amaro, Sandra" userId="6bedbfcc-5e0a-4e18-b9b0-c8ab328504b9" providerId="ADAL" clId="{062BA417-29A1-43B6-8A26-14A0CCF37D8E}" dt="2024-01-10T17:26:58.814" v="5809" actId="12789"/>
          <ac:spMkLst>
            <pc:docMk/>
            <pc:sldMk cId="3036283847" sldId="2084"/>
            <ac:spMk id="4" creationId="{C8B5C3A9-66E0-16BF-A30A-9C36D809D9C8}"/>
          </ac:spMkLst>
        </pc:spChg>
        <pc:spChg chg="add mod">
          <ac:chgData name="Amaro, Sandra" userId="6bedbfcc-5e0a-4e18-b9b0-c8ab328504b9" providerId="ADAL" clId="{062BA417-29A1-43B6-8A26-14A0CCF37D8E}" dt="2024-01-10T16:51:22.876" v="4771" actId="1035"/>
          <ac:spMkLst>
            <pc:docMk/>
            <pc:sldMk cId="3036283847" sldId="2084"/>
            <ac:spMk id="6" creationId="{43B44CBE-BC38-ACBB-A68E-974535C62F8B}"/>
          </ac:spMkLst>
        </pc:spChg>
        <pc:spChg chg="mod ord topLvl">
          <ac:chgData name="Amaro, Sandra" userId="6bedbfcc-5e0a-4e18-b9b0-c8ab328504b9" providerId="ADAL" clId="{062BA417-29A1-43B6-8A26-14A0CCF37D8E}" dt="2024-01-10T17:26:58.814" v="5809" actId="12789"/>
          <ac:spMkLst>
            <pc:docMk/>
            <pc:sldMk cId="3036283847" sldId="2084"/>
            <ac:spMk id="8" creationId="{5470D9CF-C7A8-9CE6-5658-B48ED618AB80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0" creationId="{95DE5733-44AD-C247-9B58-5ED13B2B0AE8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1" creationId="{BCAF9C5D-B626-4B80-A670-A8A0EA5B808B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2" creationId="{4A37F563-0103-070A-188C-E79EF94302A5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3" creationId="{89E3609D-B95C-81A5-BE4D-BDEC9C4A35AB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4" creationId="{F494986D-2871-BF5D-FA94-E42E85F5FC2F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5" creationId="{E4FBB93F-2B14-1A62-9D1C-7FD9893DA5E8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6" creationId="{1C4CD0C3-2C4A-C58C-0FB1-A9B1B80F437E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7" creationId="{FE1F2261-0B91-5599-74A7-77C6FF7CB201}"/>
          </ac:spMkLst>
        </pc:spChg>
        <pc:spChg chg="mod">
          <ac:chgData name="Amaro, Sandra" userId="6bedbfcc-5e0a-4e18-b9b0-c8ab328504b9" providerId="ADAL" clId="{062BA417-29A1-43B6-8A26-14A0CCF37D8E}" dt="2024-01-10T16:31:26.496" v="4427" actId="165"/>
          <ac:spMkLst>
            <pc:docMk/>
            <pc:sldMk cId="3036283847" sldId="2084"/>
            <ac:spMk id="18" creationId="{EABFDFDC-12F8-7B16-82E5-3834E11A0FE8}"/>
          </ac:spMkLst>
        </pc:spChg>
        <pc:spChg chg="add mod ord">
          <ac:chgData name="Amaro, Sandra" userId="6bedbfcc-5e0a-4e18-b9b0-c8ab328504b9" providerId="ADAL" clId="{062BA417-29A1-43B6-8A26-14A0CCF37D8E}" dt="2024-01-10T17:26:58.814" v="5809" actId="12789"/>
          <ac:spMkLst>
            <pc:docMk/>
            <pc:sldMk cId="3036283847" sldId="2084"/>
            <ac:spMk id="21" creationId="{2E2C2808-549B-AF4F-BF9A-C09D14E7B66B}"/>
          </ac:spMkLst>
        </pc:spChg>
        <pc:spChg chg="add del mod">
          <ac:chgData name="Amaro, Sandra" userId="6bedbfcc-5e0a-4e18-b9b0-c8ab328504b9" providerId="ADAL" clId="{062BA417-29A1-43B6-8A26-14A0CCF37D8E}" dt="2024-01-10T16:52:19.708" v="4862" actId="478"/>
          <ac:spMkLst>
            <pc:docMk/>
            <pc:sldMk cId="3036283847" sldId="2084"/>
            <ac:spMk id="23" creationId="{EA398C0A-E198-87E1-1456-91A82B660A77}"/>
          </ac:spMkLst>
        </pc:spChg>
        <pc:spChg chg="add mod">
          <ac:chgData name="Amaro, Sandra" userId="6bedbfcc-5e0a-4e18-b9b0-c8ab328504b9" providerId="ADAL" clId="{062BA417-29A1-43B6-8A26-14A0CCF37D8E}" dt="2024-01-10T17:16:24.074" v="5465" actId="1076"/>
          <ac:spMkLst>
            <pc:docMk/>
            <pc:sldMk cId="3036283847" sldId="2084"/>
            <ac:spMk id="24" creationId="{128D10D6-484B-13AC-1758-D6B7310AE051}"/>
          </ac:spMkLst>
        </pc:spChg>
        <pc:spChg chg="add del mod">
          <ac:chgData name="Amaro, Sandra" userId="6bedbfcc-5e0a-4e18-b9b0-c8ab328504b9" providerId="ADAL" clId="{062BA417-29A1-43B6-8A26-14A0CCF37D8E}" dt="2024-01-10T16:52:46.146" v="4871" actId="478"/>
          <ac:spMkLst>
            <pc:docMk/>
            <pc:sldMk cId="3036283847" sldId="2084"/>
            <ac:spMk id="25" creationId="{2B3BFDA9-98DA-8610-BCF3-BC133E24D473}"/>
          </ac:spMkLst>
        </pc:spChg>
        <pc:spChg chg="add del mod">
          <ac:chgData name="Amaro, Sandra" userId="6bedbfcc-5e0a-4e18-b9b0-c8ab328504b9" providerId="ADAL" clId="{062BA417-29A1-43B6-8A26-14A0CCF37D8E}" dt="2024-01-10T17:08:52.734" v="5276" actId="478"/>
          <ac:spMkLst>
            <pc:docMk/>
            <pc:sldMk cId="3036283847" sldId="2084"/>
            <ac:spMk id="26" creationId="{0153B851-6A89-9926-D726-F3E92A3EB161}"/>
          </ac:spMkLst>
        </pc:spChg>
        <pc:spChg chg="add mod">
          <ac:chgData name="Amaro, Sandra" userId="6bedbfcc-5e0a-4e18-b9b0-c8ab328504b9" providerId="ADAL" clId="{062BA417-29A1-43B6-8A26-14A0CCF37D8E}" dt="2024-01-10T16:52:26.255" v="4868" actId="20577"/>
          <ac:spMkLst>
            <pc:docMk/>
            <pc:sldMk cId="3036283847" sldId="2084"/>
            <ac:spMk id="28" creationId="{4EBCBF02-4980-97AF-6280-30C68299B3AF}"/>
          </ac:spMkLst>
        </pc:spChg>
        <pc:spChg chg="add del mod">
          <ac:chgData name="Amaro, Sandra" userId="6bedbfcc-5e0a-4e18-b9b0-c8ab328504b9" providerId="ADAL" clId="{062BA417-29A1-43B6-8A26-14A0CCF37D8E}" dt="2024-01-10T16:56:09.298" v="4949" actId="478"/>
          <ac:spMkLst>
            <pc:docMk/>
            <pc:sldMk cId="3036283847" sldId="2084"/>
            <ac:spMk id="30" creationId="{89A90150-9392-F3F7-5559-1A4A1BACBCED}"/>
          </ac:spMkLst>
        </pc:spChg>
        <pc:spChg chg="add del mod">
          <ac:chgData name="Amaro, Sandra" userId="6bedbfcc-5e0a-4e18-b9b0-c8ab328504b9" providerId="ADAL" clId="{062BA417-29A1-43B6-8A26-14A0CCF37D8E}" dt="2024-01-10T16:56:09.298" v="4949" actId="478"/>
          <ac:spMkLst>
            <pc:docMk/>
            <pc:sldMk cId="3036283847" sldId="2084"/>
            <ac:spMk id="31" creationId="{782C3C7E-CBDC-D043-E048-A49390288692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96" creationId="{5C812416-0014-4A8A-9646-8D711EB443E5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97" creationId="{3ADECA25-8B58-D0B1-C3C9-AD60302CA52D}"/>
          </ac:spMkLst>
        </pc:spChg>
        <pc:spChg chg="add mod topLvl">
          <ac:chgData name="Amaro, Sandra" userId="6bedbfcc-5e0a-4e18-b9b0-c8ab328504b9" providerId="ADAL" clId="{062BA417-29A1-43B6-8A26-14A0CCF37D8E}" dt="2024-01-10T17:22:12.259" v="5591" actId="165"/>
          <ac:spMkLst>
            <pc:docMk/>
            <pc:sldMk cId="3036283847" sldId="2084"/>
            <ac:spMk id="98" creationId="{36C91126-B227-24C2-52AF-A5FE9AEED432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99" creationId="{061CBF00-4EA6-1C6B-9E79-6B272DA5AA1B}"/>
          </ac:spMkLst>
        </pc:spChg>
        <pc:spChg chg="add mod topLvl">
          <ac:chgData name="Amaro, Sandra" userId="6bedbfcc-5e0a-4e18-b9b0-c8ab328504b9" providerId="ADAL" clId="{062BA417-29A1-43B6-8A26-14A0CCF37D8E}" dt="2024-01-10T17:21:59.308" v="5589" actId="165"/>
          <ac:spMkLst>
            <pc:docMk/>
            <pc:sldMk cId="3036283847" sldId="2084"/>
            <ac:spMk id="100" creationId="{72463171-276E-46CE-AE5B-EAEE5D00D15F}"/>
          </ac:spMkLst>
        </pc:spChg>
        <pc:spChg chg="add mod topLvl">
          <ac:chgData name="Amaro, Sandra" userId="6bedbfcc-5e0a-4e18-b9b0-c8ab328504b9" providerId="ADAL" clId="{062BA417-29A1-43B6-8A26-14A0CCF37D8E}" dt="2024-01-10T17:22:38.789" v="5598" actId="313"/>
          <ac:spMkLst>
            <pc:docMk/>
            <pc:sldMk cId="3036283847" sldId="2084"/>
            <ac:spMk id="101" creationId="{70BBAC5F-44B5-678F-6F6C-4C6159E098A8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102" creationId="{B6A4D935-A392-5B93-BC06-3918E1E92CBD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103" creationId="{4AF57BB3-A941-9F76-AAC7-54A825C06575}"/>
          </ac:spMkLst>
        </pc:spChg>
        <pc:spChg chg="add mod topLvl">
          <ac:chgData name="Amaro, Sandra" userId="6bedbfcc-5e0a-4e18-b9b0-c8ab328504b9" providerId="ADAL" clId="{062BA417-29A1-43B6-8A26-14A0CCF37D8E}" dt="2024-01-10T17:10:50.612" v="5338" actId="165"/>
          <ac:spMkLst>
            <pc:docMk/>
            <pc:sldMk cId="3036283847" sldId="2084"/>
            <ac:spMk id="104" creationId="{A68B7563-34D5-9F51-401C-2FA6168C1FA5}"/>
          </ac:spMkLst>
        </pc:spChg>
        <pc:spChg chg="add mod topLvl">
          <ac:chgData name="Amaro, Sandra" userId="6bedbfcc-5e0a-4e18-b9b0-c8ab328504b9" providerId="ADAL" clId="{062BA417-29A1-43B6-8A26-14A0CCF37D8E}" dt="2024-01-10T17:22:05.034" v="5590" actId="165"/>
          <ac:spMkLst>
            <pc:docMk/>
            <pc:sldMk cId="3036283847" sldId="2084"/>
            <ac:spMk id="105" creationId="{85018CD6-6221-7136-F661-C90E7DC6850E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11" creationId="{186600F4-2C9A-CD94-DC2F-992CCC2B0CB2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13" creationId="{71121D64-26CE-FF60-29C6-98296FDA4340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16" creationId="{3045CC23-042B-883C-1266-4B06F2E846D9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17" creationId="{1969287E-F552-6BEB-A0AA-C9C578A4DA8E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18" creationId="{FC6E0F5C-F7BD-D45E-1E24-AB99E6058F53}"/>
          </ac:spMkLst>
        </pc:spChg>
        <pc:spChg chg="add mod topLvl">
          <ac:chgData name="Amaro, Sandra" userId="6bedbfcc-5e0a-4e18-b9b0-c8ab328504b9" providerId="ADAL" clId="{062BA417-29A1-43B6-8A26-14A0CCF37D8E}" dt="2024-01-10T17:12:16.683" v="5374" actId="122"/>
          <ac:spMkLst>
            <pc:docMk/>
            <pc:sldMk cId="3036283847" sldId="2084"/>
            <ac:spMk id="120" creationId="{49EE10F1-8E8D-D189-E1C6-288EC4D47130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1" creationId="{C5062BB0-3008-FFBA-BD1E-85129EC20FD2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2" creationId="{3E636107-99BC-8A1F-7A47-66662996EB79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23" creationId="{79EC161E-88CB-BEBB-89D8-C523E56920E5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4" creationId="{109AF8E4-7C29-FD03-24ED-EFB78F733369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25" creationId="{0EDA0D22-1FD6-240A-57F7-9EFECA917674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6" creationId="{C2181A93-4F56-D401-33A8-F8EACE0B90AF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27" creationId="{D882E926-5763-DF96-CCEF-E7172B139F70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8" creationId="{6CFD2BD3-1291-0874-E38D-B8873E157C0B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29" creationId="{B5143FF3-A2BA-AD61-C9B0-67CC08E0094A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30" creationId="{650C6448-454B-7015-A0C8-37E1F4FB29FD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31" creationId="{E94E3DDE-D5A8-51F3-1986-F727074BFE2C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32" creationId="{5345E013-7687-BDD9-B523-031D7EAAAA5E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34" creationId="{24735F9C-A843-5E1C-B4DF-7AB19E093155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39" creationId="{BD54B22B-583C-3808-2BA9-E2284D53F42A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44" creationId="{211BDD63-FF6D-B6A1-5FC6-AB349A8C45C7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45" creationId="{874F657F-95E3-FB06-F1BB-AE8C22E20F44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46" creationId="{D91D57E6-B496-68A8-E1C6-885E5C0F9F60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47" creationId="{633CA008-F488-BD41-4E94-6105C79B1CC2}"/>
          </ac:spMkLst>
        </pc:spChg>
        <pc:spChg chg="mod">
          <ac:chgData name="Amaro, Sandra" userId="6bedbfcc-5e0a-4e18-b9b0-c8ab328504b9" providerId="ADAL" clId="{062BA417-29A1-43B6-8A26-14A0CCF37D8E}" dt="2024-01-10T16:27:46.198" v="4378"/>
          <ac:spMkLst>
            <pc:docMk/>
            <pc:sldMk cId="3036283847" sldId="2084"/>
            <ac:spMk id="148" creationId="{EBBBAF03-A419-7B1E-9736-3C5D839F32C9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53" creationId="{C055C597-4405-6317-E11F-66CFAE35845C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56" creationId="{74FC099B-DAAB-6A36-32D4-9C7CBF6AE0FB}"/>
          </ac:spMkLst>
        </pc:spChg>
        <pc:spChg chg="add mod">
          <ac:chgData name="Amaro, Sandra" userId="6bedbfcc-5e0a-4e18-b9b0-c8ab328504b9" providerId="ADAL" clId="{062BA417-29A1-43B6-8A26-14A0CCF37D8E}" dt="2024-01-10T17:09:01.444" v="5290" actId="571"/>
          <ac:spMkLst>
            <pc:docMk/>
            <pc:sldMk cId="3036283847" sldId="2084"/>
            <ac:spMk id="157" creationId="{B97EC4FE-4197-8CE2-4B10-AD655E946BB2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59" creationId="{CF2EE402-B776-5E24-16F2-563D6CDED8AA}"/>
          </ac:spMkLst>
        </pc:spChg>
        <pc:spChg chg="add mod">
          <ac:chgData name="Amaro, Sandra" userId="6bedbfcc-5e0a-4e18-b9b0-c8ab328504b9" providerId="ADAL" clId="{062BA417-29A1-43B6-8A26-14A0CCF37D8E}" dt="2024-01-10T17:24:12.629" v="5618" actId="12788"/>
          <ac:spMkLst>
            <pc:docMk/>
            <pc:sldMk cId="3036283847" sldId="2084"/>
            <ac:spMk id="160" creationId="{DAB38B90-94B0-8E9A-5B81-C3DAD58851FA}"/>
          </ac:spMkLst>
        </pc:spChg>
        <pc:spChg chg="add mod">
          <ac:chgData name="Amaro, Sandra" userId="6bedbfcc-5e0a-4e18-b9b0-c8ab328504b9" providerId="ADAL" clId="{062BA417-29A1-43B6-8A26-14A0CCF37D8E}" dt="2024-01-10T17:22:54.866" v="5599" actId="207"/>
          <ac:spMkLst>
            <pc:docMk/>
            <pc:sldMk cId="3036283847" sldId="2084"/>
            <ac:spMk id="161" creationId="{417506E1-E88B-F632-9565-790EA98562B2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63" creationId="{66182EDD-7072-97B3-999F-F708BF98A602}"/>
          </ac:spMkLst>
        </pc:spChg>
        <pc:spChg chg="mod">
          <ac:chgData name="Amaro, Sandra" userId="6bedbfcc-5e0a-4e18-b9b0-c8ab328504b9" providerId="ADAL" clId="{062BA417-29A1-43B6-8A26-14A0CCF37D8E}" dt="2024-01-10T17:16:21.378" v="5463"/>
          <ac:spMkLst>
            <pc:docMk/>
            <pc:sldMk cId="3036283847" sldId="2084"/>
            <ac:spMk id="167" creationId="{C3A6307C-82AC-DC02-0045-D01B8739DDE7}"/>
          </ac:spMkLst>
        </pc:spChg>
        <pc:spChg chg="mod">
          <ac:chgData name="Amaro, Sandra" userId="6bedbfcc-5e0a-4e18-b9b0-c8ab328504b9" providerId="ADAL" clId="{062BA417-29A1-43B6-8A26-14A0CCF37D8E}" dt="2024-01-10T17:16:21.378" v="5463"/>
          <ac:spMkLst>
            <pc:docMk/>
            <pc:sldMk cId="3036283847" sldId="2084"/>
            <ac:spMk id="170" creationId="{A8FA3502-29A1-204F-64A9-079FB5EB3FA1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71" creationId="{13B9A0BB-9591-5DDF-4100-A2E966F94426}"/>
          </ac:spMkLst>
        </pc:spChg>
        <pc:spChg chg="del">
          <ac:chgData name="Amaro, Sandra" userId="6bedbfcc-5e0a-4e18-b9b0-c8ab328504b9" providerId="ADAL" clId="{062BA417-29A1-43B6-8A26-14A0CCF37D8E}" dt="2024-01-10T16:27:53.082" v="4379" actId="478"/>
          <ac:spMkLst>
            <pc:docMk/>
            <pc:sldMk cId="3036283847" sldId="2084"/>
            <ac:spMk id="172" creationId="{BB689B7C-832B-AA29-AE02-FF901D6CB842}"/>
          </ac:spMkLst>
        </pc:spChg>
        <pc:spChg chg="mod">
          <ac:chgData name="Amaro, Sandra" userId="6bedbfcc-5e0a-4e18-b9b0-c8ab328504b9" providerId="ADAL" clId="{062BA417-29A1-43B6-8A26-14A0CCF37D8E}" dt="2024-01-10T17:16:21.378" v="5463"/>
          <ac:spMkLst>
            <pc:docMk/>
            <pc:sldMk cId="3036283847" sldId="2084"/>
            <ac:spMk id="176" creationId="{20559783-167A-18C4-2553-1D3B9AA0113A}"/>
          </ac:spMkLst>
        </pc:spChg>
        <pc:spChg chg="mod topLvl">
          <ac:chgData name="Amaro, Sandra" userId="6bedbfcc-5e0a-4e18-b9b0-c8ab328504b9" providerId="ADAL" clId="{062BA417-29A1-43B6-8A26-14A0CCF37D8E}" dt="2024-01-10T17:23:53.633" v="5606" actId="164"/>
          <ac:spMkLst>
            <pc:docMk/>
            <pc:sldMk cId="3036283847" sldId="2084"/>
            <ac:spMk id="179" creationId="{9F2B053B-0BA4-E3DD-A1C5-9A942A78FB60}"/>
          </ac:spMkLst>
        </pc:spChg>
        <pc:spChg chg="mod topLvl">
          <ac:chgData name="Amaro, Sandra" userId="6bedbfcc-5e0a-4e18-b9b0-c8ab328504b9" providerId="ADAL" clId="{062BA417-29A1-43B6-8A26-14A0CCF37D8E}" dt="2024-01-10T17:24:12.629" v="5618" actId="12788"/>
          <ac:spMkLst>
            <pc:docMk/>
            <pc:sldMk cId="3036283847" sldId="2084"/>
            <ac:spMk id="182" creationId="{8D9EA0B9-9409-CCBF-DABB-5B714F7B3BA8}"/>
          </ac:spMkLst>
        </pc:spChg>
        <pc:spChg chg="mod topLvl">
          <ac:chgData name="Amaro, Sandra" userId="6bedbfcc-5e0a-4e18-b9b0-c8ab328504b9" providerId="ADAL" clId="{062BA417-29A1-43B6-8A26-14A0CCF37D8E}" dt="2024-01-10T17:23:53.633" v="5606" actId="164"/>
          <ac:spMkLst>
            <pc:docMk/>
            <pc:sldMk cId="3036283847" sldId="2084"/>
            <ac:spMk id="185" creationId="{76F2F712-EA7C-5065-3658-0C63D4674C21}"/>
          </ac:spMkLst>
        </pc:spChg>
        <pc:spChg chg="add del mod">
          <ac:chgData name="Amaro, Sandra" userId="6bedbfcc-5e0a-4e18-b9b0-c8ab328504b9" providerId="ADAL" clId="{062BA417-29A1-43B6-8A26-14A0CCF37D8E}" dt="2024-01-10T17:26:49.817" v="5808" actId="478"/>
          <ac:spMkLst>
            <pc:docMk/>
            <pc:sldMk cId="3036283847" sldId="2084"/>
            <ac:spMk id="189" creationId="{BDD06B65-FB59-9D1A-B7A2-F49454913249}"/>
          </ac:spMkLst>
        </pc:spChg>
        <pc:spChg chg="add mod">
          <ac:chgData name="Amaro, Sandra" userId="6bedbfcc-5e0a-4e18-b9b0-c8ab328504b9" providerId="ADAL" clId="{062BA417-29A1-43B6-8A26-14A0CCF37D8E}" dt="2024-01-10T17:27:55.372" v="5847" actId="478"/>
          <ac:spMkLst>
            <pc:docMk/>
            <pc:sldMk cId="3036283847" sldId="2084"/>
            <ac:spMk id="191" creationId="{4C67EA1B-E151-919D-4771-A43F235CE169}"/>
          </ac:spMkLst>
        </pc:spChg>
        <pc:grpChg chg="add del mod">
          <ac:chgData name="Amaro, Sandra" userId="6bedbfcc-5e0a-4e18-b9b0-c8ab328504b9" providerId="ADAL" clId="{062BA417-29A1-43B6-8A26-14A0CCF37D8E}" dt="2024-01-10T16:31:26.496" v="4427" actId="165"/>
          <ac:grpSpMkLst>
            <pc:docMk/>
            <pc:sldMk cId="3036283847" sldId="2084"/>
            <ac:grpSpMk id="7" creationId="{4A36AA90-59E5-1011-8A37-9AC7FD95DF46}"/>
          </ac:grpSpMkLst>
        </pc:grpChg>
        <pc:grpChg chg="add del mod topLvl">
          <ac:chgData name="Amaro, Sandra" userId="6bedbfcc-5e0a-4e18-b9b0-c8ab328504b9" providerId="ADAL" clId="{062BA417-29A1-43B6-8A26-14A0CCF37D8E}" dt="2024-01-10T16:33:01.595" v="4446" actId="478"/>
          <ac:grpSpMkLst>
            <pc:docMk/>
            <pc:sldMk cId="3036283847" sldId="2084"/>
            <ac:grpSpMk id="9" creationId="{B479A164-D82A-8D85-C374-B1D373D94245}"/>
          </ac:grpSpMkLst>
        </pc:grpChg>
        <pc:grpChg chg="add del mod">
          <ac:chgData name="Amaro, Sandra" userId="6bedbfcc-5e0a-4e18-b9b0-c8ab328504b9" providerId="ADAL" clId="{062BA417-29A1-43B6-8A26-14A0CCF37D8E}" dt="2024-01-10T17:10:50.612" v="5338" actId="165"/>
          <ac:grpSpMkLst>
            <pc:docMk/>
            <pc:sldMk cId="3036283847" sldId="2084"/>
            <ac:grpSpMk id="158" creationId="{BC485622-DED3-7C39-6D3B-16E929C51CEC}"/>
          </ac:grpSpMkLst>
        </pc:grpChg>
        <pc:grpChg chg="add del mod">
          <ac:chgData name="Amaro, Sandra" userId="6bedbfcc-5e0a-4e18-b9b0-c8ab328504b9" providerId="ADAL" clId="{062BA417-29A1-43B6-8A26-14A0CCF37D8E}" dt="2024-01-10T17:22:12.259" v="5591" actId="165"/>
          <ac:grpSpMkLst>
            <pc:docMk/>
            <pc:sldMk cId="3036283847" sldId="2084"/>
            <ac:grpSpMk id="162" creationId="{BFF3D0C8-27D7-F690-86EC-0BAA05C607FD}"/>
          </ac:grpSpMkLst>
        </pc:grpChg>
        <pc:grpChg chg="add del mod">
          <ac:chgData name="Amaro, Sandra" userId="6bedbfcc-5e0a-4e18-b9b0-c8ab328504b9" providerId="ADAL" clId="{062BA417-29A1-43B6-8A26-14A0CCF37D8E}" dt="2024-01-10T17:22:05.034" v="5590" actId="165"/>
          <ac:grpSpMkLst>
            <pc:docMk/>
            <pc:sldMk cId="3036283847" sldId="2084"/>
            <ac:grpSpMk id="164" creationId="{31DAA08C-B486-AB00-28B6-D844EAF82AB3}"/>
          </ac:grpSpMkLst>
        </pc:grpChg>
        <pc:grpChg chg="add del mod">
          <ac:chgData name="Amaro, Sandra" userId="6bedbfcc-5e0a-4e18-b9b0-c8ab328504b9" providerId="ADAL" clId="{062BA417-29A1-43B6-8A26-14A0CCF37D8E}" dt="2024-01-10T17:21:59.308" v="5589" actId="165"/>
          <ac:grpSpMkLst>
            <pc:docMk/>
            <pc:sldMk cId="3036283847" sldId="2084"/>
            <ac:grpSpMk id="165" creationId="{A4CF9294-3B25-F54E-2242-C636D9D7E6AE}"/>
          </ac:grpSpMkLst>
        </pc:grpChg>
        <pc:grpChg chg="add del mod">
          <ac:chgData name="Amaro, Sandra" userId="6bedbfcc-5e0a-4e18-b9b0-c8ab328504b9" providerId="ADAL" clId="{062BA417-29A1-43B6-8A26-14A0CCF37D8E}" dt="2024-01-10T17:16:34.210" v="5466"/>
          <ac:grpSpMkLst>
            <pc:docMk/>
            <pc:sldMk cId="3036283847" sldId="2084"/>
            <ac:grpSpMk id="166" creationId="{0437DD5F-8802-33E7-2B47-B78C7FD2B220}"/>
          </ac:grpSpMkLst>
        </pc:grpChg>
        <pc:grpChg chg="add del mod">
          <ac:chgData name="Amaro, Sandra" userId="6bedbfcc-5e0a-4e18-b9b0-c8ab328504b9" providerId="ADAL" clId="{062BA417-29A1-43B6-8A26-14A0CCF37D8E}" dt="2024-01-10T17:16:34.210" v="5466"/>
          <ac:grpSpMkLst>
            <pc:docMk/>
            <pc:sldMk cId="3036283847" sldId="2084"/>
            <ac:grpSpMk id="169" creationId="{861B39DD-784B-6F93-15A7-3D09BCC5FFAC}"/>
          </ac:grpSpMkLst>
        </pc:grpChg>
        <pc:grpChg chg="add del mod">
          <ac:chgData name="Amaro, Sandra" userId="6bedbfcc-5e0a-4e18-b9b0-c8ab328504b9" providerId="ADAL" clId="{062BA417-29A1-43B6-8A26-14A0CCF37D8E}" dt="2024-01-10T17:16:34.210" v="5466"/>
          <ac:grpSpMkLst>
            <pc:docMk/>
            <pc:sldMk cId="3036283847" sldId="2084"/>
            <ac:grpSpMk id="174" creationId="{248113E9-A69D-BA3C-A713-2B6C13DB5CCD}"/>
          </ac:grpSpMkLst>
        </pc:grpChg>
        <pc:grpChg chg="add del mod">
          <ac:chgData name="Amaro, Sandra" userId="6bedbfcc-5e0a-4e18-b9b0-c8ab328504b9" providerId="ADAL" clId="{062BA417-29A1-43B6-8A26-14A0CCF37D8E}" dt="2024-01-10T17:17:08.596" v="5557" actId="165"/>
          <ac:grpSpMkLst>
            <pc:docMk/>
            <pc:sldMk cId="3036283847" sldId="2084"/>
            <ac:grpSpMk id="178" creationId="{840C7ECD-C038-C24D-ED07-EEA10E08A1CB}"/>
          </ac:grpSpMkLst>
        </pc:grpChg>
        <pc:grpChg chg="add del mod">
          <ac:chgData name="Amaro, Sandra" userId="6bedbfcc-5e0a-4e18-b9b0-c8ab328504b9" providerId="ADAL" clId="{062BA417-29A1-43B6-8A26-14A0CCF37D8E}" dt="2024-01-10T17:19:27.807" v="5578" actId="165"/>
          <ac:grpSpMkLst>
            <pc:docMk/>
            <pc:sldMk cId="3036283847" sldId="2084"/>
            <ac:grpSpMk id="181" creationId="{65BA8432-B791-C5B1-7609-09310261B690}"/>
          </ac:grpSpMkLst>
        </pc:grpChg>
        <pc:grpChg chg="add del mod">
          <ac:chgData name="Amaro, Sandra" userId="6bedbfcc-5e0a-4e18-b9b0-c8ab328504b9" providerId="ADAL" clId="{062BA417-29A1-43B6-8A26-14A0CCF37D8E}" dt="2024-01-10T17:17:04.373" v="5556" actId="165"/>
          <ac:grpSpMkLst>
            <pc:docMk/>
            <pc:sldMk cId="3036283847" sldId="2084"/>
            <ac:grpSpMk id="184" creationId="{C25ABE61-58D1-3962-2D0A-9E7BAA3BFD0F}"/>
          </ac:grpSpMkLst>
        </pc:grpChg>
        <pc:grpChg chg="add mod">
          <ac:chgData name="Amaro, Sandra" userId="6bedbfcc-5e0a-4e18-b9b0-c8ab328504b9" providerId="ADAL" clId="{062BA417-29A1-43B6-8A26-14A0CCF37D8E}" dt="2024-01-10T17:24:01.840" v="5617" actId="12788"/>
          <ac:grpSpMkLst>
            <pc:docMk/>
            <pc:sldMk cId="3036283847" sldId="2084"/>
            <ac:grpSpMk id="187" creationId="{A4A2E70F-1EC0-1231-3E5C-92FF293D116F}"/>
          </ac:grpSpMkLst>
        </pc:grpChg>
        <pc:picChg chg="add del mod">
          <ac:chgData name="Amaro, Sandra" userId="6bedbfcc-5e0a-4e18-b9b0-c8ab328504b9" providerId="ADAL" clId="{062BA417-29A1-43B6-8A26-14A0CCF37D8E}" dt="2024-01-10T16:30:52.047" v="4422"/>
          <ac:picMkLst>
            <pc:docMk/>
            <pc:sldMk cId="3036283847" sldId="2084"/>
            <ac:picMk id="19" creationId="{BABCFDE1-756C-E92B-3EB0-5AB20AD63F0D}"/>
          </ac:picMkLst>
        </pc:picChg>
        <pc:picChg chg="add mod">
          <ac:chgData name="Amaro, Sandra" userId="6bedbfcc-5e0a-4e18-b9b0-c8ab328504b9" providerId="ADAL" clId="{062BA417-29A1-43B6-8A26-14A0CCF37D8E}" dt="2024-01-10T17:26:58.814" v="5809" actId="12789"/>
          <ac:picMkLst>
            <pc:docMk/>
            <pc:sldMk cId="3036283847" sldId="2084"/>
            <ac:picMk id="20" creationId="{C5E30072-934F-794A-5E43-5ED4F267504D}"/>
          </ac:picMkLst>
        </pc:picChg>
        <pc:picChg chg="add del mod">
          <ac:chgData name="Amaro, Sandra" userId="6bedbfcc-5e0a-4e18-b9b0-c8ab328504b9" providerId="ADAL" clId="{062BA417-29A1-43B6-8A26-14A0CCF37D8E}" dt="2024-01-10T16:52:45.173" v="4870" actId="478"/>
          <ac:picMkLst>
            <pc:docMk/>
            <pc:sldMk cId="3036283847" sldId="2084"/>
            <ac:picMk id="29" creationId="{B01AACED-9D66-B411-1F5A-01174323FFD5}"/>
          </ac:picMkLst>
        </pc:picChg>
        <pc:picChg chg="add mod topLvl">
          <ac:chgData name="Amaro, Sandra" userId="6bedbfcc-5e0a-4e18-b9b0-c8ab328504b9" providerId="ADAL" clId="{062BA417-29A1-43B6-8A26-14A0CCF37D8E}" dt="2024-01-10T17:22:21.562" v="5594" actId="108"/>
          <ac:picMkLst>
            <pc:docMk/>
            <pc:sldMk cId="3036283847" sldId="2084"/>
            <ac:picMk id="106" creationId="{BFFD351D-F4B6-23B8-E034-E2D9AC2485FD}"/>
          </ac:picMkLst>
        </pc:picChg>
        <pc:picChg chg="add mod topLvl">
          <ac:chgData name="Amaro, Sandra" userId="6bedbfcc-5e0a-4e18-b9b0-c8ab328504b9" providerId="ADAL" clId="{062BA417-29A1-43B6-8A26-14A0CCF37D8E}" dt="2024-01-10T17:21:45.300" v="5585" actId="108"/>
          <ac:picMkLst>
            <pc:docMk/>
            <pc:sldMk cId="3036283847" sldId="2084"/>
            <ac:picMk id="107" creationId="{CBA98D1B-22C6-15FB-51B5-E20A82EF8ACC}"/>
          </ac:picMkLst>
        </pc:picChg>
        <pc:picChg chg="add mod topLvl">
          <ac:chgData name="Amaro, Sandra" userId="6bedbfcc-5e0a-4e18-b9b0-c8ab328504b9" providerId="ADAL" clId="{062BA417-29A1-43B6-8A26-14A0CCF37D8E}" dt="2024-01-10T17:21:41.094" v="5583" actId="108"/>
          <ac:picMkLst>
            <pc:docMk/>
            <pc:sldMk cId="3036283847" sldId="2084"/>
            <ac:picMk id="108" creationId="{5E9190FE-AECF-B6C4-906D-AABEF29915AD}"/>
          </ac:picMkLst>
        </pc:picChg>
        <pc:picChg chg="add mod topLvl">
          <ac:chgData name="Amaro, Sandra" userId="6bedbfcc-5e0a-4e18-b9b0-c8ab328504b9" providerId="ADAL" clId="{062BA417-29A1-43B6-8A26-14A0CCF37D8E}" dt="2024-01-10T17:21:36.395" v="5582" actId="207"/>
          <ac:picMkLst>
            <pc:docMk/>
            <pc:sldMk cId="3036283847" sldId="2084"/>
            <ac:picMk id="109" creationId="{F57576DC-3A39-7099-7634-29906A70A593}"/>
          </ac:picMkLst>
        </pc:picChg>
        <pc:picChg chg="add mod topLvl">
          <ac:chgData name="Amaro, Sandra" userId="6bedbfcc-5e0a-4e18-b9b0-c8ab328504b9" providerId="ADAL" clId="{062BA417-29A1-43B6-8A26-14A0CCF37D8E}" dt="2024-01-10T17:22:18.922" v="5592" actId="108"/>
          <ac:picMkLst>
            <pc:docMk/>
            <pc:sldMk cId="3036283847" sldId="2084"/>
            <ac:picMk id="110" creationId="{63B4925F-A90B-A0F5-5BF2-30D0E38B2DC4}"/>
          </ac:picMkLst>
        </pc:picChg>
        <pc:picChg chg="add mod topLvl">
          <ac:chgData name="Amaro, Sandra" userId="6bedbfcc-5e0a-4e18-b9b0-c8ab328504b9" providerId="ADAL" clId="{062BA417-29A1-43B6-8A26-14A0CCF37D8E}" dt="2024-01-10T17:21:46.799" v="5586" actId="108"/>
          <ac:picMkLst>
            <pc:docMk/>
            <pc:sldMk cId="3036283847" sldId="2084"/>
            <ac:picMk id="112" creationId="{124688E7-5A78-54F8-B058-82012D2E11AA}"/>
          </ac:picMkLst>
        </pc:picChg>
        <pc:picChg chg="add mod topLvl">
          <ac:chgData name="Amaro, Sandra" userId="6bedbfcc-5e0a-4e18-b9b0-c8ab328504b9" providerId="ADAL" clId="{062BA417-29A1-43B6-8A26-14A0CCF37D8E}" dt="2024-01-10T17:21:48.198" v="5587" actId="108"/>
          <ac:picMkLst>
            <pc:docMk/>
            <pc:sldMk cId="3036283847" sldId="2084"/>
            <ac:picMk id="114" creationId="{ABF346DB-B226-7B85-AE86-A3BD9188BE22}"/>
          </ac:picMkLst>
        </pc:picChg>
        <pc:picChg chg="add mod topLvl">
          <ac:chgData name="Amaro, Sandra" userId="6bedbfcc-5e0a-4e18-b9b0-c8ab328504b9" providerId="ADAL" clId="{062BA417-29A1-43B6-8A26-14A0CCF37D8E}" dt="2024-01-10T17:21:49.866" v="5588" actId="108"/>
          <ac:picMkLst>
            <pc:docMk/>
            <pc:sldMk cId="3036283847" sldId="2084"/>
            <ac:picMk id="115" creationId="{F6C08A8B-2205-D938-A5BD-5438E39050F2}"/>
          </ac:picMkLst>
        </pc:picChg>
        <pc:picChg chg="add mod topLvl">
          <ac:chgData name="Amaro, Sandra" userId="6bedbfcc-5e0a-4e18-b9b0-c8ab328504b9" providerId="ADAL" clId="{062BA417-29A1-43B6-8A26-14A0CCF37D8E}" dt="2024-01-10T17:22:20.409" v="5593" actId="108"/>
          <ac:picMkLst>
            <pc:docMk/>
            <pc:sldMk cId="3036283847" sldId="2084"/>
            <ac:picMk id="119" creationId="{ACD0C808-C949-4648-F082-30090AFC5DE9}"/>
          </ac:picMkLst>
        </pc:picChg>
        <pc:picChg chg="del">
          <ac:chgData name="Amaro, Sandra" userId="6bedbfcc-5e0a-4e18-b9b0-c8ab328504b9" providerId="ADAL" clId="{062BA417-29A1-43B6-8A26-14A0CCF37D8E}" dt="2024-01-10T16:27:53.082" v="4379" actId="478"/>
          <ac:picMkLst>
            <pc:docMk/>
            <pc:sldMk cId="3036283847" sldId="2084"/>
            <ac:picMk id="133" creationId="{12C42A71-B8AB-AC4B-5E83-6440E3DB1B6B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35" creationId="{0A7117A5-66FA-089F-0A7F-0393C9D9E3AC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36" creationId="{F43E83BF-B472-0976-1BD2-B063B0E2F88C}"/>
          </ac:picMkLst>
        </pc:picChg>
        <pc:picChg chg="del">
          <ac:chgData name="Amaro, Sandra" userId="6bedbfcc-5e0a-4e18-b9b0-c8ab328504b9" providerId="ADAL" clId="{062BA417-29A1-43B6-8A26-14A0CCF37D8E}" dt="2024-01-10T16:27:53.082" v="4379" actId="478"/>
          <ac:picMkLst>
            <pc:docMk/>
            <pc:sldMk cId="3036283847" sldId="2084"/>
            <ac:picMk id="137" creationId="{905EBA4E-CE9D-234B-4CDF-BD58CA49A928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38" creationId="{39DAFBCA-4370-061C-7EC3-331059471FF8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40" creationId="{BA2E7E33-CCC4-99FE-595F-49392B39457D}"/>
          </ac:picMkLst>
        </pc:picChg>
        <pc:picChg chg="del">
          <ac:chgData name="Amaro, Sandra" userId="6bedbfcc-5e0a-4e18-b9b0-c8ab328504b9" providerId="ADAL" clId="{062BA417-29A1-43B6-8A26-14A0CCF37D8E}" dt="2024-01-10T16:27:53.082" v="4379" actId="478"/>
          <ac:picMkLst>
            <pc:docMk/>
            <pc:sldMk cId="3036283847" sldId="2084"/>
            <ac:picMk id="141" creationId="{B99E866C-3D98-4734-A374-14CF6B0A3167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42" creationId="{944204EE-1855-E617-C2E9-8694D8A5F08A}"/>
          </ac:picMkLst>
        </pc:picChg>
        <pc:picChg chg="del">
          <ac:chgData name="Amaro, Sandra" userId="6bedbfcc-5e0a-4e18-b9b0-c8ab328504b9" providerId="ADAL" clId="{062BA417-29A1-43B6-8A26-14A0CCF37D8E}" dt="2024-01-10T16:27:53.082" v="4379" actId="478"/>
          <ac:picMkLst>
            <pc:docMk/>
            <pc:sldMk cId="3036283847" sldId="2084"/>
            <ac:picMk id="143" creationId="{4CC79E4B-964C-D854-DEC3-CF18C9BF1A02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49" creationId="{FFF6044C-65CA-B4E6-A669-E57C6C18C514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50" creationId="{27CE956C-AAA7-2306-CECF-418363EC20B9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51" creationId="{95F1955E-CE35-CE9C-D86A-08BB602B1599}"/>
          </ac:picMkLst>
        </pc:picChg>
        <pc:picChg chg="add mod">
          <ac:chgData name="Amaro, Sandra" userId="6bedbfcc-5e0a-4e18-b9b0-c8ab328504b9" providerId="ADAL" clId="{062BA417-29A1-43B6-8A26-14A0CCF37D8E}" dt="2024-01-10T17:09:01.444" v="5290" actId="571"/>
          <ac:picMkLst>
            <pc:docMk/>
            <pc:sldMk cId="3036283847" sldId="2084"/>
            <ac:picMk id="154" creationId="{57AE49AE-58B8-A156-8BEA-EE648757DBE1}"/>
          </ac:picMkLst>
        </pc:picChg>
        <pc:picChg chg="mod">
          <ac:chgData name="Amaro, Sandra" userId="6bedbfcc-5e0a-4e18-b9b0-c8ab328504b9" providerId="ADAL" clId="{062BA417-29A1-43B6-8A26-14A0CCF37D8E}" dt="2024-01-10T17:16:21.378" v="5463"/>
          <ac:picMkLst>
            <pc:docMk/>
            <pc:sldMk cId="3036283847" sldId="2084"/>
            <ac:picMk id="168" creationId="{4E66BACE-5FBD-2125-705F-02C043DC1056}"/>
          </ac:picMkLst>
        </pc:picChg>
        <pc:picChg chg="mod">
          <ac:chgData name="Amaro, Sandra" userId="6bedbfcc-5e0a-4e18-b9b0-c8ab328504b9" providerId="ADAL" clId="{062BA417-29A1-43B6-8A26-14A0CCF37D8E}" dt="2024-01-10T17:16:21.378" v="5463"/>
          <ac:picMkLst>
            <pc:docMk/>
            <pc:sldMk cId="3036283847" sldId="2084"/>
            <ac:picMk id="173" creationId="{5BB122E3-9CDF-592C-FA04-B55131B4ED12}"/>
          </ac:picMkLst>
        </pc:picChg>
        <pc:picChg chg="del">
          <ac:chgData name="Amaro, Sandra" userId="6bedbfcc-5e0a-4e18-b9b0-c8ab328504b9" providerId="ADAL" clId="{062BA417-29A1-43B6-8A26-14A0CCF37D8E}" dt="2024-01-10T16:27:53.082" v="4379" actId="478"/>
          <ac:picMkLst>
            <pc:docMk/>
            <pc:sldMk cId="3036283847" sldId="2084"/>
            <ac:picMk id="175" creationId="{D2F3B2DA-381F-D12D-5073-AF197FDE3B7D}"/>
          </ac:picMkLst>
        </pc:picChg>
        <pc:picChg chg="mod">
          <ac:chgData name="Amaro, Sandra" userId="6bedbfcc-5e0a-4e18-b9b0-c8ab328504b9" providerId="ADAL" clId="{062BA417-29A1-43B6-8A26-14A0CCF37D8E}" dt="2024-01-10T17:16:21.378" v="5463"/>
          <ac:picMkLst>
            <pc:docMk/>
            <pc:sldMk cId="3036283847" sldId="2084"/>
            <ac:picMk id="177" creationId="{94A87288-8B72-FDA7-9651-3B61823E352A}"/>
          </ac:picMkLst>
        </pc:picChg>
        <pc:picChg chg="mod topLvl">
          <ac:chgData name="Amaro, Sandra" userId="6bedbfcc-5e0a-4e18-b9b0-c8ab328504b9" providerId="ADAL" clId="{062BA417-29A1-43B6-8A26-14A0CCF37D8E}" dt="2024-01-10T17:23:53.633" v="5606" actId="164"/>
          <ac:picMkLst>
            <pc:docMk/>
            <pc:sldMk cId="3036283847" sldId="2084"/>
            <ac:picMk id="180" creationId="{8934AD8B-2380-C010-2DF5-2E72A6CFC8D5}"/>
          </ac:picMkLst>
        </pc:picChg>
        <pc:picChg chg="mod topLvl">
          <ac:chgData name="Amaro, Sandra" userId="6bedbfcc-5e0a-4e18-b9b0-c8ab328504b9" providerId="ADAL" clId="{062BA417-29A1-43B6-8A26-14A0CCF37D8E}" dt="2024-01-10T17:24:12.629" v="5618" actId="12788"/>
          <ac:picMkLst>
            <pc:docMk/>
            <pc:sldMk cId="3036283847" sldId="2084"/>
            <ac:picMk id="183" creationId="{B78B39F8-E135-7054-41AA-2410AA873896}"/>
          </ac:picMkLst>
        </pc:picChg>
        <pc:picChg chg="mod topLvl">
          <ac:chgData name="Amaro, Sandra" userId="6bedbfcc-5e0a-4e18-b9b0-c8ab328504b9" providerId="ADAL" clId="{062BA417-29A1-43B6-8A26-14A0CCF37D8E}" dt="2024-01-10T17:23:53.633" v="5606" actId="164"/>
          <ac:picMkLst>
            <pc:docMk/>
            <pc:sldMk cId="3036283847" sldId="2084"/>
            <ac:picMk id="186" creationId="{9293DFF4-806D-EF58-05D4-9407A0E62841}"/>
          </ac:picMkLst>
        </pc:picChg>
        <pc:cxnChg chg="add mod">
          <ac:chgData name="Amaro, Sandra" userId="6bedbfcc-5e0a-4e18-b9b0-c8ab328504b9" providerId="ADAL" clId="{062BA417-29A1-43B6-8A26-14A0CCF37D8E}" dt="2024-01-10T16:30:18.834" v="4418" actId="1035"/>
          <ac:cxnSpMkLst>
            <pc:docMk/>
            <pc:sldMk cId="3036283847" sldId="2084"/>
            <ac:cxnSpMk id="5" creationId="{E4AC73F4-50EA-20A9-6262-54F239A0CDFC}"/>
          </ac:cxnSpMkLst>
        </pc:cxnChg>
        <pc:cxnChg chg="add del mod">
          <ac:chgData name="Amaro, Sandra" userId="6bedbfcc-5e0a-4e18-b9b0-c8ab328504b9" providerId="ADAL" clId="{062BA417-29A1-43B6-8A26-14A0CCF37D8E}" dt="2024-01-10T16:52:19.708" v="4862" actId="478"/>
          <ac:cxnSpMkLst>
            <pc:docMk/>
            <pc:sldMk cId="3036283847" sldId="2084"/>
            <ac:cxnSpMk id="22" creationId="{A952D5FA-9C89-D54B-37C5-173F09F16971}"/>
          </ac:cxnSpMkLst>
        </pc:cxnChg>
        <pc:cxnChg chg="add mod">
          <ac:chgData name="Amaro, Sandra" userId="6bedbfcc-5e0a-4e18-b9b0-c8ab328504b9" providerId="ADAL" clId="{062BA417-29A1-43B6-8A26-14A0CCF37D8E}" dt="2024-01-10T16:52:12.456" v="4861" actId="1036"/>
          <ac:cxnSpMkLst>
            <pc:docMk/>
            <pc:sldMk cId="3036283847" sldId="2084"/>
            <ac:cxnSpMk id="27" creationId="{A8192AF7-8051-C683-9A87-455EEA373CFB}"/>
          </ac:cxnSpMkLst>
        </pc:cxnChg>
        <pc:cxnChg chg="del">
          <ac:chgData name="Amaro, Sandra" userId="6bedbfcc-5e0a-4e18-b9b0-c8ab328504b9" providerId="ADAL" clId="{062BA417-29A1-43B6-8A26-14A0CCF37D8E}" dt="2024-01-10T16:27:53.082" v="4379" actId="478"/>
          <ac:cxnSpMkLst>
            <pc:docMk/>
            <pc:sldMk cId="3036283847" sldId="2084"/>
            <ac:cxnSpMk id="152" creationId="{6A2F7DD9-D78C-6D07-80C5-F19BAE6A3C00}"/>
          </ac:cxnSpMkLst>
        </pc:cxnChg>
        <pc:cxnChg chg="del">
          <ac:chgData name="Amaro, Sandra" userId="6bedbfcc-5e0a-4e18-b9b0-c8ab328504b9" providerId="ADAL" clId="{062BA417-29A1-43B6-8A26-14A0CCF37D8E}" dt="2024-01-10T16:27:53.082" v="4379" actId="478"/>
          <ac:cxnSpMkLst>
            <pc:docMk/>
            <pc:sldMk cId="3036283847" sldId="2084"/>
            <ac:cxnSpMk id="155" creationId="{B7ECD916-D493-719B-B40C-D4B11A227500}"/>
          </ac:cxnSpMkLst>
        </pc:cxnChg>
      </pc:sldChg>
      <pc:sldChg chg="add del">
        <pc:chgData name="Amaro, Sandra" userId="6bedbfcc-5e0a-4e18-b9b0-c8ab328504b9" providerId="ADAL" clId="{062BA417-29A1-43B6-8A26-14A0CCF37D8E}" dt="2024-01-10T17:35:41.536" v="6000"/>
        <pc:sldMkLst>
          <pc:docMk/>
          <pc:sldMk cId="553989436" sldId="2085"/>
        </pc:sldMkLst>
      </pc:sldChg>
      <pc:sldChg chg="addSp delSp modSp add mod">
        <pc:chgData name="Amaro, Sandra" userId="6bedbfcc-5e0a-4e18-b9b0-c8ab328504b9" providerId="ADAL" clId="{062BA417-29A1-43B6-8A26-14A0CCF37D8E}" dt="2024-01-11T00:52:16.913" v="9924" actId="20577"/>
        <pc:sldMkLst>
          <pc:docMk/>
          <pc:sldMk cId="3555018831" sldId="2085"/>
        </pc:sldMkLst>
        <pc:spChg chg="mod">
          <ac:chgData name="Amaro, Sandra" userId="6bedbfcc-5e0a-4e18-b9b0-c8ab328504b9" providerId="ADAL" clId="{062BA417-29A1-43B6-8A26-14A0CCF37D8E}" dt="2024-01-10T17:38:24.379" v="6095" actId="1037"/>
          <ac:spMkLst>
            <pc:docMk/>
            <pc:sldMk cId="3555018831" sldId="2085"/>
            <ac:spMk id="6" creationId="{43B44CBE-BC38-ACBB-A68E-974535C62F8B}"/>
          </ac:spMkLst>
        </pc:spChg>
        <pc:spChg chg="add del mod">
          <ac:chgData name="Amaro, Sandra" userId="6bedbfcc-5e0a-4e18-b9b0-c8ab328504b9" providerId="ADAL" clId="{062BA417-29A1-43B6-8A26-14A0CCF37D8E}" dt="2024-01-10T17:36:40.825" v="6012" actId="478"/>
          <ac:spMkLst>
            <pc:docMk/>
            <pc:sldMk cId="3555018831" sldId="2085"/>
            <ac:spMk id="7" creationId="{3697787B-4557-2579-C1DD-B2CB44EF5C91}"/>
          </ac:spMkLst>
        </pc:spChg>
        <pc:spChg chg="add del mod ord">
          <ac:chgData name="Amaro, Sandra" userId="6bedbfcc-5e0a-4e18-b9b0-c8ab328504b9" providerId="ADAL" clId="{062BA417-29A1-43B6-8A26-14A0CCF37D8E}" dt="2024-01-10T17:37:37.640" v="6021" actId="478"/>
          <ac:spMkLst>
            <pc:docMk/>
            <pc:sldMk cId="3555018831" sldId="2085"/>
            <ac:spMk id="9" creationId="{2611FAEF-D4DE-D0DF-FC3C-4334351BD435}"/>
          </ac:spMkLst>
        </pc:spChg>
        <pc:spChg chg="add mod ord">
          <ac:chgData name="Amaro, Sandra" userId="6bedbfcc-5e0a-4e18-b9b0-c8ab328504b9" providerId="ADAL" clId="{062BA417-29A1-43B6-8A26-14A0CCF37D8E}" dt="2024-01-10T18:17:09.812" v="6225" actId="1076"/>
          <ac:spMkLst>
            <pc:docMk/>
            <pc:sldMk cId="3555018831" sldId="2085"/>
            <ac:spMk id="10" creationId="{ACE26CB4-4D09-DC38-39FD-0431D849C771}"/>
          </ac:spMkLst>
        </pc:spChg>
        <pc:spChg chg="del">
          <ac:chgData name="Amaro, Sandra" userId="6bedbfcc-5e0a-4e18-b9b0-c8ab328504b9" providerId="ADAL" clId="{062BA417-29A1-43B6-8A26-14A0CCF37D8E}" dt="2024-01-10T17:35:43.754" v="6002" actId="478"/>
          <ac:spMkLst>
            <pc:docMk/>
            <pc:sldMk cId="3555018831" sldId="2085"/>
            <ac:spMk id="21" creationId="{2E2C2808-549B-AF4F-BF9A-C09D14E7B66B}"/>
          </ac:spMkLst>
        </pc:spChg>
        <pc:spChg chg="del">
          <ac:chgData name="Amaro, Sandra" userId="6bedbfcc-5e0a-4e18-b9b0-c8ab328504b9" providerId="ADAL" clId="{062BA417-29A1-43B6-8A26-14A0CCF37D8E}" dt="2024-01-10T17:35:45.692" v="6003" actId="478"/>
          <ac:spMkLst>
            <pc:docMk/>
            <pc:sldMk cId="3555018831" sldId="2085"/>
            <ac:spMk id="24" creationId="{128D10D6-484B-13AC-1758-D6B7310AE051}"/>
          </ac:spMkLst>
        </pc:spChg>
        <pc:spChg chg="mod">
          <ac:chgData name="Amaro, Sandra" userId="6bedbfcc-5e0a-4e18-b9b0-c8ab328504b9" providerId="ADAL" clId="{062BA417-29A1-43B6-8A26-14A0CCF37D8E}" dt="2024-01-10T17:38:24.379" v="6095" actId="1037"/>
          <ac:spMkLst>
            <pc:docMk/>
            <pc:sldMk cId="3555018831" sldId="2085"/>
            <ac:spMk id="28" creationId="{4EBCBF02-4980-97AF-6280-30C68299B3AF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96" creationId="{5C812416-0014-4A8A-9646-8D711EB443E5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97" creationId="{3ADECA25-8B58-D0B1-C3C9-AD60302CA52D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98" creationId="{36C91126-B227-24C2-52AF-A5FE9AEED432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99" creationId="{061CBF00-4EA6-1C6B-9E79-6B272DA5AA1B}"/>
          </ac:spMkLst>
        </pc:spChg>
        <pc:spChg chg="mod">
          <ac:chgData name="Amaro, Sandra" userId="6bedbfcc-5e0a-4e18-b9b0-c8ab328504b9" providerId="ADAL" clId="{062BA417-29A1-43B6-8A26-14A0CCF37D8E}" dt="2024-01-11T00:52:12.145" v="9921" actId="20577"/>
          <ac:spMkLst>
            <pc:docMk/>
            <pc:sldMk cId="3555018831" sldId="2085"/>
            <ac:spMk id="100" creationId="{72463171-276E-46CE-AE5B-EAEE5D00D15F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01" creationId="{70BBAC5F-44B5-678F-6F6C-4C6159E098A8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02" creationId="{B6A4D935-A392-5B93-BC06-3918E1E92CBD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03" creationId="{4AF57BB3-A941-9F76-AAC7-54A825C06575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04" creationId="{A68B7563-34D5-9F51-401C-2FA6168C1FA5}"/>
          </ac:spMkLst>
        </pc:spChg>
        <pc:spChg chg="mod">
          <ac:chgData name="Amaro, Sandra" userId="6bedbfcc-5e0a-4e18-b9b0-c8ab328504b9" providerId="ADAL" clId="{062BA417-29A1-43B6-8A26-14A0CCF37D8E}" dt="2024-01-11T00:50:56.901" v="9912" actId="20577"/>
          <ac:spMkLst>
            <pc:docMk/>
            <pc:sldMk cId="3555018831" sldId="2085"/>
            <ac:spMk id="105" creationId="{85018CD6-6221-7136-F661-C90E7DC6850E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20" creationId="{49EE10F1-8E8D-D189-E1C6-288EC4D47130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60" creationId="{DAB38B90-94B0-8E9A-5B81-C3DAD58851FA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61" creationId="{417506E1-E88B-F632-9565-790EA98562B2}"/>
          </ac:spMkLst>
        </pc:spChg>
        <pc:spChg chg="mod">
          <ac:chgData name="Amaro, Sandra" userId="6bedbfcc-5e0a-4e18-b9b0-c8ab328504b9" providerId="ADAL" clId="{062BA417-29A1-43B6-8A26-14A0CCF37D8E}" dt="2024-01-11T00:51:01.809" v="9915" actId="20577"/>
          <ac:spMkLst>
            <pc:docMk/>
            <pc:sldMk cId="3555018831" sldId="2085"/>
            <ac:spMk id="179" creationId="{9F2B053B-0BA4-E3DD-A1C5-9A942A78FB60}"/>
          </ac:spMkLst>
        </pc:spChg>
        <pc:spChg chg="mod">
          <ac:chgData name="Amaro, Sandra" userId="6bedbfcc-5e0a-4e18-b9b0-c8ab328504b9" providerId="ADAL" clId="{062BA417-29A1-43B6-8A26-14A0CCF37D8E}" dt="2024-01-10T17:39:21.727" v="6104" actId="1035"/>
          <ac:spMkLst>
            <pc:docMk/>
            <pc:sldMk cId="3555018831" sldId="2085"/>
            <ac:spMk id="182" creationId="{8D9EA0B9-9409-CCBF-DABB-5B714F7B3BA8}"/>
          </ac:spMkLst>
        </pc:spChg>
        <pc:spChg chg="mod">
          <ac:chgData name="Amaro, Sandra" userId="6bedbfcc-5e0a-4e18-b9b0-c8ab328504b9" providerId="ADAL" clId="{062BA417-29A1-43B6-8A26-14A0CCF37D8E}" dt="2024-01-11T00:52:16.913" v="9924" actId="20577"/>
          <ac:spMkLst>
            <pc:docMk/>
            <pc:sldMk cId="3555018831" sldId="2085"/>
            <ac:spMk id="185" creationId="{76F2F712-EA7C-5065-3658-0C63D4674C21}"/>
          </ac:spMkLst>
        </pc:spChg>
        <pc:grpChg chg="mod">
          <ac:chgData name="Amaro, Sandra" userId="6bedbfcc-5e0a-4e18-b9b0-c8ab328504b9" providerId="ADAL" clId="{062BA417-29A1-43B6-8A26-14A0CCF37D8E}" dt="2024-01-10T17:39:21.727" v="6104" actId="1035"/>
          <ac:grpSpMkLst>
            <pc:docMk/>
            <pc:sldMk cId="3555018831" sldId="2085"/>
            <ac:grpSpMk id="187" creationId="{A4A2E70F-1EC0-1231-3E5C-92FF293D116F}"/>
          </ac:grpSpMkLst>
        </pc:grp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06" creationId="{BFFD351D-F4B6-23B8-E034-E2D9AC2485FD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07" creationId="{CBA98D1B-22C6-15FB-51B5-E20A82EF8ACC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08" creationId="{5E9190FE-AECF-B6C4-906D-AABEF29915AD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09" creationId="{F57576DC-3A39-7099-7634-29906A70A593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10" creationId="{63B4925F-A90B-A0F5-5BF2-30D0E38B2DC4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12" creationId="{124688E7-5A78-54F8-B058-82012D2E11AA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14" creationId="{ABF346DB-B226-7B85-AE86-A3BD9188BE22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15" creationId="{F6C08A8B-2205-D938-A5BD-5438E39050F2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19" creationId="{ACD0C808-C949-4648-F082-30090AFC5DE9}"/>
          </ac:picMkLst>
        </pc:picChg>
        <pc:picChg chg="mod">
          <ac:chgData name="Amaro, Sandra" userId="6bedbfcc-5e0a-4e18-b9b0-c8ab328504b9" providerId="ADAL" clId="{062BA417-29A1-43B6-8A26-14A0CCF37D8E}" dt="2024-01-10T17:39:21.727" v="6104" actId="1035"/>
          <ac:picMkLst>
            <pc:docMk/>
            <pc:sldMk cId="3555018831" sldId="2085"/>
            <ac:picMk id="183" creationId="{B78B39F8-E135-7054-41AA-2410AA873896}"/>
          </ac:picMkLst>
        </pc:picChg>
        <pc:cxnChg chg="add del mod">
          <ac:chgData name="Amaro, Sandra" userId="6bedbfcc-5e0a-4e18-b9b0-c8ab328504b9" providerId="ADAL" clId="{062BA417-29A1-43B6-8A26-14A0CCF37D8E}" dt="2024-01-10T17:36:16.756" v="6007" actId="478"/>
          <ac:cxnSpMkLst>
            <pc:docMk/>
            <pc:sldMk cId="3555018831" sldId="2085"/>
            <ac:cxnSpMk id="3" creationId="{4CC32CD8-410B-38E4-2306-11DEDE20787A}"/>
          </ac:cxnSpMkLst>
        </pc:cxnChg>
        <pc:cxnChg chg="mod">
          <ac:chgData name="Amaro, Sandra" userId="6bedbfcc-5e0a-4e18-b9b0-c8ab328504b9" providerId="ADAL" clId="{062BA417-29A1-43B6-8A26-14A0CCF37D8E}" dt="2024-01-10T17:36:11.002" v="6005" actId="108"/>
          <ac:cxnSpMkLst>
            <pc:docMk/>
            <pc:sldMk cId="3555018831" sldId="2085"/>
            <ac:cxnSpMk id="5" creationId="{E4AC73F4-50EA-20A9-6262-54F239A0CDFC}"/>
          </ac:cxnSpMkLst>
        </pc:cxnChg>
        <pc:cxnChg chg="mod">
          <ac:chgData name="Amaro, Sandra" userId="6bedbfcc-5e0a-4e18-b9b0-c8ab328504b9" providerId="ADAL" clId="{062BA417-29A1-43B6-8A26-14A0CCF37D8E}" dt="2024-01-10T17:36:14.841" v="6006" actId="108"/>
          <ac:cxnSpMkLst>
            <pc:docMk/>
            <pc:sldMk cId="3555018831" sldId="2085"/>
            <ac:cxnSpMk id="27" creationId="{A8192AF7-8051-C683-9A87-455EEA373CFB}"/>
          </ac:cxnSpMkLst>
        </pc:cxnChg>
      </pc:sldChg>
      <pc:sldChg chg="addSp delSp modSp add mod">
        <pc:chgData name="Amaro, Sandra" userId="6bedbfcc-5e0a-4e18-b9b0-c8ab328504b9" providerId="ADAL" clId="{062BA417-29A1-43B6-8A26-14A0CCF37D8E}" dt="2024-01-11T00:52:23.140" v="9927" actId="20577"/>
        <pc:sldMkLst>
          <pc:docMk/>
          <pc:sldMk cId="1086649321" sldId="2086"/>
        </pc:sldMkLst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4" creationId="{B3B41248-77A9-4E01-1A85-76F8195D6380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5" creationId="{79F31645-130C-7A71-3057-459054ECE78E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6" creationId="{D101BC0F-31CC-3791-3A72-7475DA3CDC36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7" creationId="{36934D61-8B4B-44A1-B981-58D621EA3CF4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8" creationId="{225C3154-9E81-DA12-DD1B-12AFFEE6853E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9" creationId="{C185DDBF-3E24-30E1-026F-F20127BC5CEB}"/>
          </ac:spMkLst>
        </pc:spChg>
        <pc:spChg chg="add mod">
          <ac:chgData name="Amaro, Sandra" userId="6bedbfcc-5e0a-4e18-b9b0-c8ab328504b9" providerId="ADAL" clId="{062BA417-29A1-43B6-8A26-14A0CCF37D8E}" dt="2024-01-11T00:51:06.790" v="9918" actId="20577"/>
          <ac:spMkLst>
            <pc:docMk/>
            <pc:sldMk cId="1086649321" sldId="2086"/>
            <ac:spMk id="10" creationId="{1F58FCBB-C85C-4D7A-B714-A6F28C4945E0}"/>
          </ac:spMkLst>
        </pc:spChg>
        <pc:spChg chg="add mod">
          <ac:chgData name="Amaro, Sandra" userId="6bedbfcc-5e0a-4e18-b9b0-c8ab328504b9" providerId="ADAL" clId="{062BA417-29A1-43B6-8A26-14A0CCF37D8E}" dt="2024-01-10T18:22:35.372" v="6356" actId="1037"/>
          <ac:spMkLst>
            <pc:docMk/>
            <pc:sldMk cId="1086649321" sldId="2086"/>
            <ac:spMk id="15" creationId="{65AFDA9F-1DBE-9637-2034-D09B6A4DB62B}"/>
          </ac:spMkLst>
        </pc:spChg>
        <pc:spChg chg="add mod">
          <ac:chgData name="Amaro, Sandra" userId="6bedbfcc-5e0a-4e18-b9b0-c8ab328504b9" providerId="ADAL" clId="{062BA417-29A1-43B6-8A26-14A0CCF37D8E}" dt="2024-01-11T00:52:23.140" v="9927" actId="20577"/>
          <ac:spMkLst>
            <pc:docMk/>
            <pc:sldMk cId="1086649321" sldId="2086"/>
            <ac:spMk id="20" creationId="{EFA6D738-7942-19A0-63F4-556839DBD4A7}"/>
          </ac:spMkLst>
        </pc:spChg>
        <pc:spChg chg="mod">
          <ac:chgData name="Amaro, Sandra" userId="6bedbfcc-5e0a-4e18-b9b0-c8ab328504b9" providerId="ADAL" clId="{062BA417-29A1-43B6-8A26-14A0CCF37D8E}" dt="2024-01-10T23:34:43.166" v="8184" actId="20577"/>
          <ac:spMkLst>
            <pc:docMk/>
            <pc:sldMk cId="1086649321" sldId="2086"/>
            <ac:spMk id="149" creationId="{C9B84ED4-D25E-565C-C42F-AC715CA2F935}"/>
          </ac:spMkLst>
        </pc:spChg>
        <pc:spChg chg="mod">
          <ac:chgData name="Amaro, Sandra" userId="6bedbfcc-5e0a-4e18-b9b0-c8ab328504b9" providerId="ADAL" clId="{062BA417-29A1-43B6-8A26-14A0CCF37D8E}" dt="2024-01-11T00:13:06.080" v="8640" actId="1036"/>
          <ac:spMkLst>
            <pc:docMk/>
            <pc:sldMk cId="1086649321" sldId="2086"/>
            <ac:spMk id="228" creationId="{FDDA4C4B-ABB5-C795-3999-C6692A429F88}"/>
          </ac:spMkLst>
        </pc:spChg>
        <pc:spChg chg="mod">
          <ac:chgData name="Amaro, Sandra" userId="6bedbfcc-5e0a-4e18-b9b0-c8ab328504b9" providerId="ADAL" clId="{062BA417-29A1-43B6-8A26-14A0CCF37D8E}" dt="2024-01-11T00:12:49.642" v="8621" actId="1035"/>
          <ac:spMkLst>
            <pc:docMk/>
            <pc:sldMk cId="1086649321" sldId="2086"/>
            <ac:spMk id="229" creationId="{3710F48A-06CB-00CF-BB2C-8E630B08871D}"/>
          </ac:spMkLst>
        </pc:spChg>
        <pc:spChg chg="mod">
          <ac:chgData name="Amaro, Sandra" userId="6bedbfcc-5e0a-4e18-b9b0-c8ab328504b9" providerId="ADAL" clId="{062BA417-29A1-43B6-8A26-14A0CCF37D8E}" dt="2024-01-11T00:43:50.774" v="9533" actId="20577"/>
          <ac:spMkLst>
            <pc:docMk/>
            <pc:sldMk cId="1086649321" sldId="2086"/>
            <ac:spMk id="234" creationId="{F886D2F6-EC3A-8FD4-598A-277BB22069A3}"/>
          </ac:spMkLst>
        </pc:spChg>
        <pc:spChg chg="mod">
          <ac:chgData name="Amaro, Sandra" userId="6bedbfcc-5e0a-4e18-b9b0-c8ab328504b9" providerId="ADAL" clId="{062BA417-29A1-43B6-8A26-14A0CCF37D8E}" dt="2024-01-11T00:12:41.853" v="8608" actId="20577"/>
          <ac:spMkLst>
            <pc:docMk/>
            <pc:sldMk cId="1086649321" sldId="2086"/>
            <ac:spMk id="289" creationId="{0247DB8D-EE1F-A3B1-8F31-960510214241}"/>
          </ac:spMkLst>
        </pc:spChg>
        <pc:grpChg chg="mod">
          <ac:chgData name="Amaro, Sandra" userId="6bedbfcc-5e0a-4e18-b9b0-c8ab328504b9" providerId="ADAL" clId="{062BA417-29A1-43B6-8A26-14A0CCF37D8E}" dt="2024-01-10T18:19:26.726" v="6267" actId="1076"/>
          <ac:grpSpMkLst>
            <pc:docMk/>
            <pc:sldMk cId="1086649321" sldId="2086"/>
            <ac:grpSpMk id="147" creationId="{08192972-5487-41B4-6EF4-44B0371ECA59}"/>
          </ac:grpSpMkLst>
        </pc:grpChg>
        <pc:grpChg chg="mod">
          <ac:chgData name="Amaro, Sandra" userId="6bedbfcc-5e0a-4e18-b9b0-c8ab328504b9" providerId="ADAL" clId="{062BA417-29A1-43B6-8A26-14A0CCF37D8E}" dt="2024-01-11T00:12:59.979" v="8623" actId="12789"/>
          <ac:grpSpMkLst>
            <pc:docMk/>
            <pc:sldMk cId="1086649321" sldId="2086"/>
            <ac:grpSpMk id="232" creationId="{6BEA445A-BE88-6FA9-59A7-A163979D60E4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63" creationId="{8A7451FA-EAB1-D98B-EAF3-ED2CD7AAB492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64" creationId="{A9CA2ED9-E6FC-14F7-8A2C-0A85528F8337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67" creationId="{C5D27504-01D4-352C-E60D-E0C2659C9805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70" creationId="{8359410B-F2D4-C65D-6399-4BB404D0A39F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73" creationId="{3F805523-0961-3B46-BB65-C9B02F616A14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76" creationId="{61E68040-FE4B-3110-9FF0-63199681AAEB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79" creationId="{319E3DEA-50B7-EF3C-E300-6B1E69851324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82" creationId="{07996539-E5EB-AFE7-399B-F8C12D25CBF2}"/>
          </ac:grpSpMkLst>
        </pc:grpChg>
        <pc:grpChg chg="del">
          <ac:chgData name="Amaro, Sandra" userId="6bedbfcc-5e0a-4e18-b9b0-c8ab328504b9" providerId="ADAL" clId="{062BA417-29A1-43B6-8A26-14A0CCF37D8E}" dt="2024-01-10T18:17:03.051" v="6223" actId="478"/>
          <ac:grpSpMkLst>
            <pc:docMk/>
            <pc:sldMk cId="1086649321" sldId="2086"/>
            <ac:grpSpMk id="285" creationId="{78B6094B-2A13-D0BB-898F-A0144360A9E4}"/>
          </ac:grpSpMkLst>
        </pc:grp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1" creationId="{A2846C11-BBC0-F2E5-8A6A-30A75E6168BB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2" creationId="{FC99DC81-DB0F-885D-B00E-3B6C457CE8DD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3" creationId="{75FA6187-C707-7457-A973-EAC451840FBB}"/>
          </ac:picMkLst>
        </pc:picChg>
        <pc:picChg chg="add mod">
          <ac:chgData name="Amaro, Sandra" userId="6bedbfcc-5e0a-4e18-b9b0-c8ab328504b9" providerId="ADAL" clId="{062BA417-29A1-43B6-8A26-14A0CCF37D8E}" dt="2024-01-10T18:22:00.429" v="6337" actId="12789"/>
          <ac:picMkLst>
            <pc:docMk/>
            <pc:sldMk cId="1086649321" sldId="2086"/>
            <ac:picMk id="14" creationId="{2485097A-041A-679E-CE1B-839166468A71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6" creationId="{A5594FF5-9FE8-D86E-2570-9143C7A099F5}"/>
          </ac:picMkLst>
        </pc:picChg>
        <pc:picChg chg="add mod">
          <ac:chgData name="Amaro, Sandra" userId="6bedbfcc-5e0a-4e18-b9b0-c8ab328504b9" providerId="ADAL" clId="{062BA417-29A1-43B6-8A26-14A0CCF37D8E}" dt="2024-01-10T18:21:50.998" v="6336" actId="12789"/>
          <ac:picMkLst>
            <pc:docMk/>
            <pc:sldMk cId="1086649321" sldId="2086"/>
            <ac:picMk id="17" creationId="{7965E831-E52F-0DE1-35C3-7369A2E5D179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8" creationId="{389953B4-DE14-A5D6-E28C-93A73898DF77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19" creationId="{EA4A3387-4F9C-6670-1143-22FF7D46A437}"/>
          </ac:picMkLst>
        </pc:picChg>
        <pc:picChg chg="add mod">
          <ac:chgData name="Amaro, Sandra" userId="6bedbfcc-5e0a-4e18-b9b0-c8ab328504b9" providerId="ADAL" clId="{062BA417-29A1-43B6-8A26-14A0CCF37D8E}" dt="2024-01-10T18:21:01.919" v="6298" actId="465"/>
          <ac:picMkLst>
            <pc:docMk/>
            <pc:sldMk cId="1086649321" sldId="2086"/>
            <ac:picMk id="21" creationId="{77DD3159-D517-CE50-A140-D937795BC3E6}"/>
          </ac:picMkLst>
        </pc:picChg>
      </pc:sldChg>
      <pc:sldChg chg="add del">
        <pc:chgData name="Amaro, Sandra" userId="6bedbfcc-5e0a-4e18-b9b0-c8ab328504b9" providerId="ADAL" clId="{062BA417-29A1-43B6-8A26-14A0CCF37D8E}" dt="2024-01-10T18:28:01.887" v="6359"/>
        <pc:sldMkLst>
          <pc:docMk/>
          <pc:sldMk cId="756500550" sldId="2087"/>
        </pc:sldMkLst>
      </pc:sldChg>
      <pc:sldChg chg="addSp delSp modSp add mod">
        <pc:chgData name="Amaro, Sandra" userId="6bedbfcc-5e0a-4e18-b9b0-c8ab328504b9" providerId="ADAL" clId="{062BA417-29A1-43B6-8A26-14A0CCF37D8E}" dt="2024-01-11T00:13:39.414" v="8647" actId="255"/>
        <pc:sldMkLst>
          <pc:docMk/>
          <pc:sldMk cId="1312360683" sldId="2087"/>
        </pc:sldMkLst>
        <pc:spChg chg="mod">
          <ac:chgData name="Amaro, Sandra" userId="6bedbfcc-5e0a-4e18-b9b0-c8ab328504b9" providerId="ADAL" clId="{062BA417-29A1-43B6-8A26-14A0CCF37D8E}" dt="2024-01-11T00:13:39.414" v="8647" actId="255"/>
          <ac:spMkLst>
            <pc:docMk/>
            <pc:sldMk cId="1312360683" sldId="2087"/>
            <ac:spMk id="3" creationId="{3E5D765C-774B-4EE7-8C6D-AE64B09A9B64}"/>
          </ac:spMkLst>
        </pc:spChg>
        <pc:spChg chg="del">
          <ac:chgData name="Amaro, Sandra" userId="6bedbfcc-5e0a-4e18-b9b0-c8ab328504b9" providerId="ADAL" clId="{062BA417-29A1-43B6-8A26-14A0CCF37D8E}" dt="2024-01-10T18:30:30.214" v="6366" actId="478"/>
          <ac:spMkLst>
            <pc:docMk/>
            <pc:sldMk cId="1312360683" sldId="2087"/>
            <ac:spMk id="5" creationId="{7CC349CE-086D-C415-51AC-5BE79C712C9B}"/>
          </ac:spMkLst>
        </pc:spChg>
        <pc:spChg chg="add del mod">
          <ac:chgData name="Amaro, Sandra" userId="6bedbfcc-5e0a-4e18-b9b0-c8ab328504b9" providerId="ADAL" clId="{062BA417-29A1-43B6-8A26-14A0CCF37D8E}" dt="2024-01-10T18:29:36.854" v="6363" actId="478"/>
          <ac:spMkLst>
            <pc:docMk/>
            <pc:sldMk cId="1312360683" sldId="2087"/>
            <ac:spMk id="6" creationId="{9D087E9D-FA77-1DB6-94A5-113C16D7C0D2}"/>
          </ac:spMkLst>
        </pc:spChg>
        <pc:spChg chg="del">
          <ac:chgData name="Amaro, Sandra" userId="6bedbfcc-5e0a-4e18-b9b0-c8ab328504b9" providerId="ADAL" clId="{062BA417-29A1-43B6-8A26-14A0CCF37D8E}" dt="2024-01-10T18:29:36.854" v="6363" actId="478"/>
          <ac:spMkLst>
            <pc:docMk/>
            <pc:sldMk cId="1312360683" sldId="2087"/>
            <ac:spMk id="7" creationId="{7B6801B5-748E-91A9-1D26-60A4F8BAA234}"/>
          </ac:spMkLst>
        </pc:spChg>
        <pc:spChg chg="add mod">
          <ac:chgData name="Amaro, Sandra" userId="6bedbfcc-5e0a-4e18-b9b0-c8ab328504b9" providerId="ADAL" clId="{062BA417-29A1-43B6-8A26-14A0CCF37D8E}" dt="2024-01-10T18:34:01.948" v="6452" actId="553"/>
          <ac:spMkLst>
            <pc:docMk/>
            <pc:sldMk cId="1312360683" sldId="2087"/>
            <ac:spMk id="8" creationId="{27213F92-DA20-FBAD-D643-1BB4AC918D32}"/>
          </ac:spMkLst>
        </pc:spChg>
        <pc:spChg chg="add mod">
          <ac:chgData name="Amaro, Sandra" userId="6bedbfcc-5e0a-4e18-b9b0-c8ab328504b9" providerId="ADAL" clId="{062BA417-29A1-43B6-8A26-14A0CCF37D8E}" dt="2024-01-10T19:08:30.289" v="6658" actId="20577"/>
          <ac:spMkLst>
            <pc:docMk/>
            <pc:sldMk cId="1312360683" sldId="2087"/>
            <ac:spMk id="9" creationId="{EA7B1CBB-4386-2EF9-73AA-BF6A6E33AC87}"/>
          </ac:spMkLst>
        </pc:spChg>
        <pc:spChg chg="add mod">
          <ac:chgData name="Amaro, Sandra" userId="6bedbfcc-5e0a-4e18-b9b0-c8ab328504b9" providerId="ADAL" clId="{062BA417-29A1-43B6-8A26-14A0CCF37D8E}" dt="2024-01-10T19:08:34.047" v="6659" actId="207"/>
          <ac:spMkLst>
            <pc:docMk/>
            <pc:sldMk cId="1312360683" sldId="2087"/>
            <ac:spMk id="10" creationId="{875E09BD-4353-A397-9DA9-0B971C8727C1}"/>
          </ac:spMkLst>
        </pc:spChg>
        <pc:spChg chg="add mod">
          <ac:chgData name="Amaro, Sandra" userId="6bedbfcc-5e0a-4e18-b9b0-c8ab328504b9" providerId="ADAL" clId="{062BA417-29A1-43B6-8A26-14A0CCF37D8E}" dt="2024-01-10T19:08:37.576" v="6661" actId="207"/>
          <ac:spMkLst>
            <pc:docMk/>
            <pc:sldMk cId="1312360683" sldId="2087"/>
            <ac:spMk id="11" creationId="{86D33C58-D19A-57DF-8857-9C935D0CFF52}"/>
          </ac:spMkLst>
        </pc:spChg>
        <pc:spChg chg="add mod">
          <ac:chgData name="Amaro, Sandra" userId="6bedbfcc-5e0a-4e18-b9b0-c8ab328504b9" providerId="ADAL" clId="{062BA417-29A1-43B6-8A26-14A0CCF37D8E}" dt="2024-01-10T23:14:57.772" v="6883" actId="948"/>
          <ac:spMkLst>
            <pc:docMk/>
            <pc:sldMk cId="1312360683" sldId="2087"/>
            <ac:spMk id="13" creationId="{E156181E-E88E-3D4B-0F3B-8868BB25A174}"/>
          </ac:spMkLst>
        </pc:spChg>
        <pc:spChg chg="add mod">
          <ac:chgData name="Amaro, Sandra" userId="6bedbfcc-5e0a-4e18-b9b0-c8ab328504b9" providerId="ADAL" clId="{062BA417-29A1-43B6-8A26-14A0CCF37D8E}" dt="2024-01-10T23:15:13.522" v="6894" actId="20577"/>
          <ac:spMkLst>
            <pc:docMk/>
            <pc:sldMk cId="1312360683" sldId="2087"/>
            <ac:spMk id="14" creationId="{C4F3D312-B080-26FB-5826-79F9749A97B3}"/>
          </ac:spMkLst>
        </pc:spChg>
        <pc:spChg chg="add mod">
          <ac:chgData name="Amaro, Sandra" userId="6bedbfcc-5e0a-4e18-b9b0-c8ab328504b9" providerId="ADAL" clId="{062BA417-29A1-43B6-8A26-14A0CCF37D8E}" dt="2024-01-10T23:15:31.493" v="6900" actId="5793"/>
          <ac:spMkLst>
            <pc:docMk/>
            <pc:sldMk cId="1312360683" sldId="2087"/>
            <ac:spMk id="15" creationId="{7BEE767F-63B0-133A-6489-AF7DFBC8D475}"/>
          </ac:spMkLst>
        </pc:spChg>
        <pc:spChg chg="del">
          <ac:chgData name="Amaro, Sandra" userId="6bedbfcc-5e0a-4e18-b9b0-c8ab328504b9" providerId="ADAL" clId="{062BA417-29A1-43B6-8A26-14A0CCF37D8E}" dt="2024-01-10T18:29:40.556" v="6364" actId="478"/>
          <ac:spMkLst>
            <pc:docMk/>
            <pc:sldMk cId="1312360683" sldId="2087"/>
            <ac:spMk id="24" creationId="{C88DD566-81F8-03EF-EAE4-7EFD60570D3F}"/>
          </ac:spMkLst>
        </pc:spChg>
        <pc:spChg chg="del">
          <ac:chgData name="Amaro, Sandra" userId="6bedbfcc-5e0a-4e18-b9b0-c8ab328504b9" providerId="ADAL" clId="{062BA417-29A1-43B6-8A26-14A0CCF37D8E}" dt="2024-01-10T18:29:36.854" v="6363" actId="478"/>
          <ac:spMkLst>
            <pc:docMk/>
            <pc:sldMk cId="1312360683" sldId="2087"/>
            <ac:spMk id="70" creationId="{34D8F913-52D6-CB2B-0055-21DF1F619A3E}"/>
          </ac:spMkLst>
        </pc:spChg>
        <pc:spChg chg="del">
          <ac:chgData name="Amaro, Sandra" userId="6bedbfcc-5e0a-4e18-b9b0-c8ab328504b9" providerId="ADAL" clId="{062BA417-29A1-43B6-8A26-14A0CCF37D8E}" dt="2024-01-10T18:30:40.579" v="6370" actId="478"/>
          <ac:spMkLst>
            <pc:docMk/>
            <pc:sldMk cId="1312360683" sldId="2087"/>
            <ac:spMk id="73" creationId="{7ECA473C-AAF2-0373-5623-353CCDEEB2CA}"/>
          </ac:spMkLst>
        </pc:spChg>
        <pc:spChg chg="del">
          <ac:chgData name="Amaro, Sandra" userId="6bedbfcc-5e0a-4e18-b9b0-c8ab328504b9" providerId="ADAL" clId="{062BA417-29A1-43B6-8A26-14A0CCF37D8E}" dt="2024-01-10T18:30:38.541" v="6369" actId="478"/>
          <ac:spMkLst>
            <pc:docMk/>
            <pc:sldMk cId="1312360683" sldId="2087"/>
            <ac:spMk id="74" creationId="{C3430A81-E10D-1CB3-2A29-3E173EA5164A}"/>
          </ac:spMkLst>
        </pc:spChg>
        <pc:spChg chg="del">
          <ac:chgData name="Amaro, Sandra" userId="6bedbfcc-5e0a-4e18-b9b0-c8ab328504b9" providerId="ADAL" clId="{062BA417-29A1-43B6-8A26-14A0CCF37D8E}" dt="2024-01-10T18:30:35.973" v="6368" actId="478"/>
          <ac:spMkLst>
            <pc:docMk/>
            <pc:sldMk cId="1312360683" sldId="2087"/>
            <ac:spMk id="75" creationId="{D461CC73-97DE-77E6-3C75-8103A4CC9D60}"/>
          </ac:spMkLst>
        </pc:spChg>
        <pc:spChg chg="del">
          <ac:chgData name="Amaro, Sandra" userId="6bedbfcc-5e0a-4e18-b9b0-c8ab328504b9" providerId="ADAL" clId="{062BA417-29A1-43B6-8A26-14A0CCF37D8E}" dt="2024-01-10T18:30:32.754" v="6367" actId="478"/>
          <ac:spMkLst>
            <pc:docMk/>
            <pc:sldMk cId="1312360683" sldId="2087"/>
            <ac:spMk id="76" creationId="{B2C6811F-17B0-339F-2A48-C5D85D3F8BD5}"/>
          </ac:spMkLst>
        </pc:spChg>
        <pc:spChg chg="del">
          <ac:chgData name="Amaro, Sandra" userId="6bedbfcc-5e0a-4e18-b9b0-c8ab328504b9" providerId="ADAL" clId="{062BA417-29A1-43B6-8A26-14A0CCF37D8E}" dt="2024-01-10T18:28:13.843" v="6361" actId="478"/>
          <ac:spMkLst>
            <pc:docMk/>
            <pc:sldMk cId="1312360683" sldId="2087"/>
            <ac:spMk id="128" creationId="{D25BD5E6-641F-E861-87CF-ABA036A1A444}"/>
          </ac:spMkLst>
        </pc:spChg>
        <pc:spChg chg="del">
          <ac:chgData name="Amaro, Sandra" userId="6bedbfcc-5e0a-4e18-b9b0-c8ab328504b9" providerId="ADAL" clId="{062BA417-29A1-43B6-8A26-14A0CCF37D8E}" dt="2024-01-10T18:28:13.843" v="6361" actId="478"/>
          <ac:spMkLst>
            <pc:docMk/>
            <pc:sldMk cId="1312360683" sldId="2087"/>
            <ac:spMk id="130" creationId="{44F7409F-3CE8-D5D7-15B7-E0806A8F9370}"/>
          </ac:spMkLst>
        </pc:spChg>
        <pc:spChg chg="del">
          <ac:chgData name="Amaro, Sandra" userId="6bedbfcc-5e0a-4e18-b9b0-c8ab328504b9" providerId="ADAL" clId="{062BA417-29A1-43B6-8A26-14A0CCF37D8E}" dt="2024-01-10T18:28:13.843" v="6361" actId="478"/>
          <ac:spMkLst>
            <pc:docMk/>
            <pc:sldMk cId="1312360683" sldId="2087"/>
            <ac:spMk id="132" creationId="{432BC898-6CF5-DAA5-6F80-0611FE1AA855}"/>
          </ac:spMkLst>
        </pc:spChg>
        <pc:spChg chg="del">
          <ac:chgData name="Amaro, Sandra" userId="6bedbfcc-5e0a-4e18-b9b0-c8ab328504b9" providerId="ADAL" clId="{062BA417-29A1-43B6-8A26-14A0CCF37D8E}" dt="2024-01-10T18:28:13.843" v="6361" actId="478"/>
          <ac:spMkLst>
            <pc:docMk/>
            <pc:sldMk cId="1312360683" sldId="2087"/>
            <ac:spMk id="134" creationId="{281FAD2D-AA51-7385-B8CC-C209F46F62C9}"/>
          </ac:spMkLst>
        </pc:spChg>
        <pc:spChg chg="del">
          <ac:chgData name="Amaro, Sandra" userId="6bedbfcc-5e0a-4e18-b9b0-c8ab328504b9" providerId="ADAL" clId="{062BA417-29A1-43B6-8A26-14A0CCF37D8E}" dt="2024-01-10T18:28:13.843" v="6361" actId="478"/>
          <ac:spMkLst>
            <pc:docMk/>
            <pc:sldMk cId="1312360683" sldId="2087"/>
            <ac:spMk id="136" creationId="{090A4E0C-75F2-731A-E4CF-D54E71E85409}"/>
          </ac:spMkLst>
        </pc:spChg>
        <pc:cxnChg chg="del">
          <ac:chgData name="Amaro, Sandra" userId="6bedbfcc-5e0a-4e18-b9b0-c8ab328504b9" providerId="ADAL" clId="{062BA417-29A1-43B6-8A26-14A0CCF37D8E}" dt="2024-01-10T18:30:43.363" v="6371" actId="478"/>
          <ac:cxnSpMkLst>
            <pc:docMk/>
            <pc:sldMk cId="1312360683" sldId="2087"/>
            <ac:cxnSpMk id="4" creationId="{A54EA018-7411-E42C-232F-D44C9F31188E}"/>
          </ac:cxnSpMkLst>
        </pc:cxnChg>
        <pc:cxnChg chg="add mod">
          <ac:chgData name="Amaro, Sandra" userId="6bedbfcc-5e0a-4e18-b9b0-c8ab328504b9" providerId="ADAL" clId="{062BA417-29A1-43B6-8A26-14A0CCF37D8E}" dt="2024-01-10T19:05:03.960" v="6476" actId="1036"/>
          <ac:cxnSpMkLst>
            <pc:docMk/>
            <pc:sldMk cId="1312360683" sldId="2087"/>
            <ac:cxnSpMk id="12" creationId="{350E5BE1-CBCF-7927-2B23-5CADBEAECBCC}"/>
          </ac:cxnSpMkLst>
        </pc:cxnChg>
        <pc:cxnChg chg="add mod">
          <ac:chgData name="Amaro, Sandra" userId="6bedbfcc-5e0a-4e18-b9b0-c8ab328504b9" providerId="ADAL" clId="{062BA417-29A1-43B6-8A26-14A0CCF37D8E}" dt="2024-01-10T19:06:34.373" v="6579" actId="1038"/>
          <ac:cxnSpMkLst>
            <pc:docMk/>
            <pc:sldMk cId="1312360683" sldId="2087"/>
            <ac:cxnSpMk id="16" creationId="{ABB66076-8EB9-9FBB-9C85-FD829804CD14}"/>
          </ac:cxnSpMkLst>
        </pc:cxnChg>
        <pc:cxnChg chg="del">
          <ac:chgData name="Amaro, Sandra" userId="6bedbfcc-5e0a-4e18-b9b0-c8ab328504b9" providerId="ADAL" clId="{062BA417-29A1-43B6-8A26-14A0CCF37D8E}" dt="2024-01-10T18:29:36.854" v="6363" actId="478"/>
          <ac:cxnSpMkLst>
            <pc:docMk/>
            <pc:sldMk cId="1312360683" sldId="2087"/>
            <ac:cxnSpMk id="72" creationId="{9905A458-A689-D7CC-454A-9B37E11021B2}"/>
          </ac:cxnSpMkLst>
        </pc:cxnChg>
        <pc:cxnChg chg="del">
          <ac:chgData name="Amaro, Sandra" userId="6bedbfcc-5e0a-4e18-b9b0-c8ab328504b9" providerId="ADAL" clId="{062BA417-29A1-43B6-8A26-14A0CCF37D8E}" dt="2024-01-10T19:05:32.918" v="6499" actId="478"/>
          <ac:cxnSpMkLst>
            <pc:docMk/>
            <pc:sldMk cId="1312360683" sldId="2087"/>
            <ac:cxnSpMk id="78" creationId="{E15996B5-D6FF-0B19-1DC0-E8CE7F6CEF20}"/>
          </ac:cxnSpMkLst>
        </pc:cxnChg>
      </pc:sldChg>
      <pc:sldChg chg="addSp delSp modSp add mod">
        <pc:chgData name="Amaro, Sandra" userId="6bedbfcc-5e0a-4e18-b9b0-c8ab328504b9" providerId="ADAL" clId="{062BA417-29A1-43B6-8A26-14A0CCF37D8E}" dt="2024-01-11T00:54:45.714" v="9960" actId="20577"/>
        <pc:sldMkLst>
          <pc:docMk/>
          <pc:sldMk cId="2513173354" sldId="2088"/>
        </pc:sldMkLst>
        <pc:spChg chg="mod">
          <ac:chgData name="Amaro, Sandra" userId="6bedbfcc-5e0a-4e18-b9b0-c8ab328504b9" providerId="ADAL" clId="{062BA417-29A1-43B6-8A26-14A0CCF37D8E}" dt="2024-01-11T00:13:50.789" v="8654" actId="255"/>
          <ac:spMkLst>
            <pc:docMk/>
            <pc:sldMk cId="2513173354" sldId="2088"/>
            <ac:spMk id="3" creationId="{3E5D765C-774B-4EE7-8C6D-AE64B09A9B64}"/>
          </ac:spMkLst>
        </pc:spChg>
        <pc:spChg chg="add del mod">
          <ac:chgData name="Amaro, Sandra" userId="6bedbfcc-5e0a-4e18-b9b0-c8ab328504b9" providerId="ADAL" clId="{062BA417-29A1-43B6-8A26-14A0CCF37D8E}" dt="2024-01-10T23:03:16.770" v="6811" actId="478"/>
          <ac:spMkLst>
            <pc:docMk/>
            <pc:sldMk cId="2513173354" sldId="2088"/>
            <ac:spMk id="4" creationId="{0DA6D97C-BEFD-D64F-A5E7-B9B240425850}"/>
          </ac:spMkLst>
        </pc:spChg>
        <pc:spChg chg="add del mod">
          <ac:chgData name="Amaro, Sandra" userId="6bedbfcc-5e0a-4e18-b9b0-c8ab328504b9" providerId="ADAL" clId="{062BA417-29A1-43B6-8A26-14A0CCF37D8E}" dt="2024-01-10T23:36:30.982" v="8231" actId="478"/>
          <ac:spMkLst>
            <pc:docMk/>
            <pc:sldMk cId="2513173354" sldId="2088"/>
            <ac:spMk id="6" creationId="{02ACFD59-A1B3-D534-0929-BAE1E913C90F}"/>
          </ac:spMkLst>
        </pc:spChg>
        <pc:spChg chg="mod">
          <ac:chgData name="Amaro, Sandra" userId="6bedbfcc-5e0a-4e18-b9b0-c8ab328504b9" providerId="ADAL" clId="{062BA417-29A1-43B6-8A26-14A0CCF37D8E}" dt="2024-01-10T19:08:43.710" v="6662" actId="207"/>
          <ac:spMkLst>
            <pc:docMk/>
            <pc:sldMk cId="2513173354" sldId="2088"/>
            <ac:spMk id="8" creationId="{27213F92-DA20-FBAD-D643-1BB4AC918D32}"/>
          </ac:spMkLst>
        </pc:spChg>
        <pc:spChg chg="mod">
          <ac:chgData name="Amaro, Sandra" userId="6bedbfcc-5e0a-4e18-b9b0-c8ab328504b9" providerId="ADAL" clId="{062BA417-29A1-43B6-8A26-14A0CCF37D8E}" dt="2024-01-10T23:03:24.086" v="6812" actId="20577"/>
          <ac:spMkLst>
            <pc:docMk/>
            <pc:sldMk cId="2513173354" sldId="2088"/>
            <ac:spMk id="9" creationId="{EA7B1CBB-4386-2EF9-73AA-BF6A6E33AC87}"/>
          </ac:spMkLst>
        </pc:spChg>
        <pc:spChg chg="mod">
          <ac:chgData name="Amaro, Sandra" userId="6bedbfcc-5e0a-4e18-b9b0-c8ab328504b9" providerId="ADAL" clId="{062BA417-29A1-43B6-8A26-14A0CCF37D8E}" dt="2024-01-10T19:08:46.801" v="6663" actId="207"/>
          <ac:spMkLst>
            <pc:docMk/>
            <pc:sldMk cId="2513173354" sldId="2088"/>
            <ac:spMk id="10" creationId="{875E09BD-4353-A397-9DA9-0B971C8727C1}"/>
          </ac:spMkLst>
        </pc:spChg>
        <pc:spChg chg="mod">
          <ac:chgData name="Amaro, Sandra" userId="6bedbfcc-5e0a-4e18-b9b0-c8ab328504b9" providerId="ADAL" clId="{062BA417-29A1-43B6-8A26-14A0CCF37D8E}" dt="2024-01-10T19:08:50.216" v="6664" actId="207"/>
          <ac:spMkLst>
            <pc:docMk/>
            <pc:sldMk cId="2513173354" sldId="2088"/>
            <ac:spMk id="11" creationId="{86D33C58-D19A-57DF-8857-9C935D0CFF52}"/>
          </ac:spMkLst>
        </pc:spChg>
        <pc:spChg chg="mod">
          <ac:chgData name="Amaro, Sandra" userId="6bedbfcc-5e0a-4e18-b9b0-c8ab328504b9" providerId="ADAL" clId="{062BA417-29A1-43B6-8A26-14A0CCF37D8E}" dt="2024-01-11T00:52:58.687" v="9939" actId="20577"/>
          <ac:spMkLst>
            <pc:docMk/>
            <pc:sldMk cId="2513173354" sldId="2088"/>
            <ac:spMk id="13" creationId="{E156181E-E88E-3D4B-0F3B-8868BB25A174}"/>
          </ac:spMkLst>
        </pc:spChg>
        <pc:spChg chg="mod">
          <ac:chgData name="Amaro, Sandra" userId="6bedbfcc-5e0a-4e18-b9b0-c8ab328504b9" providerId="ADAL" clId="{062BA417-29A1-43B6-8A26-14A0CCF37D8E}" dt="2024-01-11T00:47:01.298" v="9799" actId="114"/>
          <ac:spMkLst>
            <pc:docMk/>
            <pc:sldMk cId="2513173354" sldId="2088"/>
            <ac:spMk id="14" creationId="{C4F3D312-B080-26FB-5826-79F9749A97B3}"/>
          </ac:spMkLst>
        </pc:spChg>
        <pc:spChg chg="mod">
          <ac:chgData name="Amaro, Sandra" userId="6bedbfcc-5e0a-4e18-b9b0-c8ab328504b9" providerId="ADAL" clId="{062BA417-29A1-43B6-8A26-14A0CCF37D8E}" dt="2024-01-11T00:54:45.714" v="9960" actId="20577"/>
          <ac:spMkLst>
            <pc:docMk/>
            <pc:sldMk cId="2513173354" sldId="2088"/>
            <ac:spMk id="15" creationId="{7BEE767F-63B0-133A-6489-AF7DFBC8D475}"/>
          </ac:spMkLst>
        </pc:spChg>
      </pc:sldChg>
      <pc:sldChg chg="add del">
        <pc:chgData name="Amaro, Sandra" userId="6bedbfcc-5e0a-4e18-b9b0-c8ab328504b9" providerId="ADAL" clId="{062BA417-29A1-43B6-8A26-14A0CCF37D8E}" dt="2024-01-10T19:07:35.418" v="6596"/>
        <pc:sldMkLst>
          <pc:docMk/>
          <pc:sldMk cId="2991283029" sldId="2088"/>
        </pc:sldMkLst>
      </pc:sldChg>
      <pc:sldChg chg="add del">
        <pc:chgData name="Amaro, Sandra" userId="6bedbfcc-5e0a-4e18-b9b0-c8ab328504b9" providerId="ADAL" clId="{062BA417-29A1-43B6-8A26-14A0CCF37D8E}" dt="2024-01-10T19:07:57.736" v="6655"/>
        <pc:sldMkLst>
          <pc:docMk/>
          <pc:sldMk cId="1076899846" sldId="2089"/>
        </pc:sldMkLst>
      </pc:sldChg>
      <pc:sldChg chg="addSp delSp modSp add mod">
        <pc:chgData name="Amaro, Sandra" userId="6bedbfcc-5e0a-4e18-b9b0-c8ab328504b9" providerId="ADAL" clId="{062BA417-29A1-43B6-8A26-14A0CCF37D8E}" dt="2024-01-11T00:14:44.129" v="8668" actId="255"/>
        <pc:sldMkLst>
          <pc:docMk/>
          <pc:sldMk cId="2598724795" sldId="2089"/>
        </pc:sldMkLst>
        <pc:spChg chg="mod">
          <ac:chgData name="Amaro, Sandra" userId="6bedbfcc-5e0a-4e18-b9b0-c8ab328504b9" providerId="ADAL" clId="{062BA417-29A1-43B6-8A26-14A0CCF37D8E}" dt="2024-01-11T00:14:03.472" v="8661" actId="255"/>
          <ac:spMkLst>
            <pc:docMk/>
            <pc:sldMk cId="2598724795" sldId="2089"/>
            <ac:spMk id="3" creationId="{3E5D765C-774B-4EE7-8C6D-AE64B09A9B64}"/>
          </ac:spMkLst>
        </pc:spChg>
        <pc:spChg chg="mod">
          <ac:chgData name="Amaro, Sandra" userId="6bedbfcc-5e0a-4e18-b9b0-c8ab328504b9" providerId="ADAL" clId="{062BA417-29A1-43B6-8A26-14A0CCF37D8E}" dt="2024-01-10T23:03:38.327" v="6813"/>
          <ac:spMkLst>
            <pc:docMk/>
            <pc:sldMk cId="2598724795" sldId="2089"/>
            <ac:spMk id="5" creationId="{C725ABEA-F53C-E5FC-FAE8-30360222ABA5}"/>
          </ac:spMkLst>
        </pc:spChg>
        <pc:spChg chg="mod">
          <ac:chgData name="Amaro, Sandra" userId="6bedbfcc-5e0a-4e18-b9b0-c8ab328504b9" providerId="ADAL" clId="{062BA417-29A1-43B6-8A26-14A0CCF37D8E}" dt="2024-01-10T23:03:38.327" v="6813"/>
          <ac:spMkLst>
            <pc:docMk/>
            <pc:sldMk cId="2598724795" sldId="2089"/>
            <ac:spMk id="6" creationId="{F9ACA254-513E-7FC9-899B-11D1F39FE4DA}"/>
          </ac:spMkLst>
        </pc:spChg>
        <pc:spChg chg="add del mod">
          <ac:chgData name="Amaro, Sandra" userId="6bedbfcc-5e0a-4e18-b9b0-c8ab328504b9" providerId="ADAL" clId="{062BA417-29A1-43B6-8A26-14A0CCF37D8E}" dt="2024-01-10T23:30:37.522" v="7909" actId="478"/>
          <ac:spMkLst>
            <pc:docMk/>
            <pc:sldMk cId="2598724795" sldId="2089"/>
            <ac:spMk id="7" creationId="{A70B437B-CDB8-0FB3-74F5-53BF36EE298A}"/>
          </ac:spMkLst>
        </pc:spChg>
        <pc:spChg chg="mod">
          <ac:chgData name="Amaro, Sandra" userId="6bedbfcc-5e0a-4e18-b9b0-c8ab328504b9" providerId="ADAL" clId="{062BA417-29A1-43B6-8A26-14A0CCF37D8E}" dt="2024-01-10T19:09:01.104" v="6665" actId="207"/>
          <ac:spMkLst>
            <pc:docMk/>
            <pc:sldMk cId="2598724795" sldId="2089"/>
            <ac:spMk id="8" creationId="{27213F92-DA20-FBAD-D643-1BB4AC918D32}"/>
          </ac:spMkLst>
        </pc:spChg>
        <pc:spChg chg="mod">
          <ac:chgData name="Amaro, Sandra" userId="6bedbfcc-5e0a-4e18-b9b0-c8ab328504b9" providerId="ADAL" clId="{062BA417-29A1-43B6-8A26-14A0CCF37D8E}" dt="2024-01-10T19:09:11.944" v="6669" actId="20577"/>
          <ac:spMkLst>
            <pc:docMk/>
            <pc:sldMk cId="2598724795" sldId="2089"/>
            <ac:spMk id="9" creationId="{EA7B1CBB-4386-2EF9-73AA-BF6A6E33AC87}"/>
          </ac:spMkLst>
        </pc:spChg>
        <pc:spChg chg="mod">
          <ac:chgData name="Amaro, Sandra" userId="6bedbfcc-5e0a-4e18-b9b0-c8ab328504b9" providerId="ADAL" clId="{062BA417-29A1-43B6-8A26-14A0CCF37D8E}" dt="2024-01-10T19:09:09.667" v="6668" actId="207"/>
          <ac:spMkLst>
            <pc:docMk/>
            <pc:sldMk cId="2598724795" sldId="2089"/>
            <ac:spMk id="10" creationId="{875E09BD-4353-A397-9DA9-0B971C8727C1}"/>
          </ac:spMkLst>
        </pc:spChg>
        <pc:spChg chg="mod">
          <ac:chgData name="Amaro, Sandra" userId="6bedbfcc-5e0a-4e18-b9b0-c8ab328504b9" providerId="ADAL" clId="{062BA417-29A1-43B6-8A26-14A0CCF37D8E}" dt="2024-01-10T19:09:15.725" v="6670" actId="207"/>
          <ac:spMkLst>
            <pc:docMk/>
            <pc:sldMk cId="2598724795" sldId="2089"/>
            <ac:spMk id="11" creationId="{86D33C58-D19A-57DF-8857-9C935D0CFF52}"/>
          </ac:spMkLst>
        </pc:spChg>
        <pc:spChg chg="mod">
          <ac:chgData name="Amaro, Sandra" userId="6bedbfcc-5e0a-4e18-b9b0-c8ab328504b9" providerId="ADAL" clId="{062BA417-29A1-43B6-8A26-14A0CCF37D8E}" dt="2024-01-11T00:14:23.901" v="8667" actId="20577"/>
          <ac:spMkLst>
            <pc:docMk/>
            <pc:sldMk cId="2598724795" sldId="2089"/>
            <ac:spMk id="13" creationId="{E156181E-E88E-3D4B-0F3B-8868BB25A174}"/>
          </ac:spMkLst>
        </pc:spChg>
        <pc:spChg chg="mod">
          <ac:chgData name="Amaro, Sandra" userId="6bedbfcc-5e0a-4e18-b9b0-c8ab328504b9" providerId="ADAL" clId="{062BA417-29A1-43B6-8A26-14A0CCF37D8E}" dt="2024-01-10T23:35:59.167" v="8228" actId="20577"/>
          <ac:spMkLst>
            <pc:docMk/>
            <pc:sldMk cId="2598724795" sldId="2089"/>
            <ac:spMk id="14" creationId="{C4F3D312-B080-26FB-5826-79F9749A97B3}"/>
          </ac:spMkLst>
        </pc:spChg>
        <pc:spChg chg="mod">
          <ac:chgData name="Amaro, Sandra" userId="6bedbfcc-5e0a-4e18-b9b0-c8ab328504b9" providerId="ADAL" clId="{062BA417-29A1-43B6-8A26-14A0CCF37D8E}" dt="2024-01-11T00:14:44.129" v="8668" actId="255"/>
          <ac:spMkLst>
            <pc:docMk/>
            <pc:sldMk cId="2598724795" sldId="2089"/>
            <ac:spMk id="15" creationId="{7BEE767F-63B0-133A-6489-AF7DFBC8D475}"/>
          </ac:spMkLst>
        </pc:spChg>
        <pc:grpChg chg="add del mod">
          <ac:chgData name="Amaro, Sandra" userId="6bedbfcc-5e0a-4e18-b9b0-c8ab328504b9" providerId="ADAL" clId="{062BA417-29A1-43B6-8A26-14A0CCF37D8E}" dt="2024-01-10T23:05:03.985" v="6862" actId="478"/>
          <ac:grpSpMkLst>
            <pc:docMk/>
            <pc:sldMk cId="2598724795" sldId="2089"/>
            <ac:grpSpMk id="4" creationId="{BF4688FC-5F73-7A92-07BA-BDD1A57999AE}"/>
          </ac:grpSpMkLst>
        </pc:grpChg>
        <pc:picChg chg="del mod">
          <ac:chgData name="Amaro, Sandra" userId="6bedbfcc-5e0a-4e18-b9b0-c8ab328504b9" providerId="ADAL" clId="{062BA417-29A1-43B6-8A26-14A0CCF37D8E}" dt="2024-01-10T23:29:22.574" v="7717" actId="478"/>
          <ac:picMkLst>
            <pc:docMk/>
            <pc:sldMk cId="2598724795" sldId="2089"/>
            <ac:picMk id="17" creationId="{9CD0D717-B6AB-14BA-2375-9D470FC9EB1E}"/>
          </ac:picMkLst>
        </pc:picChg>
      </pc:sldChg>
    </pc:docChg>
  </pc:docChgLst>
  <pc:docChgLst>
    <pc:chgData name="Almeida, Luis Alexandre" userId="5df86c4b-e2b3-489b-9c00-1eef9e703c19" providerId="ADAL" clId="{6317FE42-41DF-4909-86F0-CF1C57A15125}"/>
    <pc:docChg chg="custSel addSld delSld modSld">
      <pc:chgData name="Almeida, Luis Alexandre" userId="5df86c4b-e2b3-489b-9c00-1eef9e703c19" providerId="ADAL" clId="{6317FE42-41DF-4909-86F0-CF1C57A15125}" dt="2024-05-08T09:32:40.135" v="143" actId="2056"/>
      <pc:docMkLst>
        <pc:docMk/>
      </pc:docMkLst>
      <pc:sldChg chg="addSp delSp modSp mod addCm modCm">
        <pc:chgData name="Almeida, Luis Alexandre" userId="5df86c4b-e2b3-489b-9c00-1eef9e703c19" providerId="ADAL" clId="{6317FE42-41DF-4909-86F0-CF1C57A15125}" dt="2024-05-08T09:32:40.135" v="143" actId="2056"/>
        <pc:sldMkLst>
          <pc:docMk/>
          <pc:sldMk cId="3872909856" sldId="1852"/>
        </pc:sldMkLst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4" creationId="{251981E8-9036-F41C-899B-902E54C8E9F0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5" creationId="{8C04675B-497B-AB1D-E3C6-2508E3DCE83E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6" creationId="{4689C3B9-CE47-F878-EC09-6446D3A10448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7" creationId="{5C4CC2A1-D5E4-D358-0385-E67E3F0F0D48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8" creationId="{65E8D863-653B-7816-8642-9D3881C42F13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0" creationId="{20B4DB45-EF95-5019-337C-C0E8D0F6B3F1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2" creationId="{3E32A6AF-7D53-2C93-2DAD-12DF23B16BED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3" creationId="{58AF970C-2E89-EF22-0FE1-3F130FA373F1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5" creationId="{E7BC637E-E1A7-B969-F294-0AE3BE25A3A0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6" creationId="{FEB9EDC4-F74B-E676-8F3B-37512C90BB6C}"/>
          </ac:spMkLst>
        </pc:spChg>
        <pc:spChg chg="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7" creationId="{858B30DE-BBF8-3C45-D93F-B71854D0DFFE}"/>
          </ac:spMkLst>
        </pc:spChg>
        <pc:spChg chg="mod">
          <ac:chgData name="Almeida, Luis Alexandre" userId="5df86c4b-e2b3-489b-9c00-1eef9e703c19" providerId="ADAL" clId="{6317FE42-41DF-4909-86F0-CF1C57A15125}" dt="2024-05-07T22:29:07.063" v="39" actId="552"/>
          <ac:spMkLst>
            <pc:docMk/>
            <pc:sldMk cId="3872909856" sldId="1852"/>
            <ac:spMk id="66" creationId="{AC3DCB16-45C5-F268-91E6-5D127CD80096}"/>
          </ac:spMkLst>
        </pc:spChg>
        <pc:spChg chg="mod">
          <ac:chgData name="Almeida, Luis Alexandre" userId="5df86c4b-e2b3-489b-9c00-1eef9e703c19" providerId="ADAL" clId="{6317FE42-41DF-4909-86F0-CF1C57A15125}" dt="2024-05-07T22:28:37.591" v="20" actId="1035"/>
          <ac:spMkLst>
            <pc:docMk/>
            <pc:sldMk cId="3872909856" sldId="1852"/>
            <ac:spMk id="76" creationId="{64EB60C5-089F-10C4-3057-7C814B5DE57A}"/>
          </ac:spMkLst>
        </pc:spChg>
        <pc:spChg chg="mod">
          <ac:chgData name="Almeida, Luis Alexandre" userId="5df86c4b-e2b3-489b-9c00-1eef9e703c19" providerId="ADAL" clId="{6317FE42-41DF-4909-86F0-CF1C57A15125}" dt="2024-05-07T22:28:37.591" v="20" actId="1035"/>
          <ac:spMkLst>
            <pc:docMk/>
            <pc:sldMk cId="3872909856" sldId="1852"/>
            <ac:spMk id="77" creationId="{E8BF0D64-3FD3-6E0A-4C5B-7D43F58410AA}"/>
          </ac:spMkLst>
        </pc:spChg>
        <pc:spChg chg="mod">
          <ac:chgData name="Almeida, Luis Alexandre" userId="5df86c4b-e2b3-489b-9c00-1eef9e703c19" providerId="ADAL" clId="{6317FE42-41DF-4909-86F0-CF1C57A15125}" dt="2024-05-07T22:28:37.591" v="20" actId="1035"/>
          <ac:spMkLst>
            <pc:docMk/>
            <pc:sldMk cId="3872909856" sldId="1852"/>
            <ac:spMk id="78" creationId="{18161F6D-1FC4-97C4-8AFE-6C57C8757CF0}"/>
          </ac:spMkLst>
        </pc:spChg>
        <pc:spChg chg="mod">
          <ac:chgData name="Almeida, Luis Alexandre" userId="5df86c4b-e2b3-489b-9c00-1eef9e703c19" providerId="ADAL" clId="{6317FE42-41DF-4909-86F0-CF1C57A15125}" dt="2024-05-07T22:28:52.242" v="38" actId="1035"/>
          <ac:spMkLst>
            <pc:docMk/>
            <pc:sldMk cId="3872909856" sldId="1852"/>
            <ac:spMk id="79" creationId="{6CE4A161-8734-5ECF-9099-9C984AE5CFFD}"/>
          </ac:spMkLst>
        </pc:spChg>
        <pc:spChg chg="mod">
          <ac:chgData name="Almeida, Luis Alexandre" userId="5df86c4b-e2b3-489b-9c00-1eef9e703c19" providerId="ADAL" clId="{6317FE42-41DF-4909-86F0-CF1C57A15125}" dt="2024-05-07T22:29:07.063" v="39" actId="552"/>
          <ac:spMkLst>
            <pc:docMk/>
            <pc:sldMk cId="3872909856" sldId="1852"/>
            <ac:spMk id="80" creationId="{5CE89F14-908A-A8D9-C9EB-56065DD6760E}"/>
          </ac:spMkLst>
        </pc:spChg>
        <pc:spChg chg="mod">
          <ac:chgData name="Almeida, Luis Alexandre" userId="5df86c4b-e2b3-489b-9c00-1eef9e703c19" providerId="ADAL" clId="{6317FE42-41DF-4909-86F0-CF1C57A15125}" dt="2024-05-07T22:28:52.242" v="38" actId="1035"/>
          <ac:spMkLst>
            <pc:docMk/>
            <pc:sldMk cId="3872909856" sldId="1852"/>
            <ac:spMk id="81" creationId="{15C1837B-8E8F-E4C9-77BA-57FCE46787CB}"/>
          </ac:spMkLst>
        </pc:spChg>
        <pc:spChg chg="mod topLvl">
          <ac:chgData name="Almeida, Luis Alexandre" userId="5df86c4b-e2b3-489b-9c00-1eef9e703c19" providerId="ADAL" clId="{6317FE42-41DF-4909-86F0-CF1C57A15125}" dt="2024-05-07T22:34:51.462" v="127" actId="164"/>
          <ac:spMkLst>
            <pc:docMk/>
            <pc:sldMk cId="3872909856" sldId="1852"/>
            <ac:spMk id="108" creationId="{E7B69E0E-A961-5B5A-E667-D4EB6CF28EDE}"/>
          </ac:spMkLst>
        </pc:spChg>
        <pc:spChg chg="add 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30" creationId="{3AD84D04-A802-4665-3F00-93985EC8834C}"/>
          </ac:spMkLst>
        </pc:spChg>
        <pc:spChg chg="add mod">
          <ac:chgData name="Almeida, Luis Alexandre" userId="5df86c4b-e2b3-489b-9c00-1eef9e703c19" providerId="ADAL" clId="{6317FE42-41DF-4909-86F0-CF1C57A15125}" dt="2024-05-07T22:34:12.615" v="122" actId="1038"/>
          <ac:spMkLst>
            <pc:docMk/>
            <pc:sldMk cId="3872909856" sldId="1852"/>
            <ac:spMk id="131" creationId="{4E1FE1AA-5324-EAA7-37BC-926E74FB7687}"/>
          </ac:spMkLst>
        </pc:spChg>
        <pc:grpChg chg="add del mod">
          <ac:chgData name="Almeida, Luis Alexandre" userId="5df86c4b-e2b3-489b-9c00-1eef9e703c19" providerId="ADAL" clId="{6317FE42-41DF-4909-86F0-CF1C57A15125}" dt="2024-05-07T22:34:38.620" v="125" actId="165"/>
          <ac:grpSpMkLst>
            <pc:docMk/>
            <pc:sldMk cId="3872909856" sldId="1852"/>
            <ac:grpSpMk id="132" creationId="{D5B99874-EEC0-13B1-FAAE-03D5EED063F7}"/>
          </ac:grpSpMkLst>
        </pc:grpChg>
        <pc:grpChg chg="add mod ord">
          <ac:chgData name="Almeida, Luis Alexandre" userId="5df86c4b-e2b3-489b-9c00-1eef9e703c19" providerId="ADAL" clId="{6317FE42-41DF-4909-86F0-CF1C57A15125}" dt="2024-05-07T22:34:55.188" v="128" actId="166"/>
          <ac:grpSpMkLst>
            <pc:docMk/>
            <pc:sldMk cId="3872909856" sldId="1852"/>
            <ac:grpSpMk id="133" creationId="{D8191F6C-6D5E-BC73-7FCD-DA84DD723412}"/>
          </ac:grpSpMkLst>
        </pc:grpChg>
        <pc:cxnChg chg="mod">
          <ac:chgData name="Almeida, Luis Alexandre" userId="5df86c4b-e2b3-489b-9c00-1eef9e703c19" providerId="ADAL" clId="{6317FE42-41DF-4909-86F0-CF1C57A15125}" dt="2024-05-07T22:29:07.063" v="39" actId="552"/>
          <ac:cxnSpMkLst>
            <pc:docMk/>
            <pc:sldMk cId="3872909856" sldId="1852"/>
            <ac:cxnSpMk id="54" creationId="{DF04281C-A2AA-0387-650F-4B530939E28C}"/>
          </ac:cxnSpMkLst>
        </pc:cxnChg>
        <pc:cxnChg chg="mod topLvl">
          <ac:chgData name="Almeida, Luis Alexandre" userId="5df86c4b-e2b3-489b-9c00-1eef9e703c19" providerId="ADAL" clId="{6317FE42-41DF-4909-86F0-CF1C57A15125}" dt="2024-05-07T22:34:51.462" v="127" actId="164"/>
          <ac:cxnSpMkLst>
            <pc:docMk/>
            <pc:sldMk cId="3872909856" sldId="1852"/>
            <ac:cxnSpMk id="107" creationId="{C52FB05B-7EB6-3CDC-21C9-CB6B6393D3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Almeida, Luis Alexandre" userId="5df86c4b-e2b3-489b-9c00-1eef9e703c19" providerId="ADAL" clId="{6317FE42-41DF-4909-86F0-CF1C57A15125}" dt="2024-05-08T09:32:40.135" v="143" actId="2056"/>
              <pc2:cmMkLst xmlns:pc2="http://schemas.microsoft.com/office/powerpoint/2019/9/main/command">
                <pc:docMk/>
                <pc:sldMk cId="3872909856" sldId="1852"/>
                <pc2:cmMk id="{29F86608-161C-4D8F-8781-5879EBD99472}"/>
              </pc2:cmMkLst>
            </pc226:cmChg>
          </p:ext>
        </pc:extLst>
      </pc:sldChg>
      <pc:sldChg chg="modSp mod">
        <pc:chgData name="Almeida, Luis Alexandre" userId="5df86c4b-e2b3-489b-9c00-1eef9e703c19" providerId="ADAL" clId="{6317FE42-41DF-4909-86F0-CF1C57A15125}" dt="2024-05-07T22:45:07.754" v="140" actId="20577"/>
        <pc:sldMkLst>
          <pc:docMk/>
          <pc:sldMk cId="3893251981" sldId="2090"/>
        </pc:sldMkLst>
        <pc:spChg chg="mod">
          <ac:chgData name="Almeida, Luis Alexandre" userId="5df86c4b-e2b3-489b-9c00-1eef9e703c19" providerId="ADAL" clId="{6317FE42-41DF-4909-86F0-CF1C57A15125}" dt="2024-05-07T22:45:07.754" v="140" actId="20577"/>
          <ac:spMkLst>
            <pc:docMk/>
            <pc:sldMk cId="3893251981" sldId="2090"/>
            <ac:spMk id="26" creationId="{CB906A21-E55C-5CFD-6E2D-850373047390}"/>
          </ac:spMkLst>
        </pc:spChg>
      </pc:sldChg>
      <pc:sldChg chg="addSp delSp modSp add mod">
        <pc:chgData name="Almeida, Luis Alexandre" userId="5df86c4b-e2b3-489b-9c00-1eef9e703c19" providerId="ADAL" clId="{6317FE42-41DF-4909-86F0-CF1C57A15125}" dt="2024-05-07T22:46:42.393" v="142" actId="20577"/>
        <pc:sldMkLst>
          <pc:docMk/>
          <pc:sldMk cId="2621558847" sldId="2093"/>
        </pc:sldMkLst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5" creationId="{E9BF2D29-1C11-9C0A-DF06-FF84AF325F2B}"/>
          </ac:spMkLst>
        </pc:spChg>
        <pc:spChg chg="del">
          <ac:chgData name="Almeida, Luis Alexandre" userId="5df86c4b-e2b3-489b-9c00-1eef9e703c19" providerId="ADAL" clId="{6317FE42-41DF-4909-86F0-CF1C57A15125}" dt="2024-05-07T22:37:57.869" v="131" actId="478"/>
          <ac:spMkLst>
            <pc:docMk/>
            <pc:sldMk cId="2621558847" sldId="2093"/>
            <ac:spMk id="6" creationId="{922446F2-A86B-E132-4850-62BC91641DE9}"/>
          </ac:spMkLst>
        </pc:spChg>
        <pc:spChg chg="del">
          <ac:chgData name="Almeida, Luis Alexandre" userId="5df86c4b-e2b3-489b-9c00-1eef9e703c19" providerId="ADAL" clId="{6317FE42-41DF-4909-86F0-CF1C57A15125}" dt="2024-05-07T22:37:57.869" v="131" actId="478"/>
          <ac:spMkLst>
            <pc:docMk/>
            <pc:sldMk cId="2621558847" sldId="2093"/>
            <ac:spMk id="7" creationId="{E1DC46C9-A26E-2F6F-66E2-D9E0D9E5FDC4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8" creationId="{CFCD22C9-7A06-20B0-72D9-D8AC9816D244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9" creationId="{E145FE36-85EB-CC8F-821C-980245B06137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0" creationId="{EA73F302-11BF-8DEA-0486-818AE5F308AF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1" creationId="{6E50F355-9858-4F99-E8C1-A122A99D0C43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2" creationId="{EFDE1545-5047-CDC5-C15C-931B1A3097E8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3" creationId="{02B86368-CE5D-A291-ECE6-EEACE3F87C0B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4" creationId="{37925BF2-96B3-AA2A-61A4-F88296813484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5" creationId="{AE39E6EA-5FF3-EA74-6E1F-F4227BCE6DE0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6" creationId="{B8AB28A3-187D-6363-9D56-EAAC53110DA5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7" creationId="{E1841F26-CC92-B97C-F898-0A98629F417A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8" creationId="{CC98A92D-5BC5-38E4-95F5-7DD43D0C5F15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19" creationId="{E4ACBDA0-7149-4EA7-B289-7900CC1F7CDD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22" creationId="{DC84F715-55B6-6D71-3045-10EAA1362AA8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23" creationId="{38FE83D8-2BC8-80ED-A9BB-EC36459B4C77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24" creationId="{563971F0-9818-BF0E-A4D5-2CDA15844173}"/>
          </ac:spMkLst>
        </pc:spChg>
        <pc:spChg chg="add del mod">
          <ac:chgData name="Almeida, Luis Alexandre" userId="5df86c4b-e2b3-489b-9c00-1eef9e703c19" providerId="ADAL" clId="{6317FE42-41DF-4909-86F0-CF1C57A15125}" dt="2024-05-07T22:38:45.672" v="135" actId="478"/>
          <ac:spMkLst>
            <pc:docMk/>
            <pc:sldMk cId="2621558847" sldId="2093"/>
            <ac:spMk id="25" creationId="{142CF3EA-5D55-17B4-776F-8B1F493EA9F5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27" creationId="{AF032C38-F273-9BA9-5B09-E5F60A8CCF62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28" creationId="{4A7DDA01-D2C4-AFB1-5D5B-F7BD51D1EBD5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29" creationId="{48F0DA85-955E-4452-7B0D-F52B834D3BC2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0" creationId="{CCF5AC05-A6A2-1FB2-C40B-10F35F929148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1" creationId="{D2A92B64-A7F9-2698-1B42-A9F1A7D5D451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2" creationId="{A48CC5DD-23F8-5A55-E14B-49EAD87ECD20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3" creationId="{B490981B-3049-BE5E-B04C-6EE4521E5F78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4" creationId="{4626B948-EC94-DAF1-1A39-4B3B76EF2B21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5" creationId="{16EB12EB-C9C8-0E1B-FAA9-7C185D4FBB8A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6" creationId="{56DF05D8-AA15-628E-F101-7EC345D44CF6}"/>
          </ac:spMkLst>
        </pc:spChg>
        <pc:spChg chg="add mod">
          <ac:chgData name="Almeida, Luis Alexandre" userId="5df86c4b-e2b3-489b-9c00-1eef9e703c19" providerId="ADAL" clId="{6317FE42-41DF-4909-86F0-CF1C57A15125}" dt="2024-05-07T22:46:42.393" v="142" actId="20577"/>
          <ac:spMkLst>
            <pc:docMk/>
            <pc:sldMk cId="2621558847" sldId="2093"/>
            <ac:spMk id="37" creationId="{0EE7091C-ED0C-B20E-0A0F-D9DBDA78300C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8" creationId="{F2165A8A-E324-5CFB-E21A-A1F810CD05CB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39" creationId="{355C7755-E536-C65B-432F-76A0C77DCCBF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42" creationId="{1481CAA2-87BA-963E-43FA-73A9DF4CFB3F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43" creationId="{13A2F7AC-3052-80A9-4F00-EE710178248B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44" creationId="{80AC9796-0F4B-08F9-7647-E41009CE3FB2}"/>
          </ac:spMkLst>
        </pc:spChg>
        <pc:spChg chg="add mod">
          <ac:chgData name="Almeida, Luis Alexandre" userId="5df86c4b-e2b3-489b-9c00-1eef9e703c19" providerId="ADAL" clId="{6317FE42-41DF-4909-86F0-CF1C57A15125}" dt="2024-05-07T22:38:51.348" v="136"/>
          <ac:spMkLst>
            <pc:docMk/>
            <pc:sldMk cId="2621558847" sldId="2093"/>
            <ac:spMk id="45" creationId="{603A5A3C-E89D-EFC9-E7DC-415764751CFE}"/>
          </ac:spMkLst>
        </pc:spChg>
        <pc:spChg chg="add mod">
          <ac:chgData name="Almeida, Luis Alexandre" userId="5df86c4b-e2b3-489b-9c00-1eef9e703c19" providerId="ADAL" clId="{6317FE42-41DF-4909-86F0-CF1C57A15125}" dt="2024-05-07T22:41:03.509" v="139" actId="20577"/>
          <ac:spMkLst>
            <pc:docMk/>
            <pc:sldMk cId="2621558847" sldId="2093"/>
            <ac:spMk id="47" creationId="{B52A37B8-3895-3EA7-F4BC-79591678CF50}"/>
          </ac:spMkLst>
        </pc:spChg>
        <pc:spChg chg="add mod">
          <ac:chgData name="Almeida, Luis Alexandre" userId="5df86c4b-e2b3-489b-9c00-1eef9e703c19" providerId="ADAL" clId="{6317FE42-41DF-4909-86F0-CF1C57A15125}" dt="2024-05-07T22:40:49.095" v="138" actId="1076"/>
          <ac:spMkLst>
            <pc:docMk/>
            <pc:sldMk cId="2621558847" sldId="2093"/>
            <ac:spMk id="48" creationId="{2400CC03-FD83-8281-AC79-84CEC2D10D7B}"/>
          </ac:spMkLst>
        </pc:spChg>
        <pc:spChg chg="add mod">
          <ac:chgData name="Almeida, Luis Alexandre" userId="5df86c4b-e2b3-489b-9c00-1eef9e703c19" providerId="ADAL" clId="{6317FE42-41DF-4909-86F0-CF1C57A15125}" dt="2024-05-07T22:40:49.095" v="138" actId="1076"/>
          <ac:spMkLst>
            <pc:docMk/>
            <pc:sldMk cId="2621558847" sldId="2093"/>
            <ac:spMk id="49" creationId="{E5F2B77B-152D-8386-CF55-952B2005288B}"/>
          </ac:spMkLst>
        </pc:spChg>
        <pc:spChg chg="add mod">
          <ac:chgData name="Almeida, Luis Alexandre" userId="5df86c4b-e2b3-489b-9c00-1eef9e703c19" providerId="ADAL" clId="{6317FE42-41DF-4909-86F0-CF1C57A15125}" dt="2024-05-07T22:40:49.095" v="138" actId="1076"/>
          <ac:spMkLst>
            <pc:docMk/>
            <pc:sldMk cId="2621558847" sldId="2093"/>
            <ac:spMk id="50" creationId="{BB9576E7-F30E-4DF2-3931-619BC72461C7}"/>
          </ac:spMkLst>
        </pc:spChg>
        <pc:picChg chg="add del mod">
          <ac:chgData name="Almeida, Luis Alexandre" userId="5df86c4b-e2b3-489b-9c00-1eef9e703c19" providerId="ADAL" clId="{6317FE42-41DF-4909-86F0-CF1C57A15125}" dt="2024-05-07T22:38:45.672" v="135" actId="478"/>
          <ac:picMkLst>
            <pc:docMk/>
            <pc:sldMk cId="2621558847" sldId="2093"/>
            <ac:picMk id="20" creationId="{39FAFFC9-9567-66EE-1643-DF214CDAE4D9}"/>
          </ac:picMkLst>
        </pc:picChg>
        <pc:picChg chg="add del mod">
          <ac:chgData name="Almeida, Luis Alexandre" userId="5df86c4b-e2b3-489b-9c00-1eef9e703c19" providerId="ADAL" clId="{6317FE42-41DF-4909-86F0-CF1C57A15125}" dt="2024-05-07T22:38:45.672" v="135" actId="478"/>
          <ac:picMkLst>
            <pc:docMk/>
            <pc:sldMk cId="2621558847" sldId="2093"/>
            <ac:picMk id="21" creationId="{6BA8D728-595D-E201-5A95-EEBB21F75DC3}"/>
          </ac:picMkLst>
        </pc:picChg>
        <pc:picChg chg="add del mod">
          <ac:chgData name="Almeida, Luis Alexandre" userId="5df86c4b-e2b3-489b-9c00-1eef9e703c19" providerId="ADAL" clId="{6317FE42-41DF-4909-86F0-CF1C57A15125}" dt="2024-05-07T22:38:45.672" v="135" actId="478"/>
          <ac:picMkLst>
            <pc:docMk/>
            <pc:sldMk cId="2621558847" sldId="2093"/>
            <ac:picMk id="26" creationId="{B4629D68-6EE6-E718-1124-5D2ECD8DFA11}"/>
          </ac:picMkLst>
        </pc:picChg>
        <pc:picChg chg="add mod">
          <ac:chgData name="Almeida, Luis Alexandre" userId="5df86c4b-e2b3-489b-9c00-1eef9e703c19" providerId="ADAL" clId="{6317FE42-41DF-4909-86F0-CF1C57A15125}" dt="2024-05-07T22:38:51.348" v="136"/>
          <ac:picMkLst>
            <pc:docMk/>
            <pc:sldMk cId="2621558847" sldId="2093"/>
            <ac:picMk id="40" creationId="{E4C9A58A-5D90-7E24-2637-F20B79066580}"/>
          </ac:picMkLst>
        </pc:picChg>
        <pc:picChg chg="add mod">
          <ac:chgData name="Almeida, Luis Alexandre" userId="5df86c4b-e2b3-489b-9c00-1eef9e703c19" providerId="ADAL" clId="{6317FE42-41DF-4909-86F0-CF1C57A15125}" dt="2024-05-07T22:38:51.348" v="136"/>
          <ac:picMkLst>
            <pc:docMk/>
            <pc:sldMk cId="2621558847" sldId="2093"/>
            <ac:picMk id="41" creationId="{C7D3449C-DE08-A81B-2959-A869B7564B15}"/>
          </ac:picMkLst>
        </pc:picChg>
        <pc:picChg chg="add mod">
          <ac:chgData name="Almeida, Luis Alexandre" userId="5df86c4b-e2b3-489b-9c00-1eef9e703c19" providerId="ADAL" clId="{6317FE42-41DF-4909-86F0-CF1C57A15125}" dt="2024-05-07T22:38:51.348" v="136"/>
          <ac:picMkLst>
            <pc:docMk/>
            <pc:sldMk cId="2621558847" sldId="2093"/>
            <ac:picMk id="46" creationId="{CA29BE8D-E23D-709C-1FDA-0D7C6B005102}"/>
          </ac:picMkLst>
        </pc:picChg>
        <pc:picChg chg="add mod">
          <ac:chgData name="Almeida, Luis Alexandre" userId="5df86c4b-e2b3-489b-9c00-1eef9e703c19" providerId="ADAL" clId="{6317FE42-41DF-4909-86F0-CF1C57A15125}" dt="2024-05-07T22:40:49.095" v="138" actId="1076"/>
          <ac:picMkLst>
            <pc:docMk/>
            <pc:sldMk cId="2621558847" sldId="2093"/>
            <ac:picMk id="51" creationId="{3E8DB4CC-C2BF-68F9-E16A-8D06D5C750B0}"/>
          </ac:picMkLst>
        </pc:picChg>
      </pc:sldChg>
      <pc:sldChg chg="add del">
        <pc:chgData name="Almeida, Luis Alexandre" userId="5df86c4b-e2b3-489b-9c00-1eef9e703c19" providerId="ADAL" clId="{6317FE42-41DF-4909-86F0-CF1C57A15125}" dt="2024-05-07T22:38:05.274" v="133" actId="2696"/>
        <pc:sldMkLst>
          <pc:docMk/>
          <pc:sldMk cId="299047886" sldId="2094"/>
        </pc:sldMkLst>
      </pc:sldChg>
    </pc:docChg>
  </pc:docChgLst>
  <pc:docChgLst>
    <pc:chgData name="Almeida, Luis Alexandre" userId="5df86c4b-e2b3-489b-9c00-1eef9e703c19" providerId="ADAL" clId="{D8E511C5-0012-4776-B916-19534FA6578E}"/>
    <pc:docChg chg="modSld">
      <pc:chgData name="Almeida, Luis Alexandre" userId="5df86c4b-e2b3-489b-9c00-1eef9e703c19" providerId="ADAL" clId="{D8E511C5-0012-4776-B916-19534FA6578E}" dt="2024-01-05T09:44:59.376" v="6" actId="20577"/>
      <pc:docMkLst>
        <pc:docMk/>
      </pc:docMkLst>
      <pc:sldChg chg="modSp mod">
        <pc:chgData name="Almeida, Luis Alexandre" userId="5df86c4b-e2b3-489b-9c00-1eef9e703c19" providerId="ADAL" clId="{D8E511C5-0012-4776-B916-19534FA6578E}" dt="2024-01-05T09:44:59.376" v="6" actId="20577"/>
        <pc:sldMkLst>
          <pc:docMk/>
          <pc:sldMk cId="2712972558" sldId="2066"/>
        </pc:sldMkLst>
        <pc:spChg chg="mod">
          <ac:chgData name="Almeida, Luis Alexandre" userId="5df86c4b-e2b3-489b-9c00-1eef9e703c19" providerId="ADAL" clId="{D8E511C5-0012-4776-B916-19534FA6578E}" dt="2024-01-05T09:44:59.376" v="6" actId="20577"/>
          <ac:spMkLst>
            <pc:docMk/>
            <pc:sldMk cId="2712972558" sldId="2066"/>
            <ac:spMk id="4" creationId="{45C33579-BF5D-D0EE-01D6-8601AD21177A}"/>
          </ac:spMkLst>
        </pc:spChg>
      </pc:sldChg>
    </pc:docChg>
  </pc:docChgLst>
  <pc:docChgLst>
    <pc:chgData name="Amaro, Sandra" userId="6bedbfcc-5e0a-4e18-b9b0-c8ab328504b9" providerId="ADAL" clId="{B08708CE-2DEB-4425-BD37-AE3E737A244F}"/>
    <pc:docChg chg="undo redo custSel addSld delSld modSld">
      <pc:chgData name="Amaro, Sandra" userId="6bedbfcc-5e0a-4e18-b9b0-c8ab328504b9" providerId="ADAL" clId="{B08708CE-2DEB-4425-BD37-AE3E737A244F}" dt="2024-07-19T08:44:22.995" v="3662" actId="165"/>
      <pc:docMkLst>
        <pc:docMk/>
      </pc:docMkLst>
      <pc:sldChg chg="addSp delSp modSp mod modCm">
        <pc:chgData name="Amaro, Sandra" userId="6bedbfcc-5e0a-4e18-b9b0-c8ab328504b9" providerId="ADAL" clId="{B08708CE-2DEB-4425-BD37-AE3E737A244F}" dt="2024-07-19T08:44:22.995" v="3662" actId="165"/>
        <pc:sldMkLst>
          <pc:docMk/>
          <pc:sldMk cId="3872909856" sldId="1852"/>
        </pc:sldMkLst>
        <pc:spChg chg="mod">
          <ac:chgData name="Amaro, Sandra" userId="6bedbfcc-5e0a-4e18-b9b0-c8ab328504b9" providerId="ADAL" clId="{B08708CE-2DEB-4425-BD37-AE3E737A244F}" dt="2024-07-19T08:44:18.148" v="3661" actId="1076"/>
          <ac:spMkLst>
            <pc:docMk/>
            <pc:sldMk cId="3872909856" sldId="1852"/>
            <ac:spMk id="3" creationId="{7B0BD29A-B660-42E8-9E7A-885EBFF129D6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4" creationId="{251981E8-9036-F41C-899B-902E54C8E9F0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" creationId="{8C04675B-497B-AB1D-E3C6-2508E3DCE83E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" creationId="{4689C3B9-CE47-F878-EC09-6446D3A10448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" creationId="{5C4CC2A1-D5E4-D358-0385-E67E3F0F0D48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" creationId="{65E8D863-653B-7816-8642-9D3881C42F13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" creationId="{30A84F0F-362F-0A91-A2F1-5229E31FF36A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0" creationId="{20B4DB45-EF95-5019-337C-C0E8D0F6B3F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2" creationId="{3E32A6AF-7D53-2C93-2DAD-12DF23B16BED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3" creationId="{58AF970C-2E89-EF22-0FE1-3F130FA373F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5" creationId="{E7BC637E-E1A7-B969-F294-0AE3BE25A3A0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6" creationId="{FEB9EDC4-F74B-E676-8F3B-37512C90BB6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7" creationId="{858B30DE-BBF8-3C45-D93F-B71854D0DFFE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3" creationId="{E1C198D0-BC5A-2D49-78C4-6C64482D6E38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4" creationId="{6412C85D-1A01-B20D-B6CA-0D218783280B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5" creationId="{62F1B143-36EC-2F65-2725-699FF705869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6" creationId="{2D3F4EDA-69D6-D131-5083-818B0263CC11}"/>
          </ac:spMkLst>
        </pc:spChg>
        <pc:spChg chg="mod or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7" creationId="{5EE90DB7-0E06-41A2-675A-45B1ACB06E85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8" creationId="{1FADC920-FF11-483D-0747-2946E521AB8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29" creationId="{752D3AAE-0C69-7897-21E2-B18B1629186B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0" creationId="{F8C13810-7DE6-5E49-3C70-4DEF263FCBEB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1" creationId="{13E5E132-9FA4-FD36-049D-EEA66772BCA7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2" creationId="{5B11A4B2-57B4-4E4E-0CA7-0550274ACE4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3" creationId="{F0932F51-13C0-9FA3-3FB0-EAEB3DA59CC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4" creationId="{2BC97965-FA01-B53B-3A28-8F77F4E68409}"/>
          </ac:spMkLst>
        </pc:spChg>
        <pc:spChg chg="add del mod">
          <ac:chgData name="Amaro, Sandra" userId="6bedbfcc-5e0a-4e18-b9b0-c8ab328504b9" providerId="ADAL" clId="{B08708CE-2DEB-4425-BD37-AE3E737A244F}" dt="2024-05-07T22:19:07.848" v="2169" actId="478"/>
          <ac:spMkLst>
            <pc:docMk/>
            <pc:sldMk cId="3872909856" sldId="1852"/>
            <ac:spMk id="36" creationId="{A91209F2-17A3-A2CF-B5BD-05FD1C18CB4C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37" creationId="{9E7C90FB-2AA1-7BE9-0BC7-503AF7265835}"/>
          </ac:spMkLst>
        </pc:spChg>
        <pc:spChg chg="add del mod">
          <ac:chgData name="Amaro, Sandra" userId="6bedbfcc-5e0a-4e18-b9b0-c8ab328504b9" providerId="ADAL" clId="{B08708CE-2DEB-4425-BD37-AE3E737A244F}" dt="2024-05-07T21:54:11.427" v="1309" actId="21"/>
          <ac:spMkLst>
            <pc:docMk/>
            <pc:sldMk cId="3872909856" sldId="1852"/>
            <ac:spMk id="38" creationId="{05A3572E-E0F7-F8C1-1557-EB2EF14F6362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47" creationId="{0CFB11D0-6FA6-7F08-9772-A1BB94771465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48" creationId="{9EB4BAC8-44C2-E059-96E1-537E36BFE05E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49" creationId="{1123FF63-B460-B41D-7213-A1CB2BF5FCB8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0" creationId="{8BA7BB47-0E28-18BC-2EBA-94B7BE42F6C9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1" creationId="{AA75C1C1-0E51-49D6-C333-8750705C1E7A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2" creationId="{0A4E4A93-2165-C231-463A-723B986E85F4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7" creationId="{8ADF9706-836B-5056-F145-AA761E2721D5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8" creationId="{6ECCD86F-4774-49E2-9959-82B78987570A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59" creationId="{2E9F2DD8-4848-7A5D-10E4-4437AB120F16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0" creationId="{B0AA7A96-20AC-D4F8-22CF-F7CA0B48360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1" creationId="{0C1F0AAB-976A-8301-97B5-BCC603A8BC4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2" creationId="{99A2C7A7-0A3E-4308-1538-4711B4A277FF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3" creationId="{27455C6A-9A76-E7CB-6A90-DA11EF0CA2A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4" creationId="{DE30BC78-7934-E44C-6AED-5E45B3D42ECD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5" creationId="{86EF58F0-CD23-7FA7-F018-DA226F8EDC86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6" creationId="{AC3DCB16-45C5-F268-91E6-5D127CD80096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7" creationId="{7B6AC55C-1CEC-F635-8D66-092C32EF3ED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8" creationId="{F44C2627-23CE-E303-2CDC-BDB095C10E67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69" creationId="{ED195E12-19C9-2003-3705-1E79B881551F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0" creationId="{DD758238-BC08-CCCF-0ED2-CC2531D0FA42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1" creationId="{3746B476-5B67-45F5-6511-21EA5F124680}"/>
          </ac:spMkLst>
        </pc:spChg>
        <pc:spChg chg="mod or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2" creationId="{9801037B-BAD7-D0E3-1F0F-8CBFC092FF61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3" creationId="{7C2B5DD4-B772-6CDD-2EF3-7D5AE0A7DF9F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4" creationId="{7BD4E60A-A9A1-227C-8F45-61B6C0EBDD02}"/>
          </ac:spMkLst>
        </pc:spChg>
        <pc:spChg chg="mod or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5" creationId="{0FC2F70E-A170-6AEE-C985-E33273F5EEB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6" creationId="{64EB60C5-089F-10C4-3057-7C814B5DE57A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7" creationId="{E8BF0D64-3FD3-6E0A-4C5B-7D43F58410AA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8" creationId="{18161F6D-1FC4-97C4-8AFE-6C57C8757CF0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79" creationId="{6CE4A161-8734-5ECF-9099-9C984AE5CFFD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0" creationId="{5CE89F14-908A-A8D9-C9EB-56065DD6760E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1" creationId="{15C1837B-8E8F-E4C9-77BA-57FCE46787CB}"/>
          </ac:spMkLst>
        </pc:spChg>
        <pc:spChg chg="mod">
          <ac:chgData name="Amaro, Sandra" userId="6bedbfcc-5e0a-4e18-b9b0-c8ab328504b9" providerId="ADAL" clId="{B08708CE-2DEB-4425-BD37-AE3E737A244F}" dt="2024-05-07T22:26:42.255" v="2356" actId="20577"/>
          <ac:spMkLst>
            <pc:docMk/>
            <pc:sldMk cId="3872909856" sldId="1852"/>
            <ac:spMk id="82" creationId="{D06F35EF-CDA3-4D60-909F-097C53F0A21F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3" creationId="{2D3C407C-C9CE-08FE-C248-3BBAF01945D8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4" creationId="{D57B4164-C278-E1DD-0011-96E3CE820D6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5" creationId="{18C619BC-5AF2-B8E3-866C-5AB103B892C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6" creationId="{AA0F7D3C-A447-BC94-D61C-4996BD42321D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7" creationId="{A68C0038-2B2A-E1F5-30EC-1FA3521A9468}"/>
          </ac:spMkLst>
        </pc:spChg>
        <pc:spChg chg="mod or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8" creationId="{85714170-2C2C-812C-A597-FEAD5821DBDB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89" creationId="{A1A7979A-8038-5FDB-7304-DC2AE44BA3A7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0" creationId="{1B40BC9D-9BCD-76ED-9382-C76A9C2DADD3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1" creationId="{6A1CC8E5-B81D-84DE-847D-B8652B9B924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2" creationId="{21409BFC-DEC7-E874-1FBD-969D71883B36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3" creationId="{2BA26D04-AC4E-B2D9-890A-10622C138E89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4" creationId="{1DEB05B1-DA11-F0ED-6D7B-96803E010ABB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5" creationId="{60BFA8FD-8EC2-463A-FFAA-A383A8F396F3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96" creationId="{5C2E5E11-CAE5-38FD-9406-6B3138408597}"/>
          </ac:spMkLst>
        </pc:spChg>
        <pc:spChg chg="del">
          <ac:chgData name="Amaro, Sandra" userId="6bedbfcc-5e0a-4e18-b9b0-c8ab328504b9" providerId="ADAL" clId="{B08708CE-2DEB-4425-BD37-AE3E737A244F}" dt="2024-05-07T22:19:09.439" v="2170" actId="478"/>
          <ac:spMkLst>
            <pc:docMk/>
            <pc:sldMk cId="3872909856" sldId="1852"/>
            <ac:spMk id="97" creationId="{BB222E3F-22DE-797E-5198-6C003444F43A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03" creationId="{3F6CF52D-72BC-9B7A-1FA5-F8771F669315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08" creationId="{E7B69E0E-A961-5B5A-E667-D4EB6CF28EDE}"/>
          </ac:spMkLst>
        </pc:spChg>
        <pc:spChg chg="add 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09" creationId="{617B5603-B7E1-2BBE-FACE-E5BCE858D14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30" creationId="{3AD84D04-A802-4665-3F00-93985EC8834C}"/>
          </ac:spMkLst>
        </pc:spChg>
        <pc:spChg chg="mod topLvl">
          <ac:chgData name="Amaro, Sandra" userId="6bedbfcc-5e0a-4e18-b9b0-c8ab328504b9" providerId="ADAL" clId="{B08708CE-2DEB-4425-BD37-AE3E737A244F}" dt="2024-07-19T08:44:22.995" v="3662" actId="165"/>
          <ac:spMkLst>
            <pc:docMk/>
            <pc:sldMk cId="3872909856" sldId="1852"/>
            <ac:spMk id="131" creationId="{4E1FE1AA-5324-EAA7-37BC-926E74FB7687}"/>
          </ac:spMkLst>
        </pc:spChg>
        <pc:grpChg chg="del">
          <ac:chgData name="Amaro, Sandra" userId="6bedbfcc-5e0a-4e18-b9b0-c8ab328504b9" providerId="ADAL" clId="{B08708CE-2DEB-4425-BD37-AE3E737A244F}" dt="2024-07-19T08:44:22.995" v="3662" actId="165"/>
          <ac:grpSpMkLst>
            <pc:docMk/>
            <pc:sldMk cId="3872909856" sldId="1852"/>
            <ac:grpSpMk id="11" creationId="{97C8E341-8F55-43AB-092D-C24F7EA62BAD}"/>
          </ac:grpSpMkLst>
        </pc:grpChg>
        <pc:grpChg chg="del">
          <ac:chgData name="Amaro, Sandra" userId="6bedbfcc-5e0a-4e18-b9b0-c8ab328504b9" providerId="ADAL" clId="{B08708CE-2DEB-4425-BD37-AE3E737A244F}" dt="2024-05-07T18:14:04.375" v="279" actId="165"/>
          <ac:grpSpMkLst>
            <pc:docMk/>
            <pc:sldMk cId="3872909856" sldId="1852"/>
            <ac:grpSpMk id="18" creationId="{658C00AE-9FE7-A62D-B2CA-EEC6B64925A9}"/>
          </ac:grpSpMkLst>
        </pc:grpChg>
        <pc:grpChg chg="add del mod">
          <ac:chgData name="Amaro, Sandra" userId="6bedbfcc-5e0a-4e18-b9b0-c8ab328504b9" providerId="ADAL" clId="{B08708CE-2DEB-4425-BD37-AE3E737A244F}" dt="2024-05-07T22:22:41.792" v="2188" actId="165"/>
          <ac:grpSpMkLst>
            <pc:docMk/>
            <pc:sldMk cId="3872909856" sldId="1852"/>
            <ac:grpSpMk id="106" creationId="{E3540013-7535-6878-EF9F-BF7388851F96}"/>
          </ac:grpSpMkLst>
        </pc:grpChg>
        <pc:grpChg chg="mod topLvl">
          <ac:chgData name="Amaro, Sandra" userId="6bedbfcc-5e0a-4e18-b9b0-c8ab328504b9" providerId="ADAL" clId="{B08708CE-2DEB-4425-BD37-AE3E737A244F}" dt="2024-07-19T08:44:22.995" v="3662" actId="165"/>
          <ac:grpSpMkLst>
            <pc:docMk/>
            <pc:sldMk cId="3872909856" sldId="1852"/>
            <ac:grpSpMk id="133" creationId="{D8191F6C-6D5E-BC73-7FCD-DA84DD723412}"/>
          </ac:grpSpMkLst>
        </pc:grpChg>
        <pc:cxnChg chg="add del mod">
          <ac:chgData name="Amaro, Sandra" userId="6bedbfcc-5e0a-4e18-b9b0-c8ab328504b9" providerId="ADAL" clId="{B08708CE-2DEB-4425-BD37-AE3E737A244F}" dt="2024-05-07T22:11:56.398" v="2033" actId="478"/>
          <ac:cxnSpMkLst>
            <pc:docMk/>
            <pc:sldMk cId="3872909856" sldId="1852"/>
            <ac:cxnSpMk id="14" creationId="{98A678A3-3A60-441B-8ADF-B6C24DE49A09}"/>
          </ac:cxnSpMkLst>
        </pc:cxnChg>
        <pc:cxnChg chg="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19" creationId="{998EBEDE-D9C2-C525-53B3-52B389062CD9}"/>
          </ac:cxnSpMkLst>
        </pc:cxnChg>
        <pc:cxnChg chg="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20" creationId="{93465FC6-F3E0-C056-6155-F59865BEE050}"/>
          </ac:cxnSpMkLst>
        </pc:cxnChg>
        <pc:cxnChg chg="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21" creationId="{F697BA84-8E10-1AB9-4D32-F7095EBAEC7F}"/>
          </ac:cxnSpMkLst>
        </pc:cxnChg>
        <pc:cxnChg chg="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22" creationId="{01A8CE36-C438-B411-D69A-FEB5AF0827BC}"/>
          </ac:cxnSpMkLst>
        </pc:cxnChg>
        <pc:cxnChg chg="add del mod">
          <ac:chgData name="Amaro, Sandra" userId="6bedbfcc-5e0a-4e18-b9b0-c8ab328504b9" providerId="ADAL" clId="{B08708CE-2DEB-4425-BD37-AE3E737A244F}" dt="2024-05-07T22:11:13.278" v="2018" actId="478"/>
          <ac:cxnSpMkLst>
            <pc:docMk/>
            <pc:sldMk cId="3872909856" sldId="1852"/>
            <ac:cxnSpMk id="35" creationId="{0BEDEF2B-A87A-CBAD-B152-855AB1443CDA}"/>
          </ac:cxnSpMkLst>
        </pc:cxnChg>
        <pc:cxnChg chg="add del mod">
          <ac:chgData name="Amaro, Sandra" userId="6bedbfcc-5e0a-4e18-b9b0-c8ab328504b9" providerId="ADAL" clId="{B08708CE-2DEB-4425-BD37-AE3E737A244F}" dt="2024-05-07T22:11:59.952" v="2034" actId="478"/>
          <ac:cxnSpMkLst>
            <pc:docMk/>
            <pc:sldMk cId="3872909856" sldId="1852"/>
            <ac:cxnSpMk id="39" creationId="{91073218-9BF5-CCFF-3FCA-05B974897DD3}"/>
          </ac:cxnSpMkLst>
        </pc:cxnChg>
        <pc:cxnChg chg="add del mod">
          <ac:chgData name="Amaro, Sandra" userId="6bedbfcc-5e0a-4e18-b9b0-c8ab328504b9" providerId="ADAL" clId="{B08708CE-2DEB-4425-BD37-AE3E737A244F}" dt="2024-05-07T22:12:06.101" v="2036" actId="478"/>
          <ac:cxnSpMkLst>
            <pc:docMk/>
            <pc:sldMk cId="3872909856" sldId="1852"/>
            <ac:cxnSpMk id="40" creationId="{4F64DC60-6DF2-7F94-0A7F-3F1D965F1FBF}"/>
          </ac:cxnSpMkLst>
        </pc:cxnChg>
        <pc:cxnChg chg="add del mod">
          <ac:chgData name="Amaro, Sandra" userId="6bedbfcc-5e0a-4e18-b9b0-c8ab328504b9" providerId="ADAL" clId="{B08708CE-2DEB-4425-BD37-AE3E737A244F}" dt="2024-05-07T22:12:09.070" v="2037" actId="478"/>
          <ac:cxnSpMkLst>
            <pc:docMk/>
            <pc:sldMk cId="3872909856" sldId="1852"/>
            <ac:cxnSpMk id="41" creationId="{F64C9992-4C3F-BB4D-5AFC-292A7EE74326}"/>
          </ac:cxnSpMkLst>
        </pc:cxnChg>
        <pc:cxnChg chg="add del mod">
          <ac:chgData name="Amaro, Sandra" userId="6bedbfcc-5e0a-4e18-b9b0-c8ab328504b9" providerId="ADAL" clId="{B08708CE-2DEB-4425-BD37-AE3E737A244F}" dt="2024-05-07T22:12:12.239" v="2038" actId="478"/>
          <ac:cxnSpMkLst>
            <pc:docMk/>
            <pc:sldMk cId="3872909856" sldId="1852"/>
            <ac:cxnSpMk id="42" creationId="{7493CD60-ADBC-2358-EEFB-A62CA7B0D4A1}"/>
          </ac:cxnSpMkLst>
        </pc:cxnChg>
        <pc:cxnChg chg="add del mod">
          <ac:chgData name="Amaro, Sandra" userId="6bedbfcc-5e0a-4e18-b9b0-c8ab328504b9" providerId="ADAL" clId="{B08708CE-2DEB-4425-BD37-AE3E737A244F}" dt="2024-05-07T22:11:54.155" v="2032" actId="478"/>
          <ac:cxnSpMkLst>
            <pc:docMk/>
            <pc:sldMk cId="3872909856" sldId="1852"/>
            <ac:cxnSpMk id="43" creationId="{362D59B2-8F53-9651-5830-DBD973CA5DC1}"/>
          </ac:cxnSpMkLst>
        </pc:cxnChg>
        <pc:cxnChg chg="add del mod">
          <ac:chgData name="Amaro, Sandra" userId="6bedbfcc-5e0a-4e18-b9b0-c8ab328504b9" providerId="ADAL" clId="{B08708CE-2DEB-4425-BD37-AE3E737A244F}" dt="2024-05-07T22:22:53.317" v="2190" actId="478"/>
          <ac:cxnSpMkLst>
            <pc:docMk/>
            <pc:sldMk cId="3872909856" sldId="1852"/>
            <ac:cxnSpMk id="44" creationId="{1B0EF868-0E44-6777-CC39-FD3CCCA180E9}"/>
          </ac:cxnSpMkLst>
        </pc:cxnChg>
        <pc:cxnChg chg="add mod or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45" creationId="{6702B3C8-F426-5EEB-104E-E2B6353A023E}"/>
          </ac:cxnSpMkLst>
        </pc:cxnChg>
        <pc:cxnChg chg="add del mod">
          <ac:chgData name="Amaro, Sandra" userId="6bedbfcc-5e0a-4e18-b9b0-c8ab328504b9" providerId="ADAL" clId="{B08708CE-2DEB-4425-BD37-AE3E737A244F}" dt="2024-05-07T22:12:03.487" v="2035" actId="478"/>
          <ac:cxnSpMkLst>
            <pc:docMk/>
            <pc:sldMk cId="3872909856" sldId="1852"/>
            <ac:cxnSpMk id="46" creationId="{C2F0F447-FED4-FE5B-B4EA-03B81011E9C5}"/>
          </ac:cxnSpMkLst>
        </pc:cxnChg>
        <pc:cxnChg chg="add 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54" creationId="{DF04281C-A2AA-0387-650F-4B530939E28C}"/>
          </ac:cxnSpMkLst>
        </pc:cxnChg>
        <pc:cxnChg chg="add 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104" creationId="{12B764EA-AACA-3211-339E-E192D2A0FFF3}"/>
          </ac:cxnSpMkLst>
        </pc:cxnChg>
        <pc:cxnChg chg="mod topLvl">
          <ac:chgData name="Amaro, Sandra" userId="6bedbfcc-5e0a-4e18-b9b0-c8ab328504b9" providerId="ADAL" clId="{B08708CE-2DEB-4425-BD37-AE3E737A244F}" dt="2024-07-19T08:44:22.995" v="3662" actId="165"/>
          <ac:cxnSpMkLst>
            <pc:docMk/>
            <pc:sldMk cId="3872909856" sldId="1852"/>
            <ac:cxnSpMk id="107" creationId="{C52FB05B-7EB6-3CDC-21C9-CB6B6393D3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maro, Sandra" userId="6bedbfcc-5e0a-4e18-b9b0-c8ab328504b9" providerId="ADAL" clId="{B08708CE-2DEB-4425-BD37-AE3E737A244F}" dt="2024-05-08T10:10:12.036" v="3659" actId="2056"/>
              <pc2:cmMkLst xmlns:pc2="http://schemas.microsoft.com/office/powerpoint/2019/9/main/command">
                <pc:docMk/>
                <pc:sldMk cId="3872909856" sldId="1852"/>
                <pc2:cmMk id="{29F86608-161C-4D8F-8781-5879EBD99472}"/>
              </pc2:cmMkLst>
              <pc226:cmRplyChg chg="add">
                <pc226:chgData name="Amaro, Sandra" userId="6bedbfcc-5e0a-4e18-b9b0-c8ab328504b9" providerId="ADAL" clId="{B08708CE-2DEB-4425-BD37-AE3E737A244F}" dt="2024-05-07T23:12:48.037" v="3658"/>
                <pc2:cmRplyMkLst xmlns:pc2="http://schemas.microsoft.com/office/powerpoint/2019/9/main/command">
                  <pc:docMk/>
                  <pc:sldMk cId="3872909856" sldId="1852"/>
                  <pc2:cmMk id="{29F86608-161C-4D8F-8781-5879EBD99472}"/>
                  <pc2:cmRplyMk id="{DCE6AF7A-A875-4A63-849D-A833F868796F}"/>
                </pc2:cmRplyMkLst>
              </pc226:cmRplyChg>
            </pc226:cmChg>
          </p:ext>
        </pc:extLst>
      </pc:sldChg>
      <pc:sldChg chg="delSp mod">
        <pc:chgData name="Amaro, Sandra" userId="6bedbfcc-5e0a-4e18-b9b0-c8ab328504b9" providerId="ADAL" clId="{B08708CE-2DEB-4425-BD37-AE3E737A244F}" dt="2024-05-07T22:30:27.884" v="2381" actId="478"/>
        <pc:sldMkLst>
          <pc:docMk/>
          <pc:sldMk cId="1652888622" sldId="1853"/>
        </pc:sldMkLst>
        <pc:spChg chg="del">
          <ac:chgData name="Amaro, Sandra" userId="6bedbfcc-5e0a-4e18-b9b0-c8ab328504b9" providerId="ADAL" clId="{B08708CE-2DEB-4425-BD37-AE3E737A244F}" dt="2024-05-07T22:30:27.884" v="2381" actId="478"/>
          <ac:spMkLst>
            <pc:docMk/>
            <pc:sldMk cId="1652888622" sldId="1853"/>
            <ac:spMk id="115" creationId="{803C3948-BFD4-A84B-722A-A876BA09BFE5}"/>
          </ac:spMkLst>
        </pc:spChg>
      </pc:sldChg>
      <pc:sldChg chg="addSp modSp del mod">
        <pc:chgData name="Amaro, Sandra" userId="6bedbfcc-5e0a-4e18-b9b0-c8ab328504b9" providerId="ADAL" clId="{B08708CE-2DEB-4425-BD37-AE3E737A244F}" dt="2024-05-07T22:57:13.911" v="3329" actId="47"/>
        <pc:sldMkLst>
          <pc:docMk/>
          <pc:sldMk cId="1034765064" sldId="1854"/>
        </pc:sldMkLst>
        <pc:spChg chg="add mod">
          <ac:chgData name="Amaro, Sandra" userId="6bedbfcc-5e0a-4e18-b9b0-c8ab328504b9" providerId="ADAL" clId="{B08708CE-2DEB-4425-BD37-AE3E737A244F}" dt="2024-05-07T18:39:00.080" v="1177" actId="20577"/>
          <ac:spMkLst>
            <pc:docMk/>
            <pc:sldMk cId="1034765064" sldId="1854"/>
            <ac:spMk id="5" creationId="{5DC2CCEF-9ED3-E170-8039-8FC52F2F1E07}"/>
          </ac:spMkLst>
        </pc:spChg>
        <pc:spChg chg="add mod">
          <ac:chgData name="Amaro, Sandra" userId="6bedbfcc-5e0a-4e18-b9b0-c8ab328504b9" providerId="ADAL" clId="{B08708CE-2DEB-4425-BD37-AE3E737A244F}" dt="2024-05-07T22:46:49.515" v="2869" actId="1076"/>
          <ac:spMkLst>
            <pc:docMk/>
            <pc:sldMk cId="1034765064" sldId="1854"/>
            <ac:spMk id="6" creationId="{922446F2-A86B-E132-4850-62BC91641DE9}"/>
          </ac:spMkLst>
        </pc:spChg>
      </pc:sldChg>
      <pc:sldChg chg="delSp modSp mod">
        <pc:chgData name="Amaro, Sandra" userId="6bedbfcc-5e0a-4e18-b9b0-c8ab328504b9" providerId="ADAL" clId="{B08708CE-2DEB-4425-BD37-AE3E737A244F}" dt="2024-05-07T22:30:46.729" v="2398" actId="6549"/>
        <pc:sldMkLst>
          <pc:docMk/>
          <pc:sldMk cId="3555018831" sldId="2085"/>
        </pc:sldMkLst>
        <pc:spChg chg="mod">
          <ac:chgData name="Amaro, Sandra" userId="6bedbfcc-5e0a-4e18-b9b0-c8ab328504b9" providerId="ADAL" clId="{B08708CE-2DEB-4425-BD37-AE3E737A244F}" dt="2024-05-07T22:30:46.729" v="2398" actId="6549"/>
          <ac:spMkLst>
            <pc:docMk/>
            <pc:sldMk cId="3555018831" sldId="2085"/>
            <ac:spMk id="3" creationId="{CEF6D394-DAEF-6E08-B759-F73EBDC61727}"/>
          </ac:spMkLst>
        </pc:spChg>
        <pc:spChg chg="mod">
          <ac:chgData name="Amaro, Sandra" userId="6bedbfcc-5e0a-4e18-b9b0-c8ab328504b9" providerId="ADAL" clId="{B08708CE-2DEB-4425-BD37-AE3E737A244F}" dt="2024-05-07T18:12:49.483" v="253" actId="6549"/>
          <ac:spMkLst>
            <pc:docMk/>
            <pc:sldMk cId="3555018831" sldId="2085"/>
            <ac:spMk id="26" creationId="{DB66FB71-D849-A4CC-354D-332939C1C554}"/>
          </ac:spMkLst>
        </pc:spChg>
        <pc:spChg chg="del">
          <ac:chgData name="Amaro, Sandra" userId="6bedbfcc-5e0a-4e18-b9b0-c8ab328504b9" providerId="ADAL" clId="{B08708CE-2DEB-4425-BD37-AE3E737A244F}" dt="2024-05-07T21:52:06.281" v="1178" actId="478"/>
          <ac:spMkLst>
            <pc:docMk/>
            <pc:sldMk cId="3555018831" sldId="2085"/>
            <ac:spMk id="169" creationId="{2F268484-3BB7-BF9F-A113-C9E751ECB355}"/>
          </ac:spMkLst>
        </pc:spChg>
      </pc:sldChg>
      <pc:sldChg chg="delSp modSp mod">
        <pc:chgData name="Amaro, Sandra" userId="6bedbfcc-5e0a-4e18-b9b0-c8ab328504b9" providerId="ADAL" clId="{B08708CE-2DEB-4425-BD37-AE3E737A244F}" dt="2024-05-07T21:52:48.977" v="1180" actId="478"/>
        <pc:sldMkLst>
          <pc:docMk/>
          <pc:sldMk cId="1086649321" sldId="2086"/>
        </pc:sldMkLst>
        <pc:spChg chg="mod">
          <ac:chgData name="Amaro, Sandra" userId="6bedbfcc-5e0a-4e18-b9b0-c8ab328504b9" providerId="ADAL" clId="{B08708CE-2DEB-4425-BD37-AE3E737A244F}" dt="2024-05-07T21:52:34.699" v="1179" actId="255"/>
          <ac:spMkLst>
            <pc:docMk/>
            <pc:sldMk cId="1086649321" sldId="2086"/>
            <ac:spMk id="3" creationId="{3E5D765C-774B-4EE7-8C6D-AE64B09A9B64}"/>
          </ac:spMkLst>
        </pc:spChg>
        <pc:spChg chg="del">
          <ac:chgData name="Amaro, Sandra" userId="6bedbfcc-5e0a-4e18-b9b0-c8ab328504b9" providerId="ADAL" clId="{B08708CE-2DEB-4425-BD37-AE3E737A244F}" dt="2024-05-07T08:44:22.158" v="0" actId="478"/>
          <ac:spMkLst>
            <pc:docMk/>
            <pc:sldMk cId="1086649321" sldId="2086"/>
            <ac:spMk id="250" creationId="{EBFD7066-FEB4-1202-4342-54DFD6F359F2}"/>
          </ac:spMkLst>
        </pc:spChg>
        <pc:spChg chg="del">
          <ac:chgData name="Amaro, Sandra" userId="6bedbfcc-5e0a-4e18-b9b0-c8ab328504b9" providerId="ADAL" clId="{B08708CE-2DEB-4425-BD37-AE3E737A244F}" dt="2024-05-07T08:44:22.158" v="0" actId="478"/>
          <ac:spMkLst>
            <pc:docMk/>
            <pc:sldMk cId="1086649321" sldId="2086"/>
            <ac:spMk id="254" creationId="{F526885C-2E1A-2E44-4154-179DE28DD02F}"/>
          </ac:spMkLst>
        </pc:spChg>
        <pc:spChg chg="del">
          <ac:chgData name="Amaro, Sandra" userId="6bedbfcc-5e0a-4e18-b9b0-c8ab328504b9" providerId="ADAL" clId="{B08708CE-2DEB-4425-BD37-AE3E737A244F}" dt="2024-05-07T08:44:22.158" v="0" actId="478"/>
          <ac:spMkLst>
            <pc:docMk/>
            <pc:sldMk cId="1086649321" sldId="2086"/>
            <ac:spMk id="288" creationId="{0474A270-1F52-2F6D-98F9-381B2EB7BACB}"/>
          </ac:spMkLst>
        </pc:spChg>
        <pc:spChg chg="del">
          <ac:chgData name="Amaro, Sandra" userId="6bedbfcc-5e0a-4e18-b9b0-c8ab328504b9" providerId="ADAL" clId="{B08708CE-2DEB-4425-BD37-AE3E737A244F}" dt="2024-05-07T08:44:32.912" v="1" actId="478"/>
          <ac:spMkLst>
            <pc:docMk/>
            <pc:sldMk cId="1086649321" sldId="2086"/>
            <ac:spMk id="293" creationId="{9D9BECFD-F82A-CC70-2ECB-AFA53A118CB2}"/>
          </ac:spMkLst>
        </pc:spChg>
        <pc:spChg chg="del">
          <ac:chgData name="Amaro, Sandra" userId="6bedbfcc-5e0a-4e18-b9b0-c8ab328504b9" providerId="ADAL" clId="{B08708CE-2DEB-4425-BD37-AE3E737A244F}" dt="2024-05-07T08:44:32.912" v="1" actId="478"/>
          <ac:spMkLst>
            <pc:docMk/>
            <pc:sldMk cId="1086649321" sldId="2086"/>
            <ac:spMk id="294" creationId="{88C7D1FA-3BCF-4B28-731D-D839F2A7C373}"/>
          </ac:spMkLst>
        </pc:spChg>
        <pc:spChg chg="del">
          <ac:chgData name="Amaro, Sandra" userId="6bedbfcc-5e0a-4e18-b9b0-c8ab328504b9" providerId="ADAL" clId="{B08708CE-2DEB-4425-BD37-AE3E737A244F}" dt="2024-05-07T08:44:22.158" v="0" actId="478"/>
          <ac:spMkLst>
            <pc:docMk/>
            <pc:sldMk cId="1086649321" sldId="2086"/>
            <ac:spMk id="295" creationId="{A73543A3-8AC7-3875-5B4A-E6C03691CEAD}"/>
          </ac:spMkLst>
        </pc:spChg>
        <pc:spChg chg="mod">
          <ac:chgData name="Amaro, Sandra" userId="6bedbfcc-5e0a-4e18-b9b0-c8ab328504b9" providerId="ADAL" clId="{B08708CE-2DEB-4425-BD37-AE3E737A244F}" dt="2024-05-07T18:12:55.255" v="254" actId="6549"/>
          <ac:spMkLst>
            <pc:docMk/>
            <pc:sldMk cId="1086649321" sldId="2086"/>
            <ac:spMk id="301" creationId="{AB980F06-A069-1530-E123-E2F4FE590BBB}"/>
          </ac:spMkLst>
        </pc:spChg>
        <pc:spChg chg="del">
          <ac:chgData name="Amaro, Sandra" userId="6bedbfcc-5e0a-4e18-b9b0-c8ab328504b9" providerId="ADAL" clId="{B08708CE-2DEB-4425-BD37-AE3E737A244F}" dt="2024-05-07T08:44:22.158" v="0" actId="478"/>
          <ac:spMkLst>
            <pc:docMk/>
            <pc:sldMk cId="1086649321" sldId="2086"/>
            <ac:spMk id="303" creationId="{708F3F91-3EFB-B8A2-E252-C6236A0FB7A2}"/>
          </ac:spMkLst>
        </pc:spChg>
        <pc:spChg chg="del">
          <ac:chgData name="Amaro, Sandra" userId="6bedbfcc-5e0a-4e18-b9b0-c8ab328504b9" providerId="ADAL" clId="{B08708CE-2DEB-4425-BD37-AE3E737A244F}" dt="2024-05-07T21:52:48.977" v="1180" actId="478"/>
          <ac:spMkLst>
            <pc:docMk/>
            <pc:sldMk cId="1086649321" sldId="2086"/>
            <ac:spMk id="304" creationId="{D9BA6F4C-9421-A04C-DD47-49AA43E3D06F}"/>
          </ac:spMkLst>
        </pc:spChg>
        <pc:cxnChg chg="del">
          <ac:chgData name="Amaro, Sandra" userId="6bedbfcc-5e0a-4e18-b9b0-c8ab328504b9" providerId="ADAL" clId="{B08708CE-2DEB-4425-BD37-AE3E737A244F}" dt="2024-05-07T08:44:32.912" v="1" actId="478"/>
          <ac:cxnSpMkLst>
            <pc:docMk/>
            <pc:sldMk cId="1086649321" sldId="2086"/>
            <ac:cxnSpMk id="296" creationId="{85C13E25-338C-60C2-969D-12B3C224C05E}"/>
          </ac:cxnSpMkLst>
        </pc:cxnChg>
        <pc:cxnChg chg="del">
          <ac:chgData name="Amaro, Sandra" userId="6bedbfcc-5e0a-4e18-b9b0-c8ab328504b9" providerId="ADAL" clId="{B08708CE-2DEB-4425-BD37-AE3E737A244F}" dt="2024-05-07T08:44:32.912" v="1" actId="478"/>
          <ac:cxnSpMkLst>
            <pc:docMk/>
            <pc:sldMk cId="1086649321" sldId="2086"/>
            <ac:cxnSpMk id="297" creationId="{5288F998-7646-1601-5A31-1186F4449CF9}"/>
          </ac:cxnSpMkLst>
        </pc:cxnChg>
        <pc:cxnChg chg="del">
          <ac:chgData name="Amaro, Sandra" userId="6bedbfcc-5e0a-4e18-b9b0-c8ab328504b9" providerId="ADAL" clId="{B08708CE-2DEB-4425-BD37-AE3E737A244F}" dt="2024-05-07T08:44:22.158" v="0" actId="478"/>
          <ac:cxnSpMkLst>
            <pc:docMk/>
            <pc:sldMk cId="1086649321" sldId="2086"/>
            <ac:cxnSpMk id="298" creationId="{7F6908F4-9A16-5B51-24FA-F84FDBF3F788}"/>
          </ac:cxnSpMkLst>
        </pc:cxnChg>
      </pc:sldChg>
      <pc:sldChg chg="delSp modSp mod">
        <pc:chgData name="Amaro, Sandra" userId="6bedbfcc-5e0a-4e18-b9b0-c8ab328504b9" providerId="ADAL" clId="{B08708CE-2DEB-4425-BD37-AE3E737A244F}" dt="2024-05-07T22:29:44.471" v="2380" actId="478"/>
        <pc:sldMkLst>
          <pc:docMk/>
          <pc:sldMk cId="2587956276" sldId="2091"/>
        </pc:sldMkLst>
        <pc:spChg chg="mod">
          <ac:chgData name="Amaro, Sandra" userId="6bedbfcc-5e0a-4e18-b9b0-c8ab328504b9" providerId="ADAL" clId="{B08708CE-2DEB-4425-BD37-AE3E737A244F}" dt="2024-05-07T22:27:50.935" v="2375" actId="20577"/>
          <ac:spMkLst>
            <pc:docMk/>
            <pc:sldMk cId="2587956276" sldId="2091"/>
            <ac:spMk id="82" creationId="{D06F35EF-CDA3-4D60-909F-097C53F0A21F}"/>
          </ac:spMkLst>
        </pc:spChg>
        <pc:spChg chg="del">
          <ac:chgData name="Amaro, Sandra" userId="6bedbfcc-5e0a-4e18-b9b0-c8ab328504b9" providerId="ADAL" clId="{B08708CE-2DEB-4425-BD37-AE3E737A244F}" dt="2024-05-07T22:29:44.471" v="2380" actId="478"/>
          <ac:spMkLst>
            <pc:docMk/>
            <pc:sldMk cId="2587956276" sldId="2091"/>
            <ac:spMk id="97" creationId="{BB222E3F-22DE-797E-5198-6C003444F43A}"/>
          </ac:spMkLst>
        </pc:spChg>
      </pc:sldChg>
      <pc:sldChg chg="addSp delSp modSp add del mod">
        <pc:chgData name="Amaro, Sandra" userId="6bedbfcc-5e0a-4e18-b9b0-c8ab328504b9" providerId="ADAL" clId="{B08708CE-2DEB-4425-BD37-AE3E737A244F}" dt="2024-05-07T22:42:42.727" v="2661" actId="47"/>
        <pc:sldMkLst>
          <pc:docMk/>
          <pc:sldMk cId="2651831999" sldId="2092"/>
        </pc:sldMkLst>
        <pc:spChg chg="mod">
          <ac:chgData name="Amaro, Sandra" userId="6bedbfcc-5e0a-4e18-b9b0-c8ab328504b9" providerId="ADAL" clId="{B08708CE-2DEB-4425-BD37-AE3E737A244F}" dt="2024-05-07T22:38:09.517" v="2535" actId="20577"/>
          <ac:spMkLst>
            <pc:docMk/>
            <pc:sldMk cId="2651831999" sldId="2092"/>
            <ac:spMk id="3" creationId="{95FF1D6F-B638-4D73-92D1-4472234BADD9}"/>
          </ac:spMkLst>
        </pc:spChg>
        <pc:spChg chg="del">
          <ac:chgData name="Amaro, Sandra" userId="6bedbfcc-5e0a-4e18-b9b0-c8ab328504b9" providerId="ADAL" clId="{B08708CE-2DEB-4425-BD37-AE3E737A244F}" dt="2024-05-07T22:37:44.292" v="2495" actId="478"/>
          <ac:spMkLst>
            <pc:docMk/>
            <pc:sldMk cId="2651831999" sldId="2092"/>
            <ac:spMk id="5" creationId="{5DC2CCEF-9ED3-E170-8039-8FC52F2F1E07}"/>
          </ac:spMkLst>
        </pc:spChg>
        <pc:spChg chg="mod topLvl">
          <ac:chgData name="Amaro, Sandra" userId="6bedbfcc-5e0a-4e18-b9b0-c8ab328504b9" providerId="ADAL" clId="{B08708CE-2DEB-4425-BD37-AE3E737A244F}" dt="2024-05-07T22:38:26.626" v="2536" actId="14100"/>
          <ac:spMkLst>
            <pc:docMk/>
            <pc:sldMk cId="2651831999" sldId="2092"/>
            <ac:spMk id="6" creationId="{922446F2-A86B-E132-4850-62BC91641DE9}"/>
          </ac:spMkLst>
        </pc:spChg>
        <pc:spChg chg="add mod topLvl">
          <ac:chgData name="Amaro, Sandra" userId="6bedbfcc-5e0a-4e18-b9b0-c8ab328504b9" providerId="ADAL" clId="{B08708CE-2DEB-4425-BD37-AE3E737A244F}" dt="2024-05-07T22:37:38.093" v="2494" actId="165"/>
          <ac:spMkLst>
            <pc:docMk/>
            <pc:sldMk cId="2651831999" sldId="2092"/>
            <ac:spMk id="7" creationId="{E1DC46C9-A26E-2F6F-66E2-D9E0D9E5FDC4}"/>
          </ac:spMkLst>
        </pc:spChg>
        <pc:spChg chg="add mod">
          <ac:chgData name="Amaro, Sandra" userId="6bedbfcc-5e0a-4e18-b9b0-c8ab328504b9" providerId="ADAL" clId="{B08708CE-2DEB-4425-BD37-AE3E737A244F}" dt="2024-05-07T22:37:12.786" v="2489" actId="571"/>
          <ac:spMkLst>
            <pc:docMk/>
            <pc:sldMk cId="2651831999" sldId="2092"/>
            <ac:spMk id="8" creationId="{77FA11EB-5B0C-3D2B-BD93-D0764EFF21B1}"/>
          </ac:spMkLst>
        </pc:spChg>
        <pc:spChg chg="add mod">
          <ac:chgData name="Amaro, Sandra" userId="6bedbfcc-5e0a-4e18-b9b0-c8ab328504b9" providerId="ADAL" clId="{B08708CE-2DEB-4425-BD37-AE3E737A244F}" dt="2024-05-07T22:37:12.786" v="2489" actId="571"/>
          <ac:spMkLst>
            <pc:docMk/>
            <pc:sldMk cId="2651831999" sldId="2092"/>
            <ac:spMk id="9" creationId="{721840D3-7DF4-45E2-11DC-9DF4EF47B0CF}"/>
          </ac:spMkLst>
        </pc:spChg>
        <pc:grpChg chg="add del mod">
          <ac:chgData name="Amaro, Sandra" userId="6bedbfcc-5e0a-4e18-b9b0-c8ab328504b9" providerId="ADAL" clId="{B08708CE-2DEB-4425-BD37-AE3E737A244F}" dt="2024-05-07T22:37:38.093" v="2494" actId="165"/>
          <ac:grpSpMkLst>
            <pc:docMk/>
            <pc:sldMk cId="2651831999" sldId="2092"/>
            <ac:grpSpMk id="10" creationId="{FC1EDF6A-B9BE-9A7B-B6A7-1A48EC2AEBAB}"/>
          </ac:grpSpMkLst>
        </pc:grpChg>
      </pc:sldChg>
      <pc:sldChg chg="addSp delSp modSp mod">
        <pc:chgData name="Amaro, Sandra" userId="6bedbfcc-5e0a-4e18-b9b0-c8ab328504b9" providerId="ADAL" clId="{B08708CE-2DEB-4425-BD37-AE3E737A244F}" dt="2024-05-07T23:10:50.378" v="3657" actId="552"/>
        <pc:sldMkLst>
          <pc:docMk/>
          <pc:sldMk cId="2621558847" sldId="2093"/>
        </pc:sldMkLst>
        <pc:spChg chg="mod">
          <ac:chgData name="Amaro, Sandra" userId="6bedbfcc-5e0a-4e18-b9b0-c8ab328504b9" providerId="ADAL" clId="{B08708CE-2DEB-4425-BD37-AE3E737A244F}" dt="2024-05-07T22:59:17.101" v="3478" actId="20577"/>
          <ac:spMkLst>
            <pc:docMk/>
            <pc:sldMk cId="2621558847" sldId="2093"/>
            <ac:spMk id="3" creationId="{95FF1D6F-B638-4D73-92D1-4472234BADD9}"/>
          </ac:spMkLst>
        </pc:spChg>
        <pc:spChg chg="del">
          <ac:chgData name="Amaro, Sandra" userId="6bedbfcc-5e0a-4e18-b9b0-c8ab328504b9" providerId="ADAL" clId="{B08708CE-2DEB-4425-BD37-AE3E737A244F}" dt="2024-05-07T23:03:39.844" v="3576" actId="478"/>
          <ac:spMkLst>
            <pc:docMk/>
            <pc:sldMk cId="2621558847" sldId="2093"/>
            <ac:spMk id="4" creationId="{2A4298D8-D6DD-7D90-0BAE-530157AC36C0}"/>
          </ac:spMkLst>
        </pc:spChg>
        <pc:spChg chg="mod">
          <ac:chgData name="Amaro, Sandra" userId="6bedbfcc-5e0a-4e18-b9b0-c8ab328504b9" providerId="ADAL" clId="{B08708CE-2DEB-4425-BD37-AE3E737A244F}" dt="2024-05-07T22:42:05.008" v="2590" actId="20577"/>
          <ac:spMkLst>
            <pc:docMk/>
            <pc:sldMk cId="2621558847" sldId="2093"/>
            <ac:spMk id="27" creationId="{AF032C38-F273-9BA9-5B09-E5F60A8CCF62}"/>
          </ac:spMkLst>
        </pc:spChg>
        <pc:spChg chg="mod">
          <ac:chgData name="Amaro, Sandra" userId="6bedbfcc-5e0a-4e18-b9b0-c8ab328504b9" providerId="ADAL" clId="{B08708CE-2DEB-4425-BD37-AE3E737A244F}" dt="2024-05-07T22:42:27.486" v="2660" actId="14100"/>
          <ac:spMkLst>
            <pc:docMk/>
            <pc:sldMk cId="2621558847" sldId="2093"/>
            <ac:spMk id="28" creationId="{4A7DDA01-D2C4-AFB1-5D5B-F7BD51D1EBD5}"/>
          </ac:spMkLst>
        </pc:spChg>
        <pc:spChg chg="mod">
          <ac:chgData name="Amaro, Sandra" userId="6bedbfcc-5e0a-4e18-b9b0-c8ab328504b9" providerId="ADAL" clId="{B08708CE-2DEB-4425-BD37-AE3E737A244F}" dt="2024-05-07T22:42:12.586" v="2628" actId="1038"/>
          <ac:spMkLst>
            <pc:docMk/>
            <pc:sldMk cId="2621558847" sldId="2093"/>
            <ac:spMk id="30" creationId="{CCF5AC05-A6A2-1FB2-C40B-10F35F929148}"/>
          </ac:spMkLst>
        </pc:spChg>
        <pc:spChg chg="del">
          <ac:chgData name="Amaro, Sandra" userId="6bedbfcc-5e0a-4e18-b9b0-c8ab328504b9" providerId="ADAL" clId="{B08708CE-2DEB-4425-BD37-AE3E737A244F}" dt="2024-05-07T22:41:44.602" v="2537" actId="478"/>
          <ac:spMkLst>
            <pc:docMk/>
            <pc:sldMk cId="2621558847" sldId="2093"/>
            <ac:spMk id="31" creationId="{D2A92B64-A7F9-2698-1B42-A9F1A7D5D451}"/>
          </ac:spMkLst>
        </pc:spChg>
        <pc:spChg chg="mod">
          <ac:chgData name="Amaro, Sandra" userId="6bedbfcc-5e0a-4e18-b9b0-c8ab328504b9" providerId="ADAL" clId="{B08708CE-2DEB-4425-BD37-AE3E737A244F}" dt="2024-05-07T23:02:06.953" v="3561" actId="553"/>
          <ac:spMkLst>
            <pc:docMk/>
            <pc:sldMk cId="2621558847" sldId="2093"/>
            <ac:spMk id="33" creationId="{B490981B-3049-BE5E-B04C-6EE4521E5F78}"/>
          </ac:spMkLst>
        </pc:spChg>
        <pc:spChg chg="mod">
          <ac:chgData name="Amaro, Sandra" userId="6bedbfcc-5e0a-4e18-b9b0-c8ab328504b9" providerId="ADAL" clId="{B08708CE-2DEB-4425-BD37-AE3E737A244F}" dt="2024-05-07T22:50:56.770" v="3119" actId="20577"/>
          <ac:spMkLst>
            <pc:docMk/>
            <pc:sldMk cId="2621558847" sldId="2093"/>
            <ac:spMk id="34" creationId="{4626B948-EC94-DAF1-1A39-4B3B76EF2B21}"/>
          </ac:spMkLst>
        </pc:spChg>
        <pc:spChg chg="mod">
          <ac:chgData name="Amaro, Sandra" userId="6bedbfcc-5e0a-4e18-b9b0-c8ab328504b9" providerId="ADAL" clId="{B08708CE-2DEB-4425-BD37-AE3E737A244F}" dt="2024-05-07T22:42:12.586" v="2628" actId="1038"/>
          <ac:spMkLst>
            <pc:docMk/>
            <pc:sldMk cId="2621558847" sldId="2093"/>
            <ac:spMk id="35" creationId="{16EB12EB-C9C8-0E1B-FAA9-7C185D4FBB8A}"/>
          </ac:spMkLst>
        </pc:spChg>
        <pc:spChg chg="del">
          <ac:chgData name="Amaro, Sandra" userId="6bedbfcc-5e0a-4e18-b9b0-c8ab328504b9" providerId="ADAL" clId="{B08708CE-2DEB-4425-BD37-AE3E737A244F}" dt="2024-05-07T22:41:44.602" v="2537" actId="478"/>
          <ac:spMkLst>
            <pc:docMk/>
            <pc:sldMk cId="2621558847" sldId="2093"/>
            <ac:spMk id="36" creationId="{56DF05D8-AA15-628E-F101-7EC345D44CF6}"/>
          </ac:spMkLst>
        </pc:spChg>
        <pc:spChg chg="mod">
          <ac:chgData name="Amaro, Sandra" userId="6bedbfcc-5e0a-4e18-b9b0-c8ab328504b9" providerId="ADAL" clId="{B08708CE-2DEB-4425-BD37-AE3E737A244F}" dt="2024-05-07T22:50:54.070" v="3118" actId="6549"/>
          <ac:spMkLst>
            <pc:docMk/>
            <pc:sldMk cId="2621558847" sldId="2093"/>
            <ac:spMk id="37" creationId="{0EE7091C-ED0C-B20E-0A0F-D9DBDA78300C}"/>
          </ac:spMkLst>
        </pc:spChg>
        <pc:spChg chg="mod">
          <ac:chgData name="Amaro, Sandra" userId="6bedbfcc-5e0a-4e18-b9b0-c8ab328504b9" providerId="ADAL" clId="{B08708CE-2DEB-4425-BD37-AE3E737A244F}" dt="2024-05-07T23:10:34.755" v="3655" actId="12789"/>
          <ac:spMkLst>
            <pc:docMk/>
            <pc:sldMk cId="2621558847" sldId="2093"/>
            <ac:spMk id="38" creationId="{F2165A8A-E324-5CFB-E21A-A1F810CD05CB}"/>
          </ac:spMkLst>
        </pc:spChg>
        <pc:spChg chg="del">
          <ac:chgData name="Amaro, Sandra" userId="6bedbfcc-5e0a-4e18-b9b0-c8ab328504b9" providerId="ADAL" clId="{B08708CE-2DEB-4425-BD37-AE3E737A244F}" dt="2024-05-07T22:41:44.602" v="2537" actId="478"/>
          <ac:spMkLst>
            <pc:docMk/>
            <pc:sldMk cId="2621558847" sldId="2093"/>
            <ac:spMk id="39" creationId="{355C7755-E536-C65B-432F-76A0C77DCCBF}"/>
          </ac:spMkLst>
        </pc:spChg>
        <pc:spChg chg="mod">
          <ac:chgData name="Amaro, Sandra" userId="6bedbfcc-5e0a-4e18-b9b0-c8ab328504b9" providerId="ADAL" clId="{B08708CE-2DEB-4425-BD37-AE3E737A244F}" dt="2024-05-07T23:02:06.953" v="3561" actId="553"/>
          <ac:spMkLst>
            <pc:docMk/>
            <pc:sldMk cId="2621558847" sldId="2093"/>
            <ac:spMk id="42" creationId="{1481CAA2-87BA-963E-43FA-73A9DF4CFB3F}"/>
          </ac:spMkLst>
        </pc:spChg>
        <pc:spChg chg="mod">
          <ac:chgData name="Amaro, Sandra" userId="6bedbfcc-5e0a-4e18-b9b0-c8ab328504b9" providerId="ADAL" clId="{B08708CE-2DEB-4425-BD37-AE3E737A244F}" dt="2024-05-07T23:02:36.791" v="3562" actId="553"/>
          <ac:spMkLst>
            <pc:docMk/>
            <pc:sldMk cId="2621558847" sldId="2093"/>
            <ac:spMk id="43" creationId="{13A2F7AC-3052-80A9-4F00-EE710178248B}"/>
          </ac:spMkLst>
        </pc:spChg>
        <pc:spChg chg="mod">
          <ac:chgData name="Amaro, Sandra" userId="6bedbfcc-5e0a-4e18-b9b0-c8ab328504b9" providerId="ADAL" clId="{B08708CE-2DEB-4425-BD37-AE3E737A244F}" dt="2024-05-07T23:01:55.773" v="3560" actId="553"/>
          <ac:spMkLst>
            <pc:docMk/>
            <pc:sldMk cId="2621558847" sldId="2093"/>
            <ac:spMk id="44" creationId="{80AC9796-0F4B-08F9-7647-E41009CE3FB2}"/>
          </ac:spMkLst>
        </pc:spChg>
        <pc:spChg chg="del">
          <ac:chgData name="Amaro, Sandra" userId="6bedbfcc-5e0a-4e18-b9b0-c8ab328504b9" providerId="ADAL" clId="{B08708CE-2DEB-4425-BD37-AE3E737A244F}" dt="2024-05-07T22:41:44.602" v="2537" actId="478"/>
          <ac:spMkLst>
            <pc:docMk/>
            <pc:sldMk cId="2621558847" sldId="2093"/>
            <ac:spMk id="45" creationId="{603A5A3C-E89D-EFC9-E7DC-415764751CFE}"/>
          </ac:spMkLst>
        </pc:spChg>
        <pc:spChg chg="mod">
          <ac:chgData name="Amaro, Sandra" userId="6bedbfcc-5e0a-4e18-b9b0-c8ab328504b9" providerId="ADAL" clId="{B08708CE-2DEB-4425-BD37-AE3E737A244F}" dt="2024-05-07T22:59:39.920" v="3479" actId="164"/>
          <ac:spMkLst>
            <pc:docMk/>
            <pc:sldMk cId="2621558847" sldId="2093"/>
            <ac:spMk id="47" creationId="{B52A37B8-3895-3EA7-F4BC-79591678CF50}"/>
          </ac:spMkLst>
        </pc:spChg>
        <pc:spChg chg="mod">
          <ac:chgData name="Amaro, Sandra" userId="6bedbfcc-5e0a-4e18-b9b0-c8ab328504b9" providerId="ADAL" clId="{B08708CE-2DEB-4425-BD37-AE3E737A244F}" dt="2024-05-07T22:59:39.920" v="3479" actId="164"/>
          <ac:spMkLst>
            <pc:docMk/>
            <pc:sldMk cId="2621558847" sldId="2093"/>
            <ac:spMk id="48" creationId="{2400CC03-FD83-8281-AC79-84CEC2D10D7B}"/>
          </ac:spMkLst>
        </pc:spChg>
        <pc:spChg chg="mod">
          <ac:chgData name="Amaro, Sandra" userId="6bedbfcc-5e0a-4e18-b9b0-c8ab328504b9" providerId="ADAL" clId="{B08708CE-2DEB-4425-BD37-AE3E737A244F}" dt="2024-05-07T22:59:39.920" v="3479" actId="164"/>
          <ac:spMkLst>
            <pc:docMk/>
            <pc:sldMk cId="2621558847" sldId="2093"/>
            <ac:spMk id="49" creationId="{E5F2B77B-152D-8386-CF55-952B2005288B}"/>
          </ac:spMkLst>
        </pc:spChg>
        <pc:spChg chg="del">
          <ac:chgData name="Amaro, Sandra" userId="6bedbfcc-5e0a-4e18-b9b0-c8ab328504b9" providerId="ADAL" clId="{B08708CE-2DEB-4425-BD37-AE3E737A244F}" dt="2024-05-07T22:41:44.602" v="2537" actId="478"/>
          <ac:spMkLst>
            <pc:docMk/>
            <pc:sldMk cId="2621558847" sldId="2093"/>
            <ac:spMk id="50" creationId="{BB9576E7-F30E-4DF2-3931-619BC72461C7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55" creationId="{A8D9DBB4-60F5-4A98-AE42-926E00B2D243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56" creationId="{1921D111-5055-290E-64CF-A0B138A097D1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57" creationId="{06963A3B-F7AB-FF4C-3F15-61B9CF2304DF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59" creationId="{F92C8851-2A0D-DEC1-79B4-0C6090ADE0D6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60" creationId="{18FA425E-00FB-F92F-BE73-19F0A4008B47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61" creationId="{21114041-D6A8-9F34-D5D7-CAC52E91F098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63" creationId="{88D3CBB1-FAE4-F08A-F66A-52F319090D8A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64" creationId="{9DACD00B-330F-3D84-7843-F75C6FF0E422}"/>
          </ac:spMkLst>
        </pc:spChg>
        <pc:spChg chg="mod topLvl">
          <ac:chgData name="Amaro, Sandra" userId="6bedbfcc-5e0a-4e18-b9b0-c8ab328504b9" providerId="ADAL" clId="{B08708CE-2DEB-4425-BD37-AE3E737A244F}" dt="2024-05-07T23:05:31.971" v="3597" actId="1035"/>
          <ac:spMkLst>
            <pc:docMk/>
            <pc:sldMk cId="2621558847" sldId="2093"/>
            <ac:spMk id="65" creationId="{B9D72AF9-5203-BE3B-1B95-DDA4FDB13DD4}"/>
          </ac:spMkLst>
        </pc:spChg>
        <pc:grpChg chg="add mod">
          <ac:chgData name="Amaro, Sandra" userId="6bedbfcc-5e0a-4e18-b9b0-c8ab328504b9" providerId="ADAL" clId="{B08708CE-2DEB-4425-BD37-AE3E737A244F}" dt="2024-05-07T22:59:39.920" v="3479" actId="164"/>
          <ac:grpSpMkLst>
            <pc:docMk/>
            <pc:sldMk cId="2621558847" sldId="2093"/>
            <ac:grpSpMk id="53" creationId="{9E260753-FD4D-2E4E-E4CD-3A1395D3D316}"/>
          </ac:grpSpMkLst>
        </pc:grpChg>
        <pc:grpChg chg="add del mod">
          <ac:chgData name="Amaro, Sandra" userId="6bedbfcc-5e0a-4e18-b9b0-c8ab328504b9" providerId="ADAL" clId="{B08708CE-2DEB-4425-BD37-AE3E737A244F}" dt="2024-05-07T23:01:33.468" v="3557" actId="165"/>
          <ac:grpSpMkLst>
            <pc:docMk/>
            <pc:sldMk cId="2621558847" sldId="2093"/>
            <ac:grpSpMk id="54" creationId="{2EA5E336-D66A-5811-A9BD-2FC15617597A}"/>
          </ac:grpSpMkLst>
        </pc:grpChg>
        <pc:grpChg chg="add del mod">
          <ac:chgData name="Amaro, Sandra" userId="6bedbfcc-5e0a-4e18-b9b0-c8ab328504b9" providerId="ADAL" clId="{B08708CE-2DEB-4425-BD37-AE3E737A244F}" dt="2024-05-07T23:01:37.526" v="3558" actId="165"/>
          <ac:grpSpMkLst>
            <pc:docMk/>
            <pc:sldMk cId="2621558847" sldId="2093"/>
            <ac:grpSpMk id="58" creationId="{C2B0840B-593F-B0B4-51D0-3CD1ACE00E48}"/>
          </ac:grpSpMkLst>
        </pc:grpChg>
        <pc:grpChg chg="add del mod">
          <ac:chgData name="Amaro, Sandra" userId="6bedbfcc-5e0a-4e18-b9b0-c8ab328504b9" providerId="ADAL" clId="{B08708CE-2DEB-4425-BD37-AE3E737A244F}" dt="2024-05-07T23:01:42.140" v="3559" actId="165"/>
          <ac:grpSpMkLst>
            <pc:docMk/>
            <pc:sldMk cId="2621558847" sldId="2093"/>
            <ac:grpSpMk id="62" creationId="{B12C1C57-B42A-9C44-9611-BBE37B6538EC}"/>
          </ac:grpSpMkLst>
        </pc:grpChg>
        <pc:graphicFrameChg chg="add mod ord modGraphic">
          <ac:chgData name="Amaro, Sandra" userId="6bedbfcc-5e0a-4e18-b9b0-c8ab328504b9" providerId="ADAL" clId="{B08708CE-2DEB-4425-BD37-AE3E737A244F}" dt="2024-05-07T23:05:56.608" v="3602" actId="1035"/>
          <ac:graphicFrameMkLst>
            <pc:docMk/>
            <pc:sldMk cId="2621558847" sldId="2093"/>
            <ac:graphicFrameMk id="52" creationId="{43E44C24-1A42-9E6B-AA5F-0298A288DF89}"/>
          </ac:graphicFrameMkLst>
        </pc:graphicFrameChg>
        <pc:picChg chg="del mod">
          <ac:chgData name="Amaro, Sandra" userId="6bedbfcc-5e0a-4e18-b9b0-c8ab328504b9" providerId="ADAL" clId="{B08708CE-2DEB-4425-BD37-AE3E737A244F}" dt="2024-05-07T23:10:22.557" v="3653" actId="478"/>
          <ac:picMkLst>
            <pc:docMk/>
            <pc:sldMk cId="2621558847" sldId="2093"/>
            <ac:picMk id="40" creationId="{E4C9A58A-5D90-7E24-2637-F20B79066580}"/>
          </ac:picMkLst>
        </pc:picChg>
        <pc:picChg chg="del mod">
          <ac:chgData name="Amaro, Sandra" userId="6bedbfcc-5e0a-4e18-b9b0-c8ab328504b9" providerId="ADAL" clId="{B08708CE-2DEB-4425-BD37-AE3E737A244F}" dt="2024-05-07T23:04:34.039" v="3585" actId="478"/>
          <ac:picMkLst>
            <pc:docMk/>
            <pc:sldMk cId="2621558847" sldId="2093"/>
            <ac:picMk id="41" creationId="{C7D3449C-DE08-A81B-2959-A869B7564B15}"/>
          </ac:picMkLst>
        </pc:picChg>
        <pc:picChg chg="del mod">
          <ac:chgData name="Amaro, Sandra" userId="6bedbfcc-5e0a-4e18-b9b0-c8ab328504b9" providerId="ADAL" clId="{B08708CE-2DEB-4425-BD37-AE3E737A244F}" dt="2024-05-07T23:04:42.959" v="3587" actId="478"/>
          <ac:picMkLst>
            <pc:docMk/>
            <pc:sldMk cId="2621558847" sldId="2093"/>
            <ac:picMk id="46" creationId="{CA29BE8D-E23D-709C-1FDA-0D7C6B005102}"/>
          </ac:picMkLst>
        </pc:picChg>
        <pc:picChg chg="mod">
          <ac:chgData name="Amaro, Sandra" userId="6bedbfcc-5e0a-4e18-b9b0-c8ab328504b9" providerId="ADAL" clId="{B08708CE-2DEB-4425-BD37-AE3E737A244F}" dt="2024-05-07T23:06:20.762" v="3607" actId="12788"/>
          <ac:picMkLst>
            <pc:docMk/>
            <pc:sldMk cId="2621558847" sldId="2093"/>
            <ac:picMk id="51" creationId="{3E8DB4CC-C2BF-68F9-E16A-8D06D5C750B0}"/>
          </ac:picMkLst>
        </pc:picChg>
        <pc:picChg chg="add mod">
          <ac:chgData name="Amaro, Sandra" userId="6bedbfcc-5e0a-4e18-b9b0-c8ab328504b9" providerId="ADAL" clId="{B08708CE-2DEB-4425-BD37-AE3E737A244F}" dt="2024-05-07T23:06:20.762" v="3607" actId="12788"/>
          <ac:picMkLst>
            <pc:docMk/>
            <pc:sldMk cId="2621558847" sldId="2093"/>
            <ac:picMk id="66" creationId="{B7B0F4B8-331A-C855-A2C8-9B285EBEDEA2}"/>
          </ac:picMkLst>
        </pc:picChg>
        <pc:picChg chg="add mod">
          <ac:chgData name="Amaro, Sandra" userId="6bedbfcc-5e0a-4e18-b9b0-c8ab328504b9" providerId="ADAL" clId="{B08708CE-2DEB-4425-BD37-AE3E737A244F}" dt="2024-05-07T23:06:20.762" v="3607" actId="12788"/>
          <ac:picMkLst>
            <pc:docMk/>
            <pc:sldMk cId="2621558847" sldId="2093"/>
            <ac:picMk id="67" creationId="{58942465-13BB-A3EA-B29C-8EDEAE9B0216}"/>
          </ac:picMkLst>
        </pc:picChg>
        <pc:picChg chg="add mod">
          <ac:chgData name="Amaro, Sandra" userId="6bedbfcc-5e0a-4e18-b9b0-c8ab328504b9" providerId="ADAL" clId="{B08708CE-2DEB-4425-BD37-AE3E737A244F}" dt="2024-05-07T23:06:20.762" v="3607" actId="12788"/>
          <ac:picMkLst>
            <pc:docMk/>
            <pc:sldMk cId="2621558847" sldId="2093"/>
            <ac:picMk id="68" creationId="{A8281DF0-327A-E71C-2637-BC4A7A0F1578}"/>
          </ac:picMkLst>
        </pc:picChg>
        <pc:picChg chg="add mod">
          <ac:chgData name="Amaro, Sandra" userId="6bedbfcc-5e0a-4e18-b9b0-c8ab328504b9" providerId="ADAL" clId="{B08708CE-2DEB-4425-BD37-AE3E737A244F}" dt="2024-05-07T23:10:50.378" v="3657" actId="552"/>
          <ac:picMkLst>
            <pc:docMk/>
            <pc:sldMk cId="2621558847" sldId="2093"/>
            <ac:picMk id="69" creationId="{F6645532-CF3C-2735-4CDA-6DEBBCE1615C}"/>
          </ac:picMkLst>
        </pc:picChg>
        <pc:picChg chg="add mod">
          <ac:chgData name="Amaro, Sandra" userId="6bedbfcc-5e0a-4e18-b9b0-c8ab328504b9" providerId="ADAL" clId="{B08708CE-2DEB-4425-BD37-AE3E737A244F}" dt="2024-05-07T23:06:20.762" v="3607" actId="12788"/>
          <ac:picMkLst>
            <pc:docMk/>
            <pc:sldMk cId="2621558847" sldId="2093"/>
            <ac:picMk id="70" creationId="{72991B60-26B5-4F29-402A-779DAF6F1E38}"/>
          </ac:picMkLst>
        </pc:picChg>
        <pc:picChg chg="add mod">
          <ac:chgData name="Amaro, Sandra" userId="6bedbfcc-5e0a-4e18-b9b0-c8ab328504b9" providerId="ADAL" clId="{B08708CE-2DEB-4425-BD37-AE3E737A244F}" dt="2024-05-07T23:10:42.143" v="3656" actId="553"/>
          <ac:picMkLst>
            <pc:docMk/>
            <pc:sldMk cId="2621558847" sldId="2093"/>
            <ac:picMk id="71" creationId="{99678405-BB36-C47C-D9F7-A623A87668BC}"/>
          </ac:picMkLst>
        </pc:picChg>
        <pc:picChg chg="add mod">
          <ac:chgData name="Amaro, Sandra" userId="6bedbfcc-5e0a-4e18-b9b0-c8ab328504b9" providerId="ADAL" clId="{B08708CE-2DEB-4425-BD37-AE3E737A244F}" dt="2024-05-07T23:10:50.378" v="3657" actId="552"/>
          <ac:picMkLst>
            <pc:docMk/>
            <pc:sldMk cId="2621558847" sldId="2093"/>
            <ac:picMk id="72" creationId="{811362D0-5BBF-F773-97BA-149EAAD024A3}"/>
          </ac:picMkLst>
        </pc:picChg>
        <pc:picChg chg="add mod">
          <ac:chgData name="Amaro, Sandra" userId="6bedbfcc-5e0a-4e18-b9b0-c8ab328504b9" providerId="ADAL" clId="{B08708CE-2DEB-4425-BD37-AE3E737A244F}" dt="2024-05-07T23:10:42.143" v="3656" actId="553"/>
          <ac:picMkLst>
            <pc:docMk/>
            <pc:sldMk cId="2621558847" sldId="2093"/>
            <ac:picMk id="73" creationId="{8104A4B7-2D0F-24F0-B563-33476E51BD83}"/>
          </ac:picMkLst>
        </pc:picChg>
      </pc:sldChg>
      <pc:sldChg chg="addSp delSp modSp add mod">
        <pc:chgData name="Amaro, Sandra" userId="6bedbfcc-5e0a-4e18-b9b0-c8ab328504b9" providerId="ADAL" clId="{B08708CE-2DEB-4425-BD37-AE3E737A244F}" dt="2024-05-07T23:06:37.122" v="3610" actId="478"/>
        <pc:sldMkLst>
          <pc:docMk/>
          <pc:sldMk cId="929606939" sldId="2094"/>
        </pc:sldMkLst>
        <pc:spChg chg="mod">
          <ac:chgData name="Amaro, Sandra" userId="6bedbfcc-5e0a-4e18-b9b0-c8ab328504b9" providerId="ADAL" clId="{B08708CE-2DEB-4425-BD37-AE3E737A244F}" dt="2024-05-07T23:03:03.146" v="3568" actId="20577"/>
          <ac:spMkLst>
            <pc:docMk/>
            <pc:sldMk cId="929606939" sldId="2094"/>
            <ac:spMk id="3" creationId="{95FF1D6F-B638-4D73-92D1-4472234BADD9}"/>
          </ac:spMkLst>
        </pc:spChg>
        <pc:spChg chg="del">
          <ac:chgData name="Amaro, Sandra" userId="6bedbfcc-5e0a-4e18-b9b0-c8ab328504b9" providerId="ADAL" clId="{B08708CE-2DEB-4425-BD37-AE3E737A244F}" dt="2024-05-07T23:06:33.540" v="3609" actId="478"/>
          <ac:spMkLst>
            <pc:docMk/>
            <pc:sldMk cId="929606939" sldId="2094"/>
            <ac:spMk id="4" creationId="{2A4298D8-D6DD-7D90-0BAE-530157AC36C0}"/>
          </ac:spMkLst>
        </pc:spChg>
        <pc:spChg chg="del">
          <ac:chgData name="Amaro, Sandra" userId="6bedbfcc-5e0a-4e18-b9b0-c8ab328504b9" providerId="ADAL" clId="{B08708CE-2DEB-4425-BD37-AE3E737A244F}" dt="2024-05-07T23:03:28.464" v="3574" actId="478"/>
          <ac:spMkLst>
            <pc:docMk/>
            <pc:sldMk cId="929606939" sldId="2094"/>
            <ac:spMk id="27" creationId="{AF032C38-F273-9BA9-5B09-E5F60A8CCF62}"/>
          </ac:spMkLst>
        </pc:spChg>
        <pc:spChg chg="mod">
          <ac:chgData name="Amaro, Sandra" userId="6bedbfcc-5e0a-4e18-b9b0-c8ab328504b9" providerId="ADAL" clId="{B08708CE-2DEB-4425-BD37-AE3E737A244F}" dt="2024-05-07T23:03:24.864" v="3573" actId="20577"/>
          <ac:spMkLst>
            <pc:docMk/>
            <pc:sldMk cId="929606939" sldId="2094"/>
            <ac:spMk id="32" creationId="{A48CC5DD-23F8-5A55-E14B-49EAD87ECD20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33" creationId="{B490981B-3049-BE5E-B04C-6EE4521E5F78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34" creationId="{4626B948-EC94-DAF1-1A39-4B3B76EF2B21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35" creationId="{16EB12EB-C9C8-0E1B-FAA9-7C185D4FBB8A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42" creationId="{1481CAA2-87BA-963E-43FA-73A9DF4CFB3F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43" creationId="{13A2F7AC-3052-80A9-4F00-EE710178248B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44" creationId="{80AC9796-0F4B-08F9-7647-E41009CE3FB2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55" creationId="{A8D9DBB4-60F5-4A98-AE42-926E00B2D243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56" creationId="{1921D111-5055-290E-64CF-A0B138A097D1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57" creationId="{06963A3B-F7AB-FF4C-3F15-61B9CF2304DF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59" creationId="{F92C8851-2A0D-DEC1-79B4-0C6090ADE0D6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60" creationId="{18FA425E-00FB-F92F-BE73-19F0A4008B47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61" creationId="{21114041-D6A8-9F34-D5D7-CAC52E91F098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63" creationId="{88D3CBB1-FAE4-F08A-F66A-52F319090D8A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64" creationId="{9DACD00B-330F-3D84-7843-F75C6FF0E422}"/>
          </ac:spMkLst>
        </pc:spChg>
        <pc:spChg chg="del">
          <ac:chgData name="Amaro, Sandra" userId="6bedbfcc-5e0a-4e18-b9b0-c8ab328504b9" providerId="ADAL" clId="{B08708CE-2DEB-4425-BD37-AE3E737A244F}" dt="2024-05-07T23:03:14.849" v="3570" actId="478"/>
          <ac:spMkLst>
            <pc:docMk/>
            <pc:sldMk cId="929606939" sldId="2094"/>
            <ac:spMk id="65" creationId="{B9D72AF9-5203-BE3B-1B95-DDA4FDB13DD4}"/>
          </ac:spMkLst>
        </pc:spChg>
        <pc:grpChg chg="del">
          <ac:chgData name="Amaro, Sandra" userId="6bedbfcc-5e0a-4e18-b9b0-c8ab328504b9" providerId="ADAL" clId="{B08708CE-2DEB-4425-BD37-AE3E737A244F}" dt="2024-05-07T23:03:14.849" v="3570" actId="478"/>
          <ac:grpSpMkLst>
            <pc:docMk/>
            <pc:sldMk cId="929606939" sldId="2094"/>
            <ac:grpSpMk id="53" creationId="{9E260753-FD4D-2E4E-E4CD-3A1395D3D316}"/>
          </ac:grpSpMkLst>
        </pc:grpChg>
        <pc:graphicFrameChg chg="mod modGraphic">
          <ac:chgData name="Amaro, Sandra" userId="6bedbfcc-5e0a-4e18-b9b0-c8ab328504b9" providerId="ADAL" clId="{B08708CE-2DEB-4425-BD37-AE3E737A244F}" dt="2024-05-07T23:03:20.164" v="3571" actId="6549"/>
          <ac:graphicFrameMkLst>
            <pc:docMk/>
            <pc:sldMk cId="929606939" sldId="2094"/>
            <ac:graphicFrameMk id="52" creationId="{43E44C24-1A42-9E6B-AA5F-0298A288DF89}"/>
          </ac:graphicFrameMkLst>
        </pc:graphicFrameChg>
        <pc:picChg chg="add del mod">
          <ac:chgData name="Amaro, Sandra" userId="6bedbfcc-5e0a-4e18-b9b0-c8ab328504b9" providerId="ADAL" clId="{B08708CE-2DEB-4425-BD37-AE3E737A244F}" dt="2024-05-07T23:06:37.122" v="3610" actId="478"/>
          <ac:picMkLst>
            <pc:docMk/>
            <pc:sldMk cId="929606939" sldId="2094"/>
            <ac:picMk id="5" creationId="{1D88FC57-43D0-6494-BEB8-69799F560191}"/>
          </ac:picMkLst>
        </pc:picChg>
        <pc:picChg chg="del">
          <ac:chgData name="Amaro, Sandra" userId="6bedbfcc-5e0a-4e18-b9b0-c8ab328504b9" providerId="ADAL" clId="{B08708CE-2DEB-4425-BD37-AE3E737A244F}" dt="2024-05-07T23:03:14.849" v="3570" actId="478"/>
          <ac:picMkLst>
            <pc:docMk/>
            <pc:sldMk cId="929606939" sldId="2094"/>
            <ac:picMk id="41" creationId="{C7D3449C-DE08-A81B-2959-A869B7564B15}"/>
          </ac:picMkLst>
        </pc:picChg>
        <pc:picChg chg="del">
          <ac:chgData name="Amaro, Sandra" userId="6bedbfcc-5e0a-4e18-b9b0-c8ab328504b9" providerId="ADAL" clId="{B08708CE-2DEB-4425-BD37-AE3E737A244F}" dt="2024-05-07T23:03:14.849" v="3570" actId="478"/>
          <ac:picMkLst>
            <pc:docMk/>
            <pc:sldMk cId="929606939" sldId="2094"/>
            <ac:picMk id="46" creationId="{CA29BE8D-E23D-709C-1FDA-0D7C6B005102}"/>
          </ac:picMkLst>
        </pc:picChg>
        <pc:picChg chg="del">
          <ac:chgData name="Amaro, Sandra" userId="6bedbfcc-5e0a-4e18-b9b0-c8ab328504b9" providerId="ADAL" clId="{B08708CE-2DEB-4425-BD37-AE3E737A244F}" dt="2024-05-07T23:03:14.849" v="3570" actId="478"/>
          <ac:picMkLst>
            <pc:docMk/>
            <pc:sldMk cId="929606939" sldId="2094"/>
            <ac:picMk id="51" creationId="{3E8DB4CC-C2BF-68F9-E16A-8D06D5C750B0}"/>
          </ac:picMkLst>
        </pc:picChg>
      </pc:sldChg>
      <pc:sldChg chg="add del">
        <pc:chgData name="Amaro, Sandra" userId="6bedbfcc-5e0a-4e18-b9b0-c8ab328504b9" providerId="ADAL" clId="{B08708CE-2DEB-4425-BD37-AE3E737A244F}" dt="2024-05-07T23:02:58.422" v="3565"/>
        <pc:sldMkLst>
          <pc:docMk/>
          <pc:sldMk cId="2037190188" sldId="2094"/>
        </pc:sldMkLst>
      </pc:sldChg>
    </pc:docChg>
  </pc:docChgLst>
  <pc:docChgLst>
    <pc:chgData name="Escaleira, Diogo Alexandre" userId="72fb12db-bc92-4c43-9b41-3ac15f1f989a" providerId="ADAL" clId="{4F93EEC1-6029-4AD9-A587-CE3649702782}"/>
    <pc:docChg chg="modSld">
      <pc:chgData name="Escaleira, Diogo Alexandre" userId="72fb12db-bc92-4c43-9b41-3ac15f1f989a" providerId="ADAL" clId="{4F93EEC1-6029-4AD9-A587-CE3649702782}" dt="2024-05-07T23:35:47.222" v="10" actId="20577"/>
      <pc:docMkLst>
        <pc:docMk/>
      </pc:docMkLst>
      <pc:sldChg chg="modSp mod modCm">
        <pc:chgData name="Escaleira, Diogo Alexandre" userId="72fb12db-bc92-4c43-9b41-3ac15f1f989a" providerId="ADAL" clId="{4F93EEC1-6029-4AD9-A587-CE3649702782}" dt="2024-05-07T23:34:43.210" v="5" actId="1038"/>
        <pc:sldMkLst>
          <pc:docMk/>
          <pc:sldMk cId="3872909856" sldId="1852"/>
        </pc:sldMkLst>
        <pc:grpChg chg="mod">
          <ac:chgData name="Escaleira, Diogo Alexandre" userId="72fb12db-bc92-4c43-9b41-3ac15f1f989a" providerId="ADAL" clId="{4F93EEC1-6029-4AD9-A587-CE3649702782}" dt="2024-05-07T23:34:43.210" v="5" actId="1038"/>
          <ac:grpSpMkLst>
            <pc:docMk/>
            <pc:sldMk cId="3872909856" sldId="1852"/>
            <ac:grpSpMk id="133" creationId="{D8191F6C-6D5E-BC73-7FCD-DA84DD723412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mod modRxn">
              <pc226:chgData name="Escaleira, Diogo Alexandre" userId="72fb12db-bc92-4c43-9b41-3ac15f1f989a" providerId="ADAL" clId="{4F93EEC1-6029-4AD9-A587-CE3649702782}" dt="2024-05-07T23:09:32.254" v="3"/>
              <pc2:cmMkLst xmlns:pc2="http://schemas.microsoft.com/office/powerpoint/2019/9/main/command">
                <pc:docMk/>
                <pc:sldMk cId="3872909856" sldId="1852"/>
                <pc2:cmMk id="{29F86608-161C-4D8F-8781-5879EBD99472}"/>
              </pc2:cmMkLst>
            </pc226:cmChg>
          </p:ext>
        </pc:extLst>
      </pc:sldChg>
      <pc:sldChg chg="modSp mod">
        <pc:chgData name="Escaleira, Diogo Alexandre" userId="72fb12db-bc92-4c43-9b41-3ac15f1f989a" providerId="ADAL" clId="{4F93EEC1-6029-4AD9-A587-CE3649702782}" dt="2024-05-07T23:09:03.188" v="2" actId="20577"/>
        <pc:sldMkLst>
          <pc:docMk/>
          <pc:sldMk cId="3893251981" sldId="2090"/>
        </pc:sldMkLst>
        <pc:spChg chg="mod">
          <ac:chgData name="Escaleira, Diogo Alexandre" userId="72fb12db-bc92-4c43-9b41-3ac15f1f989a" providerId="ADAL" clId="{4F93EEC1-6029-4AD9-A587-CE3649702782}" dt="2024-05-07T23:09:03.188" v="2" actId="20577"/>
          <ac:spMkLst>
            <pc:docMk/>
            <pc:sldMk cId="3893251981" sldId="2090"/>
            <ac:spMk id="21" creationId="{F4BFAC8C-53B5-18C3-43C2-C88EB5E1F138}"/>
          </ac:spMkLst>
        </pc:spChg>
      </pc:sldChg>
      <pc:sldChg chg="modSp mod">
        <pc:chgData name="Escaleira, Diogo Alexandre" userId="72fb12db-bc92-4c43-9b41-3ac15f1f989a" providerId="ADAL" clId="{4F93EEC1-6029-4AD9-A587-CE3649702782}" dt="2024-05-07T23:35:47.222" v="10" actId="20577"/>
        <pc:sldMkLst>
          <pc:docMk/>
          <pc:sldMk cId="2587956276" sldId="2091"/>
        </pc:sldMkLst>
        <pc:spChg chg="mod">
          <ac:chgData name="Escaleira, Diogo Alexandre" userId="72fb12db-bc92-4c43-9b41-3ac15f1f989a" providerId="ADAL" clId="{4F93EEC1-6029-4AD9-A587-CE3649702782}" dt="2024-05-07T23:35:47.222" v="10" actId="20577"/>
          <ac:spMkLst>
            <pc:docMk/>
            <pc:sldMk cId="2587956276" sldId="2091"/>
            <ac:spMk id="50" creationId="{20AC7BE9-DFAC-215E-0A1E-FE8869B2632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7164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7327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09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2588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3738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9026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53877495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589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148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4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8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48" tIns="24748" rIns="24748" bIns="24748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3489817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656974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3255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82436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2721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44773813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21371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40394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285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3846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3846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351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E56451C-6603-4886-8834-3FFAEBC4B1FA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C5294-ABDC-42D4-ADCF-D26545D42A58}"/>
              </a:ext>
            </a:extLst>
          </p:cNvPr>
          <p:cNvSpPr txBox="1">
            <a:spLocks/>
          </p:cNvSpPr>
          <p:nvPr userDrawn="1"/>
        </p:nvSpPr>
        <p:spPr>
          <a:xfrm>
            <a:off x="10010775" y="6571111"/>
            <a:ext cx="1422008" cy="288198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defRPr sz="800" b="0" kern="1200" baseline="0">
                <a:solidFill>
                  <a:srgbClr val="003E51"/>
                </a:solidFill>
                <a:latin typeface="Muli Bold" panose="00000800000000000000" pitchFamily="2" charset="0"/>
                <a:ea typeface="+mn-ea"/>
                <a:cs typeface="Arial" panose="020B0604020202020204" pitchFamily="34" charset="0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pt-PT" sz="800" b="0" i="0" u="none" strike="noStrike" kern="1200" cap="none" spc="0" normalizeH="0" baseline="0">
                <a:ln>
                  <a:noFill/>
                </a:ln>
                <a:solidFill>
                  <a:srgbClr val="003E51"/>
                </a:solidFill>
                <a:effectLst/>
                <a:uFillTx/>
                <a:latin typeface="Muli Light" panose="000004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t>N.11.20219013115 V1.0</a:t>
            </a:r>
            <a:endParaRPr lang="pt-PT">
              <a:latin typeface="Muli Light" panose="00000400000000000000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9884F05-74D9-4C3B-91EE-D9F1A448778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80CC768-F03C-467D-87CD-181885B7E00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6" r:id="rId2"/>
    <p:sldLayoutId id="2147483698" r:id="rId3"/>
    <p:sldLayoutId id="2147483699" r:id="rId4"/>
    <p:sldLayoutId id="2147483700" r:id="rId5"/>
    <p:sldLayoutId id="2147483701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emplate-apresentações-neyond-02.jpg">
            <a:extLst>
              <a:ext uri="{FF2B5EF4-FFF2-40B4-BE49-F238E27FC236}">
                <a16:creationId xmlns:a16="http://schemas.microsoft.com/office/drawing/2014/main" id="{E1BE618C-12B1-40B2-A8FF-AEB3A4A89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009FE0"/>
              </a:clrFrom>
              <a:clrTo>
                <a:srgbClr val="009FE0">
                  <a:alpha val="0"/>
                </a:srgbClr>
              </a:clrTo>
            </a:clrChange>
          </a:blip>
          <a:srcRect t="56400" r="70825"/>
          <a:stretch/>
        </p:blipFill>
        <p:spPr>
          <a:xfrm>
            <a:off x="2" y="3868809"/>
            <a:ext cx="3556553" cy="2990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2389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white.pdf">
            <a:extLst>
              <a:ext uri="{FF2B5EF4-FFF2-40B4-BE49-F238E27FC236}">
                <a16:creationId xmlns:a16="http://schemas.microsoft.com/office/drawing/2014/main" id="{C3A784EC-5643-480A-BD47-C5AE342C8C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8810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957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9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E5A9F2-F005-4812-A92A-50A2D7942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sz="2000"/>
              <a:t>Objetivos e Âmbito</a:t>
            </a:r>
          </a:p>
        </p:txBody>
      </p:sp>
      <p:sp>
        <p:nvSpPr>
          <p:cNvPr id="191" name="Text Placeholder 190">
            <a:extLst>
              <a:ext uri="{FF2B5EF4-FFF2-40B4-BE49-F238E27FC236}">
                <a16:creationId xmlns:a16="http://schemas.microsoft.com/office/drawing/2014/main" id="{4C67EA1B-E151-919D-4771-A43F235CE1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Especificação do processo de geração dos Satélites</a:t>
            </a:r>
          </a:p>
        </p:txBody>
      </p:sp>
      <p:sp>
        <p:nvSpPr>
          <p:cNvPr id="22" name="Rectángulo 68">
            <a:extLst>
              <a:ext uri="{FF2B5EF4-FFF2-40B4-BE49-F238E27FC236}">
                <a16:creationId xmlns:a16="http://schemas.microsoft.com/office/drawing/2014/main" id="{8A256896-C61C-AC4F-E160-C90C1CD13EA8}"/>
              </a:ext>
            </a:extLst>
          </p:cNvPr>
          <p:cNvSpPr/>
          <p:nvPr/>
        </p:nvSpPr>
        <p:spPr>
          <a:xfrm>
            <a:off x="3156742" y="1431624"/>
            <a:ext cx="4601802" cy="4608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5" name="Rectángulo 69">
            <a:extLst>
              <a:ext uri="{FF2B5EF4-FFF2-40B4-BE49-F238E27FC236}">
                <a16:creationId xmlns:a16="http://schemas.microsoft.com/office/drawing/2014/main" id="{89DF9CB8-47E0-24B9-4C82-B21A31BA7B01}"/>
              </a:ext>
            </a:extLst>
          </p:cNvPr>
          <p:cNvSpPr/>
          <p:nvPr/>
        </p:nvSpPr>
        <p:spPr>
          <a:xfrm>
            <a:off x="3155846" y="1071569"/>
            <a:ext cx="4601803" cy="3231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Muli" panose="00000500000000000000" pitchFamily="2" charset="0"/>
              </a:rPr>
              <a:t>Repositórios</a:t>
            </a:r>
            <a:r>
              <a:rPr lang="en-GB" sz="1200" b="1" dirty="0">
                <a:solidFill>
                  <a:prstClr val="white"/>
                </a:solidFill>
                <a:latin typeface="Muli" panose="00000500000000000000" pitchFamily="2" charset="0"/>
              </a:rPr>
              <a:t> e </a:t>
            </a:r>
            <a:r>
              <a:rPr lang="en-GB" sz="1200" b="1" dirty="0" err="1">
                <a:solidFill>
                  <a:prstClr val="white"/>
                </a:solidFill>
                <a:latin typeface="Muli" panose="00000500000000000000" pitchFamily="2" charset="0"/>
              </a:rPr>
              <a:t>Motores</a:t>
            </a:r>
            <a:r>
              <a:rPr lang="en-GB" sz="1200" b="1" dirty="0">
                <a:solidFill>
                  <a:prstClr val="white"/>
                </a:solidFill>
                <a:latin typeface="Muli" panose="00000500000000000000" pitchFamily="2" charset="0"/>
              </a:rPr>
              <a:t> de SI – DATA LAKE (Local)</a:t>
            </a:r>
          </a:p>
        </p:txBody>
      </p:sp>
      <p:sp>
        <p:nvSpPr>
          <p:cNvPr id="320" name="Rectángulo 68">
            <a:extLst>
              <a:ext uri="{FF2B5EF4-FFF2-40B4-BE49-F238E27FC236}">
                <a16:creationId xmlns:a16="http://schemas.microsoft.com/office/drawing/2014/main" id="{F025CB45-543A-9E8F-78BF-35E757407EFC}"/>
              </a:ext>
            </a:extLst>
          </p:cNvPr>
          <p:cNvSpPr/>
          <p:nvPr/>
        </p:nvSpPr>
        <p:spPr>
          <a:xfrm>
            <a:off x="3279958" y="1496471"/>
            <a:ext cx="4358512" cy="44100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 err="1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Repositório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 AS-IS</a:t>
            </a: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9BD9640-DF14-EFF1-3460-4736A693ED5D}"/>
              </a:ext>
            </a:extLst>
          </p:cNvPr>
          <p:cNvGrpSpPr/>
          <p:nvPr/>
        </p:nvGrpSpPr>
        <p:grpSpPr>
          <a:xfrm>
            <a:off x="3601572" y="2585620"/>
            <a:ext cx="792000" cy="465747"/>
            <a:chOff x="2383707" y="2828048"/>
            <a:chExt cx="792000" cy="465747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D2631726-D690-B254-1C91-A582BB914AAD}"/>
                </a:ext>
              </a:extLst>
            </p:cNvPr>
            <p:cNvGrpSpPr/>
            <p:nvPr/>
          </p:nvGrpSpPr>
          <p:grpSpPr>
            <a:xfrm>
              <a:off x="2481668" y="3077795"/>
              <a:ext cx="577911" cy="216000"/>
              <a:chOff x="2481668" y="3185701"/>
              <a:chExt cx="577911" cy="216000"/>
            </a:xfrm>
          </p:grpSpPr>
          <p:sp>
            <p:nvSpPr>
              <p:cNvPr id="226" name="Disco magnético 89">
                <a:extLst>
                  <a:ext uri="{FF2B5EF4-FFF2-40B4-BE49-F238E27FC236}">
                    <a16:creationId xmlns:a16="http://schemas.microsoft.com/office/drawing/2014/main" id="{98810DCC-5A39-B70A-7DD1-824E4A86DB6F}"/>
                  </a:ext>
                </a:extLst>
              </p:cNvPr>
              <p:cNvSpPr/>
              <p:nvPr/>
            </p:nvSpPr>
            <p:spPr>
              <a:xfrm>
                <a:off x="2481668" y="3318996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27" name="Disco magnético 91">
                <a:extLst>
                  <a:ext uri="{FF2B5EF4-FFF2-40B4-BE49-F238E27FC236}">
                    <a16:creationId xmlns:a16="http://schemas.microsoft.com/office/drawing/2014/main" id="{C500B581-B9D0-A4B5-81DD-030E9F67B41A}"/>
                  </a:ext>
                </a:extLst>
              </p:cNvPr>
              <p:cNvSpPr/>
              <p:nvPr/>
            </p:nvSpPr>
            <p:spPr>
              <a:xfrm>
                <a:off x="2481668" y="3252348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28" name="Disco magnético 92">
                <a:extLst>
                  <a:ext uri="{FF2B5EF4-FFF2-40B4-BE49-F238E27FC236}">
                    <a16:creationId xmlns:a16="http://schemas.microsoft.com/office/drawing/2014/main" id="{E1FD11E1-9219-75FF-DE8F-2A41A0C48A8B}"/>
                  </a:ext>
                </a:extLst>
              </p:cNvPr>
              <p:cNvSpPr/>
              <p:nvPr/>
            </p:nvSpPr>
            <p:spPr>
              <a:xfrm>
                <a:off x="2481668" y="3185701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  <p:sp>
          <p:nvSpPr>
            <p:cNvPr id="229" name="CuadroTexto 86">
              <a:extLst>
                <a:ext uri="{FF2B5EF4-FFF2-40B4-BE49-F238E27FC236}">
                  <a16:creationId xmlns:a16="http://schemas.microsoft.com/office/drawing/2014/main" id="{A225A302-3140-C800-AAF5-5EB932A9F2F6}"/>
                </a:ext>
              </a:extLst>
            </p:cNvPr>
            <p:cNvSpPr txBox="1"/>
            <p:nvPr/>
          </p:nvSpPr>
          <p:spPr>
            <a:xfrm>
              <a:off x="2383707" y="2828048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CAPITAL</a:t>
              </a: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77F77534-1AD5-331F-95A9-788EA3183F2A}"/>
              </a:ext>
            </a:extLst>
          </p:cNvPr>
          <p:cNvGrpSpPr/>
          <p:nvPr/>
        </p:nvGrpSpPr>
        <p:grpSpPr>
          <a:xfrm>
            <a:off x="4513074" y="1928729"/>
            <a:ext cx="792000" cy="465747"/>
            <a:chOff x="2383707" y="2292554"/>
            <a:chExt cx="792000" cy="465747"/>
          </a:xfrm>
        </p:grpSpPr>
        <p:grpSp>
          <p:nvGrpSpPr>
            <p:cNvPr id="231" name="Grupo 83">
              <a:extLst>
                <a:ext uri="{FF2B5EF4-FFF2-40B4-BE49-F238E27FC236}">
                  <a16:creationId xmlns:a16="http://schemas.microsoft.com/office/drawing/2014/main" id="{77B0611D-BC98-C1A1-C154-DE0FD89D08E0}"/>
                </a:ext>
              </a:extLst>
            </p:cNvPr>
            <p:cNvGrpSpPr/>
            <p:nvPr/>
          </p:nvGrpSpPr>
          <p:grpSpPr>
            <a:xfrm>
              <a:off x="2494179" y="2542301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233" name="Disco magnético 89">
                <a:extLst>
                  <a:ext uri="{FF2B5EF4-FFF2-40B4-BE49-F238E27FC236}">
                    <a16:creationId xmlns:a16="http://schemas.microsoft.com/office/drawing/2014/main" id="{DD101F14-2197-D1FF-1FC4-4EEF26B17C9D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34" name="Disco magnético 91">
                <a:extLst>
                  <a:ext uri="{FF2B5EF4-FFF2-40B4-BE49-F238E27FC236}">
                    <a16:creationId xmlns:a16="http://schemas.microsoft.com/office/drawing/2014/main" id="{C7CC5424-2D55-C8DC-D1EB-7D4924F951C0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35" name="Disco magnético 92">
                <a:extLst>
                  <a:ext uri="{FF2B5EF4-FFF2-40B4-BE49-F238E27FC236}">
                    <a16:creationId xmlns:a16="http://schemas.microsoft.com/office/drawing/2014/main" id="{0F4A9B74-0CF2-4624-3D5C-5CFDE71CFB6E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  <p:sp>
          <p:nvSpPr>
            <p:cNvPr id="232" name="CuadroTexto 86">
              <a:extLst>
                <a:ext uri="{FF2B5EF4-FFF2-40B4-BE49-F238E27FC236}">
                  <a16:creationId xmlns:a16="http://schemas.microsoft.com/office/drawing/2014/main" id="{5F2BAAD9-E910-F63F-3FE6-7FF026F34346}"/>
                </a:ext>
              </a:extLst>
            </p:cNvPr>
            <p:cNvSpPr txBox="1"/>
            <p:nvPr/>
          </p:nvSpPr>
          <p:spPr>
            <a:xfrm>
              <a:off x="2383707" y="2292554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CONTAB</a:t>
              </a: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95586955-2667-D726-B5AC-0EC10A55351C}"/>
              </a:ext>
            </a:extLst>
          </p:cNvPr>
          <p:cNvGrpSpPr/>
          <p:nvPr/>
        </p:nvGrpSpPr>
        <p:grpSpPr>
          <a:xfrm>
            <a:off x="3601572" y="1928729"/>
            <a:ext cx="792000" cy="465747"/>
            <a:chOff x="2383707" y="1757060"/>
            <a:chExt cx="792000" cy="465747"/>
          </a:xfrm>
        </p:grpSpPr>
        <p:grpSp>
          <p:nvGrpSpPr>
            <p:cNvPr id="236" name="Grupo 83">
              <a:extLst>
                <a:ext uri="{FF2B5EF4-FFF2-40B4-BE49-F238E27FC236}">
                  <a16:creationId xmlns:a16="http://schemas.microsoft.com/office/drawing/2014/main" id="{63E6D36F-4D16-566B-E0D6-34CCF40F40A6}"/>
                </a:ext>
              </a:extLst>
            </p:cNvPr>
            <p:cNvGrpSpPr/>
            <p:nvPr/>
          </p:nvGrpSpPr>
          <p:grpSpPr>
            <a:xfrm>
              <a:off x="2483825" y="2006807"/>
              <a:ext cx="577911" cy="216000"/>
              <a:chOff x="8038758" y="3835908"/>
              <a:chExt cx="1282700" cy="1173653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237" name="Disco magnético 89">
                <a:extLst>
                  <a:ext uri="{FF2B5EF4-FFF2-40B4-BE49-F238E27FC236}">
                    <a16:creationId xmlns:a16="http://schemas.microsoft.com/office/drawing/2014/main" id="{536F18C3-D276-F26A-AAC5-9898BA59701B}"/>
                  </a:ext>
                </a:extLst>
              </p:cNvPr>
              <p:cNvSpPr/>
              <p:nvPr/>
            </p:nvSpPr>
            <p:spPr>
              <a:xfrm>
                <a:off x="8038758" y="4560177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38" name="Disco magnético 91">
                <a:extLst>
                  <a:ext uri="{FF2B5EF4-FFF2-40B4-BE49-F238E27FC236}">
                    <a16:creationId xmlns:a16="http://schemas.microsoft.com/office/drawing/2014/main" id="{9CE53417-1CB1-F61F-804F-1E421FECBD02}"/>
                  </a:ext>
                </a:extLst>
              </p:cNvPr>
              <p:cNvSpPr/>
              <p:nvPr/>
            </p:nvSpPr>
            <p:spPr>
              <a:xfrm>
                <a:off x="8038758" y="4198040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39" name="Disco magnético 92">
                <a:extLst>
                  <a:ext uri="{FF2B5EF4-FFF2-40B4-BE49-F238E27FC236}">
                    <a16:creationId xmlns:a16="http://schemas.microsoft.com/office/drawing/2014/main" id="{7D246694-8B92-7D77-FEFF-E60DF2E6BFDE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  <p:sp>
          <p:nvSpPr>
            <p:cNvPr id="240" name="CuadroTexto 86">
              <a:extLst>
                <a:ext uri="{FF2B5EF4-FFF2-40B4-BE49-F238E27FC236}">
                  <a16:creationId xmlns:a16="http://schemas.microsoft.com/office/drawing/2014/main" id="{43FE4371-A9E7-9117-B156-C1FB48341463}"/>
                </a:ext>
              </a:extLst>
            </p:cNvPr>
            <p:cNvSpPr txBox="1"/>
            <p:nvPr/>
          </p:nvSpPr>
          <p:spPr>
            <a:xfrm>
              <a:off x="2383707" y="175706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ALM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23611175-38EA-5C1C-AFE3-0D7C475F4B1F}"/>
              </a:ext>
            </a:extLst>
          </p:cNvPr>
          <p:cNvGrpSpPr/>
          <p:nvPr/>
        </p:nvGrpSpPr>
        <p:grpSpPr>
          <a:xfrm>
            <a:off x="4513074" y="2585620"/>
            <a:ext cx="792000" cy="465747"/>
            <a:chOff x="2383707" y="3363542"/>
            <a:chExt cx="792000" cy="465747"/>
          </a:xfrm>
        </p:grpSpPr>
        <p:grpSp>
          <p:nvGrpSpPr>
            <p:cNvPr id="245" name="Grupo 83">
              <a:extLst>
                <a:ext uri="{FF2B5EF4-FFF2-40B4-BE49-F238E27FC236}">
                  <a16:creationId xmlns:a16="http://schemas.microsoft.com/office/drawing/2014/main" id="{3FAE382E-E60F-5C76-C02F-64396E4A9CCC}"/>
                </a:ext>
              </a:extLst>
            </p:cNvPr>
            <p:cNvGrpSpPr/>
            <p:nvPr/>
          </p:nvGrpSpPr>
          <p:grpSpPr>
            <a:xfrm>
              <a:off x="2491865" y="3613289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247" name="Disco magnético 89">
                <a:extLst>
                  <a:ext uri="{FF2B5EF4-FFF2-40B4-BE49-F238E27FC236}">
                    <a16:creationId xmlns:a16="http://schemas.microsoft.com/office/drawing/2014/main" id="{39EDC135-DA03-77AE-004A-4EF1D734666B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48" name="Disco magnético 91">
                <a:extLst>
                  <a:ext uri="{FF2B5EF4-FFF2-40B4-BE49-F238E27FC236}">
                    <a16:creationId xmlns:a16="http://schemas.microsoft.com/office/drawing/2014/main" id="{62AD0B57-F27E-C331-0229-16C94D74579B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49" name="Disco magnético 92">
                <a:extLst>
                  <a:ext uri="{FF2B5EF4-FFF2-40B4-BE49-F238E27FC236}">
                    <a16:creationId xmlns:a16="http://schemas.microsoft.com/office/drawing/2014/main" id="{085DD7B5-A705-D269-2A4E-6614E7321C9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  <p:sp>
          <p:nvSpPr>
            <p:cNvPr id="246" name="CuadroTexto 86">
              <a:extLst>
                <a:ext uri="{FF2B5EF4-FFF2-40B4-BE49-F238E27FC236}">
                  <a16:creationId xmlns:a16="http://schemas.microsoft.com/office/drawing/2014/main" id="{8BD14A76-1795-14D4-9AC7-CFA2C7ED2CE8}"/>
                </a:ext>
              </a:extLst>
            </p:cNvPr>
            <p:cNvSpPr txBox="1"/>
            <p:nvPr/>
          </p:nvSpPr>
          <p:spPr>
            <a:xfrm>
              <a:off x="2383707" y="3363542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IFRS9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2CCA2019-BA25-5B3F-7AC9-6CC2214D7C8C}"/>
              </a:ext>
            </a:extLst>
          </p:cNvPr>
          <p:cNvGrpSpPr/>
          <p:nvPr/>
        </p:nvGrpSpPr>
        <p:grpSpPr>
          <a:xfrm>
            <a:off x="3592488" y="3242512"/>
            <a:ext cx="792000" cy="465747"/>
            <a:chOff x="2383707" y="3899036"/>
            <a:chExt cx="792000" cy="465747"/>
          </a:xfrm>
        </p:grpSpPr>
        <p:sp>
          <p:nvSpPr>
            <p:cNvPr id="254" name="CuadroTexto 86">
              <a:extLst>
                <a:ext uri="{FF2B5EF4-FFF2-40B4-BE49-F238E27FC236}">
                  <a16:creationId xmlns:a16="http://schemas.microsoft.com/office/drawing/2014/main" id="{EDD0699B-AFDD-8B70-32D1-551B4097EE25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MUG</a:t>
              </a:r>
            </a:p>
          </p:txBody>
        </p:sp>
        <p:grpSp>
          <p:nvGrpSpPr>
            <p:cNvPr id="259" name="Grupo 83">
              <a:extLst>
                <a:ext uri="{FF2B5EF4-FFF2-40B4-BE49-F238E27FC236}">
                  <a16:creationId xmlns:a16="http://schemas.microsoft.com/office/drawing/2014/main" id="{4B0672AD-C4A6-D1AC-ACFF-298BCAD1FE62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260" name="Disco magnético 89">
                <a:extLst>
                  <a:ext uri="{FF2B5EF4-FFF2-40B4-BE49-F238E27FC236}">
                    <a16:creationId xmlns:a16="http://schemas.microsoft.com/office/drawing/2014/main" id="{D2637889-A0D2-805E-7CF0-E5EF8B7AC3F4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61" name="Disco magnético 91">
                <a:extLst>
                  <a:ext uri="{FF2B5EF4-FFF2-40B4-BE49-F238E27FC236}">
                    <a16:creationId xmlns:a16="http://schemas.microsoft.com/office/drawing/2014/main" id="{7E8B1C0B-DE27-2561-CE10-D65AA0B16C2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62" name="Disco magnético 92">
                <a:extLst>
                  <a:ext uri="{FF2B5EF4-FFF2-40B4-BE49-F238E27FC236}">
                    <a16:creationId xmlns:a16="http://schemas.microsoft.com/office/drawing/2014/main" id="{0914DF09-6FB5-EECC-0B96-00E0CC8D623B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44C47C39-4FC8-76E4-5EB4-A98C978C7455}"/>
              </a:ext>
            </a:extLst>
          </p:cNvPr>
          <p:cNvGrpSpPr/>
          <p:nvPr/>
        </p:nvGrpSpPr>
        <p:grpSpPr>
          <a:xfrm>
            <a:off x="4513074" y="3242512"/>
            <a:ext cx="792000" cy="465742"/>
            <a:chOff x="2383707" y="4434530"/>
            <a:chExt cx="792000" cy="465742"/>
          </a:xfrm>
        </p:grpSpPr>
        <p:grpSp>
          <p:nvGrpSpPr>
            <p:cNvPr id="285" name="Grupo 83">
              <a:extLst>
                <a:ext uri="{FF2B5EF4-FFF2-40B4-BE49-F238E27FC236}">
                  <a16:creationId xmlns:a16="http://schemas.microsoft.com/office/drawing/2014/main" id="{A1D8DDC1-9236-A042-1DF8-896B9D3E43CD}"/>
                </a:ext>
              </a:extLst>
            </p:cNvPr>
            <p:cNvGrpSpPr/>
            <p:nvPr/>
          </p:nvGrpSpPr>
          <p:grpSpPr>
            <a:xfrm>
              <a:off x="2491148" y="4684272"/>
              <a:ext cx="577911" cy="216000"/>
              <a:chOff x="8038758" y="3835908"/>
              <a:chExt cx="1282700" cy="1173653"/>
            </a:xfrm>
            <a:solidFill>
              <a:srgbClr val="FF0000"/>
            </a:solidFill>
          </p:grpSpPr>
          <p:sp>
            <p:nvSpPr>
              <p:cNvPr id="286" name="Disco magnético 89">
                <a:extLst>
                  <a:ext uri="{FF2B5EF4-FFF2-40B4-BE49-F238E27FC236}">
                    <a16:creationId xmlns:a16="http://schemas.microsoft.com/office/drawing/2014/main" id="{34DF6D89-1274-A47E-0588-B12BF7507BE4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87" name="Disco magnético 91">
                <a:extLst>
                  <a:ext uri="{FF2B5EF4-FFF2-40B4-BE49-F238E27FC236}">
                    <a16:creationId xmlns:a16="http://schemas.microsoft.com/office/drawing/2014/main" id="{A0AF819E-2E13-732D-8E61-0F748ADF9F2C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288" name="Disco magnético 92">
                <a:extLst>
                  <a:ext uri="{FF2B5EF4-FFF2-40B4-BE49-F238E27FC236}">
                    <a16:creationId xmlns:a16="http://schemas.microsoft.com/office/drawing/2014/main" id="{601A28AB-86AD-E397-3D99-401E78A5C9A9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  <p:sp>
          <p:nvSpPr>
            <p:cNvPr id="289" name="CuadroTexto 86">
              <a:extLst>
                <a:ext uri="{FF2B5EF4-FFF2-40B4-BE49-F238E27FC236}">
                  <a16:creationId xmlns:a16="http://schemas.microsoft.com/office/drawing/2014/main" id="{AD9AF0A8-C146-7689-5CEC-9285F107F2E2}"/>
                </a:ext>
              </a:extLst>
            </p:cNvPr>
            <p:cNvSpPr txBox="1"/>
            <p:nvPr/>
          </p:nvSpPr>
          <p:spPr>
            <a:xfrm>
              <a:off x="2383707" y="443453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(…)</a:t>
              </a:r>
            </a:p>
          </p:txBody>
        </p:sp>
      </p:grpSp>
      <p:sp>
        <p:nvSpPr>
          <p:cNvPr id="323" name="Rectángulo 68">
            <a:extLst>
              <a:ext uri="{FF2B5EF4-FFF2-40B4-BE49-F238E27FC236}">
                <a16:creationId xmlns:a16="http://schemas.microsoft.com/office/drawing/2014/main" id="{74579846-6476-0CCE-15F8-6E0CCD64ED6C}"/>
              </a:ext>
            </a:extLst>
          </p:cNvPr>
          <p:cNvSpPr/>
          <p:nvPr/>
        </p:nvSpPr>
        <p:spPr>
          <a:xfrm>
            <a:off x="3279958" y="3840051"/>
            <a:ext cx="2306016" cy="541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Novo 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Repositório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 (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Âmbito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 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projeto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 testes)</a:t>
            </a: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0DB8CCC-681D-37F2-DF64-AB9FCD887D47}"/>
              </a:ext>
            </a:extLst>
          </p:cNvPr>
          <p:cNvGrpSpPr/>
          <p:nvPr/>
        </p:nvGrpSpPr>
        <p:grpSpPr>
          <a:xfrm>
            <a:off x="4036966" y="4513334"/>
            <a:ext cx="792000" cy="1293849"/>
            <a:chOff x="3104305" y="4017650"/>
            <a:chExt cx="792000" cy="1293849"/>
          </a:xfrm>
        </p:grpSpPr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278287E7-8576-9115-6AFD-42FB107DA823}"/>
                </a:ext>
              </a:extLst>
            </p:cNvPr>
            <p:cNvGrpSpPr/>
            <p:nvPr/>
          </p:nvGrpSpPr>
          <p:grpSpPr>
            <a:xfrm>
              <a:off x="3104305" y="4017650"/>
              <a:ext cx="792000" cy="465747"/>
              <a:chOff x="2383707" y="3899036"/>
              <a:chExt cx="792000" cy="465747"/>
            </a:xfrm>
          </p:grpSpPr>
          <p:sp>
            <p:nvSpPr>
              <p:cNvPr id="300" name="CuadroTexto 86">
                <a:extLst>
                  <a:ext uri="{FF2B5EF4-FFF2-40B4-BE49-F238E27FC236}">
                    <a16:creationId xmlns:a16="http://schemas.microsoft.com/office/drawing/2014/main" id="{B4FB5936-57AB-969D-00B6-84F72500D84B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Muli" panose="00000500000000000000" pitchFamily="2" charset="0"/>
                  </a:rPr>
                  <a:t>DL MODELO VERDE</a:t>
                </a:r>
              </a:p>
            </p:txBody>
          </p:sp>
          <p:grpSp>
            <p:nvGrpSpPr>
              <p:cNvPr id="301" name="Grupo 83">
                <a:extLst>
                  <a:ext uri="{FF2B5EF4-FFF2-40B4-BE49-F238E27FC236}">
                    <a16:creationId xmlns:a16="http://schemas.microsoft.com/office/drawing/2014/main" id="{C55DA565-9CEF-C4E7-F598-80D68D4A23B6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302" name="Disco magnético 89">
                  <a:extLst>
                    <a:ext uri="{FF2B5EF4-FFF2-40B4-BE49-F238E27FC236}">
                      <a16:creationId xmlns:a16="http://schemas.microsoft.com/office/drawing/2014/main" id="{6BD40682-0DFC-6C17-3EE6-E6DF6A178DA2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03" name="Disco magnético 91">
                  <a:extLst>
                    <a:ext uri="{FF2B5EF4-FFF2-40B4-BE49-F238E27FC236}">
                      <a16:creationId xmlns:a16="http://schemas.microsoft.com/office/drawing/2014/main" id="{EBCA54F0-612E-FECE-4CFF-FEB01FB871B0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04" name="Disco magnético 92">
                  <a:extLst>
                    <a:ext uri="{FF2B5EF4-FFF2-40B4-BE49-F238E27FC236}">
                      <a16:creationId xmlns:a16="http://schemas.microsoft.com/office/drawing/2014/main" id="{8F829791-8215-B154-6D95-BBB6C8B71E20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858BCB8-42C2-9504-E52C-20961CF0D8D7}"/>
                </a:ext>
              </a:extLst>
            </p:cNvPr>
            <p:cNvGrpSpPr/>
            <p:nvPr/>
          </p:nvGrpSpPr>
          <p:grpSpPr>
            <a:xfrm>
              <a:off x="3104305" y="4845752"/>
              <a:ext cx="792000" cy="465747"/>
              <a:chOff x="2383707" y="3899036"/>
              <a:chExt cx="792000" cy="465747"/>
            </a:xfrm>
          </p:grpSpPr>
          <p:sp>
            <p:nvSpPr>
              <p:cNvPr id="306" name="CuadroTexto 86">
                <a:extLst>
                  <a:ext uri="{FF2B5EF4-FFF2-40B4-BE49-F238E27FC236}">
                    <a16:creationId xmlns:a16="http://schemas.microsoft.com/office/drawing/2014/main" id="{62AE3B12-8371-4D1A-885A-BA2DA9B25CA5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Muli" panose="00000500000000000000" pitchFamily="2" charset="0"/>
                  </a:rPr>
                  <a:t>DL BENS IMOVEIS</a:t>
                </a:r>
              </a:p>
            </p:txBody>
          </p:sp>
          <p:grpSp>
            <p:nvGrpSpPr>
              <p:cNvPr id="307" name="Grupo 83">
                <a:extLst>
                  <a:ext uri="{FF2B5EF4-FFF2-40B4-BE49-F238E27FC236}">
                    <a16:creationId xmlns:a16="http://schemas.microsoft.com/office/drawing/2014/main" id="{176AA8AE-529F-6EB4-3C52-07EDC88EC30F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308" name="Disco magnético 89">
                  <a:extLst>
                    <a:ext uri="{FF2B5EF4-FFF2-40B4-BE49-F238E27FC236}">
                      <a16:creationId xmlns:a16="http://schemas.microsoft.com/office/drawing/2014/main" id="{EB1E8CCE-8FBA-1E3A-6FC5-601996A5A2D0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09" name="Disco magnético 91">
                  <a:extLst>
                    <a:ext uri="{FF2B5EF4-FFF2-40B4-BE49-F238E27FC236}">
                      <a16:creationId xmlns:a16="http://schemas.microsoft.com/office/drawing/2014/main" id="{966A8098-B935-2CAC-D5C2-DED3AB428563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10" name="Disco magnético 92">
                  <a:extLst>
                    <a:ext uri="{FF2B5EF4-FFF2-40B4-BE49-F238E27FC236}">
                      <a16:creationId xmlns:a16="http://schemas.microsoft.com/office/drawing/2014/main" id="{56EA836B-E1CB-CCB9-2282-A33F31B8A151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92B191D-70D3-E8E6-5BB1-7F9B8B5E6588}"/>
              </a:ext>
            </a:extLst>
          </p:cNvPr>
          <p:cNvSpPr/>
          <p:nvPr/>
        </p:nvSpPr>
        <p:spPr>
          <a:xfrm>
            <a:off x="3392052" y="1809750"/>
            <a:ext cx="2113458" cy="201748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4313E5-A487-89DD-42D5-82A712167B42}"/>
              </a:ext>
            </a:extLst>
          </p:cNvPr>
          <p:cNvSpPr/>
          <p:nvPr/>
        </p:nvSpPr>
        <p:spPr>
          <a:xfrm>
            <a:off x="3392378" y="4332692"/>
            <a:ext cx="2113458" cy="151195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DF38E43-D2DA-3932-25F6-D866FAB13AE6}"/>
              </a:ext>
            </a:extLst>
          </p:cNvPr>
          <p:cNvGrpSpPr/>
          <p:nvPr/>
        </p:nvGrpSpPr>
        <p:grpSpPr>
          <a:xfrm>
            <a:off x="6230561" y="2980125"/>
            <a:ext cx="1081321" cy="1511956"/>
            <a:chOff x="5953473" y="4332693"/>
            <a:chExt cx="1081321" cy="15119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E5669DC-2FD9-F643-1B11-91A9B7BFCE0E}"/>
                </a:ext>
              </a:extLst>
            </p:cNvPr>
            <p:cNvGrpSpPr/>
            <p:nvPr/>
          </p:nvGrpSpPr>
          <p:grpSpPr>
            <a:xfrm>
              <a:off x="6098133" y="4855798"/>
              <a:ext cx="792000" cy="465747"/>
              <a:chOff x="2383707" y="3899036"/>
              <a:chExt cx="792000" cy="465747"/>
            </a:xfrm>
          </p:grpSpPr>
          <p:sp>
            <p:nvSpPr>
              <p:cNvPr id="15" name="CuadroTexto 86">
                <a:extLst>
                  <a:ext uri="{FF2B5EF4-FFF2-40B4-BE49-F238E27FC236}">
                    <a16:creationId xmlns:a16="http://schemas.microsoft.com/office/drawing/2014/main" id="{654FB820-7B32-66B5-0722-8AC72A73A886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Muli" panose="00000500000000000000" pitchFamily="2" charset="0"/>
                  </a:rPr>
                  <a:t>DL LOAN TAPE</a:t>
                </a:r>
              </a:p>
            </p:txBody>
          </p:sp>
          <p:grpSp>
            <p:nvGrpSpPr>
              <p:cNvPr id="16" name="Grupo 83">
                <a:extLst>
                  <a:ext uri="{FF2B5EF4-FFF2-40B4-BE49-F238E27FC236}">
                    <a16:creationId xmlns:a16="http://schemas.microsoft.com/office/drawing/2014/main" id="{BF8CE823-33AC-E6F3-0AF3-6BBB26A85BCA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17" name="Disco magnético 89">
                  <a:extLst>
                    <a:ext uri="{FF2B5EF4-FFF2-40B4-BE49-F238E27FC236}">
                      <a16:creationId xmlns:a16="http://schemas.microsoft.com/office/drawing/2014/main" id="{36C8E684-1CAC-6BC3-88AA-904339982F38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8" name="Disco magnético 91">
                  <a:extLst>
                    <a:ext uri="{FF2B5EF4-FFF2-40B4-BE49-F238E27FC236}">
                      <a16:creationId xmlns:a16="http://schemas.microsoft.com/office/drawing/2014/main" id="{14D55C54-C0A1-20B3-C1D1-DF6A48F576AE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9" name="Disco magnético 92">
                  <a:extLst>
                    <a:ext uri="{FF2B5EF4-FFF2-40B4-BE49-F238E27FC236}">
                      <a16:creationId xmlns:a16="http://schemas.microsoft.com/office/drawing/2014/main" id="{6C87F2A3-5C3F-BF57-70E1-B6C58D49D485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B0B0EB-CE33-7AFB-F0C9-81D4A870BF3D}"/>
                </a:ext>
              </a:extLst>
            </p:cNvPr>
            <p:cNvSpPr/>
            <p:nvPr/>
          </p:nvSpPr>
          <p:spPr>
            <a:xfrm>
              <a:off x="5953473" y="4332693"/>
              <a:ext cx="1081321" cy="1511956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pt-PT" sz="900" dirty="0">
                  <a:solidFill>
                    <a:schemeClr val="bg1">
                      <a:lumMod val="50000"/>
                    </a:schemeClr>
                  </a:solidFill>
                  <a:latin typeface="Muli Light" panose="00000400000000000000" pitchFamily="2" charset="0"/>
                </a:rPr>
                <a:t>Atualização âmbito Pilar III</a:t>
              </a:r>
            </a:p>
          </p:txBody>
        </p:sp>
      </p:grpSp>
      <p:sp>
        <p:nvSpPr>
          <p:cNvPr id="50" name="Rectángulo 68">
            <a:extLst>
              <a:ext uri="{FF2B5EF4-FFF2-40B4-BE49-F238E27FC236}">
                <a16:creationId xmlns:a16="http://schemas.microsoft.com/office/drawing/2014/main" id="{49F3D9C4-7537-3CDF-D009-AFAF0189AC5F}"/>
              </a:ext>
            </a:extLst>
          </p:cNvPr>
          <p:cNvSpPr/>
          <p:nvPr/>
        </p:nvSpPr>
        <p:spPr>
          <a:xfrm>
            <a:off x="9111897" y="1425731"/>
            <a:ext cx="2756038" cy="4608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51" name="Rectángulo 69">
            <a:extLst>
              <a:ext uri="{FF2B5EF4-FFF2-40B4-BE49-F238E27FC236}">
                <a16:creationId xmlns:a16="http://schemas.microsoft.com/office/drawing/2014/main" id="{484E6747-37F8-6F5F-BFEE-84EAE5782E67}"/>
              </a:ext>
            </a:extLst>
          </p:cNvPr>
          <p:cNvSpPr/>
          <p:nvPr/>
        </p:nvSpPr>
        <p:spPr>
          <a:xfrm>
            <a:off x="9111001" y="1065676"/>
            <a:ext cx="2756039" cy="3231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Muli" panose="00000500000000000000" pitchFamily="2" charset="0"/>
              </a:rPr>
              <a:t>CORPORAÇÃO (Granular Reporting Tool)</a:t>
            </a:r>
          </a:p>
        </p:txBody>
      </p:sp>
      <p:sp>
        <p:nvSpPr>
          <p:cNvPr id="52" name="Rectángulo 68">
            <a:extLst>
              <a:ext uri="{FF2B5EF4-FFF2-40B4-BE49-F238E27FC236}">
                <a16:creationId xmlns:a16="http://schemas.microsoft.com/office/drawing/2014/main" id="{3132B366-A069-125A-F47C-4D63A3C26A22}"/>
              </a:ext>
            </a:extLst>
          </p:cNvPr>
          <p:cNvSpPr/>
          <p:nvPr/>
        </p:nvSpPr>
        <p:spPr>
          <a:xfrm>
            <a:off x="9264073" y="1496471"/>
            <a:ext cx="2475344" cy="44100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 err="1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Geração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Muli" panose="00000500000000000000" pitchFamily="2" charset="0"/>
              </a:rPr>
              <a:t> de Satélites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5FE76D4-C21E-8626-1A45-822D5E4F9CD0}"/>
              </a:ext>
            </a:extLst>
          </p:cNvPr>
          <p:cNvGrpSpPr/>
          <p:nvPr/>
        </p:nvGrpSpPr>
        <p:grpSpPr>
          <a:xfrm>
            <a:off x="7897333" y="3249324"/>
            <a:ext cx="1075774" cy="1168171"/>
            <a:chOff x="7758789" y="3249324"/>
            <a:chExt cx="1075774" cy="1168171"/>
          </a:xfrm>
        </p:grpSpPr>
        <p:pic>
          <p:nvPicPr>
            <p:cNvPr id="49" name="Graphic 48" descr="Circles with arrows with solid fill">
              <a:extLst>
                <a:ext uri="{FF2B5EF4-FFF2-40B4-BE49-F238E27FC236}">
                  <a16:creationId xmlns:a16="http://schemas.microsoft.com/office/drawing/2014/main" id="{AEB4330C-D81A-BDEB-5AC6-CD701FAB1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467308" y="3249324"/>
              <a:ext cx="218900" cy="21890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0B1B492-0AFB-B60D-1453-4A742C95A4F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20144" y="3268321"/>
              <a:ext cx="553065" cy="553065"/>
              <a:chOff x="7928764" y="1797786"/>
              <a:chExt cx="736129" cy="736129"/>
            </a:xfrm>
            <a:solidFill>
              <a:schemeClr val="bg1">
                <a:lumMod val="50000"/>
              </a:schemeClr>
            </a:solidFill>
          </p:grpSpPr>
          <p:pic>
            <p:nvPicPr>
              <p:cNvPr id="54" name="Graphic 53" descr="Laptop">
                <a:extLst>
                  <a:ext uri="{FF2B5EF4-FFF2-40B4-BE49-F238E27FC236}">
                    <a16:creationId xmlns:a16="http://schemas.microsoft.com/office/drawing/2014/main" id="{820F483C-2175-04C7-FA99-F3EADB756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7928764" y="1797786"/>
                <a:ext cx="736129" cy="736129"/>
              </a:xfrm>
              <a:prstGeom prst="rect">
                <a:avLst/>
              </a:prstGeom>
            </p:spPr>
          </p:pic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35AC6037-DBF6-CDF0-50DF-8B4E8C56233A}"/>
                  </a:ext>
                </a:extLst>
              </p:cNvPr>
              <p:cNvGrpSpPr/>
              <p:nvPr/>
            </p:nvGrpSpPr>
            <p:grpSpPr>
              <a:xfrm>
                <a:off x="8075683" y="2008034"/>
                <a:ext cx="442290" cy="216000"/>
                <a:chOff x="8071928" y="2008034"/>
                <a:chExt cx="442290" cy="216000"/>
              </a:xfrm>
              <a:grpFill/>
            </p:grpSpPr>
            <p:pic>
              <p:nvPicPr>
                <p:cNvPr id="56" name="Graphic 55" descr="List">
                  <a:extLst>
                    <a:ext uri="{FF2B5EF4-FFF2-40B4-BE49-F238E27FC236}">
                      <a16:creationId xmlns:a16="http://schemas.microsoft.com/office/drawing/2014/main" id="{2DCED4BA-AC5A-CB54-FFFD-8DCE7BC4BA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8071928" y="2008034"/>
                  <a:ext cx="216000" cy="216000"/>
                </a:xfrm>
                <a:prstGeom prst="rect">
                  <a:avLst/>
                </a:prstGeom>
              </p:spPr>
            </p:pic>
            <p:pic>
              <p:nvPicPr>
                <p:cNvPr id="57" name="Graphic 56" descr="Bar graph with upward trend">
                  <a:extLst>
                    <a:ext uri="{FF2B5EF4-FFF2-40B4-BE49-F238E27FC236}">
                      <a16:creationId xmlns:a16="http://schemas.microsoft.com/office/drawing/2014/main" id="{B8D81724-2A21-D37D-4700-8A73DA32D6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8298218" y="2008034"/>
                  <a:ext cx="216000" cy="216000"/>
                </a:xfrm>
                <a:prstGeom prst="rect">
                  <a:avLst/>
                </a:prstGeom>
              </p:spPr>
            </p:pic>
          </p:grpSp>
        </p:grpSp>
        <p:sp>
          <p:nvSpPr>
            <p:cNvPr id="58" name="Rectángulo 68">
              <a:extLst>
                <a:ext uri="{FF2B5EF4-FFF2-40B4-BE49-F238E27FC236}">
                  <a16:creationId xmlns:a16="http://schemas.microsoft.com/office/drawing/2014/main" id="{CB8F09DA-FDDA-AC76-8D1A-4FE246F5EE78}"/>
                </a:ext>
              </a:extLst>
            </p:cNvPr>
            <p:cNvSpPr/>
            <p:nvPr/>
          </p:nvSpPr>
          <p:spPr>
            <a:xfrm>
              <a:off x="7758789" y="3705934"/>
              <a:ext cx="1075774" cy="711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  <a:latin typeface="Muli" panose="00000500000000000000" pitchFamily="2" charset="0"/>
                </a:rPr>
                <a:t>Importação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  <a:latin typeface="Muli" panose="00000500000000000000" pitchFamily="2" charset="0"/>
                </a:rPr>
                <a:t> no Portal Corporativo</a:t>
              </a:r>
            </a:p>
          </p:txBody>
        </p:sp>
      </p:grpSp>
      <p:sp>
        <p:nvSpPr>
          <p:cNvPr id="130" name="Rectangle 32">
            <a:extLst>
              <a:ext uri="{FF2B5EF4-FFF2-40B4-BE49-F238E27FC236}">
                <a16:creationId xmlns:a16="http://schemas.microsoft.com/office/drawing/2014/main" id="{B6849D0D-89C0-2B10-E522-8DD2C398B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2175842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79</a:t>
            </a:r>
          </a:p>
        </p:txBody>
      </p:sp>
      <p:sp>
        <p:nvSpPr>
          <p:cNvPr id="131" name="Rectangle 32">
            <a:extLst>
              <a:ext uri="{FF2B5EF4-FFF2-40B4-BE49-F238E27FC236}">
                <a16:creationId xmlns:a16="http://schemas.microsoft.com/office/drawing/2014/main" id="{30DAF19F-A1C0-2831-695E-7FF5B2E2B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2692763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80</a:t>
            </a:r>
          </a:p>
        </p:txBody>
      </p:sp>
      <p:sp>
        <p:nvSpPr>
          <p:cNvPr id="132" name="Rectangle 32">
            <a:extLst>
              <a:ext uri="{FF2B5EF4-FFF2-40B4-BE49-F238E27FC236}">
                <a16:creationId xmlns:a16="http://schemas.microsoft.com/office/drawing/2014/main" id="{EE4FA7C9-BC5D-827C-2AF7-F6C906640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3209684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83</a:t>
            </a:r>
          </a:p>
        </p:txBody>
      </p:sp>
      <p:sp>
        <p:nvSpPr>
          <p:cNvPr id="133" name="Rectangle 32">
            <a:extLst>
              <a:ext uri="{FF2B5EF4-FFF2-40B4-BE49-F238E27FC236}">
                <a16:creationId xmlns:a16="http://schemas.microsoft.com/office/drawing/2014/main" id="{F8680582-C7E9-EC7B-C54A-8F89F9EA6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3726605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84</a:t>
            </a:r>
          </a:p>
        </p:txBody>
      </p:sp>
      <p:sp>
        <p:nvSpPr>
          <p:cNvPr id="134" name="Rectangle 32">
            <a:extLst>
              <a:ext uri="{FF2B5EF4-FFF2-40B4-BE49-F238E27FC236}">
                <a16:creationId xmlns:a16="http://schemas.microsoft.com/office/drawing/2014/main" id="{D5FFFB3F-921D-E4E2-86C9-9253081CD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942" y="4243526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93</a:t>
            </a:r>
          </a:p>
        </p:txBody>
      </p:sp>
      <p:sp>
        <p:nvSpPr>
          <p:cNvPr id="135" name="Rectangle 32">
            <a:extLst>
              <a:ext uri="{FF2B5EF4-FFF2-40B4-BE49-F238E27FC236}">
                <a16:creationId xmlns:a16="http://schemas.microsoft.com/office/drawing/2014/main" id="{7943D86A-B04A-D8F8-97F4-44070F75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4760447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Muli" panose="00000500000000000000" pitchFamily="2" charset="0"/>
              </a:rPr>
              <a:t>SATELITE 109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ACFC8928-7DF6-7BC0-8112-802878EFCB69}"/>
              </a:ext>
            </a:extLst>
          </p:cNvPr>
          <p:cNvSpPr/>
          <p:nvPr/>
        </p:nvSpPr>
        <p:spPr>
          <a:xfrm>
            <a:off x="1055212" y="6098297"/>
            <a:ext cx="10811828" cy="591532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576000" rtlCol="0" anchor="ctr"/>
          <a:lstStyle/>
          <a:p>
            <a:pPr algn="ctr"/>
            <a:r>
              <a:rPr lang="pt-PT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Muli" panose="00000500000000000000" pitchFamily="2" charset="0"/>
              </a:rPr>
              <a:t>ÂMBITO PROJETO ESPECIFICAÇÃO | Processo de geração de satélites</a:t>
            </a:r>
          </a:p>
        </p:txBody>
      </p:sp>
      <p:sp>
        <p:nvSpPr>
          <p:cNvPr id="137" name="Text Placeholder 3">
            <a:extLst>
              <a:ext uri="{FF2B5EF4-FFF2-40B4-BE49-F238E27FC236}">
                <a16:creationId xmlns:a16="http://schemas.microsoft.com/office/drawing/2014/main" id="{E62A5D50-4A5C-BC99-5DD4-B57C6104ADDC}"/>
              </a:ext>
            </a:extLst>
          </p:cNvPr>
          <p:cNvSpPr txBox="1">
            <a:spLocks/>
          </p:cNvSpPr>
          <p:nvPr/>
        </p:nvSpPr>
        <p:spPr>
          <a:xfrm rot="16200000">
            <a:off x="414576" y="6272452"/>
            <a:ext cx="698800" cy="2432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ctr" defTabSz="1219078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uli" panose="00000500000000000000" pitchFamily="2" charset="0"/>
              </a:rPr>
              <a:t>RESTO ATIVO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AE67DAE-9B0D-11E8-1790-9789F925F7DA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7311882" y="3736103"/>
            <a:ext cx="545955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957F88B-8DBB-0FC1-B2A7-4BC8424DABF6}"/>
              </a:ext>
            </a:extLst>
          </p:cNvPr>
          <p:cNvCxnSpPr>
            <a:cxnSpLocks/>
          </p:cNvCxnSpPr>
          <p:nvPr/>
        </p:nvCxnSpPr>
        <p:spPr>
          <a:xfrm>
            <a:off x="9013846" y="3736103"/>
            <a:ext cx="254692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017BF6D-50B3-4C57-739D-796A4AB9371C}"/>
              </a:ext>
            </a:extLst>
          </p:cNvPr>
          <p:cNvGrpSpPr/>
          <p:nvPr/>
        </p:nvGrpSpPr>
        <p:grpSpPr>
          <a:xfrm>
            <a:off x="1055212" y="2487769"/>
            <a:ext cx="1870637" cy="2124235"/>
            <a:chOff x="658049" y="1071569"/>
            <a:chExt cx="1870637" cy="2124235"/>
          </a:xfrm>
        </p:grpSpPr>
        <p:sp>
          <p:nvSpPr>
            <p:cNvPr id="313" name="Rectángulo 69">
              <a:extLst>
                <a:ext uri="{FF2B5EF4-FFF2-40B4-BE49-F238E27FC236}">
                  <a16:creationId xmlns:a16="http://schemas.microsoft.com/office/drawing/2014/main" id="{B43F25CC-0BD2-C3EA-41F7-97CA32304968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Inputs </a:t>
              </a:r>
              <a:r>
                <a:rPr lang="en-GB" sz="1200" b="1" dirty="0" err="1">
                  <a:solidFill>
                    <a:prstClr val="white"/>
                  </a:solidFill>
                  <a:latin typeface="Muli" panose="00000500000000000000" pitchFamily="2" charset="0"/>
                </a:rPr>
                <a:t>corporativos</a:t>
              </a:r>
              <a:endParaRPr lang="en-GB" sz="1200" b="1" dirty="0">
                <a:solidFill>
                  <a:prstClr val="white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4AF15474-F81C-5B4E-AF56-7166D376540C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1764180"/>
              <a:chOff x="661015" y="2443934"/>
              <a:chExt cx="1867671" cy="1764180"/>
            </a:xfrm>
          </p:grpSpPr>
          <p:sp>
            <p:nvSpPr>
              <p:cNvPr id="311" name="Rectángulo 68">
                <a:extLst>
                  <a:ext uri="{FF2B5EF4-FFF2-40B4-BE49-F238E27FC236}">
                    <a16:creationId xmlns:a16="http://schemas.microsoft.com/office/drawing/2014/main" id="{12D2AF85-02ED-306F-75CE-FBFB8B887F9E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17641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54C0E584-5881-C331-11EC-A23D2705A446}"/>
                  </a:ext>
                </a:extLst>
              </p:cNvPr>
              <p:cNvGrpSpPr/>
              <p:nvPr/>
            </p:nvGrpSpPr>
            <p:grpSpPr>
              <a:xfrm>
                <a:off x="820850" y="2558716"/>
                <a:ext cx="1548000" cy="1534617"/>
                <a:chOff x="805348" y="2521567"/>
                <a:chExt cx="1548000" cy="1534617"/>
              </a:xfrm>
            </p:grpSpPr>
            <p:sp>
              <p:nvSpPr>
                <p:cNvPr id="312" name="Rectangle 32">
                  <a:extLst>
                    <a:ext uri="{FF2B5EF4-FFF2-40B4-BE49-F238E27FC236}">
                      <a16:creationId xmlns:a16="http://schemas.microsoft.com/office/drawing/2014/main" id="{77978347-1A49-FD27-3FEB-5C7D848334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521567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List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of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Paris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Excluded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Companies</a:t>
                  </a:r>
                  <a:endParaRPr lang="pt-BR" altLang="pt-PT" sz="5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14" name="Rectangle 32">
                  <a:extLst>
                    <a:ext uri="{FF2B5EF4-FFF2-40B4-BE49-F238E27FC236}">
                      <a16:creationId xmlns:a16="http://schemas.microsoft.com/office/drawing/2014/main" id="{F4283A6E-0E3C-DB11-3507-BD35873F7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927506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GAR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External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Data</a:t>
                  </a:r>
                  <a:endParaRPr lang="pt-BR" altLang="pt-PT" sz="10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15" name="Rectangle 32">
                  <a:extLst>
                    <a:ext uri="{FF2B5EF4-FFF2-40B4-BE49-F238E27FC236}">
                      <a16:creationId xmlns:a16="http://schemas.microsoft.com/office/drawing/2014/main" id="{417A27BF-270C-249F-E1FD-20D1BF2CE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3333445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Physical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Risk</a:t>
                  </a:r>
                  <a:endParaRPr lang="pt-BR" altLang="pt-PT" sz="10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316" name="Rectangle 32">
                  <a:extLst>
                    <a:ext uri="{FF2B5EF4-FFF2-40B4-BE49-F238E27FC236}">
                      <a16:creationId xmlns:a16="http://schemas.microsoft.com/office/drawing/2014/main" id="{87895D1C-9B75-EC0D-2D1B-03BA96DFE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3739384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Emissions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Data</a:t>
                  </a:r>
                  <a:endParaRPr lang="pt-BR" altLang="pt-PT" sz="10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DF65BF8-02E3-7667-6AF1-D18876DF83DB}"/>
              </a:ext>
            </a:extLst>
          </p:cNvPr>
          <p:cNvGrpSpPr/>
          <p:nvPr/>
        </p:nvGrpSpPr>
        <p:grpSpPr>
          <a:xfrm>
            <a:off x="1055212" y="4719929"/>
            <a:ext cx="1870637" cy="1320653"/>
            <a:chOff x="658049" y="1071569"/>
            <a:chExt cx="1870637" cy="1320653"/>
          </a:xfrm>
        </p:grpSpPr>
        <p:sp>
          <p:nvSpPr>
            <p:cNvPr id="152" name="Rectángulo 69">
              <a:extLst>
                <a:ext uri="{FF2B5EF4-FFF2-40B4-BE49-F238E27FC236}">
                  <a16:creationId xmlns:a16="http://schemas.microsoft.com/office/drawing/2014/main" id="{5F18AD99-EE83-F4D9-9C87-878DAFB88D07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Inputs provedores </a:t>
              </a:r>
              <a:r>
                <a:rPr lang="en-GB" sz="1200" b="1" dirty="0" err="1">
                  <a:solidFill>
                    <a:prstClr val="white"/>
                  </a:solidFill>
                  <a:latin typeface="Muli" panose="00000500000000000000" pitchFamily="2" charset="0"/>
                </a:rPr>
                <a:t>Externos</a:t>
              </a:r>
              <a:endParaRPr lang="en-GB" sz="1200" b="1" dirty="0">
                <a:solidFill>
                  <a:prstClr val="white"/>
                </a:solidFill>
                <a:latin typeface="Muli" panose="00000500000000000000" pitchFamily="2" charset="0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0239E42-C1DA-4E4A-28A0-FEBFFDD6D8CF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960598"/>
              <a:chOff x="661015" y="2443934"/>
              <a:chExt cx="1867671" cy="960598"/>
            </a:xfrm>
          </p:grpSpPr>
          <p:sp>
            <p:nvSpPr>
              <p:cNvPr id="154" name="Rectángulo 68">
                <a:extLst>
                  <a:ext uri="{FF2B5EF4-FFF2-40B4-BE49-F238E27FC236}">
                    <a16:creationId xmlns:a16="http://schemas.microsoft.com/office/drawing/2014/main" id="{718D97A4-AFCF-0BBC-E89C-6475CD8D9C2B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9605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F6CF63BA-D375-E076-DC86-061B89A637D4}"/>
                  </a:ext>
                </a:extLst>
              </p:cNvPr>
              <p:cNvGrpSpPr/>
              <p:nvPr/>
            </p:nvGrpSpPr>
            <p:grpSpPr>
              <a:xfrm>
                <a:off x="820850" y="2558716"/>
                <a:ext cx="1548000" cy="722739"/>
                <a:chOff x="805348" y="2521567"/>
                <a:chExt cx="1548000" cy="722739"/>
              </a:xfrm>
            </p:grpSpPr>
            <p:sp>
              <p:nvSpPr>
                <p:cNvPr id="156" name="Rectangle 32">
                  <a:extLst>
                    <a:ext uri="{FF2B5EF4-FFF2-40B4-BE49-F238E27FC236}">
                      <a16:creationId xmlns:a16="http://schemas.microsoft.com/office/drawing/2014/main" id="{DEB35369-5E05-D1C8-7F6F-8F8A14E645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521567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Santander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Inmuebles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(GLOVAL)</a:t>
                  </a:r>
                  <a:endParaRPr lang="pt-BR" altLang="pt-PT" sz="5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  <p:sp>
              <p:nvSpPr>
                <p:cNvPr id="157" name="Rectangle 32">
                  <a:extLst>
                    <a:ext uri="{FF2B5EF4-FFF2-40B4-BE49-F238E27FC236}">
                      <a16:creationId xmlns:a16="http://schemas.microsoft.com/office/drawing/2014/main" id="{9726D3FA-A6DD-E497-D1DE-446B0FEA14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927506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Munich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Muli" panose="00000500000000000000" pitchFamily="2" charset="0"/>
                    </a:rPr>
                    <a:t>Re</a:t>
                  </a:r>
                  <a:endParaRPr lang="pt-BR" altLang="pt-PT" sz="1000" b="1" dirty="0">
                    <a:solidFill>
                      <a:schemeClr val="tx1"/>
                    </a:solidFill>
                    <a:latin typeface="Muli" panose="00000500000000000000" pitchFamily="2" charset="0"/>
                  </a:endParaRPr>
                </a:p>
              </p:txBody>
            </p:sp>
          </p:grp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02A6AFD-069A-6610-6439-3E73840C5B43}"/>
              </a:ext>
            </a:extLst>
          </p:cNvPr>
          <p:cNvGrpSpPr/>
          <p:nvPr/>
        </p:nvGrpSpPr>
        <p:grpSpPr>
          <a:xfrm>
            <a:off x="1055212" y="1071569"/>
            <a:ext cx="1870637" cy="923467"/>
            <a:chOff x="658049" y="1071569"/>
            <a:chExt cx="1870637" cy="923467"/>
          </a:xfrm>
        </p:grpSpPr>
        <p:sp>
          <p:nvSpPr>
            <p:cNvPr id="165" name="Rectángulo 69">
              <a:extLst>
                <a:ext uri="{FF2B5EF4-FFF2-40B4-BE49-F238E27FC236}">
                  <a16:creationId xmlns:a16="http://schemas.microsoft.com/office/drawing/2014/main" id="{F7A65983-EC84-3870-E8AC-31F51DB3C54A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Inputs </a:t>
              </a:r>
              <a:r>
                <a:rPr lang="en-GB" sz="1200" b="1" dirty="0" err="1">
                  <a:solidFill>
                    <a:prstClr val="white"/>
                  </a:solidFill>
                  <a:latin typeface="Muli" panose="00000500000000000000" pitchFamily="2" charset="0"/>
                </a:rPr>
                <a:t>Aplicações</a:t>
              </a:r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 </a:t>
              </a:r>
              <a:r>
                <a:rPr lang="en-GB" sz="1200" b="1" dirty="0" err="1">
                  <a:solidFill>
                    <a:prstClr val="white"/>
                  </a:solidFill>
                  <a:latin typeface="Muli" panose="00000500000000000000" pitchFamily="2" charset="0"/>
                </a:rPr>
                <a:t>fonte</a:t>
              </a:r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 (intern. e </a:t>
              </a:r>
              <a:r>
                <a:rPr lang="en-GB" sz="1200" b="1" dirty="0" err="1">
                  <a:solidFill>
                    <a:prstClr val="white"/>
                  </a:solidFill>
                  <a:latin typeface="Muli" panose="00000500000000000000" pitchFamily="2" charset="0"/>
                </a:rPr>
                <a:t>exter</a:t>
              </a:r>
              <a:r>
                <a:rPr lang="en-GB" sz="1200" b="1" dirty="0">
                  <a:solidFill>
                    <a:prstClr val="white"/>
                  </a:solidFill>
                  <a:latin typeface="Muli" panose="00000500000000000000" pitchFamily="2" charset="0"/>
                </a:rPr>
                <a:t>.)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0C478A2C-2138-2614-24DB-29EB16E60B18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563412"/>
              <a:chOff x="661015" y="2443934"/>
              <a:chExt cx="1867671" cy="563412"/>
            </a:xfrm>
          </p:grpSpPr>
          <p:sp>
            <p:nvSpPr>
              <p:cNvPr id="167" name="Rectángulo 68">
                <a:extLst>
                  <a:ext uri="{FF2B5EF4-FFF2-40B4-BE49-F238E27FC236}">
                    <a16:creationId xmlns:a16="http://schemas.microsoft.com/office/drawing/2014/main" id="{84C7B037-914F-6C9C-E0F9-3796778FEFE9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5634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169" name="Rectangle 32">
                <a:extLst>
                  <a:ext uri="{FF2B5EF4-FFF2-40B4-BE49-F238E27FC236}">
                    <a16:creationId xmlns:a16="http://schemas.microsoft.com/office/drawing/2014/main" id="{8D49D65E-125B-B479-EC39-F2C874290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850" y="2558716"/>
                <a:ext cx="1548000" cy="316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altLang="pt-PT" sz="1000" b="1" dirty="0">
                    <a:solidFill>
                      <a:schemeClr val="tx1"/>
                    </a:solidFill>
                    <a:latin typeface="Muli" panose="00000500000000000000" pitchFamily="2" charset="0"/>
                  </a:rPr>
                  <a:t>(…)</a:t>
                </a:r>
                <a:endParaRPr lang="pt-BR" altLang="pt-PT" sz="500" b="1" dirty="0">
                  <a:solidFill>
                    <a:schemeClr val="tx1"/>
                  </a:solidFill>
                  <a:latin typeface="Muli" panose="00000500000000000000" pitchFamily="2" charset="0"/>
                </a:endParaRPr>
              </a:p>
            </p:txBody>
          </p:sp>
        </p:grp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8360E62A-0C61-B9D8-815D-69607072E3B5}"/>
              </a:ext>
            </a:extLst>
          </p:cNvPr>
          <p:cNvCxnSpPr>
            <a:cxnSpLocks/>
          </p:cNvCxnSpPr>
          <p:nvPr/>
        </p:nvCxnSpPr>
        <p:spPr>
          <a:xfrm>
            <a:off x="774122" y="1126695"/>
            <a:ext cx="0" cy="483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 Placeholder 3">
            <a:extLst>
              <a:ext uri="{FF2B5EF4-FFF2-40B4-BE49-F238E27FC236}">
                <a16:creationId xmlns:a16="http://schemas.microsoft.com/office/drawing/2014/main" id="{471C3D55-74C3-1FC2-B93E-063D7B5600EF}"/>
              </a:ext>
            </a:extLst>
          </p:cNvPr>
          <p:cNvSpPr txBox="1">
            <a:spLocks/>
          </p:cNvSpPr>
          <p:nvPr/>
        </p:nvSpPr>
        <p:spPr>
          <a:xfrm rot="16200000">
            <a:off x="-500823" y="3452253"/>
            <a:ext cx="2549890" cy="19585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ctr" defTabSz="1219078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uli" panose="00000500000000000000" pitchFamily="2" charset="0"/>
              </a:rPr>
              <a:t>CARTEIRA DE CRÉDITO</a:t>
            </a:r>
          </a:p>
        </p:txBody>
      </p:sp>
      <p:sp>
        <p:nvSpPr>
          <p:cNvPr id="177" name="Rectángulo 68">
            <a:extLst>
              <a:ext uri="{FF2B5EF4-FFF2-40B4-BE49-F238E27FC236}">
                <a16:creationId xmlns:a16="http://schemas.microsoft.com/office/drawing/2014/main" id="{BBDF64A5-C46B-F3E5-AEE5-79D25C848D71}"/>
              </a:ext>
            </a:extLst>
          </p:cNvPr>
          <p:cNvSpPr/>
          <p:nvPr/>
        </p:nvSpPr>
        <p:spPr>
          <a:xfrm>
            <a:off x="10789281" y="482537"/>
            <a:ext cx="1075774" cy="226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s-ES" sz="900" i="1" dirty="0" err="1">
                <a:solidFill>
                  <a:schemeClr val="bg1">
                    <a:lumMod val="50000"/>
                  </a:schemeClr>
                </a:solidFill>
                <a:latin typeface="Muli Light" panose="00000400000000000000" pitchFamily="2" charset="0"/>
              </a:rPr>
              <a:t>Não</a:t>
            </a:r>
            <a:r>
              <a:rPr lang="es-ES" sz="900" i="1" dirty="0">
                <a:solidFill>
                  <a:schemeClr val="bg1">
                    <a:lumMod val="50000"/>
                  </a:schemeClr>
                </a:solidFill>
                <a:latin typeface="Muli Light" panose="00000400000000000000" pitchFamily="2" charset="0"/>
              </a:rPr>
              <a:t> </a:t>
            </a:r>
            <a:r>
              <a:rPr lang="es-ES" sz="900" i="1" dirty="0" err="1">
                <a:solidFill>
                  <a:schemeClr val="bg1">
                    <a:lumMod val="50000"/>
                  </a:schemeClr>
                </a:solidFill>
                <a:latin typeface="Muli Light" panose="00000400000000000000" pitchFamily="2" charset="0"/>
              </a:rPr>
              <a:t>exaustivo</a:t>
            </a:r>
            <a:endParaRPr lang="es-ES" sz="900" i="1" dirty="0">
              <a:solidFill>
                <a:schemeClr val="bg1">
                  <a:lumMod val="50000"/>
                </a:schemeClr>
              </a:solidFill>
              <a:latin typeface="Muli Light" panose="00000400000000000000" pitchFamily="2" charset="0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D482BE2-49B6-3C0E-EE33-0158D6A57ABE}"/>
              </a:ext>
            </a:extLst>
          </p:cNvPr>
          <p:cNvCxnSpPr>
            <a:cxnSpLocks/>
          </p:cNvCxnSpPr>
          <p:nvPr/>
        </p:nvCxnSpPr>
        <p:spPr>
          <a:xfrm>
            <a:off x="10789281" y="500650"/>
            <a:ext cx="1075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F69F97F-22EE-B178-D21B-E3478609498F}"/>
              </a:ext>
            </a:extLst>
          </p:cNvPr>
          <p:cNvCxnSpPr>
            <a:cxnSpLocks/>
          </p:cNvCxnSpPr>
          <p:nvPr/>
        </p:nvCxnSpPr>
        <p:spPr>
          <a:xfrm>
            <a:off x="10789281" y="691150"/>
            <a:ext cx="1075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1CF9EE27-7EAE-8842-9C55-EF900FB5E6A3}"/>
              </a:ext>
            </a:extLst>
          </p:cNvPr>
          <p:cNvCxnSpPr>
            <a:cxnSpLocks/>
            <a:stCxn id="24" idx="3"/>
            <a:endCxn id="39" idx="1"/>
          </p:cNvCxnSpPr>
          <p:nvPr/>
        </p:nvCxnSpPr>
        <p:spPr>
          <a:xfrm>
            <a:off x="5505510" y="2818495"/>
            <a:ext cx="725051" cy="9176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D5D47D60-0774-4CFD-9726-345538E7105A}"/>
              </a:ext>
            </a:extLst>
          </p:cNvPr>
          <p:cNvCxnSpPr>
            <a:cxnSpLocks/>
            <a:stCxn id="35" idx="3"/>
            <a:endCxn id="39" idx="1"/>
          </p:cNvCxnSpPr>
          <p:nvPr/>
        </p:nvCxnSpPr>
        <p:spPr>
          <a:xfrm flipV="1">
            <a:off x="5505836" y="3736103"/>
            <a:ext cx="724725" cy="1352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C38A3567-A027-CD39-84C4-8837B1F5EEFD}"/>
              </a:ext>
            </a:extLst>
          </p:cNvPr>
          <p:cNvCxnSpPr>
            <a:cxnSpLocks/>
            <a:stCxn id="167" idx="3"/>
            <a:endCxn id="24" idx="1"/>
          </p:cNvCxnSpPr>
          <p:nvPr/>
        </p:nvCxnSpPr>
        <p:spPr>
          <a:xfrm>
            <a:off x="2925849" y="1713330"/>
            <a:ext cx="466203" cy="1105165"/>
          </a:xfrm>
          <a:prstGeom prst="bentConnector3">
            <a:avLst>
              <a:gd name="adj1" fmla="val 27526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387C8A86-FE42-8F57-7FAD-35B9C46934F2}"/>
              </a:ext>
            </a:extLst>
          </p:cNvPr>
          <p:cNvCxnSpPr>
            <a:cxnSpLocks/>
            <a:stCxn id="311" idx="3"/>
            <a:endCxn id="35" idx="1"/>
          </p:cNvCxnSpPr>
          <p:nvPr/>
        </p:nvCxnSpPr>
        <p:spPr>
          <a:xfrm>
            <a:off x="2925849" y="3729914"/>
            <a:ext cx="466529" cy="1358756"/>
          </a:xfrm>
          <a:prstGeom prst="bentConnector3">
            <a:avLst>
              <a:gd name="adj1" fmla="val 29583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11677DD6-F723-76B6-FCF4-E3C1E9C6C50E}"/>
              </a:ext>
            </a:extLst>
          </p:cNvPr>
          <p:cNvCxnSpPr>
            <a:cxnSpLocks/>
            <a:stCxn id="154" idx="3"/>
            <a:endCxn id="35" idx="1"/>
          </p:cNvCxnSpPr>
          <p:nvPr/>
        </p:nvCxnSpPr>
        <p:spPr>
          <a:xfrm flipV="1">
            <a:off x="2925849" y="5088670"/>
            <a:ext cx="466529" cy="471613"/>
          </a:xfrm>
          <a:prstGeom prst="bentConnector3">
            <a:avLst>
              <a:gd name="adj1" fmla="val 2958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F012B949-D208-C1B0-2603-2CDCC0872553}"/>
              </a:ext>
            </a:extLst>
          </p:cNvPr>
          <p:cNvCxnSpPr>
            <a:cxnSpLocks/>
            <a:endCxn id="35" idx="1"/>
          </p:cNvCxnSpPr>
          <p:nvPr/>
        </p:nvCxnSpPr>
        <p:spPr>
          <a:xfrm rot="5400000">
            <a:off x="3266481" y="3961579"/>
            <a:ext cx="1252988" cy="1001194"/>
          </a:xfrm>
          <a:prstGeom prst="bentConnector4">
            <a:avLst>
              <a:gd name="adj1" fmla="val 4353"/>
              <a:gd name="adj2" fmla="val 13205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79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5EA0E884-9F31-DD1C-04A0-D10FF75C9E24}"/>
              </a:ext>
            </a:extLst>
          </p:cNvPr>
          <p:cNvGrpSpPr/>
          <p:nvPr/>
        </p:nvGrpSpPr>
        <p:grpSpPr>
          <a:xfrm>
            <a:off x="624784" y="5938512"/>
            <a:ext cx="3131875" cy="351310"/>
            <a:chOff x="624784" y="5938512"/>
            <a:chExt cx="3131875" cy="351310"/>
          </a:xfrm>
        </p:grpSpPr>
        <p:sp>
          <p:nvSpPr>
            <p:cNvPr id="6" name="Rectángulo 68">
              <a:extLst>
                <a:ext uri="{FF2B5EF4-FFF2-40B4-BE49-F238E27FC236}">
                  <a16:creationId xmlns:a16="http://schemas.microsoft.com/office/drawing/2014/main" id="{B533DA47-B72C-94C3-ADA4-8F1321F870E0}"/>
                </a:ext>
              </a:extLst>
            </p:cNvPr>
            <p:cNvSpPr/>
            <p:nvPr/>
          </p:nvSpPr>
          <p:spPr>
            <a:xfrm>
              <a:off x="624784" y="5938512"/>
              <a:ext cx="3131875" cy="3513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9" name="Rectangle 32">
              <a:extLst>
                <a:ext uri="{FF2B5EF4-FFF2-40B4-BE49-F238E27FC236}">
                  <a16:creationId xmlns:a16="http://schemas.microsoft.com/office/drawing/2014/main" id="{23E25473-8C79-152D-0CA7-CBFF21437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477" y="6031820"/>
              <a:ext cx="2904817" cy="196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business_assets.energy_certificate_est_input</a:t>
              </a:r>
              <a:endParaRPr lang="pt-BR" altLang="pt-PT" sz="300" dirty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14" name="Rectángulo 68">
            <a:extLst>
              <a:ext uri="{FF2B5EF4-FFF2-40B4-BE49-F238E27FC236}">
                <a16:creationId xmlns:a16="http://schemas.microsoft.com/office/drawing/2014/main" id="{8E4FB07F-8673-602D-B048-A2A89A25E74C}"/>
              </a:ext>
            </a:extLst>
          </p:cNvPr>
          <p:cNvSpPr/>
          <p:nvPr/>
        </p:nvSpPr>
        <p:spPr>
          <a:xfrm>
            <a:off x="624784" y="1459333"/>
            <a:ext cx="3131875" cy="29145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  <a:latin typeface="Muli" panose="00000500000000000000" pitchFamily="2" charset="0"/>
            </a:endParaRP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2513A573-A6C2-7B73-0DB4-BA9E3FFF2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75745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cd_emprestimos.gpt21_processos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82" name="Rectangle 32">
            <a:extLst>
              <a:ext uri="{FF2B5EF4-FFF2-40B4-BE49-F238E27FC236}">
                <a16:creationId xmlns:a16="http://schemas.microsoft.com/office/drawing/2014/main" id="{0EA7FBCF-497E-E9D3-81D1-EA71BC678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52332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cd_emprestimos.gpt18_bens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83" name="Rectangle 32">
            <a:extLst>
              <a:ext uri="{FF2B5EF4-FFF2-40B4-BE49-F238E27FC236}">
                <a16:creationId xmlns:a16="http://schemas.microsoft.com/office/drawing/2014/main" id="{AF7704B3-2870-93E3-4239-5381F8057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225713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cd_emprestimos.gpt32_bemimove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84" name="Rectangle 32">
            <a:extLst>
              <a:ext uri="{FF2B5EF4-FFF2-40B4-BE49-F238E27FC236}">
                <a16:creationId xmlns:a16="http://schemas.microsoft.com/office/drawing/2014/main" id="{F458C300-D48B-8920-1105-1A25B78B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459841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cd_emprestimos.gpt34_vistorias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85" name="Rectangle 32">
            <a:extLst>
              <a:ext uri="{FF2B5EF4-FFF2-40B4-BE49-F238E27FC236}">
                <a16:creationId xmlns:a16="http://schemas.microsoft.com/office/drawing/2014/main" id="{EA495792-1AA2-9424-93E0-AECEF527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69396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cd_emprestimos.gpt35_avaliacao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186" name="Rectangle 32">
            <a:extLst>
              <a:ext uri="{FF2B5EF4-FFF2-40B4-BE49-F238E27FC236}">
                <a16:creationId xmlns:a16="http://schemas.microsoft.com/office/drawing/2014/main" id="{C7C7A70F-8F79-F9D0-66BF-1FAA220D9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991585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cd_emprestimos.gpt31_contrato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04" name="Rectangle 32">
            <a:extLst>
              <a:ext uri="{FF2B5EF4-FFF2-40B4-BE49-F238E27FC236}">
                <a16:creationId xmlns:a16="http://schemas.microsoft.com/office/drawing/2014/main" id="{31F7F774-4471-2124-9AC1-6D6F1E54A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92809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Muli" panose="00000500000000000000" pitchFamily="2" charset="0"/>
              </a:rPr>
              <a:t>cd_emprestimos.ept01_contas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05" name="Rectangle 32">
            <a:extLst>
              <a:ext uri="{FF2B5EF4-FFF2-40B4-BE49-F238E27FC236}">
                <a16:creationId xmlns:a16="http://schemas.microsoft.com/office/drawing/2014/main" id="{3085A03F-4150-6184-2589-C57E83DF8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162225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Muli" panose="00000500000000000000" pitchFamily="2" charset="0"/>
              </a:rPr>
              <a:t>cd_captools.carteiras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CFD5933-07C3-8D8B-7C0C-0D0DA7A49C32}"/>
              </a:ext>
            </a:extLst>
          </p:cNvPr>
          <p:cNvGrpSpPr/>
          <p:nvPr/>
        </p:nvGrpSpPr>
        <p:grpSpPr>
          <a:xfrm>
            <a:off x="622716" y="4479731"/>
            <a:ext cx="3131875" cy="1352931"/>
            <a:chOff x="622716" y="4455308"/>
            <a:chExt cx="3131875" cy="1352931"/>
          </a:xfrm>
        </p:grpSpPr>
        <p:sp>
          <p:nvSpPr>
            <p:cNvPr id="171" name="Rectángulo 68">
              <a:extLst>
                <a:ext uri="{FF2B5EF4-FFF2-40B4-BE49-F238E27FC236}">
                  <a16:creationId xmlns:a16="http://schemas.microsoft.com/office/drawing/2014/main" id="{C8649FD4-30E3-3EC5-FD05-3F09C733E92C}"/>
                </a:ext>
              </a:extLst>
            </p:cNvPr>
            <p:cNvSpPr/>
            <p:nvPr/>
          </p:nvSpPr>
          <p:spPr>
            <a:xfrm>
              <a:off x="622716" y="4455308"/>
              <a:ext cx="3131875" cy="1352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173" name="Rectangle 32">
              <a:extLst>
                <a:ext uri="{FF2B5EF4-FFF2-40B4-BE49-F238E27FC236}">
                  <a16:creationId xmlns:a16="http://schemas.microsoft.com/office/drawing/2014/main" id="{D4B19512-C18B-4CBD-0EAA-BA3A838DB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480778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cd_garantias.</a:t>
              </a:r>
              <a:r>
                <a:rPr 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gt001_trz_rsp_gt</a:t>
              </a:r>
            </a:p>
          </p:txBody>
        </p:sp>
        <p:sp>
          <p:nvSpPr>
            <p:cNvPr id="176" name="Rectangle 32">
              <a:extLst>
                <a:ext uri="{FF2B5EF4-FFF2-40B4-BE49-F238E27FC236}">
                  <a16:creationId xmlns:a16="http://schemas.microsoft.com/office/drawing/2014/main" id="{49A3A7B2-54A6-A87F-B7E7-932F1D699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04603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cd_garantias.gt002_grnt_prc</a:t>
              </a:r>
              <a:endParaRPr lang="pt-BR" altLang="pt-PT" sz="800" dirty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178" name="Rectangle 32">
              <a:extLst>
                <a:ext uri="{FF2B5EF4-FFF2-40B4-BE49-F238E27FC236}">
                  <a16:creationId xmlns:a16="http://schemas.microsoft.com/office/drawing/2014/main" id="{D4F17F64-9055-C2BF-2389-D9AF85052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28428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cd_garantias.gt008_trz_gt_imv</a:t>
              </a:r>
              <a:endParaRPr lang="pt-BR" altLang="pt-PT" sz="800" dirty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187" name="Rectangle 32">
              <a:extLst>
                <a:ext uri="{FF2B5EF4-FFF2-40B4-BE49-F238E27FC236}">
                  <a16:creationId xmlns:a16="http://schemas.microsoft.com/office/drawing/2014/main" id="{11B29EEC-6B93-3730-7931-2E0776481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52253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cd_garantias.gt009_bens_imov</a:t>
              </a:r>
              <a:endParaRPr lang="pt-BR" altLang="pt-PT" sz="800" dirty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  <p:sp>
          <p:nvSpPr>
            <p:cNvPr id="206" name="Rectangle 32">
              <a:extLst>
                <a:ext uri="{FF2B5EF4-FFF2-40B4-BE49-F238E27FC236}">
                  <a16:creationId xmlns:a16="http://schemas.microsoft.com/office/drawing/2014/main" id="{97D20453-0643-BD36-C216-1FC457AD8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8" y="4570823"/>
              <a:ext cx="2904817" cy="196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Muli" panose="00000500000000000000" pitchFamily="2" charset="0"/>
                </a:rPr>
                <a:t>cd_clientes.cl001_interv_cto</a:t>
              </a:r>
              <a:endParaRPr lang="pt-BR" altLang="pt-PT" sz="300" dirty="0">
                <a:solidFill>
                  <a:schemeClr val="tx1"/>
                </a:solidFill>
                <a:latin typeface="Muli" panose="00000500000000000000" pitchFamily="2" charset="0"/>
              </a:endParaRPr>
            </a:p>
          </p:txBody>
        </p:sp>
      </p:grpSp>
      <p:sp>
        <p:nvSpPr>
          <p:cNvPr id="207" name="Rectangle 32">
            <a:extLst>
              <a:ext uri="{FF2B5EF4-FFF2-40B4-BE49-F238E27FC236}">
                <a16:creationId xmlns:a16="http://schemas.microsoft.com/office/drawing/2014/main" id="{8DE3FD13-4EBE-8248-64AF-47D4E2B2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396353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Muli" panose="00000500000000000000" pitchFamily="2" charset="0"/>
              </a:rPr>
              <a:t>curated_internal_gestaoimoveis.Documents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08" name="Rectangle 32">
            <a:extLst>
              <a:ext uri="{FF2B5EF4-FFF2-40B4-BE49-F238E27FC236}">
                <a16:creationId xmlns:a16="http://schemas.microsoft.com/office/drawing/2014/main" id="{FA5E5F46-8A06-9F70-D9C4-2E71C4A7B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630481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Muli" panose="00000500000000000000" pitchFamily="2" charset="0"/>
              </a:rPr>
              <a:t>curated_internal_gestaoimoveis.PropertyCertificate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09" name="Rectangle 32">
            <a:extLst>
              <a:ext uri="{FF2B5EF4-FFF2-40B4-BE49-F238E27FC236}">
                <a16:creationId xmlns:a16="http://schemas.microsoft.com/office/drawing/2014/main" id="{08B6ED3D-14BF-63EB-FAB8-A0C325159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86460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Muli" panose="00000500000000000000" pitchFamily="2" charset="0"/>
              </a:rPr>
              <a:t>curated_internal_gestaoimoveis.BuildingEnergyCertificate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sp>
        <p:nvSpPr>
          <p:cNvPr id="210" name="Rectangle 32">
            <a:extLst>
              <a:ext uri="{FF2B5EF4-FFF2-40B4-BE49-F238E27FC236}">
                <a16:creationId xmlns:a16="http://schemas.microsoft.com/office/drawing/2014/main" id="{7A173B9E-EE23-CBD1-4A10-75BC6DC7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409873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Muli" panose="00000500000000000000" pitchFamily="2" charset="0"/>
              </a:rPr>
              <a:t>curated_internal_gestaoimoveis.MajorIndicators</a:t>
            </a:r>
            <a:endParaRPr lang="pt-BR" altLang="pt-PT" sz="300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C61DC54E-5047-16E6-DB77-5A3AC54BC797}"/>
              </a:ext>
            </a:extLst>
          </p:cNvPr>
          <p:cNvGrpSpPr/>
          <p:nvPr/>
        </p:nvGrpSpPr>
        <p:grpSpPr>
          <a:xfrm>
            <a:off x="622716" y="1138656"/>
            <a:ext cx="3131875" cy="215444"/>
            <a:chOff x="622716" y="1138656"/>
            <a:chExt cx="3131875" cy="215444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F36E059-2C22-1692-A3B5-7A8E6C897D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716" y="1259423"/>
              <a:ext cx="313187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Text Placeholder 3">
              <a:extLst>
                <a:ext uri="{FF2B5EF4-FFF2-40B4-BE49-F238E27FC236}">
                  <a16:creationId xmlns:a16="http://schemas.microsoft.com/office/drawing/2014/main" id="{427500DE-F5AF-9383-EFC0-30644658C58C}"/>
                </a:ext>
              </a:extLst>
            </p:cNvPr>
            <p:cNvSpPr txBox="1">
              <a:spLocks/>
            </p:cNvSpPr>
            <p:nvPr/>
          </p:nvSpPr>
          <p:spPr>
            <a:xfrm>
              <a:off x="1589878" y="1138656"/>
              <a:ext cx="118954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algn="ctr" defTabSz="1219078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Muli" panose="00000500000000000000" pitchFamily="2" charset="0"/>
                </a:rPr>
                <a:t>INPUTS</a:t>
              </a: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220F43A-3884-8520-3EA9-93DD94BE665F}"/>
              </a:ext>
            </a:extLst>
          </p:cNvPr>
          <p:cNvGrpSpPr/>
          <p:nvPr/>
        </p:nvGrpSpPr>
        <p:grpSpPr>
          <a:xfrm>
            <a:off x="4229994" y="1041674"/>
            <a:ext cx="7167613" cy="430887"/>
            <a:chOff x="-1395153" y="1041674"/>
            <a:chExt cx="7167613" cy="430887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E06F183-805F-8C89-F5AE-901EE0FFC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95153" y="1259423"/>
              <a:ext cx="716761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 Placeholder 3">
              <a:extLst>
                <a:ext uri="{FF2B5EF4-FFF2-40B4-BE49-F238E27FC236}">
                  <a16:creationId xmlns:a16="http://schemas.microsoft.com/office/drawing/2014/main" id="{745F7496-E953-3A4C-3656-029E058473F4}"/>
                </a:ext>
              </a:extLst>
            </p:cNvPr>
            <p:cNvSpPr txBox="1">
              <a:spLocks/>
            </p:cNvSpPr>
            <p:nvPr/>
          </p:nvSpPr>
          <p:spPr>
            <a:xfrm>
              <a:off x="782210" y="1041674"/>
              <a:ext cx="2804879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algn="ctr" defTabSz="1219078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b="1" kern="1200" dirty="0">
                  <a:solidFill>
                    <a:schemeClr val="tx1"/>
                  </a:solidFill>
                  <a:latin typeface="Muli" panose="00000500000000000000" pitchFamily="2" charset="0"/>
                </a:rPr>
                <a:t>MODELO DE BENS IMÓVEIS (</a:t>
              </a:r>
              <a:r>
                <a:rPr lang="pt-PT" b="1" kern="12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business_assets</a:t>
              </a:r>
              <a:r>
                <a:rPr lang="pt-PT" b="1" kern="12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  <a:endPara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anose="00000500000000000000" pitchFamily="2" charset="0"/>
              </a:endParaRPr>
            </a:p>
          </p:txBody>
        </p:sp>
      </p:grpSp>
      <p:sp>
        <p:nvSpPr>
          <p:cNvPr id="272" name="Retângulo 8">
            <a:extLst>
              <a:ext uri="{FF2B5EF4-FFF2-40B4-BE49-F238E27FC236}">
                <a16:creationId xmlns:a16="http://schemas.microsoft.com/office/drawing/2014/main" id="{09CF7D4A-6BB7-DFEC-4CAC-2BA4B4A9E649}"/>
              </a:ext>
            </a:extLst>
          </p:cNvPr>
          <p:cNvSpPr/>
          <p:nvPr/>
        </p:nvSpPr>
        <p:spPr>
          <a:xfrm>
            <a:off x="4229993" y="1472562"/>
            <a:ext cx="7167613" cy="4755966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pt-PT" sz="1200" b="1" u="sng" dirty="0">
              <a:solidFill>
                <a:schemeClr val="tx1"/>
              </a:solidFill>
              <a:latin typeface="Muli" panose="00000500000000000000" pitchFamily="2" charset="0"/>
            </a:endParaRP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A5056D59-F2B3-4981-8E59-E77D1F8FB6FC}"/>
              </a:ext>
            </a:extLst>
          </p:cNvPr>
          <p:cNvGrpSpPr/>
          <p:nvPr/>
        </p:nvGrpSpPr>
        <p:grpSpPr>
          <a:xfrm>
            <a:off x="4314964" y="1824628"/>
            <a:ext cx="2058744" cy="992464"/>
            <a:chOff x="5056714" y="1942877"/>
            <a:chExt cx="2455201" cy="992464"/>
          </a:xfrm>
        </p:grpSpPr>
        <p:sp>
          <p:nvSpPr>
            <p:cNvPr id="274" name="Retângulo 139">
              <a:extLst>
                <a:ext uri="{FF2B5EF4-FFF2-40B4-BE49-F238E27FC236}">
                  <a16:creationId xmlns:a16="http://schemas.microsoft.com/office/drawing/2014/main" id="{ADF56E53-B143-6FCB-5253-DAD6BA9431DE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cempresp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ckrefresp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EF2456CE-9160-5E42-243A-BB243C3076E5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Muli" panose="00000500000000000000" pitchFamily="2" charset="0"/>
                </a:rPr>
                <a:t>Relação Contratos e Processos 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responsability_process_rel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858BCB8-42C2-9504-E52C-20961CF0D8D7}"/>
              </a:ext>
            </a:extLst>
          </p:cNvPr>
          <p:cNvGrpSpPr/>
          <p:nvPr/>
        </p:nvGrpSpPr>
        <p:grpSpPr>
          <a:xfrm>
            <a:off x="10419306" y="1720036"/>
            <a:ext cx="792000" cy="465747"/>
            <a:chOff x="2383707" y="3899036"/>
            <a:chExt cx="792000" cy="465747"/>
          </a:xfrm>
        </p:grpSpPr>
        <p:sp>
          <p:nvSpPr>
            <p:cNvPr id="306" name="CuadroTexto 86">
              <a:extLst>
                <a:ext uri="{FF2B5EF4-FFF2-40B4-BE49-F238E27FC236}">
                  <a16:creationId xmlns:a16="http://schemas.microsoft.com/office/drawing/2014/main" id="{62AE3B12-8371-4D1A-885A-BA2DA9B25CA5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Muli" panose="00000500000000000000" pitchFamily="2" charset="0"/>
                </a:rPr>
                <a:t>DL BENS IMOVEIS</a:t>
              </a:r>
            </a:p>
          </p:txBody>
        </p:sp>
        <p:grpSp>
          <p:nvGrpSpPr>
            <p:cNvPr id="307" name="Grupo 83">
              <a:extLst>
                <a:ext uri="{FF2B5EF4-FFF2-40B4-BE49-F238E27FC236}">
                  <a16:creationId xmlns:a16="http://schemas.microsoft.com/office/drawing/2014/main" id="{176AA8AE-529F-6EB4-3C52-07EDC88EC30F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308" name="Disco magnético 89">
                <a:extLst>
                  <a:ext uri="{FF2B5EF4-FFF2-40B4-BE49-F238E27FC236}">
                    <a16:creationId xmlns:a16="http://schemas.microsoft.com/office/drawing/2014/main" id="{EB1E8CCE-8FBA-1E3A-6FC5-601996A5A2D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309" name="Disco magnético 91">
                <a:extLst>
                  <a:ext uri="{FF2B5EF4-FFF2-40B4-BE49-F238E27FC236}">
                    <a16:creationId xmlns:a16="http://schemas.microsoft.com/office/drawing/2014/main" id="{966A8098-B935-2CAC-D5C2-DED3AB42856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  <p:sp>
            <p:nvSpPr>
              <p:cNvPr id="310" name="Disco magnético 92">
                <a:extLst>
                  <a:ext uri="{FF2B5EF4-FFF2-40B4-BE49-F238E27FC236}">
                    <a16:creationId xmlns:a16="http://schemas.microsoft.com/office/drawing/2014/main" id="{56EA836B-E1CB-CCB9-2282-A33F31B8A151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Muli" panose="00000500000000000000" pitchFamily="2" charset="0"/>
                </a:endParaRPr>
              </a:p>
            </p:txBody>
          </p:sp>
        </p:grp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FD770B-12D5-D0BA-63E1-520B5A143A49}"/>
              </a:ext>
            </a:extLst>
          </p:cNvPr>
          <p:cNvGrpSpPr/>
          <p:nvPr/>
        </p:nvGrpSpPr>
        <p:grpSpPr>
          <a:xfrm>
            <a:off x="4314964" y="4866320"/>
            <a:ext cx="2058744" cy="1134902"/>
            <a:chOff x="3007916" y="2026001"/>
            <a:chExt cx="2455201" cy="1134902"/>
          </a:xfrm>
        </p:grpSpPr>
        <p:sp>
          <p:nvSpPr>
            <p:cNvPr id="225" name="Retângulo 139">
              <a:extLst>
                <a:ext uri="{FF2B5EF4-FFF2-40B4-BE49-F238E27FC236}">
                  <a16:creationId xmlns:a16="http://schemas.microsoft.com/office/drawing/2014/main" id="{5C7F17D2-9BEE-59C1-FAA7-EBF8CE52999D}"/>
                </a:ext>
              </a:extLst>
            </p:cNvPr>
            <p:cNvSpPr/>
            <p:nvPr/>
          </p:nvSpPr>
          <p:spPr>
            <a:xfrm>
              <a:off x="3119518" y="2401886"/>
              <a:ext cx="2232494" cy="7590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 Certificado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(EPC)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746F1F22-BDC2-137A-42B8-25CCE74F49DF}"/>
                </a:ext>
              </a:extLst>
            </p:cNvPr>
            <p:cNvSpPr/>
            <p:nvPr/>
          </p:nvSpPr>
          <p:spPr>
            <a:xfrm>
              <a:off x="3007916" y="2026001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Muli" panose="00000500000000000000" pitchFamily="2" charset="0"/>
                </a:rPr>
                <a:t>GLOVAL 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energy_certificate_est_input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</a:p>
          </p:txBody>
        </p:sp>
      </p:grpSp>
      <p:cxnSp>
        <p:nvCxnSpPr>
          <p:cNvPr id="268" name="Connector: Elbow 267">
            <a:extLst>
              <a:ext uri="{FF2B5EF4-FFF2-40B4-BE49-F238E27FC236}">
                <a16:creationId xmlns:a16="http://schemas.microsoft.com/office/drawing/2014/main" id="{3FEC1AC5-ACFE-7E42-1573-42139A7C4762}"/>
              </a:ext>
            </a:extLst>
          </p:cNvPr>
          <p:cNvCxnSpPr>
            <a:cxnSpLocks/>
            <a:stCxn id="6" idx="3"/>
            <a:endCxn id="225" idx="1"/>
          </p:cNvCxnSpPr>
          <p:nvPr/>
        </p:nvCxnSpPr>
        <p:spPr>
          <a:xfrm flipV="1">
            <a:off x="3756659" y="5621714"/>
            <a:ext cx="651886" cy="4924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426ACE16-F8BE-F327-17D1-B6F0E48D3673}"/>
              </a:ext>
            </a:extLst>
          </p:cNvPr>
          <p:cNvCxnSpPr>
            <a:cxnSpLocks/>
            <a:stCxn id="14" idx="3"/>
            <a:endCxn id="274" idx="1"/>
          </p:cNvCxnSpPr>
          <p:nvPr/>
        </p:nvCxnSpPr>
        <p:spPr>
          <a:xfrm flipV="1">
            <a:off x="3756659" y="2550365"/>
            <a:ext cx="651886" cy="3662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D34E8AA1-B79A-0D3B-BFCA-D79BBC5AD8D4}"/>
              </a:ext>
            </a:extLst>
          </p:cNvPr>
          <p:cNvCxnSpPr>
            <a:cxnSpLocks/>
            <a:stCxn id="171" idx="3"/>
            <a:endCxn id="274" idx="1"/>
          </p:cNvCxnSpPr>
          <p:nvPr/>
        </p:nvCxnSpPr>
        <p:spPr>
          <a:xfrm flipV="1">
            <a:off x="3754591" y="2550365"/>
            <a:ext cx="653954" cy="260583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5758C85-67A2-CFE5-82BA-7A519E2FF1E6}"/>
              </a:ext>
            </a:extLst>
          </p:cNvPr>
          <p:cNvGrpSpPr/>
          <p:nvPr/>
        </p:nvGrpSpPr>
        <p:grpSpPr>
          <a:xfrm>
            <a:off x="6545926" y="1810036"/>
            <a:ext cx="2058744" cy="992464"/>
            <a:chOff x="5056714" y="1942877"/>
            <a:chExt cx="2455201" cy="992464"/>
          </a:xfrm>
        </p:grpSpPr>
        <p:sp>
          <p:nvSpPr>
            <p:cNvPr id="325" name="Retângulo 139">
              <a:extLst>
                <a:ext uri="{FF2B5EF4-FFF2-40B4-BE49-F238E27FC236}">
                  <a16:creationId xmlns:a16="http://schemas.microsoft.com/office/drawing/2014/main" id="{54FE34E2-F9F3-6BD6-8216-9577CC3C398E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678C3A00-4EB2-0FAC-FCF7-AB82203C2ECF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Muli" panose="00000500000000000000" pitchFamily="2" charset="0"/>
                </a:rPr>
                <a:t>Processos 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process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</a:p>
          </p:txBody>
        </p:sp>
      </p:grpSp>
      <p:cxnSp>
        <p:nvCxnSpPr>
          <p:cNvPr id="327" name="Conexão em ângulos retos 236">
            <a:extLst>
              <a:ext uri="{FF2B5EF4-FFF2-40B4-BE49-F238E27FC236}">
                <a16:creationId xmlns:a16="http://schemas.microsoft.com/office/drawing/2014/main" id="{DDC595DD-39F0-7AF6-A31F-FED88C43A7DC}"/>
              </a:ext>
            </a:extLst>
          </p:cNvPr>
          <p:cNvCxnSpPr>
            <a:cxnSpLocks/>
            <a:stCxn id="274" idx="3"/>
          </p:cNvCxnSpPr>
          <p:nvPr/>
        </p:nvCxnSpPr>
        <p:spPr>
          <a:xfrm flipV="1">
            <a:off x="6280544" y="2398524"/>
            <a:ext cx="356621" cy="15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B5D6FFC-AB2C-EA78-5318-B4FE5797A1A7}"/>
              </a:ext>
            </a:extLst>
          </p:cNvPr>
          <p:cNvGrpSpPr/>
          <p:nvPr/>
        </p:nvGrpSpPr>
        <p:grpSpPr>
          <a:xfrm>
            <a:off x="5173945" y="3247584"/>
            <a:ext cx="2058744" cy="992464"/>
            <a:chOff x="5056714" y="1942877"/>
            <a:chExt cx="2455201" cy="992464"/>
          </a:xfrm>
        </p:grpSpPr>
        <p:sp>
          <p:nvSpPr>
            <p:cNvPr id="333" name="Retângulo 139">
              <a:extLst>
                <a:ext uri="{FF2B5EF4-FFF2-40B4-BE49-F238E27FC236}">
                  <a16:creationId xmlns:a16="http://schemas.microsoft.com/office/drawing/2014/main" id="{241F2EEC-E4D7-B521-E8B5-78E29110F2E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 -Bem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513E73E-798C-1C3E-3BD8-133E7F9224E1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Muli" panose="00000500000000000000" pitchFamily="2" charset="0"/>
                </a:rPr>
                <a:t>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</a:p>
          </p:txBody>
        </p:sp>
      </p:grpSp>
      <p:cxnSp>
        <p:nvCxnSpPr>
          <p:cNvPr id="335" name="Conexão em ângulos retos 236">
            <a:extLst>
              <a:ext uri="{FF2B5EF4-FFF2-40B4-BE49-F238E27FC236}">
                <a16:creationId xmlns:a16="http://schemas.microsoft.com/office/drawing/2014/main" id="{066E3EFF-0541-F2D4-4B74-FE28C7A91336}"/>
              </a:ext>
            </a:extLst>
          </p:cNvPr>
          <p:cNvCxnSpPr>
            <a:cxnSpLocks/>
          </p:cNvCxnSpPr>
          <p:nvPr/>
        </p:nvCxnSpPr>
        <p:spPr>
          <a:xfrm flipV="1">
            <a:off x="7139524" y="2369610"/>
            <a:ext cx="1371982" cy="1420475"/>
          </a:xfrm>
          <a:prstGeom prst="bentConnector3">
            <a:avLst>
              <a:gd name="adj1" fmla="val 108583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C457FAE-3C87-D134-4C1A-B791EC6B36A1}"/>
              </a:ext>
            </a:extLst>
          </p:cNvPr>
          <p:cNvGrpSpPr/>
          <p:nvPr/>
        </p:nvGrpSpPr>
        <p:grpSpPr>
          <a:xfrm>
            <a:off x="8281982" y="4213714"/>
            <a:ext cx="2058744" cy="992464"/>
            <a:chOff x="5056714" y="1942877"/>
            <a:chExt cx="2455201" cy="992464"/>
          </a:xfrm>
        </p:grpSpPr>
        <p:sp>
          <p:nvSpPr>
            <p:cNvPr id="346" name="Retângulo 139">
              <a:extLst>
                <a:ext uri="{FF2B5EF4-FFF2-40B4-BE49-F238E27FC236}">
                  <a16:creationId xmlns:a16="http://schemas.microsoft.com/office/drawing/2014/main" id="{024C883F-20C4-6F2C-493F-21CD017348A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 -Bem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uli Light" panose="00000400000000000000" pitchFamily="2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Muli Light" panose="00000400000000000000" pitchFamily="2" charset="0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A4D18E77-8937-7837-C166-F3A54163AC47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Muli" panose="00000500000000000000" pitchFamily="2" charset="0"/>
                </a:rPr>
                <a:t>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Muli" panose="00000500000000000000" pitchFamily="2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Muli" panose="00000500000000000000" pitchFamily="2" charset="0"/>
                </a:rPr>
                <a:t>)</a:t>
              </a:r>
            </a:p>
          </p:txBody>
        </p:sp>
      </p:grpSp>
      <p:sp>
        <p:nvSpPr>
          <p:cNvPr id="348" name="Rectangle 347">
            <a:extLst>
              <a:ext uri="{FF2B5EF4-FFF2-40B4-BE49-F238E27FC236}">
                <a16:creationId xmlns:a16="http://schemas.microsoft.com/office/drawing/2014/main" id="{2BC01637-E7EB-D468-A373-F2BFE69613DE}"/>
              </a:ext>
            </a:extLst>
          </p:cNvPr>
          <p:cNvSpPr/>
          <p:nvPr/>
        </p:nvSpPr>
        <p:spPr>
          <a:xfrm>
            <a:off x="4094736" y="390769"/>
            <a:ext cx="4497831" cy="6955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rgbClr val="FF0000"/>
                </a:solidFill>
              </a:rPr>
              <a:t>Não é para incluir no </a:t>
            </a:r>
            <a:r>
              <a:rPr lang="pt-PT" dirty="0" err="1">
                <a:solidFill>
                  <a:srgbClr val="FF0000"/>
                </a:solidFill>
              </a:rPr>
              <a:t>kick</a:t>
            </a:r>
            <a:r>
              <a:rPr lang="pt-PT" dirty="0">
                <a:solidFill>
                  <a:srgbClr val="FF0000"/>
                </a:solidFill>
              </a:rPr>
              <a:t> </a:t>
            </a:r>
            <a:r>
              <a:rPr lang="pt-PT" dirty="0" err="1">
                <a:solidFill>
                  <a:srgbClr val="FF0000"/>
                </a:solidFill>
              </a:rPr>
              <a:t>off</a:t>
            </a:r>
            <a:endParaRPr lang="pt-P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220F43A-3884-8520-3EA9-93DD94BE665F}"/>
              </a:ext>
            </a:extLst>
          </p:cNvPr>
          <p:cNvGrpSpPr/>
          <p:nvPr/>
        </p:nvGrpSpPr>
        <p:grpSpPr>
          <a:xfrm>
            <a:off x="4229994" y="1041674"/>
            <a:ext cx="7167613" cy="430887"/>
            <a:chOff x="-1395153" y="1041674"/>
            <a:chExt cx="7167613" cy="430887"/>
          </a:xfrm>
        </p:grpSpPr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E06F183-805F-8C89-F5AE-901EE0FFC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95153" y="1259423"/>
              <a:ext cx="716761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 Placeholder 3">
              <a:extLst>
                <a:ext uri="{FF2B5EF4-FFF2-40B4-BE49-F238E27FC236}">
                  <a16:creationId xmlns:a16="http://schemas.microsoft.com/office/drawing/2014/main" id="{745F7496-E953-3A4C-3656-029E058473F4}"/>
                </a:ext>
              </a:extLst>
            </p:cNvPr>
            <p:cNvSpPr txBox="1">
              <a:spLocks/>
            </p:cNvSpPr>
            <p:nvPr/>
          </p:nvSpPr>
          <p:spPr>
            <a:xfrm>
              <a:off x="782210" y="1041674"/>
              <a:ext cx="2804879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algn="ctr" defTabSz="1219078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b="1" kern="12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MODELO DE BENS IMÓVEIS (</a:t>
              </a:r>
              <a:r>
                <a:rPr lang="pt-PT" b="1" kern="12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business_assets</a:t>
              </a:r>
              <a:r>
                <a:rPr lang="pt-PT" b="1" kern="12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  <a:endPara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endParaRPr>
            </a:p>
          </p:txBody>
        </p:sp>
      </p:grpSp>
      <p:sp>
        <p:nvSpPr>
          <p:cNvPr id="272" name="Retângulo 8">
            <a:extLst>
              <a:ext uri="{FF2B5EF4-FFF2-40B4-BE49-F238E27FC236}">
                <a16:creationId xmlns:a16="http://schemas.microsoft.com/office/drawing/2014/main" id="{09CF7D4A-6BB7-DFEC-4CAC-2BA4B4A9E649}"/>
              </a:ext>
            </a:extLst>
          </p:cNvPr>
          <p:cNvSpPr/>
          <p:nvPr/>
        </p:nvSpPr>
        <p:spPr>
          <a:xfrm>
            <a:off x="792805" y="2954168"/>
            <a:ext cx="10604801" cy="3274359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pt-PT" sz="1200" b="1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A5056D59-F2B3-4981-8E59-E77D1F8FB6FC}"/>
              </a:ext>
            </a:extLst>
          </p:cNvPr>
          <p:cNvGrpSpPr/>
          <p:nvPr/>
        </p:nvGrpSpPr>
        <p:grpSpPr>
          <a:xfrm>
            <a:off x="792806" y="3259459"/>
            <a:ext cx="2058744" cy="992464"/>
            <a:chOff x="5056714" y="1942877"/>
            <a:chExt cx="2455201" cy="992464"/>
          </a:xfrm>
        </p:grpSpPr>
        <p:sp>
          <p:nvSpPr>
            <p:cNvPr id="274" name="Retângulo 139">
              <a:extLst>
                <a:ext uri="{FF2B5EF4-FFF2-40B4-BE49-F238E27FC236}">
                  <a16:creationId xmlns:a16="http://schemas.microsoft.com/office/drawing/2014/main" id="{ADF56E53-B143-6FCB-5253-DAD6BA9431DE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EF2456CE-9160-5E42-243A-BB243C3076E5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Relação Contratos e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responsability_process_rel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858BCB8-42C2-9504-E52C-20961CF0D8D7}"/>
              </a:ext>
            </a:extLst>
          </p:cNvPr>
          <p:cNvGrpSpPr/>
          <p:nvPr/>
        </p:nvGrpSpPr>
        <p:grpSpPr>
          <a:xfrm>
            <a:off x="10733342" y="2439003"/>
            <a:ext cx="792000" cy="465747"/>
            <a:chOff x="2383707" y="3899036"/>
            <a:chExt cx="792000" cy="465747"/>
          </a:xfrm>
        </p:grpSpPr>
        <p:sp>
          <p:nvSpPr>
            <p:cNvPr id="306" name="CuadroTexto 86">
              <a:extLst>
                <a:ext uri="{FF2B5EF4-FFF2-40B4-BE49-F238E27FC236}">
                  <a16:creationId xmlns:a16="http://schemas.microsoft.com/office/drawing/2014/main" id="{62AE3B12-8371-4D1A-885A-BA2DA9B25CA5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BENS IMOVEIS</a:t>
              </a:r>
            </a:p>
          </p:txBody>
        </p:sp>
        <p:grpSp>
          <p:nvGrpSpPr>
            <p:cNvPr id="307" name="Grupo 83">
              <a:extLst>
                <a:ext uri="{FF2B5EF4-FFF2-40B4-BE49-F238E27FC236}">
                  <a16:creationId xmlns:a16="http://schemas.microsoft.com/office/drawing/2014/main" id="{176AA8AE-529F-6EB4-3C52-07EDC88EC30F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308" name="Disco magnético 89">
                <a:extLst>
                  <a:ext uri="{FF2B5EF4-FFF2-40B4-BE49-F238E27FC236}">
                    <a16:creationId xmlns:a16="http://schemas.microsoft.com/office/drawing/2014/main" id="{EB1E8CCE-8FBA-1E3A-6FC5-601996A5A2D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309" name="Disco magnético 91">
                <a:extLst>
                  <a:ext uri="{FF2B5EF4-FFF2-40B4-BE49-F238E27FC236}">
                    <a16:creationId xmlns:a16="http://schemas.microsoft.com/office/drawing/2014/main" id="{966A8098-B935-2CAC-D5C2-DED3AB42856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310" name="Disco magnético 92">
                <a:extLst>
                  <a:ext uri="{FF2B5EF4-FFF2-40B4-BE49-F238E27FC236}">
                    <a16:creationId xmlns:a16="http://schemas.microsoft.com/office/drawing/2014/main" id="{56EA836B-E1CB-CCB9-2282-A33F31B8A151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9FD770B-12D5-D0BA-63E1-520B5A143A49}"/>
              </a:ext>
            </a:extLst>
          </p:cNvPr>
          <p:cNvGrpSpPr/>
          <p:nvPr/>
        </p:nvGrpSpPr>
        <p:grpSpPr>
          <a:xfrm>
            <a:off x="792806" y="4845872"/>
            <a:ext cx="2058744" cy="887936"/>
            <a:chOff x="3007916" y="2026001"/>
            <a:chExt cx="2455201" cy="887936"/>
          </a:xfrm>
        </p:grpSpPr>
        <p:sp>
          <p:nvSpPr>
            <p:cNvPr id="225" name="Retângulo 139">
              <a:extLst>
                <a:ext uri="{FF2B5EF4-FFF2-40B4-BE49-F238E27FC236}">
                  <a16:creationId xmlns:a16="http://schemas.microsoft.com/office/drawing/2014/main" id="{5C7F17D2-9BEE-59C1-FAA7-EBF8CE52999D}"/>
                </a:ext>
              </a:extLst>
            </p:cNvPr>
            <p:cNvSpPr/>
            <p:nvPr/>
          </p:nvSpPr>
          <p:spPr>
            <a:xfrm>
              <a:off x="3119518" y="2401887"/>
              <a:ext cx="2232494" cy="5120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Certificado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(EPC)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746F1F22-BDC2-137A-42B8-25CCE74F49DF}"/>
                </a:ext>
              </a:extLst>
            </p:cNvPr>
            <p:cNvSpPr/>
            <p:nvPr/>
          </p:nvSpPr>
          <p:spPr>
            <a:xfrm>
              <a:off x="3007916" y="2026001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GLOVAL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energy_certificate_est_input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35758C85-67A2-CFE5-82BA-7A519E2FF1E6}"/>
              </a:ext>
            </a:extLst>
          </p:cNvPr>
          <p:cNvGrpSpPr/>
          <p:nvPr/>
        </p:nvGrpSpPr>
        <p:grpSpPr>
          <a:xfrm>
            <a:off x="3023768" y="3244867"/>
            <a:ext cx="2058744" cy="992464"/>
            <a:chOff x="5056714" y="1942877"/>
            <a:chExt cx="2455201" cy="992464"/>
          </a:xfrm>
        </p:grpSpPr>
        <p:sp>
          <p:nvSpPr>
            <p:cNvPr id="325" name="Retângulo 139">
              <a:extLst>
                <a:ext uri="{FF2B5EF4-FFF2-40B4-BE49-F238E27FC236}">
                  <a16:creationId xmlns:a16="http://schemas.microsoft.com/office/drawing/2014/main" id="{54FE34E2-F9F3-6BD6-8216-9577CC3C398E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678C3A00-4EB2-0FAC-FCF7-AB82203C2ECF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Processos 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327" name="Conexão em ângulos retos 236">
            <a:extLst>
              <a:ext uri="{FF2B5EF4-FFF2-40B4-BE49-F238E27FC236}">
                <a16:creationId xmlns:a16="http://schemas.microsoft.com/office/drawing/2014/main" id="{DDC595DD-39F0-7AF6-A31F-FED88C43A7DC}"/>
              </a:ext>
            </a:extLst>
          </p:cNvPr>
          <p:cNvCxnSpPr>
            <a:cxnSpLocks/>
            <a:stCxn id="274" idx="3"/>
          </p:cNvCxnSpPr>
          <p:nvPr/>
        </p:nvCxnSpPr>
        <p:spPr>
          <a:xfrm flipV="1">
            <a:off x="2758386" y="3833355"/>
            <a:ext cx="356621" cy="15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B5D6FFC-AB2C-EA78-5318-B4FE5797A1A7}"/>
              </a:ext>
            </a:extLst>
          </p:cNvPr>
          <p:cNvGrpSpPr/>
          <p:nvPr/>
        </p:nvGrpSpPr>
        <p:grpSpPr>
          <a:xfrm>
            <a:off x="5173945" y="3252163"/>
            <a:ext cx="2058744" cy="992464"/>
            <a:chOff x="5056714" y="1942877"/>
            <a:chExt cx="2455201" cy="992464"/>
          </a:xfrm>
        </p:grpSpPr>
        <p:sp>
          <p:nvSpPr>
            <p:cNvPr id="333" name="Retângulo 139">
              <a:extLst>
                <a:ext uri="{FF2B5EF4-FFF2-40B4-BE49-F238E27FC236}">
                  <a16:creationId xmlns:a16="http://schemas.microsoft.com/office/drawing/2014/main" id="{241F2EEC-E4D7-B521-E8B5-78E29110F2E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-Bem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6513E73E-798C-1C3E-3BD8-133E7F9224E1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FC457FAE-3C87-D134-4C1A-B791EC6B36A1}"/>
              </a:ext>
            </a:extLst>
          </p:cNvPr>
          <p:cNvGrpSpPr/>
          <p:nvPr/>
        </p:nvGrpSpPr>
        <p:grpSpPr>
          <a:xfrm>
            <a:off x="7257269" y="3244867"/>
            <a:ext cx="2058744" cy="992464"/>
            <a:chOff x="5056714" y="1942877"/>
            <a:chExt cx="2455201" cy="992464"/>
          </a:xfrm>
        </p:grpSpPr>
        <p:sp>
          <p:nvSpPr>
            <p:cNvPr id="346" name="Retângulo 139">
              <a:extLst>
                <a:ext uri="{FF2B5EF4-FFF2-40B4-BE49-F238E27FC236}">
                  <a16:creationId xmlns:a16="http://schemas.microsoft.com/office/drawing/2014/main" id="{024C883F-20C4-6F2C-493F-21CD017348A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ref_date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</a:t>
              </a: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. Imóvel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(Localização,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Caracteristicas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endPara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A4D18E77-8937-7837-C166-F3A54163AC47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property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2CD74D2-E2EE-DEE7-C8FA-6ACC7DAD665A}"/>
              </a:ext>
            </a:extLst>
          </p:cNvPr>
          <p:cNvGrpSpPr/>
          <p:nvPr/>
        </p:nvGrpSpPr>
        <p:grpSpPr>
          <a:xfrm>
            <a:off x="9280855" y="3244867"/>
            <a:ext cx="2058744" cy="992464"/>
            <a:chOff x="5056714" y="1942877"/>
            <a:chExt cx="2455201" cy="992464"/>
          </a:xfrm>
        </p:grpSpPr>
        <p:sp>
          <p:nvSpPr>
            <p:cNvPr id="4" name="Retângulo 139">
              <a:extLst>
                <a:ext uri="{FF2B5EF4-FFF2-40B4-BE49-F238E27FC236}">
                  <a16:creationId xmlns:a16="http://schemas.microsoft.com/office/drawing/2014/main" id="{3FB3EB73-07A8-236A-3307-E0AD789BFF82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ref_date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</a:t>
              </a: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. Imóvel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(Localização,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Caracteristicas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endPara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455F6D-6705-3424-AC1F-5836F15D2712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Certificados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property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50730"/>
      </p:ext>
    </p:extLst>
  </p:cSld>
  <p:clrMapOvr>
    <a:masterClrMapping/>
  </p:clrMapOvr>
</p:sld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C4F319D-F7CC-47B8-B464-87FE1764F457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8F48CE1-8A91-4E1A-BE73-7D2F7DAC64B1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3F2E31E4-9901-495B-855A-2D2A068FEFFE}"/>
    </a:ext>
  </a:extLst>
</a:theme>
</file>

<file path=ppt/theme/theme4.xml><?xml version="1.0" encoding="utf-8"?>
<a:theme xmlns:a="http://schemas.openxmlformats.org/drawingml/2006/main" name="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B2FE4A6B-F6AD-41F4-B806-7D3213B1E04B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55EF05C4-3636-43ED-9363-705EB74EA362}"/>
    </a:ext>
  </a:extLst>
</a:theme>
</file>

<file path=ppt/theme/theme6.xml><?xml version="1.0" encoding="utf-8"?>
<a:theme xmlns:a="http://schemas.openxmlformats.org/drawingml/2006/main" name="1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7DA459F9-F72B-4C75-9D6C-ACE866DAF679}"/>
    </a:ext>
  </a:extLst>
</a:theme>
</file>

<file path=ppt/theme/theme7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4.pptx" id="{59995220-394F-492D-962A-EEEEF381CF18}" vid="{0BF0CA76-717D-4029-9DE4-3DF3A88C9284}"/>
    </a:ext>
  </a:extLst>
</a:theme>
</file>

<file path=ppt/theme/theme8.xml><?xml version="1.0" encoding="utf-8"?>
<a:theme xmlns:a="http://schemas.openxmlformats.org/drawingml/2006/main" name="5_Custom Design">
  <a:themeElements>
    <a:clrScheme name="Neyond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EBEBE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9.xml><?xml version="1.0" encoding="utf-8"?>
<a:theme xmlns:a="http://schemas.openxmlformats.org/drawingml/2006/main" name="1_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10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683c779-04fc-4b63-89c9-6c25ffa1c0a4">
      <Terms xmlns="http://schemas.microsoft.com/office/infopath/2007/PartnerControls"/>
    </lcf76f155ced4ddcb4097134ff3c332f>
    <TaxCatchAll xmlns="6ea7b29d-57ec-408d-9ea9-cf73b04f66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1375E9B6A4047927DE3870E45B8D5" ma:contentTypeVersion="15" ma:contentTypeDescription="Create a new document." ma:contentTypeScope="" ma:versionID="e9d23e1a7e76fb010a7a235d00d37e18">
  <xsd:schema xmlns:xsd="http://www.w3.org/2001/XMLSchema" xmlns:xs="http://www.w3.org/2001/XMLSchema" xmlns:p="http://schemas.microsoft.com/office/2006/metadata/properties" xmlns:ns1="http://schemas.microsoft.com/sharepoint/v3" xmlns:ns2="0683c779-04fc-4b63-89c9-6c25ffa1c0a4" xmlns:ns3="6ea7b29d-57ec-408d-9ea9-cf73b04f66d5" targetNamespace="http://schemas.microsoft.com/office/2006/metadata/properties" ma:root="true" ma:fieldsID="a08de57118a7aa6c29331f8892cd35a0" ns1:_="" ns2:_="" ns3:_="">
    <xsd:import namespace="http://schemas.microsoft.com/sharepoint/v3"/>
    <xsd:import namespace="0683c779-04fc-4b63-89c9-6c25ffa1c0a4"/>
    <xsd:import namespace="6ea7b29d-57ec-408d-9ea9-cf73b04f66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3c779-04fc-4b63-89c9-6c25ffa1c0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7b29d-57ec-408d-9ea9-cf73b04f66d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28cb997-6b46-4ca3-ae12-c5a1f8f1297b}" ma:internalName="TaxCatchAll" ma:showField="CatchAllData" ma:web="6ea7b29d-57ec-408d-9ea9-cf73b04f66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BF8D17-0426-4CC1-8F30-F5A1DD0A79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4B554-327C-4269-8756-69B4FDD30EB7}">
  <ds:schemaRefs>
    <ds:schemaRef ds:uri="62cb4229-5606-4505-b741-9dfa647ee9b6"/>
    <ds:schemaRef ds:uri="69e67373-74f2-44e9-accb-191d0a0066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  <ds:schemaRef ds:uri="0683c779-04fc-4b63-89c9-6c25ffa1c0a4"/>
    <ds:schemaRef ds:uri="6ea7b29d-57ec-408d-9ea9-cf73b04f66d5"/>
  </ds:schemaRefs>
</ds:datastoreItem>
</file>

<file path=customXml/itemProps3.xml><?xml version="1.0" encoding="utf-8"?>
<ds:datastoreItem xmlns:ds="http://schemas.openxmlformats.org/officeDocument/2006/customXml" ds:itemID="{B5BBFD06-02B2-4F4D-BA7D-10DFEF965A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683c779-04fc-4b63-89c9-6c25ffa1c0a4"/>
    <ds:schemaRef ds:uri="6ea7b29d-57ec-408d-9ea9-cf73b04f66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Neyond v0.4</Template>
  <TotalTime>1151</TotalTime>
  <Words>619</Words>
  <Application>Microsoft Office PowerPoint</Application>
  <PresentationFormat>Custom</PresentationFormat>
  <Paragraphs>108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</vt:i4>
      </vt:variant>
    </vt:vector>
  </HeadingPairs>
  <TitlesOfParts>
    <vt:vector size="20" baseType="lpstr">
      <vt:lpstr>Abril Fatface</vt:lpstr>
      <vt:lpstr>Arial</vt:lpstr>
      <vt:lpstr>Helvetica Neue</vt:lpstr>
      <vt:lpstr>Muli</vt:lpstr>
      <vt:lpstr>Muli Black</vt:lpstr>
      <vt:lpstr>Muli Bold</vt:lpstr>
      <vt:lpstr>Muli Light</vt:lpstr>
      <vt:lpstr>Santander Text</vt:lpstr>
      <vt:lpstr>1_Neyond_capa1</vt:lpstr>
      <vt:lpstr>Índice Neyond</vt:lpstr>
      <vt:lpstr>3_Neyond_separador</vt:lpstr>
      <vt:lpstr>Custom Design</vt:lpstr>
      <vt:lpstr>4_Custom Design</vt:lpstr>
      <vt:lpstr>1_Neyond_contracapa</vt:lpstr>
      <vt:lpstr>2_Neyond_Contracapa</vt:lpstr>
      <vt:lpstr>5_Custom Design</vt:lpstr>
      <vt:lpstr>1_Índice Neyond</vt:lpstr>
      <vt:lpstr>PowerPoint Presentation</vt:lpstr>
      <vt:lpstr>PowerPoint Presentation</vt:lpstr>
      <vt:lpstr>PowerPoint Presentation</vt:lpstr>
    </vt:vector>
  </TitlesOfParts>
  <Company>Neyond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Neyond Proposta e Apresentacao</dc:subject>
  <dc:creator/>
  <cp:lastModifiedBy>Nádia Genebra Ahmad</cp:lastModifiedBy>
  <cp:revision>1</cp:revision>
  <dcterms:created xsi:type="dcterms:W3CDTF">2021-03-15T11:35:43Z</dcterms:created>
  <dcterms:modified xsi:type="dcterms:W3CDTF">2024-10-07T10:24:14Z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2024-10-07T09:51:20Z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31ac1cad-6057-4ca4-84a8-02afef2d9d62</vt:lpwstr>
  </property>
  <property fmtid="{D5CDD505-2E9C-101B-9397-08002B2CF9AE}" pid="8" name="MSIP_Label_41b88ec2-a72b-4523-9e84-0458a1764731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0x0101007511375E9B6A4047927DE3870E45B8D5</vt:lpwstr>
  </property>
</Properties>
</file>