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  <p:sldMasterId id="2147483687" r:id="rId5"/>
    <p:sldMasterId id="2147483699" r:id="rId6"/>
  </p:sldMasterIdLst>
  <p:notesMasterIdLst>
    <p:notesMasterId r:id="rId13"/>
  </p:notesMasterIdLst>
  <p:sldIdLst>
    <p:sldId id="2146846990" r:id="rId7"/>
    <p:sldId id="2146846991" r:id="rId8"/>
    <p:sldId id="2146846988" r:id="rId9"/>
    <p:sldId id="2146846993" r:id="rId10"/>
    <p:sldId id="2146846994" r:id="rId11"/>
    <p:sldId id="2146846995" r:id="rId12"/>
  </p:sldIdLst>
  <p:sldSz cx="12192000" cy="685800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CA4447-11A6-4FC8-A18B-46FDEF45BEA8}" v="25" dt="2024-10-08T13:58:19.7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ádia Genebra Ahmad" userId="36126275-cace-419f-8e9b-04679c4f8ea6" providerId="ADAL" clId="{21CA4447-11A6-4FC8-A18B-46FDEF45BEA8}"/>
    <pc:docChg chg="undo custSel addSld delSld modSld">
      <pc:chgData name="Nádia Genebra Ahmad" userId="36126275-cace-419f-8e9b-04679c4f8ea6" providerId="ADAL" clId="{21CA4447-11A6-4FC8-A18B-46FDEF45BEA8}" dt="2024-10-08T13:59:35.026" v="1670" actId="108"/>
      <pc:docMkLst>
        <pc:docMk/>
      </pc:docMkLst>
      <pc:sldChg chg="new del">
        <pc:chgData name="Nádia Genebra Ahmad" userId="36126275-cace-419f-8e9b-04679c4f8ea6" providerId="ADAL" clId="{21CA4447-11A6-4FC8-A18B-46FDEF45BEA8}" dt="2024-10-07T09:52:31.940" v="2" actId="47"/>
        <pc:sldMkLst>
          <pc:docMk/>
          <pc:sldMk cId="2362537327" sldId="2146846992"/>
        </pc:sldMkLst>
      </pc:sldChg>
      <pc:sldChg chg="addSp delSp modSp add mod">
        <pc:chgData name="Nádia Genebra Ahmad" userId="36126275-cace-419f-8e9b-04679c4f8ea6" providerId="ADAL" clId="{21CA4447-11A6-4FC8-A18B-46FDEF45BEA8}" dt="2024-10-07T10:27:26.047" v="94" actId="1036"/>
        <pc:sldMkLst>
          <pc:docMk/>
          <pc:sldMk cId="3118351771" sldId="2146846993"/>
        </pc:sldMkLst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" creationId="{F3907865-7768-B1A2-D8C1-3000AA87AE70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3" creationId="{FE1AAB7C-9258-2A4E-A913-DDEAD31ED7AB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4" creationId="{EB5B7D51-8437-6C07-2674-5CACAE0971EF}"/>
          </ac:spMkLst>
        </pc:spChg>
        <pc:spChg chg="add 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5" creationId="{08F15E0B-7A25-54F9-FA6B-6982800C550B}"/>
          </ac:spMkLst>
        </pc:spChg>
        <pc:spChg chg="add 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6" creationId="{B5E63B64-9827-5335-6775-9F6637E9480D}"/>
          </ac:spMkLst>
        </pc:spChg>
        <pc:spChg chg="add 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7" creationId="{B43C102A-9BDB-4ECC-996C-E3D7584150F1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2" creationId="{CC1C716C-BA79-EB0A-B8C2-0CD450361F89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3" creationId="{A64A5661-51D4-4AE4-987C-0E6D580A33F9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4" creationId="{84DC4528-7FA2-A944-F231-16D9ADBACC35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15" creationId="{4A9D5E1D-6F1A-FE86-1501-DE0D453F2CB6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6" creationId="{9046255A-414E-A4A3-F3E7-BC56FF6FA59E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9" creationId="{14247E5A-FD0F-D73C-9B5D-1F89611BBF47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20" creationId="{9983629F-EA66-5691-5ADD-8090D050852B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22" creationId="{874EE046-E7DC-CCD4-F4A6-1BAC6F09C582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23" creationId="{C17635BB-F861-3E5B-B504-3356BB6D37FB}"/>
          </ac:spMkLst>
        </pc:spChg>
        <pc:spChg chg="del">
          <ac:chgData name="Nádia Genebra Ahmad" userId="36126275-cace-419f-8e9b-04679c4f8ea6" providerId="ADAL" clId="{21CA4447-11A6-4FC8-A18B-46FDEF45BEA8}" dt="2024-10-07T10:26:19.777" v="32" actId="478"/>
          <ac:spMkLst>
            <pc:docMk/>
            <pc:sldMk cId="3118351771" sldId="2146846993"/>
            <ac:spMk id="26" creationId="{33862B00-A30F-D965-84C6-BB47F23913A2}"/>
          </ac:spMkLst>
        </pc:spChg>
        <pc:spChg chg="del">
          <ac:chgData name="Nádia Genebra Ahmad" userId="36126275-cace-419f-8e9b-04679c4f8ea6" providerId="ADAL" clId="{21CA4447-11A6-4FC8-A18B-46FDEF45BEA8}" dt="2024-10-07T10:26:19.777" v="32" actId="478"/>
          <ac:spMkLst>
            <pc:docMk/>
            <pc:sldMk cId="3118351771" sldId="2146846993"/>
            <ac:spMk id="27" creationId="{2B43D231-FF2A-1C53-EFCB-9F9E03B5EA8B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43" creationId="{7DEDCEAA-7600-D55A-116C-8B40DCE86A3C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44" creationId="{18D45377-5128-3C51-B51F-CC25EB38966E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45" creationId="{F2DFF083-D2F0-5D3C-4B9C-82D246AF0CDF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46" creationId="{E0A5BF2C-D38F-7FFD-9E0C-E794A817D289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50" creationId="{B4589B47-B9CA-75FE-B91B-675A50BCC511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51" creationId="{B75F6F99-A0EC-1C1D-5102-0EE781AE3A3E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55" creationId="{E00C5CDC-5DF2-4AB0-518E-ABCF1094F92C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60" creationId="{7AD92640-FED7-FDF2-09B0-E892684CE84F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66" creationId="{995AA457-0A04-8FF0-6854-90E2DD07DAC7}"/>
          </ac:spMkLst>
        </pc:spChg>
        <pc:spChg chg="mod">
          <ac:chgData name="Nádia Genebra Ahmad" userId="36126275-cace-419f-8e9b-04679c4f8ea6" providerId="ADAL" clId="{21CA4447-11A6-4FC8-A18B-46FDEF45BEA8}" dt="2024-10-07T10:27:20.975" v="84" actId="20577"/>
          <ac:spMkLst>
            <pc:docMk/>
            <pc:sldMk cId="3118351771" sldId="2146846993"/>
            <ac:spMk id="74" creationId="{9A5BACEF-14B5-43CE-3738-C35FE2761286}"/>
          </ac:spMkLst>
        </pc:spChg>
        <pc:spChg chg="del">
          <ac:chgData name="Nádia Genebra Ahmad" userId="36126275-cace-419f-8e9b-04679c4f8ea6" providerId="ADAL" clId="{21CA4447-11A6-4FC8-A18B-46FDEF45BEA8}" dt="2024-10-07T09:52:41.642" v="4" actId="478"/>
          <ac:spMkLst>
            <pc:docMk/>
            <pc:sldMk cId="3118351771" sldId="2146846993"/>
            <ac:spMk id="75" creationId="{DDF30774-EA8B-14C6-0207-9B381A6E9776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78" creationId="{3D98028A-07D6-18F6-0FD9-2F43E157F48E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79" creationId="{E4C49054-FB34-0AF9-8B3A-99D1DBE038E4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80" creationId="{851B95FB-1852-BA5C-6621-A1F4C5D14DAF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82" creationId="{A1BDBBE9-2AD6-FF74-508F-5F4D7E847041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84" creationId="{37650D6A-DC0C-FFEC-AB0C-153E8EE09775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85" creationId="{F6697479-BC56-F84D-A330-3C934BDBB267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86" creationId="{911DB50B-88F8-6679-6D1E-DE280FC89FE0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87" creationId="{8DE1321A-55A4-C82C-AB3B-412147F3A0C7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89" creationId="{3056E1AC-3492-826E-0E9A-9CA4D3616AFD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91" creationId="{D2BA515F-3780-71A7-5449-CB762F64D13A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92" creationId="{DEE75F90-3A1B-5E5D-30D0-593BDABCBC86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93" creationId="{80FEFDE8-9BCD-39B8-50E0-27D184DD810A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96" creationId="{301C3A9E-3349-22CC-2C39-C157D4F5D882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97" creationId="{86FCFD62-5774-2A5B-5C1D-EF0B1438924F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98" creationId="{76438C1C-783E-0AD2-EDE4-A82BAAE7677E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99" creationId="{0C01F289-53D0-D621-2E99-CEE2499EDAA7}"/>
          </ac:spMkLst>
        </pc:spChg>
        <pc:spChg chg="add 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00" creationId="{11C031BB-F2BD-ECCB-1726-F17ABDC5FF73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04" creationId="{FD079027-BC5B-EF0F-EAD4-260C6807F88D}"/>
          </ac:spMkLst>
        </pc:spChg>
        <pc:spChg chg="mod">
          <ac:chgData name="Nádia Genebra Ahmad" userId="36126275-cace-419f-8e9b-04679c4f8ea6" providerId="ADAL" clId="{21CA4447-11A6-4FC8-A18B-46FDEF45BEA8}" dt="2024-10-07T10:24:32.955" v="22" actId="207"/>
          <ac:spMkLst>
            <pc:docMk/>
            <pc:sldMk cId="3118351771" sldId="2146846993"/>
            <ac:spMk id="106" creationId="{E565DD14-E78F-4270-5138-7E749B184B96}"/>
          </ac:spMkLst>
        </pc:spChg>
        <pc:spChg chg="mod">
          <ac:chgData name="Nádia Genebra Ahmad" userId="36126275-cace-419f-8e9b-04679c4f8ea6" providerId="ADAL" clId="{21CA4447-11A6-4FC8-A18B-46FDEF45BEA8}" dt="2024-10-07T10:24:32.955" v="22" actId="207"/>
          <ac:spMkLst>
            <pc:docMk/>
            <pc:sldMk cId="3118351771" sldId="2146846993"/>
            <ac:spMk id="107" creationId="{D37581C4-AD49-98FD-E264-562213EA1DA0}"/>
          </ac:spMkLst>
        </pc:spChg>
        <pc:spChg chg="mod">
          <ac:chgData name="Nádia Genebra Ahmad" userId="36126275-cace-419f-8e9b-04679c4f8ea6" providerId="ADAL" clId="{21CA4447-11A6-4FC8-A18B-46FDEF45BEA8}" dt="2024-10-07T10:24:32.955" v="22" actId="207"/>
          <ac:spMkLst>
            <pc:docMk/>
            <pc:sldMk cId="3118351771" sldId="2146846993"/>
            <ac:spMk id="108" creationId="{2D7F1FC2-1321-DC60-4779-6419C8F182AA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09" creationId="{9BF9A5B8-2311-0FDB-BBD4-DA3704CC3517}"/>
          </ac:spMkLst>
        </pc:spChg>
        <pc:spChg chg="mod">
          <ac:chgData name="Nádia Genebra Ahmad" userId="36126275-cace-419f-8e9b-04679c4f8ea6" providerId="ADAL" clId="{21CA4447-11A6-4FC8-A18B-46FDEF45BEA8}" dt="2024-10-07T10:24:29.542" v="21" actId="207"/>
          <ac:spMkLst>
            <pc:docMk/>
            <pc:sldMk cId="3118351771" sldId="2146846993"/>
            <ac:spMk id="111" creationId="{35C018BB-B27B-F659-6FE7-453B1C3BCD12}"/>
          </ac:spMkLst>
        </pc:spChg>
        <pc:spChg chg="mod">
          <ac:chgData name="Nádia Genebra Ahmad" userId="36126275-cace-419f-8e9b-04679c4f8ea6" providerId="ADAL" clId="{21CA4447-11A6-4FC8-A18B-46FDEF45BEA8}" dt="2024-10-07T10:24:29.542" v="21" actId="207"/>
          <ac:spMkLst>
            <pc:docMk/>
            <pc:sldMk cId="3118351771" sldId="2146846993"/>
            <ac:spMk id="112" creationId="{EE5B33C0-E604-C3B1-C095-3538EE243C8B}"/>
          </ac:spMkLst>
        </pc:spChg>
        <pc:spChg chg="mod">
          <ac:chgData name="Nádia Genebra Ahmad" userId="36126275-cace-419f-8e9b-04679c4f8ea6" providerId="ADAL" clId="{21CA4447-11A6-4FC8-A18B-46FDEF45BEA8}" dt="2024-10-07T10:24:29.542" v="21" actId="207"/>
          <ac:spMkLst>
            <pc:docMk/>
            <pc:sldMk cId="3118351771" sldId="2146846993"/>
            <ac:spMk id="113" creationId="{C29FF4D9-01B6-6567-8E7E-828443B93E21}"/>
          </ac:spMkLst>
        </pc:spChg>
        <pc:spChg chg="add 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14" creationId="{6837953B-BA5D-22D8-99A0-C8FF0F29B38A}"/>
          </ac:spMkLst>
        </pc:spChg>
        <pc:spChg chg="add mod">
          <ac:chgData name="Nádia Genebra Ahmad" userId="36126275-cace-419f-8e9b-04679c4f8ea6" providerId="ADAL" clId="{21CA4447-11A6-4FC8-A18B-46FDEF45BEA8}" dt="2024-10-07T10:25:32.176" v="26" actId="208"/>
          <ac:spMkLst>
            <pc:docMk/>
            <pc:sldMk cId="3118351771" sldId="2146846993"/>
            <ac:spMk id="115" creationId="{E976860F-CE1C-AD35-6FBB-F3741B52CB3B}"/>
          </ac:spMkLst>
        </pc:spChg>
        <pc:spChg chg="mod">
          <ac:chgData name="Nádia Genebra Ahmad" userId="36126275-cace-419f-8e9b-04679c4f8ea6" providerId="ADAL" clId="{21CA4447-11A6-4FC8-A18B-46FDEF45BEA8}" dt="2024-10-07T10:25:34.748" v="27" actId="208"/>
          <ac:spMkLst>
            <pc:docMk/>
            <pc:sldMk cId="3118351771" sldId="2146846993"/>
            <ac:spMk id="118" creationId="{805E2A67-25F1-6D7A-99D3-219430DF509F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19" creationId="{0046B543-5ACE-9F23-3317-C63DF03BBF53}"/>
          </ac:spMkLst>
        </pc:spChg>
        <pc:spChg chg="mod">
          <ac:chgData name="Nádia Genebra Ahmad" userId="36126275-cace-419f-8e9b-04679c4f8ea6" providerId="ADAL" clId="{21CA4447-11A6-4FC8-A18B-46FDEF45BEA8}" dt="2024-10-07T10:25:24.052" v="25" actId="207"/>
          <ac:spMkLst>
            <pc:docMk/>
            <pc:sldMk cId="3118351771" sldId="2146846993"/>
            <ac:spMk id="121" creationId="{84F5EDAE-25BD-E8E2-4D34-E33D8BC813EE}"/>
          </ac:spMkLst>
        </pc:spChg>
        <pc:spChg chg="mod">
          <ac:chgData name="Nádia Genebra Ahmad" userId="36126275-cace-419f-8e9b-04679c4f8ea6" providerId="ADAL" clId="{21CA4447-11A6-4FC8-A18B-46FDEF45BEA8}" dt="2024-10-07T10:25:24.052" v="25" actId="207"/>
          <ac:spMkLst>
            <pc:docMk/>
            <pc:sldMk cId="3118351771" sldId="2146846993"/>
            <ac:spMk id="122" creationId="{196B2CF5-8247-8FAC-107D-4B7D3BB9C8AD}"/>
          </ac:spMkLst>
        </pc:spChg>
        <pc:spChg chg="mod">
          <ac:chgData name="Nádia Genebra Ahmad" userId="36126275-cace-419f-8e9b-04679c4f8ea6" providerId="ADAL" clId="{21CA4447-11A6-4FC8-A18B-46FDEF45BEA8}" dt="2024-10-07T10:25:24.052" v="25" actId="207"/>
          <ac:spMkLst>
            <pc:docMk/>
            <pc:sldMk cId="3118351771" sldId="2146846993"/>
            <ac:spMk id="123" creationId="{5446BDF5-3667-A1B8-D166-7C4885CE7BB9}"/>
          </ac:spMkLst>
        </pc:spChg>
        <pc:spChg chg="add 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24" creationId="{763A07F7-315D-6387-53B0-BB90589D527A}"/>
          </ac:spMkLst>
        </pc:spChg>
        <pc:spChg chg="add 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25" creationId="{5C5472FE-E7C8-3793-8F39-AB7D902C9C86}"/>
          </ac:spMkLst>
        </pc:spChg>
        <pc:spChg chg="add 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26" creationId="{A8A26C5A-EB76-73F3-73ED-87B29AF27443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30" creationId="{920B596C-1649-D6BA-6D0E-528971376497}"/>
          </ac:spMkLst>
        </pc:spChg>
        <pc:spChg chg="add 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35" creationId="{7628F0D5-C9A2-B503-B7E2-E53EB3D4F09F}"/>
          </ac:spMkLst>
        </pc:spChg>
        <pc:spChg chg="add 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36" creationId="{D465FDEB-65A6-3F46-BF43-5DF8E94D349B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137" creationId="{2C5F729B-11A4-4203-BF9D-333D4FA8B7D3}"/>
          </ac:spMkLst>
        </pc:spChg>
        <pc:spChg chg="add 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38" creationId="{1935B7AC-6B0D-19A1-DDF9-3E760B2C2E52}"/>
          </ac:spMkLst>
        </pc:spChg>
        <pc:spChg chg="add 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39" creationId="{C6FD48C2-2F40-C55A-2AF5-15E60F9DF930}"/>
          </ac:spMkLst>
        </pc:spChg>
        <pc:spChg chg="add 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40" creationId="{9411C5A2-CE45-008C-8E0A-CA624EF6582A}"/>
          </ac:spMkLst>
        </pc:spChg>
        <pc:spChg chg="add 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41" creationId="{B7F79C6F-9353-1842-EB1B-B170C356B7C5}"/>
          </ac:spMkLst>
        </pc:spChg>
        <pc:spChg chg="add del mod">
          <ac:chgData name="Nádia Genebra Ahmad" userId="36126275-cace-419f-8e9b-04679c4f8ea6" providerId="ADAL" clId="{21CA4447-11A6-4FC8-A18B-46FDEF45BEA8}" dt="2024-10-07T09:52:50.112" v="8" actId="478"/>
          <ac:spMkLst>
            <pc:docMk/>
            <pc:sldMk cId="3118351771" sldId="2146846993"/>
            <ac:spMk id="142" creationId="{8E16924D-00BD-D764-C32A-ED9F6802C43E}"/>
          </ac:spMkLst>
        </pc:spChg>
        <pc:spChg chg="add del mod">
          <ac:chgData name="Nádia Genebra Ahmad" userId="36126275-cace-419f-8e9b-04679c4f8ea6" providerId="ADAL" clId="{21CA4447-11A6-4FC8-A18B-46FDEF45BEA8}" dt="2024-10-07T09:52:53.246" v="9" actId="478"/>
          <ac:spMkLst>
            <pc:docMk/>
            <pc:sldMk cId="3118351771" sldId="2146846993"/>
            <ac:spMk id="143" creationId="{FC7B1A20-C8C8-FBE4-CD3F-4D1D13111ACE}"/>
          </ac:spMkLst>
        </pc:spChg>
        <pc:spChg chg="mod">
          <ac:chgData name="Nádia Genebra Ahmad" userId="36126275-cace-419f-8e9b-04679c4f8ea6" providerId="ADAL" clId="{21CA4447-11A6-4FC8-A18B-46FDEF45BEA8}" dt="2024-10-07T10:24:40.563" v="24" actId="207"/>
          <ac:spMkLst>
            <pc:docMk/>
            <pc:sldMk cId="3118351771" sldId="2146846993"/>
            <ac:spMk id="147" creationId="{15191658-AC58-85EB-086F-08735DDB7BCB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49" creationId="{C950B0EB-FCC4-4AF8-46EF-35BDBB9CFF44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51" creationId="{427F0EF4-8845-2335-7B71-D8400F86A982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52" creationId="{CB1F5859-4437-F504-4733-D405D14B5A6C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53" creationId="{0125BDBC-EE6E-B8DF-D16B-836E287F3AA5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54" creationId="{A2E2A6F7-2BDA-2179-D426-C26EC5C5136B}"/>
          </ac:spMkLst>
        </pc:spChg>
        <pc:spChg chg="mod">
          <ac:chgData name="Nádia Genebra Ahmad" userId="36126275-cace-419f-8e9b-04679c4f8ea6" providerId="ADAL" clId="{21CA4447-11A6-4FC8-A18B-46FDEF45BEA8}" dt="2024-10-07T10:24:36.976" v="23" actId="207"/>
          <ac:spMkLst>
            <pc:docMk/>
            <pc:sldMk cId="3118351771" sldId="2146846993"/>
            <ac:spMk id="156" creationId="{9C31403A-6E47-865B-4E8A-19031172D0F6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58" creationId="{80883ECF-D73E-E3C7-7BA8-E1667629A6D7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60" creationId="{8FE59BF7-4E73-396B-9D70-BBCCF8903C38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61" creationId="{4D7FE5EB-6061-D995-31A7-ED458F7C5286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63" creationId="{9C21371C-C5C9-6763-1E11-3D9526B82AA9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65" creationId="{2EADF45C-918F-7BED-4648-8A61D08D0278}"/>
          </ac:spMkLst>
        </pc:spChg>
        <pc:spChg chg="mod">
          <ac:chgData name="Nádia Genebra Ahmad" userId="36126275-cace-419f-8e9b-04679c4f8ea6" providerId="ADAL" clId="{21CA4447-11A6-4FC8-A18B-46FDEF45BEA8}" dt="2024-10-07T10:05:42.679" v="17" actId="2711"/>
          <ac:spMkLst>
            <pc:docMk/>
            <pc:sldMk cId="3118351771" sldId="2146846993"/>
            <ac:spMk id="166" creationId="{96CB4A59-6C23-E503-A3F9-C75D19CE0F36}"/>
          </ac:spMkLst>
        </pc:spChg>
        <pc:spChg chg="add mod">
          <ac:chgData name="Nádia Genebra Ahmad" userId="36126275-cace-419f-8e9b-04679c4f8ea6" providerId="ADAL" clId="{21CA4447-11A6-4FC8-A18B-46FDEF45BEA8}" dt="2024-10-07T10:25:43.728" v="28" actId="207"/>
          <ac:spMkLst>
            <pc:docMk/>
            <pc:sldMk cId="3118351771" sldId="2146846993"/>
            <ac:spMk id="168" creationId="{3BE2290B-BEBE-4BAE-87F8-BE9FFF0706B0}"/>
          </ac:spMkLst>
        </pc:spChg>
        <pc:spChg chg="add mod">
          <ac:chgData name="Nádia Genebra Ahmad" userId="36126275-cace-419f-8e9b-04679c4f8ea6" providerId="ADAL" clId="{21CA4447-11A6-4FC8-A18B-46FDEF45BEA8}" dt="2024-10-07T10:27:26.047" v="94" actId="1036"/>
          <ac:spMkLst>
            <pc:docMk/>
            <pc:sldMk cId="3118351771" sldId="2146846993"/>
            <ac:spMk id="169" creationId="{E5060961-B450-AF73-CFCE-3E0084620469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28" creationId="{0BBB046D-15A1-8C23-B880-B6B5D7F2BA29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31" creationId="{ED6C1FFF-BA65-28B1-969F-081439FA1A2B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33" creationId="{1B6926FA-D852-8978-D0D3-2DE0EA7032F1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34" creationId="{7BED8929-770F-514C-115A-A37877525238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35" creationId="{886562B9-7A6F-438E-BE78-40EA1195B721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37" creationId="{56AA14CF-1B4E-2104-A79D-4F862FC25501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46" creationId="{81C1FBAD-8E60-9343-661B-EE72B468199A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48" creationId="{799B373E-45D8-8219-BB18-0A6446DD8630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50" creationId="{A4BA8B57-AF51-117A-C517-38CB006EF935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52" creationId="{7143AAE2-E875-5C88-A6A7-0DC51EAF8518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58" creationId="{D4EE6681-20A7-BA38-F6A1-9C1C21C1E40F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60" creationId="{D8D1148D-AC1E-4AC1-6921-BFAF492ED412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61" creationId="{4CCEB51F-0FB5-57A8-ED23-F8F9801F3647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64" creationId="{F5390B22-59D6-A96D-00CA-263FFEED3861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83" creationId="{E9196B43-22D4-469E-EDC8-F7739C1DC6E1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84" creationId="{786C8FE0-8823-6020-129B-DD989F31307F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86" creationId="{D2101B7B-81E8-6149-0BED-3A5454DE3AA4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287" creationId="{51041621-FFA6-DDEC-A1D6-EB6D1779F7BA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305" creationId="{FCEA61C4-B249-D920-1071-49268AAA0688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306" creationId="{4ED7098A-CF77-A702-110A-FFF02D74CD10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307" creationId="{8B384A66-FE7E-4B30-BD76-0B76C49531BA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308" creationId="{DAF4CB87-DC0D-3DA1-5151-9447B58E03E2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309" creationId="{B8AD4C90-3093-7738-9737-C936031D3A11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310" creationId="{72ACAADF-73A6-4D8C-26E9-AF76AE23DD7E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314" creationId="{9FBBC69C-D9BB-2AC3-A7A1-D83EB7C9FCD2}"/>
          </ac:spMkLst>
        </pc:spChg>
        <pc:spChg chg="del">
          <ac:chgData name="Nádia Genebra Ahmad" userId="36126275-cace-419f-8e9b-04679c4f8ea6" providerId="ADAL" clId="{21CA4447-11A6-4FC8-A18B-46FDEF45BEA8}" dt="2024-10-07T09:52:38.951" v="3" actId="478"/>
          <ac:spMkLst>
            <pc:docMk/>
            <pc:sldMk cId="3118351771" sldId="2146846993"/>
            <ac:spMk id="315" creationId="{2B25187F-E10E-CA24-B8C7-28E54B55B13B}"/>
          </ac:spMkLst>
        </pc:spChg>
        <pc:spChg chg="del">
          <ac:chgData name="Nádia Genebra Ahmad" userId="36126275-cace-419f-8e9b-04679c4f8ea6" providerId="ADAL" clId="{21CA4447-11A6-4FC8-A18B-46FDEF45BEA8}" dt="2024-10-07T10:26:19.777" v="32" actId="478"/>
          <ac:spMkLst>
            <pc:docMk/>
            <pc:sldMk cId="3118351771" sldId="2146846993"/>
            <ac:spMk id="342" creationId="{39799EE9-A82A-286D-F14D-95A77CB56AED}"/>
          </ac:spMkLst>
        </pc:spChg>
        <pc:grpChg chg="add 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8" creationId="{D8C03937-CE0F-4703-1AAF-E73812FB5F9B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1" creationId="{3EE95DF9-393F-7911-DCE1-5101504C2DFE}"/>
          </ac:grpSpMkLst>
        </pc:grpChg>
        <pc:grpChg chg="add 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7" creationId="{E9808513-A178-3218-4416-AF2895F46996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8" creationId="{44190A61-6C3D-283A-46F7-07E53EB29BCE}"/>
          </ac:grpSpMkLst>
        </pc:grpChg>
        <pc:grpChg chg="add 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25" creationId="{EC9CDF1B-4CE5-46D6-F49C-7EE5696091E8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29" creationId="{FF9D98F5-CD6B-A985-9FFD-55BC0FF688B8}"/>
          </ac:grpSpMkLst>
        </pc:grpChg>
        <pc:grpChg chg="del">
          <ac:chgData name="Nádia Genebra Ahmad" userId="36126275-cace-419f-8e9b-04679c4f8ea6" providerId="ADAL" clId="{21CA4447-11A6-4FC8-A18B-46FDEF45BEA8}" dt="2024-10-07T09:52:38.951" v="3" actId="478"/>
          <ac:grpSpMkLst>
            <pc:docMk/>
            <pc:sldMk cId="3118351771" sldId="2146846993"/>
            <ac:grpSpMk id="32" creationId="{FF65F5D2-2011-DE0A-FD85-770DE90745E1}"/>
          </ac:grpSpMkLst>
        </pc:grpChg>
        <pc:grpChg chg="del">
          <ac:chgData name="Nádia Genebra Ahmad" userId="36126275-cace-419f-8e9b-04679c4f8ea6" providerId="ADAL" clId="{21CA4447-11A6-4FC8-A18B-46FDEF45BEA8}" dt="2024-10-07T09:52:38.951" v="3" actId="478"/>
          <ac:grpSpMkLst>
            <pc:docMk/>
            <pc:sldMk cId="3118351771" sldId="2146846993"/>
            <ac:grpSpMk id="33" creationId="{084DFAE7-A61C-B080-EAF1-B59F97EFC13F}"/>
          </ac:grpSpMkLst>
        </pc:grpChg>
        <pc:grpChg chg="del">
          <ac:chgData name="Nádia Genebra Ahmad" userId="36126275-cace-419f-8e9b-04679c4f8ea6" providerId="ADAL" clId="{21CA4447-11A6-4FC8-A18B-46FDEF45BEA8}" dt="2024-10-07T09:52:38.951" v="3" actId="478"/>
          <ac:grpSpMkLst>
            <pc:docMk/>
            <pc:sldMk cId="3118351771" sldId="2146846993"/>
            <ac:grpSpMk id="34" creationId="{381BE7BB-1C92-6C80-F2FF-C734C3E3CFA7}"/>
          </ac:grpSpMkLst>
        </pc:grpChg>
        <pc:grpChg chg="del">
          <ac:chgData name="Nádia Genebra Ahmad" userId="36126275-cace-419f-8e9b-04679c4f8ea6" providerId="ADAL" clId="{21CA4447-11A6-4FC8-A18B-46FDEF45BEA8}" dt="2024-10-07T09:52:38.951" v="3" actId="478"/>
          <ac:grpSpMkLst>
            <pc:docMk/>
            <pc:sldMk cId="3118351771" sldId="2146846993"/>
            <ac:grpSpMk id="42" creationId="{6C65387D-5FD1-BDE2-7E45-D2A9CEB867BB}"/>
          </ac:grpSpMkLst>
        </pc:grpChg>
        <pc:grpChg chg="del">
          <ac:chgData name="Nádia Genebra Ahmad" userId="36126275-cace-419f-8e9b-04679c4f8ea6" providerId="ADAL" clId="{21CA4447-11A6-4FC8-A18B-46FDEF45BEA8}" dt="2024-10-07T09:52:38.951" v="3" actId="478"/>
          <ac:grpSpMkLst>
            <pc:docMk/>
            <pc:sldMk cId="3118351771" sldId="2146846993"/>
            <ac:grpSpMk id="76" creationId="{DA9E519D-6D8C-E270-1183-21D4693168B9}"/>
          </ac:grpSpMkLst>
        </pc:grpChg>
        <pc:grpChg chg="del">
          <ac:chgData name="Nádia Genebra Ahmad" userId="36126275-cace-419f-8e9b-04679c4f8ea6" providerId="ADAL" clId="{21CA4447-11A6-4FC8-A18B-46FDEF45BEA8}" dt="2024-10-07T09:52:38.951" v="3" actId="478"/>
          <ac:grpSpMkLst>
            <pc:docMk/>
            <pc:sldMk cId="3118351771" sldId="2146846993"/>
            <ac:grpSpMk id="77" creationId="{984520CE-3D55-6E23-BCA2-5386B7D0CEEE}"/>
          </ac:grpSpMkLst>
        </pc:grpChg>
        <pc:grpChg chg="add 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81" creationId="{4FCAFAC4-A851-63DC-28BD-016DB7C1CC50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83" creationId="{4507335B-F0B4-C216-5389-01EA791ECA21}"/>
          </ac:grpSpMkLst>
        </pc:grpChg>
        <pc:grpChg chg="add 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88" creationId="{167B6850-3937-FD00-5548-F0A15902FE70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90" creationId="{77502FCE-A7AA-FC86-82AD-7190669CD080}"/>
          </ac:grpSpMkLst>
        </pc:grpChg>
        <pc:grpChg chg="add 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94" creationId="{F88F30DA-9D92-706C-DEDC-BF10E8098604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95" creationId="{C8D99F40-ECA8-21C8-0639-1452F07FBE61}"/>
          </ac:grpSpMkLst>
        </pc:grpChg>
        <pc:grpChg chg="add 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01" creationId="{05A45F14-85A3-003D-06EA-A9B5F7217DF2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02" creationId="{8DA82F6D-8CA9-2419-D1F8-3934F0C94818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03" creationId="{3C7714E1-B782-EC7F-E3BA-49369A8AD937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05" creationId="{DC27DA06-0713-66A3-B1C4-6A498A81FA86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10" creationId="{0EA1406A-42E9-BF28-8315-0FCD6159635A}"/>
          </ac:grpSpMkLst>
        </pc:grpChg>
        <pc:grpChg chg="add 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16" creationId="{6CE88E41-686A-8C88-18B3-935EE6A54C11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17" creationId="{0718386D-57DF-F036-6417-1E139B00296B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20" creationId="{01A5E6DD-E3B3-E281-DAF0-772CD76632F8}"/>
          </ac:grpSpMkLst>
        </pc:grpChg>
        <pc:grpChg chg="add 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27" creationId="{7C643CBE-99EB-60FF-6F73-AE10A4FFFD19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29" creationId="{2350C310-AD32-666F-F961-2AAA6B4ACF4B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32" creationId="{CE3BE699-18D1-0784-4BD3-FB02DF1439BE}"/>
          </ac:grpSpMkLst>
        </pc:grpChg>
        <pc:grpChg chg="add 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46" creationId="{8B7E4FC1-9F49-BEAD-76ED-2BA3389F8412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48" creationId="{16163A10-3106-8EDA-BB7C-96AA7CD1E6E0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50" creationId="{616F527D-F3F5-9FBA-C3CC-96CE48202BE8}"/>
          </ac:grpSpMkLst>
        </pc:grpChg>
        <pc:grpChg chg="add 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55" creationId="{907E77DC-801D-DCCD-2111-4E9E2D6F38F0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57" creationId="{BE472C28-A55C-F725-D515-F5424848AB92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59" creationId="{F63F602A-53C9-3086-9246-991EB5E6F31C}"/>
          </ac:grpSpMkLst>
        </pc:grpChg>
        <pc:grpChg chg="add 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62" creationId="{682B6E25-FF66-2B1D-755D-B1F8C8BF4466}"/>
          </ac:grpSpMkLst>
        </pc:grpChg>
        <pc:grpChg chg="mod">
          <ac:chgData name="Nádia Genebra Ahmad" userId="36126275-cace-419f-8e9b-04679c4f8ea6" providerId="ADAL" clId="{21CA4447-11A6-4FC8-A18B-46FDEF45BEA8}" dt="2024-10-07T09:52:45.378" v="7"/>
          <ac:grpSpMkLst>
            <pc:docMk/>
            <pc:sldMk cId="3118351771" sldId="2146846993"/>
            <ac:grpSpMk id="164" creationId="{7D259596-DD54-357B-8F83-647181E229E0}"/>
          </ac:grpSpMkLst>
        </pc:grpChg>
        <pc:grpChg chg="del">
          <ac:chgData name="Nádia Genebra Ahmad" userId="36126275-cace-419f-8e9b-04679c4f8ea6" providerId="ADAL" clId="{21CA4447-11A6-4FC8-A18B-46FDEF45BEA8}" dt="2024-10-07T09:52:38.951" v="3" actId="478"/>
          <ac:grpSpMkLst>
            <pc:docMk/>
            <pc:sldMk cId="3118351771" sldId="2146846993"/>
            <ac:grpSpMk id="257" creationId="{A2A7F16D-4F26-D01F-9C02-8ECE7E15B2A9}"/>
          </ac:grpSpMkLst>
        </pc:grpChg>
        <pc:grpChg chg="del">
          <ac:chgData name="Nádia Genebra Ahmad" userId="36126275-cace-419f-8e9b-04679c4f8ea6" providerId="ADAL" clId="{21CA4447-11A6-4FC8-A18B-46FDEF45BEA8}" dt="2024-10-07T09:52:38.951" v="3" actId="478"/>
          <ac:grpSpMkLst>
            <pc:docMk/>
            <pc:sldMk cId="3118351771" sldId="2146846993"/>
            <ac:grpSpMk id="327" creationId="{FFAA6583-72F7-48F4-1470-C14B7C2D77D2}"/>
          </ac:grpSpMkLst>
        </pc:grpChg>
        <pc:grpChg chg="del">
          <ac:chgData name="Nádia Genebra Ahmad" userId="36126275-cace-419f-8e9b-04679c4f8ea6" providerId="ADAL" clId="{21CA4447-11A6-4FC8-A18B-46FDEF45BEA8}" dt="2024-10-07T10:26:19.777" v="32" actId="478"/>
          <ac:grpSpMkLst>
            <pc:docMk/>
            <pc:sldMk cId="3118351771" sldId="2146846993"/>
            <ac:grpSpMk id="343" creationId="{784D547C-BD8A-6A6B-383B-B4A437763B33}"/>
          </ac:grpSpMkLst>
        </pc:grpChg>
        <pc:grpChg chg="del">
          <ac:chgData name="Nádia Genebra Ahmad" userId="36126275-cace-419f-8e9b-04679c4f8ea6" providerId="ADAL" clId="{21CA4447-11A6-4FC8-A18B-46FDEF45BEA8}" dt="2024-10-07T10:26:19.777" v="32" actId="478"/>
          <ac:grpSpMkLst>
            <pc:docMk/>
            <pc:sldMk cId="3118351771" sldId="2146846993"/>
            <ac:grpSpMk id="346" creationId="{D01550C4-D9D7-EC74-84F6-0DC81A36F33C}"/>
          </ac:grpSpMkLst>
        </pc:grpChg>
        <pc:grpChg chg="del">
          <ac:chgData name="Nádia Genebra Ahmad" userId="36126275-cace-419f-8e9b-04679c4f8ea6" providerId="ADAL" clId="{21CA4447-11A6-4FC8-A18B-46FDEF45BEA8}" dt="2024-10-07T10:26:19.777" v="32" actId="478"/>
          <ac:grpSpMkLst>
            <pc:docMk/>
            <pc:sldMk cId="3118351771" sldId="2146846993"/>
            <ac:grpSpMk id="349" creationId="{D7AA7F52-F441-6322-CB4E-F5DB6ECAA35D}"/>
          </ac:grpSpMkLst>
        </pc:grpChg>
        <pc:picChg chg="mod">
          <ac:chgData name="Nádia Genebra Ahmad" userId="36126275-cace-419f-8e9b-04679c4f8ea6" providerId="ADAL" clId="{21CA4447-11A6-4FC8-A18B-46FDEF45BEA8}" dt="2024-10-07T09:52:45.378" v="7"/>
          <ac:picMkLst>
            <pc:docMk/>
            <pc:sldMk cId="3118351771" sldId="2146846993"/>
            <ac:picMk id="128" creationId="{7B025A73-C9B9-6265-94C4-FE2A2852FAC7}"/>
          </ac:picMkLst>
        </pc:picChg>
        <pc:picChg chg="mod">
          <ac:chgData name="Nádia Genebra Ahmad" userId="36126275-cace-419f-8e9b-04679c4f8ea6" providerId="ADAL" clId="{21CA4447-11A6-4FC8-A18B-46FDEF45BEA8}" dt="2024-10-07T09:52:45.378" v="7"/>
          <ac:picMkLst>
            <pc:docMk/>
            <pc:sldMk cId="3118351771" sldId="2146846993"/>
            <ac:picMk id="131" creationId="{E1C54A6F-CB05-8959-06B2-1A828BC80C1B}"/>
          </ac:picMkLst>
        </pc:picChg>
        <pc:picChg chg="mod">
          <ac:chgData name="Nádia Genebra Ahmad" userId="36126275-cace-419f-8e9b-04679c4f8ea6" providerId="ADAL" clId="{21CA4447-11A6-4FC8-A18B-46FDEF45BEA8}" dt="2024-10-07T09:52:45.378" v="7"/>
          <ac:picMkLst>
            <pc:docMk/>
            <pc:sldMk cId="3118351771" sldId="2146846993"/>
            <ac:picMk id="133" creationId="{6D35AF55-C8C2-13EC-286C-A03E1403C7E1}"/>
          </ac:picMkLst>
        </pc:picChg>
        <pc:picChg chg="mod">
          <ac:chgData name="Nádia Genebra Ahmad" userId="36126275-cace-419f-8e9b-04679c4f8ea6" providerId="ADAL" clId="{21CA4447-11A6-4FC8-A18B-46FDEF45BEA8}" dt="2024-10-07T09:52:45.378" v="7"/>
          <ac:picMkLst>
            <pc:docMk/>
            <pc:sldMk cId="3118351771" sldId="2146846993"/>
            <ac:picMk id="134" creationId="{4998B6C2-744A-CE6C-18F8-AFEA15E65176}"/>
          </ac:picMkLst>
        </pc:picChg>
        <pc:picChg chg="del">
          <ac:chgData name="Nádia Genebra Ahmad" userId="36126275-cace-419f-8e9b-04679c4f8ea6" providerId="ADAL" clId="{21CA4447-11A6-4FC8-A18B-46FDEF45BEA8}" dt="2024-10-07T09:52:38.951" v="3" actId="478"/>
          <ac:picMkLst>
            <pc:docMk/>
            <pc:sldMk cId="3118351771" sldId="2146846993"/>
            <ac:picMk id="337" creationId="{BFE050E8-F8E8-916A-7112-F3F9067954AA}"/>
          </ac:picMkLst>
        </pc:picChg>
        <pc:picChg chg="del">
          <ac:chgData name="Nádia Genebra Ahmad" userId="36126275-cace-419f-8e9b-04679c4f8ea6" providerId="ADAL" clId="{21CA4447-11A6-4FC8-A18B-46FDEF45BEA8}" dt="2024-10-07T09:52:38.951" v="3" actId="478"/>
          <ac:picMkLst>
            <pc:docMk/>
            <pc:sldMk cId="3118351771" sldId="2146846993"/>
            <ac:picMk id="338" creationId="{8E194788-744A-659B-363D-9C268466716B}"/>
          </ac:picMkLst>
        </pc:picChg>
        <pc:picChg chg="del">
          <ac:chgData name="Nádia Genebra Ahmad" userId="36126275-cace-419f-8e9b-04679c4f8ea6" providerId="ADAL" clId="{21CA4447-11A6-4FC8-A18B-46FDEF45BEA8}" dt="2024-10-07T10:26:19.777" v="32" actId="478"/>
          <ac:picMkLst>
            <pc:docMk/>
            <pc:sldMk cId="3118351771" sldId="2146846993"/>
            <ac:picMk id="339" creationId="{9D8B5A4D-385F-6219-E3B3-14D01F0D8BB6}"/>
          </ac:picMkLst>
        </pc:pic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21" creationId="{E71CE382-D9AC-29F2-C477-7839742C4C35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24" creationId="{6A8A203E-A411-F7F1-7D57-D97FB0B7F5FE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28" creationId="{ADF6CBD8-8CE8-2AEE-69BD-313D57337613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40" creationId="{835665BD-6E46-2180-7DD6-4F492718E16B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41" creationId="{0549E506-D60A-CE09-1595-F839F0543181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54" creationId="{75F8E950-6BCD-9694-F085-C239B1650543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56" creationId="{273A99D2-6837-0AD1-B36E-6C93D5A5088E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57" creationId="{FA2FF702-1327-8F24-9BFA-7BB79DAF06DB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59" creationId="{D8BF1116-BE50-42B3-C889-0F320A13D7F9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61" creationId="{517DFD89-E422-D36A-06F3-BD755E718717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72" creationId="{44780584-7E96-3493-AAD1-AE4AC021C9C5}"/>
          </ac:cxnSpMkLst>
        </pc:cxnChg>
        <pc:cxnChg chg="add mod">
          <ac:chgData name="Nádia Genebra Ahmad" userId="36126275-cace-419f-8e9b-04679c4f8ea6" providerId="ADAL" clId="{21CA4447-11A6-4FC8-A18B-46FDEF45BEA8}" dt="2024-10-07T09:52:45.378" v="7"/>
          <ac:cxnSpMkLst>
            <pc:docMk/>
            <pc:sldMk cId="3118351771" sldId="2146846993"/>
            <ac:cxnSpMk id="144" creationId="{C5AB7041-D230-3DC4-E33F-0FBC803745E5}"/>
          </ac:cxnSpMkLst>
        </pc:cxnChg>
        <pc:cxnChg chg="add mod">
          <ac:chgData name="Nádia Genebra Ahmad" userId="36126275-cace-419f-8e9b-04679c4f8ea6" providerId="ADAL" clId="{21CA4447-11A6-4FC8-A18B-46FDEF45BEA8}" dt="2024-10-07T09:52:45.378" v="7"/>
          <ac:cxnSpMkLst>
            <pc:docMk/>
            <pc:sldMk cId="3118351771" sldId="2146846993"/>
            <ac:cxnSpMk id="145" creationId="{BD5DCCC4-A2E4-2D70-E37A-5E83CD328380}"/>
          </ac:cxnSpMkLst>
        </pc:cxnChg>
        <pc:cxnChg chg="add mod">
          <ac:chgData name="Nádia Genebra Ahmad" userId="36126275-cace-419f-8e9b-04679c4f8ea6" providerId="ADAL" clId="{21CA4447-11A6-4FC8-A18B-46FDEF45BEA8}" dt="2024-10-07T10:25:47.311" v="29" actId="208"/>
          <ac:cxnSpMkLst>
            <pc:docMk/>
            <pc:sldMk cId="3118351771" sldId="2146846993"/>
            <ac:cxnSpMk id="167" creationId="{8D2DB632-931D-8D93-4F44-7C060649827C}"/>
          </ac:cxnSpMkLst>
        </pc:cxnChg>
        <pc:cxnChg chg="add mod">
          <ac:chgData name="Nádia Genebra Ahmad" userId="36126275-cace-419f-8e9b-04679c4f8ea6" providerId="ADAL" clId="{21CA4447-11A6-4FC8-A18B-46FDEF45BEA8}" dt="2024-10-07T10:27:26.047" v="94" actId="1036"/>
          <ac:cxnSpMkLst>
            <pc:docMk/>
            <pc:sldMk cId="3118351771" sldId="2146846993"/>
            <ac:cxnSpMk id="170" creationId="{38ECD51C-6DF2-AE22-960C-D7FFB1BA2370}"/>
          </ac:cxnSpMkLst>
        </pc:cxnChg>
        <pc:cxnChg chg="add mod">
          <ac:chgData name="Nádia Genebra Ahmad" userId="36126275-cace-419f-8e9b-04679c4f8ea6" providerId="ADAL" clId="{21CA4447-11A6-4FC8-A18B-46FDEF45BEA8}" dt="2024-10-07T10:27:26.047" v="94" actId="1036"/>
          <ac:cxnSpMkLst>
            <pc:docMk/>
            <pc:sldMk cId="3118351771" sldId="2146846993"/>
            <ac:cxnSpMk id="171" creationId="{DF8D8A81-6787-5BBB-AA35-59EEC43EF68A}"/>
          </ac:cxnSpMkLst>
        </pc:cxnChg>
        <pc:cxnChg chg="add mod">
          <ac:chgData name="Nádia Genebra Ahmad" userId="36126275-cace-419f-8e9b-04679c4f8ea6" providerId="ADAL" clId="{21CA4447-11A6-4FC8-A18B-46FDEF45BEA8}" dt="2024-10-07T09:52:45.378" v="7"/>
          <ac:cxnSpMkLst>
            <pc:docMk/>
            <pc:sldMk cId="3118351771" sldId="2146846993"/>
            <ac:cxnSpMk id="172" creationId="{C11A24AF-E0B5-9DFA-DC14-492FBA8EF45B}"/>
          </ac:cxnSpMkLst>
        </pc:cxnChg>
        <pc:cxnChg chg="add mod">
          <ac:chgData name="Nádia Genebra Ahmad" userId="36126275-cace-419f-8e9b-04679c4f8ea6" providerId="ADAL" clId="{21CA4447-11A6-4FC8-A18B-46FDEF45BEA8}" dt="2024-10-07T09:52:45.378" v="7"/>
          <ac:cxnSpMkLst>
            <pc:docMk/>
            <pc:sldMk cId="3118351771" sldId="2146846993"/>
            <ac:cxnSpMk id="173" creationId="{5AD6CB80-29BC-E192-320C-36AE3B0FDDF4}"/>
          </ac:cxnSpMkLst>
        </pc:cxnChg>
        <pc:cxnChg chg="add mod">
          <ac:chgData name="Nádia Genebra Ahmad" userId="36126275-cace-419f-8e9b-04679c4f8ea6" providerId="ADAL" clId="{21CA4447-11A6-4FC8-A18B-46FDEF45BEA8}" dt="2024-10-07T09:52:45.378" v="7"/>
          <ac:cxnSpMkLst>
            <pc:docMk/>
            <pc:sldMk cId="3118351771" sldId="2146846993"/>
            <ac:cxnSpMk id="174" creationId="{344327B8-C20A-244F-C2AD-1343465D7758}"/>
          </ac:cxnSpMkLst>
        </pc:cxnChg>
        <pc:cxnChg chg="add mod">
          <ac:chgData name="Nádia Genebra Ahmad" userId="36126275-cace-419f-8e9b-04679c4f8ea6" providerId="ADAL" clId="{21CA4447-11A6-4FC8-A18B-46FDEF45BEA8}" dt="2024-10-07T09:52:45.378" v="7"/>
          <ac:cxnSpMkLst>
            <pc:docMk/>
            <pc:sldMk cId="3118351771" sldId="2146846993"/>
            <ac:cxnSpMk id="175" creationId="{268E81C9-5DCA-391D-FA1B-3705CC52A326}"/>
          </ac:cxnSpMkLst>
        </pc:cxnChg>
        <pc:cxnChg chg="add mod">
          <ac:chgData name="Nádia Genebra Ahmad" userId="36126275-cace-419f-8e9b-04679c4f8ea6" providerId="ADAL" clId="{21CA4447-11A6-4FC8-A18B-46FDEF45BEA8}" dt="2024-10-07T09:52:45.378" v="7"/>
          <ac:cxnSpMkLst>
            <pc:docMk/>
            <pc:sldMk cId="3118351771" sldId="2146846993"/>
            <ac:cxnSpMk id="176" creationId="{3B925AA4-759E-4EFB-8180-E52DE8AC61FA}"/>
          </ac:cxnSpMkLst>
        </pc:cxnChg>
        <pc:cxnChg chg="add mod">
          <ac:chgData name="Nádia Genebra Ahmad" userId="36126275-cace-419f-8e9b-04679c4f8ea6" providerId="ADAL" clId="{21CA4447-11A6-4FC8-A18B-46FDEF45BEA8}" dt="2024-10-07T09:52:45.378" v="7"/>
          <ac:cxnSpMkLst>
            <pc:docMk/>
            <pc:sldMk cId="3118351771" sldId="2146846993"/>
            <ac:cxnSpMk id="177" creationId="{D116991A-C212-4E2B-0D05-856861DEAC21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239" creationId="{295EFFF0-261B-5936-A2CF-8A2559AA9FAE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242" creationId="{D5E45346-924C-3608-F27D-43C1916251D4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254" creationId="{8C0ACFBB-D99C-6C82-0AF5-3623C6A2F00D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271" creationId="{E16C094D-98A6-27BA-07F2-412F7D3A3EFB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273" creationId="{9BC7588E-E61B-2CB8-FFB8-8268C86555B5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282" creationId="{E16005DD-70AF-F2DB-3BA5-5504DE956FB5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285" creationId="{023EE41F-1EDA-CE29-586B-D8530FDEE91C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311" creationId="{8EFDA23D-06E4-3CC3-063D-FB0D7F80317E}"/>
          </ac:cxnSpMkLst>
        </pc:cxnChg>
        <pc:cxnChg chg="del mod">
          <ac:chgData name="Nádia Genebra Ahmad" userId="36126275-cace-419f-8e9b-04679c4f8ea6" providerId="ADAL" clId="{21CA4447-11A6-4FC8-A18B-46FDEF45BEA8}" dt="2024-10-07T09:52:38.951" v="3" actId="478"/>
          <ac:cxnSpMkLst>
            <pc:docMk/>
            <pc:sldMk cId="3118351771" sldId="2146846993"/>
            <ac:cxnSpMk id="316" creationId="{30337A38-8E08-CD7E-879A-AE6D4D681169}"/>
          </ac:cxnSpMkLst>
        </pc:cxnChg>
      </pc:sldChg>
      <pc:sldChg chg="addSp delSp modSp add mod">
        <pc:chgData name="Nádia Genebra Ahmad" userId="36126275-cace-419f-8e9b-04679c4f8ea6" providerId="ADAL" clId="{21CA4447-11A6-4FC8-A18B-46FDEF45BEA8}" dt="2024-10-07T10:28:02.676" v="120" actId="6549"/>
        <pc:sldMkLst>
          <pc:docMk/>
          <pc:sldMk cId="3990508353" sldId="2146846994"/>
        </pc:sldMkLst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3" creationId="{AB31210B-3C72-18AA-465A-DE8AD3367D7C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4" creationId="{666190A4-B3EF-9986-3C57-4A345C5BD7C9}"/>
          </ac:spMkLst>
        </pc:spChg>
        <pc:spChg chg="del">
          <ac:chgData name="Nádia Genebra Ahmad" userId="36126275-cace-419f-8e9b-04679c4f8ea6" providerId="ADAL" clId="{21CA4447-11A6-4FC8-A18B-46FDEF45BEA8}" dt="2024-10-07T10:05:01.392" v="11" actId="478"/>
          <ac:spMkLst>
            <pc:docMk/>
            <pc:sldMk cId="3990508353" sldId="2146846994"/>
            <ac:spMk id="5" creationId="{45D79846-8319-1794-585B-69A675F1565F}"/>
          </ac:spMkLst>
        </pc:spChg>
        <pc:spChg chg="del">
          <ac:chgData name="Nádia Genebra Ahmad" userId="36126275-cace-419f-8e9b-04679c4f8ea6" providerId="ADAL" clId="{21CA4447-11A6-4FC8-A18B-46FDEF45BEA8}" dt="2024-10-07T10:05:01.392" v="11" actId="478"/>
          <ac:spMkLst>
            <pc:docMk/>
            <pc:sldMk cId="3990508353" sldId="2146846994"/>
            <ac:spMk id="6" creationId="{D892D3FA-8E0A-D47F-8FE9-3B2BC8EB5B4F}"/>
          </ac:spMkLst>
        </pc:spChg>
        <pc:spChg chg="del">
          <ac:chgData name="Nádia Genebra Ahmad" userId="36126275-cace-419f-8e9b-04679c4f8ea6" providerId="ADAL" clId="{21CA4447-11A6-4FC8-A18B-46FDEF45BEA8}" dt="2024-10-07T10:05:01.392" v="11" actId="478"/>
          <ac:spMkLst>
            <pc:docMk/>
            <pc:sldMk cId="3990508353" sldId="2146846994"/>
            <ac:spMk id="7" creationId="{F6FC816C-090A-E4AA-4669-1CD4D4F2B3BB}"/>
          </ac:spMkLst>
        </pc:spChg>
        <pc:spChg chg="add 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9" creationId="{F1D0CE36-C79F-CCC7-0C15-77789D2CE7C8}"/>
          </ac:spMkLst>
        </pc:spChg>
        <pc:spChg chg="add 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10" creationId="{5DCCB33B-8F62-9CF5-94CA-6AB7D9A7A0EC}"/>
          </ac:spMkLst>
        </pc:spChg>
        <pc:spChg chg="add 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15" creationId="{5A75CD4B-BEAD-A3FB-723C-FF740380D233}"/>
          </ac:spMkLst>
        </pc:spChg>
        <pc:spChg chg="add 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21" creationId="{8357A97B-1B1C-7682-1229-56DF33E99D99}"/>
          </ac:spMkLst>
        </pc:spChg>
        <pc:spChg chg="add 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24" creationId="{4B8DE333-7C5C-C7BE-B0AD-6B6743A05E30}"/>
          </ac:spMkLst>
        </pc:spChg>
        <pc:spChg chg="add 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28" creationId="{16EFDE5E-E025-AABA-7FFC-8B84E534FCBC}"/>
          </ac:spMkLst>
        </pc:spChg>
        <pc:spChg chg="add 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30" creationId="{D2CF0065-719E-83CA-BC87-C827E6C8FCBD}"/>
          </ac:spMkLst>
        </pc:spChg>
        <pc:spChg chg="add 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31" creationId="{4665F83A-40BA-D903-4CA2-DE989AAE2C11}"/>
          </ac:spMkLst>
        </pc:spChg>
        <pc:spChg chg="add 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32" creationId="{1CAF35E1-41BA-8068-1C30-C5C2680C8D3B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34" creationId="{29A4FC40-9C0A-A1B2-CC55-A2D31A2B8230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35" creationId="{E8CA5230-F702-9520-3C24-2F775D8FEFC4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36" creationId="{634A33C1-A579-2CCE-305B-16C3C01A7D2F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37" creationId="{5EDF3E1C-972A-EA2D-FCA5-2A9EC1DFFF26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38" creationId="{78D32892-6071-5038-F27C-E3C65E710C28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39" creationId="{F531CFAB-15CC-B4E6-A61E-F77F70B5C508}"/>
          </ac:spMkLst>
        </pc:spChg>
        <pc:spChg chg="add 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40" creationId="{811427D4-B2EE-7326-5745-0DBF388DC2BE}"/>
          </ac:spMkLst>
        </pc:spChg>
        <pc:spChg chg="add 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41" creationId="{E630C423-94C5-0857-3597-547CC882BCC0}"/>
          </ac:spMkLst>
        </pc:spChg>
        <pc:spChg chg="add 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42" creationId="{95E85F62-915E-371F-BFBC-5D2276065AE1}"/>
          </ac:spMkLst>
        </pc:spChg>
        <pc:spChg chg="add 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43" creationId="{75B2814C-F0E2-14A1-2374-0CBA7D9BE4F5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48" creationId="{3B4D5586-F959-1145-A89A-E5C6E0418BEE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51" creationId="{B3B39F8F-33DC-D687-D785-B1590CFCA665}"/>
          </ac:spMkLst>
        </pc:spChg>
        <pc:spChg chg="add 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52" creationId="{D7F05655-1437-E4C6-6EB5-3DF4FE8C85A8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54" creationId="{826BB5E9-525F-E0EB-CCA6-688E44295159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55" creationId="{19BFF14C-DE88-4A14-5B82-2DE02A5C1D98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57" creationId="{16A52127-EABF-897F-31BB-9CA14B01808D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59" creationId="{7C8D0D18-D5D7-EE4C-44F9-B92916AFBD4A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60" creationId="{2E80C62B-A189-701B-09BC-579765F42D68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61" creationId="{A2682AF6-1295-6200-7755-388ADFDA6EF7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63" creationId="{57DDECC3-B4F0-2F96-37D6-C2C60686C1EF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64" creationId="{3F6AAD8A-4388-197F-9F42-63F0C6E74376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69" creationId="{4E325195-1E22-E15B-6F76-E1700E823256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70" creationId="{27949CDC-7F81-70CB-C73B-F0B617D1E157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73" creationId="{58D30DC0-D354-ECAC-66F7-F24167A7BF60}"/>
          </ac:spMkLst>
        </pc:spChg>
        <pc:spChg chg="mod">
          <ac:chgData name="Nádia Genebra Ahmad" userId="36126275-cace-419f-8e9b-04679c4f8ea6" providerId="ADAL" clId="{21CA4447-11A6-4FC8-A18B-46FDEF45BEA8}" dt="2024-10-07T10:28:02.676" v="120" actId="6549"/>
          <ac:spMkLst>
            <pc:docMk/>
            <pc:sldMk cId="3990508353" sldId="2146846994"/>
            <ac:spMk id="74" creationId="{BC942A75-40B1-2D6F-9FE2-D37E249653BC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75" creationId="{3853BFB8-BC80-B1B1-43A0-F618DDC22134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79" creationId="{19E54883-3B05-8802-9F9F-C3FD8A5B0FD6}"/>
          </ac:spMkLst>
        </pc:spChg>
        <pc:spChg chg="mod">
          <ac:chgData name="Nádia Genebra Ahmad" userId="36126275-cace-419f-8e9b-04679c4f8ea6" providerId="ADAL" clId="{21CA4447-11A6-4FC8-A18B-46FDEF45BEA8}" dt="2024-10-07T10:05:58.889" v="19" actId="2711"/>
          <ac:spMkLst>
            <pc:docMk/>
            <pc:sldMk cId="3990508353" sldId="2146846994"/>
            <ac:spMk id="82" creationId="{CD68C5A4-05E7-EAE3-AE7F-CD414BE2BBB9}"/>
          </ac:spMkLst>
        </pc:spChg>
        <pc:spChg chg="del">
          <ac:chgData name="Nádia Genebra Ahmad" userId="36126275-cace-419f-8e9b-04679c4f8ea6" providerId="ADAL" clId="{21CA4447-11A6-4FC8-A18B-46FDEF45BEA8}" dt="2024-10-07T10:05:01.392" v="11" actId="478"/>
          <ac:spMkLst>
            <pc:docMk/>
            <pc:sldMk cId="3990508353" sldId="2146846994"/>
            <ac:spMk id="100" creationId="{846E963D-FBF8-4E59-CE12-E333A66179A7}"/>
          </ac:spMkLst>
        </pc:spChg>
        <pc:spChg chg="del">
          <ac:chgData name="Nádia Genebra Ahmad" userId="36126275-cace-419f-8e9b-04679c4f8ea6" providerId="ADAL" clId="{21CA4447-11A6-4FC8-A18B-46FDEF45BEA8}" dt="2024-10-07T10:05:01.392" v="11" actId="478"/>
          <ac:spMkLst>
            <pc:docMk/>
            <pc:sldMk cId="3990508353" sldId="2146846994"/>
            <ac:spMk id="114" creationId="{B80FF884-E029-E1F0-8D1B-B74D70CC59EA}"/>
          </ac:spMkLst>
        </pc:spChg>
        <pc:spChg chg="del">
          <ac:chgData name="Nádia Genebra Ahmad" userId="36126275-cace-419f-8e9b-04679c4f8ea6" providerId="ADAL" clId="{21CA4447-11A6-4FC8-A18B-46FDEF45BEA8}" dt="2024-10-07T10:05:01.392" v="11" actId="478"/>
          <ac:spMkLst>
            <pc:docMk/>
            <pc:sldMk cId="3990508353" sldId="2146846994"/>
            <ac:spMk id="115" creationId="{957FE13B-7400-40DE-571C-D9BBF4006926}"/>
          </ac:spMkLst>
        </pc:spChg>
        <pc:spChg chg="del">
          <ac:chgData name="Nádia Genebra Ahmad" userId="36126275-cace-419f-8e9b-04679c4f8ea6" providerId="ADAL" clId="{21CA4447-11A6-4FC8-A18B-46FDEF45BEA8}" dt="2024-10-07T10:05:01.392" v="11" actId="478"/>
          <ac:spMkLst>
            <pc:docMk/>
            <pc:sldMk cId="3990508353" sldId="2146846994"/>
            <ac:spMk id="124" creationId="{E29B40B9-95FF-E7DD-BBEA-3F3C546B8615}"/>
          </ac:spMkLst>
        </pc:spChg>
        <pc:spChg chg="del">
          <ac:chgData name="Nádia Genebra Ahmad" userId="36126275-cace-419f-8e9b-04679c4f8ea6" providerId="ADAL" clId="{21CA4447-11A6-4FC8-A18B-46FDEF45BEA8}" dt="2024-10-07T10:05:01.392" v="11" actId="478"/>
          <ac:spMkLst>
            <pc:docMk/>
            <pc:sldMk cId="3990508353" sldId="2146846994"/>
            <ac:spMk id="125" creationId="{9AC40418-8567-F5FF-B687-50E8AA8D4F72}"/>
          </ac:spMkLst>
        </pc:spChg>
        <pc:spChg chg="del">
          <ac:chgData name="Nádia Genebra Ahmad" userId="36126275-cace-419f-8e9b-04679c4f8ea6" providerId="ADAL" clId="{21CA4447-11A6-4FC8-A18B-46FDEF45BEA8}" dt="2024-10-07T10:05:01.392" v="11" actId="478"/>
          <ac:spMkLst>
            <pc:docMk/>
            <pc:sldMk cId="3990508353" sldId="2146846994"/>
            <ac:spMk id="126" creationId="{C29E980B-5B5D-DB4E-F0F9-4AB2F8F8C926}"/>
          </ac:spMkLst>
        </pc:spChg>
        <pc:spChg chg="del">
          <ac:chgData name="Nádia Genebra Ahmad" userId="36126275-cace-419f-8e9b-04679c4f8ea6" providerId="ADAL" clId="{21CA4447-11A6-4FC8-A18B-46FDEF45BEA8}" dt="2024-10-07T10:05:01.392" v="11" actId="478"/>
          <ac:spMkLst>
            <pc:docMk/>
            <pc:sldMk cId="3990508353" sldId="2146846994"/>
            <ac:spMk id="135" creationId="{3240BEE1-9832-17C2-3387-280DDAAD88B4}"/>
          </ac:spMkLst>
        </pc:spChg>
        <pc:spChg chg="del">
          <ac:chgData name="Nádia Genebra Ahmad" userId="36126275-cace-419f-8e9b-04679c4f8ea6" providerId="ADAL" clId="{21CA4447-11A6-4FC8-A18B-46FDEF45BEA8}" dt="2024-10-07T10:05:01.392" v="11" actId="478"/>
          <ac:spMkLst>
            <pc:docMk/>
            <pc:sldMk cId="3990508353" sldId="2146846994"/>
            <ac:spMk id="136" creationId="{27E8248B-58CB-01D1-2B63-39CEC87A5A3E}"/>
          </ac:spMkLst>
        </pc:spChg>
        <pc:spChg chg="del">
          <ac:chgData name="Nádia Genebra Ahmad" userId="36126275-cace-419f-8e9b-04679c4f8ea6" providerId="ADAL" clId="{21CA4447-11A6-4FC8-A18B-46FDEF45BEA8}" dt="2024-10-07T10:05:01.392" v="11" actId="478"/>
          <ac:spMkLst>
            <pc:docMk/>
            <pc:sldMk cId="3990508353" sldId="2146846994"/>
            <ac:spMk id="138" creationId="{44C2D57F-9FC5-F970-A359-849B7B0364E6}"/>
          </ac:spMkLst>
        </pc:spChg>
        <pc:spChg chg="del">
          <ac:chgData name="Nádia Genebra Ahmad" userId="36126275-cace-419f-8e9b-04679c4f8ea6" providerId="ADAL" clId="{21CA4447-11A6-4FC8-A18B-46FDEF45BEA8}" dt="2024-10-07T10:05:01.392" v="11" actId="478"/>
          <ac:spMkLst>
            <pc:docMk/>
            <pc:sldMk cId="3990508353" sldId="2146846994"/>
            <ac:spMk id="139" creationId="{A7813951-36D7-31AC-A4C6-5F155165B44C}"/>
          </ac:spMkLst>
        </pc:spChg>
        <pc:spChg chg="del">
          <ac:chgData name="Nádia Genebra Ahmad" userId="36126275-cace-419f-8e9b-04679c4f8ea6" providerId="ADAL" clId="{21CA4447-11A6-4FC8-A18B-46FDEF45BEA8}" dt="2024-10-07T10:05:01.392" v="11" actId="478"/>
          <ac:spMkLst>
            <pc:docMk/>
            <pc:sldMk cId="3990508353" sldId="2146846994"/>
            <ac:spMk id="140" creationId="{B084A7E6-527A-80AA-CDDC-1BC534709E9D}"/>
          </ac:spMkLst>
        </pc:spChg>
        <pc:spChg chg="del">
          <ac:chgData name="Nádia Genebra Ahmad" userId="36126275-cace-419f-8e9b-04679c4f8ea6" providerId="ADAL" clId="{21CA4447-11A6-4FC8-A18B-46FDEF45BEA8}" dt="2024-10-07T10:05:01.392" v="11" actId="478"/>
          <ac:spMkLst>
            <pc:docMk/>
            <pc:sldMk cId="3990508353" sldId="2146846994"/>
            <ac:spMk id="141" creationId="{BDA2793D-8602-BFD4-F469-97ECAF02B775}"/>
          </ac:spMkLst>
        </pc:spChg>
        <pc:spChg chg="del">
          <ac:chgData name="Nádia Genebra Ahmad" userId="36126275-cace-419f-8e9b-04679c4f8ea6" providerId="ADAL" clId="{21CA4447-11A6-4FC8-A18B-46FDEF45BEA8}" dt="2024-10-07T10:05:01.392" v="11" actId="478"/>
          <ac:spMkLst>
            <pc:docMk/>
            <pc:sldMk cId="3990508353" sldId="2146846994"/>
            <ac:spMk id="168" creationId="{EB4AE687-E0C0-F77D-B515-ADF2647F6420}"/>
          </ac:spMkLst>
        </pc:spChg>
        <pc:spChg chg="del">
          <ac:chgData name="Nádia Genebra Ahmad" userId="36126275-cace-419f-8e9b-04679c4f8ea6" providerId="ADAL" clId="{21CA4447-11A6-4FC8-A18B-46FDEF45BEA8}" dt="2024-10-07T10:05:03.520" v="12" actId="478"/>
          <ac:spMkLst>
            <pc:docMk/>
            <pc:sldMk cId="3990508353" sldId="2146846994"/>
            <ac:spMk id="169" creationId="{6D49F054-C311-3B65-371E-4C9D5FD9C492}"/>
          </ac:spMkLst>
        </pc:spChg>
        <pc:grpChg chg="add mod">
          <ac:chgData name="Nádia Genebra Ahmad" userId="36126275-cace-419f-8e9b-04679c4f8ea6" providerId="ADAL" clId="{21CA4447-11A6-4FC8-A18B-46FDEF45BEA8}" dt="2024-10-07T10:05:03.984" v="13"/>
          <ac:grpSpMkLst>
            <pc:docMk/>
            <pc:sldMk cId="3990508353" sldId="2146846994"/>
            <ac:grpSpMk id="2" creationId="{D9128088-274C-2401-86C6-030F7D7F3B50}"/>
          </ac:grpSpMkLst>
        </pc:grpChg>
        <pc:grpChg chg="del">
          <ac:chgData name="Nádia Genebra Ahmad" userId="36126275-cace-419f-8e9b-04679c4f8ea6" providerId="ADAL" clId="{21CA4447-11A6-4FC8-A18B-46FDEF45BEA8}" dt="2024-10-07T10:05:01.392" v="11" actId="478"/>
          <ac:grpSpMkLst>
            <pc:docMk/>
            <pc:sldMk cId="3990508353" sldId="2146846994"/>
            <ac:grpSpMk id="8" creationId="{0BD3F3BB-18D8-F239-D020-9B9F08A23518}"/>
          </ac:grpSpMkLst>
        </pc:grpChg>
        <pc:grpChg chg="del">
          <ac:chgData name="Nádia Genebra Ahmad" userId="36126275-cace-419f-8e9b-04679c4f8ea6" providerId="ADAL" clId="{21CA4447-11A6-4FC8-A18B-46FDEF45BEA8}" dt="2024-10-07T10:05:01.392" v="11" actId="478"/>
          <ac:grpSpMkLst>
            <pc:docMk/>
            <pc:sldMk cId="3990508353" sldId="2146846994"/>
            <ac:grpSpMk id="17" creationId="{6B823FB4-46B8-8BE8-52E9-0D3A286318B8}"/>
          </ac:grpSpMkLst>
        </pc:grpChg>
        <pc:grpChg chg="del">
          <ac:chgData name="Nádia Genebra Ahmad" userId="36126275-cace-419f-8e9b-04679c4f8ea6" providerId="ADAL" clId="{21CA4447-11A6-4FC8-A18B-46FDEF45BEA8}" dt="2024-10-07T10:05:01.392" v="11" actId="478"/>
          <ac:grpSpMkLst>
            <pc:docMk/>
            <pc:sldMk cId="3990508353" sldId="2146846994"/>
            <ac:grpSpMk id="25" creationId="{FC9BD933-5BE7-A319-7842-080BF520F9BC}"/>
          </ac:grpSpMkLst>
        </pc:grpChg>
        <pc:grpChg chg="add mod">
          <ac:chgData name="Nádia Genebra Ahmad" userId="36126275-cace-419f-8e9b-04679c4f8ea6" providerId="ADAL" clId="{21CA4447-11A6-4FC8-A18B-46FDEF45BEA8}" dt="2024-10-07T10:05:03.984" v="13"/>
          <ac:grpSpMkLst>
            <pc:docMk/>
            <pc:sldMk cId="3990508353" sldId="2146846994"/>
            <ac:grpSpMk id="33" creationId="{87CE88D5-B7E0-6ABB-D2EF-EB18AEFE24E7}"/>
          </ac:grpSpMkLst>
        </pc:grpChg>
        <pc:grpChg chg="add mod">
          <ac:chgData name="Nádia Genebra Ahmad" userId="36126275-cace-419f-8e9b-04679c4f8ea6" providerId="ADAL" clId="{21CA4447-11A6-4FC8-A18B-46FDEF45BEA8}" dt="2024-10-07T10:05:03.984" v="13"/>
          <ac:grpSpMkLst>
            <pc:docMk/>
            <pc:sldMk cId="3990508353" sldId="2146846994"/>
            <ac:grpSpMk id="44" creationId="{7FA5953F-10AA-E116-3130-9E1403E2D282}"/>
          </ac:grpSpMkLst>
        </pc:grpChg>
        <pc:grpChg chg="add mod">
          <ac:chgData name="Nádia Genebra Ahmad" userId="36126275-cace-419f-8e9b-04679c4f8ea6" providerId="ADAL" clId="{21CA4447-11A6-4FC8-A18B-46FDEF45BEA8}" dt="2024-10-07T10:05:03.984" v="13"/>
          <ac:grpSpMkLst>
            <pc:docMk/>
            <pc:sldMk cId="3990508353" sldId="2146846994"/>
            <ac:grpSpMk id="49" creationId="{5F9CDD79-6DE8-FED0-D4D1-A80202F44060}"/>
          </ac:grpSpMkLst>
        </pc:grpChg>
        <pc:grpChg chg="add mod">
          <ac:chgData name="Nádia Genebra Ahmad" userId="36126275-cace-419f-8e9b-04679c4f8ea6" providerId="ADAL" clId="{21CA4447-11A6-4FC8-A18B-46FDEF45BEA8}" dt="2024-10-07T10:05:03.984" v="13"/>
          <ac:grpSpMkLst>
            <pc:docMk/>
            <pc:sldMk cId="3990508353" sldId="2146846994"/>
            <ac:grpSpMk id="53" creationId="{A29828B7-6B9E-E450-686A-1D0340CD3745}"/>
          </ac:grpSpMkLst>
        </pc:grpChg>
        <pc:grpChg chg="add mod">
          <ac:chgData name="Nádia Genebra Ahmad" userId="36126275-cace-419f-8e9b-04679c4f8ea6" providerId="ADAL" clId="{21CA4447-11A6-4FC8-A18B-46FDEF45BEA8}" dt="2024-10-07T10:05:03.984" v="13"/>
          <ac:grpSpMkLst>
            <pc:docMk/>
            <pc:sldMk cId="3990508353" sldId="2146846994"/>
            <ac:grpSpMk id="56" creationId="{05BB1483-AF62-AF79-B60C-C49154536801}"/>
          </ac:grpSpMkLst>
        </pc:grpChg>
        <pc:grpChg chg="mod">
          <ac:chgData name="Nádia Genebra Ahmad" userId="36126275-cace-419f-8e9b-04679c4f8ea6" providerId="ADAL" clId="{21CA4447-11A6-4FC8-A18B-46FDEF45BEA8}" dt="2024-10-07T10:05:03.984" v="13"/>
          <ac:grpSpMkLst>
            <pc:docMk/>
            <pc:sldMk cId="3990508353" sldId="2146846994"/>
            <ac:grpSpMk id="58" creationId="{D9BD0F1C-0A7E-9697-395B-B5A0FAF43D21}"/>
          </ac:grpSpMkLst>
        </pc:grpChg>
        <pc:grpChg chg="add mod">
          <ac:chgData name="Nádia Genebra Ahmad" userId="36126275-cace-419f-8e9b-04679c4f8ea6" providerId="ADAL" clId="{21CA4447-11A6-4FC8-A18B-46FDEF45BEA8}" dt="2024-10-07T10:05:03.984" v="13"/>
          <ac:grpSpMkLst>
            <pc:docMk/>
            <pc:sldMk cId="3990508353" sldId="2146846994"/>
            <ac:grpSpMk id="62" creationId="{AF486B09-6426-CEB4-B82D-0780CC5D700C}"/>
          </ac:grpSpMkLst>
        </pc:grpChg>
        <pc:grpChg chg="add mod">
          <ac:chgData name="Nádia Genebra Ahmad" userId="36126275-cace-419f-8e9b-04679c4f8ea6" providerId="ADAL" clId="{21CA4447-11A6-4FC8-A18B-46FDEF45BEA8}" dt="2024-10-07T10:05:03.984" v="13"/>
          <ac:grpSpMkLst>
            <pc:docMk/>
            <pc:sldMk cId="3990508353" sldId="2146846994"/>
            <ac:grpSpMk id="68" creationId="{36ED176E-157B-A2AA-85FC-E5586BBE229C}"/>
          </ac:grpSpMkLst>
        </pc:grpChg>
        <pc:grpChg chg="add mod">
          <ac:chgData name="Nádia Genebra Ahmad" userId="36126275-cace-419f-8e9b-04679c4f8ea6" providerId="ADAL" clId="{21CA4447-11A6-4FC8-A18B-46FDEF45BEA8}" dt="2024-10-07T10:05:03.984" v="13"/>
          <ac:grpSpMkLst>
            <pc:docMk/>
            <pc:sldMk cId="3990508353" sldId="2146846994"/>
            <ac:grpSpMk id="72" creationId="{BC2E31FF-9ADE-4918-CE76-A0FE89E3C2F2}"/>
          </ac:grpSpMkLst>
        </pc:grpChg>
        <pc:grpChg chg="add mod">
          <ac:chgData name="Nádia Genebra Ahmad" userId="36126275-cace-419f-8e9b-04679c4f8ea6" providerId="ADAL" clId="{21CA4447-11A6-4FC8-A18B-46FDEF45BEA8}" dt="2024-10-07T10:05:03.984" v="13"/>
          <ac:grpSpMkLst>
            <pc:docMk/>
            <pc:sldMk cId="3990508353" sldId="2146846994"/>
            <ac:grpSpMk id="77" creationId="{28DDD44A-E244-8E58-50CF-661CD31AD81E}"/>
          </ac:grpSpMkLst>
        </pc:grpChg>
        <pc:grpChg chg="del">
          <ac:chgData name="Nádia Genebra Ahmad" userId="36126275-cace-419f-8e9b-04679c4f8ea6" providerId="ADAL" clId="{21CA4447-11A6-4FC8-A18B-46FDEF45BEA8}" dt="2024-10-07T10:05:01.392" v="11" actId="478"/>
          <ac:grpSpMkLst>
            <pc:docMk/>
            <pc:sldMk cId="3990508353" sldId="2146846994"/>
            <ac:grpSpMk id="81" creationId="{A96C1B0C-7C92-9DD5-8999-102A12D1C661}"/>
          </ac:grpSpMkLst>
        </pc:grpChg>
        <pc:grpChg chg="del">
          <ac:chgData name="Nádia Genebra Ahmad" userId="36126275-cace-419f-8e9b-04679c4f8ea6" providerId="ADAL" clId="{21CA4447-11A6-4FC8-A18B-46FDEF45BEA8}" dt="2024-10-07T10:05:01.392" v="11" actId="478"/>
          <ac:grpSpMkLst>
            <pc:docMk/>
            <pc:sldMk cId="3990508353" sldId="2146846994"/>
            <ac:grpSpMk id="88" creationId="{F934DC6C-4730-7466-4142-2424196694CC}"/>
          </ac:grpSpMkLst>
        </pc:grpChg>
        <pc:grpChg chg="del">
          <ac:chgData name="Nádia Genebra Ahmad" userId="36126275-cace-419f-8e9b-04679c4f8ea6" providerId="ADAL" clId="{21CA4447-11A6-4FC8-A18B-46FDEF45BEA8}" dt="2024-10-07T10:05:01.392" v="11" actId="478"/>
          <ac:grpSpMkLst>
            <pc:docMk/>
            <pc:sldMk cId="3990508353" sldId="2146846994"/>
            <ac:grpSpMk id="94" creationId="{926A8AC1-C88F-CFE8-9E32-20742E8E527E}"/>
          </ac:grpSpMkLst>
        </pc:grpChg>
        <pc:grpChg chg="del">
          <ac:chgData name="Nádia Genebra Ahmad" userId="36126275-cace-419f-8e9b-04679c4f8ea6" providerId="ADAL" clId="{21CA4447-11A6-4FC8-A18B-46FDEF45BEA8}" dt="2024-10-07T10:05:01.392" v="11" actId="478"/>
          <ac:grpSpMkLst>
            <pc:docMk/>
            <pc:sldMk cId="3990508353" sldId="2146846994"/>
            <ac:grpSpMk id="101" creationId="{E04BDCC3-5F09-4855-58DD-72D3E469C648}"/>
          </ac:grpSpMkLst>
        </pc:grpChg>
        <pc:grpChg chg="del">
          <ac:chgData name="Nádia Genebra Ahmad" userId="36126275-cace-419f-8e9b-04679c4f8ea6" providerId="ADAL" clId="{21CA4447-11A6-4FC8-A18B-46FDEF45BEA8}" dt="2024-10-07T10:05:01.392" v="11" actId="478"/>
          <ac:grpSpMkLst>
            <pc:docMk/>
            <pc:sldMk cId="3990508353" sldId="2146846994"/>
            <ac:grpSpMk id="116" creationId="{34269884-F6DA-769C-EA46-FC694747D5DA}"/>
          </ac:grpSpMkLst>
        </pc:grpChg>
        <pc:grpChg chg="del">
          <ac:chgData name="Nádia Genebra Ahmad" userId="36126275-cace-419f-8e9b-04679c4f8ea6" providerId="ADAL" clId="{21CA4447-11A6-4FC8-A18B-46FDEF45BEA8}" dt="2024-10-07T10:05:01.392" v="11" actId="478"/>
          <ac:grpSpMkLst>
            <pc:docMk/>
            <pc:sldMk cId="3990508353" sldId="2146846994"/>
            <ac:grpSpMk id="127" creationId="{ECFC77AF-D23A-1773-443E-4E24F57D3860}"/>
          </ac:grpSpMkLst>
        </pc:grpChg>
        <pc:grpChg chg="del">
          <ac:chgData name="Nádia Genebra Ahmad" userId="36126275-cace-419f-8e9b-04679c4f8ea6" providerId="ADAL" clId="{21CA4447-11A6-4FC8-A18B-46FDEF45BEA8}" dt="2024-10-07T10:05:01.392" v="11" actId="478"/>
          <ac:grpSpMkLst>
            <pc:docMk/>
            <pc:sldMk cId="3990508353" sldId="2146846994"/>
            <ac:grpSpMk id="146" creationId="{DB9734D5-87D1-CD5C-2F64-D80F252B3609}"/>
          </ac:grpSpMkLst>
        </pc:grpChg>
        <pc:grpChg chg="del">
          <ac:chgData name="Nádia Genebra Ahmad" userId="36126275-cace-419f-8e9b-04679c4f8ea6" providerId="ADAL" clId="{21CA4447-11A6-4FC8-A18B-46FDEF45BEA8}" dt="2024-10-07T10:05:01.392" v="11" actId="478"/>
          <ac:grpSpMkLst>
            <pc:docMk/>
            <pc:sldMk cId="3990508353" sldId="2146846994"/>
            <ac:grpSpMk id="155" creationId="{63819AC9-1014-35BE-8335-6527C4899D6F}"/>
          </ac:grpSpMkLst>
        </pc:grpChg>
        <pc:grpChg chg="del">
          <ac:chgData name="Nádia Genebra Ahmad" userId="36126275-cace-419f-8e9b-04679c4f8ea6" providerId="ADAL" clId="{21CA4447-11A6-4FC8-A18B-46FDEF45BEA8}" dt="2024-10-07T10:05:01.392" v="11" actId="478"/>
          <ac:grpSpMkLst>
            <pc:docMk/>
            <pc:sldMk cId="3990508353" sldId="2146846994"/>
            <ac:grpSpMk id="162" creationId="{B003B9A7-F307-C715-1B2E-35DCC5D9CCAA}"/>
          </ac:grpSpMkLst>
        </pc:grpChg>
        <pc:cxnChg chg="mod">
          <ac:chgData name="Nádia Genebra Ahmad" userId="36126275-cace-419f-8e9b-04679c4f8ea6" providerId="ADAL" clId="{21CA4447-11A6-4FC8-A18B-46FDEF45BEA8}" dt="2024-10-07T10:05:03.984" v="13"/>
          <ac:cxnSpMkLst>
            <pc:docMk/>
            <pc:sldMk cId="3990508353" sldId="2146846994"/>
            <ac:cxnSpMk id="47" creationId="{5108B2C0-F15D-7E97-74BA-7FDAE326B464}"/>
          </ac:cxnSpMkLst>
        </pc:cxnChg>
        <pc:cxnChg chg="mod">
          <ac:chgData name="Nádia Genebra Ahmad" userId="36126275-cace-419f-8e9b-04679c4f8ea6" providerId="ADAL" clId="{21CA4447-11A6-4FC8-A18B-46FDEF45BEA8}" dt="2024-10-07T10:05:03.984" v="13"/>
          <ac:cxnSpMkLst>
            <pc:docMk/>
            <pc:sldMk cId="3990508353" sldId="2146846994"/>
            <ac:cxnSpMk id="50" creationId="{73288D7D-3E09-160E-E5E8-04C257568495}"/>
          </ac:cxnSpMkLst>
        </pc:cxnChg>
        <pc:cxnChg chg="add mod">
          <ac:chgData name="Nádia Genebra Ahmad" userId="36126275-cace-419f-8e9b-04679c4f8ea6" providerId="ADAL" clId="{21CA4447-11A6-4FC8-A18B-46FDEF45BEA8}" dt="2024-10-07T10:05:03.984" v="13"/>
          <ac:cxnSpMkLst>
            <pc:docMk/>
            <pc:sldMk cId="3990508353" sldId="2146846994"/>
            <ac:cxnSpMk id="65" creationId="{FFF34B0D-BB7C-588C-9F29-C77614AE1709}"/>
          </ac:cxnSpMkLst>
        </pc:cxnChg>
        <pc:cxnChg chg="add mod">
          <ac:chgData name="Nádia Genebra Ahmad" userId="36126275-cace-419f-8e9b-04679c4f8ea6" providerId="ADAL" clId="{21CA4447-11A6-4FC8-A18B-46FDEF45BEA8}" dt="2024-10-07T10:05:03.984" v="13"/>
          <ac:cxnSpMkLst>
            <pc:docMk/>
            <pc:sldMk cId="3990508353" sldId="2146846994"/>
            <ac:cxnSpMk id="66" creationId="{64E514B4-2996-2D75-4752-02049345EE58}"/>
          </ac:cxnSpMkLst>
        </pc:cxnChg>
        <pc:cxnChg chg="add mod">
          <ac:chgData name="Nádia Genebra Ahmad" userId="36126275-cace-419f-8e9b-04679c4f8ea6" providerId="ADAL" clId="{21CA4447-11A6-4FC8-A18B-46FDEF45BEA8}" dt="2024-10-07T10:05:03.984" v="13"/>
          <ac:cxnSpMkLst>
            <pc:docMk/>
            <pc:sldMk cId="3990508353" sldId="2146846994"/>
            <ac:cxnSpMk id="67" creationId="{9314F354-65B0-927F-B88E-05A1F1289AE0}"/>
          </ac:cxnSpMkLst>
        </pc:cxnChg>
        <pc:cxnChg chg="add mod">
          <ac:chgData name="Nádia Genebra Ahmad" userId="36126275-cace-419f-8e9b-04679c4f8ea6" providerId="ADAL" clId="{21CA4447-11A6-4FC8-A18B-46FDEF45BEA8}" dt="2024-10-07T10:05:03.984" v="13"/>
          <ac:cxnSpMkLst>
            <pc:docMk/>
            <pc:sldMk cId="3990508353" sldId="2146846994"/>
            <ac:cxnSpMk id="71" creationId="{A19F9C99-506F-9F07-1779-3291CB23C1CD}"/>
          </ac:cxnSpMkLst>
        </pc:cxnChg>
        <pc:cxnChg chg="add mod">
          <ac:chgData name="Nádia Genebra Ahmad" userId="36126275-cace-419f-8e9b-04679c4f8ea6" providerId="ADAL" clId="{21CA4447-11A6-4FC8-A18B-46FDEF45BEA8}" dt="2024-10-07T10:05:03.984" v="13"/>
          <ac:cxnSpMkLst>
            <pc:docMk/>
            <pc:sldMk cId="3990508353" sldId="2146846994"/>
            <ac:cxnSpMk id="76" creationId="{360E5F60-BF80-F967-3650-9E21FA3325B5}"/>
          </ac:cxnSpMkLst>
        </pc:cxnChg>
        <pc:cxnChg chg="del mod">
          <ac:chgData name="Nádia Genebra Ahmad" userId="36126275-cace-419f-8e9b-04679c4f8ea6" providerId="ADAL" clId="{21CA4447-11A6-4FC8-A18B-46FDEF45BEA8}" dt="2024-10-07T10:05:01.392" v="11" actId="478"/>
          <ac:cxnSpMkLst>
            <pc:docMk/>
            <pc:sldMk cId="3990508353" sldId="2146846994"/>
            <ac:cxnSpMk id="144" creationId="{6E38B91F-8365-7C0E-F007-36D734E1AE5F}"/>
          </ac:cxnSpMkLst>
        </pc:cxnChg>
        <pc:cxnChg chg="del">
          <ac:chgData name="Nádia Genebra Ahmad" userId="36126275-cace-419f-8e9b-04679c4f8ea6" providerId="ADAL" clId="{21CA4447-11A6-4FC8-A18B-46FDEF45BEA8}" dt="2024-10-07T10:05:01.392" v="11" actId="478"/>
          <ac:cxnSpMkLst>
            <pc:docMk/>
            <pc:sldMk cId="3990508353" sldId="2146846994"/>
            <ac:cxnSpMk id="145" creationId="{EE1D7770-1D06-8404-B243-DA40D0ED97E7}"/>
          </ac:cxnSpMkLst>
        </pc:cxnChg>
        <pc:cxnChg chg="del">
          <ac:chgData name="Nádia Genebra Ahmad" userId="36126275-cace-419f-8e9b-04679c4f8ea6" providerId="ADAL" clId="{21CA4447-11A6-4FC8-A18B-46FDEF45BEA8}" dt="2024-10-07T10:05:01.392" v="11" actId="478"/>
          <ac:cxnSpMkLst>
            <pc:docMk/>
            <pc:sldMk cId="3990508353" sldId="2146846994"/>
            <ac:cxnSpMk id="167" creationId="{B4117251-67B0-4406-D1D1-0CCC3E97D992}"/>
          </ac:cxnSpMkLst>
        </pc:cxnChg>
        <pc:cxnChg chg="del">
          <ac:chgData name="Nádia Genebra Ahmad" userId="36126275-cace-419f-8e9b-04679c4f8ea6" providerId="ADAL" clId="{21CA4447-11A6-4FC8-A18B-46FDEF45BEA8}" dt="2024-10-07T10:05:03.520" v="12" actId="478"/>
          <ac:cxnSpMkLst>
            <pc:docMk/>
            <pc:sldMk cId="3990508353" sldId="2146846994"/>
            <ac:cxnSpMk id="170" creationId="{5FFC25BB-A44B-C480-F2D2-8BBBBC7617A5}"/>
          </ac:cxnSpMkLst>
        </pc:cxnChg>
        <pc:cxnChg chg="del">
          <ac:chgData name="Nádia Genebra Ahmad" userId="36126275-cace-419f-8e9b-04679c4f8ea6" providerId="ADAL" clId="{21CA4447-11A6-4FC8-A18B-46FDEF45BEA8}" dt="2024-10-07T10:05:01.392" v="11" actId="478"/>
          <ac:cxnSpMkLst>
            <pc:docMk/>
            <pc:sldMk cId="3990508353" sldId="2146846994"/>
            <ac:cxnSpMk id="171" creationId="{27984992-FF66-8DC8-7576-2DAD4CFD0E4B}"/>
          </ac:cxnSpMkLst>
        </pc:cxnChg>
        <pc:cxnChg chg="del mod">
          <ac:chgData name="Nádia Genebra Ahmad" userId="36126275-cace-419f-8e9b-04679c4f8ea6" providerId="ADAL" clId="{21CA4447-11A6-4FC8-A18B-46FDEF45BEA8}" dt="2024-10-07T10:05:01.392" v="11" actId="478"/>
          <ac:cxnSpMkLst>
            <pc:docMk/>
            <pc:sldMk cId="3990508353" sldId="2146846994"/>
            <ac:cxnSpMk id="172" creationId="{143D2493-9C72-5B13-A4FA-249C312BEC5F}"/>
          </ac:cxnSpMkLst>
        </pc:cxnChg>
        <pc:cxnChg chg="del mod">
          <ac:chgData name="Nádia Genebra Ahmad" userId="36126275-cace-419f-8e9b-04679c4f8ea6" providerId="ADAL" clId="{21CA4447-11A6-4FC8-A18B-46FDEF45BEA8}" dt="2024-10-07T10:05:01.392" v="11" actId="478"/>
          <ac:cxnSpMkLst>
            <pc:docMk/>
            <pc:sldMk cId="3990508353" sldId="2146846994"/>
            <ac:cxnSpMk id="173" creationId="{3DDF0DF7-DEFC-35C7-A912-323C14910951}"/>
          </ac:cxnSpMkLst>
        </pc:cxnChg>
        <pc:cxnChg chg="del mod">
          <ac:chgData name="Nádia Genebra Ahmad" userId="36126275-cace-419f-8e9b-04679c4f8ea6" providerId="ADAL" clId="{21CA4447-11A6-4FC8-A18B-46FDEF45BEA8}" dt="2024-10-07T10:05:01.392" v="11" actId="478"/>
          <ac:cxnSpMkLst>
            <pc:docMk/>
            <pc:sldMk cId="3990508353" sldId="2146846994"/>
            <ac:cxnSpMk id="174" creationId="{B7A405D8-223D-12C4-1608-9845FDCF9A1E}"/>
          </ac:cxnSpMkLst>
        </pc:cxnChg>
        <pc:cxnChg chg="del mod">
          <ac:chgData name="Nádia Genebra Ahmad" userId="36126275-cace-419f-8e9b-04679c4f8ea6" providerId="ADAL" clId="{21CA4447-11A6-4FC8-A18B-46FDEF45BEA8}" dt="2024-10-07T10:05:01.392" v="11" actId="478"/>
          <ac:cxnSpMkLst>
            <pc:docMk/>
            <pc:sldMk cId="3990508353" sldId="2146846994"/>
            <ac:cxnSpMk id="175" creationId="{4E75C4E3-24CC-F806-897C-57EA82F05CBE}"/>
          </ac:cxnSpMkLst>
        </pc:cxnChg>
        <pc:cxnChg chg="del mod">
          <ac:chgData name="Nádia Genebra Ahmad" userId="36126275-cace-419f-8e9b-04679c4f8ea6" providerId="ADAL" clId="{21CA4447-11A6-4FC8-A18B-46FDEF45BEA8}" dt="2024-10-07T10:05:01.392" v="11" actId="478"/>
          <ac:cxnSpMkLst>
            <pc:docMk/>
            <pc:sldMk cId="3990508353" sldId="2146846994"/>
            <ac:cxnSpMk id="176" creationId="{D89E5E54-8736-6293-FBD6-8B9DF0EE6467}"/>
          </ac:cxnSpMkLst>
        </pc:cxnChg>
        <pc:cxnChg chg="del mod">
          <ac:chgData name="Nádia Genebra Ahmad" userId="36126275-cace-419f-8e9b-04679c4f8ea6" providerId="ADAL" clId="{21CA4447-11A6-4FC8-A18B-46FDEF45BEA8}" dt="2024-10-07T10:05:01.392" v="11" actId="478"/>
          <ac:cxnSpMkLst>
            <pc:docMk/>
            <pc:sldMk cId="3990508353" sldId="2146846994"/>
            <ac:cxnSpMk id="177" creationId="{37811C7B-AA5A-1A52-6F95-E0F2C2F7FDD1}"/>
          </ac:cxnSpMkLst>
        </pc:cxnChg>
      </pc:sldChg>
      <pc:sldChg chg="addSp delSp modSp add mod">
        <pc:chgData name="Nádia Genebra Ahmad" userId="36126275-cace-419f-8e9b-04679c4f8ea6" providerId="ADAL" clId="{21CA4447-11A6-4FC8-A18B-46FDEF45BEA8}" dt="2024-10-08T13:59:35.026" v="1670" actId="108"/>
        <pc:sldMkLst>
          <pc:docMk/>
          <pc:sldMk cId="4074738579" sldId="2146846995"/>
        </pc:sldMkLst>
        <pc:spChg chg="del mod topLvl">
          <ac:chgData name="Nádia Genebra Ahmad" userId="36126275-cace-419f-8e9b-04679c4f8ea6" providerId="ADAL" clId="{21CA4447-11A6-4FC8-A18B-46FDEF45BEA8}" dt="2024-10-07T11:11:40.852" v="1337" actId="478"/>
          <ac:spMkLst>
            <pc:docMk/>
            <pc:sldMk cId="4074738579" sldId="2146846995"/>
            <ac:spMk id="7" creationId="{29600772-7256-9AA9-0A8E-B514378CE1F3}"/>
          </ac:spMkLst>
        </pc:spChg>
        <pc:spChg chg="add mod">
          <ac:chgData name="Nádia Genebra Ahmad" userId="36126275-cace-419f-8e9b-04679c4f8ea6" providerId="ADAL" clId="{21CA4447-11A6-4FC8-A18B-46FDEF45BEA8}" dt="2024-10-07T11:14:19.806" v="1452" actId="1038"/>
          <ac:spMkLst>
            <pc:docMk/>
            <pc:sldMk cId="4074738579" sldId="2146846995"/>
            <ac:spMk id="8" creationId="{394309A2-24C1-CFD8-663F-49D0C538A2C5}"/>
          </ac:spMkLst>
        </pc:spChg>
        <pc:spChg chg="del">
          <ac:chgData name="Nádia Genebra Ahmad" userId="36126275-cace-419f-8e9b-04679c4f8ea6" providerId="ADAL" clId="{21CA4447-11A6-4FC8-A18B-46FDEF45BEA8}" dt="2024-10-07T10:05:23.834" v="15" actId="478"/>
          <ac:spMkLst>
            <pc:docMk/>
            <pc:sldMk cId="4074738579" sldId="2146846995"/>
            <ac:spMk id="9" creationId="{916B52BF-5072-E5ED-C691-061540394464}"/>
          </ac:spMkLst>
        </pc:spChg>
        <pc:spChg chg="del">
          <ac:chgData name="Nádia Genebra Ahmad" userId="36126275-cace-419f-8e9b-04679c4f8ea6" providerId="ADAL" clId="{21CA4447-11A6-4FC8-A18B-46FDEF45BEA8}" dt="2024-10-07T10:05:23.834" v="15" actId="478"/>
          <ac:spMkLst>
            <pc:docMk/>
            <pc:sldMk cId="4074738579" sldId="2146846995"/>
            <ac:spMk id="10" creationId="{C2B14B19-1020-E59F-1FA4-D340CC5C5873}"/>
          </ac:spMkLst>
        </pc:spChg>
        <pc:spChg chg="mod topLvl">
          <ac:chgData name="Nádia Genebra Ahmad" userId="36126275-cace-419f-8e9b-04679c4f8ea6" providerId="ADAL" clId="{21CA4447-11A6-4FC8-A18B-46FDEF45BEA8}" dt="2024-10-07T10:34:24.250" v="514" actId="164"/>
          <ac:spMkLst>
            <pc:docMk/>
            <pc:sldMk cId="4074738579" sldId="2146846995"/>
            <ac:spMk id="12" creationId="{A07C4C30-BE4C-B118-4449-0362BABD5890}"/>
          </ac:spMkLst>
        </pc:spChg>
        <pc:spChg chg="mod topLvl">
          <ac:chgData name="Nádia Genebra Ahmad" userId="36126275-cace-419f-8e9b-04679c4f8ea6" providerId="ADAL" clId="{21CA4447-11A6-4FC8-A18B-46FDEF45BEA8}" dt="2024-10-07T10:34:24.250" v="514" actId="164"/>
          <ac:spMkLst>
            <pc:docMk/>
            <pc:sldMk cId="4074738579" sldId="2146846995"/>
            <ac:spMk id="13" creationId="{AD471A94-8605-12C3-220C-140F906E85D1}"/>
          </ac:spMkLst>
        </pc:spChg>
        <pc:spChg chg="del">
          <ac:chgData name="Nádia Genebra Ahmad" userId="36126275-cace-419f-8e9b-04679c4f8ea6" providerId="ADAL" clId="{21CA4447-11A6-4FC8-A18B-46FDEF45BEA8}" dt="2024-10-07T10:05:23.834" v="15" actId="478"/>
          <ac:spMkLst>
            <pc:docMk/>
            <pc:sldMk cId="4074738579" sldId="2146846995"/>
            <ac:spMk id="15" creationId="{B2029FF7-4F43-2F87-1FA1-70B0176BFAB9}"/>
          </ac:spMkLst>
        </pc:spChg>
        <pc:spChg chg="mod">
          <ac:chgData name="Nádia Genebra Ahmad" userId="36126275-cace-419f-8e9b-04679c4f8ea6" providerId="ADAL" clId="{21CA4447-11A6-4FC8-A18B-46FDEF45BEA8}" dt="2024-10-07T10:06:06.056" v="20" actId="2711"/>
          <ac:spMkLst>
            <pc:docMk/>
            <pc:sldMk cId="4074738579" sldId="2146846995"/>
            <ac:spMk id="16" creationId="{25433976-700D-9357-2FA8-3DB0E39A1FE6}"/>
          </ac:spMkLst>
        </pc:spChg>
        <pc:spChg chg="mod">
          <ac:chgData name="Nádia Genebra Ahmad" userId="36126275-cace-419f-8e9b-04679c4f8ea6" providerId="ADAL" clId="{21CA4447-11A6-4FC8-A18B-46FDEF45BEA8}" dt="2024-10-07T10:28:51.964" v="153" actId="207"/>
          <ac:spMkLst>
            <pc:docMk/>
            <pc:sldMk cId="4074738579" sldId="2146846995"/>
            <ac:spMk id="18" creationId="{0C3930A7-2C99-F707-DB1D-7E354DAF15A3}"/>
          </ac:spMkLst>
        </pc:spChg>
        <pc:spChg chg="mod">
          <ac:chgData name="Nádia Genebra Ahmad" userId="36126275-cace-419f-8e9b-04679c4f8ea6" providerId="ADAL" clId="{21CA4447-11A6-4FC8-A18B-46FDEF45BEA8}" dt="2024-10-07T10:28:51.964" v="153" actId="207"/>
          <ac:spMkLst>
            <pc:docMk/>
            <pc:sldMk cId="4074738579" sldId="2146846995"/>
            <ac:spMk id="19" creationId="{C6249038-53BD-5675-C2C3-86E17FC14CF7}"/>
          </ac:spMkLst>
        </pc:spChg>
        <pc:spChg chg="mod">
          <ac:chgData name="Nádia Genebra Ahmad" userId="36126275-cace-419f-8e9b-04679c4f8ea6" providerId="ADAL" clId="{21CA4447-11A6-4FC8-A18B-46FDEF45BEA8}" dt="2024-10-07T10:28:51.964" v="153" actId="207"/>
          <ac:spMkLst>
            <pc:docMk/>
            <pc:sldMk cId="4074738579" sldId="2146846995"/>
            <ac:spMk id="20" creationId="{FC75FF92-58B1-D329-0A88-BC5C4DB69301}"/>
          </ac:spMkLst>
        </pc:spChg>
        <pc:spChg chg="del">
          <ac:chgData name="Nádia Genebra Ahmad" userId="36126275-cace-419f-8e9b-04679c4f8ea6" providerId="ADAL" clId="{21CA4447-11A6-4FC8-A18B-46FDEF45BEA8}" dt="2024-10-07T10:05:23.834" v="15" actId="478"/>
          <ac:spMkLst>
            <pc:docMk/>
            <pc:sldMk cId="4074738579" sldId="2146846995"/>
            <ac:spMk id="21" creationId="{D491D3E1-2500-900E-DD3A-16485E18A6E7}"/>
          </ac:spMkLst>
        </pc:spChg>
        <pc:spChg chg="del mod topLvl">
          <ac:chgData name="Nádia Genebra Ahmad" userId="36126275-cace-419f-8e9b-04679c4f8ea6" providerId="ADAL" clId="{21CA4447-11A6-4FC8-A18B-46FDEF45BEA8}" dt="2024-10-07T10:31:39.271" v="442" actId="478"/>
          <ac:spMkLst>
            <pc:docMk/>
            <pc:sldMk cId="4074738579" sldId="2146846995"/>
            <ac:spMk id="23" creationId="{145AD3B0-4EEF-1BC5-098A-A6A83F00E7E7}"/>
          </ac:spMkLst>
        </pc:spChg>
        <pc:spChg chg="del">
          <ac:chgData name="Nádia Genebra Ahmad" userId="36126275-cace-419f-8e9b-04679c4f8ea6" providerId="ADAL" clId="{21CA4447-11A6-4FC8-A18B-46FDEF45BEA8}" dt="2024-10-07T10:05:23.834" v="15" actId="478"/>
          <ac:spMkLst>
            <pc:docMk/>
            <pc:sldMk cId="4074738579" sldId="2146846995"/>
            <ac:spMk id="24" creationId="{7E9EC1F4-2E8F-1DC0-0160-C5C90156052C}"/>
          </ac:spMkLst>
        </pc:spChg>
        <pc:spChg chg="mod topLvl">
          <ac:chgData name="Nádia Genebra Ahmad" userId="36126275-cace-419f-8e9b-04679c4f8ea6" providerId="ADAL" clId="{21CA4447-11A6-4FC8-A18B-46FDEF45BEA8}" dt="2024-10-07T11:14:19.806" v="1452" actId="1038"/>
          <ac:spMkLst>
            <pc:docMk/>
            <pc:sldMk cId="4074738579" sldId="2146846995"/>
            <ac:spMk id="25" creationId="{522B6BBC-90F1-513F-6783-9245C5E654F4}"/>
          </ac:spMkLst>
        </pc:spChg>
        <pc:spChg chg="mod">
          <ac:chgData name="Nádia Genebra Ahmad" userId="36126275-cace-419f-8e9b-04679c4f8ea6" providerId="ADAL" clId="{21CA4447-11A6-4FC8-A18B-46FDEF45BEA8}" dt="2024-10-07T11:14:31.776" v="1479" actId="552"/>
          <ac:spMkLst>
            <pc:docMk/>
            <pc:sldMk cId="4074738579" sldId="2146846995"/>
            <ac:spMk id="27" creationId="{50605D86-394C-B4F6-5D44-AB0706B3780C}"/>
          </ac:spMkLst>
        </pc:spChg>
        <pc:spChg chg="del">
          <ac:chgData name="Nádia Genebra Ahmad" userId="36126275-cace-419f-8e9b-04679c4f8ea6" providerId="ADAL" clId="{21CA4447-11A6-4FC8-A18B-46FDEF45BEA8}" dt="2024-10-07T10:05:23.834" v="15" actId="478"/>
          <ac:spMkLst>
            <pc:docMk/>
            <pc:sldMk cId="4074738579" sldId="2146846995"/>
            <ac:spMk id="28" creationId="{CFC11D86-7912-4409-E32F-5E6CD44EB548}"/>
          </ac:spMkLst>
        </pc:spChg>
        <pc:spChg chg="del">
          <ac:chgData name="Nádia Genebra Ahmad" userId="36126275-cace-419f-8e9b-04679c4f8ea6" providerId="ADAL" clId="{21CA4447-11A6-4FC8-A18B-46FDEF45BEA8}" dt="2024-10-07T10:05:23.834" v="15" actId="478"/>
          <ac:spMkLst>
            <pc:docMk/>
            <pc:sldMk cId="4074738579" sldId="2146846995"/>
            <ac:spMk id="30" creationId="{C27B8CD8-61BF-19C8-981C-AD76A7D0ABA3}"/>
          </ac:spMkLst>
        </pc:spChg>
        <pc:spChg chg="del">
          <ac:chgData name="Nádia Genebra Ahmad" userId="36126275-cace-419f-8e9b-04679c4f8ea6" providerId="ADAL" clId="{21CA4447-11A6-4FC8-A18B-46FDEF45BEA8}" dt="2024-10-07T10:05:23.834" v="15" actId="478"/>
          <ac:spMkLst>
            <pc:docMk/>
            <pc:sldMk cId="4074738579" sldId="2146846995"/>
            <ac:spMk id="31" creationId="{8D9795F9-882B-8B76-AECB-97F65040CB3D}"/>
          </ac:spMkLst>
        </pc:spChg>
        <pc:spChg chg="del">
          <ac:chgData name="Nádia Genebra Ahmad" userId="36126275-cace-419f-8e9b-04679c4f8ea6" providerId="ADAL" clId="{21CA4447-11A6-4FC8-A18B-46FDEF45BEA8}" dt="2024-10-07T10:05:23.834" v="15" actId="478"/>
          <ac:spMkLst>
            <pc:docMk/>
            <pc:sldMk cId="4074738579" sldId="2146846995"/>
            <ac:spMk id="32" creationId="{02B43A9D-560F-8681-CEB3-48FF934AE37F}"/>
          </ac:spMkLst>
        </pc:spChg>
        <pc:spChg chg="del">
          <ac:chgData name="Nádia Genebra Ahmad" userId="36126275-cace-419f-8e9b-04679c4f8ea6" providerId="ADAL" clId="{21CA4447-11A6-4FC8-A18B-46FDEF45BEA8}" dt="2024-10-07T10:05:23.834" v="15" actId="478"/>
          <ac:spMkLst>
            <pc:docMk/>
            <pc:sldMk cId="4074738579" sldId="2146846995"/>
            <ac:spMk id="40" creationId="{6A5CD4F9-468F-E46E-3112-B642E79D8996}"/>
          </ac:spMkLst>
        </pc:spChg>
        <pc:spChg chg="del">
          <ac:chgData name="Nádia Genebra Ahmad" userId="36126275-cace-419f-8e9b-04679c4f8ea6" providerId="ADAL" clId="{21CA4447-11A6-4FC8-A18B-46FDEF45BEA8}" dt="2024-10-07T10:05:23.834" v="15" actId="478"/>
          <ac:spMkLst>
            <pc:docMk/>
            <pc:sldMk cId="4074738579" sldId="2146846995"/>
            <ac:spMk id="41" creationId="{4FAFE714-2626-C0F6-8D4D-CB7FA4CF6345}"/>
          </ac:spMkLst>
        </pc:spChg>
        <pc:spChg chg="del">
          <ac:chgData name="Nádia Genebra Ahmad" userId="36126275-cace-419f-8e9b-04679c4f8ea6" providerId="ADAL" clId="{21CA4447-11A6-4FC8-A18B-46FDEF45BEA8}" dt="2024-10-07T10:05:23.834" v="15" actId="478"/>
          <ac:spMkLst>
            <pc:docMk/>
            <pc:sldMk cId="4074738579" sldId="2146846995"/>
            <ac:spMk id="42" creationId="{E087C529-11F0-C929-CB23-3916D35A2A2D}"/>
          </ac:spMkLst>
        </pc:spChg>
        <pc:spChg chg="del">
          <ac:chgData name="Nádia Genebra Ahmad" userId="36126275-cace-419f-8e9b-04679c4f8ea6" providerId="ADAL" clId="{21CA4447-11A6-4FC8-A18B-46FDEF45BEA8}" dt="2024-10-07T10:05:23.834" v="15" actId="478"/>
          <ac:spMkLst>
            <pc:docMk/>
            <pc:sldMk cId="4074738579" sldId="2146846995"/>
            <ac:spMk id="43" creationId="{94288D1F-DA5E-15AD-59B5-C744A4D2671F}"/>
          </ac:spMkLst>
        </pc:spChg>
        <pc:spChg chg="mod topLvl">
          <ac:chgData name="Nádia Genebra Ahmad" userId="36126275-cace-419f-8e9b-04679c4f8ea6" providerId="ADAL" clId="{21CA4447-11A6-4FC8-A18B-46FDEF45BEA8}" dt="2024-10-07T10:34:20.643" v="513" actId="164"/>
          <ac:spMkLst>
            <pc:docMk/>
            <pc:sldMk cId="4074738579" sldId="2146846995"/>
            <ac:spMk id="45" creationId="{ACB59B0A-7B63-52E4-FC49-3B3E134F83B3}"/>
          </ac:spMkLst>
        </pc:spChg>
        <pc:spChg chg="mod topLvl">
          <ac:chgData name="Nádia Genebra Ahmad" userId="36126275-cace-419f-8e9b-04679c4f8ea6" providerId="ADAL" clId="{21CA4447-11A6-4FC8-A18B-46FDEF45BEA8}" dt="2024-10-07T10:34:20.643" v="513" actId="164"/>
          <ac:spMkLst>
            <pc:docMk/>
            <pc:sldMk cId="4074738579" sldId="2146846995"/>
            <ac:spMk id="46" creationId="{020EE2FA-4129-1A9B-FADD-9956DAB2E3E6}"/>
          </ac:spMkLst>
        </pc:spChg>
        <pc:spChg chg="del">
          <ac:chgData name="Nádia Genebra Ahmad" userId="36126275-cace-419f-8e9b-04679c4f8ea6" providerId="ADAL" clId="{21CA4447-11A6-4FC8-A18B-46FDEF45BEA8}" dt="2024-10-07T10:05:23.834" v="15" actId="478"/>
          <ac:spMkLst>
            <pc:docMk/>
            <pc:sldMk cId="4074738579" sldId="2146846995"/>
            <ac:spMk id="52" creationId="{00A206A6-82A8-DEFF-1881-82F149C01695}"/>
          </ac:spMkLst>
        </pc:spChg>
        <pc:spChg chg="mod">
          <ac:chgData name="Nádia Genebra Ahmad" userId="36126275-cace-419f-8e9b-04679c4f8ea6" providerId="ADAL" clId="{21CA4447-11A6-4FC8-A18B-46FDEF45BEA8}" dt="2024-10-07T10:29:15.909" v="197" actId="20577"/>
          <ac:spMkLst>
            <pc:docMk/>
            <pc:sldMk cId="4074738579" sldId="2146846995"/>
            <ac:spMk id="74" creationId="{6C192BC8-1B54-35D0-13EA-1B6D2DAD6A0E}"/>
          </ac:spMkLst>
        </pc:spChg>
        <pc:spChg chg="mod topLvl">
          <ac:chgData name="Nádia Genebra Ahmad" userId="36126275-cace-419f-8e9b-04679c4f8ea6" providerId="ADAL" clId="{21CA4447-11A6-4FC8-A18B-46FDEF45BEA8}" dt="2024-10-07T11:06:51.765" v="714" actId="6549"/>
          <ac:spMkLst>
            <pc:docMk/>
            <pc:sldMk cId="4074738579" sldId="2146846995"/>
            <ac:spMk id="81" creationId="{FCC578D6-C65A-912B-83B5-944B0A7FDF1C}"/>
          </ac:spMkLst>
        </pc:spChg>
        <pc:spChg chg="mod topLvl">
          <ac:chgData name="Nádia Genebra Ahmad" userId="36126275-cace-419f-8e9b-04679c4f8ea6" providerId="ADAL" clId="{21CA4447-11A6-4FC8-A18B-46FDEF45BEA8}" dt="2024-10-07T10:34:18.871" v="512" actId="164"/>
          <ac:spMkLst>
            <pc:docMk/>
            <pc:sldMk cId="4074738579" sldId="2146846995"/>
            <ac:spMk id="83" creationId="{94036E1E-281F-F8EC-5202-1350B2C5A322}"/>
          </ac:spMkLst>
        </pc:spChg>
        <pc:spChg chg="mod topLvl">
          <ac:chgData name="Nádia Genebra Ahmad" userId="36126275-cace-419f-8e9b-04679c4f8ea6" providerId="ADAL" clId="{21CA4447-11A6-4FC8-A18B-46FDEF45BEA8}" dt="2024-10-07T10:34:14.905" v="511" actId="164"/>
          <ac:spMkLst>
            <pc:docMk/>
            <pc:sldMk cId="4074738579" sldId="2146846995"/>
            <ac:spMk id="85" creationId="{8779949E-F16F-C215-3E68-B56B787EE54F}"/>
          </ac:spMkLst>
        </pc:spChg>
        <pc:spChg chg="mod topLvl">
          <ac:chgData name="Nádia Genebra Ahmad" userId="36126275-cace-419f-8e9b-04679c4f8ea6" providerId="ADAL" clId="{21CA4447-11A6-4FC8-A18B-46FDEF45BEA8}" dt="2024-10-07T10:34:14.905" v="511" actId="164"/>
          <ac:spMkLst>
            <pc:docMk/>
            <pc:sldMk cId="4074738579" sldId="2146846995"/>
            <ac:spMk id="86" creationId="{42350A9C-EF57-9DE6-0FBC-F0D157CB1FE5}"/>
          </ac:spMkLst>
        </pc:spChg>
        <pc:spChg chg="add del mod topLvl">
          <ac:chgData name="Nádia Genebra Ahmad" userId="36126275-cace-419f-8e9b-04679c4f8ea6" providerId="ADAL" clId="{21CA4447-11A6-4FC8-A18B-46FDEF45BEA8}" dt="2024-10-07T11:12:29.391" v="1342" actId="478"/>
          <ac:spMkLst>
            <pc:docMk/>
            <pc:sldMk cId="4074738579" sldId="2146846995"/>
            <ac:spMk id="87" creationId="{8307B577-4D47-32F9-409F-523B58D3CA5E}"/>
          </ac:spMkLst>
        </pc:spChg>
        <pc:spChg chg="add del mod">
          <ac:chgData name="Nádia Genebra Ahmad" userId="36126275-cace-419f-8e9b-04679c4f8ea6" providerId="ADAL" clId="{21CA4447-11A6-4FC8-A18B-46FDEF45BEA8}" dt="2024-10-07T11:12:27.719" v="1341" actId="478"/>
          <ac:spMkLst>
            <pc:docMk/>
            <pc:sldMk cId="4074738579" sldId="2146846995"/>
            <ac:spMk id="88" creationId="{65BF21FD-F338-D7A2-06A5-894D56B2A984}"/>
          </ac:spMkLst>
        </pc:spChg>
        <pc:spChg chg="mod">
          <ac:chgData name="Nádia Genebra Ahmad" userId="36126275-cace-419f-8e9b-04679c4f8ea6" providerId="ADAL" clId="{21CA4447-11A6-4FC8-A18B-46FDEF45BEA8}" dt="2024-10-07T11:09:57.797" v="1217" actId="20577"/>
          <ac:spMkLst>
            <pc:docMk/>
            <pc:sldMk cId="4074738579" sldId="2146846995"/>
            <ac:spMk id="96" creationId="{9E2D88E5-A946-F519-2A09-20E98FD04B7A}"/>
          </ac:spMkLst>
        </pc:spChg>
        <pc:spChg chg="mod">
          <ac:chgData name="Nádia Genebra Ahmad" userId="36126275-cace-419f-8e9b-04679c4f8ea6" providerId="ADAL" clId="{21CA4447-11A6-4FC8-A18B-46FDEF45BEA8}" dt="2024-10-07T10:35:57.035" v="544" actId="20577"/>
          <ac:spMkLst>
            <pc:docMk/>
            <pc:sldMk cId="4074738579" sldId="2146846995"/>
            <ac:spMk id="97" creationId="{BC068E44-C5E5-A215-8BB5-81F9AD5E03FD}"/>
          </ac:spMkLst>
        </pc:spChg>
        <pc:spChg chg="mod">
          <ac:chgData name="Nádia Genebra Ahmad" userId="36126275-cace-419f-8e9b-04679c4f8ea6" providerId="ADAL" clId="{21CA4447-11A6-4FC8-A18B-46FDEF45BEA8}" dt="2024-10-07T11:15:08.322" v="1513" actId="208"/>
          <ac:spMkLst>
            <pc:docMk/>
            <pc:sldMk cId="4074738579" sldId="2146846995"/>
            <ac:spMk id="106" creationId="{7288EF04-F545-9C9A-5B14-EE9B010CFB16}"/>
          </ac:spMkLst>
        </pc:spChg>
        <pc:spChg chg="mod">
          <ac:chgData name="Nádia Genebra Ahmad" userId="36126275-cace-419f-8e9b-04679c4f8ea6" providerId="ADAL" clId="{21CA4447-11A6-4FC8-A18B-46FDEF45BEA8}" dt="2024-10-07T11:12:17.385" v="1339"/>
          <ac:spMkLst>
            <pc:docMk/>
            <pc:sldMk cId="4074738579" sldId="2146846995"/>
            <ac:spMk id="107" creationId="{7A414C2F-EBB6-8F10-78EE-3199DF51504E}"/>
          </ac:spMkLst>
        </pc:spChg>
        <pc:spChg chg="add mod">
          <ac:chgData name="Nádia Genebra Ahmad" userId="36126275-cace-419f-8e9b-04679c4f8ea6" providerId="ADAL" clId="{21CA4447-11A6-4FC8-A18B-46FDEF45BEA8}" dt="2024-10-07T11:14:31.776" v="1479" actId="552"/>
          <ac:spMkLst>
            <pc:docMk/>
            <pc:sldMk cId="4074738579" sldId="2146846995"/>
            <ac:spMk id="110" creationId="{C6827CF6-4A51-F3B8-AB28-97F39CEF6904}"/>
          </ac:spMkLst>
        </pc:spChg>
        <pc:spChg chg="add mod">
          <ac:chgData name="Nádia Genebra Ahmad" userId="36126275-cace-419f-8e9b-04679c4f8ea6" providerId="ADAL" clId="{21CA4447-11A6-4FC8-A18B-46FDEF45BEA8}" dt="2024-10-07T11:16:01.641" v="1515"/>
          <ac:spMkLst>
            <pc:docMk/>
            <pc:sldMk cId="4074738579" sldId="2146846995"/>
            <ac:spMk id="112" creationId="{8A71EB37-06AF-B4B5-DE6E-D9E885EB1320}"/>
          </ac:spMkLst>
        </pc:spChg>
        <pc:spChg chg="add mod">
          <ac:chgData name="Nádia Genebra Ahmad" userId="36126275-cace-419f-8e9b-04679c4f8ea6" providerId="ADAL" clId="{21CA4447-11A6-4FC8-A18B-46FDEF45BEA8}" dt="2024-10-08T13:58:18.616" v="1623" actId="14100"/>
          <ac:spMkLst>
            <pc:docMk/>
            <pc:sldMk cId="4074738579" sldId="2146846995"/>
            <ac:spMk id="113" creationId="{88568956-83F0-1866-AD19-D5B13858924F}"/>
          </ac:spMkLst>
        </pc:spChg>
        <pc:spChg chg="add mod">
          <ac:chgData name="Nádia Genebra Ahmad" userId="36126275-cace-419f-8e9b-04679c4f8ea6" providerId="ADAL" clId="{21CA4447-11A6-4FC8-A18B-46FDEF45BEA8}" dt="2024-10-08T13:59:35.026" v="1670" actId="108"/>
          <ac:spMkLst>
            <pc:docMk/>
            <pc:sldMk cId="4074738579" sldId="2146846995"/>
            <ac:spMk id="114" creationId="{A08C8647-F98C-B595-C1CC-ECA3250AA8DE}"/>
          </ac:spMkLst>
        </pc:spChg>
        <pc:spChg chg="mod">
          <ac:chgData name="Nádia Genebra Ahmad" userId="36126275-cace-419f-8e9b-04679c4f8ea6" providerId="ADAL" clId="{21CA4447-11A6-4FC8-A18B-46FDEF45BEA8}" dt="2024-10-07T11:15:12.670" v="1514" actId="208"/>
          <ac:spMkLst>
            <pc:docMk/>
            <pc:sldMk cId="4074738579" sldId="2146846995"/>
            <ac:spMk id="350" creationId="{CA65627A-1E35-FA76-B073-B3A2272BB0D2}"/>
          </ac:spMkLst>
        </pc:spChg>
        <pc:grpChg chg="del">
          <ac:chgData name="Nádia Genebra Ahmad" userId="36126275-cace-419f-8e9b-04679c4f8ea6" providerId="ADAL" clId="{21CA4447-11A6-4FC8-A18B-46FDEF45BEA8}" dt="2024-10-07T10:05:23.834" v="15" actId="478"/>
          <ac:grpSpMkLst>
            <pc:docMk/>
            <pc:sldMk cId="4074738579" sldId="2146846995"/>
            <ac:grpSpMk id="2" creationId="{89DF1FF8-CB82-CFDE-605D-F763B9BBBBD3}"/>
          </ac:grpSpMkLst>
        </pc:grpChg>
        <pc:grpChg chg="add del mod">
          <ac:chgData name="Nádia Genebra Ahmad" userId="36126275-cace-419f-8e9b-04679c4f8ea6" providerId="ADAL" clId="{21CA4447-11A6-4FC8-A18B-46FDEF45BEA8}" dt="2024-10-07T11:11:40.852" v="1337" actId="478"/>
          <ac:grpSpMkLst>
            <pc:docMk/>
            <pc:sldMk cId="4074738579" sldId="2146846995"/>
            <ac:grpSpMk id="5" creationId="{D09691D8-3202-E6BE-8027-80B4F6BE1831}"/>
          </ac:grpSpMkLst>
        </pc:grpChg>
        <pc:grpChg chg="add del mod">
          <ac:chgData name="Nádia Genebra Ahmad" userId="36126275-cace-419f-8e9b-04679c4f8ea6" providerId="ADAL" clId="{21CA4447-11A6-4FC8-A18B-46FDEF45BEA8}" dt="2024-10-07T10:33:35.314" v="498" actId="165"/>
          <ac:grpSpMkLst>
            <pc:docMk/>
            <pc:sldMk cId="4074738579" sldId="2146846995"/>
            <ac:grpSpMk id="11" creationId="{36A32644-D06C-6E93-0510-049791785477}"/>
          </ac:grpSpMkLst>
        </pc:grpChg>
        <pc:grpChg chg="add mod">
          <ac:chgData name="Nádia Genebra Ahmad" userId="36126275-cace-419f-8e9b-04679c4f8ea6" providerId="ADAL" clId="{21CA4447-11A6-4FC8-A18B-46FDEF45BEA8}" dt="2024-10-07T10:05:24.698" v="16"/>
          <ac:grpSpMkLst>
            <pc:docMk/>
            <pc:sldMk cId="4074738579" sldId="2146846995"/>
            <ac:grpSpMk id="14" creationId="{5250588D-7002-A9D2-99FF-7474F6FC655B}"/>
          </ac:grpSpMkLst>
        </pc:grpChg>
        <pc:grpChg chg="mod">
          <ac:chgData name="Nádia Genebra Ahmad" userId="36126275-cace-419f-8e9b-04679c4f8ea6" providerId="ADAL" clId="{21CA4447-11A6-4FC8-A18B-46FDEF45BEA8}" dt="2024-10-07T10:05:24.698" v="16"/>
          <ac:grpSpMkLst>
            <pc:docMk/>
            <pc:sldMk cId="4074738579" sldId="2146846995"/>
            <ac:grpSpMk id="17" creationId="{4F1D08E3-4E49-4C25-AB5B-0BE5E5D1B41D}"/>
          </ac:grpSpMkLst>
        </pc:grpChg>
        <pc:grpChg chg="add del mod">
          <ac:chgData name="Nádia Genebra Ahmad" userId="36126275-cace-419f-8e9b-04679c4f8ea6" providerId="ADAL" clId="{21CA4447-11A6-4FC8-A18B-46FDEF45BEA8}" dt="2024-10-07T10:31:36.575" v="441" actId="165"/>
          <ac:grpSpMkLst>
            <pc:docMk/>
            <pc:sldMk cId="4074738579" sldId="2146846995"/>
            <ac:grpSpMk id="22" creationId="{6E788340-26A9-E02A-8D4A-4D8313AF2070}"/>
          </ac:grpSpMkLst>
        </pc:grpChg>
        <pc:grpChg chg="add del mod">
          <ac:chgData name="Nádia Genebra Ahmad" userId="36126275-cace-419f-8e9b-04679c4f8ea6" providerId="ADAL" clId="{21CA4447-11A6-4FC8-A18B-46FDEF45BEA8}" dt="2024-10-07T10:33:39.722" v="499" actId="165"/>
          <ac:grpSpMkLst>
            <pc:docMk/>
            <pc:sldMk cId="4074738579" sldId="2146846995"/>
            <ac:grpSpMk id="29" creationId="{2B561E11-85B0-1E8F-7796-3787F9E726BE}"/>
          </ac:grpSpMkLst>
        </pc:grpChg>
        <pc:grpChg chg="del">
          <ac:chgData name="Nádia Genebra Ahmad" userId="36126275-cace-419f-8e9b-04679c4f8ea6" providerId="ADAL" clId="{21CA4447-11A6-4FC8-A18B-46FDEF45BEA8}" dt="2024-10-07T10:05:23.834" v="15" actId="478"/>
          <ac:grpSpMkLst>
            <pc:docMk/>
            <pc:sldMk cId="4074738579" sldId="2146846995"/>
            <ac:grpSpMk id="33" creationId="{0927D203-A0E4-6529-0287-CFC20F50BAE1}"/>
          </ac:grpSpMkLst>
        </pc:grpChg>
        <pc:grpChg chg="del">
          <ac:chgData name="Nádia Genebra Ahmad" userId="36126275-cace-419f-8e9b-04679c4f8ea6" providerId="ADAL" clId="{21CA4447-11A6-4FC8-A18B-46FDEF45BEA8}" dt="2024-10-07T10:05:23.834" v="15" actId="478"/>
          <ac:grpSpMkLst>
            <pc:docMk/>
            <pc:sldMk cId="4074738579" sldId="2146846995"/>
            <ac:grpSpMk id="44" creationId="{D920856C-200C-1150-9DF5-DDB422BB5947}"/>
          </ac:grpSpMkLst>
        </pc:grpChg>
        <pc:grpChg chg="del">
          <ac:chgData name="Nádia Genebra Ahmad" userId="36126275-cace-419f-8e9b-04679c4f8ea6" providerId="ADAL" clId="{21CA4447-11A6-4FC8-A18B-46FDEF45BEA8}" dt="2024-10-07T10:05:23.834" v="15" actId="478"/>
          <ac:grpSpMkLst>
            <pc:docMk/>
            <pc:sldMk cId="4074738579" sldId="2146846995"/>
            <ac:grpSpMk id="49" creationId="{4DF1F6E5-EE1B-26B5-71BF-7A7D608F86C7}"/>
          </ac:grpSpMkLst>
        </pc:grpChg>
        <pc:grpChg chg="del">
          <ac:chgData name="Nádia Genebra Ahmad" userId="36126275-cace-419f-8e9b-04679c4f8ea6" providerId="ADAL" clId="{21CA4447-11A6-4FC8-A18B-46FDEF45BEA8}" dt="2024-10-07T10:05:23.834" v="15" actId="478"/>
          <ac:grpSpMkLst>
            <pc:docMk/>
            <pc:sldMk cId="4074738579" sldId="2146846995"/>
            <ac:grpSpMk id="53" creationId="{AA150AFE-782F-9D33-9100-C97195BE07A7}"/>
          </ac:grpSpMkLst>
        </pc:grpChg>
        <pc:grpChg chg="del">
          <ac:chgData name="Nádia Genebra Ahmad" userId="36126275-cace-419f-8e9b-04679c4f8ea6" providerId="ADAL" clId="{21CA4447-11A6-4FC8-A18B-46FDEF45BEA8}" dt="2024-10-07T10:05:23.834" v="15" actId="478"/>
          <ac:grpSpMkLst>
            <pc:docMk/>
            <pc:sldMk cId="4074738579" sldId="2146846995"/>
            <ac:grpSpMk id="56" creationId="{A8F55455-0A94-2230-CB73-096E042C454E}"/>
          </ac:grpSpMkLst>
        </pc:grpChg>
        <pc:grpChg chg="del">
          <ac:chgData name="Nádia Genebra Ahmad" userId="36126275-cace-419f-8e9b-04679c4f8ea6" providerId="ADAL" clId="{21CA4447-11A6-4FC8-A18B-46FDEF45BEA8}" dt="2024-10-07T10:05:23.834" v="15" actId="478"/>
          <ac:grpSpMkLst>
            <pc:docMk/>
            <pc:sldMk cId="4074738579" sldId="2146846995"/>
            <ac:grpSpMk id="62" creationId="{192F6B28-CD2E-BC8C-2851-457E83C111D5}"/>
          </ac:grpSpMkLst>
        </pc:grpChg>
        <pc:grpChg chg="del">
          <ac:chgData name="Nádia Genebra Ahmad" userId="36126275-cace-419f-8e9b-04679c4f8ea6" providerId="ADAL" clId="{21CA4447-11A6-4FC8-A18B-46FDEF45BEA8}" dt="2024-10-07T10:05:23.834" v="15" actId="478"/>
          <ac:grpSpMkLst>
            <pc:docMk/>
            <pc:sldMk cId="4074738579" sldId="2146846995"/>
            <ac:grpSpMk id="68" creationId="{2CFBE761-7DC3-FB46-70CA-2A9AA37EE4C6}"/>
          </ac:grpSpMkLst>
        </pc:grpChg>
        <pc:grpChg chg="del">
          <ac:chgData name="Nádia Genebra Ahmad" userId="36126275-cace-419f-8e9b-04679c4f8ea6" providerId="ADAL" clId="{21CA4447-11A6-4FC8-A18B-46FDEF45BEA8}" dt="2024-10-07T10:05:23.834" v="15" actId="478"/>
          <ac:grpSpMkLst>
            <pc:docMk/>
            <pc:sldMk cId="4074738579" sldId="2146846995"/>
            <ac:grpSpMk id="72" creationId="{B927335A-089E-4DDA-D735-4661333E12EA}"/>
          </ac:grpSpMkLst>
        </pc:grpChg>
        <pc:grpChg chg="del">
          <ac:chgData name="Nádia Genebra Ahmad" userId="36126275-cace-419f-8e9b-04679c4f8ea6" providerId="ADAL" clId="{21CA4447-11A6-4FC8-A18B-46FDEF45BEA8}" dt="2024-10-07T10:05:23.834" v="15" actId="478"/>
          <ac:grpSpMkLst>
            <pc:docMk/>
            <pc:sldMk cId="4074738579" sldId="2146846995"/>
            <ac:grpSpMk id="77" creationId="{D4791C89-4C5D-F79E-1C20-F07540935FE8}"/>
          </ac:grpSpMkLst>
        </pc:grpChg>
        <pc:grpChg chg="add del mod">
          <ac:chgData name="Nádia Genebra Ahmad" userId="36126275-cace-419f-8e9b-04679c4f8ea6" providerId="ADAL" clId="{21CA4447-11A6-4FC8-A18B-46FDEF45BEA8}" dt="2024-10-07T10:33:35.314" v="498" actId="165"/>
          <ac:grpSpMkLst>
            <pc:docMk/>
            <pc:sldMk cId="4074738579" sldId="2146846995"/>
            <ac:grpSpMk id="80" creationId="{D15B6093-72FD-159C-D1CD-11329CED61CD}"/>
          </ac:grpSpMkLst>
        </pc:grpChg>
        <pc:grpChg chg="add del mod">
          <ac:chgData name="Nádia Genebra Ahmad" userId="36126275-cace-419f-8e9b-04679c4f8ea6" providerId="ADAL" clId="{21CA4447-11A6-4FC8-A18B-46FDEF45BEA8}" dt="2024-10-07T10:33:35.314" v="498" actId="165"/>
          <ac:grpSpMkLst>
            <pc:docMk/>
            <pc:sldMk cId="4074738579" sldId="2146846995"/>
            <ac:grpSpMk id="84" creationId="{76C1D887-ED12-E99A-55EE-DFCF2D55BD83}"/>
          </ac:grpSpMkLst>
        </pc:grpChg>
        <pc:grpChg chg="add del mod topLvl">
          <ac:chgData name="Nádia Genebra Ahmad" userId="36126275-cace-419f-8e9b-04679c4f8ea6" providerId="ADAL" clId="{21CA4447-11A6-4FC8-A18B-46FDEF45BEA8}" dt="2024-10-07T11:12:27.719" v="1341" actId="478"/>
          <ac:grpSpMkLst>
            <pc:docMk/>
            <pc:sldMk cId="4074738579" sldId="2146846995"/>
            <ac:grpSpMk id="89" creationId="{E9F304B4-13FC-70C0-4C93-58C7B31355FE}"/>
          </ac:grpSpMkLst>
        </pc:grpChg>
        <pc:grpChg chg="add del mod">
          <ac:chgData name="Nádia Genebra Ahmad" userId="36126275-cace-419f-8e9b-04679c4f8ea6" providerId="ADAL" clId="{21CA4447-11A6-4FC8-A18B-46FDEF45BEA8}" dt="2024-10-07T10:33:35.314" v="498" actId="165"/>
          <ac:grpSpMkLst>
            <pc:docMk/>
            <pc:sldMk cId="4074738579" sldId="2146846995"/>
            <ac:grpSpMk id="90" creationId="{C5CF8ACB-DE4D-078A-D327-0E7A4C0FD009}"/>
          </ac:grpSpMkLst>
        </pc:grpChg>
        <pc:grpChg chg="add mod">
          <ac:chgData name="Nádia Genebra Ahmad" userId="36126275-cace-419f-8e9b-04679c4f8ea6" providerId="ADAL" clId="{21CA4447-11A6-4FC8-A18B-46FDEF45BEA8}" dt="2024-10-07T11:14:19.806" v="1452" actId="1038"/>
          <ac:grpSpMkLst>
            <pc:docMk/>
            <pc:sldMk cId="4074738579" sldId="2146846995"/>
            <ac:grpSpMk id="91" creationId="{7EFA5B37-E771-20A8-C901-D55EE4F56DD1}"/>
          </ac:grpSpMkLst>
        </pc:grpChg>
        <pc:grpChg chg="add mod">
          <ac:chgData name="Nádia Genebra Ahmad" userId="36126275-cace-419f-8e9b-04679c4f8ea6" providerId="ADAL" clId="{21CA4447-11A6-4FC8-A18B-46FDEF45BEA8}" dt="2024-10-07T11:14:19.806" v="1452" actId="1038"/>
          <ac:grpSpMkLst>
            <pc:docMk/>
            <pc:sldMk cId="4074738579" sldId="2146846995"/>
            <ac:grpSpMk id="92" creationId="{58C94E3B-E811-1C2D-5836-BFF30B8AF232}"/>
          </ac:grpSpMkLst>
        </pc:grpChg>
        <pc:grpChg chg="add mod">
          <ac:chgData name="Nádia Genebra Ahmad" userId="36126275-cace-419f-8e9b-04679c4f8ea6" providerId="ADAL" clId="{21CA4447-11A6-4FC8-A18B-46FDEF45BEA8}" dt="2024-10-07T11:14:19.806" v="1452" actId="1038"/>
          <ac:grpSpMkLst>
            <pc:docMk/>
            <pc:sldMk cId="4074738579" sldId="2146846995"/>
            <ac:grpSpMk id="93" creationId="{FCC67099-4E15-18A6-F278-49DCCAF25994}"/>
          </ac:grpSpMkLst>
        </pc:grpChg>
        <pc:grpChg chg="add mod">
          <ac:chgData name="Nádia Genebra Ahmad" userId="36126275-cace-419f-8e9b-04679c4f8ea6" providerId="ADAL" clId="{21CA4447-11A6-4FC8-A18B-46FDEF45BEA8}" dt="2024-10-07T11:14:19.806" v="1452" actId="1038"/>
          <ac:grpSpMkLst>
            <pc:docMk/>
            <pc:sldMk cId="4074738579" sldId="2146846995"/>
            <ac:grpSpMk id="94" creationId="{99BA06C6-1540-51B0-8661-8767565EBCC9}"/>
          </ac:grpSpMkLst>
        </pc:grpChg>
        <pc:grpChg chg="add mod">
          <ac:chgData name="Nádia Genebra Ahmad" userId="36126275-cace-419f-8e9b-04679c4f8ea6" providerId="ADAL" clId="{21CA4447-11A6-4FC8-A18B-46FDEF45BEA8}" dt="2024-10-07T11:14:19.806" v="1452" actId="1038"/>
          <ac:grpSpMkLst>
            <pc:docMk/>
            <pc:sldMk cId="4074738579" sldId="2146846995"/>
            <ac:grpSpMk id="95" creationId="{83BB8BB4-9E6C-5FA7-0D18-CE14F8B73AB3}"/>
          </ac:grpSpMkLst>
        </pc:grpChg>
        <pc:grpChg chg="add del mod">
          <ac:chgData name="Nádia Genebra Ahmad" userId="36126275-cace-419f-8e9b-04679c4f8ea6" providerId="ADAL" clId="{21CA4447-11A6-4FC8-A18B-46FDEF45BEA8}" dt="2024-10-07T11:12:29.391" v="1342" actId="478"/>
          <ac:grpSpMkLst>
            <pc:docMk/>
            <pc:sldMk cId="4074738579" sldId="2146846995"/>
            <ac:grpSpMk id="104" creationId="{6766F862-3DF8-7B94-B2F0-DDD226106E56}"/>
          </ac:grpSpMkLst>
        </pc:grpChg>
        <pc:grpChg chg="add mod">
          <ac:chgData name="Nádia Genebra Ahmad" userId="36126275-cace-419f-8e9b-04679c4f8ea6" providerId="ADAL" clId="{21CA4447-11A6-4FC8-A18B-46FDEF45BEA8}" dt="2024-10-07T11:14:19.806" v="1452" actId="1038"/>
          <ac:grpSpMkLst>
            <pc:docMk/>
            <pc:sldMk cId="4074738579" sldId="2146846995"/>
            <ac:grpSpMk id="105" creationId="{394B0C31-BC1C-2AE7-644E-9D8088437DAF}"/>
          </ac:grpSpMkLst>
        </pc:grpChg>
        <pc:cxnChg chg="del mod topLvl">
          <ac:chgData name="Nádia Genebra Ahmad" userId="36126275-cace-419f-8e9b-04679c4f8ea6" providerId="ADAL" clId="{21CA4447-11A6-4FC8-A18B-46FDEF45BEA8}" dt="2024-10-07T11:11:40.852" v="1337" actId="478"/>
          <ac:cxnSpMkLst>
            <pc:docMk/>
            <pc:sldMk cId="4074738579" sldId="2146846995"/>
            <ac:cxnSpMk id="6" creationId="{EEE9B9A3-CEA2-2A68-90BF-2BBA35BEB313}"/>
          </ac:cxnSpMkLst>
        </pc:cxnChg>
        <pc:cxnChg chg="del mod">
          <ac:chgData name="Nádia Genebra Ahmad" userId="36126275-cace-419f-8e9b-04679c4f8ea6" providerId="ADAL" clId="{21CA4447-11A6-4FC8-A18B-46FDEF45BEA8}" dt="2024-10-07T10:05:23.834" v="15" actId="478"/>
          <ac:cxnSpMkLst>
            <pc:docMk/>
            <pc:sldMk cId="4074738579" sldId="2146846995"/>
            <ac:cxnSpMk id="65" creationId="{B3D5D4EC-B21F-2854-D191-480B6C00CDBC}"/>
          </ac:cxnSpMkLst>
        </pc:cxnChg>
        <pc:cxnChg chg="del mod">
          <ac:chgData name="Nádia Genebra Ahmad" userId="36126275-cace-419f-8e9b-04679c4f8ea6" providerId="ADAL" clId="{21CA4447-11A6-4FC8-A18B-46FDEF45BEA8}" dt="2024-10-07T10:05:23.834" v="15" actId="478"/>
          <ac:cxnSpMkLst>
            <pc:docMk/>
            <pc:sldMk cId="4074738579" sldId="2146846995"/>
            <ac:cxnSpMk id="66" creationId="{112EA109-A41A-BC56-6D74-589BA34A5C01}"/>
          </ac:cxnSpMkLst>
        </pc:cxnChg>
        <pc:cxnChg chg="del mod">
          <ac:chgData name="Nádia Genebra Ahmad" userId="36126275-cace-419f-8e9b-04679c4f8ea6" providerId="ADAL" clId="{21CA4447-11A6-4FC8-A18B-46FDEF45BEA8}" dt="2024-10-07T10:05:23.834" v="15" actId="478"/>
          <ac:cxnSpMkLst>
            <pc:docMk/>
            <pc:sldMk cId="4074738579" sldId="2146846995"/>
            <ac:cxnSpMk id="67" creationId="{0AC23254-C3B7-2B20-F62B-4990828613D1}"/>
          </ac:cxnSpMkLst>
        </pc:cxnChg>
        <pc:cxnChg chg="del mod">
          <ac:chgData name="Nádia Genebra Ahmad" userId="36126275-cace-419f-8e9b-04679c4f8ea6" providerId="ADAL" clId="{21CA4447-11A6-4FC8-A18B-46FDEF45BEA8}" dt="2024-10-07T10:05:23.834" v="15" actId="478"/>
          <ac:cxnSpMkLst>
            <pc:docMk/>
            <pc:sldMk cId="4074738579" sldId="2146846995"/>
            <ac:cxnSpMk id="71" creationId="{7E5648FB-8280-D98F-5BE8-1BD6ADABA5BA}"/>
          </ac:cxnSpMkLst>
        </pc:cxnChg>
        <pc:cxnChg chg="del">
          <ac:chgData name="Nádia Genebra Ahmad" userId="36126275-cace-419f-8e9b-04679c4f8ea6" providerId="ADAL" clId="{21CA4447-11A6-4FC8-A18B-46FDEF45BEA8}" dt="2024-10-07T10:05:23.834" v="15" actId="478"/>
          <ac:cxnSpMkLst>
            <pc:docMk/>
            <pc:sldMk cId="4074738579" sldId="2146846995"/>
            <ac:cxnSpMk id="76" creationId="{524F90CE-2AF4-D418-52E0-025A7FBAFEA0}"/>
          </ac:cxnSpMkLst>
        </pc:cxnChg>
        <pc:cxnChg chg="add mod">
          <ac:chgData name="Nádia Genebra Ahmad" userId="36126275-cace-419f-8e9b-04679c4f8ea6" providerId="ADAL" clId="{21CA4447-11A6-4FC8-A18B-46FDEF45BEA8}" dt="2024-10-07T11:14:19.806" v="1452" actId="1038"/>
          <ac:cxnSpMkLst>
            <pc:docMk/>
            <pc:sldMk cId="4074738579" sldId="2146846995"/>
            <ac:cxnSpMk id="78" creationId="{9702902A-494C-216B-017F-F992ACF91B58}"/>
          </ac:cxnSpMkLst>
        </pc:cxnChg>
        <pc:cxnChg chg="add mod">
          <ac:chgData name="Nádia Genebra Ahmad" userId="36126275-cace-419f-8e9b-04679c4f8ea6" providerId="ADAL" clId="{21CA4447-11A6-4FC8-A18B-46FDEF45BEA8}" dt="2024-10-07T11:14:19.806" v="1452" actId="1038"/>
          <ac:cxnSpMkLst>
            <pc:docMk/>
            <pc:sldMk cId="4074738579" sldId="2146846995"/>
            <ac:cxnSpMk id="98" creationId="{9AA2A2ED-D25B-69D8-B4CF-C49A6C4012BA}"/>
          </ac:cxnSpMkLst>
        </pc:cxnChg>
        <pc:cxnChg chg="add mod">
          <ac:chgData name="Nádia Genebra Ahmad" userId="36126275-cace-419f-8e9b-04679c4f8ea6" providerId="ADAL" clId="{21CA4447-11A6-4FC8-A18B-46FDEF45BEA8}" dt="2024-10-07T11:14:19.806" v="1452" actId="1038"/>
          <ac:cxnSpMkLst>
            <pc:docMk/>
            <pc:sldMk cId="4074738579" sldId="2146846995"/>
            <ac:cxnSpMk id="100" creationId="{DE74DA68-1EC4-BE1D-7589-C79BA614F3D4}"/>
          </ac:cxnSpMkLst>
        </pc:cxnChg>
        <pc:cxnChg chg="add mod">
          <ac:chgData name="Nádia Genebra Ahmad" userId="36126275-cace-419f-8e9b-04679c4f8ea6" providerId="ADAL" clId="{21CA4447-11A6-4FC8-A18B-46FDEF45BEA8}" dt="2024-10-07T11:14:19.806" v="1452" actId="1038"/>
          <ac:cxnSpMkLst>
            <pc:docMk/>
            <pc:sldMk cId="4074738579" sldId="2146846995"/>
            <ac:cxnSpMk id="101" creationId="{DB20BC3D-9047-D101-30EC-E8B084AC7DCB}"/>
          </ac:cxnSpMkLst>
        </pc:cxnChg>
        <pc:cxnChg chg="add mod ord">
          <ac:chgData name="Nádia Genebra Ahmad" userId="36126275-cace-419f-8e9b-04679c4f8ea6" providerId="ADAL" clId="{21CA4447-11A6-4FC8-A18B-46FDEF45BEA8}" dt="2024-10-07T11:14:19.806" v="1452" actId="1038"/>
          <ac:cxnSpMkLst>
            <pc:docMk/>
            <pc:sldMk cId="4074738579" sldId="2146846995"/>
            <ac:cxnSpMk id="102" creationId="{9C16A54C-A6D3-00FC-3CE4-077052F13AA2}"/>
          </ac:cxnSpMkLst>
        </pc:cxnChg>
        <pc:cxnChg chg="add mod">
          <ac:chgData name="Nádia Genebra Ahmad" userId="36126275-cace-419f-8e9b-04679c4f8ea6" providerId="ADAL" clId="{21CA4447-11A6-4FC8-A18B-46FDEF45BEA8}" dt="2024-10-07T11:14:45.603" v="1512" actId="1035"/>
          <ac:cxnSpMkLst>
            <pc:docMk/>
            <pc:sldMk cId="4074738579" sldId="2146846995"/>
            <ac:cxnSpMk id="111" creationId="{C921F957-936A-345A-9652-0A50147858C1}"/>
          </ac:cxnSpMkLst>
        </pc:cxnChg>
      </pc:sldChg>
    </pc:docChg>
  </pc:docChgLst>
  <pc:docChgLst>
    <pc:chgData name="Nádia Genebra Ahmad" userId="36126275-cace-419f-8e9b-04679c4f8ea6" providerId="ADAL" clId="{CDF24DFD-4A32-493A-932E-E602A58B4D67}"/>
    <pc:docChg chg="custSel modSld">
      <pc:chgData name="Nádia Genebra Ahmad" userId="36126275-cace-419f-8e9b-04679c4f8ea6" providerId="ADAL" clId="{CDF24DFD-4A32-493A-932E-E602A58B4D67}" dt="2024-08-07T14:38:26.194" v="26" actId="14100"/>
      <pc:docMkLst>
        <pc:docMk/>
      </pc:docMkLst>
      <pc:sldChg chg="addSp delSp modSp mod">
        <pc:chgData name="Nádia Genebra Ahmad" userId="36126275-cace-419f-8e9b-04679c4f8ea6" providerId="ADAL" clId="{CDF24DFD-4A32-493A-932E-E602A58B4D67}" dt="2024-08-07T14:38:26.194" v="26" actId="14100"/>
        <pc:sldMkLst>
          <pc:docMk/>
          <pc:sldMk cId="2303543959" sldId="2146846990"/>
        </pc:sldMkLst>
        <pc:cxnChg chg="add mod">
          <ac:chgData name="Nádia Genebra Ahmad" userId="36126275-cace-419f-8e9b-04679c4f8ea6" providerId="ADAL" clId="{CDF24DFD-4A32-493A-932E-E602A58B4D67}" dt="2024-08-07T14:38:15.730" v="21" actId="14100"/>
          <ac:cxnSpMkLst>
            <pc:docMk/>
            <pc:sldMk cId="2303543959" sldId="2146846990"/>
            <ac:cxnSpMk id="5" creationId="{4436E1DC-2410-AEB2-BBA9-B77C45A5F7E1}"/>
          </ac:cxnSpMkLst>
        </pc:cxnChg>
        <pc:cxnChg chg="add mod">
          <ac:chgData name="Nádia Genebra Ahmad" userId="36126275-cace-419f-8e9b-04679c4f8ea6" providerId="ADAL" clId="{CDF24DFD-4A32-493A-932E-E602A58B4D67}" dt="2024-08-07T14:38:26.194" v="26" actId="14100"/>
          <ac:cxnSpMkLst>
            <pc:docMk/>
            <pc:sldMk cId="2303543959" sldId="2146846990"/>
            <ac:cxnSpMk id="8" creationId="{0E1D3394-4614-B43B-E6C7-4EAE9023DCC7}"/>
          </ac:cxnSpMkLst>
        </pc:cxnChg>
        <pc:cxnChg chg="del">
          <ac:chgData name="Nádia Genebra Ahmad" userId="36126275-cace-419f-8e9b-04679c4f8ea6" providerId="ADAL" clId="{CDF24DFD-4A32-493A-932E-E602A58B4D67}" dt="2024-08-07T14:37:49.634" v="11" actId="478"/>
          <ac:cxnSpMkLst>
            <pc:docMk/>
            <pc:sldMk cId="2303543959" sldId="2146846990"/>
            <ac:cxnSpMk id="85" creationId="{00000000-0000-0000-0000-000000000000}"/>
          </ac:cxnSpMkLst>
        </pc:cxnChg>
        <pc:cxnChg chg="del">
          <ac:chgData name="Nádia Genebra Ahmad" userId="36126275-cace-419f-8e9b-04679c4f8ea6" providerId="ADAL" clId="{CDF24DFD-4A32-493A-932E-E602A58B4D67}" dt="2024-08-07T14:37:50.491" v="12" actId="478"/>
          <ac:cxnSpMkLst>
            <pc:docMk/>
            <pc:sldMk cId="2303543959" sldId="2146846990"/>
            <ac:cxnSpMk id="87" creationId="{00000000-0000-0000-0000-000000000000}"/>
          </ac:cxnSpMkLst>
        </pc:cxnChg>
        <pc:cxnChg chg="del">
          <ac:chgData name="Nádia Genebra Ahmad" userId="36126275-cace-419f-8e9b-04679c4f8ea6" providerId="ADAL" clId="{CDF24DFD-4A32-493A-932E-E602A58B4D67}" dt="2024-08-07T14:37:51.931" v="14" actId="478"/>
          <ac:cxnSpMkLst>
            <pc:docMk/>
            <pc:sldMk cId="2303543959" sldId="2146846990"/>
            <ac:cxnSpMk id="91" creationId="{00000000-0000-0000-0000-000000000000}"/>
          </ac:cxnSpMkLst>
        </pc:cxnChg>
        <pc:cxnChg chg="del">
          <ac:chgData name="Nádia Genebra Ahmad" userId="36126275-cace-419f-8e9b-04679c4f8ea6" providerId="ADAL" clId="{CDF24DFD-4A32-493A-932E-E602A58B4D67}" dt="2024-08-07T14:37:51.162" v="13" actId="478"/>
          <ac:cxnSpMkLst>
            <pc:docMk/>
            <pc:sldMk cId="2303543959" sldId="2146846990"/>
            <ac:cxnSpMk id="93" creationId="{00000000-0000-0000-0000-000000000000}"/>
          </ac:cxnSpMkLst>
        </pc:cxnChg>
        <pc:cxnChg chg="mod">
          <ac:chgData name="Nádia Genebra Ahmad" userId="36126275-cace-419f-8e9b-04679c4f8ea6" providerId="ADAL" clId="{CDF24DFD-4A32-493A-932E-E602A58B4D67}" dt="2024-08-07T14:37:59.138" v="16" actId="14100"/>
          <ac:cxnSpMkLst>
            <pc:docMk/>
            <pc:sldMk cId="2303543959" sldId="2146846990"/>
            <ac:cxnSpMk id="141" creationId="{00000000-0000-0000-0000-000000000000}"/>
          </ac:cxnSpMkLst>
        </pc:cxnChg>
        <pc:cxnChg chg="del">
          <ac:chgData name="Nádia Genebra Ahmad" userId="36126275-cace-419f-8e9b-04679c4f8ea6" providerId="ADAL" clId="{CDF24DFD-4A32-493A-932E-E602A58B4D67}" dt="2024-08-07T14:38:09.101" v="17" actId="478"/>
          <ac:cxnSpMkLst>
            <pc:docMk/>
            <pc:sldMk cId="2303543959" sldId="2146846990"/>
            <ac:cxnSpMk id="202" creationId="{00000000-0000-0000-0000-000000000000}"/>
          </ac:cxnSpMkLst>
        </pc:cxnChg>
        <pc:cxnChg chg="del mod">
          <ac:chgData name="Nádia Genebra Ahmad" userId="36126275-cace-419f-8e9b-04679c4f8ea6" providerId="ADAL" clId="{CDF24DFD-4A32-493A-932E-E602A58B4D67}" dt="2024-08-07T14:38:09.866" v="18" actId="478"/>
          <ac:cxnSpMkLst>
            <pc:docMk/>
            <pc:sldMk cId="2303543959" sldId="2146846990"/>
            <ac:cxnSpMk id="203" creationId="{00000000-0000-0000-0000-000000000000}"/>
          </ac:cxnSpMkLst>
        </pc:cxnChg>
        <pc:cxnChg chg="del">
          <ac:chgData name="Nádia Genebra Ahmad" userId="36126275-cace-419f-8e9b-04679c4f8ea6" providerId="ADAL" clId="{CDF24DFD-4A32-493A-932E-E602A58B4D67}" dt="2024-08-07T14:38:19.900" v="22" actId="478"/>
          <ac:cxnSpMkLst>
            <pc:docMk/>
            <pc:sldMk cId="2303543959" sldId="2146846990"/>
            <ac:cxnSpMk id="232" creationId="{00000000-0000-0000-0000-000000000000}"/>
          </ac:cxnSpMkLst>
        </pc:cxnChg>
        <pc:cxnChg chg="del mod">
          <ac:chgData name="Nádia Genebra Ahmad" userId="36126275-cace-419f-8e9b-04679c4f8ea6" providerId="ADAL" clId="{CDF24DFD-4A32-493A-932E-E602A58B4D67}" dt="2024-08-07T14:38:20.690" v="23" actId="478"/>
          <ac:cxnSpMkLst>
            <pc:docMk/>
            <pc:sldMk cId="2303543959" sldId="2146846990"/>
            <ac:cxnSpMk id="233" creationId="{00000000-0000-0000-0000-000000000000}"/>
          </ac:cxnSpMkLst>
        </pc:cxnChg>
      </pc:sldChg>
      <pc:sldChg chg="addSp delSp modSp mod">
        <pc:chgData name="Nádia Genebra Ahmad" userId="36126275-cace-419f-8e9b-04679c4f8ea6" providerId="ADAL" clId="{CDF24DFD-4A32-493A-932E-E602A58B4D67}" dt="2024-07-26T14:23:56.521" v="10" actId="165"/>
        <pc:sldMkLst>
          <pc:docMk/>
          <pc:sldMk cId="725237008" sldId="2146846991"/>
        </pc:sldMkLst>
        <pc:spChg chg="add mod topLvl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14" creationId="{00000000-0008-0000-0000-0000BA000000}"/>
          </ac:spMkLst>
        </pc:spChg>
        <pc:spChg chg="add mod topLvl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18" creationId="{00000000-0008-0000-0000-0000BE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24" creationId="{00000000-0008-0000-0000-0000C4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25" creationId="{00000000-0008-0000-0000-0000C5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26" creationId="{00000000-0008-0000-0000-0000C6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27" creationId="{00000000-0008-0000-0000-0000C7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29" creationId="{00000000-0008-0000-0000-0000C9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30" creationId="{00000000-0008-0000-0000-0000CA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31" creationId="{00000000-0008-0000-0000-0000CB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32" creationId="{00000000-0008-0000-0000-0000CC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33" creationId="{00000000-0008-0000-0000-0000CD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34" creationId="{00000000-0008-0000-0000-0000CE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35" creationId="{00000000-0008-0000-0000-0000CF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36" creationId="{00000000-0008-0000-0000-0000D0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37" creationId="{00000000-0008-0000-0000-0000D1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38" creationId="{00000000-0008-0000-0000-0000D2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39" creationId="{00000000-0008-0000-0000-0000D3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40" creationId="{00000000-0008-0000-0000-0000D4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41" creationId="{00000000-0008-0000-0000-0000D5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42" creationId="{00000000-0008-0000-0000-0000D6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43" creationId="{00000000-0008-0000-0000-0000D7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44" creationId="{00000000-0008-0000-0000-0000D8000000}"/>
          </ac:spMkLst>
        </pc:spChg>
        <pc:spChg chg="add mod">
          <ac:chgData name="Nádia Genebra Ahmad" userId="36126275-cace-419f-8e9b-04679c4f8ea6" providerId="ADAL" clId="{CDF24DFD-4A32-493A-932E-E602A58B4D67}" dt="2024-07-26T14:23:56.521" v="10" actId="165"/>
          <ac:spMkLst>
            <pc:docMk/>
            <pc:sldMk cId="725237008" sldId="2146846991"/>
            <ac:spMk id="45" creationId="{00000000-0008-0000-0000-0000D9000000}"/>
          </ac:spMkLst>
        </pc:spChg>
        <pc:spChg chg="del">
          <ac:chgData name="Nádia Genebra Ahmad" userId="36126275-cace-419f-8e9b-04679c4f8ea6" providerId="ADAL" clId="{CDF24DFD-4A32-493A-932E-E602A58B4D67}" dt="2024-07-26T14:23:42.972" v="8" actId="478"/>
          <ac:spMkLst>
            <pc:docMk/>
            <pc:sldMk cId="725237008" sldId="2146846991"/>
            <ac:spMk id="64" creationId="{00000000-0000-0000-0000-000000000000}"/>
          </ac:spMkLst>
        </pc:spChg>
        <pc:spChg chg="del">
          <ac:chgData name="Nádia Genebra Ahmad" userId="36126275-cace-419f-8e9b-04679c4f8ea6" providerId="ADAL" clId="{CDF24DFD-4A32-493A-932E-E602A58B4D67}" dt="2024-07-26T14:23:42.972" v="8" actId="478"/>
          <ac:spMkLst>
            <pc:docMk/>
            <pc:sldMk cId="725237008" sldId="2146846991"/>
            <ac:spMk id="79" creationId="{C7A0D2BF-A9C5-F7F6-5E53-D86B1388697C}"/>
          </ac:spMkLst>
        </pc:spChg>
        <pc:grpChg chg="del">
          <ac:chgData name="Nádia Genebra Ahmad" userId="36126275-cace-419f-8e9b-04679c4f8ea6" providerId="ADAL" clId="{CDF24DFD-4A32-493A-932E-E602A58B4D67}" dt="2024-07-26T14:23:42.972" v="8" actId="478"/>
          <ac:grpSpMkLst>
            <pc:docMk/>
            <pc:sldMk cId="725237008" sldId="2146846991"/>
            <ac:grpSpMk id="2" creationId="{00000000-0000-0000-0000-000000000000}"/>
          </ac:grpSpMkLst>
        </pc:grpChg>
        <pc:grpChg chg="del">
          <ac:chgData name="Nádia Genebra Ahmad" userId="36126275-cace-419f-8e9b-04679c4f8ea6" providerId="ADAL" clId="{CDF24DFD-4A32-493A-932E-E602A58B4D67}" dt="2024-07-26T14:23:42.972" v="8" actId="478"/>
          <ac:grpSpMkLst>
            <pc:docMk/>
            <pc:sldMk cId="725237008" sldId="2146846991"/>
            <ac:grpSpMk id="3" creationId="{00000000-0000-0000-0000-000000000000}"/>
          </ac:grpSpMkLst>
        </pc:grpChg>
        <pc:grpChg chg="del">
          <ac:chgData name="Nádia Genebra Ahmad" userId="36126275-cace-419f-8e9b-04679c4f8ea6" providerId="ADAL" clId="{CDF24DFD-4A32-493A-932E-E602A58B4D67}" dt="2024-07-26T14:23:42.972" v="8" actId="478"/>
          <ac:grpSpMkLst>
            <pc:docMk/>
            <pc:sldMk cId="725237008" sldId="2146846991"/>
            <ac:grpSpMk id="5" creationId="{00000000-0000-0000-0000-000000000000}"/>
          </ac:grpSpMkLst>
        </pc:grpChg>
        <pc:grpChg chg="del">
          <ac:chgData name="Nádia Genebra Ahmad" userId="36126275-cace-419f-8e9b-04679c4f8ea6" providerId="ADAL" clId="{CDF24DFD-4A32-493A-932E-E602A58B4D67}" dt="2024-07-26T14:23:42.972" v="8" actId="478"/>
          <ac:grpSpMkLst>
            <pc:docMk/>
            <pc:sldMk cId="725237008" sldId="2146846991"/>
            <ac:grpSpMk id="6" creationId="{00000000-0000-0000-0000-000000000000}"/>
          </ac:grpSpMkLst>
        </pc:grpChg>
        <pc:grpChg chg="del">
          <ac:chgData name="Nádia Genebra Ahmad" userId="36126275-cace-419f-8e9b-04679c4f8ea6" providerId="ADAL" clId="{CDF24DFD-4A32-493A-932E-E602A58B4D67}" dt="2024-07-26T14:23:42.972" v="8" actId="478"/>
          <ac:grpSpMkLst>
            <pc:docMk/>
            <pc:sldMk cId="725237008" sldId="2146846991"/>
            <ac:grpSpMk id="7" creationId="{00000000-0000-0000-0000-000000000000}"/>
          </ac:grpSpMkLst>
        </pc:grpChg>
        <pc:grpChg chg="del">
          <ac:chgData name="Nádia Genebra Ahmad" userId="36126275-cace-419f-8e9b-04679c4f8ea6" providerId="ADAL" clId="{CDF24DFD-4A32-493A-932E-E602A58B4D67}" dt="2024-07-26T14:23:42.972" v="8" actId="478"/>
          <ac:grpSpMkLst>
            <pc:docMk/>
            <pc:sldMk cId="725237008" sldId="2146846991"/>
            <ac:grpSpMk id="8" creationId="{00000000-0000-0000-0000-000000000000}"/>
          </ac:grpSpMkLst>
        </pc:grpChg>
        <pc:grpChg chg="add del mod">
          <ac:chgData name="Nádia Genebra Ahmad" userId="36126275-cace-419f-8e9b-04679c4f8ea6" providerId="ADAL" clId="{CDF24DFD-4A32-493A-932E-E602A58B4D67}" dt="2024-07-26T14:23:56.521" v="10" actId="165"/>
          <ac:grpSpMkLst>
            <pc:docMk/>
            <pc:sldMk cId="725237008" sldId="2146846991"/>
            <ac:grpSpMk id="9" creationId="{00000000-0008-0000-0000-0000DA000000}"/>
          </ac:grpSpMkLst>
        </pc:grpChg>
        <pc:grpChg chg="add mod topLvl">
          <ac:chgData name="Nádia Genebra Ahmad" userId="36126275-cace-419f-8e9b-04679c4f8ea6" providerId="ADAL" clId="{CDF24DFD-4A32-493A-932E-E602A58B4D67}" dt="2024-07-26T14:23:56.521" v="10" actId="165"/>
          <ac:grpSpMkLst>
            <pc:docMk/>
            <pc:sldMk cId="725237008" sldId="2146846991"/>
            <ac:grpSpMk id="10" creationId="{00000000-0008-0000-0000-0000B7000000}"/>
          </ac:grpSpMkLst>
        </pc:grpChg>
        <pc:grpChg chg="add mod topLvl">
          <ac:chgData name="Nádia Genebra Ahmad" userId="36126275-cace-419f-8e9b-04679c4f8ea6" providerId="ADAL" clId="{CDF24DFD-4A32-493A-932E-E602A58B4D67}" dt="2024-07-26T14:23:56.521" v="10" actId="165"/>
          <ac:grpSpMkLst>
            <pc:docMk/>
            <pc:sldMk cId="725237008" sldId="2146846991"/>
            <ac:grpSpMk id="11" creationId="{00000000-0008-0000-0000-0000B8000000}"/>
          </ac:grpSpMkLst>
        </pc:grpChg>
        <pc:grpChg chg="add mod topLvl">
          <ac:chgData name="Nádia Genebra Ahmad" userId="36126275-cace-419f-8e9b-04679c4f8ea6" providerId="ADAL" clId="{CDF24DFD-4A32-493A-932E-E602A58B4D67}" dt="2024-07-26T14:23:56.521" v="10" actId="165"/>
          <ac:grpSpMkLst>
            <pc:docMk/>
            <pc:sldMk cId="725237008" sldId="2146846991"/>
            <ac:grpSpMk id="12" creationId="{00000000-0008-0000-0000-0000B9000000}"/>
          </ac:grpSpMkLst>
        </pc:grpChg>
        <pc:grpChg chg="add mod topLvl">
          <ac:chgData name="Nádia Genebra Ahmad" userId="36126275-cace-419f-8e9b-04679c4f8ea6" providerId="ADAL" clId="{CDF24DFD-4A32-493A-932E-E602A58B4D67}" dt="2024-07-26T14:23:56.521" v="10" actId="165"/>
          <ac:grpSpMkLst>
            <pc:docMk/>
            <pc:sldMk cId="725237008" sldId="2146846991"/>
            <ac:grpSpMk id="15" creationId="{00000000-0008-0000-0000-0000BB000000}"/>
          </ac:grpSpMkLst>
        </pc:grpChg>
        <pc:grpChg chg="add mod topLvl">
          <ac:chgData name="Nádia Genebra Ahmad" userId="36126275-cace-419f-8e9b-04679c4f8ea6" providerId="ADAL" clId="{CDF24DFD-4A32-493A-932E-E602A58B4D67}" dt="2024-07-26T14:23:56.521" v="10" actId="165"/>
          <ac:grpSpMkLst>
            <pc:docMk/>
            <pc:sldMk cId="725237008" sldId="2146846991"/>
            <ac:grpSpMk id="17" creationId="{00000000-0008-0000-0000-0000BD000000}"/>
          </ac:grpSpMkLst>
        </pc:grpChg>
        <pc:grpChg chg="add mod topLvl">
          <ac:chgData name="Nádia Genebra Ahmad" userId="36126275-cace-419f-8e9b-04679c4f8ea6" providerId="ADAL" clId="{CDF24DFD-4A32-493A-932E-E602A58B4D67}" dt="2024-07-26T14:23:56.521" v="10" actId="165"/>
          <ac:grpSpMkLst>
            <pc:docMk/>
            <pc:sldMk cId="725237008" sldId="2146846991"/>
            <ac:grpSpMk id="19" creationId="{00000000-0008-0000-0000-0000BF000000}"/>
          </ac:grpSpMkLst>
        </pc:grpChg>
        <pc:grpChg chg="add mod">
          <ac:chgData name="Nádia Genebra Ahmad" userId="36126275-cace-419f-8e9b-04679c4f8ea6" providerId="ADAL" clId="{CDF24DFD-4A32-493A-932E-E602A58B4D67}" dt="2024-07-26T14:23:56.521" v="10" actId="165"/>
          <ac:grpSpMkLst>
            <pc:docMk/>
            <pc:sldMk cId="725237008" sldId="2146846991"/>
            <ac:grpSpMk id="28" creationId="{00000000-0008-0000-0000-0000C8000000}"/>
          </ac:grpSpMkLst>
        </pc:grpChg>
        <pc:cxnChg chg="add del mod">
          <ac:chgData name="Nádia Genebra Ahmad" userId="36126275-cace-419f-8e9b-04679c4f8ea6" providerId="ADAL" clId="{CDF24DFD-4A32-493A-932E-E602A58B4D67}" dt="2024-07-26T14:23:42.972" v="8" actId="478"/>
          <ac:cxnSpMkLst>
            <pc:docMk/>
            <pc:sldMk cId="725237008" sldId="2146846991"/>
            <ac:cxnSpMk id="13" creationId="{18A3229E-DD5C-9AA6-C81F-23AEC0573EEE}"/>
          </ac:cxnSpMkLst>
        </pc:cxnChg>
        <pc:cxnChg chg="add mod topLvl">
          <ac:chgData name="Nádia Genebra Ahmad" userId="36126275-cace-419f-8e9b-04679c4f8ea6" providerId="ADAL" clId="{CDF24DFD-4A32-493A-932E-E602A58B4D67}" dt="2024-07-26T14:23:56.521" v="10" actId="165"/>
          <ac:cxnSpMkLst>
            <pc:docMk/>
            <pc:sldMk cId="725237008" sldId="2146846991"/>
            <ac:cxnSpMk id="16" creationId="{00000000-0008-0000-0000-0000BC000000}"/>
          </ac:cxnSpMkLst>
        </pc:cxnChg>
        <pc:cxnChg chg="add mod topLvl">
          <ac:chgData name="Nádia Genebra Ahmad" userId="36126275-cace-419f-8e9b-04679c4f8ea6" providerId="ADAL" clId="{CDF24DFD-4A32-493A-932E-E602A58B4D67}" dt="2024-07-26T14:23:56.521" v="10" actId="165"/>
          <ac:cxnSpMkLst>
            <pc:docMk/>
            <pc:sldMk cId="725237008" sldId="2146846991"/>
            <ac:cxnSpMk id="20" creationId="{00000000-0008-0000-0000-0000C0000000}"/>
          </ac:cxnSpMkLst>
        </pc:cxnChg>
        <pc:cxnChg chg="add mod topLvl">
          <ac:chgData name="Nádia Genebra Ahmad" userId="36126275-cace-419f-8e9b-04679c4f8ea6" providerId="ADAL" clId="{CDF24DFD-4A32-493A-932E-E602A58B4D67}" dt="2024-07-26T14:23:56.521" v="10" actId="165"/>
          <ac:cxnSpMkLst>
            <pc:docMk/>
            <pc:sldMk cId="725237008" sldId="2146846991"/>
            <ac:cxnSpMk id="21" creationId="{00000000-0008-0000-0000-0000C1000000}"/>
          </ac:cxnSpMkLst>
        </pc:cxnChg>
        <pc:cxnChg chg="add mod topLvl">
          <ac:chgData name="Nádia Genebra Ahmad" userId="36126275-cace-419f-8e9b-04679c4f8ea6" providerId="ADAL" clId="{CDF24DFD-4A32-493A-932E-E602A58B4D67}" dt="2024-07-26T14:23:56.521" v="10" actId="165"/>
          <ac:cxnSpMkLst>
            <pc:docMk/>
            <pc:sldMk cId="725237008" sldId="2146846991"/>
            <ac:cxnSpMk id="22" creationId="{00000000-0008-0000-0000-0000C2000000}"/>
          </ac:cxnSpMkLst>
        </pc:cxnChg>
        <pc:cxnChg chg="add mod topLvl">
          <ac:chgData name="Nádia Genebra Ahmad" userId="36126275-cace-419f-8e9b-04679c4f8ea6" providerId="ADAL" clId="{CDF24DFD-4A32-493A-932E-E602A58B4D67}" dt="2024-07-26T14:23:56.521" v="10" actId="165"/>
          <ac:cxnSpMkLst>
            <pc:docMk/>
            <pc:sldMk cId="725237008" sldId="2146846991"/>
            <ac:cxnSpMk id="23" creationId="{00000000-0008-0000-0000-0000C3000000}"/>
          </ac:cxnSpMkLst>
        </pc:cxnChg>
        <pc:cxnChg chg="del">
          <ac:chgData name="Nádia Genebra Ahmad" userId="36126275-cace-419f-8e9b-04679c4f8ea6" providerId="ADAL" clId="{CDF24DFD-4A32-493A-932E-E602A58B4D67}" dt="2024-07-26T14:23:42.972" v="8" actId="478"/>
          <ac:cxnSpMkLst>
            <pc:docMk/>
            <pc:sldMk cId="725237008" sldId="2146846991"/>
            <ac:cxnSpMk id="73" creationId="{00000000-0000-0000-0000-000000000000}"/>
          </ac:cxnSpMkLst>
        </pc:cxnChg>
        <pc:cxnChg chg="del">
          <ac:chgData name="Nádia Genebra Ahmad" userId="36126275-cace-419f-8e9b-04679c4f8ea6" providerId="ADAL" clId="{CDF24DFD-4A32-493A-932E-E602A58B4D67}" dt="2024-07-19T06:07:41.989" v="4" actId="478"/>
          <ac:cxnSpMkLst>
            <pc:docMk/>
            <pc:sldMk cId="725237008" sldId="2146846991"/>
            <ac:cxnSpMk id="96" creationId="{00000000-0000-0000-0000-000000000000}"/>
          </ac:cxnSpMkLst>
        </pc:cxnChg>
        <pc:cxnChg chg="del mod">
          <ac:chgData name="Nádia Genebra Ahmad" userId="36126275-cace-419f-8e9b-04679c4f8ea6" providerId="ADAL" clId="{CDF24DFD-4A32-493A-932E-E602A58B4D67}" dt="2024-07-26T14:23:42.972" v="8" actId="478"/>
          <ac:cxnSpMkLst>
            <pc:docMk/>
            <pc:sldMk cId="725237008" sldId="2146846991"/>
            <ac:cxnSpMk id="97" creationId="{00000000-0000-0000-0000-000000000000}"/>
          </ac:cxnSpMkLst>
        </pc:cxnChg>
        <pc:cxnChg chg="del mod">
          <ac:chgData name="Nádia Genebra Ahmad" userId="36126275-cace-419f-8e9b-04679c4f8ea6" providerId="ADAL" clId="{CDF24DFD-4A32-493A-932E-E602A58B4D67}" dt="2024-07-26T14:23:42.972" v="8" actId="478"/>
          <ac:cxnSpMkLst>
            <pc:docMk/>
            <pc:sldMk cId="725237008" sldId="2146846991"/>
            <ac:cxnSpMk id="98" creationId="{00000000-0000-0000-0000-000000000000}"/>
          </ac:cxnSpMkLst>
        </pc:cxnChg>
        <pc:cxnChg chg="del mod">
          <ac:chgData name="Nádia Genebra Ahmad" userId="36126275-cace-419f-8e9b-04679c4f8ea6" providerId="ADAL" clId="{CDF24DFD-4A32-493A-932E-E602A58B4D67}" dt="2024-07-26T14:23:42.972" v="8" actId="478"/>
          <ac:cxnSpMkLst>
            <pc:docMk/>
            <pc:sldMk cId="725237008" sldId="2146846991"/>
            <ac:cxnSpMk id="99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D4264B-718E-4A94-B14E-1B73F497DBA8}" type="datetimeFigureOut">
              <a:rPr lang="pt-PT" smtClean="0"/>
              <a:t>07/10/2024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BC98C-C0E3-4B0F-A73F-352306A306D7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52791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908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78D618-BBD3-4FF5-9218-0E9FEB4B2F82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1129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6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92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3868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722142"/>
            <a:ext cx="4934309" cy="243645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160"/>
              </a:spcAft>
              <a:buNone/>
              <a:defRPr sz="1934">
                <a:solidFill>
                  <a:schemeClr val="tx2"/>
                </a:solidFill>
              </a:defRPr>
            </a:lvl1pPr>
            <a:lvl2pPr marL="441753" indent="0" algn="ctr">
              <a:buNone/>
              <a:defRPr sz="1934"/>
            </a:lvl2pPr>
            <a:lvl3pPr marL="883506" indent="0" algn="ctr">
              <a:buNone/>
              <a:defRPr sz="1740"/>
            </a:lvl3pPr>
            <a:lvl4pPr marL="1325256" indent="0" algn="ctr">
              <a:buNone/>
              <a:defRPr sz="1547"/>
            </a:lvl4pPr>
            <a:lvl5pPr marL="1767008" indent="0" algn="ctr">
              <a:buNone/>
              <a:defRPr sz="1547"/>
            </a:lvl5pPr>
            <a:lvl6pPr marL="2208764" indent="0" algn="ctr">
              <a:buNone/>
              <a:defRPr sz="1547"/>
            </a:lvl6pPr>
            <a:lvl7pPr marL="2650515" indent="0" algn="ctr">
              <a:buNone/>
              <a:defRPr sz="1547"/>
            </a:lvl7pPr>
            <a:lvl8pPr marL="3092266" indent="0" algn="ctr">
              <a:buNone/>
              <a:defRPr sz="1547"/>
            </a:lvl8pPr>
            <a:lvl9pPr marL="3534018" indent="0" algn="ctr">
              <a:buNone/>
              <a:defRPr sz="1547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727403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/>
        </p:nvSpPr>
        <p:spPr>
          <a:xfrm>
            <a:off x="7" y="5229929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46" tIns="44173" rIns="88346" bIns="441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74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6" y="333651"/>
            <a:ext cx="11177551" cy="419100"/>
          </a:xfrm>
        </p:spPr>
        <p:txBody>
          <a:bodyPr>
            <a:noAutofit/>
          </a:bodyPr>
          <a:lstStyle>
            <a:lvl1pPr marL="0" indent="0">
              <a:buNone/>
              <a:defRPr sz="1257">
                <a:solidFill>
                  <a:schemeClr val="tx2"/>
                </a:solidFill>
              </a:defRPr>
            </a:lvl1pPr>
            <a:lvl2pPr marL="441753" indent="0">
              <a:buNone/>
              <a:defRPr sz="1257">
                <a:solidFill>
                  <a:schemeClr val="tx2"/>
                </a:solidFill>
              </a:defRPr>
            </a:lvl2pPr>
            <a:lvl3pPr marL="883506" indent="0">
              <a:buNone/>
              <a:defRPr sz="1257">
                <a:solidFill>
                  <a:schemeClr val="tx2"/>
                </a:solidFill>
              </a:defRPr>
            </a:lvl3pPr>
            <a:lvl4pPr marL="1325256" indent="0">
              <a:buNone/>
              <a:defRPr sz="1257">
                <a:solidFill>
                  <a:schemeClr val="tx2"/>
                </a:solidFill>
              </a:defRPr>
            </a:lvl4pPr>
            <a:lvl5pPr marL="1767008" indent="0">
              <a:buNone/>
              <a:defRPr sz="125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1303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/>
        </p:nvSpPr>
        <p:spPr>
          <a:xfrm>
            <a:off x="722534" y="312273"/>
            <a:ext cx="1849821" cy="386790"/>
          </a:xfrm>
          <a:prstGeom prst="rect">
            <a:avLst/>
          </a:prstGeom>
          <a:noFill/>
        </p:spPr>
        <p:txBody>
          <a:bodyPr wrap="square" lIns="88346" tIns="44173" rIns="88346" bIns="44173" rtlCol="0">
            <a:spAutoFit/>
          </a:bodyPr>
          <a:lstStyle/>
          <a:p>
            <a:r>
              <a:rPr lang="es-ES" sz="1934">
                <a:solidFill>
                  <a:schemeClr val="accent1"/>
                </a:solidFill>
                <a:latin typeface="Santander Headline" panose="020B0504020201020104" pitchFamily="34" charset="0"/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00241"/>
            <a:ext cx="10635843" cy="4906665"/>
          </a:xfrm>
        </p:spPr>
        <p:txBody>
          <a:bodyPr>
            <a:normAutofit/>
          </a:bodyPr>
          <a:lstStyle>
            <a:lvl1pPr marL="417403" indent="-382621">
              <a:buClr>
                <a:schemeClr val="accent1"/>
              </a:buClr>
              <a:buSzPct val="45000"/>
              <a:buFont typeface="+mj-lt"/>
              <a:buAutoNum type="arabicPeriod"/>
              <a:defRPr lang="es-ES" sz="3868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4175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845614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9" y="626374"/>
            <a:ext cx="4386195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868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/>
        </p:nvSpPr>
        <p:spPr>
          <a:xfrm>
            <a:off x="8925343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46" tIns="44173" rIns="88346" bIns="441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74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8" y="3270534"/>
            <a:ext cx="2958755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51">
                <a:solidFill>
                  <a:schemeClr val="bg1"/>
                </a:solidFill>
              </a:defRPr>
            </a:lvl1pPr>
            <a:lvl2pPr>
              <a:defRPr sz="13343">
                <a:solidFill>
                  <a:schemeClr val="tx1"/>
                </a:solidFill>
              </a:defRPr>
            </a:lvl2pPr>
            <a:lvl3pPr>
              <a:defRPr sz="11119">
                <a:solidFill>
                  <a:schemeClr val="tx1"/>
                </a:solidFill>
              </a:defRPr>
            </a:lvl3pPr>
            <a:lvl4pPr>
              <a:defRPr sz="9282">
                <a:solidFill>
                  <a:schemeClr val="tx1"/>
                </a:solidFill>
              </a:defRPr>
            </a:lvl4pPr>
            <a:lvl5pPr>
              <a:defRPr sz="9282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09819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087465"/>
            <a:ext cx="5297557" cy="1606047"/>
          </a:xfrm>
        </p:spPr>
        <p:txBody>
          <a:bodyPr anchor="t">
            <a:normAutofit/>
          </a:bodyPr>
          <a:lstStyle>
            <a:lvl1pPr>
              <a:defRPr sz="3481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9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  <a:lvl2pPr marL="441753" indent="0">
              <a:buFontTx/>
              <a:buNone/>
              <a:defRPr sz="1064"/>
            </a:lvl2pPr>
            <a:lvl3pPr marL="883506" indent="0">
              <a:buFontTx/>
              <a:buNone/>
              <a:defRPr sz="1064"/>
            </a:lvl3pPr>
            <a:lvl4pPr marL="1325256" indent="0">
              <a:buFontTx/>
              <a:buNone/>
              <a:defRPr sz="870"/>
            </a:lvl4pPr>
            <a:lvl5pPr marL="1767008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5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41753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50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25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008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41753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50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25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008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225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10758733" cy="1823011"/>
          </a:xfrm>
        </p:spPr>
        <p:txBody>
          <a:bodyPr anchor="t">
            <a:noAutofit/>
          </a:bodyPr>
          <a:lstStyle>
            <a:lvl1pPr>
              <a:defRPr sz="3481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1029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  <a:lvl2pPr marL="441753" indent="0">
              <a:buFontTx/>
              <a:buNone/>
              <a:defRPr sz="1064"/>
            </a:lvl2pPr>
            <a:lvl3pPr marL="883506" indent="0">
              <a:buFontTx/>
              <a:buNone/>
              <a:defRPr sz="1064"/>
            </a:lvl3pPr>
            <a:lvl4pPr marL="1325256" indent="0">
              <a:buFontTx/>
              <a:buNone/>
              <a:defRPr sz="870"/>
            </a:lvl4pPr>
            <a:lvl5pPr marL="1767008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9" y="3093565"/>
            <a:ext cx="10758733" cy="3083401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41753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50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25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008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6048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9" y="1109760"/>
            <a:ext cx="3801119" cy="5050689"/>
          </a:xfrm>
        </p:spPr>
        <p:txBody>
          <a:bodyPr anchor="t">
            <a:noAutofit/>
          </a:bodyPr>
          <a:lstStyle>
            <a:lvl1pPr>
              <a:defRPr sz="2514" b="1">
                <a:solidFill>
                  <a:schemeClr val="accent3"/>
                </a:solidFill>
                <a:latin typeface="Santander Headline" panose="020B0504020201020104" pitchFamily="34" charset="0"/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9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  <a:lvl2pPr marL="441753" indent="0">
              <a:buFontTx/>
              <a:buNone/>
              <a:defRPr sz="1064"/>
            </a:lvl2pPr>
            <a:lvl3pPr marL="883506" indent="0">
              <a:buFontTx/>
              <a:buNone/>
              <a:defRPr sz="1064"/>
            </a:lvl3pPr>
            <a:lvl4pPr marL="1325256" indent="0">
              <a:buFontTx/>
              <a:buNone/>
              <a:defRPr sz="870"/>
            </a:lvl4pPr>
            <a:lvl5pPr marL="1767008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6" y="1126273"/>
            <a:ext cx="6697035" cy="5050691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41753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50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25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008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254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9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  <a:lvl2pPr marL="441753" indent="0">
              <a:buFontTx/>
              <a:buNone/>
              <a:defRPr sz="1064"/>
            </a:lvl2pPr>
            <a:lvl3pPr marL="883506" indent="0">
              <a:buFontTx/>
              <a:buNone/>
              <a:defRPr sz="1064"/>
            </a:lvl3pPr>
            <a:lvl4pPr marL="1325256" indent="0">
              <a:buFontTx/>
              <a:buNone/>
              <a:defRPr sz="870"/>
            </a:lvl4pPr>
            <a:lvl5pPr marL="1767008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087466"/>
            <a:ext cx="3911401" cy="1183132"/>
          </a:xfrm>
        </p:spPr>
        <p:txBody>
          <a:bodyPr anchor="t">
            <a:normAutofit/>
          </a:bodyPr>
          <a:lstStyle>
            <a:lvl1pPr>
              <a:defRPr sz="3481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517169"/>
            <a:ext cx="3911401" cy="365979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41753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50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25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008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2" y="1087438"/>
            <a:ext cx="6683551" cy="5122862"/>
          </a:xfrm>
        </p:spPr>
        <p:txBody>
          <a:bodyPr>
            <a:normAutofit/>
          </a:bodyPr>
          <a:lstStyle>
            <a:lvl1pPr marL="0" indent="0" algn="ctr">
              <a:buNone/>
              <a:defRPr lang="es-ES" sz="116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147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9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  <a:lvl2pPr marL="441753" indent="0">
              <a:buFontTx/>
              <a:buNone/>
              <a:defRPr sz="1064"/>
            </a:lvl2pPr>
            <a:lvl3pPr marL="883506" indent="0">
              <a:buFontTx/>
              <a:buNone/>
              <a:defRPr sz="1064"/>
            </a:lvl3pPr>
            <a:lvl4pPr marL="1325256" indent="0">
              <a:buFontTx/>
              <a:buNone/>
              <a:defRPr sz="870"/>
            </a:lvl4pPr>
            <a:lvl5pPr marL="1767008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191801"/>
            <a:ext cx="3911401" cy="49851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41753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50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25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008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82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16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41753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50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25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008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3405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</a:lstStyle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9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  <a:latin typeface="Santander Headline" panose="020B0504020201020104" pitchFamily="34" charset="0"/>
              </a:defRPr>
            </a:lvl1pPr>
            <a:lvl2pPr marL="441753" indent="0">
              <a:buFontTx/>
              <a:buNone/>
              <a:defRPr sz="1064"/>
            </a:lvl2pPr>
            <a:lvl3pPr marL="883506" indent="0">
              <a:buFontTx/>
              <a:buNone/>
              <a:defRPr sz="1064"/>
            </a:lvl3pPr>
            <a:lvl4pPr marL="1325256" indent="0">
              <a:buFontTx/>
              <a:buNone/>
              <a:defRPr sz="870"/>
            </a:lvl4pPr>
            <a:lvl5pPr marL="1767008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191805"/>
            <a:ext cx="3911401" cy="65754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41753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50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25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008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191805"/>
            <a:ext cx="6456737" cy="65754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41753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50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256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008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1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257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1993901"/>
            <a:ext cx="6472719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257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/>
        </p:nvSpPr>
        <p:spPr>
          <a:xfrm>
            <a:off x="4742403" y="3685069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346" tIns="44173" rIns="88346" bIns="44173" rtlCol="0" anchor="ctr"/>
          <a:lstStyle/>
          <a:p>
            <a:pPr algn="ctr"/>
            <a:endParaRPr lang="es-ES" sz="1740"/>
          </a:p>
        </p:txBody>
      </p:sp>
    </p:spTree>
    <p:extLst>
      <p:ext uri="{BB962C8B-B14F-4D97-AF65-F5344CB8AC3E}">
        <p14:creationId xmlns:p14="http://schemas.microsoft.com/office/powerpoint/2010/main" val="183696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0" y="5229929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346" tIns="44173" rIns="88346" bIns="44173" rtlCol="0" anchor="ctr"/>
          <a:lstStyle/>
          <a:p>
            <a:pPr algn="ctr"/>
            <a:endParaRPr lang="es-ES" sz="174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727403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5"/>
            <a:ext cx="1347483" cy="455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/>
        </p:nvGrpSpPr>
        <p:grpSpPr>
          <a:xfrm>
            <a:off x="7612562" y="5573577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89" y="1945653"/>
            <a:ext cx="3365479" cy="1249777"/>
          </a:xfrm>
          <a:prstGeom prst="rect">
            <a:avLst/>
          </a:prstGeom>
          <a:noFill/>
        </p:spPr>
        <p:txBody>
          <a:bodyPr wrap="square" lIns="88346" tIns="44173" rIns="88346" bIns="44173" rtlCol="0">
            <a:spAutoFit/>
          </a:bodyPr>
          <a:lstStyle/>
          <a:p>
            <a:r>
              <a:rPr lang="pt-PT" sz="1257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257">
              <a:solidFill>
                <a:schemeClr val="tx2"/>
              </a:solidFill>
            </a:endParaRPr>
          </a:p>
          <a:p>
            <a:r>
              <a:rPr lang="pt-PT" sz="1257">
                <a:solidFill>
                  <a:schemeClr val="tx2"/>
                </a:solidFill>
              </a:rPr>
              <a:t>A nossa cultura baseia-se no princípio</a:t>
            </a:r>
            <a:r>
              <a:rPr lang="pt-PT" sz="1257" baseline="0">
                <a:solidFill>
                  <a:schemeClr val="tx2"/>
                </a:solidFill>
              </a:rPr>
              <a:t> </a:t>
            </a:r>
            <a:r>
              <a:rPr lang="pt-PT" sz="1257">
                <a:solidFill>
                  <a:schemeClr val="tx2"/>
                </a:solidFill>
              </a:rPr>
              <a:t>de que tudo</a:t>
            </a:r>
            <a:r>
              <a:rPr lang="pt-PT" sz="1257" baseline="0">
                <a:solidFill>
                  <a:schemeClr val="tx2"/>
                </a:solidFill>
              </a:rPr>
              <a:t> o </a:t>
            </a:r>
            <a:r>
              <a:rPr lang="pt-PT" sz="1257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12" y="628193"/>
            <a:ext cx="3365479" cy="684436"/>
          </a:xfrm>
          <a:prstGeom prst="rect">
            <a:avLst/>
          </a:prstGeom>
          <a:noFill/>
        </p:spPr>
        <p:txBody>
          <a:bodyPr wrap="square" lIns="88346" tIns="44173" rIns="88346" bIns="44173" rtlCol="0">
            <a:spAutoFit/>
          </a:bodyPr>
          <a:lstStyle/>
          <a:p>
            <a:r>
              <a:rPr lang="es-ES" sz="3868" err="1">
                <a:solidFill>
                  <a:schemeClr val="accent1"/>
                </a:solidFill>
              </a:rPr>
              <a:t>Obrigado</a:t>
            </a:r>
            <a:r>
              <a:rPr lang="es-ES" sz="3868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7" y="5229929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46" tIns="44173" rIns="88346" bIns="4417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740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9" y="3423140"/>
            <a:ext cx="2785913" cy="400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855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3279342"/>
              </p:ext>
            </p:extLst>
          </p:nvPr>
        </p:nvGraphicFramePr>
        <p:xfrm>
          <a:off x="1590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270" imgH="270" progId="TCLayout.ActiveDocument.1">
                  <p:embed/>
                </p:oleObj>
              </mc:Choice>
              <mc:Fallback>
                <p:oleObj name="Diapositiva de think-cell" r:id="rId3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087458"/>
            <a:ext cx="5297557" cy="1606047"/>
          </a:xfrm>
        </p:spPr>
        <p:txBody>
          <a:bodyPr anchor="t">
            <a:normAutofit/>
          </a:bodyPr>
          <a:lstStyle>
            <a:lvl1pPr>
              <a:defRPr sz="3481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42" y="6262327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2067" indent="0">
              <a:buFontTx/>
              <a:buNone/>
              <a:defRPr sz="1064"/>
            </a:lvl2pPr>
            <a:lvl3pPr marL="884133" indent="0">
              <a:buFontTx/>
              <a:buNone/>
              <a:defRPr sz="1015"/>
            </a:lvl3pPr>
            <a:lvl4pPr marL="1326200" indent="0">
              <a:buFontTx/>
              <a:buNone/>
              <a:defRPr sz="967"/>
            </a:lvl4pPr>
            <a:lvl5pPr marL="1768267" indent="0">
              <a:buFontTx/>
              <a:buNone/>
              <a:defRPr sz="9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3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2067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4133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6200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8267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2067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4133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6200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8267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167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227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07/10/2024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473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93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61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1" y="2722141"/>
            <a:ext cx="4934309" cy="24364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175"/>
              </a:spcAft>
              <a:buNone/>
              <a:defRPr sz="1934">
                <a:solidFill>
                  <a:schemeClr val="tx2"/>
                </a:solidFill>
              </a:defRPr>
            </a:lvl1pPr>
            <a:lvl2pPr marL="447175" indent="0" algn="ctr">
              <a:buNone/>
              <a:defRPr sz="1934"/>
            </a:lvl2pPr>
            <a:lvl3pPr marL="894351" indent="0" algn="ctr">
              <a:buNone/>
              <a:defRPr sz="1740"/>
            </a:lvl3pPr>
            <a:lvl4pPr marL="1341525" indent="0" algn="ctr">
              <a:buNone/>
              <a:defRPr sz="1547"/>
            </a:lvl4pPr>
            <a:lvl5pPr marL="1788700" indent="0" algn="ctr">
              <a:buNone/>
              <a:defRPr sz="1547"/>
            </a:lvl5pPr>
            <a:lvl6pPr marL="2235873" indent="0" algn="ctr">
              <a:buNone/>
              <a:defRPr sz="1547"/>
            </a:lvl6pPr>
            <a:lvl7pPr marL="2683052" indent="0" algn="ctr">
              <a:buNone/>
              <a:defRPr sz="1547"/>
            </a:lvl7pPr>
            <a:lvl8pPr marL="3130225" indent="0" algn="ctr">
              <a:buNone/>
              <a:defRPr sz="1547"/>
            </a:lvl8pPr>
            <a:lvl9pPr marL="3577399" indent="0" algn="ctr">
              <a:buNone/>
              <a:defRPr sz="1547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727403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/>
        </p:nvSpPr>
        <p:spPr>
          <a:xfrm>
            <a:off x="7" y="5229929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431" tIns="44715" rIns="89431" bIns="44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192466"/>
            <a:endParaRPr lang="es-ES" sz="1740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8" y="333651"/>
            <a:ext cx="11177551" cy="419100"/>
          </a:xfrm>
        </p:spPr>
        <p:txBody>
          <a:bodyPr>
            <a:noAutofit/>
          </a:bodyPr>
          <a:lstStyle>
            <a:lvl1pPr marL="0" indent="0">
              <a:buNone/>
              <a:defRPr sz="1257">
                <a:solidFill>
                  <a:schemeClr val="tx2"/>
                </a:solidFill>
              </a:defRPr>
            </a:lvl1pPr>
            <a:lvl2pPr marL="447175" indent="0">
              <a:buNone/>
              <a:defRPr sz="1257">
                <a:solidFill>
                  <a:schemeClr val="tx2"/>
                </a:solidFill>
              </a:defRPr>
            </a:lvl2pPr>
            <a:lvl3pPr marL="894351" indent="0">
              <a:buNone/>
              <a:defRPr sz="1257">
                <a:solidFill>
                  <a:schemeClr val="tx2"/>
                </a:solidFill>
              </a:defRPr>
            </a:lvl3pPr>
            <a:lvl4pPr marL="1341525" indent="0">
              <a:buNone/>
              <a:defRPr sz="1257">
                <a:solidFill>
                  <a:schemeClr val="tx2"/>
                </a:solidFill>
              </a:defRPr>
            </a:lvl4pPr>
            <a:lvl5pPr marL="1788700" indent="0">
              <a:buNone/>
              <a:defRPr sz="125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746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/>
        </p:nvSpPr>
        <p:spPr>
          <a:xfrm>
            <a:off x="722534" y="312274"/>
            <a:ext cx="1849821" cy="313839"/>
          </a:xfrm>
          <a:prstGeom prst="rect">
            <a:avLst/>
          </a:prstGeom>
          <a:noFill/>
        </p:spPr>
        <p:txBody>
          <a:bodyPr wrap="square" lIns="119244" tIns="59623" rIns="119244" bIns="59623" rtlCol="0">
            <a:spAutoFit/>
          </a:bodyPr>
          <a:lstStyle/>
          <a:p>
            <a:pPr defTabSz="1192466"/>
            <a:r>
              <a:rPr lang="es-ES" sz="1257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00241"/>
            <a:ext cx="10635843" cy="4906665"/>
          </a:xfrm>
        </p:spPr>
        <p:txBody>
          <a:bodyPr>
            <a:normAutofit/>
          </a:bodyPr>
          <a:lstStyle>
            <a:lvl1pPr marL="422528" indent="-387318">
              <a:buClr>
                <a:schemeClr val="accent1"/>
              </a:buClr>
              <a:buSzPct val="45000"/>
              <a:buFont typeface="+mj-lt"/>
              <a:buAutoNum type="arabicPeriod"/>
              <a:defRPr lang="es-ES" sz="3868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47175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24035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79900"/>
            <a:ext cx="10515600" cy="697480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48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8" y="1087458"/>
            <a:ext cx="10903849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53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717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435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4152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88700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9700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9" y="626374"/>
            <a:ext cx="4386195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868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/>
        </p:nvSpPr>
        <p:spPr>
          <a:xfrm>
            <a:off x="8925343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431" tIns="44715" rIns="89431" bIns="44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192466"/>
            <a:endParaRPr lang="es-ES" sz="1740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8" y="3270535"/>
            <a:ext cx="2958755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147">
                <a:solidFill>
                  <a:schemeClr val="bg1"/>
                </a:solidFill>
              </a:defRPr>
            </a:lvl1pPr>
            <a:lvl2pPr>
              <a:defRPr sz="13537">
                <a:solidFill>
                  <a:schemeClr val="tx1"/>
                </a:solidFill>
              </a:defRPr>
            </a:lvl2pPr>
            <a:lvl3pPr>
              <a:defRPr sz="11216">
                <a:solidFill>
                  <a:schemeClr val="tx1"/>
                </a:solidFill>
              </a:defRPr>
            </a:lvl3pPr>
            <a:lvl4pPr>
              <a:defRPr sz="9379">
                <a:solidFill>
                  <a:schemeClr val="tx1"/>
                </a:solidFill>
              </a:defRPr>
            </a:lvl4pPr>
            <a:lvl5pPr>
              <a:defRPr sz="9379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02952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087465"/>
            <a:ext cx="5297557" cy="1606047"/>
          </a:xfrm>
        </p:spPr>
        <p:txBody>
          <a:bodyPr anchor="t">
            <a:normAutofit/>
          </a:bodyPr>
          <a:lstStyle>
            <a:lvl1pPr>
              <a:defRPr sz="3481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9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7175" indent="0">
              <a:buFontTx/>
              <a:buNone/>
              <a:defRPr sz="1064"/>
            </a:lvl2pPr>
            <a:lvl3pPr marL="894351" indent="0">
              <a:buFontTx/>
              <a:buNone/>
              <a:defRPr sz="1064"/>
            </a:lvl3pPr>
            <a:lvl4pPr marL="1341525" indent="0">
              <a:buFontTx/>
              <a:buNone/>
              <a:defRPr sz="870"/>
            </a:lvl4pPr>
            <a:lvl5pPr marL="1788700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5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53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717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435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4152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88700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53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717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435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4152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88700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693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10758733" cy="1823011"/>
          </a:xfrm>
        </p:spPr>
        <p:txBody>
          <a:bodyPr anchor="t">
            <a:noAutofit/>
          </a:bodyPr>
          <a:lstStyle>
            <a:lvl1pPr>
              <a:defRPr sz="3481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9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7175" indent="0">
              <a:buFontTx/>
              <a:buNone/>
              <a:defRPr sz="1064"/>
            </a:lvl2pPr>
            <a:lvl3pPr marL="894351" indent="0">
              <a:buFontTx/>
              <a:buNone/>
              <a:defRPr sz="1064"/>
            </a:lvl3pPr>
            <a:lvl4pPr marL="1341525" indent="0">
              <a:buFontTx/>
              <a:buNone/>
              <a:defRPr sz="870"/>
            </a:lvl4pPr>
            <a:lvl5pPr marL="1788700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5"/>
            <a:ext cx="10758733" cy="3083401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153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717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435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4152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88700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836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9" y="1109760"/>
            <a:ext cx="3801119" cy="5050689"/>
          </a:xfrm>
        </p:spPr>
        <p:txBody>
          <a:bodyPr anchor="t">
            <a:noAutofit/>
          </a:bodyPr>
          <a:lstStyle>
            <a:lvl1pPr>
              <a:defRPr sz="2514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9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7175" indent="0">
              <a:buFontTx/>
              <a:buNone/>
              <a:defRPr sz="1064"/>
            </a:lvl2pPr>
            <a:lvl3pPr marL="894351" indent="0">
              <a:buFontTx/>
              <a:buNone/>
              <a:defRPr sz="1064"/>
            </a:lvl3pPr>
            <a:lvl4pPr marL="1341525" indent="0">
              <a:buFontTx/>
              <a:buNone/>
              <a:defRPr sz="870"/>
            </a:lvl4pPr>
            <a:lvl5pPr marL="1788700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6" y="1126273"/>
            <a:ext cx="6697035" cy="5050691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153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717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435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4152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88700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067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9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7175" indent="0">
              <a:buFontTx/>
              <a:buNone/>
              <a:defRPr sz="1064"/>
            </a:lvl2pPr>
            <a:lvl3pPr marL="894351" indent="0">
              <a:buFontTx/>
              <a:buNone/>
              <a:defRPr sz="1064"/>
            </a:lvl3pPr>
            <a:lvl4pPr marL="1341525" indent="0">
              <a:buFontTx/>
              <a:buNone/>
              <a:defRPr sz="870"/>
            </a:lvl4pPr>
            <a:lvl5pPr marL="1788700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2" y="1087467"/>
            <a:ext cx="3911401" cy="1183132"/>
          </a:xfrm>
        </p:spPr>
        <p:txBody>
          <a:bodyPr anchor="t">
            <a:normAutofit/>
          </a:bodyPr>
          <a:lstStyle>
            <a:lvl1pPr>
              <a:defRPr sz="3481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4" y="2517169"/>
            <a:ext cx="3911401" cy="365979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53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717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435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4152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88700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4" y="1087439"/>
            <a:ext cx="6683551" cy="5122863"/>
          </a:xfrm>
        </p:spPr>
        <p:txBody>
          <a:bodyPr>
            <a:normAutofit/>
          </a:bodyPr>
          <a:lstStyle>
            <a:lvl1pPr marL="0" indent="0" algn="ctr">
              <a:buNone/>
              <a:defRPr lang="es-ES" sz="116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81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9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7175" indent="0">
              <a:buFontTx/>
              <a:buNone/>
              <a:defRPr sz="1064"/>
            </a:lvl2pPr>
            <a:lvl3pPr marL="894351" indent="0">
              <a:buFontTx/>
              <a:buNone/>
              <a:defRPr sz="1064"/>
            </a:lvl3pPr>
            <a:lvl4pPr marL="1341525" indent="0">
              <a:buFontTx/>
              <a:buNone/>
              <a:defRPr sz="870"/>
            </a:lvl4pPr>
            <a:lvl5pPr marL="1788700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4" y="1191801"/>
            <a:ext cx="3911401" cy="49851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53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717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435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4152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88700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84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3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53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717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435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4152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88700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226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9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7175" indent="0">
              <a:buFontTx/>
              <a:buNone/>
              <a:defRPr sz="1064"/>
            </a:lvl2pPr>
            <a:lvl3pPr marL="894351" indent="0">
              <a:buFontTx/>
              <a:buNone/>
              <a:defRPr sz="1064"/>
            </a:lvl3pPr>
            <a:lvl4pPr marL="1341525" indent="0">
              <a:buFontTx/>
              <a:buNone/>
              <a:defRPr sz="870"/>
            </a:lvl4pPr>
            <a:lvl5pPr marL="1788700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4" y="1191801"/>
            <a:ext cx="3911401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53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717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435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4152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88700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1" y="1191801"/>
            <a:ext cx="6456737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53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717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435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41525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88700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1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257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1993901"/>
            <a:ext cx="6472719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257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/>
        </p:nvSpPr>
        <p:spPr>
          <a:xfrm>
            <a:off x="4742404" y="3685069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9244" tIns="59623" rIns="119244" bIns="59623" rtlCol="0" anchor="ctr"/>
          <a:lstStyle/>
          <a:p>
            <a:pPr algn="ctr" defTabSz="1192466"/>
            <a:endParaRPr lang="es-ES" sz="174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96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0" y="5229929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9244" tIns="59623" rIns="119244" bIns="59623" rtlCol="0" anchor="ctr"/>
          <a:lstStyle/>
          <a:p>
            <a:pPr algn="ctr" defTabSz="1192466"/>
            <a:endParaRPr lang="es-ES" sz="1740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727403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51"/>
            <a:ext cx="1347483" cy="45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/>
        </p:nvGrpSpPr>
        <p:grpSpPr>
          <a:xfrm>
            <a:off x="7612562" y="5573577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89" y="1945654"/>
            <a:ext cx="3365479" cy="1280980"/>
          </a:xfrm>
          <a:prstGeom prst="rect">
            <a:avLst/>
          </a:prstGeom>
          <a:noFill/>
        </p:spPr>
        <p:txBody>
          <a:bodyPr wrap="square" lIns="119244" tIns="59623" rIns="119244" bIns="59623" rtlCol="0">
            <a:spAutoFit/>
          </a:bodyPr>
          <a:lstStyle/>
          <a:p>
            <a:pPr defTabSz="1192466"/>
            <a:r>
              <a:rPr lang="pt-PT" sz="1257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192466"/>
            <a:endParaRPr lang="pt-PT" sz="1257">
              <a:solidFill>
                <a:srgbClr val="6E7678"/>
              </a:solidFill>
            </a:endParaRPr>
          </a:p>
          <a:p>
            <a:pPr defTabSz="1192466"/>
            <a:r>
              <a:rPr lang="pt-PT" sz="1257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14" y="628194"/>
            <a:ext cx="3365479" cy="715638"/>
          </a:xfrm>
          <a:prstGeom prst="rect">
            <a:avLst/>
          </a:prstGeom>
          <a:noFill/>
        </p:spPr>
        <p:txBody>
          <a:bodyPr wrap="square" lIns="119244" tIns="59623" rIns="119244" bIns="59623" rtlCol="0">
            <a:spAutoFit/>
          </a:bodyPr>
          <a:lstStyle/>
          <a:p>
            <a:pPr defTabSz="1192466"/>
            <a:r>
              <a:rPr lang="es-ES" sz="3868" err="1">
                <a:solidFill>
                  <a:srgbClr val="EB0000"/>
                </a:solidFill>
              </a:rPr>
              <a:t>Obrigado</a:t>
            </a:r>
            <a:r>
              <a:rPr lang="es-ES" sz="3868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7" y="5229929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431" tIns="44715" rIns="89431" bIns="44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192466"/>
            <a:endParaRPr lang="es-ES" sz="1740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7" y="3458208"/>
            <a:ext cx="3046637" cy="29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6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7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3868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722142"/>
            <a:ext cx="4934309" cy="243645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160"/>
              </a:spcAft>
              <a:buNone/>
              <a:defRPr sz="1934">
                <a:solidFill>
                  <a:schemeClr val="tx2"/>
                </a:solidFill>
              </a:defRPr>
            </a:lvl1pPr>
            <a:lvl2pPr marL="442004" indent="0" algn="ctr">
              <a:buNone/>
              <a:defRPr sz="1934"/>
            </a:lvl2pPr>
            <a:lvl3pPr marL="884009" indent="0" algn="ctr">
              <a:buNone/>
              <a:defRPr sz="1740"/>
            </a:lvl3pPr>
            <a:lvl4pPr marL="1326011" indent="0" algn="ctr">
              <a:buNone/>
              <a:defRPr sz="1547"/>
            </a:lvl4pPr>
            <a:lvl5pPr marL="1768015" indent="0" algn="ctr">
              <a:buNone/>
              <a:defRPr sz="1547"/>
            </a:lvl5pPr>
            <a:lvl6pPr marL="2210019" indent="0" algn="ctr">
              <a:buNone/>
              <a:defRPr sz="1547"/>
            </a:lvl6pPr>
            <a:lvl7pPr marL="2652023" indent="0" algn="ctr">
              <a:buNone/>
              <a:defRPr sz="1547"/>
            </a:lvl7pPr>
            <a:lvl8pPr marL="3094026" indent="0" algn="ctr">
              <a:buNone/>
              <a:defRPr sz="1547"/>
            </a:lvl8pPr>
            <a:lvl9pPr marL="3536031" indent="0" algn="ctr">
              <a:buNone/>
              <a:defRPr sz="1547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727402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/>
        </p:nvSpPr>
        <p:spPr>
          <a:xfrm>
            <a:off x="2" y="5229924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99" tIns="44199" rIns="88399" bIns="4419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84009"/>
            <a:endParaRPr lang="es-ES" sz="1740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1" y="333651"/>
            <a:ext cx="11177551" cy="419100"/>
          </a:xfrm>
        </p:spPr>
        <p:txBody>
          <a:bodyPr>
            <a:noAutofit/>
          </a:bodyPr>
          <a:lstStyle>
            <a:lvl1pPr marL="0" indent="0">
              <a:buNone/>
              <a:defRPr sz="1257">
                <a:solidFill>
                  <a:schemeClr val="tx2"/>
                </a:solidFill>
              </a:defRPr>
            </a:lvl1pPr>
            <a:lvl2pPr marL="442004" indent="0">
              <a:buNone/>
              <a:defRPr sz="1257">
                <a:solidFill>
                  <a:schemeClr val="tx2"/>
                </a:solidFill>
              </a:defRPr>
            </a:lvl2pPr>
            <a:lvl3pPr marL="884009" indent="0">
              <a:buNone/>
              <a:defRPr sz="1257">
                <a:solidFill>
                  <a:schemeClr val="tx2"/>
                </a:solidFill>
              </a:defRPr>
            </a:lvl3pPr>
            <a:lvl4pPr marL="1326011" indent="0">
              <a:buNone/>
              <a:defRPr sz="1257">
                <a:solidFill>
                  <a:schemeClr val="tx2"/>
                </a:solidFill>
              </a:defRPr>
            </a:lvl4pPr>
            <a:lvl5pPr marL="1768015" indent="0">
              <a:buNone/>
              <a:defRPr sz="1257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130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/>
        </p:nvSpPr>
        <p:spPr>
          <a:xfrm>
            <a:off x="722534" y="312269"/>
            <a:ext cx="1849821" cy="282689"/>
          </a:xfrm>
          <a:prstGeom prst="rect">
            <a:avLst/>
          </a:prstGeom>
          <a:noFill/>
        </p:spPr>
        <p:txBody>
          <a:bodyPr wrap="square" lIns="88399" tIns="44199" rIns="88399" bIns="44199" rtlCol="0">
            <a:spAutoFit/>
          </a:bodyPr>
          <a:lstStyle/>
          <a:p>
            <a:pPr defTabSz="884009"/>
            <a:r>
              <a:rPr lang="es-ES" sz="1257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00241"/>
            <a:ext cx="10635843" cy="4906665"/>
          </a:xfrm>
        </p:spPr>
        <p:txBody>
          <a:bodyPr>
            <a:normAutofit/>
          </a:bodyPr>
          <a:lstStyle>
            <a:lvl1pPr marL="417642" indent="-382838">
              <a:buClr>
                <a:schemeClr val="accent1"/>
              </a:buClr>
              <a:buSzPct val="45000"/>
              <a:buFont typeface="+mj-lt"/>
              <a:buAutoNum type="arabicPeriod"/>
              <a:defRPr lang="es-ES" sz="3868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42004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540812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9" y="626374"/>
            <a:ext cx="4386195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868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/>
        </p:nvSpPr>
        <p:spPr>
          <a:xfrm>
            <a:off x="8925341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99" tIns="44199" rIns="88399" bIns="4419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84009"/>
            <a:endParaRPr lang="es-ES" sz="1740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8" y="3270528"/>
            <a:ext cx="2958755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51">
                <a:solidFill>
                  <a:schemeClr val="bg1"/>
                </a:solidFill>
              </a:defRPr>
            </a:lvl1pPr>
            <a:lvl2pPr>
              <a:defRPr sz="13343">
                <a:solidFill>
                  <a:schemeClr val="tx1"/>
                </a:solidFill>
              </a:defRPr>
            </a:lvl2pPr>
            <a:lvl3pPr>
              <a:defRPr sz="11119">
                <a:solidFill>
                  <a:schemeClr val="tx1"/>
                </a:solidFill>
              </a:defRPr>
            </a:lvl3pPr>
            <a:lvl4pPr>
              <a:defRPr sz="9282">
                <a:solidFill>
                  <a:schemeClr val="tx1"/>
                </a:solidFill>
              </a:defRPr>
            </a:lvl4pPr>
            <a:lvl5pPr>
              <a:defRPr sz="9282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512368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087460"/>
            <a:ext cx="5297557" cy="1606047"/>
          </a:xfrm>
        </p:spPr>
        <p:txBody>
          <a:bodyPr anchor="t">
            <a:normAutofit/>
          </a:bodyPr>
          <a:lstStyle>
            <a:lvl1pPr>
              <a:defRPr sz="3481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6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2004" indent="0">
              <a:buFontTx/>
              <a:buNone/>
              <a:defRPr sz="1064"/>
            </a:lvl2pPr>
            <a:lvl3pPr marL="884009" indent="0">
              <a:buFontTx/>
              <a:buNone/>
              <a:defRPr sz="1064"/>
            </a:lvl3pPr>
            <a:lvl4pPr marL="1326011" indent="0">
              <a:buFontTx/>
              <a:buNone/>
              <a:defRPr sz="870"/>
            </a:lvl4pPr>
            <a:lvl5pPr marL="1768015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4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2004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4009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601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8015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2004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4009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601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8015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51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10758733" cy="1823011"/>
          </a:xfrm>
        </p:spPr>
        <p:txBody>
          <a:bodyPr anchor="t">
            <a:noAutofit/>
          </a:bodyPr>
          <a:lstStyle>
            <a:lvl1pPr>
              <a:defRPr sz="3481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6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2004" indent="0">
              <a:buFontTx/>
              <a:buNone/>
              <a:defRPr sz="1064"/>
            </a:lvl2pPr>
            <a:lvl3pPr marL="884009" indent="0">
              <a:buFontTx/>
              <a:buNone/>
              <a:defRPr sz="1064"/>
            </a:lvl3pPr>
            <a:lvl4pPr marL="1326011" indent="0">
              <a:buFontTx/>
              <a:buNone/>
              <a:defRPr sz="870"/>
            </a:lvl4pPr>
            <a:lvl5pPr marL="1768015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7" y="3093564"/>
            <a:ext cx="10758733" cy="3083401"/>
          </a:xfrm>
        </p:spPr>
        <p:txBody>
          <a:bodyPr numCol="2" spcCol="719898"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2004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4009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601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8015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481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4" y="1109760"/>
            <a:ext cx="3801119" cy="5050689"/>
          </a:xfrm>
        </p:spPr>
        <p:txBody>
          <a:bodyPr anchor="t">
            <a:noAutofit/>
          </a:bodyPr>
          <a:lstStyle>
            <a:lvl1pPr>
              <a:defRPr sz="2514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6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2004" indent="0">
              <a:buFontTx/>
              <a:buNone/>
              <a:defRPr sz="1064"/>
            </a:lvl2pPr>
            <a:lvl3pPr marL="884009" indent="0">
              <a:buFontTx/>
              <a:buNone/>
              <a:defRPr sz="1064"/>
            </a:lvl3pPr>
            <a:lvl4pPr marL="1326011" indent="0">
              <a:buFontTx/>
              <a:buNone/>
              <a:defRPr sz="870"/>
            </a:lvl4pPr>
            <a:lvl5pPr marL="1768015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26273"/>
            <a:ext cx="6697035" cy="5050691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2004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4009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601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8015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884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6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2004" indent="0">
              <a:buFontTx/>
              <a:buNone/>
              <a:defRPr sz="1064"/>
            </a:lvl2pPr>
            <a:lvl3pPr marL="884009" indent="0">
              <a:buFontTx/>
              <a:buNone/>
              <a:defRPr sz="1064"/>
            </a:lvl3pPr>
            <a:lvl4pPr marL="1326011" indent="0">
              <a:buFontTx/>
              <a:buNone/>
              <a:defRPr sz="870"/>
            </a:lvl4pPr>
            <a:lvl5pPr marL="1768015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6" y="1087460"/>
            <a:ext cx="3911401" cy="1183132"/>
          </a:xfrm>
        </p:spPr>
        <p:txBody>
          <a:bodyPr anchor="t">
            <a:normAutofit/>
          </a:bodyPr>
          <a:lstStyle>
            <a:lvl1pPr>
              <a:defRPr sz="3481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7" y="2517169"/>
            <a:ext cx="3911401" cy="365979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2004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4009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601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8015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6" y="1087438"/>
            <a:ext cx="6683551" cy="5122862"/>
          </a:xfrm>
        </p:spPr>
        <p:txBody>
          <a:bodyPr>
            <a:normAutofit/>
          </a:bodyPr>
          <a:lstStyle>
            <a:lvl1pPr marL="0" indent="0" algn="ctr">
              <a:buNone/>
              <a:defRPr lang="es-ES" sz="116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722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6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2004" indent="0">
              <a:buFontTx/>
              <a:buNone/>
              <a:defRPr sz="1064"/>
            </a:lvl2pPr>
            <a:lvl3pPr marL="884009" indent="0">
              <a:buFontTx/>
              <a:buNone/>
              <a:defRPr sz="1064"/>
            </a:lvl3pPr>
            <a:lvl4pPr marL="1326011" indent="0">
              <a:buFontTx/>
              <a:buNone/>
              <a:defRPr sz="870"/>
            </a:lvl4pPr>
            <a:lvl5pPr marL="1768015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7" y="1191801"/>
            <a:ext cx="3911401" cy="49851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2004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4009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601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8015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7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2004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4009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601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8015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9015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262327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6" y="337100"/>
            <a:ext cx="10758735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2004" indent="0">
              <a:buFontTx/>
              <a:buNone/>
              <a:defRPr sz="1064"/>
            </a:lvl2pPr>
            <a:lvl3pPr marL="884009" indent="0">
              <a:buFontTx/>
              <a:buNone/>
              <a:defRPr sz="1064"/>
            </a:lvl3pPr>
            <a:lvl4pPr marL="1326011" indent="0">
              <a:buFontTx/>
              <a:buNone/>
              <a:defRPr sz="870"/>
            </a:lvl4pPr>
            <a:lvl5pPr marL="1768015" indent="0">
              <a:buFontTx/>
              <a:buNone/>
              <a:defRPr sz="87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7" y="1191804"/>
            <a:ext cx="3911401" cy="65754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2004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4009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601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8015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5" y="1191804"/>
            <a:ext cx="6456737" cy="65754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7"/>
              </a:spcAft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2004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4009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6011" indent="0">
              <a:buFontTx/>
              <a:buNone/>
              <a:defRPr lang="es-ES" sz="116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8015" indent="0">
              <a:buFontTx/>
              <a:buNone/>
              <a:defRPr lang="es-ES" sz="116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1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257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4" y="1993901"/>
            <a:ext cx="6472719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257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/>
        </p:nvSpPr>
        <p:spPr>
          <a:xfrm>
            <a:off x="4742398" y="3685064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399" tIns="44199" rIns="88399" bIns="44199" rtlCol="0" anchor="ctr"/>
          <a:lstStyle/>
          <a:p>
            <a:pPr algn="ctr" defTabSz="884009"/>
            <a:endParaRPr lang="es-ES" sz="174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31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0" y="5229924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399" tIns="44199" rIns="88399" bIns="44199" rtlCol="0" anchor="ctr"/>
          <a:lstStyle/>
          <a:p>
            <a:pPr algn="ctr" defTabSz="884009"/>
            <a:endParaRPr lang="es-ES" sz="1740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727402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5"/>
            <a:ext cx="1347483" cy="455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/>
        </p:nvGrpSpPr>
        <p:grpSpPr>
          <a:xfrm>
            <a:off x="7612562" y="5573577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89" y="1945650"/>
            <a:ext cx="3365479" cy="1249829"/>
          </a:xfrm>
          <a:prstGeom prst="rect">
            <a:avLst/>
          </a:prstGeom>
          <a:noFill/>
        </p:spPr>
        <p:txBody>
          <a:bodyPr wrap="square" lIns="88399" tIns="44199" rIns="88399" bIns="44199" rtlCol="0">
            <a:spAutoFit/>
          </a:bodyPr>
          <a:lstStyle/>
          <a:p>
            <a:pPr defTabSz="884009"/>
            <a:r>
              <a:rPr lang="pt-PT" sz="1257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884009"/>
            <a:endParaRPr lang="pt-PT" sz="1257">
              <a:solidFill>
                <a:srgbClr val="6E7678"/>
              </a:solidFill>
            </a:endParaRPr>
          </a:p>
          <a:p>
            <a:pPr defTabSz="884009"/>
            <a:r>
              <a:rPr lang="pt-PT" sz="1257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07" y="628193"/>
            <a:ext cx="3365479" cy="684489"/>
          </a:xfrm>
          <a:prstGeom prst="rect">
            <a:avLst/>
          </a:prstGeom>
          <a:noFill/>
        </p:spPr>
        <p:txBody>
          <a:bodyPr wrap="square" lIns="88399" tIns="44199" rIns="88399" bIns="44199" rtlCol="0">
            <a:spAutoFit/>
          </a:bodyPr>
          <a:lstStyle/>
          <a:p>
            <a:pPr defTabSz="884009"/>
            <a:r>
              <a:rPr lang="es-ES" sz="3868" err="1">
                <a:solidFill>
                  <a:srgbClr val="EB0000"/>
                </a:solidFill>
              </a:rPr>
              <a:t>Obrigado</a:t>
            </a:r>
            <a:r>
              <a:rPr lang="es-ES" sz="3868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2" y="5229924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99" tIns="44199" rIns="88399" bIns="4419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84009"/>
            <a:endParaRPr lang="es-ES" sz="1740">
              <a:solidFill>
                <a:prstClr val="white"/>
              </a:solidFill>
            </a:endParaRPr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4" y="3423140"/>
            <a:ext cx="2785913" cy="400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605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2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D5852-A4B5-47A6-9569-F6EE586DBBB4}" type="datetimeFigureOut">
              <a:rPr lang="pt-PT" smtClean="0"/>
              <a:t>07/10/2024</a:t>
            </a:fld>
            <a:endParaRPr lang="pt-P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7475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txStyles>
    <p:titleStyle>
      <a:lvl1pPr algn="l" defTabSz="883506" rtl="0" eaLnBrk="1" latinLnBrk="0" hangingPunct="1">
        <a:lnSpc>
          <a:spcPct val="90000"/>
        </a:lnSpc>
        <a:spcBef>
          <a:spcPct val="0"/>
        </a:spcBef>
        <a:buNone/>
        <a:defRPr sz="43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0877" indent="-220877" algn="l" defTabSz="883506" rtl="0" eaLnBrk="1" latinLnBrk="0" hangingPunct="1">
        <a:lnSpc>
          <a:spcPct val="90000"/>
        </a:lnSpc>
        <a:spcBef>
          <a:spcPts val="967"/>
        </a:spcBef>
        <a:buFont typeface="Arial" panose="020B0604020202020204" pitchFamily="34" charset="0"/>
        <a:buChar char="•"/>
        <a:defRPr sz="2707" kern="1200">
          <a:solidFill>
            <a:schemeClr val="tx1"/>
          </a:solidFill>
          <a:latin typeface="+mn-lt"/>
          <a:ea typeface="+mn-ea"/>
          <a:cs typeface="+mn-cs"/>
        </a:defRPr>
      </a:lvl1pPr>
      <a:lvl2pPr marL="662629" indent="-220877" algn="l" defTabSz="883506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2321" kern="1200">
          <a:solidFill>
            <a:schemeClr val="tx1"/>
          </a:solidFill>
          <a:latin typeface="+mn-lt"/>
          <a:ea typeface="+mn-ea"/>
          <a:cs typeface="+mn-cs"/>
        </a:defRPr>
      </a:lvl2pPr>
      <a:lvl3pPr marL="1104383" indent="-220877" algn="l" defTabSz="883506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934" kern="1200">
          <a:solidFill>
            <a:schemeClr val="tx1"/>
          </a:solidFill>
          <a:latin typeface="+mn-lt"/>
          <a:ea typeface="+mn-ea"/>
          <a:cs typeface="+mn-cs"/>
        </a:defRPr>
      </a:lvl3pPr>
      <a:lvl4pPr marL="1546132" indent="-220877" algn="l" defTabSz="883506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4pPr>
      <a:lvl5pPr marL="1987885" indent="-220877" algn="l" defTabSz="883506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5pPr>
      <a:lvl6pPr marL="2429638" indent="-220877" algn="l" defTabSz="883506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6pPr>
      <a:lvl7pPr marL="2871390" indent="-220877" algn="l" defTabSz="883506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7pPr>
      <a:lvl8pPr marL="3313144" indent="-220877" algn="l" defTabSz="883506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8pPr>
      <a:lvl9pPr marL="3754896" indent="-220877" algn="l" defTabSz="883506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883506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1pPr>
      <a:lvl2pPr marL="441753" algn="l" defTabSz="883506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2pPr>
      <a:lvl3pPr marL="883506" algn="l" defTabSz="883506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3pPr>
      <a:lvl4pPr marL="1325256" algn="l" defTabSz="883506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4pPr>
      <a:lvl5pPr marL="1767008" algn="l" defTabSz="883506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5pPr>
      <a:lvl6pPr marL="2208764" algn="l" defTabSz="883506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6pPr>
      <a:lvl7pPr marL="2650515" algn="l" defTabSz="883506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7pPr>
      <a:lvl8pPr marL="3092266" algn="l" defTabSz="883506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8pPr>
      <a:lvl9pPr marL="3534018" algn="l" defTabSz="883506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2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192466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192466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192466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192466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53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 dt="0"/>
  <p:txStyles>
    <p:titleStyle>
      <a:lvl1pPr algn="l" defTabSz="894351" rtl="0" eaLnBrk="1" latinLnBrk="0" hangingPunct="1">
        <a:lnSpc>
          <a:spcPct val="90000"/>
        </a:lnSpc>
        <a:spcBef>
          <a:spcPct val="0"/>
        </a:spcBef>
        <a:buNone/>
        <a:defRPr sz="43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589" indent="-223589" algn="l" defTabSz="894351" rtl="0" eaLnBrk="1" latinLnBrk="0" hangingPunct="1">
        <a:lnSpc>
          <a:spcPct val="90000"/>
        </a:lnSpc>
        <a:spcBef>
          <a:spcPts val="979"/>
        </a:spcBef>
        <a:buFont typeface="Arial" panose="020B0604020202020204" pitchFamily="34" charset="0"/>
        <a:buChar char="•"/>
        <a:defRPr sz="2707" kern="1200">
          <a:solidFill>
            <a:schemeClr val="tx1"/>
          </a:solidFill>
          <a:latin typeface="+mn-lt"/>
          <a:ea typeface="+mn-ea"/>
          <a:cs typeface="+mn-cs"/>
        </a:defRPr>
      </a:lvl1pPr>
      <a:lvl2pPr marL="670764" indent="-223589" algn="l" defTabSz="894351" rtl="0" eaLnBrk="1" latinLnBrk="0" hangingPunct="1">
        <a:lnSpc>
          <a:spcPct val="90000"/>
        </a:lnSpc>
        <a:spcBef>
          <a:spcPts val="489"/>
        </a:spcBef>
        <a:buFont typeface="Arial" panose="020B0604020202020204" pitchFamily="34" charset="0"/>
        <a:buChar char="•"/>
        <a:defRPr sz="2321" kern="1200">
          <a:solidFill>
            <a:schemeClr val="tx1"/>
          </a:solidFill>
          <a:latin typeface="+mn-lt"/>
          <a:ea typeface="+mn-ea"/>
          <a:cs typeface="+mn-cs"/>
        </a:defRPr>
      </a:lvl2pPr>
      <a:lvl3pPr marL="1117937" indent="-223589" algn="l" defTabSz="894351" rtl="0" eaLnBrk="1" latinLnBrk="0" hangingPunct="1">
        <a:lnSpc>
          <a:spcPct val="90000"/>
        </a:lnSpc>
        <a:spcBef>
          <a:spcPts val="489"/>
        </a:spcBef>
        <a:buFont typeface="Arial" panose="020B0604020202020204" pitchFamily="34" charset="0"/>
        <a:buChar char="•"/>
        <a:defRPr sz="1934" kern="1200">
          <a:solidFill>
            <a:schemeClr val="tx1"/>
          </a:solidFill>
          <a:latin typeface="+mn-lt"/>
          <a:ea typeface="+mn-ea"/>
          <a:cs typeface="+mn-cs"/>
        </a:defRPr>
      </a:lvl3pPr>
      <a:lvl4pPr marL="1565112" indent="-223589" algn="l" defTabSz="894351" rtl="0" eaLnBrk="1" latinLnBrk="0" hangingPunct="1">
        <a:lnSpc>
          <a:spcPct val="90000"/>
        </a:lnSpc>
        <a:spcBef>
          <a:spcPts val="489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4pPr>
      <a:lvl5pPr marL="2012287" indent="-223589" algn="l" defTabSz="894351" rtl="0" eaLnBrk="1" latinLnBrk="0" hangingPunct="1">
        <a:lnSpc>
          <a:spcPct val="90000"/>
        </a:lnSpc>
        <a:spcBef>
          <a:spcPts val="489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5pPr>
      <a:lvl6pPr marL="2459463" indent="-223589" algn="l" defTabSz="894351" rtl="0" eaLnBrk="1" latinLnBrk="0" hangingPunct="1">
        <a:lnSpc>
          <a:spcPct val="90000"/>
        </a:lnSpc>
        <a:spcBef>
          <a:spcPts val="489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6pPr>
      <a:lvl7pPr marL="2906637" indent="-223589" algn="l" defTabSz="894351" rtl="0" eaLnBrk="1" latinLnBrk="0" hangingPunct="1">
        <a:lnSpc>
          <a:spcPct val="90000"/>
        </a:lnSpc>
        <a:spcBef>
          <a:spcPts val="489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7pPr>
      <a:lvl8pPr marL="3353810" indent="-223589" algn="l" defTabSz="894351" rtl="0" eaLnBrk="1" latinLnBrk="0" hangingPunct="1">
        <a:lnSpc>
          <a:spcPct val="90000"/>
        </a:lnSpc>
        <a:spcBef>
          <a:spcPts val="489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8pPr>
      <a:lvl9pPr marL="3800985" indent="-223589" algn="l" defTabSz="894351" rtl="0" eaLnBrk="1" latinLnBrk="0" hangingPunct="1">
        <a:lnSpc>
          <a:spcPct val="90000"/>
        </a:lnSpc>
        <a:spcBef>
          <a:spcPts val="489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894351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1pPr>
      <a:lvl2pPr marL="447175" algn="l" defTabSz="894351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2pPr>
      <a:lvl3pPr marL="894351" algn="l" defTabSz="894351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3pPr>
      <a:lvl4pPr marL="1341525" algn="l" defTabSz="894351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4pPr>
      <a:lvl5pPr marL="1788700" algn="l" defTabSz="894351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5pPr>
      <a:lvl6pPr marL="2235873" algn="l" defTabSz="894351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6pPr>
      <a:lvl7pPr marL="2683052" algn="l" defTabSz="894351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7pPr>
      <a:lvl8pPr marL="3130225" algn="l" defTabSz="894351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8pPr>
      <a:lvl9pPr marL="3577399" algn="l" defTabSz="894351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2"/>
          </a:xfrm>
          <a:prstGeom prst="rect">
            <a:avLst/>
          </a:prstGeom>
        </p:spPr>
        <p:txBody>
          <a:bodyPr vert="horz" lIns="91427" tIns="45713" rIns="91427" bIns="45713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27" tIns="45713" rIns="91427" bIns="45713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l">
              <a:defRPr sz="1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8400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ctr">
              <a:defRPr sz="1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84009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884009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884009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69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</p:sldLayoutIdLst>
  <p:hf hdr="0" ftr="0" dt="0"/>
  <p:txStyles>
    <p:titleStyle>
      <a:lvl1pPr algn="l" defTabSz="884009" rtl="0" eaLnBrk="1" latinLnBrk="0" hangingPunct="1">
        <a:lnSpc>
          <a:spcPct val="90000"/>
        </a:lnSpc>
        <a:spcBef>
          <a:spcPct val="0"/>
        </a:spcBef>
        <a:buNone/>
        <a:defRPr sz="43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002" indent="-221002" algn="l" defTabSz="884009" rtl="0" eaLnBrk="1" latinLnBrk="0" hangingPunct="1">
        <a:lnSpc>
          <a:spcPct val="90000"/>
        </a:lnSpc>
        <a:spcBef>
          <a:spcPts val="967"/>
        </a:spcBef>
        <a:buFont typeface="Arial" panose="020B0604020202020204" pitchFamily="34" charset="0"/>
        <a:buChar char="•"/>
        <a:defRPr sz="2707" kern="1200">
          <a:solidFill>
            <a:schemeClr val="tx1"/>
          </a:solidFill>
          <a:latin typeface="+mn-lt"/>
          <a:ea typeface="+mn-ea"/>
          <a:cs typeface="+mn-cs"/>
        </a:defRPr>
      </a:lvl1pPr>
      <a:lvl2pPr marL="663006" indent="-221002" algn="l" defTabSz="884009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2321" kern="1200">
          <a:solidFill>
            <a:schemeClr val="tx1"/>
          </a:solidFill>
          <a:latin typeface="+mn-lt"/>
          <a:ea typeface="+mn-ea"/>
          <a:cs typeface="+mn-cs"/>
        </a:defRPr>
      </a:lvl2pPr>
      <a:lvl3pPr marL="1105009" indent="-221002" algn="l" defTabSz="884009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934" kern="1200">
          <a:solidFill>
            <a:schemeClr val="tx1"/>
          </a:solidFill>
          <a:latin typeface="+mn-lt"/>
          <a:ea typeface="+mn-ea"/>
          <a:cs typeface="+mn-cs"/>
        </a:defRPr>
      </a:lvl3pPr>
      <a:lvl4pPr marL="1547013" indent="-221002" algn="l" defTabSz="884009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4pPr>
      <a:lvl5pPr marL="1989017" indent="-221002" algn="l" defTabSz="884009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5pPr>
      <a:lvl6pPr marL="2431022" indent="-221002" algn="l" defTabSz="884009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6pPr>
      <a:lvl7pPr marL="2873024" indent="-221002" algn="l" defTabSz="884009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7pPr>
      <a:lvl8pPr marL="3315028" indent="-221002" algn="l" defTabSz="884009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8pPr>
      <a:lvl9pPr marL="3757032" indent="-221002" algn="l" defTabSz="884009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884009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1pPr>
      <a:lvl2pPr marL="442004" algn="l" defTabSz="884009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2pPr>
      <a:lvl3pPr marL="884009" algn="l" defTabSz="884009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3pPr>
      <a:lvl4pPr marL="1326011" algn="l" defTabSz="884009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4pPr>
      <a:lvl5pPr marL="1768015" algn="l" defTabSz="884009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5pPr>
      <a:lvl6pPr marL="2210019" algn="l" defTabSz="884009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6pPr>
      <a:lvl7pPr marL="2652023" algn="l" defTabSz="884009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7pPr>
      <a:lvl8pPr marL="3094026" algn="l" defTabSz="884009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8pPr>
      <a:lvl9pPr marL="3536031" algn="l" defTabSz="884009" rtl="0" eaLnBrk="1" latinLnBrk="0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44" imgH="446" progId="TCLayout.ActiveDocument.1">
                  <p:embed/>
                </p:oleObj>
              </mc:Choice>
              <mc:Fallback>
                <p:oleObj name="Diapositiva de think-cell" r:id="rId4" imgW="444" imgH="446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Rectángulo 68">
            <a:extLst>
              <a:ext uri="{FF2B5EF4-FFF2-40B4-BE49-F238E27FC236}">
                <a16:creationId xmlns:a16="http://schemas.microsoft.com/office/drawing/2014/main" id="{8CB6396F-EC2E-0E2B-3391-D8663682C505}"/>
              </a:ext>
            </a:extLst>
          </p:cNvPr>
          <p:cNvSpPr/>
          <p:nvPr/>
        </p:nvSpPr>
        <p:spPr>
          <a:xfrm>
            <a:off x="4319390" y="861851"/>
            <a:ext cx="3415922" cy="17491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400"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77" name="Rectángulo 68">
            <a:extLst>
              <a:ext uri="{FF2B5EF4-FFF2-40B4-BE49-F238E27FC236}">
                <a16:creationId xmlns:a16="http://schemas.microsoft.com/office/drawing/2014/main" id="{8CB6396F-EC2E-0E2B-3391-D8663682C505}"/>
              </a:ext>
            </a:extLst>
          </p:cNvPr>
          <p:cNvSpPr/>
          <p:nvPr/>
        </p:nvSpPr>
        <p:spPr>
          <a:xfrm>
            <a:off x="368014" y="861851"/>
            <a:ext cx="3415922" cy="172523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400"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57" name="Rectángulo 69"/>
          <p:cNvSpPr/>
          <p:nvPr/>
        </p:nvSpPr>
        <p:spPr>
          <a:xfrm>
            <a:off x="4328777" y="494714"/>
            <a:ext cx="3416400" cy="338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Modelo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Verde (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Clientes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) - 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Inputs</a:t>
            </a:r>
          </a:p>
        </p:txBody>
      </p:sp>
      <p:sp>
        <p:nvSpPr>
          <p:cNvPr id="112" name="Rectángulo 69">
            <a:extLst>
              <a:ext uri="{FF2B5EF4-FFF2-40B4-BE49-F238E27FC236}">
                <a16:creationId xmlns:a16="http://schemas.microsoft.com/office/drawing/2014/main" id="{678C7525-3676-55F7-894B-B59CC04191BB}"/>
              </a:ext>
            </a:extLst>
          </p:cNvPr>
          <p:cNvSpPr/>
          <p:nvPr/>
        </p:nvSpPr>
        <p:spPr>
          <a:xfrm>
            <a:off x="368015" y="494714"/>
            <a:ext cx="3415922" cy="34000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Inputs 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c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orporativos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15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64" y="988077"/>
            <a:ext cx="2957034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en-US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List of Paris Excluded Companies</a:t>
            </a:r>
            <a:endParaRPr kumimoji="0" lang="pt-BR" altLang="pt-P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17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63" y="1304526"/>
            <a:ext cx="2957034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en-US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GAR External Data</a:t>
            </a:r>
            <a:endParaRPr kumimoji="0" lang="pt-BR" altLang="pt-P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18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234" y="1620975"/>
            <a:ext cx="2957034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en-US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Physical risk</a:t>
            </a:r>
            <a:endParaRPr kumimoji="0" lang="pt-BR" altLang="pt-P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19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63" y="2095649"/>
            <a:ext cx="2957034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en-US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Emissions Data</a:t>
            </a:r>
            <a:endParaRPr kumimoji="0" lang="pt-BR" altLang="pt-P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28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551" y="988077"/>
            <a:ext cx="2955600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pt-BR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modesg_inp_empr_exlc_paris</a:t>
            </a:r>
            <a:endParaRPr kumimoji="0" lang="pt-BR" altLang="pt-P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31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551" y="1304526"/>
            <a:ext cx="2955600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pt-BR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modesg_inp_nfrd_alinhamento_tax</a:t>
            </a:r>
            <a:endParaRPr kumimoji="0" lang="pt-BR" altLang="pt-P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34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551" y="1620975"/>
            <a:ext cx="2955600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pt-BR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modesg_inp_risco_fisico</a:t>
            </a:r>
            <a:endParaRPr kumimoji="0" lang="pt-BR" altLang="pt-P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4549551" y="1937424"/>
            <a:ext cx="2955600" cy="547350"/>
            <a:chOff x="4320951" y="2385099"/>
            <a:chExt cx="2955600" cy="547350"/>
          </a:xfrm>
        </p:grpSpPr>
        <p:sp>
          <p:nvSpPr>
            <p:cNvPr id="137" name="Rectangle 32">
              <a:extLst>
                <a:ext uri="{FF2B5EF4-FFF2-40B4-BE49-F238E27FC236}">
                  <a16:creationId xmlns:a16="http://schemas.microsoft.com/office/drawing/2014/main" id="{AEB935D8-3F18-958E-71EE-45278281F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951" y="2385099"/>
              <a:ext cx="2955600" cy="2309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914400">
                <a:defRPr/>
              </a:pPr>
              <a:r>
                <a:rPr lang="pt-BR" altLang="pt-PT" sz="1200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modesg_inp_emss_scib</a:t>
              </a:r>
              <a:endParaRPr kumimoji="0" lang="pt-BR" altLang="pt-P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  <p:sp>
          <p:nvSpPr>
            <p:cNvPr id="140" name="Rectangle 32">
              <a:extLst>
                <a:ext uri="{FF2B5EF4-FFF2-40B4-BE49-F238E27FC236}">
                  <a16:creationId xmlns:a16="http://schemas.microsoft.com/office/drawing/2014/main" id="{AEB935D8-3F18-958E-71EE-45278281F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951" y="2701548"/>
              <a:ext cx="2955600" cy="2309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defTabSz="914400">
                <a:defRPr/>
              </a:pPr>
              <a:r>
                <a:rPr lang="pt-BR" altLang="pt-PT" sz="1200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modesg_inp_emss_nace</a:t>
              </a:r>
              <a:endParaRPr kumimoji="0" lang="pt-BR" altLang="pt-P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162" name="Straight Arrow Connector 161"/>
          <p:cNvCxnSpPr/>
          <p:nvPr/>
        </p:nvCxnSpPr>
        <p:spPr>
          <a:xfrm>
            <a:off x="3740581" y="1103527"/>
            <a:ext cx="561088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3740581" y="1419976"/>
            <a:ext cx="561088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3740581" y="1736425"/>
            <a:ext cx="561088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Elbow Connector 23"/>
          <p:cNvCxnSpPr/>
          <p:nvPr/>
        </p:nvCxnSpPr>
        <p:spPr>
          <a:xfrm>
            <a:off x="3740581" y="2205472"/>
            <a:ext cx="588196" cy="160201"/>
          </a:xfrm>
          <a:prstGeom prst="bentConnector3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/>
          <p:cNvCxnSpPr/>
          <p:nvPr/>
        </p:nvCxnSpPr>
        <p:spPr>
          <a:xfrm flipV="1">
            <a:off x="3740581" y="2052874"/>
            <a:ext cx="588196" cy="11793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ángulo 68">
            <a:extLst>
              <a:ext uri="{FF2B5EF4-FFF2-40B4-BE49-F238E27FC236}">
                <a16:creationId xmlns:a16="http://schemas.microsoft.com/office/drawing/2014/main" id="{8CB6396F-EC2E-0E2B-3391-D8663682C505}"/>
              </a:ext>
            </a:extLst>
          </p:cNvPr>
          <p:cNvSpPr/>
          <p:nvPr/>
        </p:nvSpPr>
        <p:spPr>
          <a:xfrm>
            <a:off x="8270766" y="861851"/>
            <a:ext cx="3415922" cy="17491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400"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76" name="Rectángulo 69"/>
          <p:cNvSpPr/>
          <p:nvPr/>
        </p:nvSpPr>
        <p:spPr>
          <a:xfrm>
            <a:off x="8270766" y="494714"/>
            <a:ext cx="3416400" cy="338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Modelo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Verde (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Clientes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) - 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Output</a:t>
            </a:r>
          </a:p>
        </p:txBody>
      </p:sp>
      <p:sp>
        <p:nvSpPr>
          <p:cNvPr id="79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2099" y="1620975"/>
            <a:ext cx="2713256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pt-BR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modesg_out_empr_info_nfin</a:t>
            </a:r>
          </a:p>
        </p:txBody>
      </p:sp>
      <p:cxnSp>
        <p:nvCxnSpPr>
          <p:cNvPr id="84" name="Straight Arrow Connector 83"/>
          <p:cNvCxnSpPr/>
          <p:nvPr/>
        </p:nvCxnSpPr>
        <p:spPr>
          <a:xfrm>
            <a:off x="7709678" y="1736425"/>
            <a:ext cx="561088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5" name="Rectángulo 68">
            <a:extLst>
              <a:ext uri="{FF2B5EF4-FFF2-40B4-BE49-F238E27FC236}">
                <a16:creationId xmlns:a16="http://schemas.microsoft.com/office/drawing/2014/main" id="{8CB6396F-EC2E-0E2B-3391-D8663682C505}"/>
              </a:ext>
            </a:extLst>
          </p:cNvPr>
          <p:cNvSpPr/>
          <p:nvPr/>
        </p:nvSpPr>
        <p:spPr>
          <a:xfrm>
            <a:off x="4319390" y="3219813"/>
            <a:ext cx="3415922" cy="507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400"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06" name="Rectángulo 68">
            <a:extLst>
              <a:ext uri="{FF2B5EF4-FFF2-40B4-BE49-F238E27FC236}">
                <a16:creationId xmlns:a16="http://schemas.microsoft.com/office/drawing/2014/main" id="{8CB6396F-EC2E-0E2B-3391-D8663682C505}"/>
              </a:ext>
            </a:extLst>
          </p:cNvPr>
          <p:cNvSpPr/>
          <p:nvPr/>
        </p:nvSpPr>
        <p:spPr>
          <a:xfrm>
            <a:off x="368014" y="3219813"/>
            <a:ext cx="3415922" cy="5004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400"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07" name="Rectángulo 69"/>
          <p:cNvSpPr/>
          <p:nvPr/>
        </p:nvSpPr>
        <p:spPr>
          <a:xfrm>
            <a:off x="4328777" y="2852676"/>
            <a:ext cx="3416400" cy="338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Modelo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Verde (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Taxonomia</a:t>
            </a:r>
            <a:r>
              <a:rPr kumimoji="0" lang="en-GB" sz="12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en-GB" sz="1200" b="1" i="0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Europeira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) - 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Inputs</a:t>
            </a:r>
          </a:p>
        </p:txBody>
      </p:sp>
      <p:sp>
        <p:nvSpPr>
          <p:cNvPr id="108" name="Rectángulo 69">
            <a:extLst>
              <a:ext uri="{FF2B5EF4-FFF2-40B4-BE49-F238E27FC236}">
                <a16:creationId xmlns:a16="http://schemas.microsoft.com/office/drawing/2014/main" id="{678C7525-3676-55F7-894B-B59CC04191BB}"/>
              </a:ext>
            </a:extLst>
          </p:cNvPr>
          <p:cNvSpPr/>
          <p:nvPr/>
        </p:nvSpPr>
        <p:spPr>
          <a:xfrm>
            <a:off x="368015" y="2852676"/>
            <a:ext cx="3415922" cy="34000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Inputs 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c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orporativos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09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58" y="3354612"/>
            <a:ext cx="2957034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en-US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List of Paris Excluded Companies</a:t>
            </a:r>
            <a:endParaRPr kumimoji="0" lang="pt-BR" altLang="pt-PT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14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551" y="3358081"/>
            <a:ext cx="2955600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pt-BR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modesg_param_sfcs_taxon_europeia</a:t>
            </a:r>
          </a:p>
        </p:txBody>
      </p:sp>
      <p:cxnSp>
        <p:nvCxnSpPr>
          <p:cNvPr id="141" name="Straight Arrow Connector 140"/>
          <p:cNvCxnSpPr>
            <a:cxnSpLocks/>
            <a:stCxn id="106" idx="3"/>
            <a:endCxn id="105" idx="1"/>
          </p:cNvCxnSpPr>
          <p:nvPr/>
        </p:nvCxnSpPr>
        <p:spPr>
          <a:xfrm>
            <a:off x="3783936" y="3470063"/>
            <a:ext cx="535454" cy="346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8" name="Rectángulo 68">
            <a:extLst>
              <a:ext uri="{FF2B5EF4-FFF2-40B4-BE49-F238E27FC236}">
                <a16:creationId xmlns:a16="http://schemas.microsoft.com/office/drawing/2014/main" id="{8CB6396F-EC2E-0E2B-3391-D8663682C505}"/>
              </a:ext>
            </a:extLst>
          </p:cNvPr>
          <p:cNvSpPr/>
          <p:nvPr/>
        </p:nvSpPr>
        <p:spPr>
          <a:xfrm>
            <a:off x="8270766" y="3219813"/>
            <a:ext cx="3415922" cy="507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400"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49" name="Rectángulo 69"/>
          <p:cNvSpPr/>
          <p:nvPr/>
        </p:nvSpPr>
        <p:spPr>
          <a:xfrm>
            <a:off x="8270766" y="2852676"/>
            <a:ext cx="3416400" cy="338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Modelo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 Verde (</a:t>
            </a: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Taxonomia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Europeira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)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- 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Output</a:t>
            </a:r>
          </a:p>
        </p:txBody>
      </p:sp>
      <p:sp>
        <p:nvSpPr>
          <p:cNvPr id="150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2099" y="3358081"/>
            <a:ext cx="2713256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pt-BR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modesg_out_sfcs_taxon_europeia</a:t>
            </a:r>
          </a:p>
        </p:txBody>
      </p:sp>
      <p:cxnSp>
        <p:nvCxnSpPr>
          <p:cNvPr id="169" name="Straight Arrow Connector 168"/>
          <p:cNvCxnSpPr/>
          <p:nvPr/>
        </p:nvCxnSpPr>
        <p:spPr>
          <a:xfrm>
            <a:off x="7709678" y="3461489"/>
            <a:ext cx="561088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0" name="Rectángulo 68">
            <a:extLst>
              <a:ext uri="{FF2B5EF4-FFF2-40B4-BE49-F238E27FC236}">
                <a16:creationId xmlns:a16="http://schemas.microsoft.com/office/drawing/2014/main" id="{8CB6396F-EC2E-0E2B-3391-D8663682C505}"/>
              </a:ext>
            </a:extLst>
          </p:cNvPr>
          <p:cNvSpPr/>
          <p:nvPr/>
        </p:nvSpPr>
        <p:spPr>
          <a:xfrm>
            <a:off x="4319391" y="4281251"/>
            <a:ext cx="3415922" cy="851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400"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71" name="Rectángulo 68">
            <a:extLst>
              <a:ext uri="{FF2B5EF4-FFF2-40B4-BE49-F238E27FC236}">
                <a16:creationId xmlns:a16="http://schemas.microsoft.com/office/drawing/2014/main" id="{8CB6396F-EC2E-0E2B-3391-D8663682C505}"/>
              </a:ext>
            </a:extLst>
          </p:cNvPr>
          <p:cNvSpPr/>
          <p:nvPr/>
        </p:nvSpPr>
        <p:spPr>
          <a:xfrm>
            <a:off x="368015" y="4281250"/>
            <a:ext cx="3415922" cy="83991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400"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72" name="Rectángulo 69"/>
          <p:cNvSpPr/>
          <p:nvPr/>
        </p:nvSpPr>
        <p:spPr>
          <a:xfrm>
            <a:off x="4328778" y="3914113"/>
            <a:ext cx="3416400" cy="338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Modelo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Verde (Bens 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Móveis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- 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Veículos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) - 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Inputs</a:t>
            </a:r>
          </a:p>
        </p:txBody>
      </p:sp>
      <p:sp>
        <p:nvSpPr>
          <p:cNvPr id="173" name="Rectángulo 69">
            <a:extLst>
              <a:ext uri="{FF2B5EF4-FFF2-40B4-BE49-F238E27FC236}">
                <a16:creationId xmlns:a16="http://schemas.microsoft.com/office/drawing/2014/main" id="{678C7525-3676-55F7-894B-B59CC04191BB}"/>
              </a:ext>
            </a:extLst>
          </p:cNvPr>
          <p:cNvSpPr/>
          <p:nvPr/>
        </p:nvSpPr>
        <p:spPr>
          <a:xfrm>
            <a:off x="368016" y="3914113"/>
            <a:ext cx="3415922" cy="34000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Inputs 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c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orporativos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76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65" y="4585755"/>
            <a:ext cx="2957034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en-US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Emissions Data</a:t>
            </a:r>
            <a:endParaRPr lang="pt-BR" altLang="pt-PT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81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552" y="4433353"/>
            <a:ext cx="2955600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pt-BR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modesg_inp_emss_vcls</a:t>
            </a:r>
          </a:p>
        </p:txBody>
      </p:sp>
      <p:sp>
        <p:nvSpPr>
          <p:cNvPr id="182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552" y="4759327"/>
            <a:ext cx="2955600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pt-BR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modesg_inp_km_medios_emss_vcls</a:t>
            </a:r>
          </a:p>
        </p:txBody>
      </p:sp>
      <p:sp>
        <p:nvSpPr>
          <p:cNvPr id="192" name="Rectángulo 68">
            <a:extLst>
              <a:ext uri="{FF2B5EF4-FFF2-40B4-BE49-F238E27FC236}">
                <a16:creationId xmlns:a16="http://schemas.microsoft.com/office/drawing/2014/main" id="{8CB6396F-EC2E-0E2B-3391-D8663682C505}"/>
              </a:ext>
            </a:extLst>
          </p:cNvPr>
          <p:cNvSpPr/>
          <p:nvPr/>
        </p:nvSpPr>
        <p:spPr>
          <a:xfrm>
            <a:off x="8270767" y="4281251"/>
            <a:ext cx="3415922" cy="851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400"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93" name="Rectángulo 69"/>
          <p:cNvSpPr/>
          <p:nvPr/>
        </p:nvSpPr>
        <p:spPr>
          <a:xfrm>
            <a:off x="8270767" y="3914113"/>
            <a:ext cx="3416400" cy="338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Modelo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 Verde (Bens </a:t>
            </a: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Móveis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 - </a:t>
            </a: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Veículos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)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- 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Output</a:t>
            </a:r>
          </a:p>
        </p:txBody>
      </p:sp>
      <p:sp>
        <p:nvSpPr>
          <p:cNvPr id="194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2100" y="4591578"/>
            <a:ext cx="2713256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pt-BR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modesg_out_emss_vcls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3740581" y="4587032"/>
            <a:ext cx="588196" cy="312799"/>
            <a:chOff x="3740581" y="4615607"/>
            <a:chExt cx="588196" cy="312799"/>
          </a:xfrm>
        </p:grpSpPr>
        <p:cxnSp>
          <p:nvCxnSpPr>
            <p:cNvPr id="200" name="Elbow Connector 199"/>
            <p:cNvCxnSpPr/>
            <p:nvPr/>
          </p:nvCxnSpPr>
          <p:spPr>
            <a:xfrm>
              <a:off x="3740581" y="4768205"/>
              <a:ext cx="588196" cy="160201"/>
            </a:xfrm>
            <a:prstGeom prst="bentConnector3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Elbow Connector 200"/>
            <p:cNvCxnSpPr/>
            <p:nvPr/>
          </p:nvCxnSpPr>
          <p:spPr>
            <a:xfrm flipV="1">
              <a:off x="3740581" y="4615607"/>
              <a:ext cx="588196" cy="11793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9" name="Rectángulo 68">
            <a:extLst>
              <a:ext uri="{FF2B5EF4-FFF2-40B4-BE49-F238E27FC236}">
                <a16:creationId xmlns:a16="http://schemas.microsoft.com/office/drawing/2014/main" id="{8CB6396F-EC2E-0E2B-3391-D8663682C505}"/>
              </a:ext>
            </a:extLst>
          </p:cNvPr>
          <p:cNvSpPr/>
          <p:nvPr/>
        </p:nvSpPr>
        <p:spPr>
          <a:xfrm>
            <a:off x="4319392" y="5643326"/>
            <a:ext cx="3415922" cy="851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400"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20" name="Rectángulo 68">
            <a:extLst>
              <a:ext uri="{FF2B5EF4-FFF2-40B4-BE49-F238E27FC236}">
                <a16:creationId xmlns:a16="http://schemas.microsoft.com/office/drawing/2014/main" id="{8CB6396F-EC2E-0E2B-3391-D8663682C505}"/>
              </a:ext>
            </a:extLst>
          </p:cNvPr>
          <p:cNvSpPr/>
          <p:nvPr/>
        </p:nvSpPr>
        <p:spPr>
          <a:xfrm>
            <a:off x="368016" y="5643325"/>
            <a:ext cx="3415922" cy="83991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400"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21" name="Rectángulo 69"/>
          <p:cNvSpPr/>
          <p:nvPr/>
        </p:nvSpPr>
        <p:spPr>
          <a:xfrm>
            <a:off x="4328779" y="5276188"/>
            <a:ext cx="3416400" cy="338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Modelo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Verde (Bens </a:t>
            </a: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Im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óveis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) - 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Inputs</a:t>
            </a:r>
          </a:p>
        </p:txBody>
      </p:sp>
      <p:sp>
        <p:nvSpPr>
          <p:cNvPr id="222" name="Rectángulo 69">
            <a:extLst>
              <a:ext uri="{FF2B5EF4-FFF2-40B4-BE49-F238E27FC236}">
                <a16:creationId xmlns:a16="http://schemas.microsoft.com/office/drawing/2014/main" id="{678C7525-3676-55F7-894B-B59CC04191BB}"/>
              </a:ext>
            </a:extLst>
          </p:cNvPr>
          <p:cNvSpPr/>
          <p:nvPr/>
        </p:nvSpPr>
        <p:spPr>
          <a:xfrm>
            <a:off x="368017" y="5276188"/>
            <a:ext cx="3415922" cy="34000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Inputs 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c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orporativos</a:t>
            </a:r>
            <a:endParaRPr kumimoji="0" lang="en-GB" sz="1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223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66" y="5947830"/>
            <a:ext cx="2957034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en-US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Physical risk</a:t>
            </a:r>
            <a:endParaRPr lang="pt-BR" altLang="pt-PT" sz="1200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224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553" y="5795428"/>
            <a:ext cx="2955600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pt-BR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modesg_inp_emss_bens_imoveis</a:t>
            </a:r>
          </a:p>
        </p:txBody>
      </p:sp>
      <p:sp>
        <p:nvSpPr>
          <p:cNvPr id="225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553" y="6121402"/>
            <a:ext cx="2955600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pt-BR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modesg_inp_risco_fisico</a:t>
            </a:r>
          </a:p>
        </p:txBody>
      </p:sp>
      <p:sp>
        <p:nvSpPr>
          <p:cNvPr id="226" name="Rectángulo 68">
            <a:extLst>
              <a:ext uri="{FF2B5EF4-FFF2-40B4-BE49-F238E27FC236}">
                <a16:creationId xmlns:a16="http://schemas.microsoft.com/office/drawing/2014/main" id="{8CB6396F-EC2E-0E2B-3391-D8663682C505}"/>
              </a:ext>
            </a:extLst>
          </p:cNvPr>
          <p:cNvSpPr/>
          <p:nvPr/>
        </p:nvSpPr>
        <p:spPr>
          <a:xfrm>
            <a:off x="8270768" y="5643326"/>
            <a:ext cx="3415922" cy="851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400">
              <a:defRPr/>
            </a:pPr>
            <a:endParaRPr kumimoji="0" lang="es-E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227" name="Rectángulo 69"/>
          <p:cNvSpPr/>
          <p:nvPr/>
        </p:nvSpPr>
        <p:spPr>
          <a:xfrm>
            <a:off x="8270768" y="5276188"/>
            <a:ext cx="3416400" cy="338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Modelo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 Verde (Bens </a:t>
            </a: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Imóveis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)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- </a:t>
            </a:r>
            <a:r>
              <a:rPr kumimoji="0" lang="en-GB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Output</a:t>
            </a:r>
          </a:p>
        </p:txBody>
      </p:sp>
      <p:sp>
        <p:nvSpPr>
          <p:cNvPr id="228" name="Rectangle 32">
            <a:extLst>
              <a:ext uri="{FF2B5EF4-FFF2-40B4-BE49-F238E27FC236}">
                <a16:creationId xmlns:a16="http://schemas.microsoft.com/office/drawing/2014/main" id="{AEB935D8-3F18-958E-71EE-45278281F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2101" y="5953653"/>
            <a:ext cx="2713256" cy="230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>
              <a:defRPr/>
            </a:pPr>
            <a:r>
              <a:rPr lang="pt-BR" altLang="pt-PT" sz="1200" dirty="0">
                <a:solidFill>
                  <a:prstClr val="black"/>
                </a:solidFill>
                <a:latin typeface="Santander Text" panose="020B0504020201020104" pitchFamily="34" charset="0"/>
              </a:rPr>
              <a:t>modesg_out_bens_imoveis</a:t>
            </a:r>
          </a:p>
        </p:txBody>
      </p:sp>
      <p:grpSp>
        <p:nvGrpSpPr>
          <p:cNvPr id="229" name="Group 228"/>
          <p:cNvGrpSpPr/>
          <p:nvPr/>
        </p:nvGrpSpPr>
        <p:grpSpPr>
          <a:xfrm>
            <a:off x="3740582" y="5949107"/>
            <a:ext cx="588196" cy="312799"/>
            <a:chOff x="3740581" y="4615607"/>
            <a:chExt cx="588196" cy="312799"/>
          </a:xfrm>
        </p:grpSpPr>
        <p:cxnSp>
          <p:nvCxnSpPr>
            <p:cNvPr id="230" name="Elbow Connector 229"/>
            <p:cNvCxnSpPr/>
            <p:nvPr/>
          </p:nvCxnSpPr>
          <p:spPr>
            <a:xfrm>
              <a:off x="3740581" y="4768205"/>
              <a:ext cx="588196" cy="160201"/>
            </a:xfrm>
            <a:prstGeom prst="bentConnector3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Elbow Connector 230"/>
            <p:cNvCxnSpPr/>
            <p:nvPr/>
          </p:nvCxnSpPr>
          <p:spPr>
            <a:xfrm flipV="1">
              <a:off x="3740581" y="4615607"/>
              <a:ext cx="588196" cy="11793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436E1DC-2410-AEB2-BBA9-B77C45A5F7E1}"/>
              </a:ext>
            </a:extLst>
          </p:cNvPr>
          <p:cNvCxnSpPr>
            <a:cxnSpLocks/>
            <a:stCxn id="170" idx="3"/>
            <a:endCxn id="192" idx="1"/>
          </p:cNvCxnSpPr>
          <p:nvPr/>
        </p:nvCxnSpPr>
        <p:spPr>
          <a:xfrm>
            <a:off x="7735313" y="4707028"/>
            <a:ext cx="535454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1D3394-4614-B43B-E6C7-4EAE9023DCC7}"/>
              </a:ext>
            </a:extLst>
          </p:cNvPr>
          <p:cNvCxnSpPr>
            <a:cxnSpLocks/>
            <a:stCxn id="219" idx="3"/>
            <a:endCxn id="226" idx="1"/>
          </p:cNvCxnSpPr>
          <p:nvPr/>
        </p:nvCxnSpPr>
        <p:spPr>
          <a:xfrm>
            <a:off x="7735314" y="6069103"/>
            <a:ext cx="535454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54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44" imgH="446" progId="TCLayout.ActiveDocument.1">
                  <p:embed/>
                </p:oleObj>
              </mc:Choice>
              <mc:Fallback>
                <p:oleObj name="Diapositiva de think-cell" r:id="rId4" imgW="444" imgH="446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00000000-0008-0000-0000-0000B7000000}"/>
              </a:ext>
            </a:extLst>
          </p:cNvPr>
          <p:cNvGrpSpPr>
            <a:grpSpLocks noChangeAspect="1"/>
          </p:cNvGrpSpPr>
          <p:nvPr/>
        </p:nvGrpSpPr>
        <p:grpSpPr>
          <a:xfrm>
            <a:off x="350427" y="1179910"/>
            <a:ext cx="3452501" cy="884772"/>
            <a:chOff x="0" y="0"/>
            <a:chExt cx="3415923" cy="867636"/>
          </a:xfrm>
        </p:grpSpPr>
        <p:sp>
          <p:nvSpPr>
            <p:cNvPr id="43" name="Rectángulo 68">
              <a:extLst>
                <a:ext uri="{FF2B5EF4-FFF2-40B4-BE49-F238E27FC236}">
                  <a16:creationId xmlns:a16="http://schemas.microsoft.com/office/drawing/2014/main" id="{00000000-0008-0000-0000-0000D7000000}"/>
                </a:ext>
              </a:extLst>
            </p:cNvPr>
            <p:cNvSpPr/>
            <p:nvPr/>
          </p:nvSpPr>
          <p:spPr>
            <a:xfrm>
              <a:off x="0" y="367137"/>
              <a:ext cx="3415922" cy="5004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>
                <a:defRPr/>
              </a:pPr>
              <a:endParaRPr kumimoji="0" lang="es-ES" sz="1400" b="0" i="0" u="none" strike="noStrike" kern="120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4" name="Rectángulo 69">
              <a:extLst>
                <a:ext uri="{FF2B5EF4-FFF2-40B4-BE49-F238E27FC236}">
                  <a16:creationId xmlns:a16="http://schemas.microsoft.com/office/drawing/2014/main" id="{00000000-0008-0000-0000-0000D8000000}"/>
                </a:ext>
              </a:extLst>
            </p:cNvPr>
            <p:cNvSpPr/>
            <p:nvPr/>
          </p:nvSpPr>
          <p:spPr>
            <a:xfrm>
              <a:off x="1" y="0"/>
              <a:ext cx="3415922" cy="34000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1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Inputs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0000000-0008-0000-0000-0000D9000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444" y="501936"/>
              <a:ext cx="2957034" cy="2309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defRPr/>
              </a:pPr>
              <a:r>
                <a:rPr lang="en-US" altLang="pt-PT" sz="1200">
                  <a:solidFill>
                    <a:prstClr val="black"/>
                  </a:solidFill>
                  <a:latin typeface="Santander Text" panose="020B0504020201020104" pitchFamily="34" charset="0"/>
                </a:rPr>
                <a:t>SANTANDER_INMUEBLES (Gloval) </a:t>
              </a:r>
              <a:endParaRPr kumimoji="0" lang="pt-BR" altLang="pt-PT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0000000-0008-0000-0000-0000B8000000}"/>
              </a:ext>
            </a:extLst>
          </p:cNvPr>
          <p:cNvGrpSpPr>
            <a:grpSpLocks noChangeAspect="1"/>
          </p:cNvGrpSpPr>
          <p:nvPr/>
        </p:nvGrpSpPr>
        <p:grpSpPr>
          <a:xfrm>
            <a:off x="352350" y="2293056"/>
            <a:ext cx="3448654" cy="894572"/>
            <a:chOff x="1905" y="1081999"/>
            <a:chExt cx="3415923" cy="867636"/>
          </a:xfrm>
        </p:grpSpPr>
        <p:sp>
          <p:nvSpPr>
            <p:cNvPr id="40" name="Rectángulo 68">
              <a:extLst>
                <a:ext uri="{FF2B5EF4-FFF2-40B4-BE49-F238E27FC236}">
                  <a16:creationId xmlns:a16="http://schemas.microsoft.com/office/drawing/2014/main" id="{00000000-0008-0000-0000-0000D4000000}"/>
                </a:ext>
              </a:extLst>
            </p:cNvPr>
            <p:cNvSpPr/>
            <p:nvPr/>
          </p:nvSpPr>
          <p:spPr>
            <a:xfrm>
              <a:off x="1905" y="1449136"/>
              <a:ext cx="3415922" cy="5004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>
                <a:defRPr/>
              </a:pPr>
              <a:endParaRPr kumimoji="0" lang="es-ES" sz="1400" b="0" i="0" u="none" strike="noStrike" kern="120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1" name="Rectángulo 69">
              <a:extLst>
                <a:ext uri="{FF2B5EF4-FFF2-40B4-BE49-F238E27FC236}">
                  <a16:creationId xmlns:a16="http://schemas.microsoft.com/office/drawing/2014/main" id="{00000000-0008-0000-0000-0000D5000000}"/>
                </a:ext>
              </a:extLst>
            </p:cNvPr>
            <p:cNvSpPr/>
            <p:nvPr/>
          </p:nvSpPr>
          <p:spPr>
            <a:xfrm>
              <a:off x="1906" y="1081999"/>
              <a:ext cx="3415922" cy="34000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MUG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0000000-0008-0000-0000-0000D6000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349" y="1583935"/>
              <a:ext cx="2957034" cy="2309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defRPr/>
              </a:pPr>
              <a:r>
                <a:rPr lang="pt-BR" altLang="pt-PT" sz="1200">
                  <a:solidFill>
                    <a:prstClr val="black"/>
                  </a:solidFill>
                  <a:latin typeface="Santander Text" panose="020B0504020201020104" pitchFamily="34" charset="0"/>
                </a:rPr>
                <a:t>Bens Imóveis colaterizados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0000000-0008-0000-0000-0000B9000000}"/>
              </a:ext>
            </a:extLst>
          </p:cNvPr>
          <p:cNvGrpSpPr>
            <a:grpSpLocks noChangeAspect="1"/>
          </p:cNvGrpSpPr>
          <p:nvPr/>
        </p:nvGrpSpPr>
        <p:grpSpPr>
          <a:xfrm>
            <a:off x="352350" y="4789395"/>
            <a:ext cx="3448654" cy="888693"/>
            <a:chOff x="1905" y="3508488"/>
            <a:chExt cx="3415923" cy="867636"/>
          </a:xfrm>
        </p:grpSpPr>
        <p:sp>
          <p:nvSpPr>
            <p:cNvPr id="37" name="Rectángulo 68">
              <a:extLst>
                <a:ext uri="{FF2B5EF4-FFF2-40B4-BE49-F238E27FC236}">
                  <a16:creationId xmlns:a16="http://schemas.microsoft.com/office/drawing/2014/main" id="{00000000-0008-0000-0000-0000D1000000}"/>
                </a:ext>
              </a:extLst>
            </p:cNvPr>
            <p:cNvSpPr/>
            <p:nvPr/>
          </p:nvSpPr>
          <p:spPr>
            <a:xfrm>
              <a:off x="1905" y="3875625"/>
              <a:ext cx="3415922" cy="5004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>
                <a:defRPr/>
              </a:pPr>
              <a:endParaRPr kumimoji="0" lang="es-ES" sz="1400" b="0" i="0" u="none" strike="noStrike" kern="120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38" name="Rectángulo 69">
              <a:extLst>
                <a:ext uri="{FF2B5EF4-FFF2-40B4-BE49-F238E27FC236}">
                  <a16:creationId xmlns:a16="http://schemas.microsoft.com/office/drawing/2014/main" id="{00000000-0008-0000-0000-0000D2000000}"/>
                </a:ext>
              </a:extLst>
            </p:cNvPr>
            <p:cNvSpPr/>
            <p:nvPr/>
          </p:nvSpPr>
          <p:spPr>
            <a:xfrm>
              <a:off x="1906" y="3508488"/>
              <a:ext cx="3415922" cy="34000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IVT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0000000-0008-0000-0000-0000D3000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349" y="4010424"/>
              <a:ext cx="2957034" cy="2309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>
                <a:defRPr/>
              </a:pPr>
              <a:r>
                <a:rPr lang="pt-BR" altLang="pt-PT" sz="1200">
                  <a:solidFill>
                    <a:prstClr val="black"/>
                  </a:solidFill>
                  <a:latin typeface="Santander Text" panose="020B0504020201020104" pitchFamily="34" charset="0"/>
                </a:rPr>
                <a:t>Bens Imóveis adjudicados</a:t>
              </a:r>
              <a:r>
                <a:rPr lang="en-US" altLang="pt-PT" sz="1200">
                  <a:solidFill>
                    <a:prstClr val="black"/>
                  </a:solidFill>
                  <a:latin typeface="Santander Text" panose="020B0504020201020104" pitchFamily="34" charset="0"/>
                </a:rPr>
                <a:t> </a:t>
              </a:r>
              <a:endParaRPr kumimoji="0" lang="pt-BR" altLang="pt-PT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</p:grpSp>
      <p:sp>
        <p:nvSpPr>
          <p:cNvPr id="14" name="Rectángulo 69">
            <a:extLst>
              <a:ext uri="{FF2B5EF4-FFF2-40B4-BE49-F238E27FC236}">
                <a16:creationId xmlns:a16="http://schemas.microsoft.com/office/drawing/2014/main" id="{00000000-0008-0000-0000-0000BA000000}"/>
              </a:ext>
            </a:extLst>
          </p:cNvPr>
          <p:cNvSpPr>
            <a:spLocks noChangeAspect="1"/>
          </p:cNvSpPr>
          <p:nvPr/>
        </p:nvSpPr>
        <p:spPr>
          <a:xfrm>
            <a:off x="4368375" y="1179910"/>
            <a:ext cx="3445289" cy="35010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defRPr/>
            </a:pPr>
            <a:r>
              <a:rPr lang="en-GB" sz="1200" b="1">
                <a:solidFill>
                  <a:prstClr val="white"/>
                </a:solidFill>
                <a:latin typeface="Santander Text" panose="020B0504020201020104" pitchFamily="34" charset="0"/>
              </a:rPr>
              <a:t>Bens Imóveis - </a:t>
            </a:r>
            <a:r>
              <a:rPr lang="en-GB" sz="1200" b="1" i="1">
                <a:solidFill>
                  <a:prstClr val="white"/>
                </a:solidFill>
                <a:latin typeface="Santander Text" panose="020B0504020201020104" pitchFamily="34" charset="0"/>
              </a:rPr>
              <a:t>Inputs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000000-0008-0000-0000-0000BB000000}"/>
              </a:ext>
            </a:extLst>
          </p:cNvPr>
          <p:cNvGrpSpPr>
            <a:grpSpLocks noChangeAspect="1"/>
          </p:cNvGrpSpPr>
          <p:nvPr/>
        </p:nvGrpSpPr>
        <p:grpSpPr>
          <a:xfrm>
            <a:off x="4358898" y="1557616"/>
            <a:ext cx="3456346" cy="512245"/>
            <a:chOff x="3970426" y="367137"/>
            <a:chExt cx="3415922" cy="507437"/>
          </a:xfrm>
        </p:grpSpPr>
        <p:sp>
          <p:nvSpPr>
            <p:cNvPr id="35" name="Rectángulo 68">
              <a:extLst>
                <a:ext uri="{FF2B5EF4-FFF2-40B4-BE49-F238E27FC236}">
                  <a16:creationId xmlns:a16="http://schemas.microsoft.com/office/drawing/2014/main" id="{00000000-0008-0000-0000-0000CF000000}"/>
                </a:ext>
              </a:extLst>
            </p:cNvPr>
            <p:cNvSpPr/>
            <p:nvPr/>
          </p:nvSpPr>
          <p:spPr>
            <a:xfrm>
              <a:off x="3970426" y="367137"/>
              <a:ext cx="3415922" cy="5074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>
                <a:defRPr/>
              </a:pPr>
              <a:endParaRPr kumimoji="0" lang="es-ES" sz="1400" b="0" i="0" u="none" strike="noStrike" kern="120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0000000-0008-0000-0000-0000D0000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0587" y="505405"/>
              <a:ext cx="2955600" cy="2309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defRPr/>
              </a:pPr>
              <a:r>
                <a:rPr lang="pt-BR" altLang="pt-PT" sz="1200">
                  <a:solidFill>
                    <a:prstClr val="black"/>
                  </a:solidFill>
                  <a:latin typeface="Santander Text" panose="020B0504020201020104" pitchFamily="34" charset="0"/>
                </a:rPr>
                <a:t>cd_imv_inp_certif_estimativa</a:t>
              </a: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000000-0008-0000-0000-0000BC000000}"/>
              </a:ext>
            </a:extLst>
          </p:cNvPr>
          <p:cNvCxnSpPr>
            <a:cxnSpLocks noChangeAspect="1"/>
          </p:cNvCxnSpPr>
          <p:nvPr/>
        </p:nvCxnSpPr>
        <p:spPr>
          <a:xfrm>
            <a:off x="3774542" y="1807901"/>
            <a:ext cx="570311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0000000-0008-0000-0000-0000BD000000}"/>
              </a:ext>
            </a:extLst>
          </p:cNvPr>
          <p:cNvGrpSpPr>
            <a:grpSpLocks noChangeAspect="1"/>
          </p:cNvGrpSpPr>
          <p:nvPr/>
        </p:nvGrpSpPr>
        <p:grpSpPr>
          <a:xfrm>
            <a:off x="352350" y="3408164"/>
            <a:ext cx="3448654" cy="1160700"/>
            <a:chOff x="1905" y="2165903"/>
            <a:chExt cx="3415923" cy="1132031"/>
          </a:xfrm>
        </p:grpSpPr>
        <p:sp>
          <p:nvSpPr>
            <p:cNvPr id="31" name="Rectángulo 68">
              <a:extLst>
                <a:ext uri="{FF2B5EF4-FFF2-40B4-BE49-F238E27FC236}">
                  <a16:creationId xmlns:a16="http://schemas.microsoft.com/office/drawing/2014/main" id="{00000000-0008-0000-0000-0000CB000000}"/>
                </a:ext>
              </a:extLst>
            </p:cNvPr>
            <p:cNvSpPr/>
            <p:nvPr/>
          </p:nvSpPr>
          <p:spPr>
            <a:xfrm>
              <a:off x="1905" y="2533040"/>
              <a:ext cx="3415922" cy="7648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>
                <a:defRPr/>
              </a:pPr>
              <a:endParaRPr kumimoji="0" lang="es-ES" sz="1400" b="0" i="0" u="none" strike="noStrike" kern="120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32" name="Rectángulo 69">
              <a:extLst>
                <a:ext uri="{FF2B5EF4-FFF2-40B4-BE49-F238E27FC236}">
                  <a16:creationId xmlns:a16="http://schemas.microsoft.com/office/drawing/2014/main" id="{00000000-0008-0000-0000-0000CC000000}"/>
                </a:ext>
              </a:extLst>
            </p:cNvPr>
            <p:cNvSpPr/>
            <p:nvPr/>
          </p:nvSpPr>
          <p:spPr>
            <a:xfrm>
              <a:off x="1906" y="2165903"/>
              <a:ext cx="3415922" cy="34000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Aplicação GP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0000000-0008-0000-0000-0000CD000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349" y="2667839"/>
              <a:ext cx="2957034" cy="2309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defRPr/>
              </a:pPr>
              <a:r>
                <a:rPr lang="pt-BR" altLang="pt-PT" sz="1200">
                  <a:solidFill>
                    <a:prstClr val="black"/>
                  </a:solidFill>
                  <a:latin typeface="Santander Text" panose="020B0504020201020104" pitchFamily="34" charset="0"/>
                </a:rPr>
                <a:t>Bens exclusivamente financiados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0000000-0008-0000-0000-0000CE000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349" y="2982164"/>
              <a:ext cx="2957034" cy="2309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>
                <a:defRPr/>
              </a:pPr>
              <a:r>
                <a:rPr lang="en-US" altLang="pt-PT" sz="1200">
                  <a:solidFill>
                    <a:prstClr val="black"/>
                  </a:solidFill>
                  <a:latin typeface="Santander Text" panose="020B0504020201020104" pitchFamily="34" charset="0"/>
                </a:rPr>
                <a:t>Bens sobre empr. não hipotecários </a:t>
              </a:r>
              <a:endParaRPr kumimoji="0" lang="pt-BR" altLang="pt-PT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</p:grpSp>
      <p:sp>
        <p:nvSpPr>
          <p:cNvPr id="18" name="Rectángulo 69">
            <a:extLst>
              <a:ext uri="{FF2B5EF4-FFF2-40B4-BE49-F238E27FC236}">
                <a16:creationId xmlns:a16="http://schemas.microsoft.com/office/drawing/2014/main" id="{00000000-0008-0000-0000-0000BE000000}"/>
              </a:ext>
            </a:extLst>
          </p:cNvPr>
          <p:cNvSpPr>
            <a:spLocks noChangeAspect="1"/>
          </p:cNvSpPr>
          <p:nvPr/>
        </p:nvSpPr>
        <p:spPr>
          <a:xfrm>
            <a:off x="8390514" y="1179910"/>
            <a:ext cx="3445289" cy="35010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Bens imóveis - </a:t>
            </a:r>
            <a:r>
              <a:rPr kumimoji="0" lang="en-GB" sz="1200" b="1" i="1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Outputs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0000000-0008-0000-0000-0000BF000000}"/>
              </a:ext>
            </a:extLst>
          </p:cNvPr>
          <p:cNvGrpSpPr>
            <a:grpSpLocks noChangeAspect="1"/>
          </p:cNvGrpSpPr>
          <p:nvPr/>
        </p:nvGrpSpPr>
        <p:grpSpPr>
          <a:xfrm>
            <a:off x="8387150" y="1557616"/>
            <a:ext cx="3454423" cy="1797541"/>
            <a:chOff x="7960446" y="367137"/>
            <a:chExt cx="3415922" cy="1749149"/>
          </a:xfrm>
        </p:grpSpPr>
        <p:sp>
          <p:nvSpPr>
            <p:cNvPr id="24" name="Rectángulo 68">
              <a:extLst>
                <a:ext uri="{FF2B5EF4-FFF2-40B4-BE49-F238E27FC236}">
                  <a16:creationId xmlns:a16="http://schemas.microsoft.com/office/drawing/2014/main" id="{00000000-0008-0000-0000-0000C4000000}"/>
                </a:ext>
              </a:extLst>
            </p:cNvPr>
            <p:cNvSpPr/>
            <p:nvPr/>
          </p:nvSpPr>
          <p:spPr>
            <a:xfrm>
              <a:off x="7960446" y="367137"/>
              <a:ext cx="3415922" cy="17491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>
                <a:defRPr/>
              </a:pPr>
              <a:endParaRPr kumimoji="0" lang="es-ES" sz="1400" b="0" i="0" u="none" strike="noStrike" kern="1200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0000000-0008-0000-0000-0000C5000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0607" y="493363"/>
              <a:ext cx="2955600" cy="2309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defRPr/>
              </a:pPr>
              <a:r>
                <a:rPr lang="pt-BR" altLang="pt-PT" sz="1200">
                  <a:solidFill>
                    <a:prstClr val="black"/>
                  </a:solidFill>
                  <a:latin typeface="Santander Text" panose="020B0504020201020104" pitchFamily="34" charset="0"/>
                </a:rPr>
                <a:t>cd_imv_out_bens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0000000-0008-0000-0000-0000C6000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0607" y="809812"/>
              <a:ext cx="2955600" cy="2309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defRPr/>
              </a:pPr>
              <a:r>
                <a:rPr lang="pt-BR" altLang="pt-PT" sz="1200">
                  <a:solidFill>
                    <a:prstClr val="black"/>
                  </a:solidFill>
                  <a:latin typeface="Santander Text" panose="020B0504020201020104" pitchFamily="34" charset="0"/>
                </a:rPr>
                <a:t>cd_imv_out_certif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0000000-0008-0000-0000-0000C7000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0607" y="1126261"/>
              <a:ext cx="2955600" cy="2309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914400">
                <a:defRPr/>
              </a:pPr>
              <a:r>
                <a:rPr lang="pt-BR" altLang="pt-PT" sz="1200">
                  <a:solidFill>
                    <a:prstClr val="black"/>
                  </a:solidFill>
                  <a:latin typeface="Santander Text" panose="020B0504020201020104" pitchFamily="34" charset="0"/>
                </a:rPr>
                <a:t>cd_imv_out_prc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0000000-0008-0000-0000-0000C8000000}"/>
                </a:ext>
              </a:extLst>
            </p:cNvPr>
            <p:cNvGrpSpPr/>
            <p:nvPr/>
          </p:nvGrpSpPr>
          <p:grpSpPr>
            <a:xfrm>
              <a:off x="8190607" y="1442710"/>
              <a:ext cx="2955600" cy="547350"/>
              <a:chOff x="8190607" y="1442710"/>
              <a:chExt cx="2955600" cy="54735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0000000-0008-0000-0000-0000C9000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90607" y="1442710"/>
                <a:ext cx="2955600" cy="2309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pt-PT" sz="1200">
                    <a:solidFill>
                      <a:prstClr val="black"/>
                    </a:solidFill>
                    <a:latin typeface="Santander Text" panose="020B0504020201020104" pitchFamily="34" charset="0"/>
                  </a:rPr>
                  <a:t>cd_imv_out_trz_cred_prc</a:t>
                </a:r>
                <a:endParaRPr lang="pt-BR" altLang="pt-PT" sz="1200">
                  <a:solidFill>
                    <a:prstClr val="black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0000000-0008-0000-0000-0000CA000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90607" y="1759159"/>
                <a:ext cx="2955600" cy="2309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 defTabSz="914400">
                  <a:defRPr/>
                </a:pPr>
                <a:r>
                  <a:rPr lang="en-US" altLang="pt-PT" sz="1200">
                    <a:solidFill>
                      <a:prstClr val="black"/>
                    </a:solidFill>
                    <a:latin typeface="Santander Text" panose="020B0504020201020104" pitchFamily="34" charset="0"/>
                  </a:rPr>
                  <a:t>cd_imv_out_trz_prc_bens_imv</a:t>
                </a:r>
                <a:endParaRPr lang="pt-BR" altLang="pt-PT" sz="1200">
                  <a:solidFill>
                    <a:prstClr val="black"/>
                  </a:solidFill>
                  <a:latin typeface="Santander Text" panose="020B0504020201020104" pitchFamily="34" charset="0"/>
                </a:endParaRPr>
              </a:p>
            </p:txBody>
          </p:sp>
        </p:grpSp>
      </p:grpSp>
      <p:cxnSp>
        <p:nvCxnSpPr>
          <p:cNvPr id="20" name="Elbow Connector 96">
            <a:extLst>
              <a:ext uri="{FF2B5EF4-FFF2-40B4-BE49-F238E27FC236}">
                <a16:creationId xmlns:a16="http://schemas.microsoft.com/office/drawing/2014/main" id="{00000000-0008-0000-0000-0000C0000000}"/>
              </a:ext>
            </a:extLst>
          </p:cNvPr>
          <p:cNvCxnSpPr>
            <a:cxnSpLocks noChangeAspect="1"/>
            <a:stCxn id="40" idx="3"/>
            <a:endCxn id="24" idx="1"/>
          </p:cNvCxnSpPr>
          <p:nvPr/>
        </p:nvCxnSpPr>
        <p:spPr>
          <a:xfrm flipV="1">
            <a:off x="3801004" y="2456386"/>
            <a:ext cx="4586146" cy="46538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97">
            <a:extLst>
              <a:ext uri="{FF2B5EF4-FFF2-40B4-BE49-F238E27FC236}">
                <a16:creationId xmlns:a16="http://schemas.microsoft.com/office/drawing/2014/main" id="{00000000-0008-0000-0000-0000C1000000}"/>
              </a:ext>
            </a:extLst>
          </p:cNvPr>
          <p:cNvCxnSpPr>
            <a:cxnSpLocks noChangeAspect="1"/>
            <a:endCxn id="24" idx="1"/>
          </p:cNvCxnSpPr>
          <p:nvPr/>
        </p:nvCxnSpPr>
        <p:spPr>
          <a:xfrm flipV="1">
            <a:off x="3813147" y="2456386"/>
            <a:ext cx="4574003" cy="172489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98">
            <a:extLst>
              <a:ext uri="{FF2B5EF4-FFF2-40B4-BE49-F238E27FC236}">
                <a16:creationId xmlns:a16="http://schemas.microsoft.com/office/drawing/2014/main" id="{00000000-0008-0000-0000-0000C2000000}"/>
              </a:ext>
            </a:extLst>
          </p:cNvPr>
          <p:cNvCxnSpPr>
            <a:cxnSpLocks noChangeAspect="1"/>
            <a:endCxn id="24" idx="1"/>
          </p:cNvCxnSpPr>
          <p:nvPr/>
        </p:nvCxnSpPr>
        <p:spPr>
          <a:xfrm flipV="1">
            <a:off x="3815222" y="2456386"/>
            <a:ext cx="4571928" cy="296891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96">
            <a:extLst>
              <a:ext uri="{FF2B5EF4-FFF2-40B4-BE49-F238E27FC236}">
                <a16:creationId xmlns:a16="http://schemas.microsoft.com/office/drawing/2014/main" id="{00000000-0008-0000-0000-0000C3000000}"/>
              </a:ext>
            </a:extLst>
          </p:cNvPr>
          <p:cNvCxnSpPr>
            <a:cxnSpLocks/>
          </p:cNvCxnSpPr>
          <p:nvPr/>
        </p:nvCxnSpPr>
        <p:spPr>
          <a:xfrm>
            <a:off x="7837137" y="1792178"/>
            <a:ext cx="761211" cy="36275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237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313">
            <a:extLst>
              <a:ext uri="{FF2B5EF4-FFF2-40B4-BE49-F238E27FC236}">
                <a16:creationId xmlns:a16="http://schemas.microsoft.com/office/drawing/2014/main" id="{E39C4E8B-FE4C-50F6-0BF2-2244C2690EE0}"/>
              </a:ext>
            </a:extLst>
          </p:cNvPr>
          <p:cNvSpPr txBox="1"/>
          <p:nvPr/>
        </p:nvSpPr>
        <p:spPr>
          <a:xfrm>
            <a:off x="10742400" y="4956165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2" name="Retângulo 8">
            <a:extLst>
              <a:ext uri="{FF2B5EF4-FFF2-40B4-BE49-F238E27FC236}">
                <a16:creationId xmlns:a16="http://schemas.microsoft.com/office/drawing/2014/main" id="{98869449-9511-BE6B-9BF7-CF6590E7F065}"/>
              </a:ext>
            </a:extLst>
          </p:cNvPr>
          <p:cNvSpPr/>
          <p:nvPr/>
        </p:nvSpPr>
        <p:spPr>
          <a:xfrm>
            <a:off x="2628185" y="2456982"/>
            <a:ext cx="7957729" cy="3569750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37" name="Retângulo 139">
            <a:extLst>
              <a:ext uri="{FF2B5EF4-FFF2-40B4-BE49-F238E27FC236}">
                <a16:creationId xmlns:a16="http://schemas.microsoft.com/office/drawing/2014/main" id="{680D3C33-B997-9659-57A2-0545205FEF35}"/>
              </a:ext>
            </a:extLst>
          </p:cNvPr>
          <p:cNvSpPr/>
          <p:nvPr/>
        </p:nvSpPr>
        <p:spPr>
          <a:xfrm>
            <a:off x="2839918" y="3358245"/>
            <a:ext cx="2448000" cy="1007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Contrato Origem </a:t>
            </a:r>
            <a:r>
              <a:rPr kumimoji="0" lang="pt-PT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(cempresp_orig… ckrefresp_orig)</a:t>
            </a: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Processo Origem </a:t>
            </a:r>
            <a:r>
              <a:rPr kumimoji="0" lang="pt-PT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(cempresa_orig … comp_id_gar_orig)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Bem. Origem </a:t>
            </a:r>
            <a:r>
              <a:rPr kumimoji="0" lang="pt-PT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(cempbem_orig… ckrefbem_orig)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Contrato Dest </a:t>
            </a:r>
            <a:r>
              <a:rPr kumimoji="0" lang="pt-PT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(cempresa_dest… zdeposit_dest)</a:t>
            </a:r>
            <a:endParaRPr kumimoji="0" lang="pt-PT" sz="700" b="0" i="0" u="none" strike="noStrike" kern="1200" cap="none" spc="0" normalizeH="0" baseline="3000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Processo Dest </a:t>
            </a:r>
            <a:r>
              <a:rPr kumimoji="0" lang="pt-PT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(cbalcao_dest… </a:t>
            </a:r>
            <a:r>
              <a:rPr kumimoji="0" lang="pt-PT" sz="7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cisin</a:t>
            </a:r>
            <a:r>
              <a:rPr kumimoji="0" lang="pt-PT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Bem Dest </a:t>
            </a:r>
            <a:r>
              <a:rPr kumimoji="0" lang="pt-PT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(ckbalbem_dest… ckrefbem_dest)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Data </a:t>
            </a:r>
            <a:r>
              <a:rPr kumimoji="0" lang="pt-PT" sz="7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(ref_date)</a:t>
            </a:r>
            <a:endParaRPr kumimoji="0" lang="pt-PT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50" name="Retângulo 8">
            <a:extLst>
              <a:ext uri="{FF2B5EF4-FFF2-40B4-BE49-F238E27FC236}">
                <a16:creationId xmlns:a16="http://schemas.microsoft.com/office/drawing/2014/main" id="{97B8F0A7-8CBA-9317-82C3-7C018F5D188E}"/>
              </a:ext>
            </a:extLst>
          </p:cNvPr>
          <p:cNvSpPr/>
          <p:nvPr/>
        </p:nvSpPr>
        <p:spPr>
          <a:xfrm>
            <a:off x="191366" y="1551538"/>
            <a:ext cx="2184476" cy="510124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51" name="CuadroTexto 86">
            <a:extLst>
              <a:ext uri="{FF2B5EF4-FFF2-40B4-BE49-F238E27FC236}">
                <a16:creationId xmlns:a16="http://schemas.microsoft.com/office/drawing/2014/main" id="{0B79E52D-132C-59F7-9CEF-56CC65EF7C45}"/>
              </a:ext>
            </a:extLst>
          </p:cNvPr>
          <p:cNvSpPr txBox="1"/>
          <p:nvPr/>
        </p:nvSpPr>
        <p:spPr>
          <a:xfrm>
            <a:off x="191365" y="1592004"/>
            <a:ext cx="1570016" cy="48178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1 - Módulo Base </a:t>
            </a:r>
          </a:p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de </a:t>
            </a:r>
            <a:r>
              <a:rPr kumimoji="0" lang="pt-PT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Garantias</a:t>
            </a:r>
          </a:p>
        </p:txBody>
      </p:sp>
      <p:sp>
        <p:nvSpPr>
          <p:cNvPr id="233" name="Retângulo 8">
            <a:extLst>
              <a:ext uri="{FF2B5EF4-FFF2-40B4-BE49-F238E27FC236}">
                <a16:creationId xmlns:a16="http://schemas.microsoft.com/office/drawing/2014/main" id="{CFA42483-BB22-4FFF-F649-76D287641E93}"/>
              </a:ext>
            </a:extLst>
          </p:cNvPr>
          <p:cNvSpPr/>
          <p:nvPr/>
        </p:nvSpPr>
        <p:spPr>
          <a:xfrm>
            <a:off x="191365" y="2455538"/>
            <a:ext cx="2184476" cy="1882587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E7264D-BD18-FA0A-06E6-BA591E428F7D}"/>
              </a:ext>
            </a:extLst>
          </p:cNvPr>
          <p:cNvGrpSpPr/>
          <p:nvPr/>
        </p:nvGrpSpPr>
        <p:grpSpPr>
          <a:xfrm>
            <a:off x="335294" y="3235558"/>
            <a:ext cx="1872000" cy="1006299"/>
            <a:chOff x="3119517" y="2085492"/>
            <a:chExt cx="2232495" cy="1006299"/>
          </a:xfrm>
        </p:grpSpPr>
        <p:sp>
          <p:nvSpPr>
            <p:cNvPr id="35" name="Retângulo 139">
              <a:extLst>
                <a:ext uri="{FF2B5EF4-FFF2-40B4-BE49-F238E27FC236}">
                  <a16:creationId xmlns:a16="http://schemas.microsoft.com/office/drawing/2014/main" id="{FC4A5521-AF90-53D3-5580-0ADE96F3C235}"/>
                </a:ext>
              </a:extLst>
            </p:cNvPr>
            <p:cNvSpPr/>
            <p:nvPr/>
          </p:nvSpPr>
          <p:spPr>
            <a:xfrm>
              <a:off x="3119518" y="2401886"/>
              <a:ext cx="2232494" cy="6899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Contrato 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(cempresp… ckrefresp)</a:t>
              </a:r>
              <a:endPara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Processo 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(cempresa… comp_id_gar)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Bem 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(cempbem… ckrefbem)</a:t>
              </a: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Data 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(ref_date)</a:t>
              </a:r>
              <a:endPara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31B072-CD44-D2DB-AF27-CAACB0A0C6A7}"/>
                </a:ext>
              </a:extLst>
            </p:cNvPr>
            <p:cNvSpPr/>
            <p:nvPr/>
          </p:nvSpPr>
          <p:spPr>
            <a:xfrm>
              <a:off x="3119517" y="2085492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(GT) Créditos, Processos e Bens </a:t>
              </a: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(gt018)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21564D2-5BB4-0175-1CFF-CF588C5A34C5}"/>
              </a:ext>
            </a:extLst>
          </p:cNvPr>
          <p:cNvSpPr/>
          <p:nvPr/>
        </p:nvSpPr>
        <p:spPr>
          <a:xfrm>
            <a:off x="2853384" y="2935461"/>
            <a:ext cx="2580509" cy="423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(GT) </a:t>
            </a:r>
            <a:r>
              <a:rPr kumimoji="0" lang="pt-PT" sz="1050" b="1" i="0" u="none" strike="noStrike" kern="1200" cap="none" spc="0" normalizeH="0" baseline="0" noProof="0" err="1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Rosetta</a:t>
            </a:r>
            <a:r>
              <a:rPr kumimoji="0" lang="pt-PT" sz="105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Garantias VS Interface BDR e IFRS9 </a:t>
            </a: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(</a:t>
            </a:r>
            <a:r>
              <a:rPr kumimoji="0" lang="pt-PT" sz="900" b="0" i="0" u="none" strike="noStrike" kern="1200" cap="none" spc="0" normalizeH="0" baseline="0" noProof="0" err="1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kt_chaves_intrf_grts_biyr_bem</a:t>
            </a: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)</a:t>
            </a:r>
          </a:p>
        </p:txBody>
      </p:sp>
      <p:cxnSp>
        <p:nvCxnSpPr>
          <p:cNvPr id="21" name="Conexão em ângulos retos 186">
            <a:extLst>
              <a:ext uri="{FF2B5EF4-FFF2-40B4-BE49-F238E27FC236}">
                <a16:creationId xmlns:a16="http://schemas.microsoft.com/office/drawing/2014/main" id="{632AFC2B-ECB8-B292-96C8-8C3366BDD465}"/>
              </a:ext>
            </a:extLst>
          </p:cNvPr>
          <p:cNvCxnSpPr>
            <a:cxnSpLocks/>
            <a:stCxn id="237" idx="1"/>
            <a:endCxn id="235" idx="3"/>
          </p:cNvCxnSpPr>
          <p:nvPr/>
        </p:nvCxnSpPr>
        <p:spPr>
          <a:xfrm rot="10800000" flipV="1">
            <a:off x="2216470" y="3447926"/>
            <a:ext cx="641625" cy="217915"/>
          </a:xfrm>
          <a:prstGeom prst="bentConnector3">
            <a:avLst>
              <a:gd name="adj1" fmla="val 42578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xão em ângulos retos 186">
            <a:extLst>
              <a:ext uri="{FF2B5EF4-FFF2-40B4-BE49-F238E27FC236}">
                <a16:creationId xmlns:a16="http://schemas.microsoft.com/office/drawing/2014/main" id="{9D66B6B9-2F01-1AFB-C5C4-28AFED1921B7}"/>
              </a:ext>
            </a:extLst>
          </p:cNvPr>
          <p:cNvCxnSpPr>
            <a:cxnSpLocks/>
            <a:stCxn id="248" idx="1"/>
            <a:endCxn id="246" idx="3"/>
          </p:cNvCxnSpPr>
          <p:nvPr/>
        </p:nvCxnSpPr>
        <p:spPr>
          <a:xfrm rot="10800000" flipV="1">
            <a:off x="2209682" y="3583496"/>
            <a:ext cx="649561" cy="21835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xão em ângulos retos 186">
            <a:extLst>
              <a:ext uri="{FF2B5EF4-FFF2-40B4-BE49-F238E27FC236}">
                <a16:creationId xmlns:a16="http://schemas.microsoft.com/office/drawing/2014/main" id="{DA040AA6-8BDC-4841-BBBD-36120E6ADFBF}"/>
              </a:ext>
            </a:extLst>
          </p:cNvPr>
          <p:cNvCxnSpPr>
            <a:cxnSpLocks/>
            <a:stCxn id="250" idx="1"/>
            <a:endCxn id="252" idx="3"/>
          </p:cNvCxnSpPr>
          <p:nvPr/>
        </p:nvCxnSpPr>
        <p:spPr>
          <a:xfrm rot="10800000" flipV="1">
            <a:off x="2215028" y="3725211"/>
            <a:ext cx="643066" cy="213551"/>
          </a:xfrm>
          <a:prstGeom prst="bentConnector3">
            <a:avLst>
              <a:gd name="adj1" fmla="val 58147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3D4F678-24EB-835B-E896-1DBA2A1B1470}"/>
              </a:ext>
            </a:extLst>
          </p:cNvPr>
          <p:cNvGrpSpPr/>
          <p:nvPr/>
        </p:nvGrpSpPr>
        <p:grpSpPr>
          <a:xfrm>
            <a:off x="5433894" y="3452686"/>
            <a:ext cx="1584001" cy="782974"/>
            <a:chOff x="6004516" y="5265502"/>
            <a:chExt cx="1584001" cy="782974"/>
          </a:xfrm>
        </p:grpSpPr>
        <p:sp>
          <p:nvSpPr>
            <p:cNvPr id="30" name="Retângulo 139">
              <a:extLst>
                <a:ext uri="{FF2B5EF4-FFF2-40B4-BE49-F238E27FC236}">
                  <a16:creationId xmlns:a16="http://schemas.microsoft.com/office/drawing/2014/main" id="{32EBA3D9-FA7B-075D-6287-0C7F3058F720}"/>
                </a:ext>
              </a:extLst>
            </p:cNvPr>
            <p:cNvSpPr/>
            <p:nvPr/>
          </p:nvSpPr>
          <p:spPr>
            <a:xfrm>
              <a:off x="6004517" y="5562476"/>
              <a:ext cx="1584000" cy="48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Contrato 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(cempresa… zdeposit)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Bem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 (cklbalbem… ckrefbem)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Data 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(ref_date)</a:t>
              </a:r>
              <a:endPara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B73DCA1-DFF7-8349-C133-BD0C6D0D6876}"/>
                </a:ext>
              </a:extLst>
            </p:cNvPr>
            <p:cNvSpPr/>
            <p:nvPr/>
          </p:nvSpPr>
          <p:spPr>
            <a:xfrm>
              <a:off x="6004516" y="5265502"/>
              <a:ext cx="1584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(GT) </a:t>
              </a:r>
              <a:r>
                <a:rPr kumimoji="0" lang="pt-PT" sz="105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Output</a:t>
              </a:r>
              <a:r>
                <a:rPr kumimoji="0" lang="pt-PT" sz="105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 - Contratos e Bens </a:t>
              </a: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(gt019)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8C760DF-BF0F-7850-4A91-D9F9E1CF9CBC}"/>
              </a:ext>
            </a:extLst>
          </p:cNvPr>
          <p:cNvGrpSpPr/>
          <p:nvPr/>
        </p:nvGrpSpPr>
        <p:grpSpPr>
          <a:xfrm>
            <a:off x="7162643" y="3449611"/>
            <a:ext cx="1588651" cy="786049"/>
            <a:chOff x="6004516" y="5265502"/>
            <a:chExt cx="1588651" cy="786049"/>
          </a:xfrm>
        </p:grpSpPr>
        <p:sp>
          <p:nvSpPr>
            <p:cNvPr id="37" name="Retângulo 139">
              <a:extLst>
                <a:ext uri="{FF2B5EF4-FFF2-40B4-BE49-F238E27FC236}">
                  <a16:creationId xmlns:a16="http://schemas.microsoft.com/office/drawing/2014/main" id="{278EF5D4-D4C2-35D8-CD4B-4B80E720AE98}"/>
                </a:ext>
              </a:extLst>
            </p:cNvPr>
            <p:cNvSpPr/>
            <p:nvPr/>
          </p:nvSpPr>
          <p:spPr>
            <a:xfrm>
              <a:off x="6009167" y="5565551"/>
              <a:ext cx="1584000" cy="48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Bem</a:t>
              </a:r>
              <a:r>
                <a: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 (cklbalbem… ckrefbem)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Data 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(ref_date)</a:t>
              </a:r>
              <a:endPara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4C1BAF5-C9F5-CD8E-FA2D-9D3B0AA9297F}"/>
                </a:ext>
              </a:extLst>
            </p:cNvPr>
            <p:cNvSpPr/>
            <p:nvPr/>
          </p:nvSpPr>
          <p:spPr>
            <a:xfrm>
              <a:off x="6004516" y="5265502"/>
              <a:ext cx="1584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(GT) </a:t>
              </a:r>
              <a:r>
                <a:rPr kumimoji="0" lang="pt-PT" sz="105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Output</a:t>
              </a:r>
              <a:r>
                <a:rPr kumimoji="0" lang="pt-PT" sz="105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 – Bens </a:t>
              </a: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(gt020)</a:t>
              </a:r>
            </a:p>
          </p:txBody>
        </p:sp>
      </p:grpSp>
      <p:cxnSp>
        <p:nvCxnSpPr>
          <p:cNvPr id="54" name="Conexão em ângulos retos 186">
            <a:extLst>
              <a:ext uri="{FF2B5EF4-FFF2-40B4-BE49-F238E27FC236}">
                <a16:creationId xmlns:a16="http://schemas.microsoft.com/office/drawing/2014/main" id="{7E51BF9F-909F-269D-68B9-57CB3F4C9F1D}"/>
              </a:ext>
            </a:extLst>
          </p:cNvPr>
          <p:cNvCxnSpPr>
            <a:cxnSpLocks/>
            <a:stCxn id="82" idx="1"/>
            <a:endCxn id="4" idx="3"/>
          </p:cNvCxnSpPr>
          <p:nvPr/>
        </p:nvCxnSpPr>
        <p:spPr>
          <a:xfrm rot="10800000" flipV="1">
            <a:off x="5306095" y="3869071"/>
            <a:ext cx="130791" cy="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xão em ângulos retos 186">
            <a:extLst>
              <a:ext uri="{FF2B5EF4-FFF2-40B4-BE49-F238E27FC236}">
                <a16:creationId xmlns:a16="http://schemas.microsoft.com/office/drawing/2014/main" id="{E4FAE60A-D165-7C31-7F87-FBA54B765BA8}"/>
              </a:ext>
            </a:extLst>
          </p:cNvPr>
          <p:cNvCxnSpPr>
            <a:cxnSpLocks/>
            <a:stCxn id="84" idx="1"/>
            <a:endCxn id="228" idx="3"/>
          </p:cNvCxnSpPr>
          <p:nvPr/>
        </p:nvCxnSpPr>
        <p:spPr>
          <a:xfrm rot="10800000">
            <a:off x="5305382" y="4007791"/>
            <a:ext cx="131531" cy="168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xão em ângulos retos 186">
            <a:extLst>
              <a:ext uri="{FF2B5EF4-FFF2-40B4-BE49-F238E27FC236}">
                <a16:creationId xmlns:a16="http://schemas.microsoft.com/office/drawing/2014/main" id="{B477DCB9-FD76-F518-CFE0-2B45822EB7A4}"/>
              </a:ext>
            </a:extLst>
          </p:cNvPr>
          <p:cNvCxnSpPr>
            <a:cxnSpLocks/>
            <a:stCxn id="90" idx="1"/>
            <a:endCxn id="84" idx="3"/>
          </p:cNvCxnSpPr>
          <p:nvPr/>
        </p:nvCxnSpPr>
        <p:spPr>
          <a:xfrm rot="10800000" flipV="1">
            <a:off x="7020912" y="3866849"/>
            <a:ext cx="147530" cy="14262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Marcador de texto 5">
            <a:extLst>
              <a:ext uri="{FF2B5EF4-FFF2-40B4-BE49-F238E27FC236}">
                <a16:creationId xmlns:a16="http://schemas.microsoft.com/office/drawing/2014/main" id="{3B11D00A-224C-C60B-44E2-8EA37AC51410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2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Modelo Relacional - Modelo Único de Garantias </a:t>
            </a: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| 3 – Interfaces para a BDR e IFRS9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AE67417-E7DD-70AD-68E0-3CFC1317BE0B}"/>
              </a:ext>
            </a:extLst>
          </p:cNvPr>
          <p:cNvSpPr/>
          <p:nvPr/>
        </p:nvSpPr>
        <p:spPr>
          <a:xfrm>
            <a:off x="554400" y="615599"/>
            <a:ext cx="11160000" cy="8130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Este módulo </a:t>
            </a:r>
            <a:r>
              <a:rPr kumimoji="0" lang="pt-PT" sz="1000" b="0" i="0" u="sng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não</a:t>
            </a:r>
            <a:r>
              <a: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é um módulo do MUG, mas sim os interfaces de output para cada caso de uso, neste caso para a BDR e IFRS9. É atualmente composto por </a:t>
            </a:r>
            <a:r>
              <a:rPr kumimoji="0" lang="pt-PT" sz="1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3 tabelas de </a:t>
            </a:r>
            <a:r>
              <a:rPr kumimoji="0" lang="pt-PT" sz="10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output</a:t>
            </a:r>
            <a:r>
              <a:rPr kumimoji="0" lang="pt-PT" sz="1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que servem para adaptar os dados de responsabilidades e garantias dos outros dois módulos ao formato de interface necessário a ser enviado para as </a:t>
            </a:r>
            <a:r>
              <a:rPr kumimoji="0" lang="pt-PT" sz="1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aplicações BDR e IFRS9</a:t>
            </a:r>
            <a:r>
              <a: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. Estas tabelas geram, depois e respetivamente, 3 e 6 tabelas </a:t>
            </a:r>
            <a:r>
              <a:rPr kumimoji="0" lang="pt-PT" sz="1000" b="0" i="1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views</a:t>
            </a:r>
            <a:r>
              <a:rPr kumimoji="0" lang="pt-PT" sz="10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com o formato exato e final para exportar para a aplicação IFRS9 e BDR. A granularidade dos interfaces está alinhada com a da BDR e da IFRS9 (ao nível do processo) pelo que é um pouco mais agregado do que a granularidade máxima do MUG (ao nível do bem). Para assegurar a rastreabilidade total entre os módulos, bem como com os casos de uso - quando as chaves não sejam diretas -, inclui-se uma tabela </a:t>
            </a:r>
            <a:r>
              <a:rPr kumimoji="0" lang="pt-PT" sz="10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Rosetta</a:t>
            </a:r>
            <a:r>
              <a: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entre o MUG e as tabelas de interface, e ainda um </a:t>
            </a:r>
            <a:r>
              <a:rPr kumimoji="0" lang="pt-PT" sz="10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Rosetta</a:t>
            </a:r>
            <a:r>
              <a: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entre o MUG e a tabela de garantias da BDR.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21912F-32B0-B6FF-F333-1BE21CE7C264}"/>
              </a:ext>
            </a:extLst>
          </p:cNvPr>
          <p:cNvSpPr txBox="1"/>
          <p:nvPr/>
        </p:nvSpPr>
        <p:spPr>
          <a:xfrm>
            <a:off x="2649341" y="2517921"/>
            <a:ext cx="2995470" cy="28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3 - Interfaces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para BDR e IFRS9</a:t>
            </a:r>
            <a:endParaRPr kumimoji="0" lang="pt-PT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26" name="CaixaDeTexto 251">
            <a:extLst>
              <a:ext uri="{FF2B5EF4-FFF2-40B4-BE49-F238E27FC236}">
                <a16:creationId xmlns:a16="http://schemas.microsoft.com/office/drawing/2014/main" id="{7F19D6FA-FEF0-69D5-679C-2DDBD35FB818}"/>
              </a:ext>
            </a:extLst>
          </p:cNvPr>
          <p:cNvSpPr txBox="1"/>
          <p:nvPr/>
        </p:nvSpPr>
        <p:spPr>
          <a:xfrm>
            <a:off x="250216" y="6382517"/>
            <a:ext cx="305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GT:</a:t>
            </a: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gerado pelos módulos Garantias ou pelos Interfaces do MUG.</a:t>
            </a: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       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PA:</a:t>
            </a: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parametrização.</a:t>
            </a:r>
          </a:p>
        </p:txBody>
      </p:sp>
      <p:sp>
        <p:nvSpPr>
          <p:cNvPr id="27" name="CaixaDeTexto 251">
            <a:extLst>
              <a:ext uri="{FF2B5EF4-FFF2-40B4-BE49-F238E27FC236}">
                <a16:creationId xmlns:a16="http://schemas.microsoft.com/office/drawing/2014/main" id="{D5F6BA4B-E388-6A67-6F8B-A7376F047077}"/>
              </a:ext>
            </a:extLst>
          </p:cNvPr>
          <p:cNvSpPr txBox="1"/>
          <p:nvPr/>
        </p:nvSpPr>
        <p:spPr>
          <a:xfrm>
            <a:off x="250216" y="6216135"/>
            <a:ext cx="815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Legenda: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CA0E4593-0F26-F9BA-A21E-3CFEEBEBF2C2}"/>
              </a:ext>
            </a:extLst>
          </p:cNvPr>
          <p:cNvSpPr txBox="1"/>
          <p:nvPr/>
        </p:nvSpPr>
        <p:spPr>
          <a:xfrm>
            <a:off x="2857381" y="3915457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14D0500E-8230-C9AB-CCAB-EE6ACC4F47AF}"/>
              </a:ext>
            </a:extLst>
          </p:cNvPr>
          <p:cNvSpPr txBox="1"/>
          <p:nvPr/>
        </p:nvSpPr>
        <p:spPr>
          <a:xfrm>
            <a:off x="2860693" y="4239413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8678000A-C5DB-7B0B-09DB-DFDB3F2924B6}"/>
              </a:ext>
            </a:extLst>
          </p:cNvPr>
          <p:cNvSpPr txBox="1"/>
          <p:nvPr/>
        </p:nvSpPr>
        <p:spPr>
          <a:xfrm>
            <a:off x="185015" y="2480440"/>
            <a:ext cx="1918666" cy="680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2 - Módulo Relação Responsabilidades e Garantias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0F29EA1-34BE-C02E-DC59-939F2FD59B3A}"/>
              </a:ext>
            </a:extLst>
          </p:cNvPr>
          <p:cNvSpPr txBox="1"/>
          <p:nvPr/>
        </p:nvSpPr>
        <p:spPr>
          <a:xfrm>
            <a:off x="344469" y="3573509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7DA29B63-1564-4087-7A30-67C5408683ED}"/>
              </a:ext>
            </a:extLst>
          </p:cNvPr>
          <p:cNvSpPr txBox="1"/>
          <p:nvPr/>
        </p:nvSpPr>
        <p:spPr>
          <a:xfrm>
            <a:off x="2858094" y="3355594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551FEFCE-3D37-E106-0FE3-2ADC32A6B3C6}"/>
              </a:ext>
            </a:extLst>
          </p:cNvPr>
          <p:cNvSpPr txBox="1"/>
          <p:nvPr/>
        </p:nvSpPr>
        <p:spPr>
          <a:xfrm>
            <a:off x="337681" y="3709515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6D20724-57FA-941C-0AFD-F671714E4C6A}"/>
              </a:ext>
            </a:extLst>
          </p:cNvPr>
          <p:cNvSpPr txBox="1"/>
          <p:nvPr/>
        </p:nvSpPr>
        <p:spPr>
          <a:xfrm>
            <a:off x="2859242" y="3491164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E898954A-38E7-2A45-1740-2DF7A7856734}"/>
              </a:ext>
            </a:extLst>
          </p:cNvPr>
          <p:cNvSpPr txBox="1"/>
          <p:nvPr/>
        </p:nvSpPr>
        <p:spPr>
          <a:xfrm>
            <a:off x="2858094" y="3632879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DCA2F7BB-56CB-B2B9-D48B-843DE1209F06}"/>
              </a:ext>
            </a:extLst>
          </p:cNvPr>
          <p:cNvSpPr txBox="1"/>
          <p:nvPr/>
        </p:nvSpPr>
        <p:spPr>
          <a:xfrm>
            <a:off x="343028" y="3846430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cxnSp>
        <p:nvCxnSpPr>
          <p:cNvPr id="41" name="Conexão em ângulos retos 206">
            <a:extLst>
              <a:ext uri="{FF2B5EF4-FFF2-40B4-BE49-F238E27FC236}">
                <a16:creationId xmlns:a16="http://schemas.microsoft.com/office/drawing/2014/main" id="{84E28105-878B-AFF1-A0E6-C871BC5BED2C}"/>
              </a:ext>
            </a:extLst>
          </p:cNvPr>
          <p:cNvCxnSpPr>
            <a:cxnSpLocks/>
            <a:stCxn id="44" idx="0"/>
            <a:endCxn id="43" idx="0"/>
          </p:cNvCxnSpPr>
          <p:nvPr/>
        </p:nvCxnSpPr>
        <p:spPr>
          <a:xfrm rot="5400000" flipH="1" flipV="1">
            <a:off x="4284525" y="-558575"/>
            <a:ext cx="12700" cy="5956227"/>
          </a:xfrm>
          <a:prstGeom prst="bentConnector3">
            <a:avLst>
              <a:gd name="adj1" fmla="val 180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7850538-3000-8C9C-238C-BC4B22ECE84A}"/>
              </a:ext>
            </a:extLst>
          </p:cNvPr>
          <p:cNvSpPr txBox="1"/>
          <p:nvPr/>
        </p:nvSpPr>
        <p:spPr>
          <a:xfrm>
            <a:off x="7111760" y="2419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A57079-96E4-5178-2F43-4A5A199D385E}"/>
              </a:ext>
            </a:extLst>
          </p:cNvPr>
          <p:cNvSpPr txBox="1"/>
          <p:nvPr/>
        </p:nvSpPr>
        <p:spPr>
          <a:xfrm>
            <a:off x="1155533" y="2419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1F9F5D-2513-D7E7-4423-F5A4F5C4FA90}"/>
              </a:ext>
            </a:extLst>
          </p:cNvPr>
          <p:cNvSpPr txBox="1"/>
          <p:nvPr/>
        </p:nvSpPr>
        <p:spPr>
          <a:xfrm>
            <a:off x="2138129" y="1665905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cxnSp>
        <p:nvCxnSpPr>
          <p:cNvPr id="57" name="Conexão em ângulos retos 206">
            <a:extLst>
              <a:ext uri="{FF2B5EF4-FFF2-40B4-BE49-F238E27FC236}">
                <a16:creationId xmlns:a16="http://schemas.microsoft.com/office/drawing/2014/main" id="{1574D00F-CDE9-D684-8D15-BDAE831B60A3}"/>
              </a:ext>
            </a:extLst>
          </p:cNvPr>
          <p:cNvCxnSpPr>
            <a:cxnSpLocks/>
            <a:stCxn id="55" idx="3"/>
            <a:endCxn id="60" idx="0"/>
          </p:cNvCxnSpPr>
          <p:nvPr/>
        </p:nvCxnSpPr>
        <p:spPr>
          <a:xfrm>
            <a:off x="2439887" y="1850571"/>
            <a:ext cx="5281531" cy="568967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888E118-62BD-6FB0-C83F-42C473790F96}"/>
              </a:ext>
            </a:extLst>
          </p:cNvPr>
          <p:cNvSpPr txBox="1"/>
          <p:nvPr/>
        </p:nvSpPr>
        <p:spPr>
          <a:xfrm>
            <a:off x="7570539" y="2419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CA19699-13C6-F716-8608-4207F8E2AAFA}"/>
              </a:ext>
            </a:extLst>
          </p:cNvPr>
          <p:cNvSpPr txBox="1"/>
          <p:nvPr/>
        </p:nvSpPr>
        <p:spPr>
          <a:xfrm>
            <a:off x="506962" y="1771791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cxnSp>
        <p:nvCxnSpPr>
          <p:cNvPr id="72" name="Conexão em ângulos retos 206">
            <a:extLst>
              <a:ext uri="{FF2B5EF4-FFF2-40B4-BE49-F238E27FC236}">
                <a16:creationId xmlns:a16="http://schemas.microsoft.com/office/drawing/2014/main" id="{47C50375-EEC7-D167-41E1-359C93096A13}"/>
              </a:ext>
            </a:extLst>
          </p:cNvPr>
          <p:cNvCxnSpPr>
            <a:cxnSpLocks/>
            <a:stCxn id="66" idx="2"/>
            <a:endCxn id="79" idx="0"/>
          </p:cNvCxnSpPr>
          <p:nvPr/>
        </p:nvCxnSpPr>
        <p:spPr>
          <a:xfrm rot="16200000" flipH="1">
            <a:off x="518684" y="2280280"/>
            <a:ext cx="278415" cy="100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5F2ACCFC-D67B-5FFA-9D45-80A14E3C3E8B}"/>
              </a:ext>
            </a:extLst>
          </p:cNvPr>
          <p:cNvSpPr txBox="1"/>
          <p:nvPr/>
        </p:nvSpPr>
        <p:spPr>
          <a:xfrm>
            <a:off x="507062" y="2419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F713B5D-9DE0-DBC4-7506-FF4625A7E75B}"/>
              </a:ext>
            </a:extLst>
          </p:cNvPr>
          <p:cNvSpPr txBox="1"/>
          <p:nvPr/>
        </p:nvSpPr>
        <p:spPr>
          <a:xfrm>
            <a:off x="5436885" y="3776738"/>
            <a:ext cx="15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7BAF768-333F-D866-B128-8D68E0A9C383}"/>
              </a:ext>
            </a:extLst>
          </p:cNvPr>
          <p:cNvGrpSpPr/>
          <p:nvPr/>
        </p:nvGrpSpPr>
        <p:grpSpPr>
          <a:xfrm>
            <a:off x="8893845" y="3428509"/>
            <a:ext cx="1584001" cy="807151"/>
            <a:chOff x="6004516" y="5258468"/>
            <a:chExt cx="1584001" cy="807151"/>
          </a:xfrm>
        </p:grpSpPr>
        <p:sp>
          <p:nvSpPr>
            <p:cNvPr id="52" name="Retângulo 139">
              <a:extLst>
                <a:ext uri="{FF2B5EF4-FFF2-40B4-BE49-F238E27FC236}">
                  <a16:creationId xmlns:a16="http://schemas.microsoft.com/office/drawing/2014/main" id="{97CC7C10-173C-456C-907D-B066C2E9B68D}"/>
                </a:ext>
              </a:extLst>
            </p:cNvPr>
            <p:cNvSpPr/>
            <p:nvPr/>
          </p:nvSpPr>
          <p:spPr>
            <a:xfrm>
              <a:off x="6004517" y="5579619"/>
              <a:ext cx="1584000" cy="48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Bem</a:t>
              </a:r>
              <a:r>
                <a: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 (cklbalbem… ckrefbem)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Data 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(ref_date)</a:t>
              </a:r>
              <a:endPara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0B10C9F-D29C-9F2F-6BF6-DCCB8FF5393E}"/>
                </a:ext>
              </a:extLst>
            </p:cNvPr>
            <p:cNvSpPr/>
            <p:nvPr/>
          </p:nvSpPr>
          <p:spPr>
            <a:xfrm>
              <a:off x="6004516" y="5258468"/>
              <a:ext cx="1584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(GT) </a:t>
              </a:r>
              <a:r>
                <a:rPr kumimoji="0" lang="pt-PT" sz="105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Output</a:t>
              </a:r>
              <a:r>
                <a:rPr kumimoji="0" lang="pt-PT" sz="105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 – Bens </a:t>
              </a: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(gt021)</a:t>
              </a:r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B89552B7-0DCC-AF4C-93AC-422BAA0513B9}"/>
              </a:ext>
            </a:extLst>
          </p:cNvPr>
          <p:cNvGrpSpPr/>
          <p:nvPr/>
        </p:nvGrpSpPr>
        <p:grpSpPr>
          <a:xfrm>
            <a:off x="10779922" y="5237327"/>
            <a:ext cx="1310681" cy="722951"/>
            <a:chOff x="306222" y="4891908"/>
            <a:chExt cx="1310681" cy="722951"/>
          </a:xfrm>
        </p:grpSpPr>
        <p:sp>
          <p:nvSpPr>
            <p:cNvPr id="232" name="Rectangle: Diagonal Corners Rounded 231">
              <a:extLst>
                <a:ext uri="{FF2B5EF4-FFF2-40B4-BE49-F238E27FC236}">
                  <a16:creationId xmlns:a16="http://schemas.microsoft.com/office/drawing/2014/main" id="{50EF105B-6E36-7885-1172-4F88E198C170}"/>
                </a:ext>
              </a:extLst>
            </p:cNvPr>
            <p:cNvSpPr/>
            <p:nvPr/>
          </p:nvSpPr>
          <p:spPr>
            <a:xfrm>
              <a:off x="330013" y="5117627"/>
              <a:ext cx="1286890" cy="497232"/>
            </a:xfrm>
            <a:prstGeom prst="round2Diag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Contrato 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(s1emp, contra1)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Garantia 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(biengar1, </a:t>
              </a:r>
              <a:r>
                <a:rPr kumimoji="0" lang="pt-PT" sz="700" b="0" i="0" u="none" strike="noStrike" kern="1200" cap="none" spc="0" normalizeH="0" baseline="0" noProof="0" err="1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tip_gara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Data 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</a:t>
              </a:r>
              <a:r>
                <a:rPr kumimoji="0" lang="pt-PT" sz="700" b="0" i="0" u="none" strike="noStrike" kern="1200" cap="none" spc="0" normalizeH="0" baseline="0" noProof="0" err="1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feoperac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EF4507E1-9A7E-A199-3C7D-583ADD594C2D}"/>
                </a:ext>
              </a:extLst>
            </p:cNvPr>
            <p:cNvSpPr/>
            <p:nvPr/>
          </p:nvSpPr>
          <p:spPr>
            <a:xfrm>
              <a:off x="306222" y="4891908"/>
              <a:ext cx="1260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jm_garant_cto</a:t>
              </a: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48EEF8AD-37F5-FF5F-E4C1-9CDA786F3F5A}"/>
              </a:ext>
            </a:extLst>
          </p:cNvPr>
          <p:cNvSpPr txBox="1"/>
          <p:nvPr/>
        </p:nvSpPr>
        <p:spPr>
          <a:xfrm>
            <a:off x="10808823" y="5486047"/>
            <a:ext cx="1288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2E68CD3-BFB0-AEE7-82AF-78846D28D127}"/>
              </a:ext>
            </a:extLst>
          </p:cNvPr>
          <p:cNvSpPr txBox="1"/>
          <p:nvPr/>
        </p:nvSpPr>
        <p:spPr>
          <a:xfrm>
            <a:off x="10810800" y="5620356"/>
            <a:ext cx="1288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5B670DF7-35B6-E806-0AB0-BC4529D20AB9}"/>
              </a:ext>
            </a:extLst>
          </p:cNvPr>
          <p:cNvGrpSpPr/>
          <p:nvPr/>
        </p:nvGrpSpPr>
        <p:grpSpPr>
          <a:xfrm>
            <a:off x="2852788" y="4745138"/>
            <a:ext cx="2449519" cy="1201002"/>
            <a:chOff x="2852788" y="4614471"/>
            <a:chExt cx="2449519" cy="1201002"/>
          </a:xfrm>
        </p:grpSpPr>
        <p:sp>
          <p:nvSpPr>
            <p:cNvPr id="9" name="Retângulo 139">
              <a:extLst>
                <a:ext uri="{FF2B5EF4-FFF2-40B4-BE49-F238E27FC236}">
                  <a16:creationId xmlns:a16="http://schemas.microsoft.com/office/drawing/2014/main" id="{39F1FC01-DB84-FA1C-61EC-1082033A9CF8}"/>
                </a:ext>
              </a:extLst>
            </p:cNvPr>
            <p:cNvSpPr/>
            <p:nvPr/>
          </p:nvSpPr>
          <p:spPr>
            <a:xfrm>
              <a:off x="2853385" y="4915473"/>
              <a:ext cx="2448000" cy="90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Contrato 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</a:t>
              </a:r>
              <a:r>
                <a:rPr kumimoji="0" lang="pt-PT" sz="7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cempresp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 … </a:t>
              </a:r>
              <a:r>
                <a:rPr kumimoji="0" lang="pt-PT" sz="7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ckrefresp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)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Processo 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</a:t>
              </a:r>
              <a:r>
                <a:rPr kumimoji="0" lang="pt-PT" sz="7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cempresa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 … </a:t>
              </a:r>
              <a:r>
                <a:rPr kumimoji="0" lang="pt-PT" sz="7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comp_id_gar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Bem 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</a:t>
              </a:r>
              <a:r>
                <a:rPr kumimoji="0" lang="pt-PT" sz="7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cempbem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 … ckrefbem)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Contrato BDR 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(s1emp, contra1)</a:t>
              </a:r>
              <a:endParaRPr kumimoji="0" lang="pt-PT" sz="700" b="0" i="0" u="none" strike="noStrike" kern="1200" cap="none" spc="0" normalizeH="0" baseline="3000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Garantia BDR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 (biengar1, </a:t>
              </a:r>
              <a:r>
                <a:rPr kumimoji="0" lang="pt-PT" sz="7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tip_gara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Data </a:t>
              </a:r>
              <a:r>
                <a:rPr kumimoji="0" lang="pt-PT" sz="7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(ref_date)</a:t>
              </a:r>
              <a:endPara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B5C39D-A4B1-845F-7009-F2A379A10ADC}"/>
                </a:ext>
              </a:extLst>
            </p:cNvPr>
            <p:cNvSpPr/>
            <p:nvPr/>
          </p:nvSpPr>
          <p:spPr>
            <a:xfrm>
              <a:off x="2853384" y="4614471"/>
              <a:ext cx="2448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1" i="0" u="none" strike="noStrike" kern="1200" cap="none" spc="0" normalizeH="0" baseline="0" noProof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(GT) </a:t>
              </a:r>
              <a:r>
                <a:rPr kumimoji="0" lang="pt-PT" sz="1050" b="1" i="0" u="none" strike="noStrike" kern="1200" cap="none" spc="0" normalizeH="0" baseline="0" noProof="0" err="1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Rosetta</a:t>
              </a:r>
              <a:r>
                <a:rPr kumimoji="0" lang="pt-PT" sz="1050" b="1" i="0" u="none" strike="noStrike" kern="1200" cap="none" spc="0" normalizeH="0" baseline="0" noProof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 </a:t>
              </a:r>
              <a:r>
                <a:rPr kumimoji="0" lang="pt-PT" sz="1050" b="1" i="0" u="none" strike="noStrike" kern="1200" cap="none" spc="0" normalizeH="0" baseline="0" noProof="0" err="1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Resp</a:t>
              </a:r>
              <a:r>
                <a:rPr kumimoji="0" lang="pt-PT" sz="1050" b="1" i="0" u="none" strike="noStrike" kern="1200" cap="none" spc="0" normalizeH="0" baseline="0" noProof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/Processos VS BDR </a:t>
              </a: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(</a:t>
              </a:r>
              <a:r>
                <a:rPr kumimoji="0" lang="pt-PT" sz="900" b="0" i="0" u="none" strike="noStrike" kern="1200" cap="none" spc="0" normalizeH="0" baseline="0" noProof="0" err="1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kt_chaves_bdr_biengar</a:t>
              </a: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)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901B846B-BED1-3C6F-2E5E-F4243E073587}"/>
                </a:ext>
              </a:extLst>
            </p:cNvPr>
            <p:cNvSpPr txBox="1"/>
            <p:nvPr/>
          </p:nvSpPr>
          <p:spPr>
            <a:xfrm>
              <a:off x="2858094" y="4932646"/>
              <a:ext cx="1872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9B60A76A-226D-EDD5-C0DA-09A117E6994A}"/>
                </a:ext>
              </a:extLst>
            </p:cNvPr>
            <p:cNvSpPr txBox="1"/>
            <p:nvPr/>
          </p:nvSpPr>
          <p:spPr>
            <a:xfrm>
              <a:off x="2858094" y="5067402"/>
              <a:ext cx="1872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057BA7B-8FCC-2668-C112-220FBCB89FEB}"/>
                </a:ext>
              </a:extLst>
            </p:cNvPr>
            <p:cNvSpPr txBox="1"/>
            <p:nvPr/>
          </p:nvSpPr>
          <p:spPr>
            <a:xfrm>
              <a:off x="2858094" y="5212516"/>
              <a:ext cx="1872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F55B48DF-B728-7B6C-C697-43616C7E9412}"/>
                </a:ext>
              </a:extLst>
            </p:cNvPr>
            <p:cNvSpPr txBox="1"/>
            <p:nvPr/>
          </p:nvSpPr>
          <p:spPr>
            <a:xfrm>
              <a:off x="2854307" y="5356071"/>
              <a:ext cx="2448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8B95DCD7-51AB-DBF7-800A-F201CA04AE42}"/>
                </a:ext>
              </a:extLst>
            </p:cNvPr>
            <p:cNvSpPr txBox="1"/>
            <p:nvPr/>
          </p:nvSpPr>
          <p:spPr>
            <a:xfrm>
              <a:off x="2852788" y="5489856"/>
              <a:ext cx="2448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24B1DB1-6FBF-A0CC-40C7-2F39ECBD5749}"/>
              </a:ext>
            </a:extLst>
          </p:cNvPr>
          <p:cNvSpPr txBox="1"/>
          <p:nvPr/>
        </p:nvSpPr>
        <p:spPr>
          <a:xfrm>
            <a:off x="2858094" y="3776740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cxnSp>
        <p:nvCxnSpPr>
          <p:cNvPr id="61" name="Conexão em ângulos retos 147">
            <a:extLst>
              <a:ext uri="{FF2B5EF4-FFF2-40B4-BE49-F238E27FC236}">
                <a16:creationId xmlns:a16="http://schemas.microsoft.com/office/drawing/2014/main" id="{F17768E8-E855-5D65-B1D0-05B78E5A2A66}"/>
              </a:ext>
            </a:extLst>
          </p:cNvPr>
          <p:cNvCxnSpPr>
            <a:cxnSpLocks/>
            <a:stCxn id="90" idx="3"/>
            <a:endCxn id="92" idx="1"/>
          </p:cNvCxnSpPr>
          <p:nvPr/>
        </p:nvCxnSpPr>
        <p:spPr>
          <a:xfrm flipV="1">
            <a:off x="8752442" y="3865471"/>
            <a:ext cx="142783" cy="137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exão em ângulos retos 206">
            <a:extLst>
              <a:ext uri="{FF2B5EF4-FFF2-40B4-BE49-F238E27FC236}">
                <a16:creationId xmlns:a16="http://schemas.microsoft.com/office/drawing/2014/main" id="{3D558A3D-9707-4689-3C51-6BC1244B8BDA}"/>
              </a:ext>
            </a:extLst>
          </p:cNvPr>
          <p:cNvCxnSpPr>
            <a:cxnSpLocks/>
            <a:stCxn id="264" idx="2"/>
            <a:endCxn id="261" idx="0"/>
          </p:cNvCxnSpPr>
          <p:nvPr/>
        </p:nvCxnSpPr>
        <p:spPr>
          <a:xfrm rot="5400000">
            <a:off x="6122952" y="4367812"/>
            <a:ext cx="206668" cy="78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7F34710B-7ED7-B451-86BF-391DBC0439DB}"/>
              </a:ext>
            </a:extLst>
          </p:cNvPr>
          <p:cNvSpPr txBox="1"/>
          <p:nvPr/>
        </p:nvSpPr>
        <p:spPr>
          <a:xfrm>
            <a:off x="6075014" y="4471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CEAD6A31-6FE4-3FBA-E89D-6420E8305F72}"/>
              </a:ext>
            </a:extLst>
          </p:cNvPr>
          <p:cNvSpPr txBox="1"/>
          <p:nvPr/>
        </p:nvSpPr>
        <p:spPr>
          <a:xfrm>
            <a:off x="6075799" y="3895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cxnSp>
        <p:nvCxnSpPr>
          <p:cNvPr id="282" name="Conexão em ângulos retos 206">
            <a:extLst>
              <a:ext uri="{FF2B5EF4-FFF2-40B4-BE49-F238E27FC236}">
                <a16:creationId xmlns:a16="http://schemas.microsoft.com/office/drawing/2014/main" id="{E6CD7148-EB30-4BB0-61AB-A85E7E64E3CF}"/>
              </a:ext>
            </a:extLst>
          </p:cNvPr>
          <p:cNvCxnSpPr>
            <a:cxnSpLocks/>
            <a:stCxn id="284" idx="2"/>
            <a:endCxn id="283" idx="0"/>
          </p:cNvCxnSpPr>
          <p:nvPr/>
        </p:nvCxnSpPr>
        <p:spPr>
          <a:xfrm rot="5400000">
            <a:off x="7848810" y="4367812"/>
            <a:ext cx="206668" cy="78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9AB67C91-39D6-937B-E99F-5C8D32E8064F}"/>
              </a:ext>
            </a:extLst>
          </p:cNvPr>
          <p:cNvSpPr txBox="1"/>
          <p:nvPr/>
        </p:nvSpPr>
        <p:spPr>
          <a:xfrm>
            <a:off x="7800872" y="4471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E466A431-D95B-485C-6F57-B20843584995}"/>
              </a:ext>
            </a:extLst>
          </p:cNvPr>
          <p:cNvSpPr txBox="1"/>
          <p:nvPr/>
        </p:nvSpPr>
        <p:spPr>
          <a:xfrm>
            <a:off x="7801657" y="3895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cxnSp>
        <p:nvCxnSpPr>
          <p:cNvPr id="285" name="Conexão em ângulos retos 206">
            <a:extLst>
              <a:ext uri="{FF2B5EF4-FFF2-40B4-BE49-F238E27FC236}">
                <a16:creationId xmlns:a16="http://schemas.microsoft.com/office/drawing/2014/main" id="{AF27B1CA-0159-E6C3-0543-04941707EFD5}"/>
              </a:ext>
            </a:extLst>
          </p:cNvPr>
          <p:cNvCxnSpPr>
            <a:cxnSpLocks/>
            <a:stCxn id="287" idx="2"/>
            <a:endCxn id="286" idx="0"/>
          </p:cNvCxnSpPr>
          <p:nvPr/>
        </p:nvCxnSpPr>
        <p:spPr>
          <a:xfrm rot="5400000">
            <a:off x="9562160" y="4367812"/>
            <a:ext cx="206668" cy="78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Box 285">
            <a:extLst>
              <a:ext uri="{FF2B5EF4-FFF2-40B4-BE49-F238E27FC236}">
                <a16:creationId xmlns:a16="http://schemas.microsoft.com/office/drawing/2014/main" id="{48DF33A9-E154-C9B1-8547-E2FAC019BBAF}"/>
              </a:ext>
            </a:extLst>
          </p:cNvPr>
          <p:cNvSpPr txBox="1"/>
          <p:nvPr/>
        </p:nvSpPr>
        <p:spPr>
          <a:xfrm>
            <a:off x="9514222" y="4471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C7CCAE7B-3406-8027-FC02-85788CBC7071}"/>
              </a:ext>
            </a:extLst>
          </p:cNvPr>
          <p:cNvSpPr txBox="1"/>
          <p:nvPr/>
        </p:nvSpPr>
        <p:spPr>
          <a:xfrm>
            <a:off x="9515007" y="3895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8A7DB7F-E4DB-6907-27B2-E1C378DD1E02}"/>
              </a:ext>
            </a:extLst>
          </p:cNvPr>
          <p:cNvGrpSpPr/>
          <p:nvPr/>
        </p:nvGrpSpPr>
        <p:grpSpPr>
          <a:xfrm>
            <a:off x="5373833" y="5007264"/>
            <a:ext cx="5141928" cy="450000"/>
            <a:chOff x="5539739" y="5250757"/>
            <a:chExt cx="5141928" cy="450000"/>
          </a:xfrm>
        </p:grpSpPr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70B62A49-291D-B69F-1402-BBF728FDCAA0}"/>
                </a:ext>
              </a:extLst>
            </p:cNvPr>
            <p:cNvGrpSpPr/>
            <p:nvPr/>
          </p:nvGrpSpPr>
          <p:grpSpPr>
            <a:xfrm>
              <a:off x="5599799" y="5285631"/>
              <a:ext cx="1584001" cy="182337"/>
              <a:chOff x="5599799" y="4468398"/>
              <a:chExt cx="1584001" cy="182337"/>
            </a:xfrm>
          </p:grpSpPr>
          <p:sp>
            <p:nvSpPr>
              <p:cNvPr id="243" name="Retângulo 139">
                <a:extLst>
                  <a:ext uri="{FF2B5EF4-FFF2-40B4-BE49-F238E27FC236}">
                    <a16:creationId xmlns:a16="http://schemas.microsoft.com/office/drawing/2014/main" id="{7B7BE689-D1AA-F226-9D29-A32939B9B094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68ED55A0-641B-E946-1599-55559A7433FC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gt019_report_biyr9500_bst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6F7D963-03EA-A737-7C57-E742CE9E89E9}"/>
                </a:ext>
              </a:extLst>
            </p:cNvPr>
            <p:cNvGrpSpPr/>
            <p:nvPr/>
          </p:nvGrpSpPr>
          <p:grpSpPr>
            <a:xfrm>
              <a:off x="5599799" y="5490488"/>
              <a:ext cx="1584001" cy="182337"/>
              <a:chOff x="5599799" y="4468398"/>
              <a:chExt cx="1584001" cy="182337"/>
            </a:xfrm>
          </p:grpSpPr>
          <p:sp>
            <p:nvSpPr>
              <p:cNvPr id="48" name="Retângulo 139">
                <a:extLst>
                  <a:ext uri="{FF2B5EF4-FFF2-40B4-BE49-F238E27FC236}">
                    <a16:creationId xmlns:a16="http://schemas.microsoft.com/office/drawing/2014/main" id="{28EBDFE0-1FF7-FC54-D4CD-28D7BA0F1178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B40D3EE-BE23-81EE-749A-328F9DE5B8E4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gt019_report_biyr9500_ific</a:t>
                </a:r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A3649EA7-63F7-3E41-7AD9-860A63181FE9}"/>
                </a:ext>
              </a:extLst>
            </p:cNvPr>
            <p:cNvGrpSpPr/>
            <p:nvPr/>
          </p:nvGrpSpPr>
          <p:grpSpPr>
            <a:xfrm>
              <a:off x="7328549" y="5285631"/>
              <a:ext cx="1588651" cy="182337"/>
              <a:chOff x="5599799" y="4468398"/>
              <a:chExt cx="1588651" cy="182337"/>
            </a:xfrm>
          </p:grpSpPr>
          <p:sp>
            <p:nvSpPr>
              <p:cNvPr id="267" name="Retângulo 139">
                <a:extLst>
                  <a:ext uri="{FF2B5EF4-FFF2-40B4-BE49-F238E27FC236}">
                    <a16:creationId xmlns:a16="http://schemas.microsoft.com/office/drawing/2014/main" id="{454EC72D-CFA7-0221-FD9A-5C2F0C9209E6}"/>
                  </a:ext>
                </a:extLst>
              </p:cNvPr>
              <p:cNvSpPr/>
              <p:nvPr/>
            </p:nvSpPr>
            <p:spPr>
              <a:xfrm>
                <a:off x="560445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540411AD-F8D1-2B21-491E-12A57AFAD07E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gt020_report_biyr9510_bst</a:t>
                </a:r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3AA662E7-4DFC-ED29-3C53-B07A899C9A92}"/>
                </a:ext>
              </a:extLst>
            </p:cNvPr>
            <p:cNvGrpSpPr/>
            <p:nvPr/>
          </p:nvGrpSpPr>
          <p:grpSpPr>
            <a:xfrm>
              <a:off x="7328550" y="5490488"/>
              <a:ext cx="1588650" cy="182337"/>
              <a:chOff x="5599800" y="4468398"/>
              <a:chExt cx="1588650" cy="182337"/>
            </a:xfrm>
          </p:grpSpPr>
          <p:sp>
            <p:nvSpPr>
              <p:cNvPr id="272" name="Retângulo 139">
                <a:extLst>
                  <a:ext uri="{FF2B5EF4-FFF2-40B4-BE49-F238E27FC236}">
                    <a16:creationId xmlns:a16="http://schemas.microsoft.com/office/drawing/2014/main" id="{D420CE8D-EA02-7A0A-CD27-0FC09BCF91C4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2069ECCC-1797-3219-E7C1-E50EBA974601}"/>
                  </a:ext>
                </a:extLst>
              </p:cNvPr>
              <p:cNvSpPr/>
              <p:nvPr/>
            </p:nvSpPr>
            <p:spPr>
              <a:xfrm>
                <a:off x="5604450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gt020_report_biyr9510_ific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293418DE-2BE0-44EE-5714-DAF75EA29551}"/>
                </a:ext>
              </a:extLst>
            </p:cNvPr>
            <p:cNvGrpSpPr/>
            <p:nvPr/>
          </p:nvGrpSpPr>
          <p:grpSpPr>
            <a:xfrm>
              <a:off x="9059750" y="5285808"/>
              <a:ext cx="1584001" cy="182337"/>
              <a:chOff x="5599799" y="4468398"/>
              <a:chExt cx="1584001" cy="182337"/>
            </a:xfrm>
          </p:grpSpPr>
          <p:sp>
            <p:nvSpPr>
              <p:cNvPr id="277" name="Retângulo 139">
                <a:extLst>
                  <a:ext uri="{FF2B5EF4-FFF2-40B4-BE49-F238E27FC236}">
                    <a16:creationId xmlns:a16="http://schemas.microsoft.com/office/drawing/2014/main" id="{D56EDB80-08C0-5024-6623-B770EEF7D841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283D8110-97F9-0EC4-41D6-BCDE3EEAE274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gt021_report_biyr9520_bst</a:t>
                </a:r>
              </a:p>
            </p:txBody>
          </p:sp>
        </p:grp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2D3120A5-C1E1-E770-47A7-F00172E8DD7B}"/>
                </a:ext>
              </a:extLst>
            </p:cNvPr>
            <p:cNvGrpSpPr/>
            <p:nvPr/>
          </p:nvGrpSpPr>
          <p:grpSpPr>
            <a:xfrm>
              <a:off x="9059750" y="5491008"/>
              <a:ext cx="1584001" cy="182337"/>
              <a:chOff x="5599799" y="4468398"/>
              <a:chExt cx="1584001" cy="182337"/>
            </a:xfrm>
          </p:grpSpPr>
          <p:sp>
            <p:nvSpPr>
              <p:cNvPr id="280" name="Retângulo 139">
                <a:extLst>
                  <a:ext uri="{FF2B5EF4-FFF2-40B4-BE49-F238E27FC236}">
                    <a16:creationId xmlns:a16="http://schemas.microsoft.com/office/drawing/2014/main" id="{C93C85F9-14A1-4EDB-C4D9-BC9CB66B19F5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E2852CFC-C0BB-963A-162F-4845F403C425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gt021_report_biyr9520_ific</a:t>
                </a:r>
              </a:p>
            </p:txBody>
          </p:sp>
        </p:grp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85A16B5-6929-27D5-D915-B6C6E3A4E117}"/>
                </a:ext>
              </a:extLst>
            </p:cNvPr>
            <p:cNvSpPr/>
            <p:nvPr/>
          </p:nvSpPr>
          <p:spPr>
            <a:xfrm>
              <a:off x="5539739" y="5250757"/>
              <a:ext cx="5141928" cy="45000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5141928"/>
                        <a:gd name="connsiteY0" fmla="*/ 0 h 444743"/>
                        <a:gd name="connsiteX1" fmla="*/ 468487 w 5141928"/>
                        <a:gd name="connsiteY1" fmla="*/ 0 h 444743"/>
                        <a:gd name="connsiteX2" fmla="*/ 988393 w 5141928"/>
                        <a:gd name="connsiteY2" fmla="*/ 0 h 444743"/>
                        <a:gd name="connsiteX3" fmla="*/ 1456880 w 5141928"/>
                        <a:gd name="connsiteY3" fmla="*/ 0 h 444743"/>
                        <a:gd name="connsiteX4" fmla="*/ 2079624 w 5141928"/>
                        <a:gd name="connsiteY4" fmla="*/ 0 h 444743"/>
                        <a:gd name="connsiteX5" fmla="*/ 2650950 w 5141928"/>
                        <a:gd name="connsiteY5" fmla="*/ 0 h 444743"/>
                        <a:gd name="connsiteX6" fmla="*/ 3222275 w 5141928"/>
                        <a:gd name="connsiteY6" fmla="*/ 0 h 444743"/>
                        <a:gd name="connsiteX7" fmla="*/ 3896439 w 5141928"/>
                        <a:gd name="connsiteY7" fmla="*/ 0 h 444743"/>
                        <a:gd name="connsiteX8" fmla="*/ 4519183 w 5141928"/>
                        <a:gd name="connsiteY8" fmla="*/ 0 h 444743"/>
                        <a:gd name="connsiteX9" fmla="*/ 5141928 w 5141928"/>
                        <a:gd name="connsiteY9" fmla="*/ 0 h 444743"/>
                        <a:gd name="connsiteX10" fmla="*/ 5141928 w 5141928"/>
                        <a:gd name="connsiteY10" fmla="*/ 444743 h 444743"/>
                        <a:gd name="connsiteX11" fmla="*/ 4724861 w 5141928"/>
                        <a:gd name="connsiteY11" fmla="*/ 444743 h 444743"/>
                        <a:gd name="connsiteX12" fmla="*/ 4256374 w 5141928"/>
                        <a:gd name="connsiteY12" fmla="*/ 444743 h 444743"/>
                        <a:gd name="connsiteX13" fmla="*/ 3633629 w 5141928"/>
                        <a:gd name="connsiteY13" fmla="*/ 444743 h 444743"/>
                        <a:gd name="connsiteX14" fmla="*/ 2959465 w 5141928"/>
                        <a:gd name="connsiteY14" fmla="*/ 444743 h 444743"/>
                        <a:gd name="connsiteX15" fmla="*/ 2439559 w 5141928"/>
                        <a:gd name="connsiteY15" fmla="*/ 444743 h 444743"/>
                        <a:gd name="connsiteX16" fmla="*/ 1765395 w 5141928"/>
                        <a:gd name="connsiteY16" fmla="*/ 444743 h 444743"/>
                        <a:gd name="connsiteX17" fmla="*/ 1296909 w 5141928"/>
                        <a:gd name="connsiteY17" fmla="*/ 444743 h 444743"/>
                        <a:gd name="connsiteX18" fmla="*/ 879841 w 5141928"/>
                        <a:gd name="connsiteY18" fmla="*/ 444743 h 444743"/>
                        <a:gd name="connsiteX19" fmla="*/ 0 w 5141928"/>
                        <a:gd name="connsiteY19" fmla="*/ 444743 h 444743"/>
                        <a:gd name="connsiteX20" fmla="*/ 0 w 5141928"/>
                        <a:gd name="connsiteY20" fmla="*/ 0 h 444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5141928" h="444743" fill="none" extrusionOk="0">
                          <a:moveTo>
                            <a:pt x="0" y="0"/>
                          </a:moveTo>
                          <a:cubicBezTo>
                            <a:pt x="147630" y="-35984"/>
                            <a:pt x="309985" y="18077"/>
                            <a:pt x="468487" y="0"/>
                          </a:cubicBezTo>
                          <a:cubicBezTo>
                            <a:pt x="626989" y="-18077"/>
                            <a:pt x="731005" y="17881"/>
                            <a:pt x="988393" y="0"/>
                          </a:cubicBezTo>
                          <a:cubicBezTo>
                            <a:pt x="1245781" y="-17881"/>
                            <a:pt x="1347880" y="12551"/>
                            <a:pt x="1456880" y="0"/>
                          </a:cubicBezTo>
                          <a:cubicBezTo>
                            <a:pt x="1565880" y="-12551"/>
                            <a:pt x="1908881" y="60058"/>
                            <a:pt x="2079624" y="0"/>
                          </a:cubicBezTo>
                          <a:cubicBezTo>
                            <a:pt x="2250367" y="-60058"/>
                            <a:pt x="2518224" y="2667"/>
                            <a:pt x="2650950" y="0"/>
                          </a:cubicBezTo>
                          <a:cubicBezTo>
                            <a:pt x="2783676" y="-2667"/>
                            <a:pt x="3086935" y="68502"/>
                            <a:pt x="3222275" y="0"/>
                          </a:cubicBezTo>
                          <a:cubicBezTo>
                            <a:pt x="3357615" y="-68502"/>
                            <a:pt x="3572563" y="49448"/>
                            <a:pt x="3896439" y="0"/>
                          </a:cubicBezTo>
                          <a:cubicBezTo>
                            <a:pt x="4220315" y="-49448"/>
                            <a:pt x="4367573" y="29685"/>
                            <a:pt x="4519183" y="0"/>
                          </a:cubicBezTo>
                          <a:cubicBezTo>
                            <a:pt x="4670793" y="-29685"/>
                            <a:pt x="4992545" y="10872"/>
                            <a:pt x="5141928" y="0"/>
                          </a:cubicBezTo>
                          <a:cubicBezTo>
                            <a:pt x="5150111" y="141146"/>
                            <a:pt x="5137259" y="266757"/>
                            <a:pt x="5141928" y="444743"/>
                          </a:cubicBezTo>
                          <a:cubicBezTo>
                            <a:pt x="5057225" y="447694"/>
                            <a:pt x="4887404" y="397334"/>
                            <a:pt x="4724861" y="444743"/>
                          </a:cubicBezTo>
                          <a:cubicBezTo>
                            <a:pt x="4562318" y="492152"/>
                            <a:pt x="4424552" y="417439"/>
                            <a:pt x="4256374" y="444743"/>
                          </a:cubicBezTo>
                          <a:cubicBezTo>
                            <a:pt x="4088196" y="472047"/>
                            <a:pt x="3892114" y="381239"/>
                            <a:pt x="3633629" y="444743"/>
                          </a:cubicBezTo>
                          <a:cubicBezTo>
                            <a:pt x="3375144" y="508247"/>
                            <a:pt x="3181236" y="437533"/>
                            <a:pt x="2959465" y="444743"/>
                          </a:cubicBezTo>
                          <a:cubicBezTo>
                            <a:pt x="2737694" y="451953"/>
                            <a:pt x="2662635" y="393903"/>
                            <a:pt x="2439559" y="444743"/>
                          </a:cubicBezTo>
                          <a:cubicBezTo>
                            <a:pt x="2216483" y="495583"/>
                            <a:pt x="1976386" y="404605"/>
                            <a:pt x="1765395" y="444743"/>
                          </a:cubicBezTo>
                          <a:cubicBezTo>
                            <a:pt x="1554404" y="484881"/>
                            <a:pt x="1390898" y="439424"/>
                            <a:pt x="1296909" y="444743"/>
                          </a:cubicBezTo>
                          <a:cubicBezTo>
                            <a:pt x="1202920" y="450062"/>
                            <a:pt x="1034704" y="431824"/>
                            <a:pt x="879841" y="444743"/>
                          </a:cubicBezTo>
                          <a:cubicBezTo>
                            <a:pt x="724978" y="457662"/>
                            <a:pt x="211525" y="356585"/>
                            <a:pt x="0" y="444743"/>
                          </a:cubicBezTo>
                          <a:cubicBezTo>
                            <a:pt x="-46286" y="344381"/>
                            <a:pt x="35684" y="122784"/>
                            <a:pt x="0" y="0"/>
                          </a:cubicBezTo>
                          <a:close/>
                        </a:path>
                        <a:path w="5141928" h="444743" stroke="0" extrusionOk="0">
                          <a:moveTo>
                            <a:pt x="0" y="0"/>
                          </a:moveTo>
                          <a:cubicBezTo>
                            <a:pt x="226199" y="-55421"/>
                            <a:pt x="388165" y="5282"/>
                            <a:pt x="519906" y="0"/>
                          </a:cubicBezTo>
                          <a:cubicBezTo>
                            <a:pt x="651647" y="-5282"/>
                            <a:pt x="736328" y="18639"/>
                            <a:pt x="936974" y="0"/>
                          </a:cubicBezTo>
                          <a:cubicBezTo>
                            <a:pt x="1137620" y="-18639"/>
                            <a:pt x="1362212" y="10386"/>
                            <a:pt x="1611137" y="0"/>
                          </a:cubicBezTo>
                          <a:cubicBezTo>
                            <a:pt x="1860062" y="-10386"/>
                            <a:pt x="1980440" y="21342"/>
                            <a:pt x="2131043" y="0"/>
                          </a:cubicBezTo>
                          <a:cubicBezTo>
                            <a:pt x="2281646" y="-21342"/>
                            <a:pt x="2456658" y="1459"/>
                            <a:pt x="2650950" y="0"/>
                          </a:cubicBezTo>
                          <a:cubicBezTo>
                            <a:pt x="2845242" y="-1459"/>
                            <a:pt x="2997257" y="42813"/>
                            <a:pt x="3325113" y="0"/>
                          </a:cubicBezTo>
                          <a:cubicBezTo>
                            <a:pt x="3652969" y="-42813"/>
                            <a:pt x="3635658" y="53073"/>
                            <a:pt x="3793600" y="0"/>
                          </a:cubicBezTo>
                          <a:cubicBezTo>
                            <a:pt x="3951542" y="-53073"/>
                            <a:pt x="4171948" y="64378"/>
                            <a:pt x="4467764" y="0"/>
                          </a:cubicBezTo>
                          <a:cubicBezTo>
                            <a:pt x="4763580" y="-64378"/>
                            <a:pt x="4915090" y="2170"/>
                            <a:pt x="5141928" y="0"/>
                          </a:cubicBezTo>
                          <a:cubicBezTo>
                            <a:pt x="5154869" y="122439"/>
                            <a:pt x="5111581" y="255022"/>
                            <a:pt x="5141928" y="444743"/>
                          </a:cubicBezTo>
                          <a:cubicBezTo>
                            <a:pt x="4933529" y="453827"/>
                            <a:pt x="4733580" y="389037"/>
                            <a:pt x="4570603" y="444743"/>
                          </a:cubicBezTo>
                          <a:cubicBezTo>
                            <a:pt x="4407627" y="500449"/>
                            <a:pt x="4220827" y="413842"/>
                            <a:pt x="4050697" y="444743"/>
                          </a:cubicBezTo>
                          <a:cubicBezTo>
                            <a:pt x="3880567" y="475644"/>
                            <a:pt x="3705180" y="427059"/>
                            <a:pt x="3376533" y="444743"/>
                          </a:cubicBezTo>
                          <a:cubicBezTo>
                            <a:pt x="3047886" y="462427"/>
                            <a:pt x="3022432" y="387729"/>
                            <a:pt x="2702369" y="444743"/>
                          </a:cubicBezTo>
                          <a:cubicBezTo>
                            <a:pt x="2382306" y="501757"/>
                            <a:pt x="2365341" y="390499"/>
                            <a:pt x="2233882" y="444743"/>
                          </a:cubicBezTo>
                          <a:cubicBezTo>
                            <a:pt x="2102423" y="498987"/>
                            <a:pt x="1898036" y="432407"/>
                            <a:pt x="1662557" y="444743"/>
                          </a:cubicBezTo>
                          <a:cubicBezTo>
                            <a:pt x="1427079" y="457079"/>
                            <a:pt x="1261410" y="444528"/>
                            <a:pt x="988393" y="444743"/>
                          </a:cubicBezTo>
                          <a:cubicBezTo>
                            <a:pt x="715376" y="444958"/>
                            <a:pt x="410759" y="389474"/>
                            <a:pt x="0" y="444743"/>
                          </a:cubicBezTo>
                          <a:cubicBezTo>
                            <a:pt x="-23554" y="290266"/>
                            <a:pt x="15512" y="12466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63B7A6A-4F6C-3072-AA1A-3ECF76D44686}"/>
              </a:ext>
            </a:extLst>
          </p:cNvPr>
          <p:cNvGrpSpPr/>
          <p:nvPr/>
        </p:nvGrpSpPr>
        <p:grpSpPr>
          <a:xfrm>
            <a:off x="5380787" y="4500748"/>
            <a:ext cx="5141928" cy="263875"/>
            <a:chOff x="5546693" y="4844258"/>
            <a:chExt cx="5141928" cy="263875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23053D3-0A59-9A03-8C18-5F85F2E9979E}"/>
                </a:ext>
              </a:extLst>
            </p:cNvPr>
            <p:cNvGrpSpPr/>
            <p:nvPr/>
          </p:nvGrpSpPr>
          <p:grpSpPr>
            <a:xfrm>
              <a:off x="5599799" y="4883060"/>
              <a:ext cx="1584001" cy="182337"/>
              <a:chOff x="5599799" y="4468398"/>
              <a:chExt cx="1584001" cy="182337"/>
            </a:xfrm>
          </p:grpSpPr>
          <p:sp>
            <p:nvSpPr>
              <p:cNvPr id="62" name="Retângulo 139">
                <a:extLst>
                  <a:ext uri="{FF2B5EF4-FFF2-40B4-BE49-F238E27FC236}">
                    <a16:creationId xmlns:a16="http://schemas.microsoft.com/office/drawing/2014/main" id="{DE743E8F-2F10-5E58-5A1B-F75B9BE1BA5F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FB88775-D5DD-851E-5490-D483BA5C7E35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gt019_report_biyr9500_ifrs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FF23FE9-FB15-3D34-B7E4-9E5A8514DF08}"/>
                </a:ext>
              </a:extLst>
            </p:cNvPr>
            <p:cNvGrpSpPr/>
            <p:nvPr/>
          </p:nvGrpSpPr>
          <p:grpSpPr>
            <a:xfrm>
              <a:off x="7328550" y="4885802"/>
              <a:ext cx="1588650" cy="182337"/>
              <a:chOff x="5599800" y="4468398"/>
              <a:chExt cx="1588650" cy="182337"/>
            </a:xfrm>
          </p:grpSpPr>
          <p:sp>
            <p:nvSpPr>
              <p:cNvPr id="67" name="Retângulo 139">
                <a:extLst>
                  <a:ext uri="{FF2B5EF4-FFF2-40B4-BE49-F238E27FC236}">
                    <a16:creationId xmlns:a16="http://schemas.microsoft.com/office/drawing/2014/main" id="{214F230B-7179-F87E-5CF1-30E074AA0C39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5795CE5-2FA2-ECCE-A95E-A48CED371CBD}"/>
                  </a:ext>
                </a:extLst>
              </p:cNvPr>
              <p:cNvSpPr/>
              <p:nvPr/>
            </p:nvSpPr>
            <p:spPr>
              <a:xfrm>
                <a:off x="5604450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gt020_report_biyr9510_ifrs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8051A45-0A1F-DE47-B1D0-586391BC6D78}"/>
                </a:ext>
              </a:extLst>
            </p:cNvPr>
            <p:cNvGrpSpPr/>
            <p:nvPr/>
          </p:nvGrpSpPr>
          <p:grpSpPr>
            <a:xfrm>
              <a:off x="9059750" y="4883465"/>
              <a:ext cx="1584001" cy="182337"/>
              <a:chOff x="5599799" y="4468398"/>
              <a:chExt cx="1584001" cy="182337"/>
            </a:xfrm>
          </p:grpSpPr>
          <p:sp>
            <p:nvSpPr>
              <p:cNvPr id="70" name="Retângulo 139">
                <a:extLst>
                  <a:ext uri="{FF2B5EF4-FFF2-40B4-BE49-F238E27FC236}">
                    <a16:creationId xmlns:a16="http://schemas.microsoft.com/office/drawing/2014/main" id="{EA66DA17-921F-666F-FA8E-46C65BC6E167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8580ED7-CBE6-6725-2F57-B71D70031E76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ntander Text" panose="020B0504020201020104" pitchFamily="34" charset="0"/>
                    <a:ea typeface="+mn-ea"/>
                    <a:cs typeface="+mn-cs"/>
                  </a:rPr>
                  <a:t>gt021_report_biyr9520_ifrs</a:t>
                </a:r>
              </a:p>
            </p:txBody>
          </p:sp>
        </p:grp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DB21DC0-6F6C-F935-4441-70BFCBC6DF94}"/>
                </a:ext>
              </a:extLst>
            </p:cNvPr>
            <p:cNvSpPr/>
            <p:nvPr/>
          </p:nvSpPr>
          <p:spPr>
            <a:xfrm>
              <a:off x="5546693" y="4844258"/>
              <a:ext cx="5141928" cy="263875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5141928"/>
                        <a:gd name="connsiteY0" fmla="*/ 0 h 444743"/>
                        <a:gd name="connsiteX1" fmla="*/ 468487 w 5141928"/>
                        <a:gd name="connsiteY1" fmla="*/ 0 h 444743"/>
                        <a:gd name="connsiteX2" fmla="*/ 988393 w 5141928"/>
                        <a:gd name="connsiteY2" fmla="*/ 0 h 444743"/>
                        <a:gd name="connsiteX3" fmla="*/ 1456880 w 5141928"/>
                        <a:gd name="connsiteY3" fmla="*/ 0 h 444743"/>
                        <a:gd name="connsiteX4" fmla="*/ 2079624 w 5141928"/>
                        <a:gd name="connsiteY4" fmla="*/ 0 h 444743"/>
                        <a:gd name="connsiteX5" fmla="*/ 2650950 w 5141928"/>
                        <a:gd name="connsiteY5" fmla="*/ 0 h 444743"/>
                        <a:gd name="connsiteX6" fmla="*/ 3222275 w 5141928"/>
                        <a:gd name="connsiteY6" fmla="*/ 0 h 444743"/>
                        <a:gd name="connsiteX7" fmla="*/ 3896439 w 5141928"/>
                        <a:gd name="connsiteY7" fmla="*/ 0 h 444743"/>
                        <a:gd name="connsiteX8" fmla="*/ 4519183 w 5141928"/>
                        <a:gd name="connsiteY8" fmla="*/ 0 h 444743"/>
                        <a:gd name="connsiteX9" fmla="*/ 5141928 w 5141928"/>
                        <a:gd name="connsiteY9" fmla="*/ 0 h 444743"/>
                        <a:gd name="connsiteX10" fmla="*/ 5141928 w 5141928"/>
                        <a:gd name="connsiteY10" fmla="*/ 444743 h 444743"/>
                        <a:gd name="connsiteX11" fmla="*/ 4724861 w 5141928"/>
                        <a:gd name="connsiteY11" fmla="*/ 444743 h 444743"/>
                        <a:gd name="connsiteX12" fmla="*/ 4256374 w 5141928"/>
                        <a:gd name="connsiteY12" fmla="*/ 444743 h 444743"/>
                        <a:gd name="connsiteX13" fmla="*/ 3633629 w 5141928"/>
                        <a:gd name="connsiteY13" fmla="*/ 444743 h 444743"/>
                        <a:gd name="connsiteX14" fmla="*/ 2959465 w 5141928"/>
                        <a:gd name="connsiteY14" fmla="*/ 444743 h 444743"/>
                        <a:gd name="connsiteX15" fmla="*/ 2439559 w 5141928"/>
                        <a:gd name="connsiteY15" fmla="*/ 444743 h 444743"/>
                        <a:gd name="connsiteX16" fmla="*/ 1765395 w 5141928"/>
                        <a:gd name="connsiteY16" fmla="*/ 444743 h 444743"/>
                        <a:gd name="connsiteX17" fmla="*/ 1296909 w 5141928"/>
                        <a:gd name="connsiteY17" fmla="*/ 444743 h 444743"/>
                        <a:gd name="connsiteX18" fmla="*/ 879841 w 5141928"/>
                        <a:gd name="connsiteY18" fmla="*/ 444743 h 444743"/>
                        <a:gd name="connsiteX19" fmla="*/ 0 w 5141928"/>
                        <a:gd name="connsiteY19" fmla="*/ 444743 h 444743"/>
                        <a:gd name="connsiteX20" fmla="*/ 0 w 5141928"/>
                        <a:gd name="connsiteY20" fmla="*/ 0 h 444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5141928" h="444743" fill="none" extrusionOk="0">
                          <a:moveTo>
                            <a:pt x="0" y="0"/>
                          </a:moveTo>
                          <a:cubicBezTo>
                            <a:pt x="147630" y="-35984"/>
                            <a:pt x="309985" y="18077"/>
                            <a:pt x="468487" y="0"/>
                          </a:cubicBezTo>
                          <a:cubicBezTo>
                            <a:pt x="626989" y="-18077"/>
                            <a:pt x="731005" y="17881"/>
                            <a:pt x="988393" y="0"/>
                          </a:cubicBezTo>
                          <a:cubicBezTo>
                            <a:pt x="1245781" y="-17881"/>
                            <a:pt x="1347880" y="12551"/>
                            <a:pt x="1456880" y="0"/>
                          </a:cubicBezTo>
                          <a:cubicBezTo>
                            <a:pt x="1565880" y="-12551"/>
                            <a:pt x="1908881" y="60058"/>
                            <a:pt x="2079624" y="0"/>
                          </a:cubicBezTo>
                          <a:cubicBezTo>
                            <a:pt x="2250367" y="-60058"/>
                            <a:pt x="2518224" y="2667"/>
                            <a:pt x="2650950" y="0"/>
                          </a:cubicBezTo>
                          <a:cubicBezTo>
                            <a:pt x="2783676" y="-2667"/>
                            <a:pt x="3086935" y="68502"/>
                            <a:pt x="3222275" y="0"/>
                          </a:cubicBezTo>
                          <a:cubicBezTo>
                            <a:pt x="3357615" y="-68502"/>
                            <a:pt x="3572563" y="49448"/>
                            <a:pt x="3896439" y="0"/>
                          </a:cubicBezTo>
                          <a:cubicBezTo>
                            <a:pt x="4220315" y="-49448"/>
                            <a:pt x="4367573" y="29685"/>
                            <a:pt x="4519183" y="0"/>
                          </a:cubicBezTo>
                          <a:cubicBezTo>
                            <a:pt x="4670793" y="-29685"/>
                            <a:pt x="4992545" y="10872"/>
                            <a:pt x="5141928" y="0"/>
                          </a:cubicBezTo>
                          <a:cubicBezTo>
                            <a:pt x="5150111" y="141146"/>
                            <a:pt x="5137259" y="266757"/>
                            <a:pt x="5141928" y="444743"/>
                          </a:cubicBezTo>
                          <a:cubicBezTo>
                            <a:pt x="5057225" y="447694"/>
                            <a:pt x="4887404" y="397334"/>
                            <a:pt x="4724861" y="444743"/>
                          </a:cubicBezTo>
                          <a:cubicBezTo>
                            <a:pt x="4562318" y="492152"/>
                            <a:pt x="4424552" y="417439"/>
                            <a:pt x="4256374" y="444743"/>
                          </a:cubicBezTo>
                          <a:cubicBezTo>
                            <a:pt x="4088196" y="472047"/>
                            <a:pt x="3892114" y="381239"/>
                            <a:pt x="3633629" y="444743"/>
                          </a:cubicBezTo>
                          <a:cubicBezTo>
                            <a:pt x="3375144" y="508247"/>
                            <a:pt x="3181236" y="437533"/>
                            <a:pt x="2959465" y="444743"/>
                          </a:cubicBezTo>
                          <a:cubicBezTo>
                            <a:pt x="2737694" y="451953"/>
                            <a:pt x="2662635" y="393903"/>
                            <a:pt x="2439559" y="444743"/>
                          </a:cubicBezTo>
                          <a:cubicBezTo>
                            <a:pt x="2216483" y="495583"/>
                            <a:pt x="1976386" y="404605"/>
                            <a:pt x="1765395" y="444743"/>
                          </a:cubicBezTo>
                          <a:cubicBezTo>
                            <a:pt x="1554404" y="484881"/>
                            <a:pt x="1390898" y="439424"/>
                            <a:pt x="1296909" y="444743"/>
                          </a:cubicBezTo>
                          <a:cubicBezTo>
                            <a:pt x="1202920" y="450062"/>
                            <a:pt x="1034704" y="431824"/>
                            <a:pt x="879841" y="444743"/>
                          </a:cubicBezTo>
                          <a:cubicBezTo>
                            <a:pt x="724978" y="457662"/>
                            <a:pt x="211525" y="356585"/>
                            <a:pt x="0" y="444743"/>
                          </a:cubicBezTo>
                          <a:cubicBezTo>
                            <a:pt x="-46286" y="344381"/>
                            <a:pt x="35684" y="122784"/>
                            <a:pt x="0" y="0"/>
                          </a:cubicBezTo>
                          <a:close/>
                        </a:path>
                        <a:path w="5141928" h="444743" stroke="0" extrusionOk="0">
                          <a:moveTo>
                            <a:pt x="0" y="0"/>
                          </a:moveTo>
                          <a:cubicBezTo>
                            <a:pt x="226199" y="-55421"/>
                            <a:pt x="388165" y="5282"/>
                            <a:pt x="519906" y="0"/>
                          </a:cubicBezTo>
                          <a:cubicBezTo>
                            <a:pt x="651647" y="-5282"/>
                            <a:pt x="736328" y="18639"/>
                            <a:pt x="936974" y="0"/>
                          </a:cubicBezTo>
                          <a:cubicBezTo>
                            <a:pt x="1137620" y="-18639"/>
                            <a:pt x="1362212" y="10386"/>
                            <a:pt x="1611137" y="0"/>
                          </a:cubicBezTo>
                          <a:cubicBezTo>
                            <a:pt x="1860062" y="-10386"/>
                            <a:pt x="1980440" y="21342"/>
                            <a:pt x="2131043" y="0"/>
                          </a:cubicBezTo>
                          <a:cubicBezTo>
                            <a:pt x="2281646" y="-21342"/>
                            <a:pt x="2456658" y="1459"/>
                            <a:pt x="2650950" y="0"/>
                          </a:cubicBezTo>
                          <a:cubicBezTo>
                            <a:pt x="2845242" y="-1459"/>
                            <a:pt x="2997257" y="42813"/>
                            <a:pt x="3325113" y="0"/>
                          </a:cubicBezTo>
                          <a:cubicBezTo>
                            <a:pt x="3652969" y="-42813"/>
                            <a:pt x="3635658" y="53073"/>
                            <a:pt x="3793600" y="0"/>
                          </a:cubicBezTo>
                          <a:cubicBezTo>
                            <a:pt x="3951542" y="-53073"/>
                            <a:pt x="4171948" y="64378"/>
                            <a:pt x="4467764" y="0"/>
                          </a:cubicBezTo>
                          <a:cubicBezTo>
                            <a:pt x="4763580" y="-64378"/>
                            <a:pt x="4915090" y="2170"/>
                            <a:pt x="5141928" y="0"/>
                          </a:cubicBezTo>
                          <a:cubicBezTo>
                            <a:pt x="5154869" y="122439"/>
                            <a:pt x="5111581" y="255022"/>
                            <a:pt x="5141928" y="444743"/>
                          </a:cubicBezTo>
                          <a:cubicBezTo>
                            <a:pt x="4933529" y="453827"/>
                            <a:pt x="4733580" y="389037"/>
                            <a:pt x="4570603" y="444743"/>
                          </a:cubicBezTo>
                          <a:cubicBezTo>
                            <a:pt x="4407627" y="500449"/>
                            <a:pt x="4220827" y="413842"/>
                            <a:pt x="4050697" y="444743"/>
                          </a:cubicBezTo>
                          <a:cubicBezTo>
                            <a:pt x="3880567" y="475644"/>
                            <a:pt x="3705180" y="427059"/>
                            <a:pt x="3376533" y="444743"/>
                          </a:cubicBezTo>
                          <a:cubicBezTo>
                            <a:pt x="3047886" y="462427"/>
                            <a:pt x="3022432" y="387729"/>
                            <a:pt x="2702369" y="444743"/>
                          </a:cubicBezTo>
                          <a:cubicBezTo>
                            <a:pt x="2382306" y="501757"/>
                            <a:pt x="2365341" y="390499"/>
                            <a:pt x="2233882" y="444743"/>
                          </a:cubicBezTo>
                          <a:cubicBezTo>
                            <a:pt x="2102423" y="498987"/>
                            <a:pt x="1898036" y="432407"/>
                            <a:pt x="1662557" y="444743"/>
                          </a:cubicBezTo>
                          <a:cubicBezTo>
                            <a:pt x="1427079" y="457079"/>
                            <a:pt x="1261410" y="444528"/>
                            <a:pt x="988393" y="444743"/>
                          </a:cubicBezTo>
                          <a:cubicBezTo>
                            <a:pt x="715376" y="444958"/>
                            <a:pt x="410759" y="389474"/>
                            <a:pt x="0" y="444743"/>
                          </a:cubicBezTo>
                          <a:cubicBezTo>
                            <a:pt x="-23554" y="290266"/>
                            <a:pt x="15512" y="12466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56FAFDB-6A5C-1ECE-E24E-E1665694473C}"/>
              </a:ext>
            </a:extLst>
          </p:cNvPr>
          <p:cNvSpPr/>
          <p:nvPr/>
        </p:nvSpPr>
        <p:spPr>
          <a:xfrm>
            <a:off x="10766425" y="5007264"/>
            <a:ext cx="1368000" cy="101946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141928"/>
                      <a:gd name="connsiteY0" fmla="*/ 0 h 444743"/>
                      <a:gd name="connsiteX1" fmla="*/ 468487 w 5141928"/>
                      <a:gd name="connsiteY1" fmla="*/ 0 h 444743"/>
                      <a:gd name="connsiteX2" fmla="*/ 988393 w 5141928"/>
                      <a:gd name="connsiteY2" fmla="*/ 0 h 444743"/>
                      <a:gd name="connsiteX3" fmla="*/ 1456880 w 5141928"/>
                      <a:gd name="connsiteY3" fmla="*/ 0 h 444743"/>
                      <a:gd name="connsiteX4" fmla="*/ 2079624 w 5141928"/>
                      <a:gd name="connsiteY4" fmla="*/ 0 h 444743"/>
                      <a:gd name="connsiteX5" fmla="*/ 2650950 w 5141928"/>
                      <a:gd name="connsiteY5" fmla="*/ 0 h 444743"/>
                      <a:gd name="connsiteX6" fmla="*/ 3222275 w 5141928"/>
                      <a:gd name="connsiteY6" fmla="*/ 0 h 444743"/>
                      <a:gd name="connsiteX7" fmla="*/ 3896439 w 5141928"/>
                      <a:gd name="connsiteY7" fmla="*/ 0 h 444743"/>
                      <a:gd name="connsiteX8" fmla="*/ 4519183 w 5141928"/>
                      <a:gd name="connsiteY8" fmla="*/ 0 h 444743"/>
                      <a:gd name="connsiteX9" fmla="*/ 5141928 w 5141928"/>
                      <a:gd name="connsiteY9" fmla="*/ 0 h 444743"/>
                      <a:gd name="connsiteX10" fmla="*/ 5141928 w 5141928"/>
                      <a:gd name="connsiteY10" fmla="*/ 444743 h 444743"/>
                      <a:gd name="connsiteX11" fmla="*/ 4724861 w 5141928"/>
                      <a:gd name="connsiteY11" fmla="*/ 444743 h 444743"/>
                      <a:gd name="connsiteX12" fmla="*/ 4256374 w 5141928"/>
                      <a:gd name="connsiteY12" fmla="*/ 444743 h 444743"/>
                      <a:gd name="connsiteX13" fmla="*/ 3633629 w 5141928"/>
                      <a:gd name="connsiteY13" fmla="*/ 444743 h 444743"/>
                      <a:gd name="connsiteX14" fmla="*/ 2959465 w 5141928"/>
                      <a:gd name="connsiteY14" fmla="*/ 444743 h 444743"/>
                      <a:gd name="connsiteX15" fmla="*/ 2439559 w 5141928"/>
                      <a:gd name="connsiteY15" fmla="*/ 444743 h 444743"/>
                      <a:gd name="connsiteX16" fmla="*/ 1765395 w 5141928"/>
                      <a:gd name="connsiteY16" fmla="*/ 444743 h 444743"/>
                      <a:gd name="connsiteX17" fmla="*/ 1296909 w 5141928"/>
                      <a:gd name="connsiteY17" fmla="*/ 444743 h 444743"/>
                      <a:gd name="connsiteX18" fmla="*/ 879841 w 5141928"/>
                      <a:gd name="connsiteY18" fmla="*/ 444743 h 444743"/>
                      <a:gd name="connsiteX19" fmla="*/ 0 w 5141928"/>
                      <a:gd name="connsiteY19" fmla="*/ 444743 h 444743"/>
                      <a:gd name="connsiteX20" fmla="*/ 0 w 5141928"/>
                      <a:gd name="connsiteY20" fmla="*/ 0 h 444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141928" h="444743" fill="none" extrusionOk="0">
                        <a:moveTo>
                          <a:pt x="0" y="0"/>
                        </a:moveTo>
                        <a:cubicBezTo>
                          <a:pt x="147630" y="-35984"/>
                          <a:pt x="309985" y="18077"/>
                          <a:pt x="468487" y="0"/>
                        </a:cubicBezTo>
                        <a:cubicBezTo>
                          <a:pt x="626989" y="-18077"/>
                          <a:pt x="731005" y="17881"/>
                          <a:pt x="988393" y="0"/>
                        </a:cubicBezTo>
                        <a:cubicBezTo>
                          <a:pt x="1245781" y="-17881"/>
                          <a:pt x="1347880" y="12551"/>
                          <a:pt x="1456880" y="0"/>
                        </a:cubicBezTo>
                        <a:cubicBezTo>
                          <a:pt x="1565880" y="-12551"/>
                          <a:pt x="1908881" y="60058"/>
                          <a:pt x="2079624" y="0"/>
                        </a:cubicBezTo>
                        <a:cubicBezTo>
                          <a:pt x="2250367" y="-60058"/>
                          <a:pt x="2518224" y="2667"/>
                          <a:pt x="2650950" y="0"/>
                        </a:cubicBezTo>
                        <a:cubicBezTo>
                          <a:pt x="2783676" y="-2667"/>
                          <a:pt x="3086935" y="68502"/>
                          <a:pt x="3222275" y="0"/>
                        </a:cubicBezTo>
                        <a:cubicBezTo>
                          <a:pt x="3357615" y="-68502"/>
                          <a:pt x="3572563" y="49448"/>
                          <a:pt x="3896439" y="0"/>
                        </a:cubicBezTo>
                        <a:cubicBezTo>
                          <a:pt x="4220315" y="-49448"/>
                          <a:pt x="4367573" y="29685"/>
                          <a:pt x="4519183" y="0"/>
                        </a:cubicBezTo>
                        <a:cubicBezTo>
                          <a:pt x="4670793" y="-29685"/>
                          <a:pt x="4992545" y="10872"/>
                          <a:pt x="5141928" y="0"/>
                        </a:cubicBezTo>
                        <a:cubicBezTo>
                          <a:pt x="5150111" y="141146"/>
                          <a:pt x="5137259" y="266757"/>
                          <a:pt x="5141928" y="444743"/>
                        </a:cubicBezTo>
                        <a:cubicBezTo>
                          <a:pt x="5057225" y="447694"/>
                          <a:pt x="4887404" y="397334"/>
                          <a:pt x="4724861" y="444743"/>
                        </a:cubicBezTo>
                        <a:cubicBezTo>
                          <a:pt x="4562318" y="492152"/>
                          <a:pt x="4424552" y="417439"/>
                          <a:pt x="4256374" y="444743"/>
                        </a:cubicBezTo>
                        <a:cubicBezTo>
                          <a:pt x="4088196" y="472047"/>
                          <a:pt x="3892114" y="381239"/>
                          <a:pt x="3633629" y="444743"/>
                        </a:cubicBezTo>
                        <a:cubicBezTo>
                          <a:pt x="3375144" y="508247"/>
                          <a:pt x="3181236" y="437533"/>
                          <a:pt x="2959465" y="444743"/>
                        </a:cubicBezTo>
                        <a:cubicBezTo>
                          <a:pt x="2737694" y="451953"/>
                          <a:pt x="2662635" y="393903"/>
                          <a:pt x="2439559" y="444743"/>
                        </a:cubicBezTo>
                        <a:cubicBezTo>
                          <a:pt x="2216483" y="495583"/>
                          <a:pt x="1976386" y="404605"/>
                          <a:pt x="1765395" y="444743"/>
                        </a:cubicBezTo>
                        <a:cubicBezTo>
                          <a:pt x="1554404" y="484881"/>
                          <a:pt x="1390898" y="439424"/>
                          <a:pt x="1296909" y="444743"/>
                        </a:cubicBezTo>
                        <a:cubicBezTo>
                          <a:pt x="1202920" y="450062"/>
                          <a:pt x="1034704" y="431824"/>
                          <a:pt x="879841" y="444743"/>
                        </a:cubicBezTo>
                        <a:cubicBezTo>
                          <a:pt x="724978" y="457662"/>
                          <a:pt x="211525" y="356585"/>
                          <a:pt x="0" y="444743"/>
                        </a:cubicBezTo>
                        <a:cubicBezTo>
                          <a:pt x="-46286" y="344381"/>
                          <a:pt x="35684" y="122784"/>
                          <a:pt x="0" y="0"/>
                        </a:cubicBezTo>
                        <a:close/>
                      </a:path>
                      <a:path w="5141928" h="444743" stroke="0" extrusionOk="0">
                        <a:moveTo>
                          <a:pt x="0" y="0"/>
                        </a:moveTo>
                        <a:cubicBezTo>
                          <a:pt x="226199" y="-55421"/>
                          <a:pt x="388165" y="5282"/>
                          <a:pt x="519906" y="0"/>
                        </a:cubicBezTo>
                        <a:cubicBezTo>
                          <a:pt x="651647" y="-5282"/>
                          <a:pt x="736328" y="18639"/>
                          <a:pt x="936974" y="0"/>
                        </a:cubicBezTo>
                        <a:cubicBezTo>
                          <a:pt x="1137620" y="-18639"/>
                          <a:pt x="1362212" y="10386"/>
                          <a:pt x="1611137" y="0"/>
                        </a:cubicBezTo>
                        <a:cubicBezTo>
                          <a:pt x="1860062" y="-10386"/>
                          <a:pt x="1980440" y="21342"/>
                          <a:pt x="2131043" y="0"/>
                        </a:cubicBezTo>
                        <a:cubicBezTo>
                          <a:pt x="2281646" y="-21342"/>
                          <a:pt x="2456658" y="1459"/>
                          <a:pt x="2650950" y="0"/>
                        </a:cubicBezTo>
                        <a:cubicBezTo>
                          <a:pt x="2845242" y="-1459"/>
                          <a:pt x="2997257" y="42813"/>
                          <a:pt x="3325113" y="0"/>
                        </a:cubicBezTo>
                        <a:cubicBezTo>
                          <a:pt x="3652969" y="-42813"/>
                          <a:pt x="3635658" y="53073"/>
                          <a:pt x="3793600" y="0"/>
                        </a:cubicBezTo>
                        <a:cubicBezTo>
                          <a:pt x="3951542" y="-53073"/>
                          <a:pt x="4171948" y="64378"/>
                          <a:pt x="4467764" y="0"/>
                        </a:cubicBezTo>
                        <a:cubicBezTo>
                          <a:pt x="4763580" y="-64378"/>
                          <a:pt x="4915090" y="2170"/>
                          <a:pt x="5141928" y="0"/>
                        </a:cubicBezTo>
                        <a:cubicBezTo>
                          <a:pt x="5154869" y="122439"/>
                          <a:pt x="5111581" y="255022"/>
                          <a:pt x="5141928" y="444743"/>
                        </a:cubicBezTo>
                        <a:cubicBezTo>
                          <a:pt x="4933529" y="453827"/>
                          <a:pt x="4733580" y="389037"/>
                          <a:pt x="4570603" y="444743"/>
                        </a:cubicBezTo>
                        <a:cubicBezTo>
                          <a:pt x="4407627" y="500449"/>
                          <a:pt x="4220827" y="413842"/>
                          <a:pt x="4050697" y="444743"/>
                        </a:cubicBezTo>
                        <a:cubicBezTo>
                          <a:pt x="3880567" y="475644"/>
                          <a:pt x="3705180" y="427059"/>
                          <a:pt x="3376533" y="444743"/>
                        </a:cubicBezTo>
                        <a:cubicBezTo>
                          <a:pt x="3047886" y="462427"/>
                          <a:pt x="3022432" y="387729"/>
                          <a:pt x="2702369" y="444743"/>
                        </a:cubicBezTo>
                        <a:cubicBezTo>
                          <a:pt x="2382306" y="501757"/>
                          <a:pt x="2365341" y="390499"/>
                          <a:pt x="2233882" y="444743"/>
                        </a:cubicBezTo>
                        <a:cubicBezTo>
                          <a:pt x="2102423" y="498987"/>
                          <a:pt x="1898036" y="432407"/>
                          <a:pt x="1662557" y="444743"/>
                        </a:cubicBezTo>
                        <a:cubicBezTo>
                          <a:pt x="1427079" y="457079"/>
                          <a:pt x="1261410" y="444528"/>
                          <a:pt x="988393" y="444743"/>
                        </a:cubicBezTo>
                        <a:cubicBezTo>
                          <a:pt x="715376" y="444958"/>
                          <a:pt x="410759" y="389474"/>
                          <a:pt x="0" y="444743"/>
                        </a:cubicBezTo>
                        <a:cubicBezTo>
                          <a:pt x="-23554" y="290266"/>
                          <a:pt x="15512" y="12466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164B1E82-4582-E4F8-185A-0EBB790B01ED}"/>
              </a:ext>
            </a:extLst>
          </p:cNvPr>
          <p:cNvSpPr/>
          <p:nvPr/>
        </p:nvSpPr>
        <p:spPr>
          <a:xfrm>
            <a:off x="10721101" y="5010233"/>
            <a:ext cx="1260000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BDR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9830C120-B238-53C3-3812-F9DB692EE7AB}"/>
              </a:ext>
            </a:extLst>
          </p:cNvPr>
          <p:cNvSpPr/>
          <p:nvPr/>
        </p:nvSpPr>
        <p:spPr>
          <a:xfrm>
            <a:off x="10767600" y="4500625"/>
            <a:ext cx="1368000" cy="2628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5141928"/>
                      <a:gd name="connsiteY0" fmla="*/ 0 h 444743"/>
                      <a:gd name="connsiteX1" fmla="*/ 468487 w 5141928"/>
                      <a:gd name="connsiteY1" fmla="*/ 0 h 444743"/>
                      <a:gd name="connsiteX2" fmla="*/ 988393 w 5141928"/>
                      <a:gd name="connsiteY2" fmla="*/ 0 h 444743"/>
                      <a:gd name="connsiteX3" fmla="*/ 1456880 w 5141928"/>
                      <a:gd name="connsiteY3" fmla="*/ 0 h 444743"/>
                      <a:gd name="connsiteX4" fmla="*/ 2079624 w 5141928"/>
                      <a:gd name="connsiteY4" fmla="*/ 0 h 444743"/>
                      <a:gd name="connsiteX5" fmla="*/ 2650950 w 5141928"/>
                      <a:gd name="connsiteY5" fmla="*/ 0 h 444743"/>
                      <a:gd name="connsiteX6" fmla="*/ 3222275 w 5141928"/>
                      <a:gd name="connsiteY6" fmla="*/ 0 h 444743"/>
                      <a:gd name="connsiteX7" fmla="*/ 3896439 w 5141928"/>
                      <a:gd name="connsiteY7" fmla="*/ 0 h 444743"/>
                      <a:gd name="connsiteX8" fmla="*/ 4519183 w 5141928"/>
                      <a:gd name="connsiteY8" fmla="*/ 0 h 444743"/>
                      <a:gd name="connsiteX9" fmla="*/ 5141928 w 5141928"/>
                      <a:gd name="connsiteY9" fmla="*/ 0 h 444743"/>
                      <a:gd name="connsiteX10" fmla="*/ 5141928 w 5141928"/>
                      <a:gd name="connsiteY10" fmla="*/ 444743 h 444743"/>
                      <a:gd name="connsiteX11" fmla="*/ 4724861 w 5141928"/>
                      <a:gd name="connsiteY11" fmla="*/ 444743 h 444743"/>
                      <a:gd name="connsiteX12" fmla="*/ 4256374 w 5141928"/>
                      <a:gd name="connsiteY12" fmla="*/ 444743 h 444743"/>
                      <a:gd name="connsiteX13" fmla="*/ 3633629 w 5141928"/>
                      <a:gd name="connsiteY13" fmla="*/ 444743 h 444743"/>
                      <a:gd name="connsiteX14" fmla="*/ 2959465 w 5141928"/>
                      <a:gd name="connsiteY14" fmla="*/ 444743 h 444743"/>
                      <a:gd name="connsiteX15" fmla="*/ 2439559 w 5141928"/>
                      <a:gd name="connsiteY15" fmla="*/ 444743 h 444743"/>
                      <a:gd name="connsiteX16" fmla="*/ 1765395 w 5141928"/>
                      <a:gd name="connsiteY16" fmla="*/ 444743 h 444743"/>
                      <a:gd name="connsiteX17" fmla="*/ 1296909 w 5141928"/>
                      <a:gd name="connsiteY17" fmla="*/ 444743 h 444743"/>
                      <a:gd name="connsiteX18" fmla="*/ 879841 w 5141928"/>
                      <a:gd name="connsiteY18" fmla="*/ 444743 h 444743"/>
                      <a:gd name="connsiteX19" fmla="*/ 0 w 5141928"/>
                      <a:gd name="connsiteY19" fmla="*/ 444743 h 444743"/>
                      <a:gd name="connsiteX20" fmla="*/ 0 w 5141928"/>
                      <a:gd name="connsiteY20" fmla="*/ 0 h 444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141928" h="444743" fill="none" extrusionOk="0">
                        <a:moveTo>
                          <a:pt x="0" y="0"/>
                        </a:moveTo>
                        <a:cubicBezTo>
                          <a:pt x="147630" y="-35984"/>
                          <a:pt x="309985" y="18077"/>
                          <a:pt x="468487" y="0"/>
                        </a:cubicBezTo>
                        <a:cubicBezTo>
                          <a:pt x="626989" y="-18077"/>
                          <a:pt x="731005" y="17881"/>
                          <a:pt x="988393" y="0"/>
                        </a:cubicBezTo>
                        <a:cubicBezTo>
                          <a:pt x="1245781" y="-17881"/>
                          <a:pt x="1347880" y="12551"/>
                          <a:pt x="1456880" y="0"/>
                        </a:cubicBezTo>
                        <a:cubicBezTo>
                          <a:pt x="1565880" y="-12551"/>
                          <a:pt x="1908881" y="60058"/>
                          <a:pt x="2079624" y="0"/>
                        </a:cubicBezTo>
                        <a:cubicBezTo>
                          <a:pt x="2250367" y="-60058"/>
                          <a:pt x="2518224" y="2667"/>
                          <a:pt x="2650950" y="0"/>
                        </a:cubicBezTo>
                        <a:cubicBezTo>
                          <a:pt x="2783676" y="-2667"/>
                          <a:pt x="3086935" y="68502"/>
                          <a:pt x="3222275" y="0"/>
                        </a:cubicBezTo>
                        <a:cubicBezTo>
                          <a:pt x="3357615" y="-68502"/>
                          <a:pt x="3572563" y="49448"/>
                          <a:pt x="3896439" y="0"/>
                        </a:cubicBezTo>
                        <a:cubicBezTo>
                          <a:pt x="4220315" y="-49448"/>
                          <a:pt x="4367573" y="29685"/>
                          <a:pt x="4519183" y="0"/>
                        </a:cubicBezTo>
                        <a:cubicBezTo>
                          <a:pt x="4670793" y="-29685"/>
                          <a:pt x="4992545" y="10872"/>
                          <a:pt x="5141928" y="0"/>
                        </a:cubicBezTo>
                        <a:cubicBezTo>
                          <a:pt x="5150111" y="141146"/>
                          <a:pt x="5137259" y="266757"/>
                          <a:pt x="5141928" y="444743"/>
                        </a:cubicBezTo>
                        <a:cubicBezTo>
                          <a:pt x="5057225" y="447694"/>
                          <a:pt x="4887404" y="397334"/>
                          <a:pt x="4724861" y="444743"/>
                        </a:cubicBezTo>
                        <a:cubicBezTo>
                          <a:pt x="4562318" y="492152"/>
                          <a:pt x="4424552" y="417439"/>
                          <a:pt x="4256374" y="444743"/>
                        </a:cubicBezTo>
                        <a:cubicBezTo>
                          <a:pt x="4088196" y="472047"/>
                          <a:pt x="3892114" y="381239"/>
                          <a:pt x="3633629" y="444743"/>
                        </a:cubicBezTo>
                        <a:cubicBezTo>
                          <a:pt x="3375144" y="508247"/>
                          <a:pt x="3181236" y="437533"/>
                          <a:pt x="2959465" y="444743"/>
                        </a:cubicBezTo>
                        <a:cubicBezTo>
                          <a:pt x="2737694" y="451953"/>
                          <a:pt x="2662635" y="393903"/>
                          <a:pt x="2439559" y="444743"/>
                        </a:cubicBezTo>
                        <a:cubicBezTo>
                          <a:pt x="2216483" y="495583"/>
                          <a:pt x="1976386" y="404605"/>
                          <a:pt x="1765395" y="444743"/>
                        </a:cubicBezTo>
                        <a:cubicBezTo>
                          <a:pt x="1554404" y="484881"/>
                          <a:pt x="1390898" y="439424"/>
                          <a:pt x="1296909" y="444743"/>
                        </a:cubicBezTo>
                        <a:cubicBezTo>
                          <a:pt x="1202920" y="450062"/>
                          <a:pt x="1034704" y="431824"/>
                          <a:pt x="879841" y="444743"/>
                        </a:cubicBezTo>
                        <a:cubicBezTo>
                          <a:pt x="724978" y="457662"/>
                          <a:pt x="211525" y="356585"/>
                          <a:pt x="0" y="444743"/>
                        </a:cubicBezTo>
                        <a:cubicBezTo>
                          <a:pt x="-46286" y="344381"/>
                          <a:pt x="35684" y="122784"/>
                          <a:pt x="0" y="0"/>
                        </a:cubicBezTo>
                        <a:close/>
                      </a:path>
                      <a:path w="5141928" h="444743" stroke="0" extrusionOk="0">
                        <a:moveTo>
                          <a:pt x="0" y="0"/>
                        </a:moveTo>
                        <a:cubicBezTo>
                          <a:pt x="226199" y="-55421"/>
                          <a:pt x="388165" y="5282"/>
                          <a:pt x="519906" y="0"/>
                        </a:cubicBezTo>
                        <a:cubicBezTo>
                          <a:pt x="651647" y="-5282"/>
                          <a:pt x="736328" y="18639"/>
                          <a:pt x="936974" y="0"/>
                        </a:cubicBezTo>
                        <a:cubicBezTo>
                          <a:pt x="1137620" y="-18639"/>
                          <a:pt x="1362212" y="10386"/>
                          <a:pt x="1611137" y="0"/>
                        </a:cubicBezTo>
                        <a:cubicBezTo>
                          <a:pt x="1860062" y="-10386"/>
                          <a:pt x="1980440" y="21342"/>
                          <a:pt x="2131043" y="0"/>
                        </a:cubicBezTo>
                        <a:cubicBezTo>
                          <a:pt x="2281646" y="-21342"/>
                          <a:pt x="2456658" y="1459"/>
                          <a:pt x="2650950" y="0"/>
                        </a:cubicBezTo>
                        <a:cubicBezTo>
                          <a:pt x="2845242" y="-1459"/>
                          <a:pt x="2997257" y="42813"/>
                          <a:pt x="3325113" y="0"/>
                        </a:cubicBezTo>
                        <a:cubicBezTo>
                          <a:pt x="3652969" y="-42813"/>
                          <a:pt x="3635658" y="53073"/>
                          <a:pt x="3793600" y="0"/>
                        </a:cubicBezTo>
                        <a:cubicBezTo>
                          <a:pt x="3951542" y="-53073"/>
                          <a:pt x="4171948" y="64378"/>
                          <a:pt x="4467764" y="0"/>
                        </a:cubicBezTo>
                        <a:cubicBezTo>
                          <a:pt x="4763580" y="-64378"/>
                          <a:pt x="4915090" y="2170"/>
                          <a:pt x="5141928" y="0"/>
                        </a:cubicBezTo>
                        <a:cubicBezTo>
                          <a:pt x="5154869" y="122439"/>
                          <a:pt x="5111581" y="255022"/>
                          <a:pt x="5141928" y="444743"/>
                        </a:cubicBezTo>
                        <a:cubicBezTo>
                          <a:pt x="4933529" y="453827"/>
                          <a:pt x="4733580" y="389037"/>
                          <a:pt x="4570603" y="444743"/>
                        </a:cubicBezTo>
                        <a:cubicBezTo>
                          <a:pt x="4407627" y="500449"/>
                          <a:pt x="4220827" y="413842"/>
                          <a:pt x="4050697" y="444743"/>
                        </a:cubicBezTo>
                        <a:cubicBezTo>
                          <a:pt x="3880567" y="475644"/>
                          <a:pt x="3705180" y="427059"/>
                          <a:pt x="3376533" y="444743"/>
                        </a:cubicBezTo>
                        <a:cubicBezTo>
                          <a:pt x="3047886" y="462427"/>
                          <a:pt x="3022432" y="387729"/>
                          <a:pt x="2702369" y="444743"/>
                        </a:cubicBezTo>
                        <a:cubicBezTo>
                          <a:pt x="2382306" y="501757"/>
                          <a:pt x="2365341" y="390499"/>
                          <a:pt x="2233882" y="444743"/>
                        </a:cubicBezTo>
                        <a:cubicBezTo>
                          <a:pt x="2102423" y="498987"/>
                          <a:pt x="1898036" y="432407"/>
                          <a:pt x="1662557" y="444743"/>
                        </a:cubicBezTo>
                        <a:cubicBezTo>
                          <a:pt x="1427079" y="457079"/>
                          <a:pt x="1261410" y="444528"/>
                          <a:pt x="988393" y="444743"/>
                        </a:cubicBezTo>
                        <a:cubicBezTo>
                          <a:pt x="715376" y="444958"/>
                          <a:pt x="410759" y="389474"/>
                          <a:pt x="0" y="444743"/>
                        </a:cubicBezTo>
                        <a:cubicBezTo>
                          <a:pt x="-23554" y="290266"/>
                          <a:pt x="15512" y="12466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4FA7BB80-98E1-658C-3265-271D37921B58}"/>
              </a:ext>
            </a:extLst>
          </p:cNvPr>
          <p:cNvSpPr/>
          <p:nvPr/>
        </p:nvSpPr>
        <p:spPr>
          <a:xfrm>
            <a:off x="10722700" y="4505862"/>
            <a:ext cx="1260000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IFRS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341B515C-5B20-8B3E-63E4-CE4FBEAC3D87}"/>
              </a:ext>
            </a:extLst>
          </p:cNvPr>
          <p:cNvSpPr txBox="1"/>
          <p:nvPr/>
        </p:nvSpPr>
        <p:spPr>
          <a:xfrm>
            <a:off x="10725737" y="4465726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1BD82A23-5A1C-7CD9-E89D-D49E2537EC88}"/>
              </a:ext>
            </a:extLst>
          </p:cNvPr>
          <p:cNvSpPr txBox="1"/>
          <p:nvPr/>
        </p:nvSpPr>
        <p:spPr>
          <a:xfrm>
            <a:off x="10247292" y="444829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cxnSp>
        <p:nvCxnSpPr>
          <p:cNvPr id="311" name="Conexão em ângulos retos 206">
            <a:extLst>
              <a:ext uri="{FF2B5EF4-FFF2-40B4-BE49-F238E27FC236}">
                <a16:creationId xmlns:a16="http://schemas.microsoft.com/office/drawing/2014/main" id="{01EC7865-BAC9-12A2-1872-A21CA2DD4BEF}"/>
              </a:ext>
            </a:extLst>
          </p:cNvPr>
          <p:cNvCxnSpPr>
            <a:cxnSpLocks/>
            <a:stCxn id="310" idx="3"/>
            <a:endCxn id="309" idx="1"/>
          </p:cNvCxnSpPr>
          <p:nvPr/>
        </p:nvCxnSpPr>
        <p:spPr>
          <a:xfrm>
            <a:off x="10549050" y="4632958"/>
            <a:ext cx="176687" cy="17434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69727135-AF5B-9832-DE59-11B49EE6743B}"/>
              </a:ext>
            </a:extLst>
          </p:cNvPr>
          <p:cNvSpPr txBox="1"/>
          <p:nvPr/>
        </p:nvSpPr>
        <p:spPr>
          <a:xfrm>
            <a:off x="10249200" y="4954519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cxnSp>
        <p:nvCxnSpPr>
          <p:cNvPr id="316" name="Conexão em ângulos retos 206">
            <a:extLst>
              <a:ext uri="{FF2B5EF4-FFF2-40B4-BE49-F238E27FC236}">
                <a16:creationId xmlns:a16="http://schemas.microsoft.com/office/drawing/2014/main" id="{FC22EAA1-9A46-FF70-1565-66DBFBC937A0}"/>
              </a:ext>
            </a:extLst>
          </p:cNvPr>
          <p:cNvCxnSpPr>
            <a:cxnSpLocks/>
            <a:stCxn id="315" idx="3"/>
            <a:endCxn id="314" idx="1"/>
          </p:cNvCxnSpPr>
          <p:nvPr/>
        </p:nvCxnSpPr>
        <p:spPr>
          <a:xfrm>
            <a:off x="10550958" y="5139185"/>
            <a:ext cx="191442" cy="1646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exão em ângulos retos 186">
            <a:extLst>
              <a:ext uri="{FF2B5EF4-FFF2-40B4-BE49-F238E27FC236}">
                <a16:creationId xmlns:a16="http://schemas.microsoft.com/office/drawing/2014/main" id="{3F3961DA-FFBB-8701-A0F0-6719EFC35B12}"/>
              </a:ext>
            </a:extLst>
          </p:cNvPr>
          <p:cNvCxnSpPr>
            <a:cxnSpLocks/>
            <a:stCxn id="270" idx="3"/>
            <a:endCxn id="258" idx="1"/>
          </p:cNvCxnSpPr>
          <p:nvPr/>
        </p:nvCxnSpPr>
        <p:spPr>
          <a:xfrm flipV="1">
            <a:off x="5302307" y="5578380"/>
            <a:ext cx="5506516" cy="69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exão em ângulos retos 186">
            <a:extLst>
              <a:ext uri="{FF2B5EF4-FFF2-40B4-BE49-F238E27FC236}">
                <a16:creationId xmlns:a16="http://schemas.microsoft.com/office/drawing/2014/main" id="{B536B7BC-B4E5-F5D9-327B-73DBD3E64B66}"/>
              </a:ext>
            </a:extLst>
          </p:cNvPr>
          <p:cNvCxnSpPr>
            <a:cxnSpLocks/>
            <a:stCxn id="276" idx="3"/>
            <a:endCxn id="260" idx="1"/>
          </p:cNvCxnSpPr>
          <p:nvPr/>
        </p:nvCxnSpPr>
        <p:spPr>
          <a:xfrm flipV="1">
            <a:off x="5300788" y="5712689"/>
            <a:ext cx="5510012" cy="16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exão em ângulos retos 186">
            <a:extLst>
              <a:ext uri="{FF2B5EF4-FFF2-40B4-BE49-F238E27FC236}">
                <a16:creationId xmlns:a16="http://schemas.microsoft.com/office/drawing/2014/main" id="{351ACAAA-6859-0CF5-31DC-9EF8ABC680F6}"/>
              </a:ext>
            </a:extLst>
          </p:cNvPr>
          <p:cNvCxnSpPr>
            <a:cxnSpLocks/>
            <a:stCxn id="236" idx="1"/>
            <a:endCxn id="235" idx="3"/>
          </p:cNvCxnSpPr>
          <p:nvPr/>
        </p:nvCxnSpPr>
        <p:spPr>
          <a:xfrm rot="10800000">
            <a:off x="2216470" y="3665842"/>
            <a:ext cx="641625" cy="1489804"/>
          </a:xfrm>
          <a:prstGeom prst="bentConnector3">
            <a:avLst>
              <a:gd name="adj1" fmla="val 42874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exão em ângulos retos 186">
            <a:extLst>
              <a:ext uri="{FF2B5EF4-FFF2-40B4-BE49-F238E27FC236}">
                <a16:creationId xmlns:a16="http://schemas.microsoft.com/office/drawing/2014/main" id="{CA578120-D87C-91CC-9A1C-C3AFFFE0F0D9}"/>
              </a:ext>
            </a:extLst>
          </p:cNvPr>
          <p:cNvCxnSpPr>
            <a:cxnSpLocks/>
            <a:stCxn id="238" idx="1"/>
            <a:endCxn id="246" idx="3"/>
          </p:cNvCxnSpPr>
          <p:nvPr/>
        </p:nvCxnSpPr>
        <p:spPr>
          <a:xfrm rot="10800000">
            <a:off x="2209682" y="3801848"/>
            <a:ext cx="648413" cy="148855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xão em ângulos retos 186">
            <a:extLst>
              <a:ext uri="{FF2B5EF4-FFF2-40B4-BE49-F238E27FC236}">
                <a16:creationId xmlns:a16="http://schemas.microsoft.com/office/drawing/2014/main" id="{862C0AC8-5EAD-DD2F-DC4A-601F94BAF05B}"/>
              </a:ext>
            </a:extLst>
          </p:cNvPr>
          <p:cNvCxnSpPr>
            <a:cxnSpLocks/>
            <a:stCxn id="39" idx="1"/>
            <a:endCxn id="252" idx="3"/>
          </p:cNvCxnSpPr>
          <p:nvPr/>
        </p:nvCxnSpPr>
        <p:spPr>
          <a:xfrm rot="10800000">
            <a:off x="2215028" y="3938764"/>
            <a:ext cx="643066" cy="1496753"/>
          </a:xfrm>
          <a:prstGeom prst="bentConnector3">
            <a:avLst>
              <a:gd name="adj1" fmla="val 58294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7" name="Graphic 336" descr="Eye outline">
            <a:extLst>
              <a:ext uri="{FF2B5EF4-FFF2-40B4-BE49-F238E27FC236}">
                <a16:creationId xmlns:a16="http://schemas.microsoft.com/office/drawing/2014/main" id="{2714FE83-4729-C7B4-4D37-58FE266B825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4271" y="4369411"/>
            <a:ext cx="216000" cy="216000"/>
          </a:xfrm>
          <a:prstGeom prst="rect">
            <a:avLst/>
          </a:prstGeom>
        </p:spPr>
      </p:pic>
      <p:pic>
        <p:nvPicPr>
          <p:cNvPr id="338" name="Graphic 337" descr="Eye outline">
            <a:extLst>
              <a:ext uri="{FF2B5EF4-FFF2-40B4-BE49-F238E27FC236}">
                <a16:creationId xmlns:a16="http://schemas.microsoft.com/office/drawing/2014/main" id="{8E76C191-7187-B52C-3FC7-D7935C7FC0F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4800" y="4874384"/>
            <a:ext cx="216000" cy="216000"/>
          </a:xfrm>
          <a:prstGeom prst="rect">
            <a:avLst/>
          </a:prstGeom>
        </p:spPr>
      </p:pic>
      <p:pic>
        <p:nvPicPr>
          <p:cNvPr id="339" name="Graphic 338" descr="Eye outline">
            <a:extLst>
              <a:ext uri="{FF2B5EF4-FFF2-40B4-BE49-F238E27FC236}">
                <a16:creationId xmlns:a16="http://schemas.microsoft.com/office/drawing/2014/main" id="{E532B956-4901-4E77-EBA7-FAD43737C8C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3444" y="6382431"/>
            <a:ext cx="216000" cy="216000"/>
          </a:xfrm>
          <a:prstGeom prst="rect">
            <a:avLst/>
          </a:prstGeom>
        </p:spPr>
      </p:pic>
      <p:sp>
        <p:nvSpPr>
          <p:cNvPr id="342" name="CaixaDeTexto 251">
            <a:extLst>
              <a:ext uri="{FF2B5EF4-FFF2-40B4-BE49-F238E27FC236}">
                <a16:creationId xmlns:a16="http://schemas.microsoft.com/office/drawing/2014/main" id="{13C5B192-F86F-B52A-18FF-EBD718CF66C7}"/>
              </a:ext>
            </a:extLst>
          </p:cNvPr>
          <p:cNvSpPr txBox="1"/>
          <p:nvPr/>
        </p:nvSpPr>
        <p:spPr>
          <a:xfrm>
            <a:off x="3477497" y="6382517"/>
            <a:ext cx="372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Estas tabelas são </a:t>
            </a:r>
            <a:r>
              <a:rPr kumimoji="0" lang="pt-PT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views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no Data </a:t>
            </a:r>
            <a:r>
              <a:rPr kumimoji="0" lang="pt-PT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Lake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. São quase iguais às tabelas origem, exceto por na BDR se distribuir os registos entre o que é BST e o que é IFIC (Leasing e Factoring), e por em IFRS9 se eliminarem campos desnecessários.</a:t>
            </a: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02B64480-735E-3BCC-D55B-73181131C2C3}"/>
              </a:ext>
            </a:extLst>
          </p:cNvPr>
          <p:cNvGrpSpPr/>
          <p:nvPr/>
        </p:nvGrpSpPr>
        <p:grpSpPr>
          <a:xfrm>
            <a:off x="8957279" y="6468751"/>
            <a:ext cx="1343412" cy="215444"/>
            <a:chOff x="8846213" y="1252284"/>
            <a:chExt cx="1343412" cy="215444"/>
          </a:xfrm>
        </p:grpSpPr>
        <p:sp>
          <p:nvSpPr>
            <p:cNvPr id="344" name="Fluxograma: multidocumentos 2">
              <a:extLst>
                <a:ext uri="{FF2B5EF4-FFF2-40B4-BE49-F238E27FC236}">
                  <a16:creationId xmlns:a16="http://schemas.microsoft.com/office/drawing/2014/main" id="{104BA047-3D54-7DDE-020C-BAAD99EF4F70}"/>
                </a:ext>
              </a:extLst>
            </p:cNvPr>
            <p:cNvSpPr/>
            <p:nvPr/>
          </p:nvSpPr>
          <p:spPr>
            <a:xfrm>
              <a:off x="8846213" y="1306006"/>
              <a:ext cx="504000" cy="108000"/>
            </a:xfrm>
            <a:prstGeom prst="flowChartMultidocumen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800" b="1" i="0" u="none" strike="noStrike" kern="1200" cap="none" spc="0" normalizeH="0" baseline="30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  <p:sp>
          <p:nvSpPr>
            <p:cNvPr id="345" name="CaixaDeTexto 3">
              <a:extLst>
                <a:ext uri="{FF2B5EF4-FFF2-40B4-BE49-F238E27FC236}">
                  <a16:creationId xmlns:a16="http://schemas.microsoft.com/office/drawing/2014/main" id="{786A8016-DA9F-C833-A603-7DCD6CA5B79D}"/>
                </a:ext>
              </a:extLst>
            </p:cNvPr>
            <p:cNvSpPr txBox="1"/>
            <p:nvPr/>
          </p:nvSpPr>
          <p:spPr>
            <a:xfrm>
              <a:off x="9361625" y="1252284"/>
              <a:ext cx="82800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Carga manual</a:t>
              </a:r>
            </a:p>
          </p:txBody>
        </p: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0539CAD2-00B1-B139-93A5-1CEA19B3CF86}"/>
              </a:ext>
            </a:extLst>
          </p:cNvPr>
          <p:cNvGrpSpPr/>
          <p:nvPr/>
        </p:nvGrpSpPr>
        <p:grpSpPr>
          <a:xfrm>
            <a:off x="10380765" y="6468751"/>
            <a:ext cx="1250009" cy="215444"/>
            <a:chOff x="10462235" y="1247232"/>
            <a:chExt cx="1250009" cy="215444"/>
          </a:xfrm>
        </p:grpSpPr>
        <p:sp>
          <p:nvSpPr>
            <p:cNvPr id="347" name="Retângulo 4">
              <a:extLst>
                <a:ext uri="{FF2B5EF4-FFF2-40B4-BE49-F238E27FC236}">
                  <a16:creationId xmlns:a16="http://schemas.microsoft.com/office/drawing/2014/main" id="{59086919-A182-83A4-77C9-47AA08CA8797}"/>
                </a:ext>
              </a:extLst>
            </p:cNvPr>
            <p:cNvSpPr/>
            <p:nvPr/>
          </p:nvSpPr>
          <p:spPr>
            <a:xfrm>
              <a:off x="10462235" y="1300954"/>
              <a:ext cx="504000" cy="10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  <p:sp>
          <p:nvSpPr>
            <p:cNvPr id="348" name="CaixaDeTexto 5">
              <a:extLst>
                <a:ext uri="{FF2B5EF4-FFF2-40B4-BE49-F238E27FC236}">
                  <a16:creationId xmlns:a16="http://schemas.microsoft.com/office/drawing/2014/main" id="{21351BB5-8AAC-CF0A-09CB-DC510622BAA0}"/>
                </a:ext>
              </a:extLst>
            </p:cNvPr>
            <p:cNvSpPr txBox="1"/>
            <p:nvPr/>
          </p:nvSpPr>
          <p:spPr>
            <a:xfrm>
              <a:off x="10983074" y="1247232"/>
              <a:ext cx="72917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Automático</a:t>
              </a:r>
            </a:p>
          </p:txBody>
        </p:sp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F752FA68-CCFC-C805-37D4-8D4B3C0A1508}"/>
              </a:ext>
            </a:extLst>
          </p:cNvPr>
          <p:cNvGrpSpPr/>
          <p:nvPr/>
        </p:nvGrpSpPr>
        <p:grpSpPr>
          <a:xfrm>
            <a:off x="7403100" y="6469200"/>
            <a:ext cx="1429711" cy="246221"/>
            <a:chOff x="7403100" y="6469200"/>
            <a:chExt cx="1429711" cy="246221"/>
          </a:xfrm>
        </p:grpSpPr>
        <p:sp>
          <p:nvSpPr>
            <p:cNvPr id="350" name="Fluxograma: subrotina 238">
              <a:extLst>
                <a:ext uri="{FF2B5EF4-FFF2-40B4-BE49-F238E27FC236}">
                  <a16:creationId xmlns:a16="http://schemas.microsoft.com/office/drawing/2014/main" id="{BC8F6C7B-811F-2C04-079A-5940D195602C}"/>
                </a:ext>
              </a:extLst>
            </p:cNvPr>
            <p:cNvSpPr/>
            <p:nvPr/>
          </p:nvSpPr>
          <p:spPr>
            <a:xfrm>
              <a:off x="7403100" y="6523200"/>
              <a:ext cx="504000" cy="108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1" name="CaixaDeTexto 239">
              <a:extLst>
                <a:ext uri="{FF2B5EF4-FFF2-40B4-BE49-F238E27FC236}">
                  <a16:creationId xmlns:a16="http://schemas.microsoft.com/office/drawing/2014/main" id="{65A438F1-AA00-FF88-CA0D-A413930679D5}"/>
                </a:ext>
              </a:extLst>
            </p:cNvPr>
            <p:cNvSpPr txBox="1"/>
            <p:nvPr/>
          </p:nvSpPr>
          <p:spPr>
            <a:xfrm>
              <a:off x="7921815" y="6469200"/>
              <a:ext cx="910996" cy="24622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Parametrização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4240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47209-489C-C2B9-CE37-B70501F1A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Marcador de texto 5">
            <a:extLst>
              <a:ext uri="{FF2B5EF4-FFF2-40B4-BE49-F238E27FC236}">
                <a16:creationId xmlns:a16="http://schemas.microsoft.com/office/drawing/2014/main" id="{9A5BACEF-14B5-43CE-3738-C35FE2761286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Arquitetura de Sistemas e de Produção de Informação – Modelo Verde &amp; Modelo Bens Imóveis</a:t>
            </a:r>
            <a:endParaRPr lang="pt-PT" sz="2000" dirty="0">
              <a:solidFill>
                <a:srgbClr val="FF0000"/>
              </a:solidFill>
              <a:latin typeface="Santander Text" panose="020B0504020201020104" pitchFamily="34" charset="0"/>
            </a:endParaRPr>
          </a:p>
        </p:txBody>
      </p:sp>
      <p:sp>
        <p:nvSpPr>
          <p:cNvPr id="5" name="Rectángulo 68">
            <a:extLst>
              <a:ext uri="{FF2B5EF4-FFF2-40B4-BE49-F238E27FC236}">
                <a16:creationId xmlns:a16="http://schemas.microsoft.com/office/drawing/2014/main" id="{08F15E0B-7A25-54F9-FA6B-6982800C550B}"/>
              </a:ext>
            </a:extLst>
          </p:cNvPr>
          <p:cNvSpPr/>
          <p:nvPr/>
        </p:nvSpPr>
        <p:spPr>
          <a:xfrm>
            <a:off x="3156742" y="1431624"/>
            <a:ext cx="4601802" cy="4608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6" name="Rectángulo 69">
            <a:extLst>
              <a:ext uri="{FF2B5EF4-FFF2-40B4-BE49-F238E27FC236}">
                <a16:creationId xmlns:a16="http://schemas.microsoft.com/office/drawing/2014/main" id="{B5E63B64-9827-5335-6775-9F6637E9480D}"/>
              </a:ext>
            </a:extLst>
          </p:cNvPr>
          <p:cNvSpPr/>
          <p:nvPr/>
        </p:nvSpPr>
        <p:spPr>
          <a:xfrm>
            <a:off x="3155846" y="1071569"/>
            <a:ext cx="4601803" cy="32316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Repositórios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 e </a:t>
            </a: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Motores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 de SI – DATA LAKE (Local)</a:t>
            </a:r>
          </a:p>
        </p:txBody>
      </p:sp>
      <p:sp>
        <p:nvSpPr>
          <p:cNvPr id="7" name="Rectángulo 68">
            <a:extLst>
              <a:ext uri="{FF2B5EF4-FFF2-40B4-BE49-F238E27FC236}">
                <a16:creationId xmlns:a16="http://schemas.microsoft.com/office/drawing/2014/main" id="{B43C102A-9BDB-4ECC-996C-E3D7584150F1}"/>
              </a:ext>
            </a:extLst>
          </p:cNvPr>
          <p:cNvSpPr/>
          <p:nvPr/>
        </p:nvSpPr>
        <p:spPr>
          <a:xfrm>
            <a:off x="3279958" y="1496471"/>
            <a:ext cx="4358512" cy="44100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s-ES" sz="1400" b="1" dirty="0" err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Repositório</a:t>
            </a:r>
            <a:r>
              <a:rPr lang="es-ES" sz="1400" b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 AS-IS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8C03937-CE0F-4703-1AAF-E73812FB5F9B}"/>
              </a:ext>
            </a:extLst>
          </p:cNvPr>
          <p:cNvGrpSpPr/>
          <p:nvPr/>
        </p:nvGrpSpPr>
        <p:grpSpPr>
          <a:xfrm>
            <a:off x="3601572" y="2585620"/>
            <a:ext cx="792000" cy="465747"/>
            <a:chOff x="2383707" y="2828048"/>
            <a:chExt cx="792000" cy="46574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EE95DF9-393F-7911-DCE1-5101504C2DFE}"/>
                </a:ext>
              </a:extLst>
            </p:cNvPr>
            <p:cNvGrpSpPr/>
            <p:nvPr/>
          </p:nvGrpSpPr>
          <p:grpSpPr>
            <a:xfrm>
              <a:off x="2481668" y="3077795"/>
              <a:ext cx="577911" cy="216000"/>
              <a:chOff x="2481668" y="3185701"/>
              <a:chExt cx="577911" cy="216000"/>
            </a:xfrm>
          </p:grpSpPr>
          <p:sp>
            <p:nvSpPr>
              <p:cNvPr id="13" name="Disco magnético 89">
                <a:extLst>
                  <a:ext uri="{FF2B5EF4-FFF2-40B4-BE49-F238E27FC236}">
                    <a16:creationId xmlns:a16="http://schemas.microsoft.com/office/drawing/2014/main" id="{A64A5661-51D4-4AE4-987C-0E6D580A33F9}"/>
                  </a:ext>
                </a:extLst>
              </p:cNvPr>
              <p:cNvSpPr/>
              <p:nvPr/>
            </p:nvSpPr>
            <p:spPr>
              <a:xfrm>
                <a:off x="2481668" y="3318996"/>
                <a:ext cx="577911" cy="8270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14" name="Disco magnético 91">
                <a:extLst>
                  <a:ext uri="{FF2B5EF4-FFF2-40B4-BE49-F238E27FC236}">
                    <a16:creationId xmlns:a16="http://schemas.microsoft.com/office/drawing/2014/main" id="{84DC4528-7FA2-A944-F231-16D9ADBACC35}"/>
                  </a:ext>
                </a:extLst>
              </p:cNvPr>
              <p:cNvSpPr/>
              <p:nvPr/>
            </p:nvSpPr>
            <p:spPr>
              <a:xfrm>
                <a:off x="2481668" y="3252348"/>
                <a:ext cx="577911" cy="8270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16" name="Disco magnético 92">
                <a:extLst>
                  <a:ext uri="{FF2B5EF4-FFF2-40B4-BE49-F238E27FC236}">
                    <a16:creationId xmlns:a16="http://schemas.microsoft.com/office/drawing/2014/main" id="{9046255A-414E-A4A3-F3E7-BC56FF6FA59E}"/>
                  </a:ext>
                </a:extLst>
              </p:cNvPr>
              <p:cNvSpPr/>
              <p:nvPr/>
            </p:nvSpPr>
            <p:spPr>
              <a:xfrm>
                <a:off x="2481668" y="3185701"/>
                <a:ext cx="577911" cy="8270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</p:grpSp>
        <p:sp>
          <p:nvSpPr>
            <p:cNvPr id="12" name="CuadroTexto 86">
              <a:extLst>
                <a:ext uri="{FF2B5EF4-FFF2-40B4-BE49-F238E27FC236}">
                  <a16:creationId xmlns:a16="http://schemas.microsoft.com/office/drawing/2014/main" id="{CC1C716C-BA79-EB0A-B8C2-0CD450361F89}"/>
                </a:ext>
              </a:extLst>
            </p:cNvPr>
            <p:cNvSpPr txBox="1"/>
            <p:nvPr/>
          </p:nvSpPr>
          <p:spPr>
            <a:xfrm>
              <a:off x="2383707" y="2828048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DL CAPITAL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9808513-A178-3218-4416-AF2895F46996}"/>
              </a:ext>
            </a:extLst>
          </p:cNvPr>
          <p:cNvGrpSpPr/>
          <p:nvPr/>
        </p:nvGrpSpPr>
        <p:grpSpPr>
          <a:xfrm>
            <a:off x="4513074" y="1928729"/>
            <a:ext cx="792000" cy="465747"/>
            <a:chOff x="2383707" y="2292554"/>
            <a:chExt cx="792000" cy="465747"/>
          </a:xfrm>
        </p:grpSpPr>
        <p:grpSp>
          <p:nvGrpSpPr>
            <p:cNvPr id="18" name="Grupo 83">
              <a:extLst>
                <a:ext uri="{FF2B5EF4-FFF2-40B4-BE49-F238E27FC236}">
                  <a16:creationId xmlns:a16="http://schemas.microsoft.com/office/drawing/2014/main" id="{44190A61-6C3D-283A-46F7-07E53EB29BCE}"/>
                </a:ext>
              </a:extLst>
            </p:cNvPr>
            <p:cNvGrpSpPr/>
            <p:nvPr/>
          </p:nvGrpSpPr>
          <p:grpSpPr>
            <a:xfrm>
              <a:off x="2494179" y="2542301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20" name="Disco magnético 89">
                <a:extLst>
                  <a:ext uri="{FF2B5EF4-FFF2-40B4-BE49-F238E27FC236}">
                    <a16:creationId xmlns:a16="http://schemas.microsoft.com/office/drawing/2014/main" id="{9983629F-EA66-5691-5ADD-8090D050852B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2" name="Disco magnético 91">
                <a:extLst>
                  <a:ext uri="{FF2B5EF4-FFF2-40B4-BE49-F238E27FC236}">
                    <a16:creationId xmlns:a16="http://schemas.microsoft.com/office/drawing/2014/main" id="{874EE046-E7DC-CCD4-F4A6-1BAC6F09C582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3" name="Disco magnético 92">
                <a:extLst>
                  <a:ext uri="{FF2B5EF4-FFF2-40B4-BE49-F238E27FC236}">
                    <a16:creationId xmlns:a16="http://schemas.microsoft.com/office/drawing/2014/main" id="{C17635BB-F861-3E5B-B504-3356BB6D37FB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</p:grpSp>
        <p:sp>
          <p:nvSpPr>
            <p:cNvPr id="19" name="CuadroTexto 86">
              <a:extLst>
                <a:ext uri="{FF2B5EF4-FFF2-40B4-BE49-F238E27FC236}">
                  <a16:creationId xmlns:a16="http://schemas.microsoft.com/office/drawing/2014/main" id="{14247E5A-FD0F-D73C-9B5D-1F89611BBF47}"/>
                </a:ext>
              </a:extLst>
            </p:cNvPr>
            <p:cNvSpPr txBox="1"/>
            <p:nvPr/>
          </p:nvSpPr>
          <p:spPr>
            <a:xfrm>
              <a:off x="2383707" y="2292554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DL CONTAB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C9CDF1B-4CE5-46D6-F49C-7EE5696091E8}"/>
              </a:ext>
            </a:extLst>
          </p:cNvPr>
          <p:cNvGrpSpPr/>
          <p:nvPr/>
        </p:nvGrpSpPr>
        <p:grpSpPr>
          <a:xfrm>
            <a:off x="3601572" y="1928729"/>
            <a:ext cx="792000" cy="465747"/>
            <a:chOff x="2383707" y="1757060"/>
            <a:chExt cx="792000" cy="465747"/>
          </a:xfrm>
        </p:grpSpPr>
        <p:grpSp>
          <p:nvGrpSpPr>
            <p:cNvPr id="29" name="Grupo 83">
              <a:extLst>
                <a:ext uri="{FF2B5EF4-FFF2-40B4-BE49-F238E27FC236}">
                  <a16:creationId xmlns:a16="http://schemas.microsoft.com/office/drawing/2014/main" id="{FF9D98F5-CD6B-A985-9FFD-55BC0FF688B8}"/>
                </a:ext>
              </a:extLst>
            </p:cNvPr>
            <p:cNvGrpSpPr/>
            <p:nvPr/>
          </p:nvGrpSpPr>
          <p:grpSpPr>
            <a:xfrm>
              <a:off x="2483825" y="2006807"/>
              <a:ext cx="577911" cy="216000"/>
              <a:chOff x="8038758" y="3835908"/>
              <a:chExt cx="1282700" cy="1173653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46" name="Disco magnético 89">
                <a:extLst>
                  <a:ext uri="{FF2B5EF4-FFF2-40B4-BE49-F238E27FC236}">
                    <a16:creationId xmlns:a16="http://schemas.microsoft.com/office/drawing/2014/main" id="{E0A5BF2C-D38F-7FFD-9E0C-E794A817D289}"/>
                  </a:ext>
                </a:extLst>
              </p:cNvPr>
              <p:cNvSpPr/>
              <p:nvPr/>
            </p:nvSpPr>
            <p:spPr>
              <a:xfrm>
                <a:off x="8038758" y="4560177"/>
                <a:ext cx="1282700" cy="449384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78" name="Disco magnético 91">
                <a:extLst>
                  <a:ext uri="{FF2B5EF4-FFF2-40B4-BE49-F238E27FC236}">
                    <a16:creationId xmlns:a16="http://schemas.microsoft.com/office/drawing/2014/main" id="{3D98028A-07D6-18F6-0FD9-2F43E157F48E}"/>
                  </a:ext>
                </a:extLst>
              </p:cNvPr>
              <p:cNvSpPr/>
              <p:nvPr/>
            </p:nvSpPr>
            <p:spPr>
              <a:xfrm>
                <a:off x="8038758" y="4198040"/>
                <a:ext cx="1282700" cy="449384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80" name="Disco magnético 92">
                <a:extLst>
                  <a:ext uri="{FF2B5EF4-FFF2-40B4-BE49-F238E27FC236}">
                    <a16:creationId xmlns:a16="http://schemas.microsoft.com/office/drawing/2014/main" id="{851B95FB-1852-BA5C-6621-A1F4C5D14DAF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4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</p:grpSp>
        <p:sp>
          <p:nvSpPr>
            <p:cNvPr id="45" name="CuadroTexto 86">
              <a:extLst>
                <a:ext uri="{FF2B5EF4-FFF2-40B4-BE49-F238E27FC236}">
                  <a16:creationId xmlns:a16="http://schemas.microsoft.com/office/drawing/2014/main" id="{F2DFF083-D2F0-5D3C-4B9C-82D246AF0CDF}"/>
                </a:ext>
              </a:extLst>
            </p:cNvPr>
            <p:cNvSpPr txBox="1"/>
            <p:nvPr/>
          </p:nvSpPr>
          <p:spPr>
            <a:xfrm>
              <a:off x="2383707" y="1757060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DL ALM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FCAFAC4-A851-63DC-28BD-016DB7C1CC50}"/>
              </a:ext>
            </a:extLst>
          </p:cNvPr>
          <p:cNvGrpSpPr/>
          <p:nvPr/>
        </p:nvGrpSpPr>
        <p:grpSpPr>
          <a:xfrm>
            <a:off x="4513074" y="2585620"/>
            <a:ext cx="792000" cy="465747"/>
            <a:chOff x="2383707" y="3363542"/>
            <a:chExt cx="792000" cy="465747"/>
          </a:xfrm>
        </p:grpSpPr>
        <p:grpSp>
          <p:nvGrpSpPr>
            <p:cNvPr id="83" name="Grupo 83">
              <a:extLst>
                <a:ext uri="{FF2B5EF4-FFF2-40B4-BE49-F238E27FC236}">
                  <a16:creationId xmlns:a16="http://schemas.microsoft.com/office/drawing/2014/main" id="{4507335B-F0B4-C216-5389-01EA791ECA21}"/>
                </a:ext>
              </a:extLst>
            </p:cNvPr>
            <p:cNvGrpSpPr/>
            <p:nvPr/>
          </p:nvGrpSpPr>
          <p:grpSpPr>
            <a:xfrm>
              <a:off x="2491865" y="3613289"/>
              <a:ext cx="577911" cy="216000"/>
              <a:chOff x="8038758" y="3835908"/>
              <a:chExt cx="1282700" cy="1173653"/>
            </a:xfrm>
            <a:solidFill>
              <a:schemeClr val="accent5"/>
            </a:solidFill>
          </p:grpSpPr>
          <p:sp>
            <p:nvSpPr>
              <p:cNvPr id="85" name="Disco magnético 89">
                <a:extLst>
                  <a:ext uri="{FF2B5EF4-FFF2-40B4-BE49-F238E27FC236}">
                    <a16:creationId xmlns:a16="http://schemas.microsoft.com/office/drawing/2014/main" id="{F6697479-BC56-F84D-A330-3C934BDBB267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86" name="Disco magnético 91">
                <a:extLst>
                  <a:ext uri="{FF2B5EF4-FFF2-40B4-BE49-F238E27FC236}">
                    <a16:creationId xmlns:a16="http://schemas.microsoft.com/office/drawing/2014/main" id="{911DB50B-88F8-6679-6D1E-DE280FC89FE0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87" name="Disco magnético 92">
                <a:extLst>
                  <a:ext uri="{FF2B5EF4-FFF2-40B4-BE49-F238E27FC236}">
                    <a16:creationId xmlns:a16="http://schemas.microsoft.com/office/drawing/2014/main" id="{8DE1321A-55A4-C82C-AB3B-412147F3A0C7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</p:grpSp>
        <p:sp>
          <p:nvSpPr>
            <p:cNvPr id="84" name="CuadroTexto 86">
              <a:extLst>
                <a:ext uri="{FF2B5EF4-FFF2-40B4-BE49-F238E27FC236}">
                  <a16:creationId xmlns:a16="http://schemas.microsoft.com/office/drawing/2014/main" id="{37650D6A-DC0C-FFEC-AB0C-153E8EE09775}"/>
                </a:ext>
              </a:extLst>
            </p:cNvPr>
            <p:cNvSpPr txBox="1"/>
            <p:nvPr/>
          </p:nvSpPr>
          <p:spPr>
            <a:xfrm>
              <a:off x="2383707" y="3363542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DL IFRS9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67B6850-3937-FD00-5548-F0A15902FE70}"/>
              </a:ext>
            </a:extLst>
          </p:cNvPr>
          <p:cNvGrpSpPr/>
          <p:nvPr/>
        </p:nvGrpSpPr>
        <p:grpSpPr>
          <a:xfrm>
            <a:off x="3592488" y="3242512"/>
            <a:ext cx="792000" cy="465747"/>
            <a:chOff x="2383707" y="3899036"/>
            <a:chExt cx="792000" cy="465747"/>
          </a:xfrm>
        </p:grpSpPr>
        <p:sp>
          <p:nvSpPr>
            <p:cNvPr id="89" name="CuadroTexto 86">
              <a:extLst>
                <a:ext uri="{FF2B5EF4-FFF2-40B4-BE49-F238E27FC236}">
                  <a16:creationId xmlns:a16="http://schemas.microsoft.com/office/drawing/2014/main" id="{3056E1AC-3492-826E-0E9A-9CA4D3616AFD}"/>
                </a:ext>
              </a:extLst>
            </p:cNvPr>
            <p:cNvSpPr txBox="1"/>
            <p:nvPr/>
          </p:nvSpPr>
          <p:spPr>
            <a:xfrm>
              <a:off x="2383707" y="3899036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DL MUG</a:t>
              </a:r>
            </a:p>
          </p:txBody>
        </p:sp>
        <p:grpSp>
          <p:nvGrpSpPr>
            <p:cNvPr id="90" name="Grupo 83">
              <a:extLst>
                <a:ext uri="{FF2B5EF4-FFF2-40B4-BE49-F238E27FC236}">
                  <a16:creationId xmlns:a16="http://schemas.microsoft.com/office/drawing/2014/main" id="{77502FCE-A7AA-FC86-82AD-7190669CD080}"/>
                </a:ext>
              </a:extLst>
            </p:cNvPr>
            <p:cNvGrpSpPr/>
            <p:nvPr/>
          </p:nvGrpSpPr>
          <p:grpSpPr>
            <a:xfrm>
              <a:off x="2491148" y="4148783"/>
              <a:ext cx="577911" cy="216000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91" name="Disco magnético 89">
                <a:extLst>
                  <a:ext uri="{FF2B5EF4-FFF2-40B4-BE49-F238E27FC236}">
                    <a16:creationId xmlns:a16="http://schemas.microsoft.com/office/drawing/2014/main" id="{D2BA515F-3780-71A7-5449-CB762F64D13A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92" name="Disco magnético 91">
                <a:extLst>
                  <a:ext uri="{FF2B5EF4-FFF2-40B4-BE49-F238E27FC236}">
                    <a16:creationId xmlns:a16="http://schemas.microsoft.com/office/drawing/2014/main" id="{DEE75F90-3A1B-5E5D-30D0-593BDABCBC86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93" name="Disco magnético 92">
                <a:extLst>
                  <a:ext uri="{FF2B5EF4-FFF2-40B4-BE49-F238E27FC236}">
                    <a16:creationId xmlns:a16="http://schemas.microsoft.com/office/drawing/2014/main" id="{80FEFDE8-9BCD-39B8-50E0-27D184DD810A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</p:grp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88F30DA-9D92-706C-DEDC-BF10E8098604}"/>
              </a:ext>
            </a:extLst>
          </p:cNvPr>
          <p:cNvGrpSpPr/>
          <p:nvPr/>
        </p:nvGrpSpPr>
        <p:grpSpPr>
          <a:xfrm>
            <a:off x="4513074" y="3242512"/>
            <a:ext cx="792000" cy="465742"/>
            <a:chOff x="2383707" y="4434530"/>
            <a:chExt cx="792000" cy="465742"/>
          </a:xfrm>
        </p:grpSpPr>
        <p:grpSp>
          <p:nvGrpSpPr>
            <p:cNvPr id="95" name="Grupo 83">
              <a:extLst>
                <a:ext uri="{FF2B5EF4-FFF2-40B4-BE49-F238E27FC236}">
                  <a16:creationId xmlns:a16="http://schemas.microsoft.com/office/drawing/2014/main" id="{C8D99F40-ECA8-21C8-0639-1452F07FBE61}"/>
                </a:ext>
              </a:extLst>
            </p:cNvPr>
            <p:cNvGrpSpPr/>
            <p:nvPr/>
          </p:nvGrpSpPr>
          <p:grpSpPr>
            <a:xfrm>
              <a:off x="2491148" y="4684272"/>
              <a:ext cx="577911" cy="216000"/>
              <a:chOff x="8038758" y="3835908"/>
              <a:chExt cx="1282700" cy="1173653"/>
            </a:xfrm>
            <a:solidFill>
              <a:srgbClr val="FF0000"/>
            </a:solidFill>
          </p:grpSpPr>
          <p:sp>
            <p:nvSpPr>
              <p:cNvPr id="97" name="Disco magnético 89">
                <a:extLst>
                  <a:ext uri="{FF2B5EF4-FFF2-40B4-BE49-F238E27FC236}">
                    <a16:creationId xmlns:a16="http://schemas.microsoft.com/office/drawing/2014/main" id="{86FCFD62-5774-2A5B-5C1D-EF0B1438924F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98" name="Disco magnético 91">
                <a:extLst>
                  <a:ext uri="{FF2B5EF4-FFF2-40B4-BE49-F238E27FC236}">
                    <a16:creationId xmlns:a16="http://schemas.microsoft.com/office/drawing/2014/main" id="{76438C1C-783E-0AD2-EDE4-A82BAAE7677E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99" name="Disco magnético 92">
                <a:extLst>
                  <a:ext uri="{FF2B5EF4-FFF2-40B4-BE49-F238E27FC236}">
                    <a16:creationId xmlns:a16="http://schemas.microsoft.com/office/drawing/2014/main" id="{0C01F289-53D0-D621-2E99-CEE2499EDAA7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</p:grpSp>
        <p:sp>
          <p:nvSpPr>
            <p:cNvPr id="96" name="CuadroTexto 86">
              <a:extLst>
                <a:ext uri="{FF2B5EF4-FFF2-40B4-BE49-F238E27FC236}">
                  <a16:creationId xmlns:a16="http://schemas.microsoft.com/office/drawing/2014/main" id="{301C3A9E-3349-22CC-2C39-C157D4F5D882}"/>
                </a:ext>
              </a:extLst>
            </p:cNvPr>
            <p:cNvSpPr txBox="1"/>
            <p:nvPr/>
          </p:nvSpPr>
          <p:spPr>
            <a:xfrm>
              <a:off x="2383707" y="4434530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(…)</a:t>
              </a:r>
            </a:p>
          </p:txBody>
        </p:sp>
      </p:grpSp>
      <p:sp>
        <p:nvSpPr>
          <p:cNvPr id="100" name="Rectángulo 68">
            <a:extLst>
              <a:ext uri="{FF2B5EF4-FFF2-40B4-BE49-F238E27FC236}">
                <a16:creationId xmlns:a16="http://schemas.microsoft.com/office/drawing/2014/main" id="{11C031BB-F2BD-ECCB-1726-F17ABDC5FF73}"/>
              </a:ext>
            </a:extLst>
          </p:cNvPr>
          <p:cNvSpPr/>
          <p:nvPr/>
        </p:nvSpPr>
        <p:spPr>
          <a:xfrm>
            <a:off x="3279958" y="3840051"/>
            <a:ext cx="2306016" cy="541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s-E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</a:rPr>
              <a:t>Novo </a:t>
            </a:r>
            <a:r>
              <a:rPr lang="es-E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</a:rPr>
              <a:t>Repositório</a:t>
            </a:r>
            <a:r>
              <a:rPr lang="es-E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</a:rPr>
              <a:t> (</a:t>
            </a:r>
            <a:r>
              <a:rPr lang="es-E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</a:rPr>
              <a:t>Âmbito</a:t>
            </a:r>
            <a:r>
              <a:rPr lang="es-E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</a:rPr>
              <a:t> </a:t>
            </a:r>
            <a:r>
              <a:rPr lang="es-E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</a:rPr>
              <a:t>projeto</a:t>
            </a:r>
            <a:r>
              <a:rPr lang="es-E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tander Text" panose="020B0504020201020104" pitchFamily="34" charset="0"/>
              </a:rPr>
              <a:t> testes)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5A45F14-85A3-003D-06EA-A9B5F7217DF2}"/>
              </a:ext>
            </a:extLst>
          </p:cNvPr>
          <p:cNvGrpSpPr/>
          <p:nvPr/>
        </p:nvGrpSpPr>
        <p:grpSpPr>
          <a:xfrm>
            <a:off x="4036966" y="4513334"/>
            <a:ext cx="792000" cy="1293849"/>
            <a:chOff x="3104305" y="4017650"/>
            <a:chExt cx="792000" cy="1293849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8DA82F6D-8CA9-2419-D1F8-3934F0C94818}"/>
                </a:ext>
              </a:extLst>
            </p:cNvPr>
            <p:cNvGrpSpPr/>
            <p:nvPr/>
          </p:nvGrpSpPr>
          <p:grpSpPr>
            <a:xfrm>
              <a:off x="3104305" y="4017650"/>
              <a:ext cx="792000" cy="465747"/>
              <a:chOff x="2383707" y="3899036"/>
              <a:chExt cx="792000" cy="465747"/>
            </a:xfrm>
          </p:grpSpPr>
          <p:sp>
            <p:nvSpPr>
              <p:cNvPr id="109" name="CuadroTexto 86">
                <a:extLst>
                  <a:ext uri="{FF2B5EF4-FFF2-40B4-BE49-F238E27FC236}">
                    <a16:creationId xmlns:a16="http://schemas.microsoft.com/office/drawing/2014/main" id="{9BF9A5B8-2311-0FDB-BBD4-DA3704CC3517}"/>
                  </a:ext>
                </a:extLst>
              </p:cNvPr>
              <p:cNvSpPr txBox="1"/>
              <p:nvPr/>
            </p:nvSpPr>
            <p:spPr>
              <a:xfrm>
                <a:off x="2383707" y="3899036"/>
                <a:ext cx="792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s-ES" sz="1050" b="1" dirty="0">
                    <a:solidFill>
                      <a:prstClr val="black"/>
                    </a:solidFill>
                    <a:latin typeface="Santander Text" panose="020B0504020201020104" pitchFamily="34" charset="0"/>
                  </a:rPr>
                  <a:t>DL MODELO VERDE</a:t>
                </a:r>
              </a:p>
            </p:txBody>
          </p:sp>
          <p:grpSp>
            <p:nvGrpSpPr>
              <p:cNvPr id="110" name="Grupo 83">
                <a:extLst>
                  <a:ext uri="{FF2B5EF4-FFF2-40B4-BE49-F238E27FC236}">
                    <a16:creationId xmlns:a16="http://schemas.microsoft.com/office/drawing/2014/main" id="{0EA1406A-42E9-BF28-8315-0FCD6159635A}"/>
                  </a:ext>
                </a:extLst>
              </p:cNvPr>
              <p:cNvGrpSpPr/>
              <p:nvPr/>
            </p:nvGrpSpPr>
            <p:grpSpPr>
              <a:xfrm>
                <a:off x="2491148" y="4148783"/>
                <a:ext cx="577911" cy="216000"/>
                <a:chOff x="8038758" y="3835908"/>
                <a:chExt cx="1282700" cy="1173653"/>
              </a:xfrm>
              <a:solidFill>
                <a:srgbClr val="FFC000"/>
              </a:solidFill>
            </p:grpSpPr>
            <p:sp>
              <p:nvSpPr>
                <p:cNvPr id="111" name="Disco magnético 89">
                  <a:extLst>
                    <a:ext uri="{FF2B5EF4-FFF2-40B4-BE49-F238E27FC236}">
                      <a16:creationId xmlns:a16="http://schemas.microsoft.com/office/drawing/2014/main" id="{35C018BB-B27B-F659-6FE7-453B1C3BCD12}"/>
                    </a:ext>
                  </a:extLst>
                </p:cNvPr>
                <p:cNvSpPr/>
                <p:nvPr/>
              </p:nvSpPr>
              <p:spPr>
                <a:xfrm>
                  <a:off x="8038758" y="4560176"/>
                  <a:ext cx="1282700" cy="449385"/>
                </a:xfrm>
                <a:prstGeom prst="flowChartMagneticDisk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112" name="Disco magnético 91">
                  <a:extLst>
                    <a:ext uri="{FF2B5EF4-FFF2-40B4-BE49-F238E27FC236}">
                      <a16:creationId xmlns:a16="http://schemas.microsoft.com/office/drawing/2014/main" id="{EE5B33C0-E604-C3B1-C095-3538EE243C8B}"/>
                    </a:ext>
                  </a:extLst>
                </p:cNvPr>
                <p:cNvSpPr/>
                <p:nvPr/>
              </p:nvSpPr>
              <p:spPr>
                <a:xfrm>
                  <a:off x="8038758" y="4198042"/>
                  <a:ext cx="1282700" cy="449385"/>
                </a:xfrm>
                <a:prstGeom prst="flowChartMagneticDisk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113" name="Disco magnético 92">
                  <a:extLst>
                    <a:ext uri="{FF2B5EF4-FFF2-40B4-BE49-F238E27FC236}">
                      <a16:creationId xmlns:a16="http://schemas.microsoft.com/office/drawing/2014/main" id="{C29FF4D9-01B6-6567-8E7E-828443B93E21}"/>
                    </a:ext>
                  </a:extLst>
                </p:cNvPr>
                <p:cNvSpPr/>
                <p:nvPr/>
              </p:nvSpPr>
              <p:spPr>
                <a:xfrm>
                  <a:off x="8038758" y="3835908"/>
                  <a:ext cx="1282700" cy="449385"/>
                </a:xfrm>
                <a:prstGeom prst="flowChartMagneticDisk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</p:grp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3C7714E1-B782-EC7F-E3BA-49369A8AD937}"/>
                </a:ext>
              </a:extLst>
            </p:cNvPr>
            <p:cNvGrpSpPr/>
            <p:nvPr/>
          </p:nvGrpSpPr>
          <p:grpSpPr>
            <a:xfrm>
              <a:off x="3104305" y="4845752"/>
              <a:ext cx="792000" cy="465747"/>
              <a:chOff x="2383707" y="3899036"/>
              <a:chExt cx="792000" cy="465747"/>
            </a:xfrm>
          </p:grpSpPr>
          <p:sp>
            <p:nvSpPr>
              <p:cNvPr id="104" name="CuadroTexto 86">
                <a:extLst>
                  <a:ext uri="{FF2B5EF4-FFF2-40B4-BE49-F238E27FC236}">
                    <a16:creationId xmlns:a16="http://schemas.microsoft.com/office/drawing/2014/main" id="{FD079027-BC5B-EF0F-EAD4-260C6807F88D}"/>
                  </a:ext>
                </a:extLst>
              </p:cNvPr>
              <p:cNvSpPr txBox="1"/>
              <p:nvPr/>
            </p:nvSpPr>
            <p:spPr>
              <a:xfrm>
                <a:off x="2383707" y="3899036"/>
                <a:ext cx="792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s-ES" sz="1050" b="1" dirty="0">
                    <a:solidFill>
                      <a:prstClr val="black"/>
                    </a:solidFill>
                    <a:latin typeface="Santander Text" panose="020B0504020201020104" pitchFamily="34" charset="0"/>
                  </a:rPr>
                  <a:t>DL BENS IMOVEIS</a:t>
                </a:r>
              </a:p>
            </p:txBody>
          </p:sp>
          <p:grpSp>
            <p:nvGrpSpPr>
              <p:cNvPr id="105" name="Grupo 83">
                <a:extLst>
                  <a:ext uri="{FF2B5EF4-FFF2-40B4-BE49-F238E27FC236}">
                    <a16:creationId xmlns:a16="http://schemas.microsoft.com/office/drawing/2014/main" id="{DC27DA06-0713-66A3-B1C4-6A498A81FA86}"/>
                  </a:ext>
                </a:extLst>
              </p:cNvPr>
              <p:cNvGrpSpPr/>
              <p:nvPr/>
            </p:nvGrpSpPr>
            <p:grpSpPr>
              <a:xfrm>
                <a:off x="2491148" y="4148783"/>
                <a:ext cx="577911" cy="216000"/>
                <a:chOff x="8038758" y="3835908"/>
                <a:chExt cx="1282700" cy="1173653"/>
              </a:xfrm>
              <a:solidFill>
                <a:srgbClr val="FFC000"/>
              </a:solidFill>
            </p:grpSpPr>
            <p:sp>
              <p:nvSpPr>
                <p:cNvPr id="106" name="Disco magnético 89">
                  <a:extLst>
                    <a:ext uri="{FF2B5EF4-FFF2-40B4-BE49-F238E27FC236}">
                      <a16:creationId xmlns:a16="http://schemas.microsoft.com/office/drawing/2014/main" id="{E565DD14-E78F-4270-5138-7E749B184B96}"/>
                    </a:ext>
                  </a:extLst>
                </p:cNvPr>
                <p:cNvSpPr/>
                <p:nvPr/>
              </p:nvSpPr>
              <p:spPr>
                <a:xfrm>
                  <a:off x="8038758" y="4560176"/>
                  <a:ext cx="1282700" cy="449385"/>
                </a:xfrm>
                <a:prstGeom prst="flowChartMagneticDisk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107" name="Disco magnético 91">
                  <a:extLst>
                    <a:ext uri="{FF2B5EF4-FFF2-40B4-BE49-F238E27FC236}">
                      <a16:creationId xmlns:a16="http://schemas.microsoft.com/office/drawing/2014/main" id="{D37581C4-AD49-98FD-E264-562213EA1DA0}"/>
                    </a:ext>
                  </a:extLst>
                </p:cNvPr>
                <p:cNvSpPr/>
                <p:nvPr/>
              </p:nvSpPr>
              <p:spPr>
                <a:xfrm>
                  <a:off x="8038758" y="4198042"/>
                  <a:ext cx="1282700" cy="449385"/>
                </a:xfrm>
                <a:prstGeom prst="flowChartMagneticDisk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108" name="Disco magnético 92">
                  <a:extLst>
                    <a:ext uri="{FF2B5EF4-FFF2-40B4-BE49-F238E27FC236}">
                      <a16:creationId xmlns:a16="http://schemas.microsoft.com/office/drawing/2014/main" id="{2D7F1FC2-1321-DC60-4779-6419C8F182AA}"/>
                    </a:ext>
                  </a:extLst>
                </p:cNvPr>
                <p:cNvSpPr/>
                <p:nvPr/>
              </p:nvSpPr>
              <p:spPr>
                <a:xfrm>
                  <a:off x="8038758" y="3835908"/>
                  <a:ext cx="1282700" cy="449385"/>
                </a:xfrm>
                <a:prstGeom prst="flowChartMagneticDisk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</p:grpSp>
        </p:grpSp>
      </p:grp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837953B-BA5D-22D8-99A0-C8FF0F29B38A}"/>
              </a:ext>
            </a:extLst>
          </p:cNvPr>
          <p:cNvSpPr/>
          <p:nvPr/>
        </p:nvSpPr>
        <p:spPr>
          <a:xfrm>
            <a:off x="3392052" y="1809750"/>
            <a:ext cx="2113458" cy="201748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antander Text" panose="020B05040202010201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E976860F-CE1C-AD35-6FBB-F3741B52CB3B}"/>
              </a:ext>
            </a:extLst>
          </p:cNvPr>
          <p:cNvSpPr/>
          <p:nvPr/>
        </p:nvSpPr>
        <p:spPr>
          <a:xfrm>
            <a:off x="3392378" y="4332692"/>
            <a:ext cx="2113458" cy="1511956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antander Text" panose="020B0504020201020104" pitchFamily="34" charset="0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CE88E41-686A-8C88-18B3-935EE6A54C11}"/>
              </a:ext>
            </a:extLst>
          </p:cNvPr>
          <p:cNvGrpSpPr/>
          <p:nvPr/>
        </p:nvGrpSpPr>
        <p:grpSpPr>
          <a:xfrm>
            <a:off x="6230561" y="2980125"/>
            <a:ext cx="1081321" cy="1511956"/>
            <a:chOff x="5953473" y="4332693"/>
            <a:chExt cx="1081321" cy="1511956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0718386D-57DF-F036-6417-1E139B00296B}"/>
                </a:ext>
              </a:extLst>
            </p:cNvPr>
            <p:cNvGrpSpPr/>
            <p:nvPr/>
          </p:nvGrpSpPr>
          <p:grpSpPr>
            <a:xfrm>
              <a:off x="6098133" y="4855798"/>
              <a:ext cx="792000" cy="465747"/>
              <a:chOff x="2383707" y="3899036"/>
              <a:chExt cx="792000" cy="465747"/>
            </a:xfrm>
          </p:grpSpPr>
          <p:sp>
            <p:nvSpPr>
              <p:cNvPr id="119" name="CuadroTexto 86">
                <a:extLst>
                  <a:ext uri="{FF2B5EF4-FFF2-40B4-BE49-F238E27FC236}">
                    <a16:creationId xmlns:a16="http://schemas.microsoft.com/office/drawing/2014/main" id="{0046B543-5ACE-9F23-3317-C63DF03BBF53}"/>
                  </a:ext>
                </a:extLst>
              </p:cNvPr>
              <p:cNvSpPr txBox="1"/>
              <p:nvPr/>
            </p:nvSpPr>
            <p:spPr>
              <a:xfrm>
                <a:off x="2383707" y="3899036"/>
                <a:ext cx="792000" cy="180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1">
                <a:noAutofit/>
              </a:bodyPr>
              <a:lstStyle/>
              <a:p>
                <a:pPr algn="ctr"/>
                <a:r>
                  <a:rPr lang="es-ES" sz="1050" b="1" dirty="0">
                    <a:solidFill>
                      <a:prstClr val="black"/>
                    </a:solidFill>
                    <a:latin typeface="Santander Text" panose="020B0504020201020104" pitchFamily="34" charset="0"/>
                  </a:rPr>
                  <a:t>DL LOAN TAPE</a:t>
                </a:r>
              </a:p>
            </p:txBody>
          </p:sp>
          <p:grpSp>
            <p:nvGrpSpPr>
              <p:cNvPr id="120" name="Grupo 83">
                <a:extLst>
                  <a:ext uri="{FF2B5EF4-FFF2-40B4-BE49-F238E27FC236}">
                    <a16:creationId xmlns:a16="http://schemas.microsoft.com/office/drawing/2014/main" id="{01A5E6DD-E3B3-E281-DAF0-772CD76632F8}"/>
                  </a:ext>
                </a:extLst>
              </p:cNvPr>
              <p:cNvGrpSpPr/>
              <p:nvPr/>
            </p:nvGrpSpPr>
            <p:grpSpPr>
              <a:xfrm>
                <a:off x="2491148" y="4148783"/>
                <a:ext cx="577911" cy="216000"/>
                <a:chOff x="8038758" y="3835908"/>
                <a:chExt cx="1282700" cy="1173653"/>
              </a:xfrm>
              <a:solidFill>
                <a:srgbClr val="FFC000"/>
              </a:solidFill>
            </p:grpSpPr>
            <p:sp>
              <p:nvSpPr>
                <p:cNvPr id="121" name="Disco magnético 89">
                  <a:extLst>
                    <a:ext uri="{FF2B5EF4-FFF2-40B4-BE49-F238E27FC236}">
                      <a16:creationId xmlns:a16="http://schemas.microsoft.com/office/drawing/2014/main" id="{84F5EDAE-25BD-E8E2-4D34-E33D8BC813EE}"/>
                    </a:ext>
                  </a:extLst>
                </p:cNvPr>
                <p:cNvSpPr/>
                <p:nvPr/>
              </p:nvSpPr>
              <p:spPr>
                <a:xfrm>
                  <a:off x="8038758" y="4560176"/>
                  <a:ext cx="1282700" cy="449385"/>
                </a:xfrm>
                <a:prstGeom prst="flowChartMagneticDisk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122" name="Disco magnético 91">
                  <a:extLst>
                    <a:ext uri="{FF2B5EF4-FFF2-40B4-BE49-F238E27FC236}">
                      <a16:creationId xmlns:a16="http://schemas.microsoft.com/office/drawing/2014/main" id="{196B2CF5-8247-8FAC-107D-4B7D3BB9C8AD}"/>
                    </a:ext>
                  </a:extLst>
                </p:cNvPr>
                <p:cNvSpPr/>
                <p:nvPr/>
              </p:nvSpPr>
              <p:spPr>
                <a:xfrm>
                  <a:off x="8038758" y="4198042"/>
                  <a:ext cx="1282700" cy="449385"/>
                </a:xfrm>
                <a:prstGeom prst="flowChartMagneticDisk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123" name="Disco magnético 92">
                  <a:extLst>
                    <a:ext uri="{FF2B5EF4-FFF2-40B4-BE49-F238E27FC236}">
                      <a16:creationId xmlns:a16="http://schemas.microsoft.com/office/drawing/2014/main" id="{5446BDF5-3667-A1B8-D166-7C4885CE7BB9}"/>
                    </a:ext>
                  </a:extLst>
                </p:cNvPr>
                <p:cNvSpPr/>
                <p:nvPr/>
              </p:nvSpPr>
              <p:spPr>
                <a:xfrm>
                  <a:off x="8038758" y="3835908"/>
                  <a:ext cx="1282700" cy="449385"/>
                </a:xfrm>
                <a:prstGeom prst="flowChartMagneticDisk">
                  <a:avLst/>
                </a:prstGeom>
                <a:solidFill>
                  <a:schemeClr val="accent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</p:grpSp>
        </p:grp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805E2A67-25F1-6D7A-99D3-219430DF509F}"/>
                </a:ext>
              </a:extLst>
            </p:cNvPr>
            <p:cNvSpPr/>
            <p:nvPr/>
          </p:nvSpPr>
          <p:spPr>
            <a:xfrm>
              <a:off x="5953473" y="4332693"/>
              <a:ext cx="1081321" cy="1511956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lang="pt-PT" sz="900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Atualização âmbito Pilar III</a:t>
              </a:r>
            </a:p>
          </p:txBody>
        </p:sp>
      </p:grpSp>
      <p:sp>
        <p:nvSpPr>
          <p:cNvPr id="124" name="Rectángulo 68">
            <a:extLst>
              <a:ext uri="{FF2B5EF4-FFF2-40B4-BE49-F238E27FC236}">
                <a16:creationId xmlns:a16="http://schemas.microsoft.com/office/drawing/2014/main" id="{763A07F7-315D-6387-53B0-BB90589D527A}"/>
              </a:ext>
            </a:extLst>
          </p:cNvPr>
          <p:cNvSpPr/>
          <p:nvPr/>
        </p:nvSpPr>
        <p:spPr>
          <a:xfrm>
            <a:off x="9111897" y="1425731"/>
            <a:ext cx="2756038" cy="46089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125" name="Rectángulo 69">
            <a:extLst>
              <a:ext uri="{FF2B5EF4-FFF2-40B4-BE49-F238E27FC236}">
                <a16:creationId xmlns:a16="http://schemas.microsoft.com/office/drawing/2014/main" id="{5C5472FE-E7C8-3793-8F39-AB7D902C9C86}"/>
              </a:ext>
            </a:extLst>
          </p:cNvPr>
          <p:cNvSpPr/>
          <p:nvPr/>
        </p:nvSpPr>
        <p:spPr>
          <a:xfrm>
            <a:off x="9111001" y="1065676"/>
            <a:ext cx="2756039" cy="32316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CORPORAÇÃO (Granular Reporting Tool)</a:t>
            </a:r>
          </a:p>
        </p:txBody>
      </p:sp>
      <p:sp>
        <p:nvSpPr>
          <p:cNvPr id="126" name="Rectángulo 68">
            <a:extLst>
              <a:ext uri="{FF2B5EF4-FFF2-40B4-BE49-F238E27FC236}">
                <a16:creationId xmlns:a16="http://schemas.microsoft.com/office/drawing/2014/main" id="{A8A26C5A-EB76-73F3-73ED-87B29AF27443}"/>
              </a:ext>
            </a:extLst>
          </p:cNvPr>
          <p:cNvSpPr/>
          <p:nvPr/>
        </p:nvSpPr>
        <p:spPr>
          <a:xfrm>
            <a:off x="9264073" y="1496471"/>
            <a:ext cx="2475344" cy="44100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s-ES" sz="1400" b="1" dirty="0" err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Geração</a:t>
            </a:r>
            <a:r>
              <a:rPr lang="es-ES" sz="1400" b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 de Satélites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C643CBE-99EB-60FF-6F73-AE10A4FFFD19}"/>
              </a:ext>
            </a:extLst>
          </p:cNvPr>
          <p:cNvGrpSpPr/>
          <p:nvPr/>
        </p:nvGrpSpPr>
        <p:grpSpPr>
          <a:xfrm>
            <a:off x="7897333" y="3249324"/>
            <a:ext cx="1075774" cy="1168171"/>
            <a:chOff x="7758789" y="3249324"/>
            <a:chExt cx="1075774" cy="1168171"/>
          </a:xfrm>
        </p:grpSpPr>
        <p:pic>
          <p:nvPicPr>
            <p:cNvPr id="128" name="Graphic 127" descr="Circles with arrows with solid fill">
              <a:extLst>
                <a:ext uri="{FF2B5EF4-FFF2-40B4-BE49-F238E27FC236}">
                  <a16:creationId xmlns:a16="http://schemas.microsoft.com/office/drawing/2014/main" id="{7B025A73-C9B9-6265-94C4-FE2A2852F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8467308" y="3249324"/>
              <a:ext cx="218900" cy="218900"/>
            </a:xfrm>
            <a:prstGeom prst="rect">
              <a:avLst/>
            </a:prstGeom>
          </p:spPr>
        </p:pic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2350C310-AD32-666F-F961-2AAA6B4ACF4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20144" y="3268321"/>
              <a:ext cx="553065" cy="553065"/>
              <a:chOff x="7928764" y="1797786"/>
              <a:chExt cx="736129" cy="736129"/>
            </a:xfrm>
            <a:solidFill>
              <a:schemeClr val="bg1">
                <a:lumMod val="50000"/>
              </a:schemeClr>
            </a:solidFill>
          </p:grpSpPr>
          <p:pic>
            <p:nvPicPr>
              <p:cNvPr id="131" name="Graphic 130" descr="Laptop">
                <a:extLst>
                  <a:ext uri="{FF2B5EF4-FFF2-40B4-BE49-F238E27FC236}">
                    <a16:creationId xmlns:a16="http://schemas.microsoft.com/office/drawing/2014/main" id="{E1C54A6F-CB05-8959-06B2-1A828BC80C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7928764" y="1797786"/>
                <a:ext cx="736129" cy="736129"/>
              </a:xfrm>
              <a:prstGeom prst="rect">
                <a:avLst/>
              </a:prstGeom>
            </p:spPr>
          </p:pic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CE3BE699-18D1-0784-4BD3-FB02DF1439BE}"/>
                  </a:ext>
                </a:extLst>
              </p:cNvPr>
              <p:cNvGrpSpPr/>
              <p:nvPr/>
            </p:nvGrpSpPr>
            <p:grpSpPr>
              <a:xfrm>
                <a:off x="8075683" y="2008034"/>
                <a:ext cx="442290" cy="216000"/>
                <a:chOff x="8071928" y="2008034"/>
                <a:chExt cx="442290" cy="216000"/>
              </a:xfrm>
              <a:grpFill/>
            </p:grpSpPr>
            <p:pic>
              <p:nvPicPr>
                <p:cNvPr id="133" name="Graphic 132" descr="List">
                  <a:extLst>
                    <a:ext uri="{FF2B5EF4-FFF2-40B4-BE49-F238E27FC236}">
                      <a16:creationId xmlns:a16="http://schemas.microsoft.com/office/drawing/2014/main" id="{6D35AF55-C8C2-13EC-286C-A03E1403C7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/>
                <a:stretch/>
              </p:blipFill>
              <p:spPr>
                <a:xfrm>
                  <a:off x="8071928" y="2008034"/>
                  <a:ext cx="216000" cy="216000"/>
                </a:xfrm>
                <a:prstGeom prst="rect">
                  <a:avLst/>
                </a:prstGeom>
              </p:spPr>
            </p:pic>
            <p:pic>
              <p:nvPicPr>
                <p:cNvPr id="134" name="Graphic 133" descr="Bar graph with upward trend">
                  <a:extLst>
                    <a:ext uri="{FF2B5EF4-FFF2-40B4-BE49-F238E27FC236}">
                      <a16:creationId xmlns:a16="http://schemas.microsoft.com/office/drawing/2014/main" id="{4998B6C2-744A-CE6C-18F8-AFEA15E651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rcRect/>
                <a:stretch/>
              </p:blipFill>
              <p:spPr>
                <a:xfrm>
                  <a:off x="8298218" y="2008034"/>
                  <a:ext cx="216000" cy="216000"/>
                </a:xfrm>
                <a:prstGeom prst="rect">
                  <a:avLst/>
                </a:prstGeom>
              </p:spPr>
            </p:pic>
          </p:grpSp>
        </p:grpSp>
        <p:sp>
          <p:nvSpPr>
            <p:cNvPr id="130" name="Rectángulo 68">
              <a:extLst>
                <a:ext uri="{FF2B5EF4-FFF2-40B4-BE49-F238E27FC236}">
                  <a16:creationId xmlns:a16="http://schemas.microsoft.com/office/drawing/2014/main" id="{920B596C-1649-D6BA-6D0E-528971376497}"/>
                </a:ext>
              </a:extLst>
            </p:cNvPr>
            <p:cNvSpPr/>
            <p:nvPr/>
          </p:nvSpPr>
          <p:spPr>
            <a:xfrm>
              <a:off x="7758789" y="3705934"/>
              <a:ext cx="1075774" cy="7115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es-ES" sz="1200" i="1" dirty="0" err="1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Importação</a:t>
              </a:r>
              <a:r>
                <a:rPr lang="es-ES" sz="1200" i="1" dirty="0">
                  <a:solidFill>
                    <a:schemeClr val="bg1">
                      <a:lumMod val="50000"/>
                    </a:schemeClr>
                  </a:solidFill>
                  <a:latin typeface="Santander Text" panose="020B0504020201020104" pitchFamily="34" charset="0"/>
                </a:rPr>
                <a:t> no Portal Corporativo</a:t>
              </a:r>
            </a:p>
          </p:txBody>
        </p:sp>
      </p:grpSp>
      <p:sp>
        <p:nvSpPr>
          <p:cNvPr id="135" name="Rectangle 32">
            <a:extLst>
              <a:ext uri="{FF2B5EF4-FFF2-40B4-BE49-F238E27FC236}">
                <a16:creationId xmlns:a16="http://schemas.microsoft.com/office/drawing/2014/main" id="{7628F0D5-C9A2-B503-B7E2-E53EB3D4F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673" y="2175842"/>
            <a:ext cx="2126144" cy="3162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100" b="1" dirty="0">
                <a:solidFill>
                  <a:schemeClr val="tx1"/>
                </a:solidFill>
                <a:latin typeface="Santander Text" panose="020B0504020201020104" pitchFamily="34" charset="0"/>
              </a:rPr>
              <a:t>SATELITE 79</a:t>
            </a:r>
          </a:p>
        </p:txBody>
      </p:sp>
      <p:sp>
        <p:nvSpPr>
          <p:cNvPr id="136" name="Rectangle 32">
            <a:extLst>
              <a:ext uri="{FF2B5EF4-FFF2-40B4-BE49-F238E27FC236}">
                <a16:creationId xmlns:a16="http://schemas.microsoft.com/office/drawing/2014/main" id="{D465FDEB-65A6-3F46-BF43-5DF8E94D3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673" y="2692763"/>
            <a:ext cx="2126144" cy="3162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100" b="1" dirty="0">
                <a:solidFill>
                  <a:schemeClr val="tx1"/>
                </a:solidFill>
                <a:latin typeface="Santander Text" panose="020B0504020201020104" pitchFamily="34" charset="0"/>
              </a:rPr>
              <a:t>SATELITE 80</a:t>
            </a:r>
          </a:p>
        </p:txBody>
      </p:sp>
      <p:sp>
        <p:nvSpPr>
          <p:cNvPr id="138" name="Rectangle 32">
            <a:extLst>
              <a:ext uri="{FF2B5EF4-FFF2-40B4-BE49-F238E27FC236}">
                <a16:creationId xmlns:a16="http://schemas.microsoft.com/office/drawing/2014/main" id="{1935B7AC-6B0D-19A1-DDF9-3E760B2C2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673" y="3209684"/>
            <a:ext cx="2126144" cy="3162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100" b="1" dirty="0">
                <a:solidFill>
                  <a:schemeClr val="tx1"/>
                </a:solidFill>
                <a:latin typeface="Santander Text" panose="020B0504020201020104" pitchFamily="34" charset="0"/>
              </a:rPr>
              <a:t>SATELITE 83</a:t>
            </a:r>
          </a:p>
        </p:txBody>
      </p:sp>
      <p:sp>
        <p:nvSpPr>
          <p:cNvPr id="139" name="Rectangle 32">
            <a:extLst>
              <a:ext uri="{FF2B5EF4-FFF2-40B4-BE49-F238E27FC236}">
                <a16:creationId xmlns:a16="http://schemas.microsoft.com/office/drawing/2014/main" id="{C6FD48C2-2F40-C55A-2AF5-15E60F9DF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673" y="3726605"/>
            <a:ext cx="2126144" cy="3162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100" b="1" dirty="0">
                <a:solidFill>
                  <a:schemeClr val="tx1"/>
                </a:solidFill>
                <a:latin typeface="Santander Text" panose="020B0504020201020104" pitchFamily="34" charset="0"/>
              </a:rPr>
              <a:t>SATELITE 84</a:t>
            </a:r>
          </a:p>
        </p:txBody>
      </p:sp>
      <p:sp>
        <p:nvSpPr>
          <p:cNvPr id="140" name="Rectangle 32">
            <a:extLst>
              <a:ext uri="{FF2B5EF4-FFF2-40B4-BE49-F238E27FC236}">
                <a16:creationId xmlns:a16="http://schemas.microsoft.com/office/drawing/2014/main" id="{9411C5A2-CE45-008C-8E0A-CA624EF65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942" y="4243526"/>
            <a:ext cx="2126144" cy="3162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100" b="1" dirty="0">
                <a:solidFill>
                  <a:schemeClr val="tx1"/>
                </a:solidFill>
                <a:latin typeface="Santander Text" panose="020B0504020201020104" pitchFamily="34" charset="0"/>
              </a:rPr>
              <a:t>SATELITE 93</a:t>
            </a:r>
          </a:p>
        </p:txBody>
      </p:sp>
      <p:sp>
        <p:nvSpPr>
          <p:cNvPr id="141" name="Rectangle 32">
            <a:extLst>
              <a:ext uri="{FF2B5EF4-FFF2-40B4-BE49-F238E27FC236}">
                <a16:creationId xmlns:a16="http://schemas.microsoft.com/office/drawing/2014/main" id="{B7F79C6F-9353-1842-EB1B-B170C356B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8673" y="4760447"/>
            <a:ext cx="2126144" cy="3162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100" b="1" dirty="0">
                <a:solidFill>
                  <a:schemeClr val="tx1"/>
                </a:solidFill>
                <a:latin typeface="Santander Text" panose="020B0504020201020104" pitchFamily="34" charset="0"/>
              </a:rPr>
              <a:t>SATELITE 109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C5AB7041-D230-3DC4-E33F-0FBC803745E5}"/>
              </a:ext>
            </a:extLst>
          </p:cNvPr>
          <p:cNvCxnSpPr>
            <a:cxnSpLocks/>
            <a:stCxn id="118" idx="3"/>
          </p:cNvCxnSpPr>
          <p:nvPr/>
        </p:nvCxnSpPr>
        <p:spPr>
          <a:xfrm>
            <a:off x="7311882" y="3736103"/>
            <a:ext cx="545955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D5DCCC4-A2E4-2D70-E37A-5E83CD328380}"/>
              </a:ext>
            </a:extLst>
          </p:cNvPr>
          <p:cNvCxnSpPr>
            <a:cxnSpLocks/>
          </p:cNvCxnSpPr>
          <p:nvPr/>
        </p:nvCxnSpPr>
        <p:spPr>
          <a:xfrm>
            <a:off x="9013846" y="3736103"/>
            <a:ext cx="254692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8B7E4FC1-9F49-BEAD-76ED-2BA3389F8412}"/>
              </a:ext>
            </a:extLst>
          </p:cNvPr>
          <p:cNvGrpSpPr/>
          <p:nvPr/>
        </p:nvGrpSpPr>
        <p:grpSpPr>
          <a:xfrm>
            <a:off x="1055212" y="2487769"/>
            <a:ext cx="1870637" cy="2124235"/>
            <a:chOff x="658049" y="1071569"/>
            <a:chExt cx="1870637" cy="2124235"/>
          </a:xfrm>
        </p:grpSpPr>
        <p:sp>
          <p:nvSpPr>
            <p:cNvPr id="147" name="Rectángulo 69">
              <a:extLst>
                <a:ext uri="{FF2B5EF4-FFF2-40B4-BE49-F238E27FC236}">
                  <a16:creationId xmlns:a16="http://schemas.microsoft.com/office/drawing/2014/main" id="{15191658-AC58-85EB-086F-08735DDB7BCB}"/>
                </a:ext>
              </a:extLst>
            </p:cNvPr>
            <p:cNvSpPr/>
            <p:nvPr/>
          </p:nvSpPr>
          <p:spPr>
            <a:xfrm>
              <a:off x="658049" y="1071569"/>
              <a:ext cx="1868400" cy="3231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prstClr val="white"/>
                  </a:solidFill>
                  <a:latin typeface="Santander Text" panose="020B0504020201020104" pitchFamily="34" charset="0"/>
                </a:rPr>
                <a:t>Inputs </a:t>
              </a:r>
              <a:r>
                <a:rPr lang="en-GB" sz="1200" b="1" dirty="0" err="1">
                  <a:solidFill>
                    <a:prstClr val="white"/>
                  </a:solidFill>
                  <a:latin typeface="Santander Text" panose="020B0504020201020104" pitchFamily="34" charset="0"/>
                </a:rPr>
                <a:t>corporativos</a:t>
              </a:r>
              <a:endParaRPr lang="en-GB" sz="1200" b="1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16163A10-3106-8EDA-BB7C-96AA7CD1E6E0}"/>
                </a:ext>
              </a:extLst>
            </p:cNvPr>
            <p:cNvGrpSpPr/>
            <p:nvPr/>
          </p:nvGrpSpPr>
          <p:grpSpPr>
            <a:xfrm>
              <a:off x="661015" y="1431624"/>
              <a:ext cx="1867671" cy="1764180"/>
              <a:chOff x="661015" y="2443934"/>
              <a:chExt cx="1867671" cy="1764180"/>
            </a:xfrm>
          </p:grpSpPr>
          <p:sp>
            <p:nvSpPr>
              <p:cNvPr id="149" name="Rectángulo 68">
                <a:extLst>
                  <a:ext uri="{FF2B5EF4-FFF2-40B4-BE49-F238E27FC236}">
                    <a16:creationId xmlns:a16="http://schemas.microsoft.com/office/drawing/2014/main" id="{C950B0EB-FCC4-4AF8-46EF-35BDBB9CFF44}"/>
                  </a:ext>
                </a:extLst>
              </p:cNvPr>
              <p:cNvSpPr/>
              <p:nvPr/>
            </p:nvSpPr>
            <p:spPr>
              <a:xfrm>
                <a:off x="661015" y="2443934"/>
                <a:ext cx="1867671" cy="176418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616F527D-F3F5-9FBA-C3CC-96CE48202BE8}"/>
                  </a:ext>
                </a:extLst>
              </p:cNvPr>
              <p:cNvGrpSpPr/>
              <p:nvPr/>
            </p:nvGrpSpPr>
            <p:grpSpPr>
              <a:xfrm>
                <a:off x="820850" y="2558716"/>
                <a:ext cx="1548000" cy="1534617"/>
                <a:chOff x="805348" y="2521567"/>
                <a:chExt cx="1548000" cy="1534617"/>
              </a:xfrm>
            </p:grpSpPr>
            <p:sp>
              <p:nvSpPr>
                <p:cNvPr id="151" name="Rectangle 32">
                  <a:extLst>
                    <a:ext uri="{FF2B5EF4-FFF2-40B4-BE49-F238E27FC236}">
                      <a16:creationId xmlns:a16="http://schemas.microsoft.com/office/drawing/2014/main" id="{427F0EF4-8845-2335-7B71-D8400F86A9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5348" y="2521567"/>
                  <a:ext cx="1548000" cy="31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PT" altLang="pt-PT" sz="1000" b="1" dirty="0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List </a:t>
                  </a:r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of</a:t>
                  </a:r>
                  <a:r>
                    <a:rPr lang="pt-PT" altLang="pt-PT" sz="1000" b="1" dirty="0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 Paris </a:t>
                  </a:r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Excluded</a:t>
                  </a:r>
                  <a:r>
                    <a:rPr lang="pt-PT" altLang="pt-PT" sz="1000" b="1" dirty="0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 </a:t>
                  </a:r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Companies</a:t>
                  </a:r>
                  <a:endParaRPr lang="pt-BR" altLang="pt-PT" sz="500" b="1" dirty="0">
                    <a:solidFill>
                      <a:schemeClr val="tx1"/>
                    </a:solidFill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152" name="Rectangle 32">
                  <a:extLst>
                    <a:ext uri="{FF2B5EF4-FFF2-40B4-BE49-F238E27FC236}">
                      <a16:creationId xmlns:a16="http://schemas.microsoft.com/office/drawing/2014/main" id="{CB1F5859-4437-F504-4733-D405D14B5A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5348" y="2927506"/>
                  <a:ext cx="1548000" cy="31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PT" altLang="pt-PT" sz="1000" b="1" dirty="0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GAR </a:t>
                  </a:r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External</a:t>
                  </a:r>
                  <a:r>
                    <a:rPr lang="pt-PT" altLang="pt-PT" sz="1000" b="1" dirty="0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 Data</a:t>
                  </a:r>
                  <a:endParaRPr lang="pt-BR" altLang="pt-PT" sz="1000" b="1" dirty="0">
                    <a:solidFill>
                      <a:schemeClr val="tx1"/>
                    </a:solidFill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153" name="Rectangle 32">
                  <a:extLst>
                    <a:ext uri="{FF2B5EF4-FFF2-40B4-BE49-F238E27FC236}">
                      <a16:creationId xmlns:a16="http://schemas.microsoft.com/office/drawing/2014/main" id="{0125BDBC-EE6E-B8DF-D16B-836E287F3A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5348" y="3333445"/>
                  <a:ext cx="1548000" cy="31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Physical</a:t>
                  </a:r>
                  <a:r>
                    <a:rPr lang="pt-PT" altLang="pt-PT" sz="1000" b="1" dirty="0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 Risk</a:t>
                  </a:r>
                  <a:endParaRPr lang="pt-BR" altLang="pt-PT" sz="1000" b="1" dirty="0">
                    <a:solidFill>
                      <a:schemeClr val="tx1"/>
                    </a:solidFill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154" name="Rectangle 32">
                  <a:extLst>
                    <a:ext uri="{FF2B5EF4-FFF2-40B4-BE49-F238E27FC236}">
                      <a16:creationId xmlns:a16="http://schemas.microsoft.com/office/drawing/2014/main" id="{A2E2A6F7-2BDA-2179-D426-C26EC5C513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5348" y="3739384"/>
                  <a:ext cx="1548000" cy="31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Emissions</a:t>
                  </a:r>
                  <a:r>
                    <a:rPr lang="pt-PT" altLang="pt-PT" sz="1000" b="1" dirty="0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 Data</a:t>
                  </a:r>
                  <a:endParaRPr lang="pt-BR" altLang="pt-PT" sz="1000" b="1" dirty="0">
                    <a:solidFill>
                      <a:schemeClr val="tx1"/>
                    </a:solidFill>
                    <a:latin typeface="Santander Text" panose="020B0504020201020104" pitchFamily="34" charset="0"/>
                  </a:endParaRPr>
                </a:p>
              </p:txBody>
            </p:sp>
          </p:grp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07E77DC-801D-DCCD-2111-4E9E2D6F38F0}"/>
              </a:ext>
            </a:extLst>
          </p:cNvPr>
          <p:cNvGrpSpPr/>
          <p:nvPr/>
        </p:nvGrpSpPr>
        <p:grpSpPr>
          <a:xfrm>
            <a:off x="1055212" y="4719929"/>
            <a:ext cx="1870637" cy="1320653"/>
            <a:chOff x="658049" y="1071569"/>
            <a:chExt cx="1870637" cy="1320653"/>
          </a:xfrm>
        </p:grpSpPr>
        <p:sp>
          <p:nvSpPr>
            <p:cNvPr id="156" name="Rectángulo 69">
              <a:extLst>
                <a:ext uri="{FF2B5EF4-FFF2-40B4-BE49-F238E27FC236}">
                  <a16:creationId xmlns:a16="http://schemas.microsoft.com/office/drawing/2014/main" id="{9C31403A-6E47-865B-4E8A-19031172D0F6}"/>
                </a:ext>
              </a:extLst>
            </p:cNvPr>
            <p:cNvSpPr/>
            <p:nvPr/>
          </p:nvSpPr>
          <p:spPr>
            <a:xfrm>
              <a:off x="658049" y="1071569"/>
              <a:ext cx="1868400" cy="3231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prstClr val="white"/>
                  </a:solidFill>
                  <a:latin typeface="Santander Text" panose="020B0504020201020104" pitchFamily="34" charset="0"/>
                </a:rPr>
                <a:t>Inputs provedores </a:t>
              </a:r>
              <a:r>
                <a:rPr lang="en-GB" sz="1200" b="1" dirty="0" err="1">
                  <a:solidFill>
                    <a:prstClr val="white"/>
                  </a:solidFill>
                  <a:latin typeface="Santander Text" panose="020B0504020201020104" pitchFamily="34" charset="0"/>
                </a:rPr>
                <a:t>Externos</a:t>
              </a:r>
              <a:endParaRPr lang="en-GB" sz="1200" b="1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BE472C28-A55C-F725-D515-F5424848AB92}"/>
                </a:ext>
              </a:extLst>
            </p:cNvPr>
            <p:cNvGrpSpPr/>
            <p:nvPr/>
          </p:nvGrpSpPr>
          <p:grpSpPr>
            <a:xfrm>
              <a:off x="661015" y="1431624"/>
              <a:ext cx="1867671" cy="960598"/>
              <a:chOff x="661015" y="2443934"/>
              <a:chExt cx="1867671" cy="960598"/>
            </a:xfrm>
          </p:grpSpPr>
          <p:sp>
            <p:nvSpPr>
              <p:cNvPr id="158" name="Rectángulo 68">
                <a:extLst>
                  <a:ext uri="{FF2B5EF4-FFF2-40B4-BE49-F238E27FC236}">
                    <a16:creationId xmlns:a16="http://schemas.microsoft.com/office/drawing/2014/main" id="{80883ECF-D73E-E3C7-7BA8-E1667629A6D7}"/>
                  </a:ext>
                </a:extLst>
              </p:cNvPr>
              <p:cNvSpPr/>
              <p:nvPr/>
            </p:nvSpPr>
            <p:spPr>
              <a:xfrm>
                <a:off x="661015" y="2443934"/>
                <a:ext cx="1867671" cy="9605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F63F602A-53C9-3086-9246-991EB5E6F31C}"/>
                  </a:ext>
                </a:extLst>
              </p:cNvPr>
              <p:cNvGrpSpPr/>
              <p:nvPr/>
            </p:nvGrpSpPr>
            <p:grpSpPr>
              <a:xfrm>
                <a:off x="820850" y="2558716"/>
                <a:ext cx="1548000" cy="722739"/>
                <a:chOff x="805348" y="2521567"/>
                <a:chExt cx="1548000" cy="722739"/>
              </a:xfrm>
            </p:grpSpPr>
            <p:sp>
              <p:nvSpPr>
                <p:cNvPr id="160" name="Rectangle 32">
                  <a:extLst>
                    <a:ext uri="{FF2B5EF4-FFF2-40B4-BE49-F238E27FC236}">
                      <a16:creationId xmlns:a16="http://schemas.microsoft.com/office/drawing/2014/main" id="{8FE59BF7-4E73-396B-9D70-BBCCF8903C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5348" y="2521567"/>
                  <a:ext cx="1548000" cy="31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PT" altLang="pt-PT" sz="1000" b="1" dirty="0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Santander </a:t>
                  </a:r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Inmuebles</a:t>
                  </a:r>
                  <a:r>
                    <a:rPr lang="pt-PT" altLang="pt-PT" sz="1000" b="1" dirty="0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 (GLOVAL)</a:t>
                  </a:r>
                  <a:endParaRPr lang="pt-BR" altLang="pt-PT" sz="500" b="1" dirty="0">
                    <a:solidFill>
                      <a:schemeClr val="tx1"/>
                    </a:solidFill>
                    <a:latin typeface="Santander Text" panose="020B0504020201020104" pitchFamily="34" charset="0"/>
                  </a:endParaRPr>
                </a:p>
              </p:txBody>
            </p:sp>
            <p:sp>
              <p:nvSpPr>
                <p:cNvPr id="161" name="Rectangle 32">
                  <a:extLst>
                    <a:ext uri="{FF2B5EF4-FFF2-40B4-BE49-F238E27FC236}">
                      <a16:creationId xmlns:a16="http://schemas.microsoft.com/office/drawing/2014/main" id="{4D7FE5EB-6061-D995-31A7-ED458F7C52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5348" y="2927506"/>
                  <a:ext cx="1548000" cy="31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Munich</a:t>
                  </a:r>
                  <a:r>
                    <a:rPr lang="pt-PT" altLang="pt-PT" sz="1000" b="1" dirty="0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 </a:t>
                  </a:r>
                  <a:r>
                    <a:rPr lang="pt-PT" altLang="pt-PT" sz="1000" b="1" dirty="0" err="1">
                      <a:solidFill>
                        <a:schemeClr val="tx1"/>
                      </a:solidFill>
                      <a:latin typeface="Santander Text" panose="020B0504020201020104" pitchFamily="34" charset="0"/>
                    </a:rPr>
                    <a:t>Re</a:t>
                  </a:r>
                  <a:endParaRPr lang="pt-BR" altLang="pt-PT" sz="1000" b="1" dirty="0">
                    <a:solidFill>
                      <a:schemeClr val="tx1"/>
                    </a:solidFill>
                    <a:latin typeface="Santander Text" panose="020B0504020201020104" pitchFamily="34" charset="0"/>
                  </a:endParaRPr>
                </a:p>
              </p:txBody>
            </p:sp>
          </p:grpSp>
        </p:grp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682B6E25-FF66-2B1D-755D-B1F8C8BF4466}"/>
              </a:ext>
            </a:extLst>
          </p:cNvPr>
          <p:cNvGrpSpPr/>
          <p:nvPr/>
        </p:nvGrpSpPr>
        <p:grpSpPr>
          <a:xfrm>
            <a:off x="1055212" y="1071569"/>
            <a:ext cx="1870637" cy="923467"/>
            <a:chOff x="658049" y="1071569"/>
            <a:chExt cx="1870637" cy="923467"/>
          </a:xfrm>
        </p:grpSpPr>
        <p:sp>
          <p:nvSpPr>
            <p:cNvPr id="163" name="Rectángulo 69">
              <a:extLst>
                <a:ext uri="{FF2B5EF4-FFF2-40B4-BE49-F238E27FC236}">
                  <a16:creationId xmlns:a16="http://schemas.microsoft.com/office/drawing/2014/main" id="{9C21371C-C5C9-6763-1E11-3D9526B82AA9}"/>
                </a:ext>
              </a:extLst>
            </p:cNvPr>
            <p:cNvSpPr/>
            <p:nvPr/>
          </p:nvSpPr>
          <p:spPr>
            <a:xfrm>
              <a:off x="658049" y="1071569"/>
              <a:ext cx="1868400" cy="32316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prstClr val="white"/>
                  </a:solidFill>
                  <a:latin typeface="Santander Text" panose="020B0504020201020104" pitchFamily="34" charset="0"/>
                </a:rPr>
                <a:t>Inputs </a:t>
              </a:r>
              <a:r>
                <a:rPr lang="en-GB" sz="1200" b="1" dirty="0" err="1">
                  <a:solidFill>
                    <a:prstClr val="white"/>
                  </a:solidFill>
                  <a:latin typeface="Santander Text" panose="020B0504020201020104" pitchFamily="34" charset="0"/>
                </a:rPr>
                <a:t>Aplicações</a:t>
              </a:r>
              <a:r>
                <a:rPr lang="en-GB" sz="1200" b="1" dirty="0">
                  <a:solidFill>
                    <a:prstClr val="white"/>
                  </a:solidFill>
                  <a:latin typeface="Santander Text" panose="020B0504020201020104" pitchFamily="34" charset="0"/>
                </a:rPr>
                <a:t> </a:t>
              </a:r>
              <a:r>
                <a:rPr lang="en-GB" sz="1200" b="1" dirty="0" err="1">
                  <a:solidFill>
                    <a:prstClr val="white"/>
                  </a:solidFill>
                  <a:latin typeface="Santander Text" panose="020B0504020201020104" pitchFamily="34" charset="0"/>
                </a:rPr>
                <a:t>fonte</a:t>
              </a:r>
              <a:r>
                <a:rPr lang="en-GB" sz="1200" b="1" dirty="0">
                  <a:solidFill>
                    <a:prstClr val="white"/>
                  </a:solidFill>
                  <a:latin typeface="Santander Text" panose="020B0504020201020104" pitchFamily="34" charset="0"/>
                </a:rPr>
                <a:t> (intern. e </a:t>
              </a:r>
              <a:r>
                <a:rPr lang="en-GB" sz="1200" b="1" dirty="0" err="1">
                  <a:solidFill>
                    <a:prstClr val="white"/>
                  </a:solidFill>
                  <a:latin typeface="Santander Text" panose="020B0504020201020104" pitchFamily="34" charset="0"/>
                </a:rPr>
                <a:t>exter</a:t>
              </a:r>
              <a:r>
                <a:rPr lang="en-GB" sz="1200" b="1" dirty="0">
                  <a:solidFill>
                    <a:prstClr val="white"/>
                  </a:solidFill>
                  <a:latin typeface="Santander Text" panose="020B0504020201020104" pitchFamily="34" charset="0"/>
                </a:rPr>
                <a:t>.)</a:t>
              </a: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7D259596-DD54-357B-8F83-647181E229E0}"/>
                </a:ext>
              </a:extLst>
            </p:cNvPr>
            <p:cNvGrpSpPr/>
            <p:nvPr/>
          </p:nvGrpSpPr>
          <p:grpSpPr>
            <a:xfrm>
              <a:off x="661015" y="1431624"/>
              <a:ext cx="1867671" cy="563412"/>
              <a:chOff x="661015" y="2443934"/>
              <a:chExt cx="1867671" cy="563412"/>
            </a:xfrm>
          </p:grpSpPr>
          <p:sp>
            <p:nvSpPr>
              <p:cNvPr id="165" name="Rectángulo 68">
                <a:extLst>
                  <a:ext uri="{FF2B5EF4-FFF2-40B4-BE49-F238E27FC236}">
                    <a16:creationId xmlns:a16="http://schemas.microsoft.com/office/drawing/2014/main" id="{2EADF45C-918F-7BED-4648-8A61D08D0278}"/>
                  </a:ext>
                </a:extLst>
              </p:cNvPr>
              <p:cNvSpPr/>
              <p:nvPr/>
            </p:nvSpPr>
            <p:spPr>
              <a:xfrm>
                <a:off x="661015" y="2443934"/>
                <a:ext cx="1867671" cy="5634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166" name="Rectangle 32">
                <a:extLst>
                  <a:ext uri="{FF2B5EF4-FFF2-40B4-BE49-F238E27FC236}">
                    <a16:creationId xmlns:a16="http://schemas.microsoft.com/office/drawing/2014/main" id="{96CB4A59-6C23-E503-A3F9-C75D19CE0F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0850" y="2558716"/>
                <a:ext cx="1548000" cy="316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PT" altLang="pt-PT" sz="1000" b="1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(…)</a:t>
                </a:r>
                <a:endParaRPr lang="pt-BR" altLang="pt-PT" sz="500" b="1" dirty="0">
                  <a:solidFill>
                    <a:schemeClr val="tx1"/>
                  </a:solidFill>
                  <a:latin typeface="Santander Text" panose="020B0504020201020104" pitchFamily="34" charset="0"/>
                </a:endParaRPr>
              </a:p>
            </p:txBody>
          </p:sp>
        </p:grpSp>
      </p:grp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8D2DB632-931D-8D93-4F44-7C060649827C}"/>
              </a:ext>
            </a:extLst>
          </p:cNvPr>
          <p:cNvCxnSpPr>
            <a:cxnSpLocks/>
          </p:cNvCxnSpPr>
          <p:nvPr/>
        </p:nvCxnSpPr>
        <p:spPr>
          <a:xfrm>
            <a:off x="774122" y="1126695"/>
            <a:ext cx="0" cy="4838640"/>
          </a:xfrm>
          <a:prstGeom prst="line">
            <a:avLst/>
          </a:prstGeom>
          <a:ln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 Placeholder 3">
            <a:extLst>
              <a:ext uri="{FF2B5EF4-FFF2-40B4-BE49-F238E27FC236}">
                <a16:creationId xmlns:a16="http://schemas.microsoft.com/office/drawing/2014/main" id="{3BE2290B-BEBE-4BAE-87F8-BE9FFF0706B0}"/>
              </a:ext>
            </a:extLst>
          </p:cNvPr>
          <p:cNvSpPr txBox="1">
            <a:spLocks/>
          </p:cNvSpPr>
          <p:nvPr/>
        </p:nvSpPr>
        <p:spPr>
          <a:xfrm rot="16200000">
            <a:off x="-500823" y="3442460"/>
            <a:ext cx="2549890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t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ctr" defTabSz="1219078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Santander Text" panose="020B0504020201020104" pitchFamily="34" charset="0"/>
              </a:rPr>
              <a:t>CARTEIRA DE CRÉDITO</a:t>
            </a:r>
          </a:p>
        </p:txBody>
      </p:sp>
      <p:sp>
        <p:nvSpPr>
          <p:cNvPr id="169" name="Rectángulo 68">
            <a:extLst>
              <a:ext uri="{FF2B5EF4-FFF2-40B4-BE49-F238E27FC236}">
                <a16:creationId xmlns:a16="http://schemas.microsoft.com/office/drawing/2014/main" id="{E5060961-B450-AF73-CFCE-3E0084620469}"/>
              </a:ext>
            </a:extLst>
          </p:cNvPr>
          <p:cNvSpPr/>
          <p:nvPr/>
        </p:nvSpPr>
        <p:spPr>
          <a:xfrm>
            <a:off x="10789281" y="618336"/>
            <a:ext cx="1075774" cy="226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s-ES" sz="900" i="1" dirty="0" err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Não</a:t>
            </a:r>
            <a:r>
              <a:rPr lang="es-ES" sz="900" i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 </a:t>
            </a:r>
            <a:r>
              <a:rPr lang="es-ES" sz="900" i="1" dirty="0" err="1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exaustivo</a:t>
            </a:r>
            <a:endParaRPr lang="es-ES" sz="900" i="1" dirty="0">
              <a:solidFill>
                <a:schemeClr val="bg1">
                  <a:lumMod val="50000"/>
                </a:schemeClr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38ECD51C-6DF2-AE22-960C-D7FFB1BA2370}"/>
              </a:ext>
            </a:extLst>
          </p:cNvPr>
          <p:cNvCxnSpPr>
            <a:cxnSpLocks/>
          </p:cNvCxnSpPr>
          <p:nvPr/>
        </p:nvCxnSpPr>
        <p:spPr>
          <a:xfrm>
            <a:off x="10789281" y="636449"/>
            <a:ext cx="1075774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DF8D8A81-6787-5BBB-AA35-59EEC43EF68A}"/>
              </a:ext>
            </a:extLst>
          </p:cNvPr>
          <p:cNvCxnSpPr>
            <a:cxnSpLocks/>
          </p:cNvCxnSpPr>
          <p:nvPr/>
        </p:nvCxnSpPr>
        <p:spPr>
          <a:xfrm>
            <a:off x="10789281" y="826949"/>
            <a:ext cx="1075774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: Elbow 171">
            <a:extLst>
              <a:ext uri="{FF2B5EF4-FFF2-40B4-BE49-F238E27FC236}">
                <a16:creationId xmlns:a16="http://schemas.microsoft.com/office/drawing/2014/main" id="{C11A24AF-E0B5-9DFA-DC14-492FBA8EF45B}"/>
              </a:ext>
            </a:extLst>
          </p:cNvPr>
          <p:cNvCxnSpPr>
            <a:cxnSpLocks/>
            <a:stCxn id="114" idx="3"/>
            <a:endCxn id="118" idx="1"/>
          </p:cNvCxnSpPr>
          <p:nvPr/>
        </p:nvCxnSpPr>
        <p:spPr>
          <a:xfrm>
            <a:off x="5505510" y="2818495"/>
            <a:ext cx="725051" cy="91760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5AD6CB80-29BC-E192-320C-36AE3B0FDDF4}"/>
              </a:ext>
            </a:extLst>
          </p:cNvPr>
          <p:cNvCxnSpPr>
            <a:cxnSpLocks/>
            <a:stCxn id="115" idx="3"/>
            <a:endCxn id="118" idx="1"/>
          </p:cNvCxnSpPr>
          <p:nvPr/>
        </p:nvCxnSpPr>
        <p:spPr>
          <a:xfrm flipV="1">
            <a:off x="5505836" y="3736103"/>
            <a:ext cx="724725" cy="135256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: Elbow 173">
            <a:extLst>
              <a:ext uri="{FF2B5EF4-FFF2-40B4-BE49-F238E27FC236}">
                <a16:creationId xmlns:a16="http://schemas.microsoft.com/office/drawing/2014/main" id="{344327B8-C20A-244F-C2AD-1343465D7758}"/>
              </a:ext>
            </a:extLst>
          </p:cNvPr>
          <p:cNvCxnSpPr>
            <a:cxnSpLocks/>
            <a:stCxn id="165" idx="3"/>
            <a:endCxn id="114" idx="1"/>
          </p:cNvCxnSpPr>
          <p:nvPr/>
        </p:nvCxnSpPr>
        <p:spPr>
          <a:xfrm>
            <a:off x="2925849" y="1713330"/>
            <a:ext cx="466203" cy="1105165"/>
          </a:xfrm>
          <a:prstGeom prst="bentConnector3">
            <a:avLst>
              <a:gd name="adj1" fmla="val 27526"/>
            </a:avLst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268E81C9-5DCA-391D-FA1B-3705CC52A326}"/>
              </a:ext>
            </a:extLst>
          </p:cNvPr>
          <p:cNvCxnSpPr>
            <a:cxnSpLocks/>
            <a:stCxn id="149" idx="3"/>
            <a:endCxn id="115" idx="1"/>
          </p:cNvCxnSpPr>
          <p:nvPr/>
        </p:nvCxnSpPr>
        <p:spPr>
          <a:xfrm>
            <a:off x="2925849" y="3729914"/>
            <a:ext cx="466529" cy="1358756"/>
          </a:xfrm>
          <a:prstGeom prst="bentConnector3">
            <a:avLst>
              <a:gd name="adj1" fmla="val 29583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3B925AA4-759E-4EFB-8180-E52DE8AC61FA}"/>
              </a:ext>
            </a:extLst>
          </p:cNvPr>
          <p:cNvCxnSpPr>
            <a:cxnSpLocks/>
            <a:stCxn id="158" idx="3"/>
            <a:endCxn id="115" idx="1"/>
          </p:cNvCxnSpPr>
          <p:nvPr/>
        </p:nvCxnSpPr>
        <p:spPr>
          <a:xfrm flipV="1">
            <a:off x="2925849" y="5088670"/>
            <a:ext cx="466529" cy="471613"/>
          </a:xfrm>
          <a:prstGeom prst="bentConnector3">
            <a:avLst>
              <a:gd name="adj1" fmla="val 29584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: Elbow 176">
            <a:extLst>
              <a:ext uri="{FF2B5EF4-FFF2-40B4-BE49-F238E27FC236}">
                <a16:creationId xmlns:a16="http://schemas.microsoft.com/office/drawing/2014/main" id="{D116991A-C212-4E2B-0D05-856861DEAC21}"/>
              </a:ext>
            </a:extLst>
          </p:cNvPr>
          <p:cNvCxnSpPr>
            <a:cxnSpLocks/>
            <a:endCxn id="115" idx="1"/>
          </p:cNvCxnSpPr>
          <p:nvPr/>
        </p:nvCxnSpPr>
        <p:spPr>
          <a:xfrm rot="5400000">
            <a:off x="3266481" y="3961579"/>
            <a:ext cx="1252988" cy="1001194"/>
          </a:xfrm>
          <a:prstGeom prst="bentConnector4">
            <a:avLst>
              <a:gd name="adj1" fmla="val 4353"/>
              <a:gd name="adj2" fmla="val 132058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351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B8305-B5B8-CF0A-9FA1-CEFEBE0F1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Marcador de texto 5">
            <a:extLst>
              <a:ext uri="{FF2B5EF4-FFF2-40B4-BE49-F238E27FC236}">
                <a16:creationId xmlns:a16="http://schemas.microsoft.com/office/drawing/2014/main" id="{BC942A75-40B1-2D6F-9FE2-D37E249653BC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de Bens Imóveis</a:t>
            </a:r>
            <a:endParaRPr lang="pt-PT" sz="2000" dirty="0">
              <a:solidFill>
                <a:srgbClr val="FF0000"/>
              </a:solidFill>
              <a:latin typeface="Santander Text" panose="020B0504020201020104" pitchFamily="34" charset="0"/>
            </a:endParaRPr>
          </a:p>
        </p:txBody>
      </p:sp>
      <p:sp>
        <p:nvSpPr>
          <p:cNvPr id="26" name="CaixaDeTexto 251">
            <a:extLst>
              <a:ext uri="{FF2B5EF4-FFF2-40B4-BE49-F238E27FC236}">
                <a16:creationId xmlns:a16="http://schemas.microsoft.com/office/drawing/2014/main" id="{46745BA5-93B8-D952-AB8E-EF3C327D9F35}"/>
              </a:ext>
            </a:extLst>
          </p:cNvPr>
          <p:cNvSpPr txBox="1"/>
          <p:nvPr/>
        </p:nvSpPr>
        <p:spPr>
          <a:xfrm>
            <a:off x="250216" y="6382517"/>
            <a:ext cx="305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GT:</a:t>
            </a: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gerado pelos módulos Garantias ou pelos Interfaces do MUG.</a:t>
            </a: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       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PA:</a:t>
            </a: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parametrização.</a:t>
            </a:r>
          </a:p>
        </p:txBody>
      </p:sp>
      <p:sp>
        <p:nvSpPr>
          <p:cNvPr id="27" name="CaixaDeTexto 251">
            <a:extLst>
              <a:ext uri="{FF2B5EF4-FFF2-40B4-BE49-F238E27FC236}">
                <a16:creationId xmlns:a16="http://schemas.microsoft.com/office/drawing/2014/main" id="{5F9DC9AF-0377-B549-A8F3-0165FDC4CCCA}"/>
              </a:ext>
            </a:extLst>
          </p:cNvPr>
          <p:cNvSpPr txBox="1"/>
          <p:nvPr/>
        </p:nvSpPr>
        <p:spPr>
          <a:xfrm>
            <a:off x="250216" y="6216135"/>
            <a:ext cx="815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Legenda: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pic>
        <p:nvPicPr>
          <p:cNvPr id="339" name="Graphic 338" descr="Eye outline">
            <a:extLst>
              <a:ext uri="{FF2B5EF4-FFF2-40B4-BE49-F238E27FC236}">
                <a16:creationId xmlns:a16="http://schemas.microsoft.com/office/drawing/2014/main" id="{487B8920-862E-222B-9ED9-1BBC4F542A3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3444" y="6382431"/>
            <a:ext cx="216000" cy="216000"/>
          </a:xfrm>
          <a:prstGeom prst="rect">
            <a:avLst/>
          </a:prstGeom>
        </p:spPr>
      </p:pic>
      <p:sp>
        <p:nvSpPr>
          <p:cNvPr id="342" name="CaixaDeTexto 251">
            <a:extLst>
              <a:ext uri="{FF2B5EF4-FFF2-40B4-BE49-F238E27FC236}">
                <a16:creationId xmlns:a16="http://schemas.microsoft.com/office/drawing/2014/main" id="{BF807556-20E3-464A-C855-0511885556A3}"/>
              </a:ext>
            </a:extLst>
          </p:cNvPr>
          <p:cNvSpPr txBox="1"/>
          <p:nvPr/>
        </p:nvSpPr>
        <p:spPr>
          <a:xfrm>
            <a:off x="3477497" y="6382517"/>
            <a:ext cx="372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Estas tabelas são </a:t>
            </a:r>
            <a:r>
              <a:rPr kumimoji="0" lang="pt-PT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views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no Data </a:t>
            </a:r>
            <a:r>
              <a:rPr kumimoji="0" lang="pt-PT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Lake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. São quase iguais às tabelas origem, exceto por na BDR se distribuir os registos entre o que é BST e o que é IFIC (Leasing e Factoring), e por em IFRS9 se eliminarem campos desnecessários.</a:t>
            </a: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356F4F69-57A6-DD96-FADA-32D6FDD780F3}"/>
              </a:ext>
            </a:extLst>
          </p:cNvPr>
          <p:cNvGrpSpPr/>
          <p:nvPr/>
        </p:nvGrpSpPr>
        <p:grpSpPr>
          <a:xfrm>
            <a:off x="8957279" y="6468751"/>
            <a:ext cx="1343412" cy="215444"/>
            <a:chOff x="8846213" y="1252284"/>
            <a:chExt cx="1343412" cy="215444"/>
          </a:xfrm>
        </p:grpSpPr>
        <p:sp>
          <p:nvSpPr>
            <p:cNvPr id="344" name="Fluxograma: multidocumentos 2">
              <a:extLst>
                <a:ext uri="{FF2B5EF4-FFF2-40B4-BE49-F238E27FC236}">
                  <a16:creationId xmlns:a16="http://schemas.microsoft.com/office/drawing/2014/main" id="{BE688D51-6ED3-F35D-0AB0-DB1EF8987B5A}"/>
                </a:ext>
              </a:extLst>
            </p:cNvPr>
            <p:cNvSpPr/>
            <p:nvPr/>
          </p:nvSpPr>
          <p:spPr>
            <a:xfrm>
              <a:off x="8846213" y="1306006"/>
              <a:ext cx="504000" cy="108000"/>
            </a:xfrm>
            <a:prstGeom prst="flowChartMultidocumen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800" b="1" i="0" u="none" strike="noStrike" kern="1200" cap="none" spc="0" normalizeH="0" baseline="30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  <p:sp>
          <p:nvSpPr>
            <p:cNvPr id="345" name="CaixaDeTexto 3">
              <a:extLst>
                <a:ext uri="{FF2B5EF4-FFF2-40B4-BE49-F238E27FC236}">
                  <a16:creationId xmlns:a16="http://schemas.microsoft.com/office/drawing/2014/main" id="{8963A8C7-76AD-DE5C-898C-AAB929229F6B}"/>
                </a:ext>
              </a:extLst>
            </p:cNvPr>
            <p:cNvSpPr txBox="1"/>
            <p:nvPr/>
          </p:nvSpPr>
          <p:spPr>
            <a:xfrm>
              <a:off x="9361625" y="1252284"/>
              <a:ext cx="82800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Carga manual</a:t>
              </a:r>
            </a:p>
          </p:txBody>
        </p: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3C15B64F-6C96-D8FE-9207-6AB5B2678762}"/>
              </a:ext>
            </a:extLst>
          </p:cNvPr>
          <p:cNvGrpSpPr/>
          <p:nvPr/>
        </p:nvGrpSpPr>
        <p:grpSpPr>
          <a:xfrm>
            <a:off x="10380765" y="6468751"/>
            <a:ext cx="1250009" cy="215444"/>
            <a:chOff x="10462235" y="1247232"/>
            <a:chExt cx="1250009" cy="215444"/>
          </a:xfrm>
        </p:grpSpPr>
        <p:sp>
          <p:nvSpPr>
            <p:cNvPr id="347" name="Retângulo 4">
              <a:extLst>
                <a:ext uri="{FF2B5EF4-FFF2-40B4-BE49-F238E27FC236}">
                  <a16:creationId xmlns:a16="http://schemas.microsoft.com/office/drawing/2014/main" id="{87F6D902-41C3-9C8E-4F15-2EE76BEA574C}"/>
                </a:ext>
              </a:extLst>
            </p:cNvPr>
            <p:cNvSpPr/>
            <p:nvPr/>
          </p:nvSpPr>
          <p:spPr>
            <a:xfrm>
              <a:off x="10462235" y="1300954"/>
              <a:ext cx="504000" cy="10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  <p:sp>
          <p:nvSpPr>
            <p:cNvPr id="348" name="CaixaDeTexto 5">
              <a:extLst>
                <a:ext uri="{FF2B5EF4-FFF2-40B4-BE49-F238E27FC236}">
                  <a16:creationId xmlns:a16="http://schemas.microsoft.com/office/drawing/2014/main" id="{17853A6D-D6F0-6A15-3E52-CE13BCB79C43}"/>
                </a:ext>
              </a:extLst>
            </p:cNvPr>
            <p:cNvSpPr txBox="1"/>
            <p:nvPr/>
          </p:nvSpPr>
          <p:spPr>
            <a:xfrm>
              <a:off x="10983074" y="1247232"/>
              <a:ext cx="72917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Automático</a:t>
              </a:r>
            </a:p>
          </p:txBody>
        </p:sp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C3E7811F-BA76-F3D3-1971-7F1BB78A9878}"/>
              </a:ext>
            </a:extLst>
          </p:cNvPr>
          <p:cNvGrpSpPr/>
          <p:nvPr/>
        </p:nvGrpSpPr>
        <p:grpSpPr>
          <a:xfrm>
            <a:off x="7403100" y="6469200"/>
            <a:ext cx="1429711" cy="246221"/>
            <a:chOff x="7403100" y="6469200"/>
            <a:chExt cx="1429711" cy="246221"/>
          </a:xfrm>
        </p:grpSpPr>
        <p:sp>
          <p:nvSpPr>
            <p:cNvPr id="350" name="Fluxograma: subrotina 238">
              <a:extLst>
                <a:ext uri="{FF2B5EF4-FFF2-40B4-BE49-F238E27FC236}">
                  <a16:creationId xmlns:a16="http://schemas.microsoft.com/office/drawing/2014/main" id="{8DC9D49F-CACE-B092-E108-BC839CB3A134}"/>
                </a:ext>
              </a:extLst>
            </p:cNvPr>
            <p:cNvSpPr/>
            <p:nvPr/>
          </p:nvSpPr>
          <p:spPr>
            <a:xfrm>
              <a:off x="7403100" y="6523200"/>
              <a:ext cx="504000" cy="108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1" name="CaixaDeTexto 239">
              <a:extLst>
                <a:ext uri="{FF2B5EF4-FFF2-40B4-BE49-F238E27FC236}">
                  <a16:creationId xmlns:a16="http://schemas.microsoft.com/office/drawing/2014/main" id="{FEBE5D09-43E1-959F-E4DF-D9C8CA2545B7}"/>
                </a:ext>
              </a:extLst>
            </p:cNvPr>
            <p:cNvSpPr txBox="1"/>
            <p:nvPr/>
          </p:nvSpPr>
          <p:spPr>
            <a:xfrm>
              <a:off x="7921815" y="6469200"/>
              <a:ext cx="910996" cy="24622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Parametrização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9128088-274C-2401-86C6-030F7D7F3B50}"/>
              </a:ext>
            </a:extLst>
          </p:cNvPr>
          <p:cNvGrpSpPr/>
          <p:nvPr/>
        </p:nvGrpSpPr>
        <p:grpSpPr>
          <a:xfrm>
            <a:off x="624784" y="5938512"/>
            <a:ext cx="3131875" cy="351310"/>
            <a:chOff x="624784" y="5938512"/>
            <a:chExt cx="3131875" cy="351310"/>
          </a:xfrm>
        </p:grpSpPr>
        <p:sp>
          <p:nvSpPr>
            <p:cNvPr id="3" name="Rectángulo 68">
              <a:extLst>
                <a:ext uri="{FF2B5EF4-FFF2-40B4-BE49-F238E27FC236}">
                  <a16:creationId xmlns:a16="http://schemas.microsoft.com/office/drawing/2014/main" id="{AB31210B-3C72-18AA-465A-DE8AD3367D7C}"/>
                </a:ext>
              </a:extLst>
            </p:cNvPr>
            <p:cNvSpPr/>
            <p:nvPr/>
          </p:nvSpPr>
          <p:spPr>
            <a:xfrm>
              <a:off x="624784" y="5938512"/>
              <a:ext cx="3131875" cy="3513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4" name="Rectangle 32">
              <a:extLst>
                <a:ext uri="{FF2B5EF4-FFF2-40B4-BE49-F238E27FC236}">
                  <a16:creationId xmlns:a16="http://schemas.microsoft.com/office/drawing/2014/main" id="{666190A4-B3EF-9986-3C57-4A345C5BD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477" y="6031820"/>
              <a:ext cx="2904817" cy="1967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pt-PT" altLang="pt-PT" sz="800" dirty="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business_assets.energy_certificate_est_input</a:t>
              </a:r>
              <a:endParaRPr lang="pt-BR" altLang="pt-PT" sz="300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9" name="Rectángulo 68">
            <a:extLst>
              <a:ext uri="{FF2B5EF4-FFF2-40B4-BE49-F238E27FC236}">
                <a16:creationId xmlns:a16="http://schemas.microsoft.com/office/drawing/2014/main" id="{F1D0CE36-C79F-CCC7-0C15-77789D2CE7C8}"/>
              </a:ext>
            </a:extLst>
          </p:cNvPr>
          <p:cNvSpPr/>
          <p:nvPr/>
        </p:nvSpPr>
        <p:spPr>
          <a:xfrm>
            <a:off x="624784" y="1459333"/>
            <a:ext cx="3131875" cy="29145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10" name="Rectangle 32">
            <a:extLst>
              <a:ext uri="{FF2B5EF4-FFF2-40B4-BE49-F238E27FC236}">
                <a16:creationId xmlns:a16="http://schemas.microsoft.com/office/drawing/2014/main" id="{5DCCB33B-8F62-9CF5-94CA-6AB7D9A7A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1757457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cd_emprestimos.gpt21_processos</a:t>
            </a:r>
            <a:endParaRPr lang="pt-BR" altLang="pt-PT" sz="3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15" name="Rectangle 32">
            <a:extLst>
              <a:ext uri="{FF2B5EF4-FFF2-40B4-BE49-F238E27FC236}">
                <a16:creationId xmlns:a16="http://schemas.microsoft.com/office/drawing/2014/main" id="{5A75CD4B-BEAD-A3FB-723C-FF740380D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1523329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cd_emprestimos.gpt18_bens</a:t>
            </a:r>
            <a:endParaRPr lang="pt-BR" altLang="pt-PT" sz="3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21" name="Rectangle 32">
            <a:extLst>
              <a:ext uri="{FF2B5EF4-FFF2-40B4-BE49-F238E27FC236}">
                <a16:creationId xmlns:a16="http://schemas.microsoft.com/office/drawing/2014/main" id="{8357A97B-1B1C-7682-1229-56DF33E99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2225713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cd_emprestimos.gpt32_bemimove</a:t>
            </a:r>
            <a:endParaRPr lang="pt-BR" altLang="pt-PT" sz="3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24" name="Rectangle 32">
            <a:extLst>
              <a:ext uri="{FF2B5EF4-FFF2-40B4-BE49-F238E27FC236}">
                <a16:creationId xmlns:a16="http://schemas.microsoft.com/office/drawing/2014/main" id="{4B8DE333-7C5C-C7BE-B0AD-6B6743A05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2459841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cd_emprestimos.gpt34_vistorias</a:t>
            </a:r>
            <a:endParaRPr lang="pt-BR" altLang="pt-PT" sz="3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28" name="Rectangle 32">
            <a:extLst>
              <a:ext uri="{FF2B5EF4-FFF2-40B4-BE49-F238E27FC236}">
                <a16:creationId xmlns:a16="http://schemas.microsoft.com/office/drawing/2014/main" id="{16EFDE5E-E025-AABA-7FFC-8B84E534F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2693969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cd_emprestimos.gpt35_avaliacao</a:t>
            </a:r>
            <a:endParaRPr lang="pt-BR" altLang="pt-PT" sz="3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D2CF0065-719E-83CA-BC87-C827E6C8F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1991585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cd_emprestimos.gpt31_contrato</a:t>
            </a:r>
            <a:endParaRPr lang="pt-BR" altLang="pt-PT" sz="3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31" name="Rectangle 32">
            <a:extLst>
              <a:ext uri="{FF2B5EF4-FFF2-40B4-BE49-F238E27FC236}">
                <a16:creationId xmlns:a16="http://schemas.microsoft.com/office/drawing/2014/main" id="{4665F83A-40BA-D903-4CA2-DE989AAE2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2928097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cd_emprestimos.ept01_contas</a:t>
            </a:r>
            <a:endParaRPr lang="pt-BR" altLang="pt-PT" sz="3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32" name="Rectangle 32">
            <a:extLst>
              <a:ext uri="{FF2B5EF4-FFF2-40B4-BE49-F238E27FC236}">
                <a16:creationId xmlns:a16="http://schemas.microsoft.com/office/drawing/2014/main" id="{1CAF35E1-41BA-8068-1C30-C5C2680C8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3162225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cd_captools.carteiras</a:t>
            </a:r>
            <a:endParaRPr lang="pt-BR" altLang="pt-PT" sz="3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7CE88D5-B7E0-6ABB-D2EF-EB18AEFE24E7}"/>
              </a:ext>
            </a:extLst>
          </p:cNvPr>
          <p:cNvGrpSpPr/>
          <p:nvPr/>
        </p:nvGrpSpPr>
        <p:grpSpPr>
          <a:xfrm>
            <a:off x="622716" y="4479731"/>
            <a:ext cx="3131875" cy="1352931"/>
            <a:chOff x="622716" y="4455308"/>
            <a:chExt cx="3131875" cy="1352931"/>
          </a:xfrm>
        </p:grpSpPr>
        <p:sp>
          <p:nvSpPr>
            <p:cNvPr id="34" name="Rectángulo 68">
              <a:extLst>
                <a:ext uri="{FF2B5EF4-FFF2-40B4-BE49-F238E27FC236}">
                  <a16:creationId xmlns:a16="http://schemas.microsoft.com/office/drawing/2014/main" id="{29A4FC40-9C0A-A1B2-CC55-A2D31A2B8230}"/>
                </a:ext>
              </a:extLst>
            </p:cNvPr>
            <p:cNvSpPr/>
            <p:nvPr/>
          </p:nvSpPr>
          <p:spPr>
            <a:xfrm>
              <a:off x="622716" y="4455308"/>
              <a:ext cx="3131875" cy="13529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5" name="Rectangle 32">
              <a:extLst>
                <a:ext uri="{FF2B5EF4-FFF2-40B4-BE49-F238E27FC236}">
                  <a16:creationId xmlns:a16="http://schemas.microsoft.com/office/drawing/2014/main" id="{E8CA5230-F702-9520-3C24-2F775D8FE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409" y="4807780"/>
              <a:ext cx="2904817" cy="19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pt-PT" altLang="pt-PT" sz="8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cd_garantias.</a:t>
              </a:r>
              <a:r>
                <a:rPr lang="pt-PT" sz="8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gt001_trz_rsp_gt</a:t>
              </a:r>
            </a:p>
          </p:txBody>
        </p:sp>
        <p:sp>
          <p:nvSpPr>
            <p:cNvPr id="36" name="Rectangle 32">
              <a:extLst>
                <a:ext uri="{FF2B5EF4-FFF2-40B4-BE49-F238E27FC236}">
                  <a16:creationId xmlns:a16="http://schemas.microsoft.com/office/drawing/2014/main" id="{634A33C1-A579-2CCE-305B-16C3C01A7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409" y="5046030"/>
              <a:ext cx="2904817" cy="19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pt-PT" altLang="pt-PT" sz="8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cd_garantias.gt002_grnt_prc</a:t>
              </a:r>
              <a:endPara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7" name="Rectangle 32">
              <a:extLst>
                <a:ext uri="{FF2B5EF4-FFF2-40B4-BE49-F238E27FC236}">
                  <a16:creationId xmlns:a16="http://schemas.microsoft.com/office/drawing/2014/main" id="{5EDF3E1C-972A-EA2D-FCA5-2A9EC1DFF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409" y="5284280"/>
              <a:ext cx="2904817" cy="19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pt-PT" altLang="pt-PT" sz="8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cd_garantias.gt008_trz_gt_imv</a:t>
              </a:r>
              <a:endPara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8" name="Rectangle 32">
              <a:extLst>
                <a:ext uri="{FF2B5EF4-FFF2-40B4-BE49-F238E27FC236}">
                  <a16:creationId xmlns:a16="http://schemas.microsoft.com/office/drawing/2014/main" id="{78D32892-6071-5038-F27C-E3C65E710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409" y="5522530"/>
              <a:ext cx="2904817" cy="19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pt-PT" altLang="pt-PT" sz="8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cd_garantias.gt009_bens_imov</a:t>
              </a:r>
              <a:endPara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9" name="Rectangle 32">
              <a:extLst>
                <a:ext uri="{FF2B5EF4-FFF2-40B4-BE49-F238E27FC236}">
                  <a16:creationId xmlns:a16="http://schemas.microsoft.com/office/drawing/2014/main" id="{F531CFAB-15CC-B4E6-A61E-F77F70B5C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408" y="4570823"/>
              <a:ext cx="2904817" cy="1967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pt-PT" altLang="pt-PT" sz="8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cd_clientes.cl001_interv_cto</a:t>
              </a:r>
              <a:endParaRPr lang="pt-BR" altLang="pt-PT" sz="300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40" name="Rectangle 32">
            <a:extLst>
              <a:ext uri="{FF2B5EF4-FFF2-40B4-BE49-F238E27FC236}">
                <a16:creationId xmlns:a16="http://schemas.microsoft.com/office/drawing/2014/main" id="{811427D4-B2EE-7326-5745-0DBF388DC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3396353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curated_internal_gestaoimoveis.Documents</a:t>
            </a:r>
            <a:endParaRPr lang="pt-BR" altLang="pt-PT" sz="3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41" name="Rectangle 32">
            <a:extLst>
              <a:ext uri="{FF2B5EF4-FFF2-40B4-BE49-F238E27FC236}">
                <a16:creationId xmlns:a16="http://schemas.microsoft.com/office/drawing/2014/main" id="{E630C423-94C5-0857-3597-547CC882B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3630481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curated_internal_gestaoimoveis.PropertyCertificate</a:t>
            </a:r>
            <a:endParaRPr lang="pt-BR" altLang="pt-PT" sz="3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42" name="Rectangle 32">
            <a:extLst>
              <a:ext uri="{FF2B5EF4-FFF2-40B4-BE49-F238E27FC236}">
                <a16:creationId xmlns:a16="http://schemas.microsoft.com/office/drawing/2014/main" id="{95E85F62-915E-371F-BFBC-5D2276065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3864609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curated_internal_gestaoimoveis.BuildingEnergyCertificate</a:t>
            </a:r>
            <a:endParaRPr lang="pt-BR" altLang="pt-PT" sz="3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43" name="Rectangle 32">
            <a:extLst>
              <a:ext uri="{FF2B5EF4-FFF2-40B4-BE49-F238E27FC236}">
                <a16:creationId xmlns:a16="http://schemas.microsoft.com/office/drawing/2014/main" id="{75B2814C-F0E2-14A1-2374-0CBA7D9BE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241" y="4098737"/>
            <a:ext cx="2904817" cy="196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PT" altLang="pt-PT" sz="8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curated_internal_gestaoimoveis.MajorIndicators</a:t>
            </a:r>
            <a:endParaRPr lang="pt-BR" altLang="pt-PT" sz="3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FA5953F-10AA-E116-3130-9E1403E2D282}"/>
              </a:ext>
            </a:extLst>
          </p:cNvPr>
          <p:cNvGrpSpPr/>
          <p:nvPr/>
        </p:nvGrpSpPr>
        <p:grpSpPr>
          <a:xfrm>
            <a:off x="622716" y="1138656"/>
            <a:ext cx="3131875" cy="215444"/>
            <a:chOff x="622716" y="1138656"/>
            <a:chExt cx="3131875" cy="215444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108B2C0-F15D-7E97-74BA-7FDAE326B4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2716" y="1259423"/>
              <a:ext cx="313187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 Placeholder 3">
              <a:extLst>
                <a:ext uri="{FF2B5EF4-FFF2-40B4-BE49-F238E27FC236}">
                  <a16:creationId xmlns:a16="http://schemas.microsoft.com/office/drawing/2014/main" id="{3B4D5586-F959-1145-A89A-E5C6E0418BEE}"/>
                </a:ext>
              </a:extLst>
            </p:cNvPr>
            <p:cNvSpPr txBox="1">
              <a:spLocks/>
            </p:cNvSpPr>
            <p:nvPr/>
          </p:nvSpPr>
          <p:spPr>
            <a:xfrm>
              <a:off x="1589878" y="1138656"/>
              <a:ext cx="1189542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algn="ctr" defTabSz="1219078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Santander Text" panose="020B0504020201020104" pitchFamily="34" charset="0"/>
                </a:rPr>
                <a:t>INPUTS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F9CDD79-6DE8-FED0-D4D1-A80202F44060}"/>
              </a:ext>
            </a:extLst>
          </p:cNvPr>
          <p:cNvGrpSpPr/>
          <p:nvPr/>
        </p:nvGrpSpPr>
        <p:grpSpPr>
          <a:xfrm>
            <a:off x="4229994" y="1041674"/>
            <a:ext cx="7167613" cy="430887"/>
            <a:chOff x="-1395153" y="1041674"/>
            <a:chExt cx="7167613" cy="430887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3288D7D-3E09-160E-E5E8-04C2575684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395153" y="1259423"/>
              <a:ext cx="716761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 Placeholder 3">
              <a:extLst>
                <a:ext uri="{FF2B5EF4-FFF2-40B4-BE49-F238E27FC236}">
                  <a16:creationId xmlns:a16="http://schemas.microsoft.com/office/drawing/2014/main" id="{B3B39F8F-33DC-D687-D785-B1590CFCA665}"/>
                </a:ext>
              </a:extLst>
            </p:cNvPr>
            <p:cNvSpPr txBox="1">
              <a:spLocks/>
            </p:cNvSpPr>
            <p:nvPr/>
          </p:nvSpPr>
          <p:spPr>
            <a:xfrm>
              <a:off x="782210" y="1041674"/>
              <a:ext cx="2804879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4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marL="0" marR="0" lvl="0" indent="0" algn="ctr" defTabSz="1219078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b="1" kern="12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MODELO DE BENS IMÓVEIS (</a:t>
              </a:r>
              <a:r>
                <a:rPr lang="pt-PT" b="1" kern="1200" dirty="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business_assets</a:t>
              </a:r>
              <a:r>
                <a:rPr lang="pt-PT" b="1" kern="12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  <a:endParaRPr kumimoji="0" lang="pt-PT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antander Text" panose="020B0504020201020104" pitchFamily="34" charset="0"/>
              </a:endParaRPr>
            </a:p>
          </p:txBody>
        </p:sp>
      </p:grpSp>
      <p:sp>
        <p:nvSpPr>
          <p:cNvPr id="52" name="Retângulo 8">
            <a:extLst>
              <a:ext uri="{FF2B5EF4-FFF2-40B4-BE49-F238E27FC236}">
                <a16:creationId xmlns:a16="http://schemas.microsoft.com/office/drawing/2014/main" id="{D7F05655-1437-E4C6-6EB5-3DF4FE8C85A8}"/>
              </a:ext>
            </a:extLst>
          </p:cNvPr>
          <p:cNvSpPr/>
          <p:nvPr/>
        </p:nvSpPr>
        <p:spPr>
          <a:xfrm>
            <a:off x="4229993" y="1472562"/>
            <a:ext cx="7167613" cy="4755966"/>
          </a:xfrm>
          <a:prstGeom prst="rect">
            <a:avLst/>
          </a:prstGeom>
          <a:solidFill>
            <a:schemeClr val="tx1">
              <a:lumMod val="10000"/>
              <a:lumOff val="9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pt-PT" sz="1200" b="1" u="sng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29828B7-6B9E-E450-686A-1D0340CD3745}"/>
              </a:ext>
            </a:extLst>
          </p:cNvPr>
          <p:cNvGrpSpPr/>
          <p:nvPr/>
        </p:nvGrpSpPr>
        <p:grpSpPr>
          <a:xfrm>
            <a:off x="4314964" y="1824628"/>
            <a:ext cx="2058744" cy="992464"/>
            <a:chOff x="5056714" y="1942877"/>
            <a:chExt cx="2455201" cy="992464"/>
          </a:xfrm>
        </p:grpSpPr>
        <p:sp>
          <p:nvSpPr>
            <p:cNvPr id="54" name="Retângulo 139">
              <a:extLst>
                <a:ext uri="{FF2B5EF4-FFF2-40B4-BE49-F238E27FC236}">
                  <a16:creationId xmlns:a16="http://schemas.microsoft.com/office/drawing/2014/main" id="{826BB5E9-525F-E0EB-CCA6-688E44295159}"/>
                </a:ext>
              </a:extLst>
            </p:cNvPr>
            <p:cNvSpPr/>
            <p:nvPr/>
          </p:nvSpPr>
          <p:spPr>
            <a:xfrm>
              <a:off x="5168316" y="2401887"/>
              <a:ext cx="2232494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cempresp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ckrefresp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cempresa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comp_id_gar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9BFF14C-DE88-4A14-5B82-2DE02A5C1D98}"/>
                </a:ext>
              </a:extLst>
            </p:cNvPr>
            <p:cNvSpPr/>
            <p:nvPr/>
          </p:nvSpPr>
          <p:spPr>
            <a:xfrm>
              <a:off x="5056714" y="1942877"/>
              <a:ext cx="2455201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Relação Contratos e Processos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altLang="pt-PT" sz="900" dirty="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responsability_process_rel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5BB1483-AF62-AF79-B60C-C49154536801}"/>
              </a:ext>
            </a:extLst>
          </p:cNvPr>
          <p:cNvGrpSpPr/>
          <p:nvPr/>
        </p:nvGrpSpPr>
        <p:grpSpPr>
          <a:xfrm>
            <a:off x="10419306" y="1720036"/>
            <a:ext cx="792000" cy="465747"/>
            <a:chOff x="2383707" y="3899036"/>
            <a:chExt cx="792000" cy="465747"/>
          </a:xfrm>
        </p:grpSpPr>
        <p:sp>
          <p:nvSpPr>
            <p:cNvPr id="57" name="CuadroTexto 86">
              <a:extLst>
                <a:ext uri="{FF2B5EF4-FFF2-40B4-BE49-F238E27FC236}">
                  <a16:creationId xmlns:a16="http://schemas.microsoft.com/office/drawing/2014/main" id="{16A52127-EABF-897F-31BB-9CA14B01808D}"/>
                </a:ext>
              </a:extLst>
            </p:cNvPr>
            <p:cNvSpPr txBox="1"/>
            <p:nvPr/>
          </p:nvSpPr>
          <p:spPr>
            <a:xfrm>
              <a:off x="2383707" y="3899036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DL BENS IMOVEIS</a:t>
              </a:r>
            </a:p>
          </p:txBody>
        </p:sp>
        <p:grpSp>
          <p:nvGrpSpPr>
            <p:cNvPr id="58" name="Grupo 83">
              <a:extLst>
                <a:ext uri="{FF2B5EF4-FFF2-40B4-BE49-F238E27FC236}">
                  <a16:creationId xmlns:a16="http://schemas.microsoft.com/office/drawing/2014/main" id="{D9BD0F1C-0A7E-9697-395B-B5A0FAF43D21}"/>
                </a:ext>
              </a:extLst>
            </p:cNvPr>
            <p:cNvGrpSpPr/>
            <p:nvPr/>
          </p:nvGrpSpPr>
          <p:grpSpPr>
            <a:xfrm>
              <a:off x="2491148" y="4148783"/>
              <a:ext cx="577911" cy="216000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59" name="Disco magnético 89">
                <a:extLst>
                  <a:ext uri="{FF2B5EF4-FFF2-40B4-BE49-F238E27FC236}">
                    <a16:creationId xmlns:a16="http://schemas.microsoft.com/office/drawing/2014/main" id="{7C8D0D18-D5D7-EE4C-44F9-B92916AFBD4A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60" name="Disco magnético 91">
                <a:extLst>
                  <a:ext uri="{FF2B5EF4-FFF2-40B4-BE49-F238E27FC236}">
                    <a16:creationId xmlns:a16="http://schemas.microsoft.com/office/drawing/2014/main" id="{2E80C62B-A189-701B-09BC-579765F42D68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61" name="Disco magnético 92">
                <a:extLst>
                  <a:ext uri="{FF2B5EF4-FFF2-40B4-BE49-F238E27FC236}">
                    <a16:creationId xmlns:a16="http://schemas.microsoft.com/office/drawing/2014/main" id="{A2682AF6-1295-6200-7755-388ADFDA6EF7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F486B09-6426-CEB4-B82D-0780CC5D700C}"/>
              </a:ext>
            </a:extLst>
          </p:cNvPr>
          <p:cNvGrpSpPr/>
          <p:nvPr/>
        </p:nvGrpSpPr>
        <p:grpSpPr>
          <a:xfrm>
            <a:off x="4314964" y="4866320"/>
            <a:ext cx="2058744" cy="1134902"/>
            <a:chOff x="3007916" y="2026001"/>
            <a:chExt cx="2455201" cy="1134902"/>
          </a:xfrm>
        </p:grpSpPr>
        <p:sp>
          <p:nvSpPr>
            <p:cNvPr id="63" name="Retângulo 139">
              <a:extLst>
                <a:ext uri="{FF2B5EF4-FFF2-40B4-BE49-F238E27FC236}">
                  <a16:creationId xmlns:a16="http://schemas.microsoft.com/office/drawing/2014/main" id="{57DDECC3-B4F0-2F96-37D6-C2C60686C1EF}"/>
                </a:ext>
              </a:extLst>
            </p:cNvPr>
            <p:cNvSpPr/>
            <p:nvPr/>
          </p:nvSpPr>
          <p:spPr>
            <a:xfrm>
              <a:off x="3119518" y="2401886"/>
              <a:ext cx="2232494" cy="7590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(cempbem… ckrefbem)</a:t>
              </a:r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Info</a:t>
              </a:r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Certificado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(EPC)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F6AAD8A-4388-197F-9F42-63F0C6E74376}"/>
                </a:ext>
              </a:extLst>
            </p:cNvPr>
            <p:cNvSpPr/>
            <p:nvPr/>
          </p:nvSpPr>
          <p:spPr>
            <a:xfrm>
              <a:off x="3007916" y="2026001"/>
              <a:ext cx="2455201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GLOVAL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altLang="pt-PT" sz="900" dirty="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energy_certificate_est_input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</p:grp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FFF34B0D-BB7C-588C-9F29-C77614AE1709}"/>
              </a:ext>
            </a:extLst>
          </p:cNvPr>
          <p:cNvCxnSpPr>
            <a:cxnSpLocks/>
            <a:stCxn id="3" idx="3"/>
            <a:endCxn id="63" idx="1"/>
          </p:cNvCxnSpPr>
          <p:nvPr/>
        </p:nvCxnSpPr>
        <p:spPr>
          <a:xfrm flipV="1">
            <a:off x="3756659" y="5621714"/>
            <a:ext cx="651886" cy="49245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4E514B4-2996-2D75-4752-02049345EE58}"/>
              </a:ext>
            </a:extLst>
          </p:cNvPr>
          <p:cNvCxnSpPr>
            <a:cxnSpLocks/>
            <a:stCxn id="9" idx="3"/>
            <a:endCxn id="54" idx="1"/>
          </p:cNvCxnSpPr>
          <p:nvPr/>
        </p:nvCxnSpPr>
        <p:spPr>
          <a:xfrm flipV="1">
            <a:off x="3756659" y="2550365"/>
            <a:ext cx="651886" cy="36624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9314F354-65B0-927F-B88E-05A1F1289AE0}"/>
              </a:ext>
            </a:extLst>
          </p:cNvPr>
          <p:cNvCxnSpPr>
            <a:cxnSpLocks/>
            <a:stCxn id="34" idx="3"/>
            <a:endCxn id="54" idx="1"/>
          </p:cNvCxnSpPr>
          <p:nvPr/>
        </p:nvCxnSpPr>
        <p:spPr>
          <a:xfrm flipV="1">
            <a:off x="3754591" y="2550365"/>
            <a:ext cx="653954" cy="260583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6ED176E-157B-A2AA-85FC-E5586BBE229C}"/>
              </a:ext>
            </a:extLst>
          </p:cNvPr>
          <p:cNvGrpSpPr/>
          <p:nvPr/>
        </p:nvGrpSpPr>
        <p:grpSpPr>
          <a:xfrm>
            <a:off x="6545926" y="1810036"/>
            <a:ext cx="2058744" cy="992464"/>
            <a:chOff x="5056714" y="1942877"/>
            <a:chExt cx="2455201" cy="992464"/>
          </a:xfrm>
        </p:grpSpPr>
        <p:sp>
          <p:nvSpPr>
            <p:cNvPr id="69" name="Retângulo 139">
              <a:extLst>
                <a:ext uri="{FF2B5EF4-FFF2-40B4-BE49-F238E27FC236}">
                  <a16:creationId xmlns:a16="http://schemas.microsoft.com/office/drawing/2014/main" id="{4E325195-1E22-E15B-6F76-E1700E823256}"/>
                </a:ext>
              </a:extLst>
            </p:cNvPr>
            <p:cNvSpPr/>
            <p:nvPr/>
          </p:nvSpPr>
          <p:spPr>
            <a:xfrm>
              <a:off x="5168316" y="2401887"/>
              <a:ext cx="2232494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cempresa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comp_id_gar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7949CDC-7F81-70CB-C73B-F0B617D1E157}"/>
                </a:ext>
              </a:extLst>
            </p:cNvPr>
            <p:cNvSpPr/>
            <p:nvPr/>
          </p:nvSpPr>
          <p:spPr>
            <a:xfrm>
              <a:off x="5056714" y="1942877"/>
              <a:ext cx="2455201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Processos </a:t>
              </a:r>
            </a:p>
            <a:p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altLang="pt-PT" sz="900" dirty="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process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</p:grpSp>
      <p:cxnSp>
        <p:nvCxnSpPr>
          <p:cNvPr id="71" name="Conexão em ângulos retos 236">
            <a:extLst>
              <a:ext uri="{FF2B5EF4-FFF2-40B4-BE49-F238E27FC236}">
                <a16:creationId xmlns:a16="http://schemas.microsoft.com/office/drawing/2014/main" id="{A19F9C99-506F-9F07-1779-3291CB23C1CD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6280544" y="2398524"/>
            <a:ext cx="356621" cy="15184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C2E31FF-9ADE-4918-CE76-A0FE89E3C2F2}"/>
              </a:ext>
            </a:extLst>
          </p:cNvPr>
          <p:cNvGrpSpPr/>
          <p:nvPr/>
        </p:nvGrpSpPr>
        <p:grpSpPr>
          <a:xfrm>
            <a:off x="5173945" y="3247584"/>
            <a:ext cx="2058744" cy="992464"/>
            <a:chOff x="5056714" y="1942877"/>
            <a:chExt cx="2455201" cy="992464"/>
          </a:xfrm>
        </p:grpSpPr>
        <p:sp>
          <p:nvSpPr>
            <p:cNvPr id="73" name="Retângulo 139">
              <a:extLst>
                <a:ext uri="{FF2B5EF4-FFF2-40B4-BE49-F238E27FC236}">
                  <a16:creationId xmlns:a16="http://schemas.microsoft.com/office/drawing/2014/main" id="{58D30DC0-D354-ECAC-66F7-F24167A7BF60}"/>
                </a:ext>
              </a:extLst>
            </p:cNvPr>
            <p:cNvSpPr/>
            <p:nvPr/>
          </p:nvSpPr>
          <p:spPr>
            <a:xfrm>
              <a:off x="5168316" y="2401887"/>
              <a:ext cx="2232494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cempresa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comp_id_gar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-Bem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ckrefbem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853BFB8-BC80-B1B1-43A0-F618DDC22134}"/>
                </a:ext>
              </a:extLst>
            </p:cNvPr>
            <p:cNvSpPr/>
            <p:nvPr/>
          </p:nvSpPr>
          <p:spPr>
            <a:xfrm>
              <a:off x="5056714" y="1942877"/>
              <a:ext cx="2455201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Relação Processos e Bens Imóveis</a:t>
              </a:r>
            </a:p>
            <a:p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altLang="pt-PT" sz="900" dirty="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process_property_rel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</p:grpSp>
      <p:cxnSp>
        <p:nvCxnSpPr>
          <p:cNvPr id="76" name="Conexão em ângulos retos 236">
            <a:extLst>
              <a:ext uri="{FF2B5EF4-FFF2-40B4-BE49-F238E27FC236}">
                <a16:creationId xmlns:a16="http://schemas.microsoft.com/office/drawing/2014/main" id="{360E5F60-BF80-F967-3650-9E21FA3325B5}"/>
              </a:ext>
            </a:extLst>
          </p:cNvPr>
          <p:cNvCxnSpPr>
            <a:cxnSpLocks/>
          </p:cNvCxnSpPr>
          <p:nvPr/>
        </p:nvCxnSpPr>
        <p:spPr>
          <a:xfrm flipV="1">
            <a:off x="7139524" y="2369610"/>
            <a:ext cx="1371982" cy="1420475"/>
          </a:xfrm>
          <a:prstGeom prst="bentConnector3">
            <a:avLst>
              <a:gd name="adj1" fmla="val 108583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8DDD44A-E244-8E58-50CF-661CD31AD81E}"/>
              </a:ext>
            </a:extLst>
          </p:cNvPr>
          <p:cNvGrpSpPr/>
          <p:nvPr/>
        </p:nvGrpSpPr>
        <p:grpSpPr>
          <a:xfrm>
            <a:off x="8281982" y="4213714"/>
            <a:ext cx="2058744" cy="992464"/>
            <a:chOff x="5056714" y="1942877"/>
            <a:chExt cx="2455201" cy="992464"/>
          </a:xfrm>
        </p:grpSpPr>
        <p:sp>
          <p:nvSpPr>
            <p:cNvPr id="79" name="Retângulo 139">
              <a:extLst>
                <a:ext uri="{FF2B5EF4-FFF2-40B4-BE49-F238E27FC236}">
                  <a16:creationId xmlns:a16="http://schemas.microsoft.com/office/drawing/2014/main" id="{19E54883-3B05-8802-9F9F-C3FD8A5B0FD6}"/>
                </a:ext>
              </a:extLst>
            </p:cNvPr>
            <p:cNvSpPr/>
            <p:nvPr/>
          </p:nvSpPr>
          <p:spPr>
            <a:xfrm>
              <a:off x="5168316" y="2401887"/>
              <a:ext cx="2232494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cempresa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comp_id_gar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-Bem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ckrefbem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CD68C5A4-05E7-EAE3-AE7F-CD414BE2BBB9}"/>
                </a:ext>
              </a:extLst>
            </p:cNvPr>
            <p:cNvSpPr/>
            <p:nvPr/>
          </p:nvSpPr>
          <p:spPr>
            <a:xfrm>
              <a:off x="5056714" y="1942877"/>
              <a:ext cx="2455201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Relação Processos e Bens Imóveis</a:t>
              </a:r>
            </a:p>
            <a:p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altLang="pt-PT" sz="900" dirty="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process_property_rel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0508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CB56F-D74C-C337-730D-4F92D8944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Marcador de texto 5">
            <a:extLst>
              <a:ext uri="{FF2B5EF4-FFF2-40B4-BE49-F238E27FC236}">
                <a16:creationId xmlns:a16="http://schemas.microsoft.com/office/drawing/2014/main" id="{6C192BC8-1B54-35D0-13EA-1B6D2DAD6A0E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de Bens Imóveis (business_assets)</a:t>
            </a:r>
            <a:endParaRPr lang="pt-PT" sz="2000" dirty="0">
              <a:solidFill>
                <a:srgbClr val="FF0000"/>
              </a:solidFill>
              <a:latin typeface="Santander Text" panose="020B0504020201020104" pitchFamily="34" charset="0"/>
            </a:endParaRPr>
          </a:p>
        </p:txBody>
      </p:sp>
      <p:sp>
        <p:nvSpPr>
          <p:cNvPr id="26" name="CaixaDeTexto 251">
            <a:extLst>
              <a:ext uri="{FF2B5EF4-FFF2-40B4-BE49-F238E27FC236}">
                <a16:creationId xmlns:a16="http://schemas.microsoft.com/office/drawing/2014/main" id="{6084C5B9-9328-9B12-B86C-8706F257E983}"/>
              </a:ext>
            </a:extLst>
          </p:cNvPr>
          <p:cNvSpPr txBox="1"/>
          <p:nvPr/>
        </p:nvSpPr>
        <p:spPr>
          <a:xfrm>
            <a:off x="250216" y="6382517"/>
            <a:ext cx="305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GT:</a:t>
            </a: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gerado pelos módulos Garantias ou pelos Interfaces do MUG.</a:t>
            </a: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       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PA:</a:t>
            </a: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parametrização.</a:t>
            </a:r>
          </a:p>
        </p:txBody>
      </p:sp>
      <p:sp>
        <p:nvSpPr>
          <p:cNvPr id="27" name="CaixaDeTexto 251">
            <a:extLst>
              <a:ext uri="{FF2B5EF4-FFF2-40B4-BE49-F238E27FC236}">
                <a16:creationId xmlns:a16="http://schemas.microsoft.com/office/drawing/2014/main" id="{50605D86-394C-B4F6-5D44-AB0706B3780C}"/>
              </a:ext>
            </a:extLst>
          </p:cNvPr>
          <p:cNvSpPr txBox="1"/>
          <p:nvPr/>
        </p:nvSpPr>
        <p:spPr>
          <a:xfrm>
            <a:off x="250216" y="6216135"/>
            <a:ext cx="815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Legenda: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pic>
        <p:nvPicPr>
          <p:cNvPr id="339" name="Graphic 338" descr="Eye outline">
            <a:extLst>
              <a:ext uri="{FF2B5EF4-FFF2-40B4-BE49-F238E27FC236}">
                <a16:creationId xmlns:a16="http://schemas.microsoft.com/office/drawing/2014/main" id="{AC21DD0A-BE23-80A2-E194-06E51C56409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3444" y="6382431"/>
            <a:ext cx="216000" cy="216000"/>
          </a:xfrm>
          <a:prstGeom prst="rect">
            <a:avLst/>
          </a:prstGeom>
        </p:spPr>
      </p:pic>
      <p:sp>
        <p:nvSpPr>
          <p:cNvPr id="342" name="CaixaDeTexto 251">
            <a:extLst>
              <a:ext uri="{FF2B5EF4-FFF2-40B4-BE49-F238E27FC236}">
                <a16:creationId xmlns:a16="http://schemas.microsoft.com/office/drawing/2014/main" id="{9C369D54-17BF-DA7D-DE6F-117034AF6851}"/>
              </a:ext>
            </a:extLst>
          </p:cNvPr>
          <p:cNvSpPr txBox="1"/>
          <p:nvPr/>
        </p:nvSpPr>
        <p:spPr>
          <a:xfrm>
            <a:off x="3477497" y="6382517"/>
            <a:ext cx="372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Estas tabelas são </a:t>
            </a:r>
            <a:r>
              <a:rPr kumimoji="0" lang="pt-PT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views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 no Data </a:t>
            </a:r>
            <a:r>
              <a:rPr kumimoji="0" lang="pt-PT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Lake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. São quase iguais às tabelas origem, exceto por na BDR se distribuir os registos entre o que é BST e o que é IFIC (Leasing e Factoring), e por em IFRS9 se eliminarem campos desnecessários.</a:t>
            </a: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66A26AFB-E62F-BB77-D13D-49E272813403}"/>
              </a:ext>
            </a:extLst>
          </p:cNvPr>
          <p:cNvGrpSpPr/>
          <p:nvPr/>
        </p:nvGrpSpPr>
        <p:grpSpPr>
          <a:xfrm>
            <a:off x="8957279" y="6468751"/>
            <a:ext cx="1343412" cy="215444"/>
            <a:chOff x="8846213" y="1252284"/>
            <a:chExt cx="1343412" cy="215444"/>
          </a:xfrm>
        </p:grpSpPr>
        <p:sp>
          <p:nvSpPr>
            <p:cNvPr id="344" name="Fluxograma: multidocumentos 2">
              <a:extLst>
                <a:ext uri="{FF2B5EF4-FFF2-40B4-BE49-F238E27FC236}">
                  <a16:creationId xmlns:a16="http://schemas.microsoft.com/office/drawing/2014/main" id="{74502124-CA7A-B2B9-379B-B1E739BE9D66}"/>
                </a:ext>
              </a:extLst>
            </p:cNvPr>
            <p:cNvSpPr/>
            <p:nvPr/>
          </p:nvSpPr>
          <p:spPr>
            <a:xfrm>
              <a:off x="8846213" y="1306006"/>
              <a:ext cx="504000" cy="108000"/>
            </a:xfrm>
            <a:prstGeom prst="flowChartMultidocumen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800" b="1" i="0" u="none" strike="noStrike" kern="1200" cap="none" spc="0" normalizeH="0" baseline="30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  <p:sp>
          <p:nvSpPr>
            <p:cNvPr id="345" name="CaixaDeTexto 3">
              <a:extLst>
                <a:ext uri="{FF2B5EF4-FFF2-40B4-BE49-F238E27FC236}">
                  <a16:creationId xmlns:a16="http://schemas.microsoft.com/office/drawing/2014/main" id="{1F99DF49-2A98-C239-C2D2-BCAF60087A3E}"/>
                </a:ext>
              </a:extLst>
            </p:cNvPr>
            <p:cNvSpPr txBox="1"/>
            <p:nvPr/>
          </p:nvSpPr>
          <p:spPr>
            <a:xfrm>
              <a:off x="9361625" y="1252284"/>
              <a:ext cx="82800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Carga manual</a:t>
              </a:r>
            </a:p>
          </p:txBody>
        </p: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1C1A7F8C-09A6-1B9C-1A30-AE27AB3FD44B}"/>
              </a:ext>
            </a:extLst>
          </p:cNvPr>
          <p:cNvGrpSpPr/>
          <p:nvPr/>
        </p:nvGrpSpPr>
        <p:grpSpPr>
          <a:xfrm>
            <a:off x="10380765" y="6468751"/>
            <a:ext cx="1250009" cy="215444"/>
            <a:chOff x="10462235" y="1247232"/>
            <a:chExt cx="1250009" cy="215444"/>
          </a:xfrm>
        </p:grpSpPr>
        <p:sp>
          <p:nvSpPr>
            <p:cNvPr id="347" name="Retângulo 4">
              <a:extLst>
                <a:ext uri="{FF2B5EF4-FFF2-40B4-BE49-F238E27FC236}">
                  <a16:creationId xmlns:a16="http://schemas.microsoft.com/office/drawing/2014/main" id="{0A6E03F8-8632-2F29-DC48-EFD873377759}"/>
                </a:ext>
              </a:extLst>
            </p:cNvPr>
            <p:cNvSpPr/>
            <p:nvPr/>
          </p:nvSpPr>
          <p:spPr>
            <a:xfrm>
              <a:off x="10462235" y="1300954"/>
              <a:ext cx="504000" cy="10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endParaRPr>
            </a:p>
          </p:txBody>
        </p:sp>
        <p:sp>
          <p:nvSpPr>
            <p:cNvPr id="348" name="CaixaDeTexto 5">
              <a:extLst>
                <a:ext uri="{FF2B5EF4-FFF2-40B4-BE49-F238E27FC236}">
                  <a16:creationId xmlns:a16="http://schemas.microsoft.com/office/drawing/2014/main" id="{BC306FD4-758D-DB1A-C1D6-5DC085FC351C}"/>
                </a:ext>
              </a:extLst>
            </p:cNvPr>
            <p:cNvSpPr txBox="1"/>
            <p:nvPr/>
          </p:nvSpPr>
          <p:spPr>
            <a:xfrm>
              <a:off x="10983074" y="1247232"/>
              <a:ext cx="72917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ntander Text" panose="020B0504020201020104" pitchFamily="34" charset="0"/>
                  <a:ea typeface="+mn-ea"/>
                  <a:cs typeface="+mn-cs"/>
                </a:rPr>
                <a:t>Automático</a:t>
              </a:r>
            </a:p>
          </p:txBody>
        </p:sp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D4F48A97-6F84-B1BD-D096-DBDCF9B42543}"/>
              </a:ext>
            </a:extLst>
          </p:cNvPr>
          <p:cNvGrpSpPr/>
          <p:nvPr/>
        </p:nvGrpSpPr>
        <p:grpSpPr>
          <a:xfrm>
            <a:off x="7403100" y="6469200"/>
            <a:ext cx="1429711" cy="246221"/>
            <a:chOff x="7403100" y="6469200"/>
            <a:chExt cx="1429711" cy="246221"/>
          </a:xfrm>
        </p:grpSpPr>
        <p:sp>
          <p:nvSpPr>
            <p:cNvPr id="350" name="Fluxograma: subrotina 238">
              <a:extLst>
                <a:ext uri="{FF2B5EF4-FFF2-40B4-BE49-F238E27FC236}">
                  <a16:creationId xmlns:a16="http://schemas.microsoft.com/office/drawing/2014/main" id="{CA65627A-1E35-FA76-B073-B3A2272BB0D2}"/>
                </a:ext>
              </a:extLst>
            </p:cNvPr>
            <p:cNvSpPr/>
            <p:nvPr/>
          </p:nvSpPr>
          <p:spPr>
            <a:xfrm>
              <a:off x="7403100" y="6523200"/>
              <a:ext cx="504000" cy="108000"/>
            </a:xfrm>
            <a:prstGeom prst="flowChartPredefinedProcess">
              <a:avLst/>
            </a:prstGeom>
            <a:solidFill>
              <a:schemeClr val="bg1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1" name="CaixaDeTexto 239">
              <a:extLst>
                <a:ext uri="{FF2B5EF4-FFF2-40B4-BE49-F238E27FC236}">
                  <a16:creationId xmlns:a16="http://schemas.microsoft.com/office/drawing/2014/main" id="{7D2F4D3A-79F3-AEF6-7AA5-EAD9E9D34464}"/>
                </a:ext>
              </a:extLst>
            </p:cNvPr>
            <p:cNvSpPr txBox="1"/>
            <p:nvPr/>
          </p:nvSpPr>
          <p:spPr>
            <a:xfrm>
              <a:off x="7921815" y="6469200"/>
              <a:ext cx="910996" cy="24622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Parametrização</a:t>
              </a:r>
            </a:p>
          </p:txBody>
        </p:sp>
      </p:grpSp>
      <p:sp>
        <p:nvSpPr>
          <p:cNvPr id="8" name="Retângulo 8">
            <a:extLst>
              <a:ext uri="{FF2B5EF4-FFF2-40B4-BE49-F238E27FC236}">
                <a16:creationId xmlns:a16="http://schemas.microsoft.com/office/drawing/2014/main" id="{394309A2-24C1-CFD8-663F-49D0C538A2C5}"/>
              </a:ext>
            </a:extLst>
          </p:cNvPr>
          <p:cNvSpPr/>
          <p:nvPr/>
        </p:nvSpPr>
        <p:spPr>
          <a:xfrm>
            <a:off x="1792578" y="2954168"/>
            <a:ext cx="9985265" cy="3274359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pt-PT" sz="1200" b="1" u="sng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9BA06C6-1540-51B0-8661-8767565EBCC9}"/>
              </a:ext>
            </a:extLst>
          </p:cNvPr>
          <p:cNvGrpSpPr/>
          <p:nvPr/>
        </p:nvGrpSpPr>
        <p:grpSpPr>
          <a:xfrm>
            <a:off x="1888262" y="3581609"/>
            <a:ext cx="2058744" cy="1068664"/>
            <a:chOff x="792806" y="3183259"/>
            <a:chExt cx="2058744" cy="1068664"/>
          </a:xfrm>
        </p:grpSpPr>
        <p:sp>
          <p:nvSpPr>
            <p:cNvPr id="12" name="Retângulo 139">
              <a:extLst>
                <a:ext uri="{FF2B5EF4-FFF2-40B4-BE49-F238E27FC236}">
                  <a16:creationId xmlns:a16="http://schemas.microsoft.com/office/drawing/2014/main" id="{A07C4C30-BE4C-B118-4449-0362BABD5890}"/>
                </a:ext>
              </a:extLst>
            </p:cNvPr>
            <p:cNvSpPr/>
            <p:nvPr/>
          </p:nvSpPr>
          <p:spPr>
            <a:xfrm>
              <a:off x="886387" y="3718469"/>
              <a:ext cx="1871999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cempresp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ckrefresp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cempresa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comp_id_gar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D471A94-8605-12C3-220C-140F906E85D1}"/>
                </a:ext>
              </a:extLst>
            </p:cNvPr>
            <p:cNvSpPr/>
            <p:nvPr/>
          </p:nvSpPr>
          <p:spPr>
            <a:xfrm>
              <a:off x="792806" y="3183259"/>
              <a:ext cx="2058744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(AT) Relação Contratos e Processos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alt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responsability_process_rel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250588D-7002-A9D2-99FF-7474F6FC655B}"/>
              </a:ext>
            </a:extLst>
          </p:cNvPr>
          <p:cNvGrpSpPr/>
          <p:nvPr/>
        </p:nvGrpSpPr>
        <p:grpSpPr>
          <a:xfrm>
            <a:off x="10733342" y="2439003"/>
            <a:ext cx="792000" cy="465747"/>
            <a:chOff x="2383707" y="3899036"/>
            <a:chExt cx="792000" cy="465747"/>
          </a:xfrm>
        </p:grpSpPr>
        <p:sp>
          <p:nvSpPr>
            <p:cNvPr id="16" name="CuadroTexto 86">
              <a:extLst>
                <a:ext uri="{FF2B5EF4-FFF2-40B4-BE49-F238E27FC236}">
                  <a16:creationId xmlns:a16="http://schemas.microsoft.com/office/drawing/2014/main" id="{25433976-700D-9357-2FA8-3DB0E39A1FE6}"/>
                </a:ext>
              </a:extLst>
            </p:cNvPr>
            <p:cNvSpPr txBox="1"/>
            <p:nvPr/>
          </p:nvSpPr>
          <p:spPr>
            <a:xfrm>
              <a:off x="2383707" y="3899036"/>
              <a:ext cx="792000" cy="180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DL BENS IMOVEIS</a:t>
              </a:r>
            </a:p>
          </p:txBody>
        </p:sp>
        <p:grpSp>
          <p:nvGrpSpPr>
            <p:cNvPr id="17" name="Grupo 83">
              <a:extLst>
                <a:ext uri="{FF2B5EF4-FFF2-40B4-BE49-F238E27FC236}">
                  <a16:creationId xmlns:a16="http://schemas.microsoft.com/office/drawing/2014/main" id="{4F1D08E3-4E49-4C25-AB5B-0BE5E5D1B41D}"/>
                </a:ext>
              </a:extLst>
            </p:cNvPr>
            <p:cNvGrpSpPr/>
            <p:nvPr/>
          </p:nvGrpSpPr>
          <p:grpSpPr>
            <a:xfrm>
              <a:off x="2491148" y="4148783"/>
              <a:ext cx="577911" cy="216000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18" name="Disco magnético 89">
                <a:extLst>
                  <a:ext uri="{FF2B5EF4-FFF2-40B4-BE49-F238E27FC236}">
                    <a16:creationId xmlns:a16="http://schemas.microsoft.com/office/drawing/2014/main" id="{0C3930A7-2C99-F707-DB1D-7E354DAF15A3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19" name="Disco magnético 91">
                <a:extLst>
                  <a:ext uri="{FF2B5EF4-FFF2-40B4-BE49-F238E27FC236}">
                    <a16:creationId xmlns:a16="http://schemas.microsoft.com/office/drawing/2014/main" id="{C6249038-53BD-5675-C2C3-86E17FC14CF7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0" name="Disco magnético 92">
                <a:extLst>
                  <a:ext uri="{FF2B5EF4-FFF2-40B4-BE49-F238E27FC236}">
                    <a16:creationId xmlns:a16="http://schemas.microsoft.com/office/drawing/2014/main" id="{FC75FF92-58B1-D329-0A88-BC5C4DB69301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CC67099-4E15-18A6-F278-49DCCAF25994}"/>
              </a:ext>
            </a:extLst>
          </p:cNvPr>
          <p:cNvGrpSpPr/>
          <p:nvPr/>
        </p:nvGrpSpPr>
        <p:grpSpPr>
          <a:xfrm>
            <a:off x="3843115" y="3567017"/>
            <a:ext cx="2058744" cy="1068664"/>
            <a:chOff x="3023768" y="3168667"/>
            <a:chExt cx="2058744" cy="1068664"/>
          </a:xfrm>
        </p:grpSpPr>
        <p:sp>
          <p:nvSpPr>
            <p:cNvPr id="45" name="Retângulo 139">
              <a:extLst>
                <a:ext uri="{FF2B5EF4-FFF2-40B4-BE49-F238E27FC236}">
                  <a16:creationId xmlns:a16="http://schemas.microsoft.com/office/drawing/2014/main" id="{ACB59B0A-7B63-52E4-FC49-3B3E134F83B3}"/>
                </a:ext>
              </a:extLst>
            </p:cNvPr>
            <p:cNvSpPr/>
            <p:nvPr/>
          </p:nvSpPr>
          <p:spPr>
            <a:xfrm>
              <a:off x="3117349" y="3703877"/>
              <a:ext cx="1871999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cempresa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comp_id_gar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20EE2FA-4129-1A9B-FADD-9956DAB2E3E6}"/>
                </a:ext>
              </a:extLst>
            </p:cNvPr>
            <p:cNvSpPr/>
            <p:nvPr/>
          </p:nvSpPr>
          <p:spPr>
            <a:xfrm>
              <a:off x="3023768" y="3168667"/>
              <a:ext cx="2058744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(AT) Processos </a:t>
              </a:r>
            </a:p>
            <a:p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altLang="pt-PT" sz="900" dirty="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process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</p:grpSp>
      <p:cxnSp>
        <p:nvCxnSpPr>
          <p:cNvPr id="78" name="Conexão em ângulos retos 236">
            <a:extLst>
              <a:ext uri="{FF2B5EF4-FFF2-40B4-BE49-F238E27FC236}">
                <a16:creationId xmlns:a16="http://schemas.microsoft.com/office/drawing/2014/main" id="{9702902A-494C-216B-017F-F992ACF91B58}"/>
              </a:ext>
            </a:extLst>
          </p:cNvPr>
          <p:cNvCxnSpPr>
            <a:cxnSpLocks/>
          </p:cNvCxnSpPr>
          <p:nvPr/>
        </p:nvCxnSpPr>
        <p:spPr>
          <a:xfrm flipV="1">
            <a:off x="3820728" y="4231705"/>
            <a:ext cx="151243" cy="15184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8C94E3B-E811-1C2D-5836-BFF30B8AF232}"/>
              </a:ext>
            </a:extLst>
          </p:cNvPr>
          <p:cNvGrpSpPr/>
          <p:nvPr/>
        </p:nvGrpSpPr>
        <p:grpSpPr>
          <a:xfrm>
            <a:off x="5797968" y="3574313"/>
            <a:ext cx="2058744" cy="1068664"/>
            <a:chOff x="5173945" y="3175963"/>
            <a:chExt cx="2058744" cy="1068664"/>
          </a:xfrm>
        </p:grpSpPr>
        <p:sp>
          <p:nvSpPr>
            <p:cNvPr id="81" name="Retângulo 139">
              <a:extLst>
                <a:ext uri="{FF2B5EF4-FFF2-40B4-BE49-F238E27FC236}">
                  <a16:creationId xmlns:a16="http://schemas.microsoft.com/office/drawing/2014/main" id="{FCC578D6-C65A-912B-83B5-944B0A7FDF1C}"/>
                </a:ext>
              </a:extLst>
            </p:cNvPr>
            <p:cNvSpPr/>
            <p:nvPr/>
          </p:nvSpPr>
          <p:spPr>
            <a:xfrm>
              <a:off x="5267526" y="3711173"/>
              <a:ext cx="1871999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94036E1E-281F-F8EC-5202-1350B2C5A322}"/>
                </a:ext>
              </a:extLst>
            </p:cNvPr>
            <p:cNvSpPr/>
            <p:nvPr/>
          </p:nvSpPr>
          <p:spPr>
            <a:xfrm>
              <a:off x="5173945" y="3175963"/>
              <a:ext cx="2058744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(AT) Relação Processos e Bens Imóveis</a:t>
              </a:r>
            </a:p>
            <a:p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altLang="pt-PT" sz="900" dirty="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process_property_rel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EFA5B37-E771-20A8-C901-D55EE4F56DD1}"/>
              </a:ext>
            </a:extLst>
          </p:cNvPr>
          <p:cNvGrpSpPr/>
          <p:nvPr/>
        </p:nvGrpSpPr>
        <p:grpSpPr>
          <a:xfrm>
            <a:off x="7752821" y="3567017"/>
            <a:ext cx="2058744" cy="1068664"/>
            <a:chOff x="7257269" y="3168667"/>
            <a:chExt cx="2058744" cy="1068664"/>
          </a:xfrm>
        </p:grpSpPr>
        <p:sp>
          <p:nvSpPr>
            <p:cNvPr id="85" name="Retângulo 139">
              <a:extLst>
                <a:ext uri="{FF2B5EF4-FFF2-40B4-BE49-F238E27FC236}">
                  <a16:creationId xmlns:a16="http://schemas.microsoft.com/office/drawing/2014/main" id="{8779949E-F16F-C215-3E68-B56B787EE54F}"/>
                </a:ext>
              </a:extLst>
            </p:cNvPr>
            <p:cNvSpPr/>
            <p:nvPr/>
          </p:nvSpPr>
          <p:spPr>
            <a:xfrm>
              <a:off x="7350850" y="3703877"/>
              <a:ext cx="1871999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ckrefbem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ref_date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</a:t>
              </a:r>
            </a:p>
            <a:p>
              <a:r>
                <a:rPr lang="pt-PT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Info</a:t>
              </a:r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. Imóvel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(Localização,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Caracteristicas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endPara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2350A9C-EF57-9DE6-0FBC-F0D157CB1FE5}"/>
                </a:ext>
              </a:extLst>
            </p:cNvPr>
            <p:cNvSpPr/>
            <p:nvPr/>
          </p:nvSpPr>
          <p:spPr>
            <a:xfrm>
              <a:off x="7257269" y="3168667"/>
              <a:ext cx="2058744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(AT) Bens Imóveis</a:t>
              </a:r>
            </a:p>
            <a:p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alt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property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22B6BBC-90F1-513F-6783-9245C5E654F4}"/>
              </a:ext>
            </a:extLst>
          </p:cNvPr>
          <p:cNvSpPr/>
          <p:nvPr/>
        </p:nvSpPr>
        <p:spPr>
          <a:xfrm>
            <a:off x="1888262" y="4769672"/>
            <a:ext cx="2058744" cy="375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1050" b="1" dirty="0">
                <a:solidFill>
                  <a:schemeClr val="tx1"/>
                </a:solidFill>
                <a:latin typeface="Santander Text" panose="020B0504020201020104" pitchFamily="34" charset="0"/>
              </a:rPr>
              <a:t>(PA) Parametrizações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83BB8BB4-9E6C-5FA7-0D18-CE14F8B73AB3}"/>
              </a:ext>
            </a:extLst>
          </p:cNvPr>
          <p:cNvGrpSpPr/>
          <p:nvPr/>
        </p:nvGrpSpPr>
        <p:grpSpPr>
          <a:xfrm>
            <a:off x="9707674" y="3567017"/>
            <a:ext cx="2058744" cy="1068664"/>
            <a:chOff x="7257269" y="3168667"/>
            <a:chExt cx="2058744" cy="1068664"/>
          </a:xfrm>
        </p:grpSpPr>
        <p:sp>
          <p:nvSpPr>
            <p:cNvPr id="96" name="Retângulo 139">
              <a:extLst>
                <a:ext uri="{FF2B5EF4-FFF2-40B4-BE49-F238E27FC236}">
                  <a16:creationId xmlns:a16="http://schemas.microsoft.com/office/drawing/2014/main" id="{9E2D88E5-A946-F519-2A09-20E98FD04B7A}"/>
                </a:ext>
              </a:extLst>
            </p:cNvPr>
            <p:cNvSpPr/>
            <p:nvPr/>
          </p:nvSpPr>
          <p:spPr>
            <a:xfrm>
              <a:off x="7350850" y="3703877"/>
              <a:ext cx="1871999" cy="5334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ckrefbem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ref_date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Info. Certificado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(Local., EPC)</a:t>
              </a:r>
            </a:p>
            <a:p>
              <a:endPara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C068E44-C5E5-A215-8BB5-81F9AD5E03FD}"/>
                </a:ext>
              </a:extLst>
            </p:cNvPr>
            <p:cNvSpPr/>
            <p:nvPr/>
          </p:nvSpPr>
          <p:spPr>
            <a:xfrm>
              <a:off x="7257269" y="3168667"/>
              <a:ext cx="2058744" cy="375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(AT) Certificados Energéticos Bens Imóveis</a:t>
              </a:r>
            </a:p>
            <a:p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alt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property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</p:grpSp>
      <p:cxnSp>
        <p:nvCxnSpPr>
          <p:cNvPr id="98" name="Conexão em ângulos retos 236">
            <a:extLst>
              <a:ext uri="{FF2B5EF4-FFF2-40B4-BE49-F238E27FC236}">
                <a16:creationId xmlns:a16="http://schemas.microsoft.com/office/drawing/2014/main" id="{9AA2A2ED-D25B-69D8-B4CF-C49A6C4012BA}"/>
              </a:ext>
            </a:extLst>
          </p:cNvPr>
          <p:cNvCxnSpPr>
            <a:cxnSpLocks/>
          </p:cNvCxnSpPr>
          <p:nvPr/>
        </p:nvCxnSpPr>
        <p:spPr>
          <a:xfrm flipV="1">
            <a:off x="7730320" y="4231705"/>
            <a:ext cx="151243" cy="15184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DE74DA68-1EC4-BE1D-7589-C79BA614F3D4}"/>
              </a:ext>
            </a:extLst>
          </p:cNvPr>
          <p:cNvCxnSpPr>
            <a:cxnSpLocks/>
          </p:cNvCxnSpPr>
          <p:nvPr/>
        </p:nvCxnSpPr>
        <p:spPr>
          <a:xfrm>
            <a:off x="5779862" y="4231705"/>
            <a:ext cx="151243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B20BC3D-9047-D101-30EC-E8B084AC7DCB}"/>
              </a:ext>
            </a:extLst>
          </p:cNvPr>
          <p:cNvCxnSpPr>
            <a:cxnSpLocks/>
          </p:cNvCxnSpPr>
          <p:nvPr/>
        </p:nvCxnSpPr>
        <p:spPr>
          <a:xfrm>
            <a:off x="9689453" y="4231705"/>
            <a:ext cx="151243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94B0C31-BC1C-2AE7-644E-9D8088437DAF}"/>
              </a:ext>
            </a:extLst>
          </p:cNvPr>
          <p:cNvGrpSpPr/>
          <p:nvPr/>
        </p:nvGrpSpPr>
        <p:grpSpPr>
          <a:xfrm>
            <a:off x="1997134" y="5154075"/>
            <a:ext cx="1996364" cy="215444"/>
            <a:chOff x="8859143" y="2698566"/>
            <a:chExt cx="2196000" cy="215444"/>
          </a:xfrm>
        </p:grpSpPr>
        <p:sp>
          <p:nvSpPr>
            <p:cNvPr id="106" name="Fluxograma: subrotina 238">
              <a:extLst>
                <a:ext uri="{FF2B5EF4-FFF2-40B4-BE49-F238E27FC236}">
                  <a16:creationId xmlns:a16="http://schemas.microsoft.com/office/drawing/2014/main" id="{7288EF04-F545-9C9A-5B14-EE9B010CFB16}"/>
                </a:ext>
              </a:extLst>
            </p:cNvPr>
            <p:cNvSpPr/>
            <p:nvPr/>
          </p:nvSpPr>
          <p:spPr>
            <a:xfrm>
              <a:off x="8859143" y="2734956"/>
              <a:ext cx="2196000" cy="144000"/>
            </a:xfrm>
            <a:prstGeom prst="flowChartPredefinedProcess">
              <a:avLst/>
            </a:prstGeom>
            <a:solidFill>
              <a:schemeClr val="bg1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7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7" name="CaixaDeTexto 452">
              <a:extLst>
                <a:ext uri="{FF2B5EF4-FFF2-40B4-BE49-F238E27FC236}">
                  <a16:creationId xmlns:a16="http://schemas.microsoft.com/office/drawing/2014/main" id="{7A414C2F-EBB6-8F10-78EE-3199DF51504E}"/>
                </a:ext>
              </a:extLst>
            </p:cNvPr>
            <p:cNvSpPr txBox="1"/>
            <p:nvPr/>
          </p:nvSpPr>
          <p:spPr>
            <a:xfrm>
              <a:off x="9088353" y="2698566"/>
              <a:ext cx="1764000" cy="215444"/>
            </a:xfrm>
            <a:prstGeom prst="rect">
              <a:avLst/>
            </a:prstGeom>
            <a:noFill/>
          </p:spPr>
          <p:txBody>
            <a:bodyPr wrap="square" rIns="36000" rtlCol="0" anchor="ctr" anchorCtr="0">
              <a:spAutoFit/>
            </a:bodyPr>
            <a:lstStyle/>
            <a:p>
              <a:r>
                <a:rPr lang="pt-PT" altLang="pt-PT" sz="8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energy_certificate_est_input</a:t>
              </a:r>
              <a:endParaRPr lang="pt-PT" sz="700" dirty="0">
                <a:latin typeface="Santander Text" panose="020B0504020201020104" pitchFamily="34" charset="0"/>
              </a:endParaRPr>
            </a:p>
          </p:txBody>
        </p:sp>
      </p:grpSp>
      <p:cxnSp>
        <p:nvCxnSpPr>
          <p:cNvPr id="102" name="Conexão em ângulos retos 236">
            <a:extLst>
              <a:ext uri="{FF2B5EF4-FFF2-40B4-BE49-F238E27FC236}">
                <a16:creationId xmlns:a16="http://schemas.microsoft.com/office/drawing/2014/main" id="{9C16A54C-A6D3-00FC-3CE4-077052F13AA2}"/>
              </a:ext>
            </a:extLst>
          </p:cNvPr>
          <p:cNvCxnSpPr>
            <a:cxnSpLocks/>
            <a:stCxn id="106" idx="3"/>
          </p:cNvCxnSpPr>
          <p:nvPr/>
        </p:nvCxnSpPr>
        <p:spPr>
          <a:xfrm flipV="1">
            <a:off x="3993498" y="4231888"/>
            <a:ext cx="5839866" cy="1030577"/>
          </a:xfrm>
          <a:prstGeom prst="bentConnector3">
            <a:avLst>
              <a:gd name="adj1" fmla="val 98834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: Diagonal Corners Rounded 109">
            <a:extLst>
              <a:ext uri="{FF2B5EF4-FFF2-40B4-BE49-F238E27FC236}">
                <a16:creationId xmlns:a16="http://schemas.microsoft.com/office/drawing/2014/main" id="{C6827CF6-4A51-F3B8-AB28-97F39CEF6904}"/>
              </a:ext>
            </a:extLst>
          </p:cNvPr>
          <p:cNvSpPr/>
          <p:nvPr/>
        </p:nvSpPr>
        <p:spPr>
          <a:xfrm>
            <a:off x="250216" y="4952740"/>
            <a:ext cx="1311243" cy="763449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Ficheiros provedores Externos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GLOVAL</a:t>
            </a:r>
          </a:p>
        </p:txBody>
      </p:sp>
      <p:cxnSp>
        <p:nvCxnSpPr>
          <p:cNvPr id="111" name="Conexão em ângulos retos 186">
            <a:extLst>
              <a:ext uri="{FF2B5EF4-FFF2-40B4-BE49-F238E27FC236}">
                <a16:creationId xmlns:a16="http://schemas.microsoft.com/office/drawing/2014/main" id="{C921F957-936A-345A-9652-0A50147858C1}"/>
              </a:ext>
            </a:extLst>
          </p:cNvPr>
          <p:cNvCxnSpPr>
            <a:cxnSpLocks/>
          </p:cNvCxnSpPr>
          <p:nvPr/>
        </p:nvCxnSpPr>
        <p:spPr>
          <a:xfrm rot="10800000">
            <a:off x="1559819" y="5260555"/>
            <a:ext cx="434422" cy="223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: Diagonal Corners Rounded 111">
            <a:extLst>
              <a:ext uri="{FF2B5EF4-FFF2-40B4-BE49-F238E27FC236}">
                <a16:creationId xmlns:a16="http://schemas.microsoft.com/office/drawing/2014/main" id="{8A71EB37-06AF-B4B5-DE6E-D9E885EB1320}"/>
              </a:ext>
            </a:extLst>
          </p:cNvPr>
          <p:cNvSpPr/>
          <p:nvPr/>
        </p:nvSpPr>
        <p:spPr>
          <a:xfrm>
            <a:off x="10584156" y="1490684"/>
            <a:ext cx="1275225" cy="763449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de Passivo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Fundos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Depósitos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Títulos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Seguros Poupança</a:t>
            </a:r>
          </a:p>
        </p:txBody>
      </p:sp>
      <p:sp>
        <p:nvSpPr>
          <p:cNvPr id="113" name="Rectangle: Diagonal Corners Rounded 112">
            <a:extLst>
              <a:ext uri="{FF2B5EF4-FFF2-40B4-BE49-F238E27FC236}">
                <a16:creationId xmlns:a16="http://schemas.microsoft.com/office/drawing/2014/main" id="{88568956-83F0-1866-AD19-D5B13858924F}"/>
              </a:ext>
            </a:extLst>
          </p:cNvPr>
          <p:cNvSpPr/>
          <p:nvPr/>
        </p:nvSpPr>
        <p:spPr>
          <a:xfrm>
            <a:off x="2280740" y="612503"/>
            <a:ext cx="2255046" cy="125816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Origem de Garantias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alt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cd_emprestimos.gpt18_bens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alt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cd_emprestimos.gpt21_processos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alt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cd_emprestimos.gpt31_contrato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alt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cd_emprestimos.gpt32_bemimove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alt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cd_emprestimos.gpt34_vistorias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alt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cd_emprestimos.gpt35_avaliacao</a:t>
            </a:r>
            <a:endParaRPr lang="pt-BR" alt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114" name="Rectangle: Diagonal Corners Rounded 113">
            <a:extLst>
              <a:ext uri="{FF2B5EF4-FFF2-40B4-BE49-F238E27FC236}">
                <a16:creationId xmlns:a16="http://schemas.microsoft.com/office/drawing/2014/main" id="{A08C8647-F98C-B595-C1CC-ECA3250AA8DE}"/>
              </a:ext>
            </a:extLst>
          </p:cNvPr>
          <p:cNvSpPr/>
          <p:nvPr/>
        </p:nvSpPr>
        <p:spPr>
          <a:xfrm>
            <a:off x="4727960" y="608509"/>
            <a:ext cx="2255046" cy="1258160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de crédito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alt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cd_emprestimos.ept01_contas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alt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cd_captools.carteiras</a:t>
            </a:r>
            <a:endParaRPr lang="pt-BR" alt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altLang="pt-PT" sz="4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alt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7385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1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1" id="{8BDB853A-54BD-4433-8E51-5903F66EB5F0}" vid="{9C57DD7C-8BAB-4642-925B-0FA04BD7A767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0683c779-04fc-4b63-89c9-6c25ffa1c0a4">
      <Terms xmlns="http://schemas.microsoft.com/office/infopath/2007/PartnerControls"/>
    </lcf76f155ced4ddcb4097134ff3c332f>
    <TaxCatchAll xmlns="6ea7b29d-57ec-408d-9ea9-cf73b04f66d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11375E9B6A4047927DE3870E45B8D5" ma:contentTypeVersion="15" ma:contentTypeDescription="Create a new document." ma:contentTypeScope="" ma:versionID="e9d23e1a7e76fb010a7a235d00d37e18">
  <xsd:schema xmlns:xsd="http://www.w3.org/2001/XMLSchema" xmlns:xs="http://www.w3.org/2001/XMLSchema" xmlns:p="http://schemas.microsoft.com/office/2006/metadata/properties" xmlns:ns1="http://schemas.microsoft.com/sharepoint/v3" xmlns:ns2="0683c779-04fc-4b63-89c9-6c25ffa1c0a4" xmlns:ns3="6ea7b29d-57ec-408d-9ea9-cf73b04f66d5" targetNamespace="http://schemas.microsoft.com/office/2006/metadata/properties" ma:root="true" ma:fieldsID="a08de57118a7aa6c29331f8892cd35a0" ns1:_="" ns2:_="" ns3:_="">
    <xsd:import namespace="http://schemas.microsoft.com/sharepoint/v3"/>
    <xsd:import namespace="0683c779-04fc-4b63-89c9-6c25ffa1c0a4"/>
    <xsd:import namespace="6ea7b29d-57ec-408d-9ea9-cf73b04f66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83c779-04fc-4b63-89c9-6c25ffa1c0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7b29d-57ec-408d-9ea9-cf73b04f66d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028cb997-6b46-4ca3-ae12-c5a1f8f1297b}" ma:internalName="TaxCatchAll" ma:showField="CatchAllData" ma:web="6ea7b29d-57ec-408d-9ea9-cf73b04f66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C64E68-9B9B-4C97-8F86-464A0BF56CDB}">
  <ds:schemaRefs>
    <ds:schemaRef ds:uri="http://www.w3.org/XML/1998/namespace"/>
    <ds:schemaRef ds:uri="0683c779-04fc-4b63-89c9-6c25ffa1c0a4"/>
    <ds:schemaRef ds:uri="http://schemas.microsoft.com/sharepoint/v3"/>
    <ds:schemaRef ds:uri="http://purl.org/dc/elements/1.1/"/>
    <ds:schemaRef ds:uri="6ea7b29d-57ec-408d-9ea9-cf73b04f66d5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4A810EE-5450-425B-9E7A-C3494A0C93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2074C9-F03B-4660-9B64-E859AA8A01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683c779-04fc-4b63-89c9-6c25ffa1c0a4"/>
    <ds:schemaRef ds:uri="6ea7b29d-57ec-408d-9ea9-cf73b04f66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2402</TotalTime>
  <Words>1809</Words>
  <Application>Microsoft Office PowerPoint</Application>
  <PresentationFormat>Widescreen</PresentationFormat>
  <Paragraphs>274</Paragraphs>
  <Slides>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Aptos</vt:lpstr>
      <vt:lpstr>Arial</vt:lpstr>
      <vt:lpstr>Calibri</vt:lpstr>
      <vt:lpstr>Santander Headline</vt:lpstr>
      <vt:lpstr>Santander Text</vt:lpstr>
      <vt:lpstr>Theme1</vt:lpstr>
      <vt:lpstr>1_Tema de Office</vt:lpstr>
      <vt:lpstr>2_Tema de Office</vt:lpstr>
      <vt:lpstr>Diapositiva de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Nádia Genebra Ahmad</dc:creator>
  <cp:lastModifiedBy>Nádia Genebra Ahmad</cp:lastModifiedBy>
  <cp:revision>27</cp:revision>
  <dcterms:created xsi:type="dcterms:W3CDTF">2024-07-18T07:51:10Z</dcterms:created>
  <dcterms:modified xsi:type="dcterms:W3CDTF">2024-10-08T13:59:41Z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2024-07-18T09:41:41Z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21801e00-05f0-47ef-bffc-afa001f5d04d</vt:lpwstr>
  </property>
  <property fmtid="{D5CDD505-2E9C-101B-9397-08002B2CF9AE}" pid="8" name="MSIP_Label_41b88ec2-a72b-4523-9e84-0458a1764731_ContentBits">
    <vt:lpwstr>0</vt:lpwstr>
  </property>
  <property fmtid="{D5CDD505-2E9C-101B-9397-08002B2CF9AE}" pid="9" name="ContentTypeId">
    <vt:lpwstr>0x0101007511375E9B6A4047927DE3870E45B8D5</vt:lpwstr>
  </property>
  <property fmtid="{D5CDD505-2E9C-101B-9397-08002B2CF9AE}" pid="10" name="MediaServiceImageTags">
    <vt:lpwstr/>
  </property>
</Properties>
</file>