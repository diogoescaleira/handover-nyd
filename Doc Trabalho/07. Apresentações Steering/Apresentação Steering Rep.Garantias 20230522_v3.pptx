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mf" ContentType="image/x-wmf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2.xml" ContentType="application/vnd.openxmlformats-officedocument.themeOverride+xml"/>
  <Override PartName="/ppt/drawings/drawing1.xml" ContentType="application/vnd.openxmlformats-officedocument.drawingml.chartshape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6" r:id="rId5"/>
  </p:sldMasterIdLst>
  <p:notesMasterIdLst>
    <p:notesMasterId r:id="rId37"/>
  </p:notesMasterIdLst>
  <p:handoutMasterIdLst>
    <p:handoutMasterId r:id="rId38"/>
  </p:handoutMasterIdLst>
  <p:sldIdLst>
    <p:sldId id="256" r:id="rId6"/>
    <p:sldId id="306" r:id="rId7"/>
    <p:sldId id="367" r:id="rId8"/>
    <p:sldId id="368" r:id="rId9"/>
    <p:sldId id="338" r:id="rId10"/>
    <p:sldId id="369" r:id="rId11"/>
    <p:sldId id="370" r:id="rId12"/>
    <p:sldId id="371" r:id="rId13"/>
    <p:sldId id="372" r:id="rId14"/>
    <p:sldId id="375" r:id="rId15"/>
    <p:sldId id="365" r:id="rId16"/>
    <p:sldId id="373" r:id="rId17"/>
    <p:sldId id="361" r:id="rId18"/>
    <p:sldId id="374" r:id="rId19"/>
    <p:sldId id="330" r:id="rId20"/>
    <p:sldId id="358" r:id="rId21"/>
    <p:sldId id="376" r:id="rId22"/>
    <p:sldId id="392" r:id="rId23"/>
    <p:sldId id="402" r:id="rId24"/>
    <p:sldId id="403" r:id="rId25"/>
    <p:sldId id="379" r:id="rId26"/>
    <p:sldId id="396" r:id="rId27"/>
    <p:sldId id="397" r:id="rId28"/>
    <p:sldId id="398" r:id="rId29"/>
    <p:sldId id="399" r:id="rId30"/>
    <p:sldId id="400" r:id="rId31"/>
    <p:sldId id="401" r:id="rId32"/>
    <p:sldId id="390" r:id="rId33"/>
    <p:sldId id="386" r:id="rId34"/>
    <p:sldId id="387" r:id="rId35"/>
    <p:sldId id="267" r:id="rId36"/>
  </p:sldIdLst>
  <p:sldSz cx="12192000" cy="7092950"/>
  <p:notesSz cx="6858000" cy="9144000"/>
  <p:defaultTextStyle>
    <a:defPPr>
      <a:defRPr lang="es-ES"/>
    </a:defPPr>
    <a:lvl1pPr marL="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223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oxo, Dora Silva" initials="RDS" lastIdx="27" clrIdx="0">
    <p:extLst>
      <p:ext uri="{19B8F6BF-5375-455C-9EA6-DF929625EA0E}">
        <p15:presenceInfo xmlns:p15="http://schemas.microsoft.com/office/powerpoint/2012/main" userId="S::droxo@epimetheus.pt::d97429f7-5259-4f73-a74a-65d4c655fa50" providerId="AD"/>
      </p:ext>
    </p:extLst>
  </p:cmAuthor>
  <p:cmAuthor id="2" name="Hugo Alexandre" initials="HA" lastIdx="8" clrIdx="1">
    <p:extLst>
      <p:ext uri="{19B8F6BF-5375-455C-9EA6-DF929625EA0E}">
        <p15:presenceInfo xmlns:p15="http://schemas.microsoft.com/office/powerpoint/2012/main" userId="S::hreia@epimetheus.pt::dee69c61-2ac7-4b82-bc09-1c91e89a6358" providerId="AD"/>
      </p:ext>
    </p:extLst>
  </p:cmAuthor>
  <p:cmAuthor id="3" name="Mónica Filipa Cunha Guerreiro" initials="MFCG" lastIdx="4" clrIdx="2">
    <p:extLst>
      <p:ext uri="{19B8F6BF-5375-455C-9EA6-DF929625EA0E}">
        <p15:presenceInfo xmlns:p15="http://schemas.microsoft.com/office/powerpoint/2012/main" userId="S-1-5-21-478741036-1442749419-1446792091-191442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CE4D6"/>
    <a:srgbClr val="FFD9D9"/>
    <a:srgbClr val="D7D7D7"/>
    <a:srgbClr val="FF7575"/>
    <a:srgbClr val="C00000"/>
    <a:srgbClr val="3B3838"/>
    <a:srgbClr val="9ECFDE"/>
    <a:srgbClr val="7F7F7F"/>
    <a:srgbClr val="D9D9D9"/>
    <a:srgbClr val="13868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CAAA50-B674-45CE-BAFE-A90C9140AC57}" v="2" dt="2023-12-20T18:01:53.70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>
        <p:guide orient="horz" pos="2160"/>
        <p:guide pos="3840"/>
        <p:guide orient="horz" pos="223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commentAuthors" Target="commentAuthor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openxmlformats.org/officeDocument/2006/relationships/theme" Target="theme/theme1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9" Type="http://schemas.openxmlformats.org/officeDocument/2006/relationships/slide" Target="slides/slide24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5" Type="http://schemas.microsoft.com/office/2015/10/relationships/revisionInfo" Target="revisionInfo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4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43" Type="http://schemas.openxmlformats.org/officeDocument/2006/relationships/tableStyles" Target="tableStyles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handoutMaster" Target="handoutMasters/handoutMaster1.xml"/><Relationship Id="rId20" Type="http://schemas.openxmlformats.org/officeDocument/2006/relationships/slide" Target="slides/slide15.xml"/><Relationship Id="rId41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haryta Synchak" userId="18542655-04ec-4b42-8aad-fd81f81ee43b" providerId="ADAL" clId="{377C8BD0-E2FD-4101-9671-CDD71A852D4D}"/>
    <pc:docChg chg="undo custSel addSld delSld modSld sldOrd">
      <pc:chgData name="Marharyta Synchak" userId="18542655-04ec-4b42-8aad-fd81f81ee43b" providerId="ADAL" clId="{377C8BD0-E2FD-4101-9671-CDD71A852D4D}" dt="2023-05-18T16:14:21" v="1011" actId="2696"/>
      <pc:docMkLst>
        <pc:docMk/>
      </pc:docMkLst>
      <pc:sldChg chg="addSp delSp modSp mod">
        <pc:chgData name="Marharyta Synchak" userId="18542655-04ec-4b42-8aad-fd81f81ee43b" providerId="ADAL" clId="{377C8BD0-E2FD-4101-9671-CDD71A852D4D}" dt="2023-05-18T16:09:11.322" v="993" actId="1035"/>
        <pc:sldMkLst>
          <pc:docMk/>
          <pc:sldMk cId="3809727174" sldId="374"/>
        </pc:sldMkLst>
        <pc:spChg chg="add mod">
          <ac:chgData name="Marharyta Synchak" userId="18542655-04ec-4b42-8aad-fd81f81ee43b" providerId="ADAL" clId="{377C8BD0-E2FD-4101-9671-CDD71A852D4D}" dt="2023-05-18T16:08:35.946" v="955" actId="20577"/>
          <ac:spMkLst>
            <pc:docMk/>
            <pc:sldMk cId="3809727174" sldId="374"/>
            <ac:spMk id="2" creationId="{136B22A9-19EB-43C4-DEBD-F560F28EE65D}"/>
          </ac:spMkLst>
        </pc:spChg>
        <pc:spChg chg="del mod">
          <ac:chgData name="Marharyta Synchak" userId="18542655-04ec-4b42-8aad-fd81f81ee43b" providerId="ADAL" clId="{377C8BD0-E2FD-4101-9671-CDD71A852D4D}" dt="2023-05-18T16:09:04.320" v="956" actId="478"/>
          <ac:spMkLst>
            <pc:docMk/>
            <pc:sldMk cId="3809727174" sldId="374"/>
            <ac:spMk id="7" creationId="{88ECC50B-117E-FC80-C5A0-31682E40DD74}"/>
          </ac:spMkLst>
        </pc:spChg>
        <pc:graphicFrameChg chg="mod">
          <ac:chgData name="Marharyta Synchak" userId="18542655-04ec-4b42-8aad-fd81f81ee43b" providerId="ADAL" clId="{377C8BD0-E2FD-4101-9671-CDD71A852D4D}" dt="2023-05-18T16:09:11.322" v="993" actId="1035"/>
          <ac:graphicFrameMkLst>
            <pc:docMk/>
            <pc:sldMk cId="3809727174" sldId="374"/>
            <ac:graphicFrameMk id="8" creationId="{37790DD7-7A57-A5DD-1BF3-EDD100B3CFCB}"/>
          </ac:graphicFrameMkLst>
        </pc:graphicFrameChg>
      </pc:sldChg>
      <pc:sldChg chg="add del">
        <pc:chgData name="Marharyta Synchak" userId="18542655-04ec-4b42-8aad-fd81f81ee43b" providerId="ADAL" clId="{377C8BD0-E2FD-4101-9671-CDD71A852D4D}" dt="2023-05-18T15:35:54.983" v="1" actId="47"/>
        <pc:sldMkLst>
          <pc:docMk/>
          <pc:sldMk cId="1566070037" sldId="393"/>
        </pc:sldMkLst>
      </pc:sldChg>
      <pc:sldChg chg="add del">
        <pc:chgData name="Marharyta Synchak" userId="18542655-04ec-4b42-8aad-fd81f81ee43b" providerId="ADAL" clId="{377C8BD0-E2FD-4101-9671-CDD71A852D4D}" dt="2023-05-18T15:35:56.665" v="2" actId="47"/>
        <pc:sldMkLst>
          <pc:docMk/>
          <pc:sldMk cId="476787667" sldId="394"/>
        </pc:sldMkLst>
      </pc:sldChg>
      <pc:sldChg chg="add del">
        <pc:chgData name="Marharyta Synchak" userId="18542655-04ec-4b42-8aad-fd81f81ee43b" providerId="ADAL" clId="{377C8BD0-E2FD-4101-9671-CDD71A852D4D}" dt="2023-05-18T15:35:57.431" v="3" actId="47"/>
        <pc:sldMkLst>
          <pc:docMk/>
          <pc:sldMk cId="2778504825" sldId="395"/>
        </pc:sldMkLst>
      </pc:sldChg>
      <pc:sldChg chg="addSp delSp modSp add mod ord">
        <pc:chgData name="Marharyta Synchak" userId="18542655-04ec-4b42-8aad-fd81f81ee43b" providerId="ADAL" clId="{377C8BD0-E2FD-4101-9671-CDD71A852D4D}" dt="2023-05-18T15:43:01.889" v="158" actId="207"/>
        <pc:sldMkLst>
          <pc:docMk/>
          <pc:sldMk cId="1160359228" sldId="396"/>
        </pc:sldMkLst>
        <pc:spChg chg="del">
          <ac:chgData name="Marharyta Synchak" userId="18542655-04ec-4b42-8aad-fd81f81ee43b" providerId="ADAL" clId="{377C8BD0-E2FD-4101-9671-CDD71A852D4D}" dt="2023-05-18T15:36:51.045" v="6" actId="478"/>
          <ac:spMkLst>
            <pc:docMk/>
            <pc:sldMk cId="1160359228" sldId="396"/>
            <ac:spMk id="3" creationId="{E125DFD4-F75B-4CEF-A4D7-EA79824B5320}"/>
          </ac:spMkLst>
        </pc:spChg>
        <pc:spChg chg="add del mod">
          <ac:chgData name="Marharyta Synchak" userId="18542655-04ec-4b42-8aad-fd81f81ee43b" providerId="ADAL" clId="{377C8BD0-E2FD-4101-9671-CDD71A852D4D}" dt="2023-05-18T15:36:57.052" v="9" actId="478"/>
          <ac:spMkLst>
            <pc:docMk/>
            <pc:sldMk cId="1160359228" sldId="396"/>
            <ac:spMk id="6" creationId="{4A2F51AC-CB2C-93CD-2135-60F11D94FE11}"/>
          </ac:spMkLst>
        </pc:spChg>
        <pc:spChg chg="add del mod">
          <ac:chgData name="Marharyta Synchak" userId="18542655-04ec-4b42-8aad-fd81f81ee43b" providerId="ADAL" clId="{377C8BD0-E2FD-4101-9671-CDD71A852D4D}" dt="2023-05-18T15:36:53.552" v="8"/>
          <ac:spMkLst>
            <pc:docMk/>
            <pc:sldMk cId="1160359228" sldId="396"/>
            <ac:spMk id="8" creationId="{632F0EBA-CA5E-A340-A6B1-5BC54C0F51BF}"/>
          </ac:spMkLst>
        </pc:spChg>
        <pc:spChg chg="add mod">
          <ac:chgData name="Marharyta Synchak" userId="18542655-04ec-4b42-8aad-fd81f81ee43b" providerId="ADAL" clId="{377C8BD0-E2FD-4101-9671-CDD71A852D4D}" dt="2023-05-18T15:36:57.646" v="10"/>
          <ac:spMkLst>
            <pc:docMk/>
            <pc:sldMk cId="1160359228" sldId="396"/>
            <ac:spMk id="9" creationId="{5F7108E1-7B88-D8C9-FEAD-A4A259383B71}"/>
          </ac:spMkLst>
        </pc:spChg>
        <pc:spChg chg="mod">
          <ac:chgData name="Marharyta Synchak" userId="18542655-04ec-4b42-8aad-fd81f81ee43b" providerId="ADAL" clId="{377C8BD0-E2FD-4101-9671-CDD71A852D4D}" dt="2023-05-18T15:38:23.193" v="46" actId="20577"/>
          <ac:spMkLst>
            <pc:docMk/>
            <pc:sldMk cId="1160359228" sldId="396"/>
            <ac:spMk id="81" creationId="{00000000-0000-0000-0000-000000000000}"/>
          </ac:spMkLst>
        </pc:spChg>
        <pc:graphicFrameChg chg="mod modGraphic">
          <ac:chgData name="Marharyta Synchak" userId="18542655-04ec-4b42-8aad-fd81f81ee43b" providerId="ADAL" clId="{377C8BD0-E2FD-4101-9671-CDD71A852D4D}" dt="2023-05-18T15:43:01.889" v="158" actId="207"/>
          <ac:graphicFrameMkLst>
            <pc:docMk/>
            <pc:sldMk cId="1160359228" sldId="396"/>
            <ac:graphicFrameMk id="14" creationId="{00000000-0000-0000-0000-000000000000}"/>
          </ac:graphicFrameMkLst>
        </pc:graphicFrameChg>
      </pc:sldChg>
      <pc:sldChg chg="addSp delSp modSp add mod ord">
        <pc:chgData name="Marharyta Synchak" userId="18542655-04ec-4b42-8aad-fd81f81ee43b" providerId="ADAL" clId="{377C8BD0-E2FD-4101-9671-CDD71A852D4D}" dt="2023-05-18T15:46:07.478" v="185"/>
        <pc:sldMkLst>
          <pc:docMk/>
          <pc:sldMk cId="1352839392" sldId="397"/>
        </pc:sldMkLst>
        <pc:spChg chg="del">
          <ac:chgData name="Marharyta Synchak" userId="18542655-04ec-4b42-8aad-fd81f81ee43b" providerId="ADAL" clId="{377C8BD0-E2FD-4101-9671-CDD71A852D4D}" dt="2023-05-18T15:37:07.045" v="11" actId="478"/>
          <ac:spMkLst>
            <pc:docMk/>
            <pc:sldMk cId="1352839392" sldId="397"/>
            <ac:spMk id="3" creationId="{E125DFD4-F75B-4CEF-A4D7-EA79824B5320}"/>
          </ac:spMkLst>
        </pc:spChg>
        <pc:spChg chg="add del mod">
          <ac:chgData name="Marharyta Synchak" userId="18542655-04ec-4b42-8aad-fd81f81ee43b" providerId="ADAL" clId="{377C8BD0-E2FD-4101-9671-CDD71A852D4D}" dt="2023-05-18T15:37:09.265" v="12" actId="478"/>
          <ac:spMkLst>
            <pc:docMk/>
            <pc:sldMk cId="1352839392" sldId="397"/>
            <ac:spMk id="7" creationId="{ADC9AF0D-75A5-C86A-17DB-D6243DFA124C}"/>
          </ac:spMkLst>
        </pc:spChg>
        <pc:spChg chg="add mod">
          <ac:chgData name="Marharyta Synchak" userId="18542655-04ec-4b42-8aad-fd81f81ee43b" providerId="ADAL" clId="{377C8BD0-E2FD-4101-9671-CDD71A852D4D}" dt="2023-05-18T15:37:09.787" v="13"/>
          <ac:spMkLst>
            <pc:docMk/>
            <pc:sldMk cId="1352839392" sldId="397"/>
            <ac:spMk id="8" creationId="{D24314ED-9A4D-2A51-6716-B671830FD017}"/>
          </ac:spMkLst>
        </pc:spChg>
        <pc:spChg chg="mod">
          <ac:chgData name="Marharyta Synchak" userId="18542655-04ec-4b42-8aad-fd81f81ee43b" providerId="ADAL" clId="{377C8BD0-E2FD-4101-9671-CDD71A852D4D}" dt="2023-05-18T15:38:36.553" v="64" actId="20577"/>
          <ac:spMkLst>
            <pc:docMk/>
            <pc:sldMk cId="1352839392" sldId="397"/>
            <ac:spMk id="81" creationId="{00000000-0000-0000-0000-000000000000}"/>
          </ac:spMkLst>
        </pc:spChg>
        <pc:graphicFrameChg chg="mod modGraphic">
          <ac:chgData name="Marharyta Synchak" userId="18542655-04ec-4b42-8aad-fd81f81ee43b" providerId="ADAL" clId="{377C8BD0-E2FD-4101-9671-CDD71A852D4D}" dt="2023-05-18T15:45:32.333" v="176" actId="403"/>
          <ac:graphicFrameMkLst>
            <pc:docMk/>
            <pc:sldMk cId="1352839392" sldId="397"/>
            <ac:graphicFrameMk id="20" creationId="{3DBE921F-5189-2684-9605-7881F2DD0E5E}"/>
          </ac:graphicFrameMkLst>
        </pc:graphicFrameChg>
      </pc:sldChg>
      <pc:sldChg chg="addSp delSp modSp add mod ord">
        <pc:chgData name="Marharyta Synchak" userId="18542655-04ec-4b42-8aad-fd81f81ee43b" providerId="ADAL" clId="{377C8BD0-E2FD-4101-9671-CDD71A852D4D}" dt="2023-05-18T16:12:19.131" v="994"/>
        <pc:sldMkLst>
          <pc:docMk/>
          <pc:sldMk cId="1348133834" sldId="398"/>
        </pc:sldMkLst>
        <pc:spChg chg="del">
          <ac:chgData name="Marharyta Synchak" userId="18542655-04ec-4b42-8aad-fd81f81ee43b" providerId="ADAL" clId="{377C8BD0-E2FD-4101-9671-CDD71A852D4D}" dt="2023-05-18T15:37:19.601" v="14" actId="478"/>
          <ac:spMkLst>
            <pc:docMk/>
            <pc:sldMk cId="1348133834" sldId="398"/>
            <ac:spMk id="3" creationId="{E125DFD4-F75B-4CEF-A4D7-EA79824B5320}"/>
          </ac:spMkLst>
        </pc:spChg>
        <pc:spChg chg="add del mod">
          <ac:chgData name="Marharyta Synchak" userId="18542655-04ec-4b42-8aad-fd81f81ee43b" providerId="ADAL" clId="{377C8BD0-E2FD-4101-9671-CDD71A852D4D}" dt="2023-05-18T15:37:22.512" v="15" actId="478"/>
          <ac:spMkLst>
            <pc:docMk/>
            <pc:sldMk cId="1348133834" sldId="398"/>
            <ac:spMk id="4" creationId="{380C2F9D-B043-D7FF-39A2-931C6A25B776}"/>
          </ac:spMkLst>
        </pc:spChg>
        <pc:spChg chg="add mod">
          <ac:chgData name="Marharyta Synchak" userId="18542655-04ec-4b42-8aad-fd81f81ee43b" providerId="ADAL" clId="{377C8BD0-E2FD-4101-9671-CDD71A852D4D}" dt="2023-05-18T15:37:22.925" v="16"/>
          <ac:spMkLst>
            <pc:docMk/>
            <pc:sldMk cId="1348133834" sldId="398"/>
            <ac:spMk id="6" creationId="{4F590DF6-A4E6-D613-E2B0-84E367B4E8D2}"/>
          </ac:spMkLst>
        </pc:spChg>
        <pc:spChg chg="add mod">
          <ac:chgData name="Marharyta Synchak" userId="18542655-04ec-4b42-8aad-fd81f81ee43b" providerId="ADAL" clId="{377C8BD0-E2FD-4101-9671-CDD71A852D4D}" dt="2023-05-18T16:12:19.131" v="994"/>
          <ac:spMkLst>
            <pc:docMk/>
            <pc:sldMk cId="1348133834" sldId="398"/>
            <ac:spMk id="9" creationId="{A57DC5CB-77ED-03C2-2D19-A29697B1EFB1}"/>
          </ac:spMkLst>
        </pc:spChg>
        <pc:spChg chg="mod">
          <ac:chgData name="Marharyta Synchak" userId="18542655-04ec-4b42-8aad-fd81f81ee43b" providerId="ADAL" clId="{377C8BD0-E2FD-4101-9671-CDD71A852D4D}" dt="2023-05-18T15:38:47.565" v="82" actId="20577"/>
          <ac:spMkLst>
            <pc:docMk/>
            <pc:sldMk cId="1348133834" sldId="398"/>
            <ac:spMk id="81" creationId="{00000000-0000-0000-0000-000000000000}"/>
          </ac:spMkLst>
        </pc:spChg>
      </pc:sldChg>
      <pc:sldChg chg="addSp delSp modSp add mod ord">
        <pc:chgData name="Marharyta Synchak" userId="18542655-04ec-4b42-8aad-fd81f81ee43b" providerId="ADAL" clId="{377C8BD0-E2FD-4101-9671-CDD71A852D4D}" dt="2023-05-18T16:12:21.776" v="995"/>
        <pc:sldMkLst>
          <pc:docMk/>
          <pc:sldMk cId="2039072935" sldId="399"/>
        </pc:sldMkLst>
        <pc:spChg chg="del">
          <ac:chgData name="Marharyta Synchak" userId="18542655-04ec-4b42-8aad-fd81f81ee43b" providerId="ADAL" clId="{377C8BD0-E2FD-4101-9671-CDD71A852D4D}" dt="2023-05-18T15:37:26.314" v="17" actId="478"/>
          <ac:spMkLst>
            <pc:docMk/>
            <pc:sldMk cId="2039072935" sldId="399"/>
            <ac:spMk id="3" creationId="{E125DFD4-F75B-4CEF-A4D7-EA79824B5320}"/>
          </ac:spMkLst>
        </pc:spChg>
        <pc:spChg chg="add del mod">
          <ac:chgData name="Marharyta Synchak" userId="18542655-04ec-4b42-8aad-fd81f81ee43b" providerId="ADAL" clId="{377C8BD0-E2FD-4101-9671-CDD71A852D4D}" dt="2023-05-18T15:37:28.579" v="18" actId="478"/>
          <ac:spMkLst>
            <pc:docMk/>
            <pc:sldMk cId="2039072935" sldId="399"/>
            <ac:spMk id="6" creationId="{6AF14D55-052D-0A60-7E06-0777A9CA7EBD}"/>
          </ac:spMkLst>
        </pc:spChg>
        <pc:spChg chg="add mod">
          <ac:chgData name="Marharyta Synchak" userId="18542655-04ec-4b42-8aad-fd81f81ee43b" providerId="ADAL" clId="{377C8BD0-E2FD-4101-9671-CDD71A852D4D}" dt="2023-05-18T15:37:29.120" v="19"/>
          <ac:spMkLst>
            <pc:docMk/>
            <pc:sldMk cId="2039072935" sldId="399"/>
            <ac:spMk id="7" creationId="{C572F8F7-8270-C80E-D00B-8CB56CF982D2}"/>
          </ac:spMkLst>
        </pc:spChg>
        <pc:spChg chg="add mod">
          <ac:chgData name="Marharyta Synchak" userId="18542655-04ec-4b42-8aad-fd81f81ee43b" providerId="ADAL" clId="{377C8BD0-E2FD-4101-9671-CDD71A852D4D}" dt="2023-05-18T16:12:21.776" v="995"/>
          <ac:spMkLst>
            <pc:docMk/>
            <pc:sldMk cId="2039072935" sldId="399"/>
            <ac:spMk id="9" creationId="{E964E551-BCDD-2FA9-178F-477C8AF623CF}"/>
          </ac:spMkLst>
        </pc:spChg>
        <pc:spChg chg="mod">
          <ac:chgData name="Marharyta Synchak" userId="18542655-04ec-4b42-8aad-fd81f81ee43b" providerId="ADAL" clId="{377C8BD0-E2FD-4101-9671-CDD71A852D4D}" dt="2023-05-18T15:38:59.166" v="102" actId="20577"/>
          <ac:spMkLst>
            <pc:docMk/>
            <pc:sldMk cId="2039072935" sldId="399"/>
            <ac:spMk id="81" creationId="{00000000-0000-0000-0000-000000000000}"/>
          </ac:spMkLst>
        </pc:spChg>
      </pc:sldChg>
      <pc:sldChg chg="addSp delSp modSp add mod ord">
        <pc:chgData name="Marharyta Synchak" userId="18542655-04ec-4b42-8aad-fd81f81ee43b" providerId="ADAL" clId="{377C8BD0-E2FD-4101-9671-CDD71A852D4D}" dt="2023-05-18T15:51:32.275" v="237" actId="207"/>
        <pc:sldMkLst>
          <pc:docMk/>
          <pc:sldMk cId="936602087" sldId="400"/>
        </pc:sldMkLst>
        <pc:spChg chg="del">
          <ac:chgData name="Marharyta Synchak" userId="18542655-04ec-4b42-8aad-fd81f81ee43b" providerId="ADAL" clId="{377C8BD0-E2FD-4101-9671-CDD71A852D4D}" dt="2023-05-18T15:37:32.690" v="20" actId="478"/>
          <ac:spMkLst>
            <pc:docMk/>
            <pc:sldMk cId="936602087" sldId="400"/>
            <ac:spMk id="3" creationId="{E125DFD4-F75B-4CEF-A4D7-EA79824B5320}"/>
          </ac:spMkLst>
        </pc:spChg>
        <pc:spChg chg="mod">
          <ac:chgData name="Marharyta Synchak" userId="18542655-04ec-4b42-8aad-fd81f81ee43b" providerId="ADAL" clId="{377C8BD0-E2FD-4101-9671-CDD71A852D4D}" dt="2023-05-18T15:50:18.683" v="227" actId="1035"/>
          <ac:spMkLst>
            <pc:docMk/>
            <pc:sldMk cId="936602087" sldId="400"/>
            <ac:spMk id="7" creationId="{FA460541-F1A5-22A6-3107-8623D4A2824A}"/>
          </ac:spMkLst>
        </pc:spChg>
        <pc:spChg chg="add del mod">
          <ac:chgData name="Marharyta Synchak" userId="18542655-04ec-4b42-8aad-fd81f81ee43b" providerId="ADAL" clId="{377C8BD0-E2FD-4101-9671-CDD71A852D4D}" dt="2023-05-18T15:37:34.843" v="21" actId="478"/>
          <ac:spMkLst>
            <pc:docMk/>
            <pc:sldMk cId="936602087" sldId="400"/>
            <ac:spMk id="9" creationId="{0874D6E8-9440-F2E3-E877-301F06AB62B4}"/>
          </ac:spMkLst>
        </pc:spChg>
        <pc:spChg chg="add mod">
          <ac:chgData name="Marharyta Synchak" userId="18542655-04ec-4b42-8aad-fd81f81ee43b" providerId="ADAL" clId="{377C8BD0-E2FD-4101-9671-CDD71A852D4D}" dt="2023-05-18T15:37:35.461" v="22"/>
          <ac:spMkLst>
            <pc:docMk/>
            <pc:sldMk cId="936602087" sldId="400"/>
            <ac:spMk id="10" creationId="{623523C9-3B09-D1B0-83A1-7F0CAEEAFFA6}"/>
          </ac:spMkLst>
        </pc:spChg>
        <pc:spChg chg="mod">
          <ac:chgData name="Marharyta Synchak" userId="18542655-04ec-4b42-8aad-fd81f81ee43b" providerId="ADAL" clId="{377C8BD0-E2FD-4101-9671-CDD71A852D4D}" dt="2023-05-18T15:39:09.292" v="120" actId="20577"/>
          <ac:spMkLst>
            <pc:docMk/>
            <pc:sldMk cId="936602087" sldId="400"/>
            <ac:spMk id="81" creationId="{00000000-0000-0000-0000-000000000000}"/>
          </ac:spMkLst>
        </pc:spChg>
        <pc:graphicFrameChg chg="mod modGraphic">
          <ac:chgData name="Marharyta Synchak" userId="18542655-04ec-4b42-8aad-fd81f81ee43b" providerId="ADAL" clId="{377C8BD0-E2FD-4101-9671-CDD71A852D4D}" dt="2023-05-18T15:51:32.275" v="237" actId="207"/>
          <ac:graphicFrameMkLst>
            <pc:docMk/>
            <pc:sldMk cId="936602087" sldId="400"/>
            <ac:graphicFrameMk id="6" creationId="{CAB80F0A-E11B-61FA-EFAD-1E764024BFDF}"/>
          </ac:graphicFrameMkLst>
        </pc:graphicFrameChg>
      </pc:sldChg>
      <pc:sldChg chg="addSp delSp modSp add mod ord">
        <pc:chgData name="Marharyta Synchak" userId="18542655-04ec-4b42-8aad-fd81f81ee43b" providerId="ADAL" clId="{377C8BD0-E2FD-4101-9671-CDD71A852D4D}" dt="2023-05-18T15:55:33.414" v="283" actId="207"/>
        <pc:sldMkLst>
          <pc:docMk/>
          <pc:sldMk cId="1077295388" sldId="401"/>
        </pc:sldMkLst>
        <pc:spChg chg="del">
          <ac:chgData name="Marharyta Synchak" userId="18542655-04ec-4b42-8aad-fd81f81ee43b" providerId="ADAL" clId="{377C8BD0-E2FD-4101-9671-CDD71A852D4D}" dt="2023-05-18T15:37:38.684" v="23" actId="478"/>
          <ac:spMkLst>
            <pc:docMk/>
            <pc:sldMk cId="1077295388" sldId="401"/>
            <ac:spMk id="3" creationId="{E125DFD4-F75B-4CEF-A4D7-EA79824B5320}"/>
          </ac:spMkLst>
        </pc:spChg>
        <pc:spChg chg="add del mod">
          <ac:chgData name="Marharyta Synchak" userId="18542655-04ec-4b42-8aad-fd81f81ee43b" providerId="ADAL" clId="{377C8BD0-E2FD-4101-9671-CDD71A852D4D}" dt="2023-05-18T15:37:41.956" v="24" actId="478"/>
          <ac:spMkLst>
            <pc:docMk/>
            <pc:sldMk cId="1077295388" sldId="401"/>
            <ac:spMk id="6" creationId="{B91FB17A-12D3-52AD-FFCB-1A81BF610174}"/>
          </ac:spMkLst>
        </pc:spChg>
        <pc:spChg chg="add mod">
          <ac:chgData name="Marharyta Synchak" userId="18542655-04ec-4b42-8aad-fd81f81ee43b" providerId="ADAL" clId="{377C8BD0-E2FD-4101-9671-CDD71A852D4D}" dt="2023-05-18T15:37:42.602" v="25"/>
          <ac:spMkLst>
            <pc:docMk/>
            <pc:sldMk cId="1077295388" sldId="401"/>
            <ac:spMk id="7" creationId="{D0ACDE93-61F8-F0DE-4FA7-6F677B3B659C}"/>
          </ac:spMkLst>
        </pc:spChg>
        <pc:spChg chg="mod">
          <ac:chgData name="Marharyta Synchak" userId="18542655-04ec-4b42-8aad-fd81f81ee43b" providerId="ADAL" clId="{377C8BD0-E2FD-4101-9671-CDD71A852D4D}" dt="2023-05-18T15:54:06.554" v="269" actId="1035"/>
          <ac:spMkLst>
            <pc:docMk/>
            <pc:sldMk cId="1077295388" sldId="401"/>
            <ac:spMk id="9" creationId="{6643CEB4-3F97-6292-8DF9-FED5B9D3721D}"/>
          </ac:spMkLst>
        </pc:spChg>
        <pc:spChg chg="mod">
          <ac:chgData name="Marharyta Synchak" userId="18542655-04ec-4b42-8aad-fd81f81ee43b" providerId="ADAL" clId="{377C8BD0-E2FD-4101-9671-CDD71A852D4D}" dt="2023-05-18T15:39:21.553" v="138" actId="20577"/>
          <ac:spMkLst>
            <pc:docMk/>
            <pc:sldMk cId="1077295388" sldId="401"/>
            <ac:spMk id="81" creationId="{00000000-0000-0000-0000-000000000000}"/>
          </ac:spMkLst>
        </pc:spChg>
        <pc:graphicFrameChg chg="mod modGraphic">
          <ac:chgData name="Marharyta Synchak" userId="18542655-04ec-4b42-8aad-fd81f81ee43b" providerId="ADAL" clId="{377C8BD0-E2FD-4101-9671-CDD71A852D4D}" dt="2023-05-18T15:55:33.414" v="283" actId="207"/>
          <ac:graphicFrameMkLst>
            <pc:docMk/>
            <pc:sldMk cId="1077295388" sldId="401"/>
            <ac:graphicFrameMk id="2" creationId="{909F8BDE-9239-AD09-EF31-CC46E4FB8645}"/>
          </ac:graphicFrameMkLst>
        </pc:graphicFrameChg>
      </pc:sldChg>
      <pc:sldChg chg="addSp delSp modSp new del mod ord">
        <pc:chgData name="Marharyta Synchak" userId="18542655-04ec-4b42-8aad-fd81f81ee43b" providerId="ADAL" clId="{377C8BD0-E2FD-4101-9671-CDD71A852D4D}" dt="2023-05-18T15:55:41.214" v="284" actId="2696"/>
        <pc:sldMkLst>
          <pc:docMk/>
          <pc:sldMk cId="810003928" sldId="402"/>
        </pc:sldMkLst>
        <pc:spChg chg="del">
          <ac:chgData name="Marharyta Synchak" userId="18542655-04ec-4b42-8aad-fd81f81ee43b" providerId="ADAL" clId="{377C8BD0-E2FD-4101-9671-CDD71A852D4D}" dt="2023-05-18T15:41:04.611" v="140" actId="478"/>
          <ac:spMkLst>
            <pc:docMk/>
            <pc:sldMk cId="810003928" sldId="402"/>
            <ac:spMk id="2" creationId="{1CA7223E-323E-0278-729A-FEFF7B40474B}"/>
          </ac:spMkLst>
        </pc:spChg>
        <pc:spChg chg="del">
          <ac:chgData name="Marharyta Synchak" userId="18542655-04ec-4b42-8aad-fd81f81ee43b" providerId="ADAL" clId="{377C8BD0-E2FD-4101-9671-CDD71A852D4D}" dt="2023-05-18T15:41:06.146" v="141" actId="478"/>
          <ac:spMkLst>
            <pc:docMk/>
            <pc:sldMk cId="810003928" sldId="402"/>
            <ac:spMk id="5" creationId="{C5670633-1CC0-BC02-9250-E6ED542DA302}"/>
          </ac:spMkLst>
        </pc:spChg>
        <pc:graphicFrameChg chg="add del mod modGraphic">
          <ac:chgData name="Marharyta Synchak" userId="18542655-04ec-4b42-8aad-fd81f81ee43b" providerId="ADAL" clId="{377C8BD0-E2FD-4101-9671-CDD71A852D4D}" dt="2023-05-18T15:43:38.483" v="161" actId="478"/>
          <ac:graphicFrameMkLst>
            <pc:docMk/>
            <pc:sldMk cId="810003928" sldId="402"/>
            <ac:graphicFrameMk id="6" creationId="{026D6FED-0029-2BA9-F031-50F05F763508}"/>
          </ac:graphicFrameMkLst>
        </pc:graphicFrameChg>
        <pc:graphicFrameChg chg="add del mod">
          <ac:chgData name="Marharyta Synchak" userId="18542655-04ec-4b42-8aad-fd81f81ee43b" providerId="ADAL" clId="{377C8BD0-E2FD-4101-9671-CDD71A852D4D}" dt="2023-05-18T15:46:43.299" v="188" actId="478"/>
          <ac:graphicFrameMkLst>
            <pc:docMk/>
            <pc:sldMk cId="810003928" sldId="402"/>
            <ac:graphicFrameMk id="7" creationId="{0273F0A3-C99D-F1EC-AF18-2860DA2AE5DA}"/>
          </ac:graphicFrameMkLst>
        </pc:graphicFrameChg>
        <pc:graphicFrameChg chg="add del mod">
          <ac:chgData name="Marharyta Synchak" userId="18542655-04ec-4b42-8aad-fd81f81ee43b" providerId="ADAL" clId="{377C8BD0-E2FD-4101-9671-CDD71A852D4D}" dt="2023-05-18T15:52:50.350" v="251" actId="478"/>
          <ac:graphicFrameMkLst>
            <pc:docMk/>
            <pc:sldMk cId="810003928" sldId="402"/>
            <ac:graphicFrameMk id="8" creationId="{293AF3D2-C4E2-3773-F93B-FDBC43565407}"/>
          </ac:graphicFrameMkLst>
        </pc:graphicFrameChg>
        <pc:graphicFrameChg chg="add mod">
          <ac:chgData name="Marharyta Synchak" userId="18542655-04ec-4b42-8aad-fd81f81ee43b" providerId="ADAL" clId="{377C8BD0-E2FD-4101-9671-CDD71A852D4D}" dt="2023-05-18T15:53:01.394" v="252"/>
          <ac:graphicFrameMkLst>
            <pc:docMk/>
            <pc:sldMk cId="810003928" sldId="402"/>
            <ac:graphicFrameMk id="9" creationId="{660B21AE-77E3-9453-AEB5-7F7B56AF9F70}"/>
          </ac:graphicFrameMkLst>
        </pc:graphicFrameChg>
      </pc:sldChg>
      <pc:sldChg chg="addSp delSp modSp add mod">
        <pc:chgData name="Marharyta Synchak" userId="18542655-04ec-4b42-8aad-fd81f81ee43b" providerId="ADAL" clId="{377C8BD0-E2FD-4101-9671-CDD71A852D4D}" dt="2023-05-18T16:13:43.406" v="1006" actId="478"/>
        <pc:sldMkLst>
          <pc:docMk/>
          <pc:sldMk cId="2238964139" sldId="402"/>
        </pc:sldMkLst>
        <pc:spChg chg="mod">
          <ac:chgData name="Marharyta Synchak" userId="18542655-04ec-4b42-8aad-fd81f81ee43b" providerId="ADAL" clId="{377C8BD0-E2FD-4101-9671-CDD71A852D4D}" dt="2023-05-18T15:58:09.763" v="303" actId="20577"/>
          <ac:spMkLst>
            <pc:docMk/>
            <pc:sldMk cId="2238964139" sldId="402"/>
            <ac:spMk id="4" creationId="{C18C708A-8BD1-AC1B-BB7B-66FE96C4AC15}"/>
          </ac:spMkLst>
        </pc:spChg>
        <pc:spChg chg="add del mod">
          <ac:chgData name="Marharyta Synchak" userId="18542655-04ec-4b42-8aad-fd81f81ee43b" providerId="ADAL" clId="{377C8BD0-E2FD-4101-9671-CDD71A852D4D}" dt="2023-05-18T16:13:43.406" v="1006" actId="478"/>
          <ac:spMkLst>
            <pc:docMk/>
            <pc:sldMk cId="2238964139" sldId="402"/>
            <ac:spMk id="6" creationId="{C2822668-289D-5269-3660-DB0FD192CF58}"/>
          </ac:spMkLst>
        </pc:spChg>
        <pc:spChg chg="mod">
          <ac:chgData name="Marharyta Synchak" userId="18542655-04ec-4b42-8aad-fd81f81ee43b" providerId="ADAL" clId="{377C8BD0-E2FD-4101-9671-CDD71A852D4D}" dt="2023-05-18T15:58:39.030" v="323" actId="20577"/>
          <ac:spMkLst>
            <pc:docMk/>
            <pc:sldMk cId="2238964139" sldId="402"/>
            <ac:spMk id="16" creationId="{5E391C80-8503-526C-1599-9EAA37A0065B}"/>
          </ac:spMkLst>
        </pc:spChg>
        <pc:graphicFrameChg chg="mod modGraphic">
          <ac:chgData name="Marharyta Synchak" userId="18542655-04ec-4b42-8aad-fd81f81ee43b" providerId="ADAL" clId="{377C8BD0-E2FD-4101-9671-CDD71A852D4D}" dt="2023-05-18T16:13:40.798" v="1005" actId="255"/>
          <ac:graphicFrameMkLst>
            <pc:docMk/>
            <pc:sldMk cId="2238964139" sldId="402"/>
            <ac:graphicFrameMk id="8" creationId="{DF17E78E-41EA-4899-8FEE-94E9E4145CC9}"/>
          </ac:graphicFrameMkLst>
        </pc:graphicFrameChg>
      </pc:sldChg>
      <pc:sldChg chg="addSp delSp modSp add mod">
        <pc:chgData name="Marharyta Synchak" userId="18542655-04ec-4b42-8aad-fd81f81ee43b" providerId="ADAL" clId="{377C8BD0-E2FD-4101-9671-CDD71A852D4D}" dt="2023-05-18T16:14:12.303" v="1010" actId="478"/>
        <pc:sldMkLst>
          <pc:docMk/>
          <pc:sldMk cId="2257718756" sldId="403"/>
        </pc:sldMkLst>
        <pc:spChg chg="add del mod">
          <ac:chgData name="Marharyta Synchak" userId="18542655-04ec-4b42-8aad-fd81f81ee43b" providerId="ADAL" clId="{377C8BD0-E2FD-4101-9671-CDD71A852D4D}" dt="2023-05-18T16:14:12.303" v="1010" actId="478"/>
          <ac:spMkLst>
            <pc:docMk/>
            <pc:sldMk cId="2257718756" sldId="403"/>
            <ac:spMk id="4" creationId="{BCD783B2-8354-4C77-760E-ABF90E49B644}"/>
          </ac:spMkLst>
        </pc:spChg>
        <pc:spChg chg="mod">
          <ac:chgData name="Marharyta Synchak" userId="18542655-04ec-4b42-8aad-fd81f81ee43b" providerId="ADAL" clId="{377C8BD0-E2FD-4101-9671-CDD71A852D4D}" dt="2023-05-18T15:58:42.865" v="325" actId="20577"/>
          <ac:spMkLst>
            <pc:docMk/>
            <pc:sldMk cId="2257718756" sldId="403"/>
            <ac:spMk id="16" creationId="{5E391C80-8503-526C-1599-9EAA37A0065B}"/>
          </ac:spMkLst>
        </pc:spChg>
        <pc:spChg chg="mod">
          <ac:chgData name="Marharyta Synchak" userId="18542655-04ec-4b42-8aad-fd81f81ee43b" providerId="ADAL" clId="{377C8BD0-E2FD-4101-9671-CDD71A852D4D}" dt="2023-05-18T15:58:23.919" v="321" actId="20577"/>
          <ac:spMkLst>
            <pc:docMk/>
            <pc:sldMk cId="2257718756" sldId="403"/>
            <ac:spMk id="81" creationId="{00000000-0000-0000-0000-000000000000}"/>
          </ac:spMkLst>
        </pc:spChg>
        <pc:graphicFrameChg chg="mod modGraphic">
          <ac:chgData name="Marharyta Synchak" userId="18542655-04ec-4b42-8aad-fd81f81ee43b" providerId="ADAL" clId="{377C8BD0-E2FD-4101-9671-CDD71A852D4D}" dt="2023-05-18T16:14:08.196" v="1009" actId="255"/>
          <ac:graphicFrameMkLst>
            <pc:docMk/>
            <pc:sldMk cId="2257718756" sldId="403"/>
            <ac:graphicFrameMk id="8" creationId="{DF17E78E-41EA-4899-8FEE-94E9E4145CC9}"/>
          </ac:graphicFrameMkLst>
        </pc:graphicFrameChg>
      </pc:sldChg>
      <pc:sldChg chg="addSp delSp modSp new del mod">
        <pc:chgData name="Marharyta Synchak" userId="18542655-04ec-4b42-8aad-fd81f81ee43b" providerId="ADAL" clId="{377C8BD0-E2FD-4101-9671-CDD71A852D4D}" dt="2023-05-18T16:14:21" v="1011" actId="2696"/>
        <pc:sldMkLst>
          <pc:docMk/>
          <pc:sldMk cId="1627717405" sldId="404"/>
        </pc:sldMkLst>
        <pc:spChg chg="del">
          <ac:chgData name="Marharyta Synchak" userId="18542655-04ec-4b42-8aad-fd81f81ee43b" providerId="ADAL" clId="{377C8BD0-E2FD-4101-9671-CDD71A852D4D}" dt="2023-05-18T16:12:47.292" v="997" actId="478"/>
          <ac:spMkLst>
            <pc:docMk/>
            <pc:sldMk cId="1627717405" sldId="404"/>
            <ac:spMk id="2" creationId="{9D1FA45F-569A-9C0B-FEDA-DDFAE3341807}"/>
          </ac:spMkLst>
        </pc:spChg>
        <pc:spChg chg="del">
          <ac:chgData name="Marharyta Synchak" userId="18542655-04ec-4b42-8aad-fd81f81ee43b" providerId="ADAL" clId="{377C8BD0-E2FD-4101-9671-CDD71A852D4D}" dt="2023-05-18T16:12:52.903" v="999" actId="478"/>
          <ac:spMkLst>
            <pc:docMk/>
            <pc:sldMk cId="1627717405" sldId="404"/>
            <ac:spMk id="4" creationId="{F772DB3B-41D5-C18A-226D-BAE8C1F0ACA3}"/>
          </ac:spMkLst>
        </pc:spChg>
        <pc:spChg chg="del">
          <ac:chgData name="Marharyta Synchak" userId="18542655-04ec-4b42-8aad-fd81f81ee43b" providerId="ADAL" clId="{377C8BD0-E2FD-4101-9671-CDD71A852D4D}" dt="2023-05-18T16:12:49.168" v="998" actId="478"/>
          <ac:spMkLst>
            <pc:docMk/>
            <pc:sldMk cId="1627717405" sldId="404"/>
            <ac:spMk id="5" creationId="{75197A7E-8976-7716-6647-F5BCF3F1BE91}"/>
          </ac:spMkLst>
        </pc:spChg>
        <pc:graphicFrameChg chg="add mod modGraphic">
          <ac:chgData name="Marharyta Synchak" userId="18542655-04ec-4b42-8aad-fd81f81ee43b" providerId="ADAL" clId="{377C8BD0-E2FD-4101-9671-CDD71A852D4D}" dt="2023-05-18T16:13:06.973" v="1002" actId="2166"/>
          <ac:graphicFrameMkLst>
            <pc:docMk/>
            <pc:sldMk cId="1627717405" sldId="404"/>
            <ac:graphicFrameMk id="6" creationId="{155C1C7B-C739-9D89-5B48-5AB6A9BDCD0D}"/>
          </ac:graphicFrameMkLst>
        </pc:graphicFrameChg>
      </pc:sldChg>
    </pc:docChg>
  </pc:docChgLst>
  <pc:docChgLst>
    <pc:chgData name="Nádia Genebra Ahmad" userId="36126275-cace-419f-8e9b-04679c4f8ea6" providerId="ADAL" clId="{621D4C68-5DEB-4C53-850B-6EB333907ABF}"/>
    <pc:docChg chg="custSel modSld sldOrd">
      <pc:chgData name="Nádia Genebra Ahmad" userId="36126275-cace-419f-8e9b-04679c4f8ea6" providerId="ADAL" clId="{621D4C68-5DEB-4C53-850B-6EB333907ABF}" dt="2023-05-22T16:18:08.050" v="288" actId="20577"/>
      <pc:docMkLst>
        <pc:docMk/>
      </pc:docMkLst>
      <pc:sldChg chg="modSp mod">
        <pc:chgData name="Nádia Genebra Ahmad" userId="36126275-cace-419f-8e9b-04679c4f8ea6" providerId="ADAL" clId="{621D4C68-5DEB-4C53-850B-6EB333907ABF}" dt="2023-05-22T16:18:08.050" v="288" actId="20577"/>
        <pc:sldMkLst>
          <pc:docMk/>
          <pc:sldMk cId="1125657622" sldId="256"/>
        </pc:sldMkLst>
        <pc:spChg chg="mod">
          <ac:chgData name="Nádia Genebra Ahmad" userId="36126275-cace-419f-8e9b-04679c4f8ea6" providerId="ADAL" clId="{621D4C68-5DEB-4C53-850B-6EB333907ABF}" dt="2023-05-22T16:18:08.050" v="288" actId="20577"/>
          <ac:spMkLst>
            <pc:docMk/>
            <pc:sldMk cId="1125657622" sldId="256"/>
            <ac:spMk id="4" creationId="{00000000-0000-0000-0000-000000000000}"/>
          </ac:spMkLst>
        </pc:spChg>
      </pc:sldChg>
      <pc:sldChg chg="addSp delSp modSp mod">
        <pc:chgData name="Nádia Genebra Ahmad" userId="36126275-cace-419f-8e9b-04679c4f8ea6" providerId="ADAL" clId="{621D4C68-5DEB-4C53-850B-6EB333907ABF}" dt="2023-05-22T16:15:47.938" v="282"/>
        <pc:sldMkLst>
          <pc:docMk/>
          <pc:sldMk cId="111535585" sldId="367"/>
        </pc:sldMkLst>
        <pc:graphicFrameChg chg="add del mod">
          <ac:chgData name="Nádia Genebra Ahmad" userId="36126275-cace-419f-8e9b-04679c4f8ea6" providerId="ADAL" clId="{621D4C68-5DEB-4C53-850B-6EB333907ABF}" dt="2023-05-22T16:10:06.396" v="270" actId="478"/>
          <ac:graphicFrameMkLst>
            <pc:docMk/>
            <pc:sldMk cId="111535585" sldId="367"/>
            <ac:graphicFrameMk id="6" creationId="{A22ECBAE-4504-0E6D-65C5-75202CE24320}"/>
          </ac:graphicFrameMkLst>
        </pc:graphicFrameChg>
        <pc:graphicFrameChg chg="add del mod">
          <ac:chgData name="Nádia Genebra Ahmad" userId="36126275-cace-419f-8e9b-04679c4f8ea6" providerId="ADAL" clId="{621D4C68-5DEB-4C53-850B-6EB333907ABF}" dt="2023-05-22T16:10:40.887" v="272" actId="478"/>
          <ac:graphicFrameMkLst>
            <pc:docMk/>
            <pc:sldMk cId="111535585" sldId="367"/>
            <ac:graphicFrameMk id="7" creationId="{0979E4E3-44C6-BC85-2E05-F5CFB12C7509}"/>
          </ac:graphicFrameMkLst>
        </pc:graphicFrameChg>
        <pc:graphicFrameChg chg="add mod">
          <ac:chgData name="Nádia Genebra Ahmad" userId="36126275-cace-419f-8e9b-04679c4f8ea6" providerId="ADAL" clId="{621D4C68-5DEB-4C53-850B-6EB333907ABF}" dt="2023-05-22T16:15:47.938" v="282"/>
          <ac:graphicFrameMkLst>
            <pc:docMk/>
            <pc:sldMk cId="111535585" sldId="367"/>
            <ac:graphicFrameMk id="9" creationId="{9B383417-2A2C-F340-BC89-89F1D75CE927}"/>
          </ac:graphicFrameMkLst>
        </pc:graphicFrameChg>
      </pc:sldChg>
      <pc:sldChg chg="addSp delSp modSp mod ord">
        <pc:chgData name="Nádia Genebra Ahmad" userId="36126275-cace-419f-8e9b-04679c4f8ea6" providerId="ADAL" clId="{621D4C68-5DEB-4C53-850B-6EB333907ABF}" dt="2023-05-22T16:14:18.816" v="278"/>
        <pc:sldMkLst>
          <pc:docMk/>
          <pc:sldMk cId="3272146824" sldId="379"/>
        </pc:sldMkLst>
        <pc:spChg chg="add del mod">
          <ac:chgData name="Nádia Genebra Ahmad" userId="36126275-cace-419f-8e9b-04679c4f8ea6" providerId="ADAL" clId="{621D4C68-5DEB-4C53-850B-6EB333907ABF}" dt="2023-05-22T14:02:49.427" v="30" actId="478"/>
          <ac:spMkLst>
            <pc:docMk/>
            <pc:sldMk cId="3272146824" sldId="379"/>
            <ac:spMk id="2" creationId="{99CDF70B-BA84-1890-6943-DED23E1BCF6C}"/>
          </ac:spMkLst>
        </pc:spChg>
        <pc:spChg chg="mod">
          <ac:chgData name="Nádia Genebra Ahmad" userId="36126275-cace-419f-8e9b-04679c4f8ea6" providerId="ADAL" clId="{621D4C68-5DEB-4C53-850B-6EB333907ABF}" dt="2023-05-22T14:02:40.472" v="29"/>
          <ac:spMkLst>
            <pc:docMk/>
            <pc:sldMk cId="3272146824" sldId="379"/>
            <ac:spMk id="6" creationId="{AFFB0194-8AA9-783F-D65A-6502C48B5E87}"/>
          </ac:spMkLst>
        </pc:spChg>
        <pc:spChg chg="mod">
          <ac:chgData name="Nádia Genebra Ahmad" userId="36126275-cace-419f-8e9b-04679c4f8ea6" providerId="ADAL" clId="{621D4C68-5DEB-4C53-850B-6EB333907ABF}" dt="2023-05-22T14:02:40.472" v="29"/>
          <ac:spMkLst>
            <pc:docMk/>
            <pc:sldMk cId="3272146824" sldId="379"/>
            <ac:spMk id="8" creationId="{E72BC9D1-D2CF-531F-7E98-929E9C61CB67}"/>
          </ac:spMkLst>
        </pc:spChg>
        <pc:spChg chg="del">
          <ac:chgData name="Nádia Genebra Ahmad" userId="36126275-cace-419f-8e9b-04679c4f8ea6" providerId="ADAL" clId="{621D4C68-5DEB-4C53-850B-6EB333907ABF}" dt="2023-05-22T14:02:40.068" v="28" actId="478"/>
          <ac:spMkLst>
            <pc:docMk/>
            <pc:sldMk cId="3272146824" sldId="379"/>
            <ac:spMk id="16" creationId="{5C09F791-28D5-D0F7-5FDB-D39E2D4A32CD}"/>
          </ac:spMkLst>
        </pc:spChg>
        <pc:spChg chg="del">
          <ac:chgData name="Nádia Genebra Ahmad" userId="36126275-cace-419f-8e9b-04679c4f8ea6" providerId="ADAL" clId="{621D4C68-5DEB-4C53-850B-6EB333907ABF}" dt="2023-05-22T14:02:40.068" v="28" actId="478"/>
          <ac:spMkLst>
            <pc:docMk/>
            <pc:sldMk cId="3272146824" sldId="379"/>
            <ac:spMk id="18" creationId="{65B94E07-820D-1FA4-0C00-AE02ECD5FCF5}"/>
          </ac:spMkLst>
        </pc:spChg>
        <pc:spChg chg="add del mod">
          <ac:chgData name="Nádia Genebra Ahmad" userId="36126275-cace-419f-8e9b-04679c4f8ea6" providerId="ADAL" clId="{621D4C68-5DEB-4C53-850B-6EB333907ABF}" dt="2023-05-22T14:02:49.427" v="30" actId="478"/>
          <ac:spMkLst>
            <pc:docMk/>
            <pc:sldMk cId="3272146824" sldId="379"/>
            <ac:spMk id="19" creationId="{111B1AF4-B895-42C9-06E4-FEA3F2B6C5A8}"/>
          </ac:spMkLst>
        </pc:spChg>
        <pc:spChg chg="add del mod">
          <ac:chgData name="Nádia Genebra Ahmad" userId="36126275-cace-419f-8e9b-04679c4f8ea6" providerId="ADAL" clId="{621D4C68-5DEB-4C53-850B-6EB333907ABF}" dt="2023-05-22T14:03:57.264" v="65" actId="478"/>
          <ac:spMkLst>
            <pc:docMk/>
            <pc:sldMk cId="3272146824" sldId="379"/>
            <ac:spMk id="20" creationId="{2FF98A4F-10BC-7C96-8217-D3E25E704905}"/>
          </ac:spMkLst>
        </pc:spChg>
        <pc:spChg chg="mod">
          <ac:chgData name="Nádia Genebra Ahmad" userId="36126275-cace-419f-8e9b-04679c4f8ea6" providerId="ADAL" clId="{621D4C68-5DEB-4C53-850B-6EB333907ABF}" dt="2023-05-22T14:02:50.355" v="31"/>
          <ac:spMkLst>
            <pc:docMk/>
            <pc:sldMk cId="3272146824" sldId="379"/>
            <ac:spMk id="22" creationId="{42DF95D4-DCA0-16F9-F0AA-B362FEC5F7D6}"/>
          </ac:spMkLst>
        </pc:spChg>
        <pc:spChg chg="mod">
          <ac:chgData name="Nádia Genebra Ahmad" userId="36126275-cace-419f-8e9b-04679c4f8ea6" providerId="ADAL" clId="{621D4C68-5DEB-4C53-850B-6EB333907ABF}" dt="2023-05-22T14:02:50.355" v="31"/>
          <ac:spMkLst>
            <pc:docMk/>
            <pc:sldMk cId="3272146824" sldId="379"/>
            <ac:spMk id="23" creationId="{117E4AC4-89A7-C0B6-1464-DD41E20B6109}"/>
          </ac:spMkLst>
        </pc:spChg>
        <pc:spChg chg="add del mod">
          <ac:chgData name="Nádia Genebra Ahmad" userId="36126275-cace-419f-8e9b-04679c4f8ea6" providerId="ADAL" clId="{621D4C68-5DEB-4C53-850B-6EB333907ABF}" dt="2023-05-22T14:03:57.264" v="65" actId="478"/>
          <ac:spMkLst>
            <pc:docMk/>
            <pc:sldMk cId="3272146824" sldId="379"/>
            <ac:spMk id="26" creationId="{C8A6A6FD-A7BE-769F-2FF3-CC117F8B29C0}"/>
          </ac:spMkLst>
        </pc:spChg>
        <pc:spChg chg="add mod">
          <ac:chgData name="Nádia Genebra Ahmad" userId="36126275-cace-419f-8e9b-04679c4f8ea6" providerId="ADAL" clId="{621D4C68-5DEB-4C53-850B-6EB333907ABF}" dt="2023-05-22T14:03:57.718" v="66"/>
          <ac:spMkLst>
            <pc:docMk/>
            <pc:sldMk cId="3272146824" sldId="379"/>
            <ac:spMk id="27" creationId="{8508AE87-C710-AA61-24EC-B9D6240174BC}"/>
          </ac:spMkLst>
        </pc:spChg>
        <pc:spChg chg="mod">
          <ac:chgData name="Nádia Genebra Ahmad" userId="36126275-cace-419f-8e9b-04679c4f8ea6" providerId="ADAL" clId="{621D4C68-5DEB-4C53-850B-6EB333907ABF}" dt="2023-05-22T14:03:57.718" v="66"/>
          <ac:spMkLst>
            <pc:docMk/>
            <pc:sldMk cId="3272146824" sldId="379"/>
            <ac:spMk id="29" creationId="{FD87F3E1-B559-A722-BC69-E684881A880B}"/>
          </ac:spMkLst>
        </pc:spChg>
        <pc:spChg chg="mod">
          <ac:chgData name="Nádia Genebra Ahmad" userId="36126275-cace-419f-8e9b-04679c4f8ea6" providerId="ADAL" clId="{621D4C68-5DEB-4C53-850B-6EB333907ABF}" dt="2023-05-22T14:03:57.718" v="66"/>
          <ac:spMkLst>
            <pc:docMk/>
            <pc:sldMk cId="3272146824" sldId="379"/>
            <ac:spMk id="30" creationId="{63041E96-9B94-AAE3-2238-34F32AC497FC}"/>
          </ac:spMkLst>
        </pc:spChg>
        <pc:spChg chg="add mod">
          <ac:chgData name="Nádia Genebra Ahmad" userId="36126275-cace-419f-8e9b-04679c4f8ea6" providerId="ADAL" clId="{621D4C68-5DEB-4C53-850B-6EB333907ABF}" dt="2023-05-22T14:03:57.718" v="66"/>
          <ac:spMkLst>
            <pc:docMk/>
            <pc:sldMk cId="3272146824" sldId="379"/>
            <ac:spMk id="33" creationId="{FF1C0768-08C9-38B5-284C-8F065416A3FE}"/>
          </ac:spMkLst>
        </pc:spChg>
        <pc:spChg chg="add mod">
          <ac:chgData name="Nádia Genebra Ahmad" userId="36126275-cace-419f-8e9b-04679c4f8ea6" providerId="ADAL" clId="{621D4C68-5DEB-4C53-850B-6EB333907ABF}" dt="2023-05-22T14:15:09.011" v="267" actId="20577"/>
          <ac:spMkLst>
            <pc:docMk/>
            <pc:sldMk cId="3272146824" sldId="379"/>
            <ac:spMk id="34" creationId="{6DAF9522-81E4-6371-7F8D-C0834D4D708A}"/>
          </ac:spMkLst>
        </pc:spChg>
        <pc:grpChg chg="add del mod">
          <ac:chgData name="Nádia Genebra Ahmad" userId="36126275-cace-419f-8e9b-04679c4f8ea6" providerId="ADAL" clId="{621D4C68-5DEB-4C53-850B-6EB333907ABF}" dt="2023-05-22T14:02:49.427" v="30" actId="478"/>
          <ac:grpSpMkLst>
            <pc:docMk/>
            <pc:sldMk cId="3272146824" sldId="379"/>
            <ac:grpSpMk id="3" creationId="{B985FBEF-F41A-1EB6-5DC4-1B57E31EA391}"/>
          </ac:grpSpMkLst>
        </pc:grpChg>
        <pc:grpChg chg="del">
          <ac:chgData name="Nádia Genebra Ahmad" userId="36126275-cace-419f-8e9b-04679c4f8ea6" providerId="ADAL" clId="{621D4C68-5DEB-4C53-850B-6EB333907ABF}" dt="2023-05-22T14:02:40.068" v="28" actId="478"/>
          <ac:grpSpMkLst>
            <pc:docMk/>
            <pc:sldMk cId="3272146824" sldId="379"/>
            <ac:grpSpMk id="10" creationId="{0DBA7960-CD0F-27A9-8BE9-CC6F479224FE}"/>
          </ac:grpSpMkLst>
        </pc:grpChg>
        <pc:grpChg chg="add del mod">
          <ac:chgData name="Nádia Genebra Ahmad" userId="36126275-cace-419f-8e9b-04679c4f8ea6" providerId="ADAL" clId="{621D4C68-5DEB-4C53-850B-6EB333907ABF}" dt="2023-05-22T14:03:57.264" v="65" actId="478"/>
          <ac:grpSpMkLst>
            <pc:docMk/>
            <pc:sldMk cId="3272146824" sldId="379"/>
            <ac:grpSpMk id="21" creationId="{A1A3FA1F-BDCB-3E04-C0E0-68525360E78E}"/>
          </ac:grpSpMkLst>
        </pc:grpChg>
        <pc:grpChg chg="add mod">
          <ac:chgData name="Nádia Genebra Ahmad" userId="36126275-cace-419f-8e9b-04679c4f8ea6" providerId="ADAL" clId="{621D4C68-5DEB-4C53-850B-6EB333907ABF}" dt="2023-05-22T14:03:57.718" v="66"/>
          <ac:grpSpMkLst>
            <pc:docMk/>
            <pc:sldMk cId="3272146824" sldId="379"/>
            <ac:grpSpMk id="28" creationId="{368CFCCC-C2BF-3A51-9468-0655C14186BC}"/>
          </ac:grpSpMkLst>
        </pc:grpChg>
        <pc:picChg chg="mod">
          <ac:chgData name="Nádia Genebra Ahmad" userId="36126275-cace-419f-8e9b-04679c4f8ea6" providerId="ADAL" clId="{621D4C68-5DEB-4C53-850B-6EB333907ABF}" dt="2023-05-22T14:02:40.472" v="29"/>
          <ac:picMkLst>
            <pc:docMk/>
            <pc:sldMk cId="3272146824" sldId="379"/>
            <ac:picMk id="13" creationId="{68117443-0265-888F-42FF-8F9B141D3A2E}"/>
          </ac:picMkLst>
        </pc:picChg>
        <pc:picChg chg="del">
          <ac:chgData name="Nádia Genebra Ahmad" userId="36126275-cace-419f-8e9b-04679c4f8ea6" providerId="ADAL" clId="{621D4C68-5DEB-4C53-850B-6EB333907ABF}" dt="2023-05-22T14:02:40.068" v="28" actId="478"/>
          <ac:picMkLst>
            <pc:docMk/>
            <pc:sldMk cId="3272146824" sldId="379"/>
            <ac:picMk id="15" creationId="{6A21EA30-DFE1-DA31-8977-D13539E4F5FD}"/>
          </ac:picMkLst>
        </pc:picChg>
        <pc:picChg chg="add del mod">
          <ac:chgData name="Nádia Genebra Ahmad" userId="36126275-cace-419f-8e9b-04679c4f8ea6" providerId="ADAL" clId="{621D4C68-5DEB-4C53-850B-6EB333907ABF}" dt="2023-05-22T14:02:49.427" v="30" actId="478"/>
          <ac:picMkLst>
            <pc:docMk/>
            <pc:sldMk cId="3272146824" sldId="379"/>
            <ac:picMk id="17" creationId="{2EA02DB7-AC98-1768-8684-DAB9D0448E46}"/>
          </ac:picMkLst>
        </pc:picChg>
        <pc:picChg chg="mod">
          <ac:chgData name="Nádia Genebra Ahmad" userId="36126275-cace-419f-8e9b-04679c4f8ea6" providerId="ADAL" clId="{621D4C68-5DEB-4C53-850B-6EB333907ABF}" dt="2023-05-22T14:02:50.355" v="31"/>
          <ac:picMkLst>
            <pc:docMk/>
            <pc:sldMk cId="3272146824" sldId="379"/>
            <ac:picMk id="24" creationId="{3FA4E58E-66AA-CB3B-EF6A-BCD115C53BA1}"/>
          </ac:picMkLst>
        </pc:picChg>
        <pc:picChg chg="add del mod">
          <ac:chgData name="Nádia Genebra Ahmad" userId="36126275-cace-419f-8e9b-04679c4f8ea6" providerId="ADAL" clId="{621D4C68-5DEB-4C53-850B-6EB333907ABF}" dt="2023-05-22T14:03:57.264" v="65" actId="478"/>
          <ac:picMkLst>
            <pc:docMk/>
            <pc:sldMk cId="3272146824" sldId="379"/>
            <ac:picMk id="25" creationId="{8753366B-566E-1E36-72C0-FA902C70AB6E}"/>
          </ac:picMkLst>
        </pc:picChg>
        <pc:picChg chg="mod">
          <ac:chgData name="Nádia Genebra Ahmad" userId="36126275-cace-419f-8e9b-04679c4f8ea6" providerId="ADAL" clId="{621D4C68-5DEB-4C53-850B-6EB333907ABF}" dt="2023-05-22T14:03:57.718" v="66"/>
          <ac:picMkLst>
            <pc:docMk/>
            <pc:sldMk cId="3272146824" sldId="379"/>
            <ac:picMk id="31" creationId="{F317C87C-CFFB-8D88-E2BF-FFD43AC31075}"/>
          </ac:picMkLst>
        </pc:picChg>
        <pc:picChg chg="add mod">
          <ac:chgData name="Nádia Genebra Ahmad" userId="36126275-cace-419f-8e9b-04679c4f8ea6" providerId="ADAL" clId="{621D4C68-5DEB-4C53-850B-6EB333907ABF}" dt="2023-05-22T14:03:57.718" v="66"/>
          <ac:picMkLst>
            <pc:docMk/>
            <pc:sldMk cId="3272146824" sldId="379"/>
            <ac:picMk id="32" creationId="{1151A196-9521-909E-EABB-D3E43D97A9C8}"/>
          </ac:picMkLst>
        </pc:picChg>
      </pc:sldChg>
      <pc:sldChg chg="addSp delSp modSp mod">
        <pc:chgData name="Nádia Genebra Ahmad" userId="36126275-cace-419f-8e9b-04679c4f8ea6" providerId="ADAL" clId="{621D4C68-5DEB-4C53-850B-6EB333907ABF}" dt="2023-05-22T14:06:50.531" v="108" actId="478"/>
        <pc:sldMkLst>
          <pc:docMk/>
          <pc:sldMk cId="53204883" sldId="386"/>
        </pc:sldMkLst>
        <pc:spChg chg="mod ord">
          <ac:chgData name="Nádia Genebra Ahmad" userId="36126275-cace-419f-8e9b-04679c4f8ea6" providerId="ADAL" clId="{621D4C68-5DEB-4C53-850B-6EB333907ABF}" dt="2023-05-22T14:06:46.609" v="107" actId="1076"/>
          <ac:spMkLst>
            <pc:docMk/>
            <pc:sldMk cId="53204883" sldId="386"/>
            <ac:spMk id="3" creationId="{193B487F-E8A5-AD20-DBA2-88F6BEA44FAA}"/>
          </ac:spMkLst>
        </pc:spChg>
        <pc:spChg chg="mod ord">
          <ac:chgData name="Nádia Genebra Ahmad" userId="36126275-cace-419f-8e9b-04679c4f8ea6" providerId="ADAL" clId="{621D4C68-5DEB-4C53-850B-6EB333907ABF}" dt="2023-05-22T14:06:46.609" v="107" actId="1076"/>
          <ac:spMkLst>
            <pc:docMk/>
            <pc:sldMk cId="53204883" sldId="386"/>
            <ac:spMk id="4" creationId="{1BDD73CE-A9D9-82FE-1A38-F853A5AE8679}"/>
          </ac:spMkLst>
        </pc:spChg>
        <pc:spChg chg="add mod">
          <ac:chgData name="Nádia Genebra Ahmad" userId="36126275-cace-419f-8e9b-04679c4f8ea6" providerId="ADAL" clId="{621D4C68-5DEB-4C53-850B-6EB333907ABF}" dt="2023-05-22T14:06:23.285" v="99"/>
          <ac:spMkLst>
            <pc:docMk/>
            <pc:sldMk cId="53204883" sldId="386"/>
            <ac:spMk id="6" creationId="{79DBD245-E9BC-0ED8-C6F1-DF392802B5B2}"/>
          </ac:spMkLst>
        </pc:spChg>
        <pc:spChg chg="mod">
          <ac:chgData name="Nádia Genebra Ahmad" userId="36126275-cace-419f-8e9b-04679c4f8ea6" providerId="ADAL" clId="{621D4C68-5DEB-4C53-850B-6EB333907ABF}" dt="2023-05-22T14:06:26.955" v="100"/>
          <ac:spMkLst>
            <pc:docMk/>
            <pc:sldMk cId="53204883" sldId="386"/>
            <ac:spMk id="15" creationId="{CAEE3485-A3EA-2DC6-458C-B2D6164FBA8D}"/>
          </ac:spMkLst>
        </pc:spChg>
        <pc:spChg chg="mod">
          <ac:chgData name="Nádia Genebra Ahmad" userId="36126275-cace-419f-8e9b-04679c4f8ea6" providerId="ADAL" clId="{621D4C68-5DEB-4C53-850B-6EB333907ABF}" dt="2023-05-22T14:06:30.067" v="102" actId="20577"/>
          <ac:spMkLst>
            <pc:docMk/>
            <pc:sldMk cId="53204883" sldId="386"/>
            <ac:spMk id="16" creationId="{835FF8B1-3E69-87CB-4140-427A6C3696E3}"/>
          </ac:spMkLst>
        </pc:spChg>
        <pc:spChg chg="add del mod">
          <ac:chgData name="Nádia Genebra Ahmad" userId="36126275-cace-419f-8e9b-04679c4f8ea6" providerId="ADAL" clId="{621D4C68-5DEB-4C53-850B-6EB333907ABF}" dt="2023-05-22T14:06:36.465" v="104" actId="478"/>
          <ac:spMkLst>
            <pc:docMk/>
            <pc:sldMk cId="53204883" sldId="386"/>
            <ac:spMk id="19" creationId="{41484CE6-C54F-2C31-1096-8BEDB4963DE4}"/>
          </ac:spMkLst>
        </pc:spChg>
        <pc:spChg chg="add del mod">
          <ac:chgData name="Nádia Genebra Ahmad" userId="36126275-cace-419f-8e9b-04679c4f8ea6" providerId="ADAL" clId="{621D4C68-5DEB-4C53-850B-6EB333907ABF}" dt="2023-05-22T14:06:36.465" v="104" actId="478"/>
          <ac:spMkLst>
            <pc:docMk/>
            <pc:sldMk cId="53204883" sldId="386"/>
            <ac:spMk id="20" creationId="{3BF1BF3B-7E81-DF04-4EF8-DB861BC4D28B}"/>
          </ac:spMkLst>
        </pc:spChg>
        <pc:spChg chg="del">
          <ac:chgData name="Nádia Genebra Ahmad" userId="36126275-cace-419f-8e9b-04679c4f8ea6" providerId="ADAL" clId="{621D4C68-5DEB-4C53-850B-6EB333907ABF}" dt="2023-05-22T14:06:18.415" v="97" actId="478"/>
          <ac:spMkLst>
            <pc:docMk/>
            <pc:sldMk cId="53204883" sldId="386"/>
            <ac:spMk id="21" creationId="{4A861E3C-DF78-831A-6B4E-F19807F35844}"/>
          </ac:spMkLst>
        </pc:spChg>
        <pc:grpChg chg="del">
          <ac:chgData name="Nádia Genebra Ahmad" userId="36126275-cace-419f-8e9b-04679c4f8ea6" providerId="ADAL" clId="{621D4C68-5DEB-4C53-850B-6EB333907ABF}" dt="2023-05-22T14:06:32.233" v="103" actId="478"/>
          <ac:grpSpMkLst>
            <pc:docMk/>
            <pc:sldMk cId="53204883" sldId="386"/>
            <ac:grpSpMk id="7" creationId="{C4CE682D-103F-5171-BF55-9310C09ACCB3}"/>
          </ac:grpSpMkLst>
        </pc:grpChg>
        <pc:grpChg chg="add mod">
          <ac:chgData name="Nádia Genebra Ahmad" userId="36126275-cace-419f-8e9b-04679c4f8ea6" providerId="ADAL" clId="{621D4C68-5DEB-4C53-850B-6EB333907ABF}" dt="2023-05-22T14:06:23.285" v="99"/>
          <ac:grpSpMkLst>
            <pc:docMk/>
            <pc:sldMk cId="53204883" sldId="386"/>
            <ac:grpSpMk id="13" creationId="{B031122F-38D3-5AD9-5C4C-2BE8ABA4225A}"/>
          </ac:grpSpMkLst>
        </pc:grpChg>
        <pc:picChg chg="del mod">
          <ac:chgData name="Nádia Genebra Ahmad" userId="36126275-cace-419f-8e9b-04679c4f8ea6" providerId="ADAL" clId="{621D4C68-5DEB-4C53-850B-6EB333907ABF}" dt="2023-05-22T14:06:50.531" v="108" actId="478"/>
          <ac:picMkLst>
            <pc:docMk/>
            <pc:sldMk cId="53204883" sldId="386"/>
            <ac:picMk id="2" creationId="{F64BAA2B-F28B-CB4D-2A2F-4AACC3125ADC}"/>
          </ac:picMkLst>
        </pc:picChg>
        <pc:picChg chg="mod">
          <ac:chgData name="Nádia Genebra Ahmad" userId="36126275-cace-419f-8e9b-04679c4f8ea6" providerId="ADAL" clId="{621D4C68-5DEB-4C53-850B-6EB333907ABF}" dt="2023-05-22T14:06:23.285" v="99"/>
          <ac:picMkLst>
            <pc:docMk/>
            <pc:sldMk cId="53204883" sldId="386"/>
            <ac:picMk id="17" creationId="{FA65CFA0-7D21-2317-07E9-AB7AA21BABAB}"/>
          </ac:picMkLst>
        </pc:picChg>
        <pc:picChg chg="add mod">
          <ac:chgData name="Nádia Genebra Ahmad" userId="36126275-cace-419f-8e9b-04679c4f8ea6" providerId="ADAL" clId="{621D4C68-5DEB-4C53-850B-6EB333907ABF}" dt="2023-05-22T14:06:23.285" v="99"/>
          <ac:picMkLst>
            <pc:docMk/>
            <pc:sldMk cId="53204883" sldId="386"/>
            <ac:picMk id="18" creationId="{8EC51A9F-ADED-C866-095F-4B706266BBD0}"/>
          </ac:picMkLst>
        </pc:picChg>
      </pc:sldChg>
      <pc:sldChg chg="addSp delSp modSp mod">
        <pc:chgData name="Nádia Genebra Ahmad" userId="36126275-cace-419f-8e9b-04679c4f8ea6" providerId="ADAL" clId="{621D4C68-5DEB-4C53-850B-6EB333907ABF}" dt="2023-05-22T14:07:43.373" v="122" actId="478"/>
        <pc:sldMkLst>
          <pc:docMk/>
          <pc:sldMk cId="3633615114" sldId="387"/>
        </pc:sldMkLst>
        <pc:spChg chg="add mod">
          <ac:chgData name="Nádia Genebra Ahmad" userId="36126275-cace-419f-8e9b-04679c4f8ea6" providerId="ADAL" clId="{621D4C68-5DEB-4C53-850B-6EB333907ABF}" dt="2023-05-22T14:07:06.097" v="111"/>
          <ac:spMkLst>
            <pc:docMk/>
            <pc:sldMk cId="3633615114" sldId="387"/>
            <ac:spMk id="3" creationId="{DF2F0B90-1AA7-72EA-CDAD-AEFD497610ED}"/>
          </ac:spMkLst>
        </pc:spChg>
        <pc:spChg chg="mod ord">
          <ac:chgData name="Nádia Genebra Ahmad" userId="36126275-cace-419f-8e9b-04679c4f8ea6" providerId="ADAL" clId="{621D4C68-5DEB-4C53-850B-6EB333907ABF}" dt="2023-05-22T14:07:39.496" v="121" actId="1036"/>
          <ac:spMkLst>
            <pc:docMk/>
            <pc:sldMk cId="3633615114" sldId="387"/>
            <ac:spMk id="4" creationId="{043D269C-FF76-6552-458C-28CC9803C4C9}"/>
          </ac:spMkLst>
        </pc:spChg>
        <pc:spChg chg="mod">
          <ac:chgData name="Nádia Genebra Ahmad" userId="36126275-cace-419f-8e9b-04679c4f8ea6" providerId="ADAL" clId="{621D4C68-5DEB-4C53-850B-6EB333907ABF}" dt="2023-05-22T14:07:10.789" v="112"/>
          <ac:spMkLst>
            <pc:docMk/>
            <pc:sldMk cId="3633615114" sldId="387"/>
            <ac:spMk id="11" creationId="{0A0A5849-4234-99D3-7365-C563CB5CDA71}"/>
          </ac:spMkLst>
        </pc:spChg>
        <pc:spChg chg="mod">
          <ac:chgData name="Nádia Genebra Ahmad" userId="36126275-cace-419f-8e9b-04679c4f8ea6" providerId="ADAL" clId="{621D4C68-5DEB-4C53-850B-6EB333907ABF}" dt="2023-05-22T14:07:23.664" v="117" actId="20577"/>
          <ac:spMkLst>
            <pc:docMk/>
            <pc:sldMk cId="3633615114" sldId="387"/>
            <ac:spMk id="12" creationId="{20EE5872-2941-54FD-426A-D8D17D30E613}"/>
          </ac:spMkLst>
        </pc:spChg>
        <pc:spChg chg="add del mod">
          <ac:chgData name="Nádia Genebra Ahmad" userId="36126275-cace-419f-8e9b-04679c4f8ea6" providerId="ADAL" clId="{621D4C68-5DEB-4C53-850B-6EB333907ABF}" dt="2023-05-22T14:07:33.837" v="119" actId="478"/>
          <ac:spMkLst>
            <pc:docMk/>
            <pc:sldMk cId="3633615114" sldId="387"/>
            <ac:spMk id="18" creationId="{305D4F95-D140-D96A-D953-712CFBA75CA3}"/>
          </ac:spMkLst>
        </pc:spChg>
        <pc:spChg chg="add del mod">
          <ac:chgData name="Nádia Genebra Ahmad" userId="36126275-cace-419f-8e9b-04679c4f8ea6" providerId="ADAL" clId="{621D4C68-5DEB-4C53-850B-6EB333907ABF}" dt="2023-05-22T14:07:33.837" v="119" actId="478"/>
          <ac:spMkLst>
            <pc:docMk/>
            <pc:sldMk cId="3633615114" sldId="387"/>
            <ac:spMk id="19" creationId="{AB664215-5882-D429-4927-53A5C1C038AF}"/>
          </ac:spMkLst>
        </pc:spChg>
        <pc:spChg chg="del">
          <ac:chgData name="Nádia Genebra Ahmad" userId="36126275-cace-419f-8e9b-04679c4f8ea6" providerId="ADAL" clId="{621D4C68-5DEB-4C53-850B-6EB333907ABF}" dt="2023-05-22T14:06:58.587" v="109" actId="478"/>
          <ac:spMkLst>
            <pc:docMk/>
            <pc:sldMk cId="3633615114" sldId="387"/>
            <ac:spMk id="27" creationId="{6481B16D-51F6-2D9C-D91B-FEABB084552C}"/>
          </ac:spMkLst>
        </pc:spChg>
        <pc:grpChg chg="del">
          <ac:chgData name="Nádia Genebra Ahmad" userId="36126275-cace-419f-8e9b-04679c4f8ea6" providerId="ADAL" clId="{621D4C68-5DEB-4C53-850B-6EB333907ABF}" dt="2023-05-22T14:07:17.079" v="115" actId="478"/>
          <ac:grpSpMkLst>
            <pc:docMk/>
            <pc:sldMk cId="3633615114" sldId="387"/>
            <ac:grpSpMk id="9" creationId="{3A68072B-86A9-9C49-1295-509349EFE934}"/>
          </ac:grpSpMkLst>
        </pc:grpChg>
        <pc:grpChg chg="add mod">
          <ac:chgData name="Nádia Genebra Ahmad" userId="36126275-cace-419f-8e9b-04679c4f8ea6" providerId="ADAL" clId="{621D4C68-5DEB-4C53-850B-6EB333907ABF}" dt="2023-05-22T14:07:06.097" v="111"/>
          <ac:grpSpMkLst>
            <pc:docMk/>
            <pc:sldMk cId="3633615114" sldId="387"/>
            <ac:grpSpMk id="10" creationId="{F4F26C2E-368F-39CF-D925-DEEE4DEEDE6A}"/>
          </ac:grpSpMkLst>
        </pc:grpChg>
        <pc:picChg chg="del mod">
          <ac:chgData name="Nádia Genebra Ahmad" userId="36126275-cace-419f-8e9b-04679c4f8ea6" providerId="ADAL" clId="{621D4C68-5DEB-4C53-850B-6EB333907ABF}" dt="2023-05-22T14:07:43.373" v="122" actId="478"/>
          <ac:picMkLst>
            <pc:docMk/>
            <pc:sldMk cId="3633615114" sldId="387"/>
            <ac:picMk id="2" creationId="{E3420929-B696-862F-143E-E9276F10A857}"/>
          </ac:picMkLst>
        </pc:picChg>
        <pc:picChg chg="mod">
          <ac:chgData name="Nádia Genebra Ahmad" userId="36126275-cace-419f-8e9b-04679c4f8ea6" providerId="ADAL" clId="{621D4C68-5DEB-4C53-850B-6EB333907ABF}" dt="2023-05-22T14:07:06.097" v="111"/>
          <ac:picMkLst>
            <pc:docMk/>
            <pc:sldMk cId="3633615114" sldId="387"/>
            <ac:picMk id="13" creationId="{8F87E1AD-18AE-642D-5AB3-0772B2C9F9BC}"/>
          </ac:picMkLst>
        </pc:picChg>
        <pc:picChg chg="add mod">
          <ac:chgData name="Nádia Genebra Ahmad" userId="36126275-cace-419f-8e9b-04679c4f8ea6" providerId="ADAL" clId="{621D4C68-5DEB-4C53-850B-6EB333907ABF}" dt="2023-05-22T14:07:06.097" v="111"/>
          <ac:picMkLst>
            <pc:docMk/>
            <pc:sldMk cId="3633615114" sldId="387"/>
            <ac:picMk id="17" creationId="{A255DAD6-13FA-A16B-B30D-4A83B0B3E826}"/>
          </ac:picMkLst>
        </pc:picChg>
      </pc:sldChg>
      <pc:sldChg chg="addSp delSp modSp mod">
        <pc:chgData name="Nádia Genebra Ahmad" userId="36126275-cace-419f-8e9b-04679c4f8ea6" providerId="ADAL" clId="{621D4C68-5DEB-4C53-850B-6EB333907ABF}" dt="2023-05-22T14:06:04.322" v="96" actId="478"/>
        <pc:sldMkLst>
          <pc:docMk/>
          <pc:sldMk cId="3743191074" sldId="390"/>
        </pc:sldMkLst>
        <pc:spChg chg="mod ord">
          <ac:chgData name="Nádia Genebra Ahmad" userId="36126275-cace-419f-8e9b-04679c4f8ea6" providerId="ADAL" clId="{621D4C68-5DEB-4C53-850B-6EB333907ABF}" dt="2023-05-22T14:05:59.825" v="95" actId="1036"/>
          <ac:spMkLst>
            <pc:docMk/>
            <pc:sldMk cId="3743191074" sldId="390"/>
            <ac:spMk id="3" creationId="{7EBE5684-F81C-8B42-186A-E425180B2489}"/>
          </ac:spMkLst>
        </pc:spChg>
        <pc:spChg chg="add del mod">
          <ac:chgData name="Nádia Genebra Ahmad" userId="36126275-cace-419f-8e9b-04679c4f8ea6" providerId="ADAL" clId="{621D4C68-5DEB-4C53-850B-6EB333907ABF}" dt="2023-05-22T14:05:20.628" v="83"/>
          <ac:spMkLst>
            <pc:docMk/>
            <pc:sldMk cId="3743191074" sldId="390"/>
            <ac:spMk id="4" creationId="{B5659F7E-9CAA-0B3F-C336-E839C2BB53D9}"/>
          </ac:spMkLst>
        </pc:spChg>
        <pc:spChg chg="mod">
          <ac:chgData name="Nádia Genebra Ahmad" userId="36126275-cace-419f-8e9b-04679c4f8ea6" providerId="ADAL" clId="{621D4C68-5DEB-4C53-850B-6EB333907ABF}" dt="2023-05-22T14:05:16.234" v="82"/>
          <ac:spMkLst>
            <pc:docMk/>
            <pc:sldMk cId="3743191074" sldId="390"/>
            <ac:spMk id="8" creationId="{5BE305E2-5549-A85D-6AD8-B49574407006}"/>
          </ac:spMkLst>
        </pc:spChg>
        <pc:spChg chg="mod">
          <ac:chgData name="Nádia Genebra Ahmad" userId="36126275-cace-419f-8e9b-04679c4f8ea6" providerId="ADAL" clId="{621D4C68-5DEB-4C53-850B-6EB333907ABF}" dt="2023-05-22T14:05:16.234" v="82"/>
          <ac:spMkLst>
            <pc:docMk/>
            <pc:sldMk cId="3743191074" sldId="390"/>
            <ac:spMk id="9" creationId="{8FCB2DFC-CEAE-BC8A-51DE-768490E73580}"/>
          </ac:spMkLst>
        </pc:spChg>
        <pc:spChg chg="add mod">
          <ac:chgData name="Nádia Genebra Ahmad" userId="36126275-cace-419f-8e9b-04679c4f8ea6" providerId="ADAL" clId="{621D4C68-5DEB-4C53-850B-6EB333907ABF}" dt="2023-05-22T14:05:29.121" v="86"/>
          <ac:spMkLst>
            <pc:docMk/>
            <pc:sldMk cId="3743191074" sldId="390"/>
            <ac:spMk id="13" creationId="{1B7AFF5F-46D3-7489-5604-3BAFE3FF40CB}"/>
          </ac:spMkLst>
        </pc:spChg>
        <pc:spChg chg="mod">
          <ac:chgData name="Nádia Genebra Ahmad" userId="36126275-cace-419f-8e9b-04679c4f8ea6" providerId="ADAL" clId="{621D4C68-5DEB-4C53-850B-6EB333907ABF}" dt="2023-05-22T14:05:34.572" v="87"/>
          <ac:spMkLst>
            <pc:docMk/>
            <pc:sldMk cId="3743191074" sldId="390"/>
            <ac:spMk id="18" creationId="{09948EFD-D9ED-189C-FF37-624EBF0025F1}"/>
          </ac:spMkLst>
        </pc:spChg>
        <pc:spChg chg="mod">
          <ac:chgData name="Nádia Genebra Ahmad" userId="36126275-cace-419f-8e9b-04679c4f8ea6" providerId="ADAL" clId="{621D4C68-5DEB-4C53-850B-6EB333907ABF}" dt="2023-05-22T14:05:39.813" v="89" actId="20577"/>
          <ac:spMkLst>
            <pc:docMk/>
            <pc:sldMk cId="3743191074" sldId="390"/>
            <ac:spMk id="19" creationId="{593BDD7F-5B16-3A71-95A0-CB045E02CB24}"/>
          </ac:spMkLst>
        </pc:spChg>
        <pc:spChg chg="mod ord">
          <ac:chgData name="Nádia Genebra Ahmad" userId="36126275-cace-419f-8e9b-04679c4f8ea6" providerId="ADAL" clId="{621D4C68-5DEB-4C53-850B-6EB333907ABF}" dt="2023-05-22T14:05:59.825" v="95" actId="1036"/>
          <ac:spMkLst>
            <pc:docMk/>
            <pc:sldMk cId="3743191074" sldId="390"/>
            <ac:spMk id="20" creationId="{6C4A0C4F-C09D-C24B-88F3-124DB4F8F41C}"/>
          </ac:spMkLst>
        </pc:spChg>
        <pc:spChg chg="del">
          <ac:chgData name="Nádia Genebra Ahmad" userId="36126275-cace-419f-8e9b-04679c4f8ea6" providerId="ADAL" clId="{621D4C68-5DEB-4C53-850B-6EB333907ABF}" dt="2023-05-22T14:05:23.355" v="84" actId="478"/>
          <ac:spMkLst>
            <pc:docMk/>
            <pc:sldMk cId="3743191074" sldId="390"/>
            <ac:spMk id="26" creationId="{C0A401FF-3034-07B1-E595-F5E03262B360}"/>
          </ac:spMkLst>
        </pc:spChg>
        <pc:grpChg chg="add del mod">
          <ac:chgData name="Nádia Genebra Ahmad" userId="36126275-cace-419f-8e9b-04679c4f8ea6" providerId="ADAL" clId="{621D4C68-5DEB-4C53-850B-6EB333907ABF}" dt="2023-05-22T14:05:20.628" v="83"/>
          <ac:grpSpMkLst>
            <pc:docMk/>
            <pc:sldMk cId="3743191074" sldId="390"/>
            <ac:grpSpMk id="6" creationId="{7A5A41D7-CED5-74AE-46B8-12169550D4E6}"/>
          </ac:grpSpMkLst>
        </pc:grpChg>
        <pc:grpChg chg="del">
          <ac:chgData name="Nádia Genebra Ahmad" userId="36126275-cace-419f-8e9b-04679c4f8ea6" providerId="ADAL" clId="{621D4C68-5DEB-4C53-850B-6EB333907ABF}" dt="2023-05-22T14:05:43.293" v="90" actId="478"/>
          <ac:grpSpMkLst>
            <pc:docMk/>
            <pc:sldMk cId="3743191074" sldId="390"/>
            <ac:grpSpMk id="12" creationId="{D0082875-905A-E50D-8E41-50C72A4EB936}"/>
          </ac:grpSpMkLst>
        </pc:grpChg>
        <pc:grpChg chg="add mod">
          <ac:chgData name="Nádia Genebra Ahmad" userId="36126275-cace-419f-8e9b-04679c4f8ea6" providerId="ADAL" clId="{621D4C68-5DEB-4C53-850B-6EB333907ABF}" dt="2023-05-22T14:05:29.121" v="86"/>
          <ac:grpSpMkLst>
            <pc:docMk/>
            <pc:sldMk cId="3743191074" sldId="390"/>
            <ac:grpSpMk id="17" creationId="{5C813D72-10E5-2616-6917-5B02833A116E}"/>
          </ac:grpSpMkLst>
        </pc:grpChg>
        <pc:picChg chg="del mod">
          <ac:chgData name="Nádia Genebra Ahmad" userId="36126275-cace-419f-8e9b-04679c4f8ea6" providerId="ADAL" clId="{621D4C68-5DEB-4C53-850B-6EB333907ABF}" dt="2023-05-22T14:06:04.322" v="96" actId="478"/>
          <ac:picMkLst>
            <pc:docMk/>
            <pc:sldMk cId="3743191074" sldId="390"/>
            <ac:picMk id="2" creationId="{FCA04899-F7F5-A70D-B2AD-C987729FECDC}"/>
          </ac:picMkLst>
        </pc:picChg>
        <pc:picChg chg="mod">
          <ac:chgData name="Nádia Genebra Ahmad" userId="36126275-cace-419f-8e9b-04679c4f8ea6" providerId="ADAL" clId="{621D4C68-5DEB-4C53-850B-6EB333907ABF}" dt="2023-05-22T14:05:16.234" v="82"/>
          <ac:picMkLst>
            <pc:docMk/>
            <pc:sldMk cId="3743191074" sldId="390"/>
            <ac:picMk id="10" creationId="{1B7D08F2-935F-AC4E-2A7B-026FB56631C0}"/>
          </ac:picMkLst>
        </pc:picChg>
        <pc:picChg chg="add del mod">
          <ac:chgData name="Nádia Genebra Ahmad" userId="36126275-cace-419f-8e9b-04679c4f8ea6" providerId="ADAL" clId="{621D4C68-5DEB-4C53-850B-6EB333907ABF}" dt="2023-05-22T14:05:20.628" v="83"/>
          <ac:picMkLst>
            <pc:docMk/>
            <pc:sldMk cId="3743191074" sldId="390"/>
            <ac:picMk id="11" creationId="{8B5CEF43-B231-084C-644D-92B06036EF5C}"/>
          </ac:picMkLst>
        </pc:picChg>
        <pc:picChg chg="mod">
          <ac:chgData name="Nádia Genebra Ahmad" userId="36126275-cace-419f-8e9b-04679c4f8ea6" providerId="ADAL" clId="{621D4C68-5DEB-4C53-850B-6EB333907ABF}" dt="2023-05-22T14:05:29.121" v="86"/>
          <ac:picMkLst>
            <pc:docMk/>
            <pc:sldMk cId="3743191074" sldId="390"/>
            <ac:picMk id="21" creationId="{C4B20051-9B1E-1272-CF89-4917CD75945E}"/>
          </ac:picMkLst>
        </pc:picChg>
        <pc:picChg chg="add mod">
          <ac:chgData name="Nádia Genebra Ahmad" userId="36126275-cace-419f-8e9b-04679c4f8ea6" providerId="ADAL" clId="{621D4C68-5DEB-4C53-850B-6EB333907ABF}" dt="2023-05-22T14:05:29.121" v="86"/>
          <ac:picMkLst>
            <pc:docMk/>
            <pc:sldMk cId="3743191074" sldId="390"/>
            <ac:picMk id="22" creationId="{DE50BAEC-7A5E-69B2-01F4-6DDA56759006}"/>
          </ac:picMkLst>
        </pc:picChg>
      </pc:sldChg>
      <pc:sldChg chg="addSp delSp modSp mod">
        <pc:chgData name="Nádia Genebra Ahmad" userId="36126275-cace-419f-8e9b-04679c4f8ea6" providerId="ADAL" clId="{621D4C68-5DEB-4C53-850B-6EB333907ABF}" dt="2023-05-22T14:03:31.202" v="59" actId="1036"/>
        <pc:sldMkLst>
          <pc:docMk/>
          <pc:sldMk cId="1160359228" sldId="396"/>
        </pc:sldMkLst>
        <pc:spChg chg="add del mod">
          <ac:chgData name="Nádia Genebra Ahmad" userId="36126275-cace-419f-8e9b-04679c4f8ea6" providerId="ADAL" clId="{621D4C68-5DEB-4C53-850B-6EB333907ABF}" dt="2023-05-22T14:03:20.395" v="37" actId="478"/>
          <ac:spMkLst>
            <pc:docMk/>
            <pc:sldMk cId="1160359228" sldId="396"/>
            <ac:spMk id="4" creationId="{466F9655-0A9B-BE42-C6E7-238054A4C915}"/>
          </ac:spMkLst>
        </pc:spChg>
        <pc:spChg chg="add mod">
          <ac:chgData name="Nádia Genebra Ahmad" userId="36126275-cace-419f-8e9b-04679c4f8ea6" providerId="ADAL" clId="{621D4C68-5DEB-4C53-850B-6EB333907ABF}" dt="2023-05-22T14:03:31.202" v="59" actId="1036"/>
          <ac:spMkLst>
            <pc:docMk/>
            <pc:sldMk cId="1160359228" sldId="396"/>
            <ac:spMk id="6" creationId="{6A9CAD3E-AA82-F02F-75C1-28FB1B93BA59}"/>
          </ac:spMkLst>
        </pc:spChg>
        <pc:spChg chg="mod">
          <ac:chgData name="Nádia Genebra Ahmad" userId="36126275-cace-419f-8e9b-04679c4f8ea6" providerId="ADAL" clId="{621D4C68-5DEB-4C53-850B-6EB333907ABF}" dt="2023-05-22T14:03:15.898" v="36"/>
          <ac:spMkLst>
            <pc:docMk/>
            <pc:sldMk cId="1160359228" sldId="396"/>
            <ac:spMk id="10" creationId="{F318386A-8306-CFCD-9DD9-EDDC0E113C5E}"/>
          </ac:spMkLst>
        </pc:spChg>
        <pc:spChg chg="mod">
          <ac:chgData name="Nádia Genebra Ahmad" userId="36126275-cace-419f-8e9b-04679c4f8ea6" providerId="ADAL" clId="{621D4C68-5DEB-4C53-850B-6EB333907ABF}" dt="2023-05-22T14:03:15.898" v="36"/>
          <ac:spMkLst>
            <pc:docMk/>
            <pc:sldMk cId="1160359228" sldId="396"/>
            <ac:spMk id="11" creationId="{8A3A8950-E062-E0A4-E3C8-DE7AB95298B2}"/>
          </ac:spMkLst>
        </pc:spChg>
        <pc:spChg chg="add mod">
          <ac:chgData name="Nádia Genebra Ahmad" userId="36126275-cace-419f-8e9b-04679c4f8ea6" providerId="ADAL" clId="{621D4C68-5DEB-4C53-850B-6EB333907ABF}" dt="2023-05-22T14:03:15.898" v="36"/>
          <ac:spMkLst>
            <pc:docMk/>
            <pc:sldMk cId="1160359228" sldId="396"/>
            <ac:spMk id="17" creationId="{06507C28-C1BD-2AC5-CD35-1D78FAE4E6AF}"/>
          </ac:spMkLst>
        </pc:spChg>
        <pc:spChg chg="del">
          <ac:chgData name="Nádia Genebra Ahmad" userId="36126275-cace-419f-8e9b-04679c4f8ea6" providerId="ADAL" clId="{621D4C68-5DEB-4C53-850B-6EB333907ABF}" dt="2023-05-22T14:03:15.460" v="35" actId="478"/>
          <ac:spMkLst>
            <pc:docMk/>
            <pc:sldMk cId="1160359228" sldId="396"/>
            <ac:spMk id="80" creationId="{00000000-0000-0000-0000-000000000000}"/>
          </ac:spMkLst>
        </pc:spChg>
        <pc:spChg chg="del">
          <ac:chgData name="Nádia Genebra Ahmad" userId="36126275-cace-419f-8e9b-04679c4f8ea6" providerId="ADAL" clId="{621D4C68-5DEB-4C53-850B-6EB333907ABF}" dt="2023-05-22T14:03:15.460" v="35" actId="478"/>
          <ac:spMkLst>
            <pc:docMk/>
            <pc:sldMk cId="1160359228" sldId="396"/>
            <ac:spMk id="81" creationId="{00000000-0000-0000-0000-000000000000}"/>
          </ac:spMkLst>
        </pc:spChg>
        <pc:grpChg chg="add mod">
          <ac:chgData name="Nádia Genebra Ahmad" userId="36126275-cace-419f-8e9b-04679c4f8ea6" providerId="ADAL" clId="{621D4C68-5DEB-4C53-850B-6EB333907ABF}" dt="2023-05-22T14:03:31.202" v="59" actId="1036"/>
          <ac:grpSpMkLst>
            <pc:docMk/>
            <pc:sldMk cId="1160359228" sldId="396"/>
            <ac:grpSpMk id="8" creationId="{B1B1D905-42B7-E852-6B34-C65E8852E4CD}"/>
          </ac:grpSpMkLst>
        </pc:grpChg>
        <pc:picChg chg="mod">
          <ac:chgData name="Nádia Genebra Ahmad" userId="36126275-cace-419f-8e9b-04679c4f8ea6" providerId="ADAL" clId="{621D4C68-5DEB-4C53-850B-6EB333907ABF}" dt="2023-05-22T14:03:15.898" v="36"/>
          <ac:picMkLst>
            <pc:docMk/>
            <pc:sldMk cId="1160359228" sldId="396"/>
            <ac:picMk id="12" creationId="{0EBAC516-B49C-4D13-ECBC-4FB4B35C4416}"/>
          </ac:picMkLst>
        </pc:picChg>
        <pc:picChg chg="add mod">
          <ac:chgData name="Nádia Genebra Ahmad" userId="36126275-cace-419f-8e9b-04679c4f8ea6" providerId="ADAL" clId="{621D4C68-5DEB-4C53-850B-6EB333907ABF}" dt="2023-05-22T14:03:15.898" v="36"/>
          <ac:picMkLst>
            <pc:docMk/>
            <pc:sldMk cId="1160359228" sldId="396"/>
            <ac:picMk id="16" creationId="{96E1B60F-F59D-747E-F179-2D3E7B98A645}"/>
          </ac:picMkLst>
        </pc:picChg>
      </pc:sldChg>
      <pc:sldChg chg="addSp delSp modSp mod">
        <pc:chgData name="Nádia Genebra Ahmad" userId="36126275-cace-419f-8e9b-04679c4f8ea6" providerId="ADAL" clId="{621D4C68-5DEB-4C53-850B-6EB333907ABF}" dt="2023-05-22T14:04:13.522" v="69"/>
        <pc:sldMkLst>
          <pc:docMk/>
          <pc:sldMk cId="1352839392" sldId="397"/>
        </pc:sldMkLst>
        <pc:spChg chg="add del mod">
          <ac:chgData name="Nádia Genebra Ahmad" userId="36126275-cace-419f-8e9b-04679c4f8ea6" providerId="ADAL" clId="{621D4C68-5DEB-4C53-850B-6EB333907ABF}" dt="2023-05-22T14:04:13.147" v="68" actId="478"/>
          <ac:spMkLst>
            <pc:docMk/>
            <pc:sldMk cId="1352839392" sldId="397"/>
            <ac:spMk id="6" creationId="{B40BC004-A6A7-3BA2-3B39-1131D3A5E608}"/>
          </ac:spMkLst>
        </pc:spChg>
        <pc:spChg chg="add mod">
          <ac:chgData name="Nádia Genebra Ahmad" userId="36126275-cace-419f-8e9b-04679c4f8ea6" providerId="ADAL" clId="{621D4C68-5DEB-4C53-850B-6EB333907ABF}" dt="2023-05-22T14:04:13.522" v="69"/>
          <ac:spMkLst>
            <pc:docMk/>
            <pc:sldMk cId="1352839392" sldId="397"/>
            <ac:spMk id="7" creationId="{487DA6CC-E916-1BA6-E674-C18FCF8E814C}"/>
          </ac:spMkLst>
        </pc:spChg>
        <pc:spChg chg="mod">
          <ac:chgData name="Nádia Genebra Ahmad" userId="36126275-cace-419f-8e9b-04679c4f8ea6" providerId="ADAL" clId="{621D4C68-5DEB-4C53-850B-6EB333907ABF}" dt="2023-05-22T14:04:13.522" v="69"/>
          <ac:spMkLst>
            <pc:docMk/>
            <pc:sldMk cId="1352839392" sldId="397"/>
            <ac:spMk id="10" creationId="{94984D4E-1A24-F1A5-50C9-6100AA98A76E}"/>
          </ac:spMkLst>
        </pc:spChg>
        <pc:spChg chg="mod">
          <ac:chgData name="Nádia Genebra Ahmad" userId="36126275-cace-419f-8e9b-04679c4f8ea6" providerId="ADAL" clId="{621D4C68-5DEB-4C53-850B-6EB333907ABF}" dt="2023-05-22T14:04:13.522" v="69"/>
          <ac:spMkLst>
            <pc:docMk/>
            <pc:sldMk cId="1352839392" sldId="397"/>
            <ac:spMk id="11" creationId="{3D20FADD-67DA-7D18-28AB-CCE5CBDCDA02}"/>
          </ac:spMkLst>
        </pc:spChg>
        <pc:spChg chg="add mod">
          <ac:chgData name="Nádia Genebra Ahmad" userId="36126275-cace-419f-8e9b-04679c4f8ea6" providerId="ADAL" clId="{621D4C68-5DEB-4C53-850B-6EB333907ABF}" dt="2023-05-22T14:04:13.522" v="69"/>
          <ac:spMkLst>
            <pc:docMk/>
            <pc:sldMk cId="1352839392" sldId="397"/>
            <ac:spMk id="15" creationId="{6684AF37-BF19-5AC6-8A1B-7091291FA87B}"/>
          </ac:spMkLst>
        </pc:spChg>
        <pc:spChg chg="del">
          <ac:chgData name="Nádia Genebra Ahmad" userId="36126275-cace-419f-8e9b-04679c4f8ea6" providerId="ADAL" clId="{621D4C68-5DEB-4C53-850B-6EB333907ABF}" dt="2023-05-22T14:04:10.616" v="67" actId="478"/>
          <ac:spMkLst>
            <pc:docMk/>
            <pc:sldMk cId="1352839392" sldId="397"/>
            <ac:spMk id="80" creationId="{00000000-0000-0000-0000-000000000000}"/>
          </ac:spMkLst>
        </pc:spChg>
        <pc:spChg chg="del">
          <ac:chgData name="Nádia Genebra Ahmad" userId="36126275-cace-419f-8e9b-04679c4f8ea6" providerId="ADAL" clId="{621D4C68-5DEB-4C53-850B-6EB333907ABF}" dt="2023-05-22T14:04:10.616" v="67" actId="478"/>
          <ac:spMkLst>
            <pc:docMk/>
            <pc:sldMk cId="1352839392" sldId="397"/>
            <ac:spMk id="81" creationId="{00000000-0000-0000-0000-000000000000}"/>
          </ac:spMkLst>
        </pc:spChg>
        <pc:grpChg chg="add mod">
          <ac:chgData name="Nádia Genebra Ahmad" userId="36126275-cace-419f-8e9b-04679c4f8ea6" providerId="ADAL" clId="{621D4C68-5DEB-4C53-850B-6EB333907ABF}" dt="2023-05-22T14:04:13.522" v="69"/>
          <ac:grpSpMkLst>
            <pc:docMk/>
            <pc:sldMk cId="1352839392" sldId="397"/>
            <ac:grpSpMk id="9" creationId="{716EDD50-416A-2A64-8248-AB5DA8F8A256}"/>
          </ac:grpSpMkLst>
        </pc:grpChg>
        <pc:picChg chg="mod">
          <ac:chgData name="Nádia Genebra Ahmad" userId="36126275-cace-419f-8e9b-04679c4f8ea6" providerId="ADAL" clId="{621D4C68-5DEB-4C53-850B-6EB333907ABF}" dt="2023-05-22T14:04:13.522" v="69"/>
          <ac:picMkLst>
            <pc:docMk/>
            <pc:sldMk cId="1352839392" sldId="397"/>
            <ac:picMk id="12" creationId="{78D33BC6-DFB9-47DE-68C3-1E0DF11238E9}"/>
          </ac:picMkLst>
        </pc:picChg>
        <pc:picChg chg="add mod">
          <ac:chgData name="Nádia Genebra Ahmad" userId="36126275-cace-419f-8e9b-04679c4f8ea6" providerId="ADAL" clId="{621D4C68-5DEB-4C53-850B-6EB333907ABF}" dt="2023-05-22T14:04:13.522" v="69"/>
          <ac:picMkLst>
            <pc:docMk/>
            <pc:sldMk cId="1352839392" sldId="397"/>
            <ac:picMk id="14" creationId="{E734E125-0DE6-32AA-57CF-867370548E3C}"/>
          </ac:picMkLst>
        </pc:picChg>
      </pc:sldChg>
      <pc:sldChg chg="addSp delSp modSp mod">
        <pc:chgData name="Nádia Genebra Ahmad" userId="36126275-cace-419f-8e9b-04679c4f8ea6" providerId="ADAL" clId="{621D4C68-5DEB-4C53-850B-6EB333907ABF}" dt="2023-05-22T14:09:55.896" v="263" actId="478"/>
        <pc:sldMkLst>
          <pc:docMk/>
          <pc:sldMk cId="1348133834" sldId="398"/>
        </pc:sldMkLst>
        <pc:spChg chg="add del mod">
          <ac:chgData name="Nádia Genebra Ahmad" userId="36126275-cace-419f-8e9b-04679c4f8ea6" providerId="ADAL" clId="{621D4C68-5DEB-4C53-850B-6EB333907ABF}" dt="2023-05-22T14:04:20.423" v="71" actId="478"/>
          <ac:spMkLst>
            <pc:docMk/>
            <pc:sldMk cId="1348133834" sldId="398"/>
            <ac:spMk id="3" creationId="{A835C32D-4B0B-F50F-8A3C-75ED7AEFEE44}"/>
          </ac:spMkLst>
        </pc:spChg>
        <pc:spChg chg="add mod">
          <ac:chgData name="Nádia Genebra Ahmad" userId="36126275-cace-419f-8e9b-04679c4f8ea6" providerId="ADAL" clId="{621D4C68-5DEB-4C53-850B-6EB333907ABF}" dt="2023-05-22T14:04:20.755" v="72"/>
          <ac:spMkLst>
            <pc:docMk/>
            <pc:sldMk cId="1348133834" sldId="398"/>
            <ac:spMk id="4" creationId="{20C68D9C-6F8E-649F-55FA-77412190F0AC}"/>
          </ac:spMkLst>
        </pc:spChg>
        <pc:spChg chg="del">
          <ac:chgData name="Nádia Genebra Ahmad" userId="36126275-cace-419f-8e9b-04679c4f8ea6" providerId="ADAL" clId="{621D4C68-5DEB-4C53-850B-6EB333907ABF}" dt="2023-05-22T14:09:55.896" v="263" actId="478"/>
          <ac:spMkLst>
            <pc:docMk/>
            <pc:sldMk cId="1348133834" sldId="398"/>
            <ac:spMk id="9" creationId="{A57DC5CB-77ED-03C2-2D19-A29697B1EFB1}"/>
          </ac:spMkLst>
        </pc:spChg>
        <pc:spChg chg="mod">
          <ac:chgData name="Nádia Genebra Ahmad" userId="36126275-cace-419f-8e9b-04679c4f8ea6" providerId="ADAL" clId="{621D4C68-5DEB-4C53-850B-6EB333907ABF}" dt="2023-05-22T14:04:20.755" v="72"/>
          <ac:spMkLst>
            <pc:docMk/>
            <pc:sldMk cId="1348133834" sldId="398"/>
            <ac:spMk id="11" creationId="{FFC43A09-1E9F-EB2D-1CF6-BDB1BCA51BB9}"/>
          </ac:spMkLst>
        </pc:spChg>
        <pc:spChg chg="mod">
          <ac:chgData name="Nádia Genebra Ahmad" userId="36126275-cace-419f-8e9b-04679c4f8ea6" providerId="ADAL" clId="{621D4C68-5DEB-4C53-850B-6EB333907ABF}" dt="2023-05-22T14:04:20.755" v="72"/>
          <ac:spMkLst>
            <pc:docMk/>
            <pc:sldMk cId="1348133834" sldId="398"/>
            <ac:spMk id="12" creationId="{44E8AF05-0D5B-95E5-CEBD-A96C2B01956D}"/>
          </ac:spMkLst>
        </pc:spChg>
        <pc:spChg chg="add mod">
          <ac:chgData name="Nádia Genebra Ahmad" userId="36126275-cace-419f-8e9b-04679c4f8ea6" providerId="ADAL" clId="{621D4C68-5DEB-4C53-850B-6EB333907ABF}" dt="2023-05-22T14:04:20.755" v="72"/>
          <ac:spMkLst>
            <pc:docMk/>
            <pc:sldMk cId="1348133834" sldId="398"/>
            <ac:spMk id="16" creationId="{BC834944-BF81-FB36-64DD-2B3B3841416D}"/>
          </ac:spMkLst>
        </pc:spChg>
        <pc:spChg chg="del">
          <ac:chgData name="Nádia Genebra Ahmad" userId="36126275-cace-419f-8e9b-04679c4f8ea6" providerId="ADAL" clId="{621D4C68-5DEB-4C53-850B-6EB333907ABF}" dt="2023-05-22T14:04:18.678" v="70" actId="478"/>
          <ac:spMkLst>
            <pc:docMk/>
            <pc:sldMk cId="1348133834" sldId="398"/>
            <ac:spMk id="80" creationId="{00000000-0000-0000-0000-000000000000}"/>
          </ac:spMkLst>
        </pc:spChg>
        <pc:spChg chg="del">
          <ac:chgData name="Nádia Genebra Ahmad" userId="36126275-cace-419f-8e9b-04679c4f8ea6" providerId="ADAL" clId="{621D4C68-5DEB-4C53-850B-6EB333907ABF}" dt="2023-05-22T14:04:18.678" v="70" actId="478"/>
          <ac:spMkLst>
            <pc:docMk/>
            <pc:sldMk cId="1348133834" sldId="398"/>
            <ac:spMk id="81" creationId="{00000000-0000-0000-0000-000000000000}"/>
          </ac:spMkLst>
        </pc:spChg>
        <pc:grpChg chg="add mod">
          <ac:chgData name="Nádia Genebra Ahmad" userId="36126275-cace-419f-8e9b-04679c4f8ea6" providerId="ADAL" clId="{621D4C68-5DEB-4C53-850B-6EB333907ABF}" dt="2023-05-22T14:04:20.755" v="72"/>
          <ac:grpSpMkLst>
            <pc:docMk/>
            <pc:sldMk cId="1348133834" sldId="398"/>
            <ac:grpSpMk id="10" creationId="{30D9952C-1B23-ECB8-0567-EFF1779E0B41}"/>
          </ac:grpSpMkLst>
        </pc:grpChg>
        <pc:graphicFrameChg chg="mod">
          <ac:chgData name="Nádia Genebra Ahmad" userId="36126275-cace-419f-8e9b-04679c4f8ea6" providerId="ADAL" clId="{621D4C68-5DEB-4C53-850B-6EB333907ABF}" dt="2023-05-22T14:09:53.630" v="262"/>
          <ac:graphicFrameMkLst>
            <pc:docMk/>
            <pc:sldMk cId="1348133834" sldId="398"/>
            <ac:graphicFrameMk id="20" creationId="{94EF0D11-64A1-95A7-5896-603B980711CC}"/>
          </ac:graphicFrameMkLst>
        </pc:graphicFrameChg>
        <pc:picChg chg="mod">
          <ac:chgData name="Nádia Genebra Ahmad" userId="36126275-cace-419f-8e9b-04679c4f8ea6" providerId="ADAL" clId="{621D4C68-5DEB-4C53-850B-6EB333907ABF}" dt="2023-05-22T14:04:20.755" v="72"/>
          <ac:picMkLst>
            <pc:docMk/>
            <pc:sldMk cId="1348133834" sldId="398"/>
            <ac:picMk id="13" creationId="{65D18001-D727-322F-AEBC-C5F446F7A37B}"/>
          </ac:picMkLst>
        </pc:picChg>
        <pc:picChg chg="add mod">
          <ac:chgData name="Nádia Genebra Ahmad" userId="36126275-cace-419f-8e9b-04679c4f8ea6" providerId="ADAL" clId="{621D4C68-5DEB-4C53-850B-6EB333907ABF}" dt="2023-05-22T14:04:20.755" v="72"/>
          <ac:picMkLst>
            <pc:docMk/>
            <pc:sldMk cId="1348133834" sldId="398"/>
            <ac:picMk id="14" creationId="{1480531D-D391-E404-EBEA-9DC03692555D}"/>
          </ac:picMkLst>
        </pc:picChg>
      </pc:sldChg>
      <pc:sldChg chg="addSp delSp modSp mod">
        <pc:chgData name="Nádia Genebra Ahmad" userId="36126275-cace-419f-8e9b-04679c4f8ea6" providerId="ADAL" clId="{621D4C68-5DEB-4C53-850B-6EB333907ABF}" dt="2023-05-22T14:10:21.375" v="266" actId="478"/>
        <pc:sldMkLst>
          <pc:docMk/>
          <pc:sldMk cId="2039072935" sldId="399"/>
        </pc:sldMkLst>
        <pc:spChg chg="add del mod">
          <ac:chgData name="Nádia Genebra Ahmad" userId="36126275-cace-419f-8e9b-04679c4f8ea6" providerId="ADAL" clId="{621D4C68-5DEB-4C53-850B-6EB333907ABF}" dt="2023-05-22T14:04:28.505" v="74" actId="478"/>
          <ac:spMkLst>
            <pc:docMk/>
            <pc:sldMk cId="2039072935" sldId="399"/>
            <ac:spMk id="4" creationId="{8BB29C47-A22A-5BBF-E5AB-A3D200E0FB07}"/>
          </ac:spMkLst>
        </pc:spChg>
        <pc:spChg chg="add mod">
          <ac:chgData name="Nádia Genebra Ahmad" userId="36126275-cace-419f-8e9b-04679c4f8ea6" providerId="ADAL" clId="{621D4C68-5DEB-4C53-850B-6EB333907ABF}" dt="2023-05-22T14:04:28.912" v="75"/>
          <ac:spMkLst>
            <pc:docMk/>
            <pc:sldMk cId="2039072935" sldId="399"/>
            <ac:spMk id="6" creationId="{2D72190F-7686-8CBB-338A-3E43527AB1C7}"/>
          </ac:spMkLst>
        </pc:spChg>
        <pc:spChg chg="del">
          <ac:chgData name="Nádia Genebra Ahmad" userId="36126275-cace-419f-8e9b-04679c4f8ea6" providerId="ADAL" clId="{621D4C68-5DEB-4C53-850B-6EB333907ABF}" dt="2023-05-22T14:10:21.375" v="266" actId="478"/>
          <ac:spMkLst>
            <pc:docMk/>
            <pc:sldMk cId="2039072935" sldId="399"/>
            <ac:spMk id="9" creationId="{E964E551-BCDD-2FA9-178F-477C8AF623CF}"/>
          </ac:spMkLst>
        </pc:spChg>
        <pc:spChg chg="mod">
          <ac:chgData name="Nádia Genebra Ahmad" userId="36126275-cace-419f-8e9b-04679c4f8ea6" providerId="ADAL" clId="{621D4C68-5DEB-4C53-850B-6EB333907ABF}" dt="2023-05-22T14:04:28.912" v="75"/>
          <ac:spMkLst>
            <pc:docMk/>
            <pc:sldMk cId="2039072935" sldId="399"/>
            <ac:spMk id="11" creationId="{EA561DA4-8D62-860F-FD58-3F94194784CD}"/>
          </ac:spMkLst>
        </pc:spChg>
        <pc:spChg chg="mod">
          <ac:chgData name="Nádia Genebra Ahmad" userId="36126275-cace-419f-8e9b-04679c4f8ea6" providerId="ADAL" clId="{621D4C68-5DEB-4C53-850B-6EB333907ABF}" dt="2023-05-22T14:04:28.912" v="75"/>
          <ac:spMkLst>
            <pc:docMk/>
            <pc:sldMk cId="2039072935" sldId="399"/>
            <ac:spMk id="12" creationId="{C77AFD19-66F3-939F-AB96-DFB5981526FB}"/>
          </ac:spMkLst>
        </pc:spChg>
        <pc:spChg chg="add mod">
          <ac:chgData name="Nádia Genebra Ahmad" userId="36126275-cace-419f-8e9b-04679c4f8ea6" providerId="ADAL" clId="{621D4C68-5DEB-4C53-850B-6EB333907ABF}" dt="2023-05-22T14:04:28.912" v="75"/>
          <ac:spMkLst>
            <pc:docMk/>
            <pc:sldMk cId="2039072935" sldId="399"/>
            <ac:spMk id="16" creationId="{7B8504E4-9E59-7876-E2BC-6D511B0615E8}"/>
          </ac:spMkLst>
        </pc:spChg>
        <pc:spChg chg="del">
          <ac:chgData name="Nádia Genebra Ahmad" userId="36126275-cace-419f-8e9b-04679c4f8ea6" providerId="ADAL" clId="{621D4C68-5DEB-4C53-850B-6EB333907ABF}" dt="2023-05-22T14:04:25.610" v="73" actId="478"/>
          <ac:spMkLst>
            <pc:docMk/>
            <pc:sldMk cId="2039072935" sldId="399"/>
            <ac:spMk id="80" creationId="{00000000-0000-0000-0000-000000000000}"/>
          </ac:spMkLst>
        </pc:spChg>
        <pc:spChg chg="del">
          <ac:chgData name="Nádia Genebra Ahmad" userId="36126275-cace-419f-8e9b-04679c4f8ea6" providerId="ADAL" clId="{621D4C68-5DEB-4C53-850B-6EB333907ABF}" dt="2023-05-22T14:04:25.610" v="73" actId="478"/>
          <ac:spMkLst>
            <pc:docMk/>
            <pc:sldMk cId="2039072935" sldId="399"/>
            <ac:spMk id="81" creationId="{00000000-0000-0000-0000-000000000000}"/>
          </ac:spMkLst>
        </pc:spChg>
        <pc:grpChg chg="add mod">
          <ac:chgData name="Nádia Genebra Ahmad" userId="36126275-cace-419f-8e9b-04679c4f8ea6" providerId="ADAL" clId="{621D4C68-5DEB-4C53-850B-6EB333907ABF}" dt="2023-05-22T14:04:28.912" v="75"/>
          <ac:grpSpMkLst>
            <pc:docMk/>
            <pc:sldMk cId="2039072935" sldId="399"/>
            <ac:grpSpMk id="10" creationId="{A4284B87-DCFB-5514-5A8C-C322E3ED0A7C}"/>
          </ac:grpSpMkLst>
        </pc:grpChg>
        <pc:graphicFrameChg chg="mod">
          <ac:chgData name="Nádia Genebra Ahmad" userId="36126275-cace-419f-8e9b-04679c4f8ea6" providerId="ADAL" clId="{621D4C68-5DEB-4C53-850B-6EB333907ABF}" dt="2023-05-22T14:10:19.685" v="265"/>
          <ac:graphicFrameMkLst>
            <pc:docMk/>
            <pc:sldMk cId="2039072935" sldId="399"/>
            <ac:graphicFrameMk id="2" creationId="{909F8BDE-9239-AD09-EF31-CC46E4FB8645}"/>
          </ac:graphicFrameMkLst>
        </pc:graphicFrameChg>
        <pc:picChg chg="mod">
          <ac:chgData name="Nádia Genebra Ahmad" userId="36126275-cace-419f-8e9b-04679c4f8ea6" providerId="ADAL" clId="{621D4C68-5DEB-4C53-850B-6EB333907ABF}" dt="2023-05-22T14:04:28.912" v="75"/>
          <ac:picMkLst>
            <pc:docMk/>
            <pc:sldMk cId="2039072935" sldId="399"/>
            <ac:picMk id="13" creationId="{838B83D9-4EDA-5C6D-4CB4-2F97F2C9C57C}"/>
          </ac:picMkLst>
        </pc:picChg>
        <pc:picChg chg="add mod">
          <ac:chgData name="Nádia Genebra Ahmad" userId="36126275-cace-419f-8e9b-04679c4f8ea6" providerId="ADAL" clId="{621D4C68-5DEB-4C53-850B-6EB333907ABF}" dt="2023-05-22T14:04:28.912" v="75"/>
          <ac:picMkLst>
            <pc:docMk/>
            <pc:sldMk cId="2039072935" sldId="399"/>
            <ac:picMk id="14" creationId="{3955CFC1-6A2F-EBA6-AC6B-9E125320CA78}"/>
          </ac:picMkLst>
        </pc:picChg>
      </pc:sldChg>
      <pc:sldChg chg="addSp delSp modSp mod">
        <pc:chgData name="Nádia Genebra Ahmad" userId="36126275-cace-419f-8e9b-04679c4f8ea6" providerId="ADAL" clId="{621D4C68-5DEB-4C53-850B-6EB333907ABF}" dt="2023-05-22T14:04:38.551" v="78"/>
        <pc:sldMkLst>
          <pc:docMk/>
          <pc:sldMk cId="936602087" sldId="400"/>
        </pc:sldMkLst>
        <pc:spChg chg="add del mod">
          <ac:chgData name="Nádia Genebra Ahmad" userId="36126275-cace-419f-8e9b-04679c4f8ea6" providerId="ADAL" clId="{621D4C68-5DEB-4C53-850B-6EB333907ABF}" dt="2023-05-22T14:04:38.223" v="77" actId="478"/>
          <ac:spMkLst>
            <pc:docMk/>
            <pc:sldMk cId="936602087" sldId="400"/>
            <ac:spMk id="3" creationId="{D0CCDBF3-847E-5110-59A4-EC190A64F83D}"/>
          </ac:spMkLst>
        </pc:spChg>
        <pc:spChg chg="add mod">
          <ac:chgData name="Nádia Genebra Ahmad" userId="36126275-cace-419f-8e9b-04679c4f8ea6" providerId="ADAL" clId="{621D4C68-5DEB-4C53-850B-6EB333907ABF}" dt="2023-05-22T14:04:38.551" v="78"/>
          <ac:spMkLst>
            <pc:docMk/>
            <pc:sldMk cId="936602087" sldId="400"/>
            <ac:spMk id="9" creationId="{AEF67A11-6E96-9656-BDA5-8D9A0524DE5D}"/>
          </ac:spMkLst>
        </pc:spChg>
        <pc:spChg chg="mod">
          <ac:chgData name="Nádia Genebra Ahmad" userId="36126275-cace-419f-8e9b-04679c4f8ea6" providerId="ADAL" clId="{621D4C68-5DEB-4C53-850B-6EB333907ABF}" dt="2023-05-22T14:04:38.551" v="78"/>
          <ac:spMkLst>
            <pc:docMk/>
            <pc:sldMk cId="936602087" sldId="400"/>
            <ac:spMk id="12" creationId="{C5BBEC3B-E450-D4AC-B68A-D9C5AB2CB3B2}"/>
          </ac:spMkLst>
        </pc:spChg>
        <pc:spChg chg="mod">
          <ac:chgData name="Nádia Genebra Ahmad" userId="36126275-cace-419f-8e9b-04679c4f8ea6" providerId="ADAL" clId="{621D4C68-5DEB-4C53-850B-6EB333907ABF}" dt="2023-05-22T14:04:38.551" v="78"/>
          <ac:spMkLst>
            <pc:docMk/>
            <pc:sldMk cId="936602087" sldId="400"/>
            <ac:spMk id="13" creationId="{4B4D01B2-C79E-7891-04C0-3E4833442E16}"/>
          </ac:spMkLst>
        </pc:spChg>
        <pc:spChg chg="add mod">
          <ac:chgData name="Nádia Genebra Ahmad" userId="36126275-cace-419f-8e9b-04679c4f8ea6" providerId="ADAL" clId="{621D4C68-5DEB-4C53-850B-6EB333907ABF}" dt="2023-05-22T14:04:38.551" v="78"/>
          <ac:spMkLst>
            <pc:docMk/>
            <pc:sldMk cId="936602087" sldId="400"/>
            <ac:spMk id="16" creationId="{85DC3CFA-6137-1A7A-101C-97245CC2B3E3}"/>
          </ac:spMkLst>
        </pc:spChg>
        <pc:spChg chg="del">
          <ac:chgData name="Nádia Genebra Ahmad" userId="36126275-cace-419f-8e9b-04679c4f8ea6" providerId="ADAL" clId="{621D4C68-5DEB-4C53-850B-6EB333907ABF}" dt="2023-05-22T14:04:33.928" v="76" actId="478"/>
          <ac:spMkLst>
            <pc:docMk/>
            <pc:sldMk cId="936602087" sldId="400"/>
            <ac:spMk id="80" creationId="{00000000-0000-0000-0000-000000000000}"/>
          </ac:spMkLst>
        </pc:spChg>
        <pc:spChg chg="del">
          <ac:chgData name="Nádia Genebra Ahmad" userId="36126275-cace-419f-8e9b-04679c4f8ea6" providerId="ADAL" clId="{621D4C68-5DEB-4C53-850B-6EB333907ABF}" dt="2023-05-22T14:04:33.928" v="76" actId="478"/>
          <ac:spMkLst>
            <pc:docMk/>
            <pc:sldMk cId="936602087" sldId="400"/>
            <ac:spMk id="81" creationId="{00000000-0000-0000-0000-000000000000}"/>
          </ac:spMkLst>
        </pc:spChg>
        <pc:grpChg chg="add mod">
          <ac:chgData name="Nádia Genebra Ahmad" userId="36126275-cace-419f-8e9b-04679c4f8ea6" providerId="ADAL" clId="{621D4C68-5DEB-4C53-850B-6EB333907ABF}" dt="2023-05-22T14:04:38.551" v="78"/>
          <ac:grpSpMkLst>
            <pc:docMk/>
            <pc:sldMk cId="936602087" sldId="400"/>
            <ac:grpSpMk id="11" creationId="{967C645F-5798-52EC-EAE3-08B80CBD13B1}"/>
          </ac:grpSpMkLst>
        </pc:grpChg>
        <pc:picChg chg="mod">
          <ac:chgData name="Nádia Genebra Ahmad" userId="36126275-cace-419f-8e9b-04679c4f8ea6" providerId="ADAL" clId="{621D4C68-5DEB-4C53-850B-6EB333907ABF}" dt="2023-05-22T14:04:38.551" v="78"/>
          <ac:picMkLst>
            <pc:docMk/>
            <pc:sldMk cId="936602087" sldId="400"/>
            <ac:picMk id="14" creationId="{0A95703E-BFCF-F354-91F1-DEB6DE4B5C00}"/>
          </ac:picMkLst>
        </pc:picChg>
        <pc:picChg chg="add mod">
          <ac:chgData name="Nádia Genebra Ahmad" userId="36126275-cace-419f-8e9b-04679c4f8ea6" providerId="ADAL" clId="{621D4C68-5DEB-4C53-850B-6EB333907ABF}" dt="2023-05-22T14:04:38.551" v="78"/>
          <ac:picMkLst>
            <pc:docMk/>
            <pc:sldMk cId="936602087" sldId="400"/>
            <ac:picMk id="15" creationId="{4B8566EA-2D3F-ACD5-8581-610C8B32112B}"/>
          </ac:picMkLst>
        </pc:picChg>
      </pc:sldChg>
      <pc:sldChg chg="addSp delSp modSp mod">
        <pc:chgData name="Nádia Genebra Ahmad" userId="36126275-cace-419f-8e9b-04679c4f8ea6" providerId="ADAL" clId="{621D4C68-5DEB-4C53-850B-6EB333907ABF}" dt="2023-05-22T14:04:45.073" v="81"/>
        <pc:sldMkLst>
          <pc:docMk/>
          <pc:sldMk cId="1077295388" sldId="401"/>
        </pc:sldMkLst>
        <pc:spChg chg="add del mod">
          <ac:chgData name="Nádia Genebra Ahmad" userId="36126275-cace-419f-8e9b-04679c4f8ea6" providerId="ADAL" clId="{621D4C68-5DEB-4C53-850B-6EB333907ABF}" dt="2023-05-22T14:04:44.736" v="80" actId="478"/>
          <ac:spMkLst>
            <pc:docMk/>
            <pc:sldMk cId="1077295388" sldId="401"/>
            <ac:spMk id="4" creationId="{B8911447-CEF8-BE31-D03C-9EFDC994A42A}"/>
          </ac:spMkLst>
        </pc:spChg>
        <pc:spChg chg="add mod">
          <ac:chgData name="Nádia Genebra Ahmad" userId="36126275-cace-419f-8e9b-04679c4f8ea6" providerId="ADAL" clId="{621D4C68-5DEB-4C53-850B-6EB333907ABF}" dt="2023-05-22T14:04:45.073" v="81"/>
          <ac:spMkLst>
            <pc:docMk/>
            <pc:sldMk cId="1077295388" sldId="401"/>
            <ac:spMk id="6" creationId="{B12B93BA-C450-7D64-D846-7CFEC9B2DE85}"/>
          </ac:spMkLst>
        </pc:spChg>
        <pc:spChg chg="mod">
          <ac:chgData name="Nádia Genebra Ahmad" userId="36126275-cace-419f-8e9b-04679c4f8ea6" providerId="ADAL" clId="{621D4C68-5DEB-4C53-850B-6EB333907ABF}" dt="2023-05-22T14:04:45.073" v="81"/>
          <ac:spMkLst>
            <pc:docMk/>
            <pc:sldMk cId="1077295388" sldId="401"/>
            <ac:spMk id="11" creationId="{1B676419-B56F-4060-B915-91FE1E50B634}"/>
          </ac:spMkLst>
        </pc:spChg>
        <pc:spChg chg="mod">
          <ac:chgData name="Nádia Genebra Ahmad" userId="36126275-cace-419f-8e9b-04679c4f8ea6" providerId="ADAL" clId="{621D4C68-5DEB-4C53-850B-6EB333907ABF}" dt="2023-05-22T14:04:45.073" v="81"/>
          <ac:spMkLst>
            <pc:docMk/>
            <pc:sldMk cId="1077295388" sldId="401"/>
            <ac:spMk id="12" creationId="{24535F6E-78F3-51B6-9E4B-F34264633657}"/>
          </ac:spMkLst>
        </pc:spChg>
        <pc:spChg chg="add mod">
          <ac:chgData name="Nádia Genebra Ahmad" userId="36126275-cace-419f-8e9b-04679c4f8ea6" providerId="ADAL" clId="{621D4C68-5DEB-4C53-850B-6EB333907ABF}" dt="2023-05-22T14:04:45.073" v="81"/>
          <ac:spMkLst>
            <pc:docMk/>
            <pc:sldMk cId="1077295388" sldId="401"/>
            <ac:spMk id="16" creationId="{E3440800-F1DF-1BAF-9C5A-DFD9EDBA02BC}"/>
          </ac:spMkLst>
        </pc:spChg>
        <pc:spChg chg="del">
          <ac:chgData name="Nádia Genebra Ahmad" userId="36126275-cace-419f-8e9b-04679c4f8ea6" providerId="ADAL" clId="{621D4C68-5DEB-4C53-850B-6EB333907ABF}" dt="2023-05-22T14:04:42.529" v="79" actId="478"/>
          <ac:spMkLst>
            <pc:docMk/>
            <pc:sldMk cId="1077295388" sldId="401"/>
            <ac:spMk id="80" creationId="{00000000-0000-0000-0000-000000000000}"/>
          </ac:spMkLst>
        </pc:spChg>
        <pc:spChg chg="del">
          <ac:chgData name="Nádia Genebra Ahmad" userId="36126275-cace-419f-8e9b-04679c4f8ea6" providerId="ADAL" clId="{621D4C68-5DEB-4C53-850B-6EB333907ABF}" dt="2023-05-22T14:04:42.529" v="79" actId="478"/>
          <ac:spMkLst>
            <pc:docMk/>
            <pc:sldMk cId="1077295388" sldId="401"/>
            <ac:spMk id="81" creationId="{00000000-0000-0000-0000-000000000000}"/>
          </ac:spMkLst>
        </pc:spChg>
        <pc:grpChg chg="add mod">
          <ac:chgData name="Nádia Genebra Ahmad" userId="36126275-cace-419f-8e9b-04679c4f8ea6" providerId="ADAL" clId="{621D4C68-5DEB-4C53-850B-6EB333907ABF}" dt="2023-05-22T14:04:45.073" v="81"/>
          <ac:grpSpMkLst>
            <pc:docMk/>
            <pc:sldMk cId="1077295388" sldId="401"/>
            <ac:grpSpMk id="10" creationId="{D1260A86-AF38-A6CF-8933-9F7CD646464A}"/>
          </ac:grpSpMkLst>
        </pc:grpChg>
        <pc:picChg chg="mod">
          <ac:chgData name="Nádia Genebra Ahmad" userId="36126275-cace-419f-8e9b-04679c4f8ea6" providerId="ADAL" clId="{621D4C68-5DEB-4C53-850B-6EB333907ABF}" dt="2023-05-22T14:04:45.073" v="81"/>
          <ac:picMkLst>
            <pc:docMk/>
            <pc:sldMk cId="1077295388" sldId="401"/>
            <ac:picMk id="13" creationId="{FFD6D537-6212-3294-4222-2ABD77F32F9B}"/>
          </ac:picMkLst>
        </pc:picChg>
        <pc:picChg chg="add mod">
          <ac:chgData name="Nádia Genebra Ahmad" userId="36126275-cace-419f-8e9b-04679c4f8ea6" providerId="ADAL" clId="{621D4C68-5DEB-4C53-850B-6EB333907ABF}" dt="2023-05-22T14:04:45.073" v="81"/>
          <ac:picMkLst>
            <pc:docMk/>
            <pc:sldMk cId="1077295388" sldId="401"/>
            <ac:picMk id="14" creationId="{28CD1285-983B-B71C-1EF9-29CD77EC50EE}"/>
          </ac:picMkLst>
        </pc:picChg>
      </pc:sldChg>
      <pc:sldChg chg="addSp delSp modSp mod">
        <pc:chgData name="Nádia Genebra Ahmad" userId="36126275-cace-419f-8e9b-04679c4f8ea6" providerId="ADAL" clId="{621D4C68-5DEB-4C53-850B-6EB333907ABF}" dt="2023-05-22T16:15:30.487" v="281"/>
        <pc:sldMkLst>
          <pc:docMk/>
          <pc:sldMk cId="2238964139" sldId="402"/>
        </pc:sldMkLst>
        <pc:spChg chg="del">
          <ac:chgData name="Nádia Genebra Ahmad" userId="36126275-cace-419f-8e9b-04679c4f8ea6" providerId="ADAL" clId="{621D4C68-5DEB-4C53-850B-6EB333907ABF}" dt="2023-05-22T14:01:24.174" v="0" actId="478"/>
          <ac:spMkLst>
            <pc:docMk/>
            <pc:sldMk cId="2238964139" sldId="402"/>
            <ac:spMk id="3" creationId="{E125DFD4-F75B-4CEF-A4D7-EA79824B5320}"/>
          </ac:spMkLst>
        </pc:spChg>
        <pc:spChg chg="del">
          <ac:chgData name="Nádia Genebra Ahmad" userId="36126275-cace-419f-8e9b-04679c4f8ea6" providerId="ADAL" clId="{621D4C68-5DEB-4C53-850B-6EB333907ABF}" dt="2023-05-22T14:02:25.249" v="6" actId="478"/>
          <ac:spMkLst>
            <pc:docMk/>
            <pc:sldMk cId="2238964139" sldId="402"/>
            <ac:spMk id="4" creationId="{C18C708A-8BD1-AC1B-BB7B-66FE96C4AC15}"/>
          </ac:spMkLst>
        </pc:spChg>
        <pc:spChg chg="add del mod">
          <ac:chgData name="Nádia Genebra Ahmad" userId="36126275-cace-419f-8e9b-04679c4f8ea6" providerId="ADAL" clId="{621D4C68-5DEB-4C53-850B-6EB333907ABF}" dt="2023-05-22T14:01:25.719" v="1" actId="478"/>
          <ac:spMkLst>
            <pc:docMk/>
            <pc:sldMk cId="2238964139" sldId="402"/>
            <ac:spMk id="7" creationId="{C7512CD3-A5D3-E8A0-1F93-5430BFFF46CF}"/>
          </ac:spMkLst>
        </pc:spChg>
        <pc:spChg chg="add mod">
          <ac:chgData name="Nádia Genebra Ahmad" userId="36126275-cace-419f-8e9b-04679c4f8ea6" providerId="ADAL" clId="{621D4C68-5DEB-4C53-850B-6EB333907ABF}" dt="2023-05-22T14:01:26.096" v="2"/>
          <ac:spMkLst>
            <pc:docMk/>
            <pc:sldMk cId="2238964139" sldId="402"/>
            <ac:spMk id="9" creationId="{40C7E5FD-3277-1171-5663-58FE0F8CE523}"/>
          </ac:spMkLst>
        </pc:spChg>
        <pc:spChg chg="add del mod">
          <ac:chgData name="Nádia Genebra Ahmad" userId="36126275-cace-419f-8e9b-04679c4f8ea6" providerId="ADAL" clId="{621D4C68-5DEB-4C53-850B-6EB333907ABF}" dt="2023-05-22T14:02:27.555" v="7" actId="478"/>
          <ac:spMkLst>
            <pc:docMk/>
            <pc:sldMk cId="2238964139" sldId="402"/>
            <ac:spMk id="11" creationId="{341891A7-9B40-9090-6B52-D6F276EEF0F3}"/>
          </ac:spMkLst>
        </pc:spChg>
        <pc:spChg chg="add del mod">
          <ac:chgData name="Nádia Genebra Ahmad" userId="36126275-cace-419f-8e9b-04679c4f8ea6" providerId="ADAL" clId="{621D4C68-5DEB-4C53-850B-6EB333907ABF}" dt="2023-05-22T14:03:52.229" v="63" actId="478"/>
          <ac:spMkLst>
            <pc:docMk/>
            <pc:sldMk cId="2238964139" sldId="402"/>
            <ac:spMk id="12" creationId="{49A9C30A-D7D1-B814-2877-A56AB907F74E}"/>
          </ac:spMkLst>
        </pc:spChg>
        <pc:spChg chg="mod">
          <ac:chgData name="Nádia Genebra Ahmad" userId="36126275-cace-419f-8e9b-04679c4f8ea6" providerId="ADAL" clId="{621D4C68-5DEB-4C53-850B-6EB333907ABF}" dt="2023-05-22T14:02:27.984" v="8"/>
          <ac:spMkLst>
            <pc:docMk/>
            <pc:sldMk cId="2238964139" sldId="402"/>
            <ac:spMk id="14" creationId="{58137575-F43B-369B-0CAB-7A8A1BBB1631}"/>
          </ac:spMkLst>
        </pc:spChg>
        <pc:spChg chg="mod">
          <ac:chgData name="Nádia Genebra Ahmad" userId="36126275-cace-419f-8e9b-04679c4f8ea6" providerId="ADAL" clId="{621D4C68-5DEB-4C53-850B-6EB333907ABF}" dt="2023-05-22T14:02:27.984" v="8"/>
          <ac:spMkLst>
            <pc:docMk/>
            <pc:sldMk cId="2238964139" sldId="402"/>
            <ac:spMk id="15" creationId="{0447F429-F9D5-C183-9A4E-07D53F283B95}"/>
          </ac:spMkLst>
        </pc:spChg>
        <pc:spChg chg="add del mod">
          <ac:chgData name="Nádia Genebra Ahmad" userId="36126275-cace-419f-8e9b-04679c4f8ea6" providerId="ADAL" clId="{621D4C68-5DEB-4C53-850B-6EB333907ABF}" dt="2023-05-22T14:03:52.229" v="63" actId="478"/>
          <ac:spMkLst>
            <pc:docMk/>
            <pc:sldMk cId="2238964139" sldId="402"/>
            <ac:spMk id="19" creationId="{EA1FF0E2-863F-BA71-679D-EE5FBDF8525C}"/>
          </ac:spMkLst>
        </pc:spChg>
        <pc:spChg chg="add mod">
          <ac:chgData name="Nádia Genebra Ahmad" userId="36126275-cace-419f-8e9b-04679c4f8ea6" providerId="ADAL" clId="{621D4C68-5DEB-4C53-850B-6EB333907ABF}" dt="2023-05-22T14:03:52.534" v="64"/>
          <ac:spMkLst>
            <pc:docMk/>
            <pc:sldMk cId="2238964139" sldId="402"/>
            <ac:spMk id="20" creationId="{451BDB42-E039-C767-4551-CB8C8DC6A9F8}"/>
          </ac:spMkLst>
        </pc:spChg>
        <pc:spChg chg="mod">
          <ac:chgData name="Nádia Genebra Ahmad" userId="36126275-cace-419f-8e9b-04679c4f8ea6" providerId="ADAL" clId="{621D4C68-5DEB-4C53-850B-6EB333907ABF}" dt="2023-05-22T14:03:52.534" v="64"/>
          <ac:spMkLst>
            <pc:docMk/>
            <pc:sldMk cId="2238964139" sldId="402"/>
            <ac:spMk id="22" creationId="{6B8E940D-F572-6271-890F-43C1E8BF94DA}"/>
          </ac:spMkLst>
        </pc:spChg>
        <pc:spChg chg="mod">
          <ac:chgData name="Nádia Genebra Ahmad" userId="36126275-cace-419f-8e9b-04679c4f8ea6" providerId="ADAL" clId="{621D4C68-5DEB-4C53-850B-6EB333907ABF}" dt="2023-05-22T14:03:52.534" v="64"/>
          <ac:spMkLst>
            <pc:docMk/>
            <pc:sldMk cId="2238964139" sldId="402"/>
            <ac:spMk id="23" creationId="{1FD66BD0-CCDE-D8CA-4022-D608D4EFEB61}"/>
          </ac:spMkLst>
        </pc:spChg>
        <pc:spChg chg="add mod">
          <ac:chgData name="Nádia Genebra Ahmad" userId="36126275-cace-419f-8e9b-04679c4f8ea6" providerId="ADAL" clId="{621D4C68-5DEB-4C53-850B-6EB333907ABF}" dt="2023-05-22T14:03:52.534" v="64"/>
          <ac:spMkLst>
            <pc:docMk/>
            <pc:sldMk cId="2238964139" sldId="402"/>
            <ac:spMk id="26" creationId="{AF613F31-85EF-5790-8599-9FA0A6D0A541}"/>
          </ac:spMkLst>
        </pc:spChg>
        <pc:spChg chg="del">
          <ac:chgData name="Nádia Genebra Ahmad" userId="36126275-cace-419f-8e9b-04679c4f8ea6" providerId="ADAL" clId="{621D4C68-5DEB-4C53-850B-6EB333907ABF}" dt="2023-05-22T14:02:25.249" v="6" actId="478"/>
          <ac:spMkLst>
            <pc:docMk/>
            <pc:sldMk cId="2238964139" sldId="402"/>
            <ac:spMk id="80" creationId="{00000000-0000-0000-0000-000000000000}"/>
          </ac:spMkLst>
        </pc:spChg>
        <pc:grpChg chg="add del mod">
          <ac:chgData name="Nádia Genebra Ahmad" userId="36126275-cace-419f-8e9b-04679c4f8ea6" providerId="ADAL" clId="{621D4C68-5DEB-4C53-850B-6EB333907ABF}" dt="2023-05-22T14:03:52.229" v="63" actId="478"/>
          <ac:grpSpMkLst>
            <pc:docMk/>
            <pc:sldMk cId="2238964139" sldId="402"/>
            <ac:grpSpMk id="13" creationId="{27E9022B-8CB8-405D-2BAD-DBCFB1821DBE}"/>
          </ac:grpSpMkLst>
        </pc:grpChg>
        <pc:grpChg chg="add mod">
          <ac:chgData name="Nádia Genebra Ahmad" userId="36126275-cace-419f-8e9b-04679c4f8ea6" providerId="ADAL" clId="{621D4C68-5DEB-4C53-850B-6EB333907ABF}" dt="2023-05-22T14:03:52.534" v="64"/>
          <ac:grpSpMkLst>
            <pc:docMk/>
            <pc:sldMk cId="2238964139" sldId="402"/>
            <ac:grpSpMk id="21" creationId="{8D1B4918-33AC-6AD0-B756-C1EF2B41009B}"/>
          </ac:grpSpMkLst>
        </pc:grpChg>
        <pc:graphicFrameChg chg="add mod">
          <ac:chgData name="Nádia Genebra Ahmad" userId="36126275-cace-419f-8e9b-04679c4f8ea6" providerId="ADAL" clId="{621D4C68-5DEB-4C53-850B-6EB333907ABF}" dt="2023-05-22T16:15:30.487" v="281"/>
          <ac:graphicFrameMkLst>
            <pc:docMk/>
            <pc:sldMk cId="2238964139" sldId="402"/>
            <ac:graphicFrameMk id="27" creationId="{E9DC3347-0CB0-A296-1220-0A8C7CDA08C3}"/>
          </ac:graphicFrameMkLst>
        </pc:graphicFrameChg>
        <pc:picChg chg="mod">
          <ac:chgData name="Nádia Genebra Ahmad" userId="36126275-cace-419f-8e9b-04679c4f8ea6" providerId="ADAL" clId="{621D4C68-5DEB-4C53-850B-6EB333907ABF}" dt="2023-05-22T14:02:27.984" v="8"/>
          <ac:picMkLst>
            <pc:docMk/>
            <pc:sldMk cId="2238964139" sldId="402"/>
            <ac:picMk id="17" creationId="{AB6A7D66-E19B-5A0E-E5B6-BBC5895FF802}"/>
          </ac:picMkLst>
        </pc:picChg>
        <pc:picChg chg="add del mod">
          <ac:chgData name="Nádia Genebra Ahmad" userId="36126275-cace-419f-8e9b-04679c4f8ea6" providerId="ADAL" clId="{621D4C68-5DEB-4C53-850B-6EB333907ABF}" dt="2023-05-22T14:03:52.229" v="63" actId="478"/>
          <ac:picMkLst>
            <pc:docMk/>
            <pc:sldMk cId="2238964139" sldId="402"/>
            <ac:picMk id="18" creationId="{93A2C72C-3D36-7968-0621-688EDCD26841}"/>
          </ac:picMkLst>
        </pc:picChg>
        <pc:picChg chg="mod">
          <ac:chgData name="Nádia Genebra Ahmad" userId="36126275-cace-419f-8e9b-04679c4f8ea6" providerId="ADAL" clId="{621D4C68-5DEB-4C53-850B-6EB333907ABF}" dt="2023-05-22T14:03:52.534" v="64"/>
          <ac:picMkLst>
            <pc:docMk/>
            <pc:sldMk cId="2238964139" sldId="402"/>
            <ac:picMk id="24" creationId="{552A4F9D-E36B-C6B9-2AD7-6E0D245FA15F}"/>
          </ac:picMkLst>
        </pc:picChg>
        <pc:picChg chg="add mod">
          <ac:chgData name="Nádia Genebra Ahmad" userId="36126275-cace-419f-8e9b-04679c4f8ea6" providerId="ADAL" clId="{621D4C68-5DEB-4C53-850B-6EB333907ABF}" dt="2023-05-22T14:03:52.534" v="64"/>
          <ac:picMkLst>
            <pc:docMk/>
            <pc:sldMk cId="2238964139" sldId="402"/>
            <ac:picMk id="25" creationId="{68258F2D-C0EE-08DC-027C-E1C8D81C0664}"/>
          </ac:picMkLst>
        </pc:picChg>
      </pc:sldChg>
      <pc:sldChg chg="addSp delSp modSp mod">
        <pc:chgData name="Nádia Genebra Ahmad" userId="36126275-cace-419f-8e9b-04679c4f8ea6" providerId="ADAL" clId="{621D4C68-5DEB-4C53-850B-6EB333907ABF}" dt="2023-05-22T14:03:46.762" v="62"/>
        <pc:sldMkLst>
          <pc:docMk/>
          <pc:sldMk cId="2257718756" sldId="403"/>
        </pc:sldMkLst>
        <pc:spChg chg="del">
          <ac:chgData name="Nádia Genebra Ahmad" userId="36126275-cace-419f-8e9b-04679c4f8ea6" providerId="ADAL" clId="{621D4C68-5DEB-4C53-850B-6EB333907ABF}" dt="2023-05-22T14:01:30.221" v="3" actId="478"/>
          <ac:spMkLst>
            <pc:docMk/>
            <pc:sldMk cId="2257718756" sldId="403"/>
            <ac:spMk id="3" creationId="{E125DFD4-F75B-4CEF-A4D7-EA79824B5320}"/>
          </ac:spMkLst>
        </pc:spChg>
        <pc:spChg chg="add del mod">
          <ac:chgData name="Nádia Genebra Ahmad" userId="36126275-cace-419f-8e9b-04679c4f8ea6" providerId="ADAL" clId="{621D4C68-5DEB-4C53-850B-6EB333907ABF}" dt="2023-05-22T14:01:33.733" v="4" actId="478"/>
          <ac:spMkLst>
            <pc:docMk/>
            <pc:sldMk cId="2257718756" sldId="403"/>
            <ac:spMk id="6" creationId="{9043D1CD-860E-BA98-03AD-D4A3DBE02F42}"/>
          </ac:spMkLst>
        </pc:spChg>
        <pc:spChg chg="add mod">
          <ac:chgData name="Nádia Genebra Ahmad" userId="36126275-cace-419f-8e9b-04679c4f8ea6" providerId="ADAL" clId="{621D4C68-5DEB-4C53-850B-6EB333907ABF}" dt="2023-05-22T14:03:43.727" v="60" actId="14100"/>
          <ac:spMkLst>
            <pc:docMk/>
            <pc:sldMk cId="2257718756" sldId="403"/>
            <ac:spMk id="9" creationId="{5C7BB568-DFEF-242F-3FE2-8A22B56E4BB8}"/>
          </ac:spMkLst>
        </pc:spChg>
        <pc:spChg chg="add del mod">
          <ac:chgData name="Nádia Genebra Ahmad" userId="36126275-cace-419f-8e9b-04679c4f8ea6" providerId="ADAL" clId="{621D4C68-5DEB-4C53-850B-6EB333907ABF}" dt="2023-05-22T14:03:07.452" v="33" actId="478"/>
          <ac:spMkLst>
            <pc:docMk/>
            <pc:sldMk cId="2257718756" sldId="403"/>
            <ac:spMk id="12" creationId="{53613518-6637-EBCC-0E4C-CC253479E55A}"/>
          </ac:spMkLst>
        </pc:spChg>
        <pc:spChg chg="add del mod">
          <ac:chgData name="Nádia Genebra Ahmad" userId="36126275-cace-419f-8e9b-04679c4f8ea6" providerId="ADAL" clId="{621D4C68-5DEB-4C53-850B-6EB333907ABF}" dt="2023-05-22T14:03:46.087" v="61" actId="478"/>
          <ac:spMkLst>
            <pc:docMk/>
            <pc:sldMk cId="2257718756" sldId="403"/>
            <ac:spMk id="13" creationId="{E8FFE9FB-B27F-E6FA-D6C3-06C25F935274}"/>
          </ac:spMkLst>
        </pc:spChg>
        <pc:spChg chg="mod">
          <ac:chgData name="Nádia Genebra Ahmad" userId="36126275-cace-419f-8e9b-04679c4f8ea6" providerId="ADAL" clId="{621D4C68-5DEB-4C53-850B-6EB333907ABF}" dt="2023-05-22T14:03:07.766" v="34"/>
          <ac:spMkLst>
            <pc:docMk/>
            <pc:sldMk cId="2257718756" sldId="403"/>
            <ac:spMk id="15" creationId="{48964A54-08BB-9B94-1B39-224171EA780A}"/>
          </ac:spMkLst>
        </pc:spChg>
        <pc:spChg chg="mod">
          <ac:chgData name="Nádia Genebra Ahmad" userId="36126275-cace-419f-8e9b-04679c4f8ea6" providerId="ADAL" clId="{621D4C68-5DEB-4C53-850B-6EB333907ABF}" dt="2023-05-22T14:03:07.766" v="34"/>
          <ac:spMkLst>
            <pc:docMk/>
            <pc:sldMk cId="2257718756" sldId="403"/>
            <ac:spMk id="17" creationId="{F2E52CA5-B88E-AA68-54DA-5ABC42287F1B}"/>
          </ac:spMkLst>
        </pc:spChg>
        <pc:spChg chg="add del mod">
          <ac:chgData name="Nádia Genebra Ahmad" userId="36126275-cace-419f-8e9b-04679c4f8ea6" providerId="ADAL" clId="{621D4C68-5DEB-4C53-850B-6EB333907ABF}" dt="2023-05-22T14:03:46.087" v="61" actId="478"/>
          <ac:spMkLst>
            <pc:docMk/>
            <pc:sldMk cId="2257718756" sldId="403"/>
            <ac:spMk id="20" creationId="{46BCA54E-3365-E726-7B71-31A3963C495D}"/>
          </ac:spMkLst>
        </pc:spChg>
        <pc:spChg chg="add mod">
          <ac:chgData name="Nádia Genebra Ahmad" userId="36126275-cace-419f-8e9b-04679c4f8ea6" providerId="ADAL" clId="{621D4C68-5DEB-4C53-850B-6EB333907ABF}" dt="2023-05-22T14:03:46.762" v="62"/>
          <ac:spMkLst>
            <pc:docMk/>
            <pc:sldMk cId="2257718756" sldId="403"/>
            <ac:spMk id="21" creationId="{49402A6C-6A35-9D2E-6983-F22483C36EB6}"/>
          </ac:spMkLst>
        </pc:spChg>
        <pc:spChg chg="mod">
          <ac:chgData name="Nádia Genebra Ahmad" userId="36126275-cace-419f-8e9b-04679c4f8ea6" providerId="ADAL" clId="{621D4C68-5DEB-4C53-850B-6EB333907ABF}" dt="2023-05-22T14:03:46.762" v="62"/>
          <ac:spMkLst>
            <pc:docMk/>
            <pc:sldMk cId="2257718756" sldId="403"/>
            <ac:spMk id="23" creationId="{3D1BFE41-453D-920D-9292-146BF36ED711}"/>
          </ac:spMkLst>
        </pc:spChg>
        <pc:spChg chg="mod">
          <ac:chgData name="Nádia Genebra Ahmad" userId="36126275-cace-419f-8e9b-04679c4f8ea6" providerId="ADAL" clId="{621D4C68-5DEB-4C53-850B-6EB333907ABF}" dt="2023-05-22T14:03:46.762" v="62"/>
          <ac:spMkLst>
            <pc:docMk/>
            <pc:sldMk cId="2257718756" sldId="403"/>
            <ac:spMk id="24" creationId="{7A9A8749-1E42-A149-A25D-6ACBF0D03F2F}"/>
          </ac:spMkLst>
        </pc:spChg>
        <pc:spChg chg="add mod">
          <ac:chgData name="Nádia Genebra Ahmad" userId="36126275-cace-419f-8e9b-04679c4f8ea6" providerId="ADAL" clId="{621D4C68-5DEB-4C53-850B-6EB333907ABF}" dt="2023-05-22T14:03:46.762" v="62"/>
          <ac:spMkLst>
            <pc:docMk/>
            <pc:sldMk cId="2257718756" sldId="403"/>
            <ac:spMk id="27" creationId="{75D63158-3E8A-B2E6-CC43-A70438A74056}"/>
          </ac:spMkLst>
        </pc:spChg>
        <pc:spChg chg="del">
          <ac:chgData name="Nádia Genebra Ahmad" userId="36126275-cace-419f-8e9b-04679c4f8ea6" providerId="ADAL" clId="{621D4C68-5DEB-4C53-850B-6EB333907ABF}" dt="2023-05-22T14:03:05.048" v="32" actId="478"/>
          <ac:spMkLst>
            <pc:docMk/>
            <pc:sldMk cId="2257718756" sldId="403"/>
            <ac:spMk id="80" creationId="{00000000-0000-0000-0000-000000000000}"/>
          </ac:spMkLst>
        </pc:spChg>
        <pc:spChg chg="del">
          <ac:chgData name="Nádia Genebra Ahmad" userId="36126275-cace-419f-8e9b-04679c4f8ea6" providerId="ADAL" clId="{621D4C68-5DEB-4C53-850B-6EB333907ABF}" dt="2023-05-22T14:03:05.048" v="32" actId="478"/>
          <ac:spMkLst>
            <pc:docMk/>
            <pc:sldMk cId="2257718756" sldId="403"/>
            <ac:spMk id="81" creationId="{00000000-0000-0000-0000-000000000000}"/>
          </ac:spMkLst>
        </pc:spChg>
        <pc:grpChg chg="add del mod">
          <ac:chgData name="Nádia Genebra Ahmad" userId="36126275-cace-419f-8e9b-04679c4f8ea6" providerId="ADAL" clId="{621D4C68-5DEB-4C53-850B-6EB333907ABF}" dt="2023-05-22T14:03:46.087" v="61" actId="478"/>
          <ac:grpSpMkLst>
            <pc:docMk/>
            <pc:sldMk cId="2257718756" sldId="403"/>
            <ac:grpSpMk id="14" creationId="{2893E0B1-A459-8AFF-E32C-CD97739DD131}"/>
          </ac:grpSpMkLst>
        </pc:grpChg>
        <pc:grpChg chg="add mod">
          <ac:chgData name="Nádia Genebra Ahmad" userId="36126275-cace-419f-8e9b-04679c4f8ea6" providerId="ADAL" clId="{621D4C68-5DEB-4C53-850B-6EB333907ABF}" dt="2023-05-22T14:03:46.762" v="62"/>
          <ac:grpSpMkLst>
            <pc:docMk/>
            <pc:sldMk cId="2257718756" sldId="403"/>
            <ac:grpSpMk id="22" creationId="{D85D8408-383D-AFC7-E443-2E6622EB20C7}"/>
          </ac:grpSpMkLst>
        </pc:grpChg>
        <pc:picChg chg="mod">
          <ac:chgData name="Nádia Genebra Ahmad" userId="36126275-cace-419f-8e9b-04679c4f8ea6" providerId="ADAL" clId="{621D4C68-5DEB-4C53-850B-6EB333907ABF}" dt="2023-05-22T14:03:07.766" v="34"/>
          <ac:picMkLst>
            <pc:docMk/>
            <pc:sldMk cId="2257718756" sldId="403"/>
            <ac:picMk id="18" creationId="{D9CE287D-957A-551A-5310-23AF03391949}"/>
          </ac:picMkLst>
        </pc:picChg>
        <pc:picChg chg="add del mod">
          <ac:chgData name="Nádia Genebra Ahmad" userId="36126275-cace-419f-8e9b-04679c4f8ea6" providerId="ADAL" clId="{621D4C68-5DEB-4C53-850B-6EB333907ABF}" dt="2023-05-22T14:03:46.087" v="61" actId="478"/>
          <ac:picMkLst>
            <pc:docMk/>
            <pc:sldMk cId="2257718756" sldId="403"/>
            <ac:picMk id="19" creationId="{809F1973-EB2E-0A85-8330-B0ABF383A2AD}"/>
          </ac:picMkLst>
        </pc:picChg>
        <pc:picChg chg="mod">
          <ac:chgData name="Nádia Genebra Ahmad" userId="36126275-cace-419f-8e9b-04679c4f8ea6" providerId="ADAL" clId="{621D4C68-5DEB-4C53-850B-6EB333907ABF}" dt="2023-05-22T14:03:46.762" v="62"/>
          <ac:picMkLst>
            <pc:docMk/>
            <pc:sldMk cId="2257718756" sldId="403"/>
            <ac:picMk id="25" creationId="{17E6A806-F2A7-C817-FFC8-888F49219BA1}"/>
          </ac:picMkLst>
        </pc:picChg>
        <pc:picChg chg="add mod">
          <ac:chgData name="Nádia Genebra Ahmad" userId="36126275-cace-419f-8e9b-04679c4f8ea6" providerId="ADAL" clId="{621D4C68-5DEB-4C53-850B-6EB333907ABF}" dt="2023-05-22T14:03:46.762" v="62"/>
          <ac:picMkLst>
            <pc:docMk/>
            <pc:sldMk cId="2257718756" sldId="403"/>
            <ac:picMk id="26" creationId="{5D2F07E9-5626-30B9-7D0F-285074A34ACC}"/>
          </ac:picMkLst>
        </pc:picChg>
      </pc:sldChg>
    </pc:docChg>
  </pc:docChgLst>
  <pc:docChgLst>
    <pc:chgData name="Nádia Genebra Ahmad" userId="36126275-cace-419f-8e9b-04679c4f8ea6" providerId="ADAL" clId="{BBAC12BF-1F58-406A-A1C4-EE991A95FB27}"/>
    <pc:docChg chg="undo custSel delSld modSld">
      <pc:chgData name="Nádia Genebra Ahmad" userId="36126275-cace-419f-8e9b-04679c4f8ea6" providerId="ADAL" clId="{BBAC12BF-1F58-406A-A1C4-EE991A95FB27}" dt="2023-05-17T09:53:36.377" v="290" actId="47"/>
      <pc:docMkLst>
        <pc:docMk/>
      </pc:docMkLst>
      <pc:sldChg chg="modSp mod">
        <pc:chgData name="Nádia Genebra Ahmad" userId="36126275-cace-419f-8e9b-04679c4f8ea6" providerId="ADAL" clId="{BBAC12BF-1F58-406A-A1C4-EE991A95FB27}" dt="2023-05-17T08:12:12.134" v="3" actId="20577"/>
        <pc:sldMkLst>
          <pc:docMk/>
          <pc:sldMk cId="4215426283" sldId="306"/>
        </pc:sldMkLst>
        <pc:spChg chg="mod">
          <ac:chgData name="Nádia Genebra Ahmad" userId="36126275-cace-419f-8e9b-04679c4f8ea6" providerId="ADAL" clId="{BBAC12BF-1F58-406A-A1C4-EE991A95FB27}" dt="2023-05-17T08:12:12.134" v="3" actId="20577"/>
          <ac:spMkLst>
            <pc:docMk/>
            <pc:sldMk cId="4215426283" sldId="306"/>
            <ac:spMk id="2" creationId="{6D3E78DA-069E-4823-8E49-CBFF8D792C2E}"/>
          </ac:spMkLst>
        </pc:spChg>
      </pc:sldChg>
      <pc:sldChg chg="del">
        <pc:chgData name="Nádia Genebra Ahmad" userId="36126275-cace-419f-8e9b-04679c4f8ea6" providerId="ADAL" clId="{BBAC12BF-1F58-406A-A1C4-EE991A95FB27}" dt="2023-05-17T09:53:36.377" v="290" actId="47"/>
        <pc:sldMkLst>
          <pc:docMk/>
          <pc:sldMk cId="3757026652" sldId="324"/>
        </pc:sldMkLst>
      </pc:sldChg>
      <pc:sldChg chg="modSp">
        <pc:chgData name="Nádia Genebra Ahmad" userId="36126275-cace-419f-8e9b-04679c4f8ea6" providerId="ADAL" clId="{BBAC12BF-1F58-406A-A1C4-EE991A95FB27}" dt="2023-05-17T08:12:07.845" v="0"/>
        <pc:sldMkLst>
          <pc:docMk/>
          <pc:sldMk cId="326973016" sldId="330"/>
        </pc:sldMkLst>
        <pc:spChg chg="mod">
          <ac:chgData name="Nádia Genebra Ahmad" userId="36126275-cace-419f-8e9b-04679c4f8ea6" providerId="ADAL" clId="{BBAC12BF-1F58-406A-A1C4-EE991A95FB27}" dt="2023-05-17T08:12:07.845" v="0"/>
          <ac:spMkLst>
            <pc:docMk/>
            <pc:sldMk cId="326973016" sldId="330"/>
            <ac:spMk id="3" creationId="{E125DFD4-F75B-4CEF-A4D7-EA79824B5320}"/>
          </ac:spMkLst>
        </pc:spChg>
      </pc:sldChg>
      <pc:sldChg chg="modSp">
        <pc:chgData name="Nádia Genebra Ahmad" userId="36126275-cace-419f-8e9b-04679c4f8ea6" providerId="ADAL" clId="{BBAC12BF-1F58-406A-A1C4-EE991A95FB27}" dt="2023-05-17T08:12:07.845" v="0"/>
        <pc:sldMkLst>
          <pc:docMk/>
          <pc:sldMk cId="1865004159" sldId="338"/>
        </pc:sldMkLst>
        <pc:spChg chg="mod">
          <ac:chgData name="Nádia Genebra Ahmad" userId="36126275-cace-419f-8e9b-04679c4f8ea6" providerId="ADAL" clId="{BBAC12BF-1F58-406A-A1C4-EE991A95FB27}" dt="2023-05-17T08:12:07.845" v="0"/>
          <ac:spMkLst>
            <pc:docMk/>
            <pc:sldMk cId="1865004159" sldId="338"/>
            <ac:spMk id="3" creationId="{E125DFD4-F75B-4CEF-A4D7-EA79824B5320}"/>
          </ac:spMkLst>
        </pc:spChg>
      </pc:sldChg>
      <pc:sldChg chg="modSp">
        <pc:chgData name="Nádia Genebra Ahmad" userId="36126275-cace-419f-8e9b-04679c4f8ea6" providerId="ADAL" clId="{BBAC12BF-1F58-406A-A1C4-EE991A95FB27}" dt="2023-05-17T08:12:07.845" v="0"/>
        <pc:sldMkLst>
          <pc:docMk/>
          <pc:sldMk cId="2088130186" sldId="358"/>
        </pc:sldMkLst>
        <pc:spChg chg="mod">
          <ac:chgData name="Nádia Genebra Ahmad" userId="36126275-cace-419f-8e9b-04679c4f8ea6" providerId="ADAL" clId="{BBAC12BF-1F58-406A-A1C4-EE991A95FB27}" dt="2023-05-17T08:12:07.845" v="0"/>
          <ac:spMkLst>
            <pc:docMk/>
            <pc:sldMk cId="2088130186" sldId="358"/>
            <ac:spMk id="3" creationId="{E125DFD4-F75B-4CEF-A4D7-EA79824B5320}"/>
          </ac:spMkLst>
        </pc:spChg>
      </pc:sldChg>
      <pc:sldChg chg="modSp">
        <pc:chgData name="Nádia Genebra Ahmad" userId="36126275-cace-419f-8e9b-04679c4f8ea6" providerId="ADAL" clId="{BBAC12BF-1F58-406A-A1C4-EE991A95FB27}" dt="2023-05-17T08:12:07.845" v="0"/>
        <pc:sldMkLst>
          <pc:docMk/>
          <pc:sldMk cId="3537588073" sldId="361"/>
        </pc:sldMkLst>
        <pc:spChg chg="mod">
          <ac:chgData name="Nádia Genebra Ahmad" userId="36126275-cace-419f-8e9b-04679c4f8ea6" providerId="ADAL" clId="{BBAC12BF-1F58-406A-A1C4-EE991A95FB27}" dt="2023-05-17T08:12:07.845" v="0"/>
          <ac:spMkLst>
            <pc:docMk/>
            <pc:sldMk cId="3537588073" sldId="361"/>
            <ac:spMk id="3" creationId="{E125DFD4-F75B-4CEF-A4D7-EA79824B5320}"/>
          </ac:spMkLst>
        </pc:spChg>
      </pc:sldChg>
      <pc:sldChg chg="del">
        <pc:chgData name="Nádia Genebra Ahmad" userId="36126275-cace-419f-8e9b-04679c4f8ea6" providerId="ADAL" clId="{BBAC12BF-1F58-406A-A1C4-EE991A95FB27}" dt="2023-05-17T09:53:36.377" v="290" actId="47"/>
        <pc:sldMkLst>
          <pc:docMk/>
          <pc:sldMk cId="4208994639" sldId="364"/>
        </pc:sldMkLst>
      </pc:sldChg>
      <pc:sldChg chg="modSp">
        <pc:chgData name="Nádia Genebra Ahmad" userId="36126275-cace-419f-8e9b-04679c4f8ea6" providerId="ADAL" clId="{BBAC12BF-1F58-406A-A1C4-EE991A95FB27}" dt="2023-05-17T08:12:07.845" v="0"/>
        <pc:sldMkLst>
          <pc:docMk/>
          <pc:sldMk cId="1215262335" sldId="365"/>
        </pc:sldMkLst>
        <pc:spChg chg="mod">
          <ac:chgData name="Nádia Genebra Ahmad" userId="36126275-cace-419f-8e9b-04679c4f8ea6" providerId="ADAL" clId="{BBAC12BF-1F58-406A-A1C4-EE991A95FB27}" dt="2023-05-17T08:12:07.845" v="0"/>
          <ac:spMkLst>
            <pc:docMk/>
            <pc:sldMk cId="1215262335" sldId="365"/>
            <ac:spMk id="3" creationId="{E125DFD4-F75B-4CEF-A4D7-EA79824B5320}"/>
          </ac:spMkLst>
        </pc:spChg>
      </pc:sldChg>
      <pc:sldChg chg="modSp">
        <pc:chgData name="Nádia Genebra Ahmad" userId="36126275-cace-419f-8e9b-04679c4f8ea6" providerId="ADAL" clId="{BBAC12BF-1F58-406A-A1C4-EE991A95FB27}" dt="2023-05-17T08:12:07.845" v="0"/>
        <pc:sldMkLst>
          <pc:docMk/>
          <pc:sldMk cId="111535585" sldId="367"/>
        </pc:sldMkLst>
        <pc:spChg chg="mod">
          <ac:chgData name="Nádia Genebra Ahmad" userId="36126275-cace-419f-8e9b-04679c4f8ea6" providerId="ADAL" clId="{BBAC12BF-1F58-406A-A1C4-EE991A95FB27}" dt="2023-05-17T08:12:07.845" v="0"/>
          <ac:spMkLst>
            <pc:docMk/>
            <pc:sldMk cId="111535585" sldId="367"/>
            <ac:spMk id="3" creationId="{E125DFD4-F75B-4CEF-A4D7-EA79824B5320}"/>
          </ac:spMkLst>
        </pc:spChg>
      </pc:sldChg>
      <pc:sldChg chg="modSp">
        <pc:chgData name="Nádia Genebra Ahmad" userId="36126275-cace-419f-8e9b-04679c4f8ea6" providerId="ADAL" clId="{BBAC12BF-1F58-406A-A1C4-EE991A95FB27}" dt="2023-05-17T08:12:07.845" v="0"/>
        <pc:sldMkLst>
          <pc:docMk/>
          <pc:sldMk cId="304460049" sldId="368"/>
        </pc:sldMkLst>
        <pc:spChg chg="mod">
          <ac:chgData name="Nádia Genebra Ahmad" userId="36126275-cace-419f-8e9b-04679c4f8ea6" providerId="ADAL" clId="{BBAC12BF-1F58-406A-A1C4-EE991A95FB27}" dt="2023-05-17T08:12:07.845" v="0"/>
          <ac:spMkLst>
            <pc:docMk/>
            <pc:sldMk cId="304460049" sldId="368"/>
            <ac:spMk id="3" creationId="{E125DFD4-F75B-4CEF-A4D7-EA79824B5320}"/>
          </ac:spMkLst>
        </pc:spChg>
      </pc:sldChg>
      <pc:sldChg chg="modSp">
        <pc:chgData name="Nádia Genebra Ahmad" userId="36126275-cace-419f-8e9b-04679c4f8ea6" providerId="ADAL" clId="{BBAC12BF-1F58-406A-A1C4-EE991A95FB27}" dt="2023-05-17T08:12:07.845" v="0"/>
        <pc:sldMkLst>
          <pc:docMk/>
          <pc:sldMk cId="3156286407" sldId="369"/>
        </pc:sldMkLst>
        <pc:spChg chg="mod">
          <ac:chgData name="Nádia Genebra Ahmad" userId="36126275-cace-419f-8e9b-04679c4f8ea6" providerId="ADAL" clId="{BBAC12BF-1F58-406A-A1C4-EE991A95FB27}" dt="2023-05-17T08:12:07.845" v="0"/>
          <ac:spMkLst>
            <pc:docMk/>
            <pc:sldMk cId="3156286407" sldId="369"/>
            <ac:spMk id="3" creationId="{E125DFD4-F75B-4CEF-A4D7-EA79824B5320}"/>
          </ac:spMkLst>
        </pc:spChg>
      </pc:sldChg>
      <pc:sldChg chg="modSp">
        <pc:chgData name="Nádia Genebra Ahmad" userId="36126275-cace-419f-8e9b-04679c4f8ea6" providerId="ADAL" clId="{BBAC12BF-1F58-406A-A1C4-EE991A95FB27}" dt="2023-05-17T08:12:07.845" v="0"/>
        <pc:sldMkLst>
          <pc:docMk/>
          <pc:sldMk cId="1965639224" sldId="370"/>
        </pc:sldMkLst>
        <pc:spChg chg="mod">
          <ac:chgData name="Nádia Genebra Ahmad" userId="36126275-cace-419f-8e9b-04679c4f8ea6" providerId="ADAL" clId="{BBAC12BF-1F58-406A-A1C4-EE991A95FB27}" dt="2023-05-17T08:12:07.845" v="0"/>
          <ac:spMkLst>
            <pc:docMk/>
            <pc:sldMk cId="1965639224" sldId="370"/>
            <ac:spMk id="3" creationId="{E125DFD4-F75B-4CEF-A4D7-EA79824B5320}"/>
          </ac:spMkLst>
        </pc:spChg>
      </pc:sldChg>
      <pc:sldChg chg="modSp">
        <pc:chgData name="Nádia Genebra Ahmad" userId="36126275-cace-419f-8e9b-04679c4f8ea6" providerId="ADAL" clId="{BBAC12BF-1F58-406A-A1C4-EE991A95FB27}" dt="2023-05-17T08:12:07.845" v="0"/>
        <pc:sldMkLst>
          <pc:docMk/>
          <pc:sldMk cId="932530539" sldId="371"/>
        </pc:sldMkLst>
        <pc:spChg chg="mod">
          <ac:chgData name="Nádia Genebra Ahmad" userId="36126275-cace-419f-8e9b-04679c4f8ea6" providerId="ADAL" clId="{BBAC12BF-1F58-406A-A1C4-EE991A95FB27}" dt="2023-05-17T08:12:07.845" v="0"/>
          <ac:spMkLst>
            <pc:docMk/>
            <pc:sldMk cId="932530539" sldId="371"/>
            <ac:spMk id="3" creationId="{E125DFD4-F75B-4CEF-A4D7-EA79824B5320}"/>
          </ac:spMkLst>
        </pc:spChg>
      </pc:sldChg>
      <pc:sldChg chg="modSp">
        <pc:chgData name="Nádia Genebra Ahmad" userId="36126275-cace-419f-8e9b-04679c4f8ea6" providerId="ADAL" clId="{BBAC12BF-1F58-406A-A1C4-EE991A95FB27}" dt="2023-05-17T08:12:07.845" v="0"/>
        <pc:sldMkLst>
          <pc:docMk/>
          <pc:sldMk cId="331773752" sldId="372"/>
        </pc:sldMkLst>
        <pc:spChg chg="mod">
          <ac:chgData name="Nádia Genebra Ahmad" userId="36126275-cace-419f-8e9b-04679c4f8ea6" providerId="ADAL" clId="{BBAC12BF-1F58-406A-A1C4-EE991A95FB27}" dt="2023-05-17T08:12:07.845" v="0"/>
          <ac:spMkLst>
            <pc:docMk/>
            <pc:sldMk cId="331773752" sldId="372"/>
            <ac:spMk id="3" creationId="{E125DFD4-F75B-4CEF-A4D7-EA79824B5320}"/>
          </ac:spMkLst>
        </pc:spChg>
      </pc:sldChg>
      <pc:sldChg chg="modSp mod">
        <pc:chgData name="Nádia Genebra Ahmad" userId="36126275-cace-419f-8e9b-04679c4f8ea6" providerId="ADAL" clId="{BBAC12BF-1F58-406A-A1C4-EE991A95FB27}" dt="2023-05-17T09:23:20.541" v="125"/>
        <pc:sldMkLst>
          <pc:docMk/>
          <pc:sldMk cId="230364981" sldId="373"/>
        </pc:sldMkLst>
        <pc:spChg chg="mod">
          <ac:chgData name="Nádia Genebra Ahmad" userId="36126275-cace-419f-8e9b-04679c4f8ea6" providerId="ADAL" clId="{BBAC12BF-1F58-406A-A1C4-EE991A95FB27}" dt="2023-05-17T08:12:07.845" v="0"/>
          <ac:spMkLst>
            <pc:docMk/>
            <pc:sldMk cId="230364981" sldId="373"/>
            <ac:spMk id="3" creationId="{E125DFD4-F75B-4CEF-A4D7-EA79824B5320}"/>
          </ac:spMkLst>
        </pc:spChg>
        <pc:graphicFrameChg chg="mod modGraphic">
          <ac:chgData name="Nádia Genebra Ahmad" userId="36126275-cace-419f-8e9b-04679c4f8ea6" providerId="ADAL" clId="{BBAC12BF-1F58-406A-A1C4-EE991A95FB27}" dt="2023-05-17T09:23:20.541" v="125"/>
          <ac:graphicFrameMkLst>
            <pc:docMk/>
            <pc:sldMk cId="230364981" sldId="373"/>
            <ac:graphicFrameMk id="8" creationId="{37790DD7-7A57-A5DD-1BF3-EDD100B3CFCB}"/>
          </ac:graphicFrameMkLst>
        </pc:graphicFrameChg>
      </pc:sldChg>
      <pc:sldChg chg="modSp">
        <pc:chgData name="Nádia Genebra Ahmad" userId="36126275-cace-419f-8e9b-04679c4f8ea6" providerId="ADAL" clId="{BBAC12BF-1F58-406A-A1C4-EE991A95FB27}" dt="2023-05-17T08:12:07.845" v="0"/>
        <pc:sldMkLst>
          <pc:docMk/>
          <pc:sldMk cId="3809727174" sldId="374"/>
        </pc:sldMkLst>
        <pc:spChg chg="mod">
          <ac:chgData name="Nádia Genebra Ahmad" userId="36126275-cace-419f-8e9b-04679c4f8ea6" providerId="ADAL" clId="{BBAC12BF-1F58-406A-A1C4-EE991A95FB27}" dt="2023-05-17T08:12:07.845" v="0"/>
          <ac:spMkLst>
            <pc:docMk/>
            <pc:sldMk cId="3809727174" sldId="374"/>
            <ac:spMk id="3" creationId="{E125DFD4-F75B-4CEF-A4D7-EA79824B5320}"/>
          </ac:spMkLst>
        </pc:spChg>
      </pc:sldChg>
      <pc:sldChg chg="modSp">
        <pc:chgData name="Nádia Genebra Ahmad" userId="36126275-cace-419f-8e9b-04679c4f8ea6" providerId="ADAL" clId="{BBAC12BF-1F58-406A-A1C4-EE991A95FB27}" dt="2023-05-17T08:12:07.845" v="0"/>
        <pc:sldMkLst>
          <pc:docMk/>
          <pc:sldMk cId="1271757370" sldId="375"/>
        </pc:sldMkLst>
        <pc:spChg chg="mod">
          <ac:chgData name="Nádia Genebra Ahmad" userId="36126275-cace-419f-8e9b-04679c4f8ea6" providerId="ADAL" clId="{BBAC12BF-1F58-406A-A1C4-EE991A95FB27}" dt="2023-05-17T08:12:07.845" v="0"/>
          <ac:spMkLst>
            <pc:docMk/>
            <pc:sldMk cId="1271757370" sldId="375"/>
            <ac:spMk id="3" creationId="{E125DFD4-F75B-4CEF-A4D7-EA79824B5320}"/>
          </ac:spMkLst>
        </pc:spChg>
      </pc:sldChg>
      <pc:sldChg chg="modSp mod">
        <pc:chgData name="Nádia Genebra Ahmad" userId="36126275-cace-419f-8e9b-04679c4f8ea6" providerId="ADAL" clId="{BBAC12BF-1F58-406A-A1C4-EE991A95FB27}" dt="2023-05-17T09:25:02.777" v="133" actId="27636"/>
        <pc:sldMkLst>
          <pc:docMk/>
          <pc:sldMk cId="474606317" sldId="376"/>
        </pc:sldMkLst>
        <pc:spChg chg="mod">
          <ac:chgData name="Nádia Genebra Ahmad" userId="36126275-cace-419f-8e9b-04679c4f8ea6" providerId="ADAL" clId="{BBAC12BF-1F58-406A-A1C4-EE991A95FB27}" dt="2023-05-17T09:25:02.777" v="133" actId="27636"/>
          <ac:spMkLst>
            <pc:docMk/>
            <pc:sldMk cId="474606317" sldId="376"/>
            <ac:spMk id="2" creationId="{6D3E78DA-069E-4823-8E49-CBFF8D792C2E}"/>
          </ac:spMkLst>
        </pc:spChg>
      </pc:sldChg>
      <pc:sldChg chg="modSp mod">
        <pc:chgData name="Nádia Genebra Ahmad" userId="36126275-cace-419f-8e9b-04679c4f8ea6" providerId="ADAL" clId="{BBAC12BF-1F58-406A-A1C4-EE991A95FB27}" dt="2023-05-17T09:26:33.890" v="197" actId="1036"/>
        <pc:sldMkLst>
          <pc:docMk/>
          <pc:sldMk cId="3272146824" sldId="379"/>
        </pc:sldMkLst>
        <pc:spChg chg="mod">
          <ac:chgData name="Nádia Genebra Ahmad" userId="36126275-cace-419f-8e9b-04679c4f8ea6" providerId="ADAL" clId="{BBAC12BF-1F58-406A-A1C4-EE991A95FB27}" dt="2023-05-17T09:25:37.101" v="135"/>
          <ac:spMkLst>
            <pc:docMk/>
            <pc:sldMk cId="3272146824" sldId="379"/>
            <ac:spMk id="7" creationId="{9BE11D50-696C-5DDD-4966-1C3C1D320FEF}"/>
          </ac:spMkLst>
        </pc:spChg>
        <pc:spChg chg="mod">
          <ac:chgData name="Nádia Genebra Ahmad" userId="36126275-cace-419f-8e9b-04679c4f8ea6" providerId="ADAL" clId="{BBAC12BF-1F58-406A-A1C4-EE991A95FB27}" dt="2023-05-17T09:26:33.890" v="197" actId="1036"/>
          <ac:spMkLst>
            <pc:docMk/>
            <pc:sldMk cId="3272146824" sldId="379"/>
            <ac:spMk id="16" creationId="{5C09F791-28D5-D0F7-5FDB-D39E2D4A32CD}"/>
          </ac:spMkLst>
        </pc:spChg>
        <pc:picChg chg="mod modCrop">
          <ac:chgData name="Nádia Genebra Ahmad" userId="36126275-cace-419f-8e9b-04679c4f8ea6" providerId="ADAL" clId="{BBAC12BF-1F58-406A-A1C4-EE991A95FB27}" dt="2023-05-17T09:26:33.890" v="197" actId="1036"/>
          <ac:picMkLst>
            <pc:docMk/>
            <pc:sldMk cId="3272146824" sldId="379"/>
            <ac:picMk id="15" creationId="{6A21EA30-DFE1-DA31-8977-D13539E4F5FD}"/>
          </ac:picMkLst>
        </pc:picChg>
      </pc:sldChg>
      <pc:sldChg chg="addSp delSp modSp mod">
        <pc:chgData name="Nádia Genebra Ahmad" userId="36126275-cace-419f-8e9b-04679c4f8ea6" providerId="ADAL" clId="{BBAC12BF-1F58-406A-A1C4-EE991A95FB27}" dt="2023-05-17T09:27:38.206" v="285" actId="1035"/>
        <pc:sldMkLst>
          <pc:docMk/>
          <pc:sldMk cId="53204883" sldId="386"/>
        </pc:sldMkLst>
        <pc:spChg chg="add mod">
          <ac:chgData name="Nádia Genebra Ahmad" userId="36126275-cace-419f-8e9b-04679c4f8ea6" providerId="ADAL" clId="{BBAC12BF-1F58-406A-A1C4-EE991A95FB27}" dt="2023-05-17T09:27:34.724" v="283" actId="14100"/>
          <ac:spMkLst>
            <pc:docMk/>
            <pc:sldMk cId="53204883" sldId="386"/>
            <ac:spMk id="3" creationId="{193B487F-E8A5-AD20-DBA2-88F6BEA44FAA}"/>
          </ac:spMkLst>
        </pc:spChg>
        <pc:spChg chg="add mod">
          <ac:chgData name="Nádia Genebra Ahmad" userId="36126275-cace-419f-8e9b-04679c4f8ea6" providerId="ADAL" clId="{BBAC12BF-1F58-406A-A1C4-EE991A95FB27}" dt="2023-05-17T09:27:38.206" v="285" actId="1035"/>
          <ac:spMkLst>
            <pc:docMk/>
            <pc:sldMk cId="53204883" sldId="386"/>
            <ac:spMk id="4" creationId="{1BDD73CE-A9D9-82FE-1A38-F853A5AE8679}"/>
          </ac:spMkLst>
        </pc:spChg>
        <pc:spChg chg="mod">
          <ac:chgData name="Nádia Genebra Ahmad" userId="36126275-cace-419f-8e9b-04679c4f8ea6" providerId="ADAL" clId="{BBAC12BF-1F58-406A-A1C4-EE991A95FB27}" dt="2023-05-17T09:25:37.101" v="135"/>
          <ac:spMkLst>
            <pc:docMk/>
            <pc:sldMk cId="53204883" sldId="386"/>
            <ac:spMk id="14" creationId="{F1CBC589-FA16-696D-1407-5680FB9143DB}"/>
          </ac:spMkLst>
        </pc:spChg>
        <pc:spChg chg="del">
          <ac:chgData name="Nádia Genebra Ahmad" userId="36126275-cace-419f-8e9b-04679c4f8ea6" providerId="ADAL" clId="{BBAC12BF-1F58-406A-A1C4-EE991A95FB27}" dt="2023-05-17T09:27:27.258" v="281" actId="478"/>
          <ac:spMkLst>
            <pc:docMk/>
            <pc:sldMk cId="53204883" sldId="386"/>
            <ac:spMk id="17" creationId="{4E685FE0-18BA-914A-DA15-67FD97CB5025}"/>
          </ac:spMkLst>
        </pc:spChg>
        <pc:spChg chg="del">
          <ac:chgData name="Nádia Genebra Ahmad" userId="36126275-cace-419f-8e9b-04679c4f8ea6" providerId="ADAL" clId="{BBAC12BF-1F58-406A-A1C4-EE991A95FB27}" dt="2023-05-17T09:27:27.258" v="281" actId="478"/>
          <ac:spMkLst>
            <pc:docMk/>
            <pc:sldMk cId="53204883" sldId="386"/>
            <ac:spMk id="18" creationId="{B313032E-B0CA-0C55-74A5-C990AF71A65E}"/>
          </ac:spMkLst>
        </pc:spChg>
        <pc:picChg chg="add mod">
          <ac:chgData name="Nádia Genebra Ahmad" userId="36126275-cace-419f-8e9b-04679c4f8ea6" providerId="ADAL" clId="{BBAC12BF-1F58-406A-A1C4-EE991A95FB27}" dt="2023-05-17T09:27:28.122" v="282"/>
          <ac:picMkLst>
            <pc:docMk/>
            <pc:sldMk cId="53204883" sldId="386"/>
            <ac:picMk id="2" creationId="{F64BAA2B-F28B-CB4D-2A2F-4AACC3125ADC}"/>
          </ac:picMkLst>
        </pc:picChg>
        <pc:picChg chg="del">
          <ac:chgData name="Nádia Genebra Ahmad" userId="36126275-cace-419f-8e9b-04679c4f8ea6" providerId="ADAL" clId="{BBAC12BF-1F58-406A-A1C4-EE991A95FB27}" dt="2023-05-17T09:27:27.258" v="281" actId="478"/>
          <ac:picMkLst>
            <pc:docMk/>
            <pc:sldMk cId="53204883" sldId="386"/>
            <ac:picMk id="16" creationId="{654D6E51-B0C0-901A-9FF4-0069418770FC}"/>
          </ac:picMkLst>
        </pc:picChg>
      </pc:sldChg>
      <pc:sldChg chg="addSp delSp modSp mod">
        <pc:chgData name="Nádia Genebra Ahmad" userId="36126275-cace-419f-8e9b-04679c4f8ea6" providerId="ADAL" clId="{BBAC12BF-1F58-406A-A1C4-EE991A95FB27}" dt="2023-05-17T09:27:55.384" v="289" actId="14100"/>
        <pc:sldMkLst>
          <pc:docMk/>
          <pc:sldMk cId="3633615114" sldId="387"/>
        </pc:sldMkLst>
        <pc:spChg chg="add del mod">
          <ac:chgData name="Nádia Genebra Ahmad" userId="36126275-cace-419f-8e9b-04679c4f8ea6" providerId="ADAL" clId="{BBAC12BF-1F58-406A-A1C4-EE991A95FB27}" dt="2023-05-17T09:27:51.400" v="288" actId="478"/>
          <ac:spMkLst>
            <pc:docMk/>
            <pc:sldMk cId="3633615114" sldId="387"/>
            <ac:spMk id="3" creationId="{0B2DAB74-F3CE-9C16-99E0-E2663142C67D}"/>
          </ac:spMkLst>
        </pc:spChg>
        <pc:spChg chg="add mod">
          <ac:chgData name="Nádia Genebra Ahmad" userId="36126275-cace-419f-8e9b-04679c4f8ea6" providerId="ADAL" clId="{BBAC12BF-1F58-406A-A1C4-EE991A95FB27}" dt="2023-05-17T09:27:55.384" v="289" actId="14100"/>
          <ac:spMkLst>
            <pc:docMk/>
            <pc:sldMk cId="3633615114" sldId="387"/>
            <ac:spMk id="4" creationId="{043D269C-FF76-6552-458C-28CC9803C4C9}"/>
          </ac:spMkLst>
        </pc:spChg>
        <pc:spChg chg="mod">
          <ac:chgData name="Nádia Genebra Ahmad" userId="36126275-cace-419f-8e9b-04679c4f8ea6" providerId="ADAL" clId="{BBAC12BF-1F58-406A-A1C4-EE991A95FB27}" dt="2023-05-17T09:25:37.101" v="135"/>
          <ac:spMkLst>
            <pc:docMk/>
            <pc:sldMk cId="3633615114" sldId="387"/>
            <ac:spMk id="8" creationId="{CC505BCC-0D73-2805-BCFB-AD5348869F10}"/>
          </ac:spMkLst>
        </pc:spChg>
        <pc:spChg chg="del">
          <ac:chgData name="Nádia Genebra Ahmad" userId="36126275-cace-419f-8e9b-04679c4f8ea6" providerId="ADAL" clId="{BBAC12BF-1F58-406A-A1C4-EE991A95FB27}" dt="2023-05-17T09:27:45.101" v="286" actId="478"/>
          <ac:spMkLst>
            <pc:docMk/>
            <pc:sldMk cId="3633615114" sldId="387"/>
            <ac:spMk id="23" creationId="{4DEC1544-1F5B-0E9C-9C6D-3F8451CAACE7}"/>
          </ac:spMkLst>
        </pc:spChg>
        <pc:spChg chg="del">
          <ac:chgData name="Nádia Genebra Ahmad" userId="36126275-cace-419f-8e9b-04679c4f8ea6" providerId="ADAL" clId="{BBAC12BF-1F58-406A-A1C4-EE991A95FB27}" dt="2023-05-17T09:27:45.101" v="286" actId="478"/>
          <ac:spMkLst>
            <pc:docMk/>
            <pc:sldMk cId="3633615114" sldId="387"/>
            <ac:spMk id="24" creationId="{EE65E50A-6314-87D4-EA3E-88CA886FA6B7}"/>
          </ac:spMkLst>
        </pc:spChg>
        <pc:picChg chg="add mod">
          <ac:chgData name="Nádia Genebra Ahmad" userId="36126275-cace-419f-8e9b-04679c4f8ea6" providerId="ADAL" clId="{BBAC12BF-1F58-406A-A1C4-EE991A95FB27}" dt="2023-05-17T09:27:45.952" v="287"/>
          <ac:picMkLst>
            <pc:docMk/>
            <pc:sldMk cId="3633615114" sldId="387"/>
            <ac:picMk id="2" creationId="{E3420929-B696-862F-143E-E9276F10A857}"/>
          </ac:picMkLst>
        </pc:picChg>
        <pc:picChg chg="del">
          <ac:chgData name="Nádia Genebra Ahmad" userId="36126275-cace-419f-8e9b-04679c4f8ea6" providerId="ADAL" clId="{BBAC12BF-1F58-406A-A1C4-EE991A95FB27}" dt="2023-05-17T09:27:45.101" v="286" actId="478"/>
          <ac:picMkLst>
            <pc:docMk/>
            <pc:sldMk cId="3633615114" sldId="387"/>
            <ac:picMk id="22" creationId="{A8ABBD43-D6A2-9313-0CBD-D47CC4704CBE}"/>
          </ac:picMkLst>
        </pc:picChg>
      </pc:sldChg>
      <pc:sldChg chg="addSp delSp modSp mod">
        <pc:chgData name="Nádia Genebra Ahmad" userId="36126275-cace-419f-8e9b-04679c4f8ea6" providerId="ADAL" clId="{BBAC12BF-1F58-406A-A1C4-EE991A95FB27}" dt="2023-05-17T09:27:16.284" v="280" actId="478"/>
        <pc:sldMkLst>
          <pc:docMk/>
          <pc:sldMk cId="3743191074" sldId="390"/>
        </pc:sldMkLst>
        <pc:spChg chg="add mod">
          <ac:chgData name="Nádia Genebra Ahmad" userId="36126275-cace-419f-8e9b-04679c4f8ea6" providerId="ADAL" clId="{BBAC12BF-1F58-406A-A1C4-EE991A95FB27}" dt="2023-05-17T09:26:57.463" v="204" actId="1035"/>
          <ac:spMkLst>
            <pc:docMk/>
            <pc:sldMk cId="3743191074" sldId="390"/>
            <ac:spMk id="3" creationId="{7EBE5684-F81C-8B42-186A-E425180B2489}"/>
          </ac:spMkLst>
        </pc:spChg>
        <pc:spChg chg="mod">
          <ac:chgData name="Nádia Genebra Ahmad" userId="36126275-cace-419f-8e9b-04679c4f8ea6" providerId="ADAL" clId="{BBAC12BF-1F58-406A-A1C4-EE991A95FB27}" dt="2023-05-17T09:25:37.101" v="135"/>
          <ac:spMkLst>
            <pc:docMk/>
            <pc:sldMk cId="3743191074" sldId="390"/>
            <ac:spMk id="7" creationId="{301585F9-CBF7-C70C-3A7B-0AF5597D1295}"/>
          </ac:spMkLst>
        </pc:spChg>
        <pc:spChg chg="del">
          <ac:chgData name="Nádia Genebra Ahmad" userId="36126275-cace-419f-8e9b-04679c4f8ea6" providerId="ADAL" clId="{BBAC12BF-1F58-406A-A1C4-EE991A95FB27}" dt="2023-05-17T09:26:46.342" v="198" actId="478"/>
          <ac:spMkLst>
            <pc:docMk/>
            <pc:sldMk cId="3743191074" sldId="390"/>
            <ac:spMk id="19" creationId="{704DAE10-C827-4138-8CDB-7C1EC8D203D9}"/>
          </ac:spMkLst>
        </pc:spChg>
        <pc:spChg chg="mod ord">
          <ac:chgData name="Nádia Genebra Ahmad" userId="36126275-cace-419f-8e9b-04679c4f8ea6" providerId="ADAL" clId="{BBAC12BF-1F58-406A-A1C4-EE991A95FB27}" dt="2023-05-17T09:27:13.229" v="279" actId="166"/>
          <ac:spMkLst>
            <pc:docMk/>
            <pc:sldMk cId="3743191074" sldId="390"/>
            <ac:spMk id="20" creationId="{6C4A0C4F-C09D-C24B-88F3-124DB4F8F41C}"/>
          </ac:spMkLst>
        </pc:spChg>
        <pc:picChg chg="add mod">
          <ac:chgData name="Nádia Genebra Ahmad" userId="36126275-cace-419f-8e9b-04679c4f8ea6" providerId="ADAL" clId="{BBAC12BF-1F58-406A-A1C4-EE991A95FB27}" dt="2023-05-17T09:26:52.347" v="201" actId="14100"/>
          <ac:picMkLst>
            <pc:docMk/>
            <pc:sldMk cId="3743191074" sldId="390"/>
            <ac:picMk id="2" creationId="{FCA04899-F7F5-A70D-B2AD-C987729FECDC}"/>
          </ac:picMkLst>
        </pc:picChg>
        <pc:picChg chg="del">
          <ac:chgData name="Nádia Genebra Ahmad" userId="36126275-cace-419f-8e9b-04679c4f8ea6" providerId="ADAL" clId="{BBAC12BF-1F58-406A-A1C4-EE991A95FB27}" dt="2023-05-17T09:27:16.284" v="280" actId="478"/>
          <ac:picMkLst>
            <pc:docMk/>
            <pc:sldMk cId="3743191074" sldId="390"/>
            <ac:picMk id="18" creationId="{FB8145D8-B0FE-6776-7562-1CD51954DF46}"/>
          </ac:picMkLst>
        </pc:picChg>
      </pc:sldChg>
      <pc:sldChg chg="delSp modSp mod">
        <pc:chgData name="Nádia Genebra Ahmad" userId="36126275-cace-419f-8e9b-04679c4f8ea6" providerId="ADAL" clId="{BBAC12BF-1F58-406A-A1C4-EE991A95FB27}" dt="2023-05-17T09:25:56.419" v="136" actId="478"/>
        <pc:sldMkLst>
          <pc:docMk/>
          <pc:sldMk cId="519216741" sldId="392"/>
        </pc:sldMkLst>
        <pc:spChg chg="mod">
          <ac:chgData name="Nádia Genebra Ahmad" userId="36126275-cace-419f-8e9b-04679c4f8ea6" providerId="ADAL" clId="{BBAC12BF-1F58-406A-A1C4-EE991A95FB27}" dt="2023-05-17T09:25:37.101" v="135"/>
          <ac:spMkLst>
            <pc:docMk/>
            <pc:sldMk cId="519216741" sldId="392"/>
            <ac:spMk id="7" creationId="{9BE11D50-696C-5DDD-4966-1C3C1D320FEF}"/>
          </ac:spMkLst>
        </pc:spChg>
        <pc:grpChg chg="del">
          <ac:chgData name="Nádia Genebra Ahmad" userId="36126275-cace-419f-8e9b-04679c4f8ea6" providerId="ADAL" clId="{BBAC12BF-1F58-406A-A1C4-EE991A95FB27}" dt="2023-05-17T09:25:56.419" v="136" actId="478"/>
          <ac:grpSpMkLst>
            <pc:docMk/>
            <pc:sldMk cId="519216741" sldId="392"/>
            <ac:grpSpMk id="44" creationId="{E4F20B05-B04A-807D-D587-7CE181F54288}"/>
          </ac:grpSpMkLst>
        </pc:grpChg>
        <pc:grpChg chg="del">
          <ac:chgData name="Nádia Genebra Ahmad" userId="36126275-cace-419f-8e9b-04679c4f8ea6" providerId="ADAL" clId="{BBAC12BF-1F58-406A-A1C4-EE991A95FB27}" dt="2023-05-17T09:25:56.419" v="136" actId="478"/>
          <ac:grpSpMkLst>
            <pc:docMk/>
            <pc:sldMk cId="519216741" sldId="392"/>
            <ac:grpSpMk id="45" creationId="{CF90E3A2-0029-EA1C-AC40-7FD0CCD45E87}"/>
          </ac:grpSpMkLst>
        </pc:gr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1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2.xml"/><Relationship Id="rId2" Type="http://schemas.microsoft.com/office/2011/relationships/chartColorStyle" Target="colors2.xml"/><Relationship Id="rId1" Type="http://schemas.microsoft.com/office/2011/relationships/chartStyle" Target="style2.xml"/><Relationship Id="rId5" Type="http://schemas.openxmlformats.org/officeDocument/2006/relationships/chartUserShapes" Target="../drawings/drawing1.xml"/><Relationship Id="rId4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5850689862660854E-2"/>
          <c:y val="0.19402974409586171"/>
          <c:w val="0.58485067930623136"/>
          <c:h val="0.596322381545243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Vermelho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3">
                  <c:v>Novembro (Mês Ini)</c:v>
                </c:pt>
                <c:pt idx="4">
                  <c:v>Dezembro</c:v>
                </c:pt>
                <c:pt idx="5">
                  <c:v>Janeiro</c:v>
                </c:pt>
                <c:pt idx="6">
                  <c:v>Fevereiro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</c:v>
                </c:pt>
                <c:pt idx="4">
                  <c:v>3</c:v>
                </c:pt>
                <c:pt idx="5">
                  <c:v>3</c:v>
                </c:pt>
                <c:pt idx="6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8E-4A9C-ADCE-B02334F4CA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Laranja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3">
                  <c:v>Novembro (Mês Ini)</c:v>
                </c:pt>
                <c:pt idx="4">
                  <c:v>Dezembro</c:v>
                </c:pt>
                <c:pt idx="5">
                  <c:v>Janeiro</c:v>
                </c:pt>
                <c:pt idx="6">
                  <c:v>Fevereiro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1</c:v>
                </c:pt>
                <c:pt idx="4">
                  <c:v>2</c:v>
                </c:pt>
                <c:pt idx="5">
                  <c:v>3</c:v>
                </c:pt>
                <c:pt idx="6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8E-4A9C-ADCE-B02334F4CA3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Amarelo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3">
                  <c:v>Novembro (Mês Ini)</c:v>
                </c:pt>
                <c:pt idx="4">
                  <c:v>Dezembro</c:v>
                </c:pt>
                <c:pt idx="5">
                  <c:v>Janeiro</c:v>
                </c:pt>
                <c:pt idx="6">
                  <c:v>Fevereiro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5</c:v>
                </c:pt>
                <c:pt idx="4">
                  <c:v>4</c:v>
                </c:pt>
                <c:pt idx="5">
                  <c:v>6</c:v>
                </c:pt>
                <c:pt idx="6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A8E-4A9C-ADCE-B02334F4CA3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              
                                                                              </c:v>
                </c:pt>
                <c:pt idx="3">
                  <c:v>Novembro (Mês Ini)</c:v>
                </c:pt>
                <c:pt idx="4">
                  <c:v>Dezembro</c:v>
                </c:pt>
                <c:pt idx="5">
                  <c:v>Janeiro</c:v>
                </c:pt>
                <c:pt idx="6">
                  <c:v>Fevereiro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61</c:v>
                </c:pt>
                <c:pt idx="4">
                  <c:v>69</c:v>
                </c:pt>
                <c:pt idx="5">
                  <c:v>86</c:v>
                </c:pt>
                <c:pt idx="6">
                  <c:v>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A8E-4A9C-ADCE-B02334F4CA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3462536"/>
        <c:axId val="443460968"/>
      </c:barChart>
      <c:catAx>
        <c:axId val="443462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0968"/>
        <c:crosses val="autoZero"/>
        <c:auto val="1"/>
        <c:lblAlgn val="ctr"/>
        <c:lblOffset val="100"/>
        <c:noMultiLvlLbl val="0"/>
      </c:catAx>
      <c:valAx>
        <c:axId val="443460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253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32643026570473344"/>
          <c:y val="0.12969357453219796"/>
          <c:w val="0.3316197782861165"/>
          <c:h val="0.10066487751725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>
        <c:manualLayout>
          <c:layoutTarget val="inner"/>
          <c:xMode val="edge"/>
          <c:yMode val="edge"/>
          <c:x val="5.5850689862660854E-2"/>
          <c:y val="0.19402974409586171"/>
          <c:w val="0.91952148054590044"/>
          <c:h val="0.59632238154524364"/>
        </c:manualLayout>
      </c:layout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Vermelho</c:v>
                </c:pt>
              </c:strCache>
            </c:strRef>
          </c:tx>
          <c:spPr>
            <a:solidFill>
              <a:srgbClr val="FF0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Novembro (Mês Ini)</c:v>
                </c:pt>
                <c:pt idx="2">
                  <c:v>Dezembro</c:v>
                </c:pt>
                <c:pt idx="3">
                  <c:v>Janeiro</c:v>
                </c:pt>
                <c:pt idx="4">
                  <c:v>Fevereiro</c:v>
                </c:pt>
                <c:pt idx="5">
                  <c:v>Março</c:v>
                </c:pt>
                <c:pt idx="6">
                  <c:v>Abril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0</c:v>
                </c:pt>
                <c:pt idx="1">
                  <c:v>5</c:v>
                </c:pt>
                <c:pt idx="2">
                  <c:v>3</c:v>
                </c:pt>
                <c:pt idx="3">
                  <c:v>3</c:v>
                </c:pt>
                <c:pt idx="4">
                  <c:v>4</c:v>
                </c:pt>
                <c:pt idx="5">
                  <c:v>4</c:v>
                </c:pt>
                <c:pt idx="6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A8E-4A9C-ADCE-B02334F4CA3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Laranja</c:v>
                </c:pt>
              </c:strCache>
            </c:strRef>
          </c:tx>
          <c:spPr>
            <a:solidFill>
              <a:srgbClr val="FFC0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Novembro (Mês Ini)</c:v>
                </c:pt>
                <c:pt idx="2">
                  <c:v>Dezembro</c:v>
                </c:pt>
                <c:pt idx="3">
                  <c:v>Janeiro</c:v>
                </c:pt>
                <c:pt idx="4">
                  <c:v>Fevereiro</c:v>
                </c:pt>
                <c:pt idx="5">
                  <c:v>Março</c:v>
                </c:pt>
                <c:pt idx="6">
                  <c:v>Abril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1</c:v>
                </c:pt>
                <c:pt idx="5">
                  <c:v>2</c:v>
                </c:pt>
                <c:pt idx="6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A8E-4A9C-ADCE-B02334F4CA3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Amarelo</c:v>
                </c:pt>
              </c:strCache>
            </c:strRef>
          </c:tx>
          <c:spPr>
            <a:solidFill>
              <a:srgbClr val="FFFF0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Novembro (Mês Ini)</c:v>
                </c:pt>
                <c:pt idx="2">
                  <c:v>Dezembro</c:v>
                </c:pt>
                <c:pt idx="3">
                  <c:v>Janeiro</c:v>
                </c:pt>
                <c:pt idx="4">
                  <c:v>Fevereiro</c:v>
                </c:pt>
                <c:pt idx="5">
                  <c:v>Março</c:v>
                </c:pt>
                <c:pt idx="6">
                  <c:v>Abril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0</c:v>
                </c:pt>
                <c:pt idx="1">
                  <c:v>5</c:v>
                </c:pt>
                <c:pt idx="2">
                  <c:v>4</c:v>
                </c:pt>
                <c:pt idx="3">
                  <c:v>6</c:v>
                </c:pt>
                <c:pt idx="4">
                  <c:v>7</c:v>
                </c:pt>
                <c:pt idx="5">
                  <c:v>11</c:v>
                </c:pt>
                <c:pt idx="6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2A8E-4A9C-ADCE-B02334F4CA33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Ok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                    
                </c:v>
                </c:pt>
                <c:pt idx="1">
                  <c:v>Novembro (Mês Ini)</c:v>
                </c:pt>
                <c:pt idx="2">
                  <c:v>Dezembro</c:v>
                </c:pt>
                <c:pt idx="3">
                  <c:v>Janeiro</c:v>
                </c:pt>
                <c:pt idx="4">
                  <c:v>Fevereiro</c:v>
                </c:pt>
                <c:pt idx="5">
                  <c:v>Março</c:v>
                </c:pt>
                <c:pt idx="6">
                  <c:v>Abril</c:v>
                </c:pt>
              </c:strCache>
            </c:strRef>
          </c:cat>
          <c:val>
            <c:numRef>
              <c:f>Sheet1!$E$2:$E$8</c:f>
              <c:numCache>
                <c:formatCode>General</c:formatCode>
                <c:ptCount val="7"/>
                <c:pt idx="0">
                  <c:v>0</c:v>
                </c:pt>
                <c:pt idx="1">
                  <c:v>61</c:v>
                </c:pt>
                <c:pt idx="2">
                  <c:v>69</c:v>
                </c:pt>
                <c:pt idx="3">
                  <c:v>86</c:v>
                </c:pt>
                <c:pt idx="4">
                  <c:v>97</c:v>
                </c:pt>
                <c:pt idx="5">
                  <c:v>95</c:v>
                </c:pt>
                <c:pt idx="6">
                  <c:v>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A8E-4A9C-ADCE-B02334F4CA3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443462536"/>
        <c:axId val="443460968"/>
      </c:barChart>
      <c:catAx>
        <c:axId val="4434625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0968"/>
        <c:crosses val="autoZero"/>
        <c:auto val="1"/>
        <c:lblAlgn val="ctr"/>
        <c:lblOffset val="100"/>
        <c:noMultiLvlLbl val="0"/>
      </c:catAx>
      <c:valAx>
        <c:axId val="44346096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Santander Text" panose="020B0504020201020104" pitchFamily="34" charset="0"/>
                <a:ea typeface="+mn-ea"/>
                <a:cs typeface="+mn-cs"/>
              </a:defRPr>
            </a:pPr>
            <a:endParaRPr lang="pt-PT"/>
          </a:p>
        </c:txPr>
        <c:crossAx val="443462536"/>
        <c:crosses val="autoZero"/>
        <c:crossBetween val="between"/>
      </c:valAx>
      <c:spPr>
        <a:noFill/>
        <a:ln w="25400">
          <a:noFill/>
        </a:ln>
        <a:effectLst/>
      </c:spPr>
    </c:plotArea>
    <c:legend>
      <c:legendPos val="t"/>
      <c:layout>
        <c:manualLayout>
          <c:xMode val="edge"/>
          <c:yMode val="edge"/>
          <c:x val="0.32643026570473344"/>
          <c:y val="0.12969357453219796"/>
          <c:w val="0.3316197782861165"/>
          <c:h val="0.1006648775172525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Santander Text" panose="020B0504020201020104" pitchFamily="34" charset="0"/>
              <a:ea typeface="+mn-ea"/>
              <a:cs typeface="+mn-cs"/>
            </a:defRPr>
          </a:pPr>
          <a:endParaRPr lang="pt-PT"/>
        </a:p>
      </c:txPr>
    </c:legend>
    <c:plotVisOnly val="1"/>
    <c:dispBlanksAs val="gap"/>
    <c:showDLblsOverMax val="0"/>
    <c:extLst/>
  </c:chart>
  <c:spPr>
    <a:noFill/>
    <a:ln>
      <a:noFill/>
    </a:ln>
    <a:effectLst/>
  </c:spPr>
  <c:txPr>
    <a:bodyPr/>
    <a:lstStyle/>
    <a:p>
      <a:pPr>
        <a:defRPr>
          <a:latin typeface="Santander Text" panose="020B0504020201020104" pitchFamily="34" charset="0"/>
        </a:defRPr>
      </a:pPr>
      <a:endParaRPr lang="pt-PT"/>
    </a:p>
  </c:txPr>
  <c:externalData r:id="rId4">
    <c:autoUpdate val="0"/>
  </c:externalData>
  <c:userShapes r:id="rId5"/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0.52973</cdr:x>
      <cdr:y>0.703</cdr:y>
    </cdr:from>
    <cdr:to>
      <cdr:x>0.62743</cdr:x>
      <cdr:y>0.80149</cdr:y>
    </cdr:to>
    <cdr:sp macro="" textlink="">
      <cdr:nvSpPr>
        <cdr:cNvPr id="2" name="Rectangle 1">
          <a:extLst xmlns:a="http://schemas.openxmlformats.org/drawingml/2006/main">
            <a:ext uri="{FF2B5EF4-FFF2-40B4-BE49-F238E27FC236}">
              <a16:creationId xmlns:a16="http://schemas.microsoft.com/office/drawing/2014/main" id="{24DB13A8-4E32-40F1-9F47-C855D21B4BD8}"/>
            </a:ext>
          </a:extLst>
        </cdr:cNvPr>
        <cdr:cNvSpPr/>
      </cdr:nvSpPr>
      <cdr:spPr>
        <a:xfrm xmlns:a="http://schemas.openxmlformats.org/drawingml/2006/main">
          <a:off x="3695007" y="1672503"/>
          <a:ext cx="681484" cy="23431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s-ES"/>
          </a:defPPr>
          <a:lvl1pPr marL="0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6876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3751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0624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7498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4377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1250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98124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4998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PT" sz="800" b="1" dirty="0">
              <a:solidFill>
                <a:srgbClr val="FF0000"/>
              </a:solidFill>
              <a:latin typeface="Santander Text" panose="020B0504020201020104" pitchFamily="34" charset="0"/>
            </a:rPr>
            <a:t>3 (3%) </a:t>
          </a:r>
        </a:p>
      </cdr:txBody>
    </cdr:sp>
  </cdr:relSizeAnchor>
  <cdr:relSizeAnchor xmlns:cdr="http://schemas.openxmlformats.org/drawingml/2006/chartDrawing">
    <cdr:from>
      <cdr:x>0.27228</cdr:x>
      <cdr:y>0.703</cdr:y>
    </cdr:from>
    <cdr:to>
      <cdr:x>0.36998</cdr:x>
      <cdr:y>0.80149</cdr:y>
    </cdr:to>
    <cdr:sp macro="" textlink="">
      <cdr:nvSpPr>
        <cdr:cNvPr id="3" name="Rectangle 2">
          <a:extLst xmlns:a="http://schemas.openxmlformats.org/drawingml/2006/main">
            <a:ext uri="{FF2B5EF4-FFF2-40B4-BE49-F238E27FC236}">
              <a16:creationId xmlns:a16="http://schemas.microsoft.com/office/drawing/2014/main" id="{24DB13A8-4E32-40F1-9F47-C855D21B4BD8}"/>
            </a:ext>
          </a:extLst>
        </cdr:cNvPr>
        <cdr:cNvSpPr/>
      </cdr:nvSpPr>
      <cdr:spPr>
        <a:xfrm xmlns:a="http://schemas.openxmlformats.org/drawingml/2006/main">
          <a:off x="1899225" y="1672503"/>
          <a:ext cx="681484" cy="234317"/>
        </a:xfrm>
        <a:prstGeom xmlns:a="http://schemas.openxmlformats.org/drawingml/2006/main" prst="rect">
          <a:avLst/>
        </a:prstGeom>
        <a:noFill xmlns:a="http://schemas.openxmlformats.org/drawingml/2006/main"/>
        <a:ln xmlns:a="http://schemas.openxmlformats.org/drawingml/2006/main">
          <a:noFill/>
        </a:ln>
      </cdr:spPr>
      <cdr:style>
        <a:lnRef xmlns:a="http://schemas.openxmlformats.org/drawingml/2006/main" idx="2">
          <a:schemeClr val="accent1">
            <a:shade val="50000"/>
          </a:schemeClr>
        </a:lnRef>
        <a:fillRef xmlns:a="http://schemas.openxmlformats.org/drawingml/2006/main" idx="1">
          <a:schemeClr val="accent1"/>
        </a:fillRef>
        <a:effectRef xmlns:a="http://schemas.openxmlformats.org/drawingml/2006/main" idx="0">
          <a:schemeClr val="accent1"/>
        </a:effectRef>
        <a:fontRef xmlns:a="http://schemas.openxmlformats.org/drawingml/2006/main" idx="minor">
          <a:schemeClr val="lt1"/>
        </a:fontRef>
      </cdr:style>
      <cdr:txBody>
        <a:bodyPr xmlns:a="http://schemas.openxmlformats.org/drawingml/2006/main" rtlCol="0" anchor="ctr"/>
        <a:lstStyle xmlns:a="http://schemas.openxmlformats.org/drawingml/2006/main">
          <a:defPPr>
            <a:defRPr lang="es-ES"/>
          </a:defPPr>
          <a:lvl1pPr marL="0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1pPr>
          <a:lvl2pPr marL="456876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2pPr>
          <a:lvl3pPr marL="913751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3pPr>
          <a:lvl4pPr marL="1370624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4pPr>
          <a:lvl5pPr marL="1827498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5pPr>
          <a:lvl6pPr marL="2284377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6pPr>
          <a:lvl7pPr marL="2741250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7pPr>
          <a:lvl8pPr marL="3198124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8pPr>
          <a:lvl9pPr marL="3654998" algn="l" defTabSz="913751" rtl="0" eaLnBrk="1" latinLnBrk="0" hangingPunct="1">
            <a:defRPr sz="1800" kern="1200">
              <a:solidFill>
                <a:schemeClr val="lt1"/>
              </a:solidFill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pPr algn="ctr"/>
          <a:r>
            <a:rPr lang="pt-PT" sz="800" b="1" dirty="0">
              <a:solidFill>
                <a:srgbClr val="FF0000"/>
              </a:solidFill>
              <a:latin typeface="Santander Text" panose="020B0504020201020104" pitchFamily="34" charset="0"/>
            </a:rPr>
            <a:t>5 (7%) </a:t>
          </a:r>
        </a:p>
      </cdr:txBody>
    </cdr:sp>
  </cdr:relSizeAnchor>
</c:userShape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60B1AF7E-5BC2-4D30-87FE-E1B659CA154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1D35212-2950-4BB8-B0AA-EE77368993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A5188B-02CB-4126-A12E-C27940239E67}" type="datetimeFigureOut">
              <a:rPr lang="es-ES" smtClean="0"/>
              <a:t>20/12/2023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6FAF009-7545-4A39-A198-6416D3420CD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B8A1D82-08B5-4B1F-860C-695167F2EE1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F54CB31-C4D0-4176-AC65-C48107E4212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68674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1D6FC-8B18-4D83-81FA-5ECA9E5C1AAF}" type="datetimeFigureOut">
              <a:rPr lang="es-ES" smtClean="0"/>
              <a:t>20/12/2023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776288" y="1143000"/>
            <a:ext cx="53054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Editar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78D618-BBD3-4FF5-9218-0E9FEB4B2F82}" type="slidenum">
              <a:rPr lang="es-ES" smtClean="0"/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463157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6876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3751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06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74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4377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250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124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4998" algn="l" defTabSz="913751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41857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829045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14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08012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29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9246033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978D618-BBD3-4FF5-9218-0E9FEB4B2F82}" type="slidenum">
              <a:rPr lang="es-ES" smtClean="0"/>
              <a:t>30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207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6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3" y="2815401"/>
            <a:ext cx="4934309" cy="2519924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None/>
              <a:defRPr sz="2000">
                <a:solidFill>
                  <a:schemeClr val="tx2"/>
                </a:solidFill>
              </a:defRPr>
            </a:lvl1pPr>
            <a:lvl2pPr marL="456876" indent="0" algn="ctr">
              <a:buNone/>
              <a:defRPr sz="2000"/>
            </a:lvl2pPr>
            <a:lvl3pPr marL="913751" indent="0" algn="ctr">
              <a:buNone/>
              <a:defRPr sz="1800"/>
            </a:lvl3pPr>
            <a:lvl4pPr marL="1370624" indent="0" algn="ctr">
              <a:buNone/>
              <a:defRPr sz="1600"/>
            </a:lvl4pPr>
            <a:lvl5pPr marL="1827498" indent="0" algn="ctr">
              <a:buNone/>
              <a:defRPr sz="1600"/>
            </a:lvl5pPr>
            <a:lvl6pPr marL="2284377" indent="0" algn="ctr">
              <a:buNone/>
              <a:defRPr sz="1600"/>
            </a:lvl6pPr>
            <a:lvl7pPr marL="2741250" indent="0" algn="ctr">
              <a:buNone/>
              <a:defRPr sz="1600"/>
            </a:lvl7pPr>
            <a:lvl8pPr marL="3198124" indent="0" algn="ctr">
              <a:buNone/>
              <a:defRPr sz="1600"/>
            </a:lvl8pPr>
            <a:lvl9pPr marL="3654998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5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56876" indent="0">
              <a:buNone/>
              <a:defRPr sz="1300">
                <a:solidFill>
                  <a:schemeClr val="tx2"/>
                </a:solidFill>
              </a:defRPr>
            </a:lvl2pPr>
            <a:lvl3pPr marL="913751" indent="0">
              <a:buNone/>
              <a:defRPr sz="1300">
                <a:solidFill>
                  <a:schemeClr val="tx2"/>
                </a:solidFill>
              </a:defRPr>
            </a:lvl3pPr>
            <a:lvl4pPr marL="1370624" indent="0">
              <a:buNone/>
              <a:defRPr sz="1300">
                <a:solidFill>
                  <a:schemeClr val="tx2"/>
                </a:solidFill>
              </a:defRPr>
            </a:lvl4pPr>
            <a:lvl5pPr marL="1827498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80952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1"/>
            <a:ext cx="1849821" cy="292319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1300">
                <a:solidFill>
                  <a:schemeClr val="accent1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1692" indent="-395719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3010683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79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600">
                <a:solidFill>
                  <a:schemeClr val="bg1"/>
                </a:solidFill>
              </a:defRPr>
            </a:lvl1pPr>
            <a:lvl2pPr>
              <a:defRPr sz="13800">
                <a:solidFill>
                  <a:schemeClr val="tx1"/>
                </a:solidFill>
              </a:defRPr>
            </a:lvl2pPr>
            <a:lvl3pPr>
              <a:defRPr sz="11500">
                <a:solidFill>
                  <a:schemeClr val="tx1"/>
                </a:solidFill>
              </a:defRPr>
            </a:lvl3pPr>
            <a:lvl4pPr>
              <a:defRPr sz="9600">
                <a:solidFill>
                  <a:schemeClr val="tx1"/>
                </a:solidFill>
              </a:defRPr>
            </a:lvl4pPr>
            <a:lvl5pPr>
              <a:defRPr sz="96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23245282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2919012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8" y="3199548"/>
            <a:ext cx="10758733" cy="3189036"/>
          </a:xfrm>
        </p:spPr>
        <p:txBody>
          <a:bodyPr numCol="2" spcCol="719487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956698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770703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0" y="1124721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1" y="1124693"/>
            <a:ext cx="6683551" cy="5298367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/>
              <a:t>Insira aqui seu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57120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89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2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808262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/>
              <a:pPr/>
              <a:t>‹#›</a:t>
            </a:fld>
            <a:endParaRPr lang="es-ES"/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56876" indent="0">
              <a:buFontTx/>
              <a:buNone/>
              <a:defRPr sz="1100"/>
            </a:lvl2pPr>
            <a:lvl3pPr marL="913751" indent="0">
              <a:buFontTx/>
              <a:buNone/>
              <a:defRPr sz="1100"/>
            </a:lvl3pPr>
            <a:lvl4pPr marL="1370624" indent="0">
              <a:buFontTx/>
              <a:buNone/>
              <a:defRPr sz="900"/>
            </a:lvl4pPr>
            <a:lvl5pPr marL="1827498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2" y="1232635"/>
            <a:ext cx="3911401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69" y="1232635"/>
            <a:ext cx="6456737" cy="680072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00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6876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3751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70624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27498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2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69925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373" tIns="45686" rIns="91373" bIns="45686" rtlCol="0" anchor="ctr"/>
          <a:lstStyle/>
          <a:p>
            <a:pPr algn="ctr"/>
            <a:endParaRPr lang="es-ES"/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76"/>
            <a:ext cx="1347483" cy="4710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09"/>
            <a:ext cx="3365479" cy="1292593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pt-PT" sz="1300">
                <a:solidFill>
                  <a:schemeClr val="tx2"/>
                </a:solidFill>
              </a:rPr>
              <a:t>A nossa missão é contribuir para o desenvolvimento das pessoas e das empresas.</a:t>
            </a:r>
          </a:p>
          <a:p>
            <a:endParaRPr lang="pt-PT" sz="1300">
              <a:solidFill>
                <a:schemeClr val="tx2"/>
              </a:solidFill>
            </a:endParaRPr>
          </a:p>
          <a:p>
            <a:r>
              <a:rPr lang="pt-PT" sz="1300">
                <a:solidFill>
                  <a:schemeClr val="tx2"/>
                </a:solidFill>
              </a:rPr>
              <a:t>A nossa cultura baseia-se no princípio</a:t>
            </a:r>
            <a:r>
              <a:rPr lang="pt-PT" sz="1300" baseline="0">
                <a:solidFill>
                  <a:schemeClr val="tx2"/>
                </a:solidFill>
              </a:rPr>
              <a:t> </a:t>
            </a:r>
            <a:r>
              <a:rPr lang="pt-PT" sz="1300">
                <a:solidFill>
                  <a:schemeClr val="tx2"/>
                </a:solidFill>
              </a:rPr>
              <a:t>de que tudo</a:t>
            </a:r>
            <a:r>
              <a:rPr lang="pt-PT" sz="1300" baseline="0">
                <a:solidFill>
                  <a:schemeClr val="tx2"/>
                </a:solidFill>
              </a:rPr>
              <a:t> o </a:t>
            </a:r>
            <a:r>
              <a:rPr lang="pt-PT" sz="1300">
                <a:solidFill>
                  <a:schemeClr val="tx2"/>
                </a:solidFill>
              </a:rPr>
              <a:t>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1" y="649714"/>
            <a:ext cx="3365479" cy="732138"/>
          </a:xfrm>
          <a:prstGeom prst="rect">
            <a:avLst/>
          </a:prstGeom>
          <a:noFill/>
        </p:spPr>
        <p:txBody>
          <a:bodyPr wrap="square" lIns="91373" tIns="45686" rIns="91373" bIns="45686" rtlCol="0">
            <a:spAutoFit/>
          </a:bodyPr>
          <a:lstStyle/>
          <a:p>
            <a:r>
              <a:rPr lang="es-ES" sz="4000" err="1">
                <a:solidFill>
                  <a:schemeClr val="accent1"/>
                </a:solidFill>
              </a:rPr>
              <a:t>Obrigado</a:t>
            </a:r>
            <a:r>
              <a:rPr lang="es-ES" sz="4000">
                <a:solidFill>
                  <a:schemeClr val="accent1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6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73" tIns="45686" rIns="91373" bIns="456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s-ES"/>
          </a:p>
        </p:txBody>
      </p:sp>
      <p:pic>
        <p:nvPicPr>
          <p:cNvPr id="13" name="Picture 2" descr="G:\Com_MarketingCorp\Pastas\Mudança de Imagem\2018\Logos\Simples Próximo Justo\FA_Simples Próximo Justo_RGB\JPG\FA_SANTANDER_Simples Próximo Justo_POS_RGB.jpg"/>
          <p:cNvPicPr>
            <a:picLocks noChangeAspect="1" noChangeArrowheads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37" t="30228" r="7698" b="19124"/>
          <a:stretch/>
        </p:blipFill>
        <p:spPr bwMode="auto">
          <a:xfrm>
            <a:off x="731018" y="3540414"/>
            <a:ext cx="2785913" cy="4137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639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F305A9-DE4B-49AF-BCD4-43A65F7EB52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21745" y="1134058"/>
            <a:ext cx="4937184" cy="1455207"/>
          </a:xfrm>
        </p:spPr>
        <p:txBody>
          <a:bodyPr anchor="t">
            <a:normAutofit/>
          </a:bodyPr>
          <a:lstStyle>
            <a:lvl1pPr algn="l">
              <a:lnSpc>
                <a:spcPct val="90000"/>
              </a:lnSpc>
              <a:defRPr sz="4200">
                <a:solidFill>
                  <a:schemeClr val="accent1"/>
                </a:solidFill>
              </a:defRPr>
            </a:lvl1pPr>
          </a:lstStyle>
          <a:p>
            <a:r>
              <a:rPr lang="pt-PT"/>
              <a:t>título do Modelo Global</a:t>
            </a:r>
            <a:endParaRPr lang="es-ES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AB17398-CAA7-49B6-868C-44D053E7EA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4620" y="2815400"/>
            <a:ext cx="4934309" cy="2519926"/>
          </a:xfrm>
        </p:spPr>
        <p:txBody>
          <a:bodyPr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spcAft>
                <a:spcPts val="1215"/>
              </a:spcAft>
              <a:buNone/>
              <a:defRPr sz="2000">
                <a:solidFill>
                  <a:schemeClr val="tx2"/>
                </a:solidFill>
              </a:defRPr>
            </a:lvl1pPr>
            <a:lvl2pPr marL="462483" indent="0" algn="ctr">
              <a:buNone/>
              <a:defRPr sz="2000"/>
            </a:lvl2pPr>
            <a:lvl3pPr marL="924967" indent="0" algn="ctr">
              <a:buNone/>
              <a:defRPr sz="1800"/>
            </a:lvl3pPr>
            <a:lvl4pPr marL="1387450" indent="0" algn="ctr">
              <a:buNone/>
              <a:defRPr sz="1600"/>
            </a:lvl4pPr>
            <a:lvl5pPr marL="1849933" indent="0" algn="ctr">
              <a:buNone/>
              <a:defRPr sz="1600"/>
            </a:lvl5pPr>
            <a:lvl6pPr marL="2312414" indent="0" algn="ctr">
              <a:buNone/>
              <a:defRPr sz="1600"/>
            </a:lvl6pPr>
            <a:lvl7pPr marL="2774901" indent="0" algn="ctr">
              <a:buNone/>
              <a:defRPr sz="1600"/>
            </a:lvl7pPr>
            <a:lvl8pPr marL="3237382" indent="0" algn="ctr">
              <a:buNone/>
              <a:defRPr sz="1600"/>
            </a:lvl8pPr>
            <a:lvl9pPr marL="3699865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9012236B-6821-499F-B6D4-F11EC0EF0C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sp>
        <p:nvSpPr>
          <p:cNvPr id="7" name="Forma libre: forma 6">
            <a:extLst>
              <a:ext uri="{FF2B5EF4-FFF2-40B4-BE49-F238E27FC236}">
                <a16:creationId xmlns:a16="http://schemas.microsoft.com/office/drawing/2014/main" id="{AB9931BC-B448-4EA6-A35A-56AF5C4C24E5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17" name="Marcador de texto 16">
            <a:extLst>
              <a:ext uri="{FF2B5EF4-FFF2-40B4-BE49-F238E27FC236}">
                <a16:creationId xmlns:a16="http://schemas.microsoft.com/office/drawing/2014/main" id="{F5E5F18D-70E6-495C-A384-2EDAE003093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09657" y="345082"/>
            <a:ext cx="11177551" cy="433458"/>
          </a:xfrm>
        </p:spPr>
        <p:txBody>
          <a:bodyPr>
            <a:noAutofit/>
          </a:bodyPr>
          <a:lstStyle>
            <a:lvl1pPr marL="0" indent="0">
              <a:buNone/>
              <a:defRPr sz="1300">
                <a:solidFill>
                  <a:schemeClr val="tx2"/>
                </a:solidFill>
              </a:defRPr>
            </a:lvl1pPr>
            <a:lvl2pPr marL="462483" indent="0">
              <a:buNone/>
              <a:defRPr sz="1300">
                <a:solidFill>
                  <a:schemeClr val="tx2"/>
                </a:solidFill>
              </a:defRPr>
            </a:lvl2pPr>
            <a:lvl3pPr marL="924967" indent="0">
              <a:buNone/>
              <a:defRPr sz="1300">
                <a:solidFill>
                  <a:schemeClr val="tx2"/>
                </a:solidFill>
              </a:defRPr>
            </a:lvl3pPr>
            <a:lvl4pPr marL="1387450" indent="0">
              <a:buNone/>
              <a:defRPr sz="1300">
                <a:solidFill>
                  <a:schemeClr val="tx2"/>
                </a:solidFill>
              </a:defRPr>
            </a:lvl4pPr>
            <a:lvl5pPr marL="1849933" indent="0">
              <a:buNone/>
              <a:defRPr sz="1300">
                <a:solidFill>
                  <a:schemeClr val="tx2"/>
                </a:solidFill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07236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Índ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B3950534-FF56-4FD6-A098-D625BC54F0FA}"/>
              </a:ext>
            </a:extLst>
          </p:cNvPr>
          <p:cNvSpPr txBox="1"/>
          <p:nvPr userDrawn="1"/>
        </p:nvSpPr>
        <p:spPr>
          <a:xfrm>
            <a:off x="722533" y="322972"/>
            <a:ext cx="1849821" cy="324591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1300">
                <a:solidFill>
                  <a:srgbClr val="EB0000"/>
                </a:solidFill>
              </a:rPr>
              <a:t>Índice</a:t>
            </a:r>
          </a:p>
        </p:txBody>
      </p:sp>
      <p:sp>
        <p:nvSpPr>
          <p:cNvPr id="14" name="Marcador de texto 11">
            <a:extLst>
              <a:ext uri="{FF2B5EF4-FFF2-40B4-BE49-F238E27FC236}">
                <a16:creationId xmlns:a16="http://schemas.microsoft.com/office/drawing/2014/main" id="{0CC57AA0-6C3B-4C80-BF6B-C321A960A96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32641" y="1137934"/>
            <a:ext cx="10635843" cy="5074764"/>
          </a:xfrm>
        </p:spPr>
        <p:txBody>
          <a:bodyPr>
            <a:normAutofit/>
          </a:bodyPr>
          <a:lstStyle>
            <a:lvl1pPr marL="436992" indent="-400577">
              <a:buClr>
                <a:schemeClr val="accent1"/>
              </a:buClr>
              <a:buSzPct val="45000"/>
              <a:buFont typeface="+mj-lt"/>
              <a:buAutoNum type="arabicPeriod"/>
              <a:defRPr lang="es-ES" sz="4000" b="1" kern="1200" dirty="0" smtClean="0">
                <a:solidFill>
                  <a:srgbClr val="3C3C3B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None/>
              <a:defRPr/>
            </a:lvl2pPr>
          </a:lstStyle>
          <a:p>
            <a:pPr lvl="0"/>
            <a:r>
              <a:rPr lang="pt-PT"/>
              <a:t>Título de seção</a:t>
            </a:r>
          </a:p>
        </p:txBody>
      </p:sp>
    </p:spTree>
    <p:extLst>
      <p:ext uri="{BB962C8B-B14F-4D97-AF65-F5344CB8AC3E}">
        <p14:creationId xmlns:p14="http://schemas.microsoft.com/office/powerpoint/2010/main" val="8671414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e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0B320C-F93D-45A7-B5CC-5C18ED1F85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9" name="Gráfico 8">
            <a:extLst>
              <a:ext uri="{FF2B5EF4-FFF2-40B4-BE49-F238E27FC236}">
                <a16:creationId xmlns:a16="http://schemas.microsoft.com/office/drawing/2014/main" id="{AC1B0227-D6EB-4F05-832D-EB54916F79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577125" y="82637"/>
            <a:ext cx="10515600" cy="721375"/>
          </a:xfrm>
        </p:spPr>
        <p:txBody>
          <a:bodyPr vert="horz" lIns="123329" tIns="61666" rIns="123329" bIns="61666" rtlCol="0" anchor="t">
            <a:noAutofit/>
          </a:bodyPr>
          <a:lstStyle>
            <a:lvl1pPr>
              <a:defRPr lang="pt-PT" sz="36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pt-PT"/>
          </a:p>
        </p:txBody>
      </p:sp>
      <p:sp>
        <p:nvSpPr>
          <p:cNvPr id="11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7127" y="1124713"/>
            <a:ext cx="10903849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2618524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 de cap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045CB15-1F44-40E1-909E-6233010BC13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518" y="647833"/>
            <a:ext cx="4386195" cy="2950470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40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o estilo de título do Modelo </a:t>
            </a:r>
            <a:br>
              <a:rPr lang="pt-PT"/>
            </a:br>
            <a:r>
              <a:rPr lang="pt-PT"/>
              <a:t>Global</a:t>
            </a:r>
            <a:endParaRPr lang="es-ES"/>
          </a:p>
        </p:txBody>
      </p:sp>
      <p:sp>
        <p:nvSpPr>
          <p:cNvPr id="5" name="Forma libre: forma 6">
            <a:extLst>
              <a:ext uri="{FF2B5EF4-FFF2-40B4-BE49-F238E27FC236}">
                <a16:creationId xmlns:a16="http://schemas.microsoft.com/office/drawing/2014/main" id="{14147011-41AD-4D71-ABCD-072B7EE84809}"/>
              </a:ext>
            </a:extLst>
          </p:cNvPr>
          <p:cNvSpPr/>
          <p:nvPr userDrawn="1"/>
        </p:nvSpPr>
        <p:spPr>
          <a:xfrm>
            <a:off x="8925343" y="0"/>
            <a:ext cx="3266660" cy="7092950"/>
          </a:xfrm>
          <a:custGeom>
            <a:avLst/>
            <a:gdLst>
              <a:gd name="connsiteX0" fmla="*/ 1630018 w 3266660"/>
              <a:gd name="connsiteY0" fmla="*/ 0 h 6858000"/>
              <a:gd name="connsiteX1" fmla="*/ 3266660 w 3266660"/>
              <a:gd name="connsiteY1" fmla="*/ 0 h 6858000"/>
              <a:gd name="connsiteX2" fmla="*/ 3266660 w 3266660"/>
              <a:gd name="connsiteY2" fmla="*/ 6858000 h 6858000"/>
              <a:gd name="connsiteX3" fmla="*/ 0 w 3266660"/>
              <a:gd name="connsiteY3" fmla="*/ 6858000 h 6858000"/>
              <a:gd name="connsiteX4" fmla="*/ 0 w 3266660"/>
              <a:gd name="connsiteY4" fmla="*/ 2822713 h 6858000"/>
              <a:gd name="connsiteX5" fmla="*/ 1630018 w 3266660"/>
              <a:gd name="connsiteY5" fmla="*/ 2822713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266660" h="6858000">
                <a:moveTo>
                  <a:pt x="1630018" y="0"/>
                </a:moveTo>
                <a:lnTo>
                  <a:pt x="3266660" y="0"/>
                </a:lnTo>
                <a:lnTo>
                  <a:pt x="3266660" y="6858000"/>
                </a:lnTo>
                <a:lnTo>
                  <a:pt x="0" y="6858000"/>
                </a:lnTo>
                <a:lnTo>
                  <a:pt x="0" y="2822713"/>
                </a:lnTo>
                <a:lnTo>
                  <a:pt x="1630018" y="2822713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sp>
        <p:nvSpPr>
          <p:cNvPr id="6" name="Marcador de texto 13">
            <a:extLst>
              <a:ext uri="{FF2B5EF4-FFF2-40B4-BE49-F238E27FC236}">
                <a16:creationId xmlns:a16="http://schemas.microsoft.com/office/drawing/2014/main" id="{CF711B63-7C0F-4649-B7F0-A207C8B6C42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945217" y="3382580"/>
            <a:ext cx="2958755" cy="2445983"/>
          </a:xfrm>
        </p:spPr>
        <p:txBody>
          <a:bodyPr>
            <a:noAutofit/>
          </a:bodyPr>
          <a:lstStyle>
            <a:lvl1pPr marL="0" indent="0" algn="r">
              <a:buFontTx/>
              <a:buNone/>
              <a:defRPr sz="16700">
                <a:solidFill>
                  <a:schemeClr val="bg1"/>
                </a:solidFill>
              </a:defRPr>
            </a:lvl1pPr>
            <a:lvl2pPr>
              <a:defRPr sz="14000">
                <a:solidFill>
                  <a:schemeClr val="tx1"/>
                </a:solidFill>
              </a:defRPr>
            </a:lvl2pPr>
            <a:lvl3pPr>
              <a:defRPr sz="11600">
                <a:solidFill>
                  <a:schemeClr val="tx1"/>
                </a:solidFill>
              </a:defRPr>
            </a:lvl3pPr>
            <a:lvl4pPr>
              <a:defRPr sz="9700">
                <a:solidFill>
                  <a:schemeClr val="tx1"/>
                </a:solidFill>
              </a:defRPr>
            </a:lvl4pPr>
            <a:lvl5pPr>
              <a:defRPr sz="9700">
                <a:solidFill>
                  <a:schemeClr val="tx1"/>
                </a:solidFill>
              </a:defRPr>
            </a:lvl5pPr>
          </a:lstStyle>
          <a:p>
            <a:pPr lvl="0"/>
            <a:r>
              <a:rPr lang="es-E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40093806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4" y="1124720"/>
            <a:ext cx="5297557" cy="1661069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8" name="Marcador de texto 16">
            <a:extLst>
              <a:ext uri="{FF2B5EF4-FFF2-40B4-BE49-F238E27FC236}">
                <a16:creationId xmlns:a16="http://schemas.microsoft.com/office/drawing/2014/main" id="{07C8BA77-3119-41AC-B33B-745A751CC06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5" y="3199548"/>
            <a:ext cx="5308776" cy="3189036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20" name="Marcador de texto 16">
            <a:extLst>
              <a:ext uri="{FF2B5EF4-FFF2-40B4-BE49-F238E27FC236}">
                <a16:creationId xmlns:a16="http://schemas.microsoft.com/office/drawing/2014/main" id="{81AA2FC0-CE4E-483D-AF92-BEA6CD796B9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99971" y="1124713"/>
            <a:ext cx="5081004" cy="5263869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890034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ulo e conteúd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43" y="1124713"/>
            <a:ext cx="10758733" cy="1885466"/>
          </a:xfrm>
        </p:spPr>
        <p:txBody>
          <a:bodyPr anchor="t">
            <a:no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 do Modelo Global</a:t>
            </a:r>
            <a:endParaRPr lang="es-ES"/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11024" y="3199548"/>
            <a:ext cx="10758733" cy="3189036"/>
          </a:xfrm>
        </p:spPr>
        <p:txBody>
          <a:bodyPr numCol="2" spcCol="97109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15078207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ta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B5AEF2-F43E-4C92-A186-61C1E43CE82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978" y="1147780"/>
            <a:ext cx="3801119" cy="5223722"/>
          </a:xfrm>
        </p:spPr>
        <p:txBody>
          <a:bodyPr anchor="t">
            <a:noAutofit/>
          </a:bodyPr>
          <a:lstStyle>
            <a:lvl1pPr>
              <a:defRPr sz="2600" b="1">
                <a:solidFill>
                  <a:schemeClr val="accent3"/>
                </a:solidFill>
              </a:defRPr>
            </a:lvl1pPr>
          </a:lstStyle>
          <a:p>
            <a:pPr lvl="0"/>
            <a:r>
              <a:rPr lang="pt-PT"/>
              <a:t>Editar os estilos </a:t>
            </a:r>
            <a:br>
              <a:rPr lang="pt-PT"/>
            </a:br>
            <a:r>
              <a:rPr lang="pt-PT"/>
              <a:t>de texto do Modelo Global</a:t>
            </a:r>
          </a:p>
        </p:txBody>
      </p:sp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exto 16">
            <a:extLst>
              <a:ext uri="{FF2B5EF4-FFF2-40B4-BE49-F238E27FC236}">
                <a16:creationId xmlns:a16="http://schemas.microsoft.com/office/drawing/2014/main" id="{87DF9564-216B-4533-A626-FE222DEB91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72725" y="1164858"/>
            <a:ext cx="6697035" cy="5223724"/>
          </a:xfrm>
        </p:spPr>
        <p:txBody>
          <a:bodyPr numCol="1" spcCol="0"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40486666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Título 1">
            <a:extLst>
              <a:ext uri="{FF2B5EF4-FFF2-40B4-BE49-F238E27FC236}">
                <a16:creationId xmlns:a16="http://schemas.microsoft.com/office/drawing/2014/main" id="{3AABE934-895B-422A-B16D-773558A762E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2251" y="1124722"/>
            <a:ext cx="3911401" cy="1223665"/>
          </a:xfrm>
        </p:spPr>
        <p:txBody>
          <a:bodyPr anchor="t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pt-PT"/>
              <a:t>Clique para editar </a:t>
            </a:r>
            <a:br>
              <a:rPr lang="pt-PT"/>
            </a:br>
            <a:r>
              <a:rPr lang="pt-PT"/>
              <a:t>o estilo de título</a:t>
            </a:r>
            <a:endParaRPr lang="es-ES"/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2603405"/>
            <a:ext cx="3911401" cy="3785177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6" name="Marcador de gráfico 5">
            <a:extLst>
              <a:ext uri="{FF2B5EF4-FFF2-40B4-BE49-F238E27FC236}">
                <a16:creationId xmlns:a16="http://schemas.microsoft.com/office/drawing/2014/main" id="{2444BFBF-CC97-48FB-BE66-A28460A7384B}"/>
              </a:ext>
            </a:extLst>
          </p:cNvPr>
          <p:cNvSpPr>
            <a:spLocks noGrp="1"/>
          </p:cNvSpPr>
          <p:nvPr>
            <p:ph type="chart" sz="quarter" idx="17" hasCustomPrompt="1"/>
          </p:nvPr>
        </p:nvSpPr>
        <p:spPr>
          <a:xfrm>
            <a:off x="4797433" y="1124694"/>
            <a:ext cx="6683551" cy="5298368"/>
          </a:xfrm>
        </p:spPr>
        <p:txBody>
          <a:bodyPr>
            <a:normAutofit/>
          </a:bodyPr>
          <a:lstStyle>
            <a:lvl1pPr marL="0" indent="0" algn="ctr">
              <a:buNone/>
              <a:defRPr lang="es-ES" sz="12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MX"/>
              <a:t>Insira aqui seu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06695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5155951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2" name="Marcador de tabla 4">
            <a:extLst>
              <a:ext uri="{FF2B5EF4-FFF2-40B4-BE49-F238E27FC236}">
                <a16:creationId xmlns:a16="http://schemas.microsoft.com/office/drawing/2014/main" id="{DF826A4E-1A0C-46D7-8327-402D7A34DE68}"/>
              </a:ext>
            </a:extLst>
          </p:cNvPr>
          <p:cNvSpPr>
            <a:spLocks noGrp="1"/>
          </p:cNvSpPr>
          <p:nvPr>
            <p:ph type="tbl" sz="quarter" idx="18" hasCustomPrompt="1"/>
          </p:nvPr>
        </p:nvSpPr>
        <p:spPr>
          <a:xfrm>
            <a:off x="4867835" y="1766291"/>
            <a:ext cx="6612965" cy="4656777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sua</a:t>
            </a:r>
            <a:r>
              <a:rPr lang="es-ES"/>
              <a:t> </a:t>
            </a:r>
            <a:r>
              <a:rPr lang="es-ES" err="1"/>
              <a:t>tabela</a:t>
            </a:r>
            <a:endParaRPr lang="es-ES"/>
          </a:p>
        </p:txBody>
      </p:sp>
      <p:sp>
        <p:nvSpPr>
          <p:cNvPr id="14" name="Marcador de texto 16">
            <a:extLst>
              <a:ext uri="{FF2B5EF4-FFF2-40B4-BE49-F238E27FC236}">
                <a16:creationId xmlns:a16="http://schemas.microsoft.com/office/drawing/2014/main" id="{C96F8991-1F66-478E-8C12-FB0275A2F29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867835" y="1232633"/>
            <a:ext cx="6587576" cy="3945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</p:spTree>
    <p:extLst>
      <p:ext uri="{BB962C8B-B14F-4D97-AF65-F5344CB8AC3E}">
        <p14:creationId xmlns:p14="http://schemas.microsoft.com/office/powerpoint/2010/main" val="3464199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údo e gráfico 3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Marcador de número de diapositiva 5">
            <a:extLst>
              <a:ext uri="{FF2B5EF4-FFF2-40B4-BE49-F238E27FC236}">
                <a16:creationId xmlns:a16="http://schemas.microsoft.com/office/drawing/2014/main" id="{12E1D636-3017-4CF4-BA5F-3300C6684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>
            <a:lvl1pPr>
              <a:defRPr sz="1300">
                <a:solidFill>
                  <a:schemeClr val="accent1"/>
                </a:solidFill>
              </a:defRPr>
            </a:lvl1pPr>
          </a:lstStyle>
          <a:p>
            <a:fld id="{BC0D97B6-E32F-4D7D-B839-7C3B51F2640F}" type="slidenum">
              <a:rPr lang="es-ES" smtClean="0">
                <a:solidFill>
                  <a:srgbClr val="EB0000"/>
                </a:solidFill>
              </a:rPr>
              <a:pPr/>
              <a:t>‹#›</a:t>
            </a:fld>
            <a:endParaRPr lang="es-ES">
              <a:solidFill>
                <a:srgbClr val="EB0000"/>
              </a:solidFill>
            </a:endParaRPr>
          </a:p>
        </p:txBody>
      </p:sp>
      <p:pic>
        <p:nvPicPr>
          <p:cNvPr id="11" name="Gráfico 10">
            <a:extLst>
              <a:ext uri="{FF2B5EF4-FFF2-40B4-BE49-F238E27FC236}">
                <a16:creationId xmlns:a16="http://schemas.microsoft.com/office/drawing/2014/main" id="{1FE7499B-1226-4371-B3E5-6DE0E967E63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643" y="6476870"/>
            <a:ext cx="1172108" cy="212584"/>
          </a:xfrm>
          <a:prstGeom prst="rect">
            <a:avLst/>
          </a:prstGeom>
        </p:spPr>
      </p:pic>
      <p:sp>
        <p:nvSpPr>
          <p:cNvPr id="15" name="Marcador de texto 14">
            <a:extLst>
              <a:ext uri="{FF2B5EF4-FFF2-40B4-BE49-F238E27FC236}">
                <a16:creationId xmlns:a16="http://schemas.microsoft.com/office/drawing/2014/main" id="{05897091-A449-4E0A-B444-7171DF90239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00">
                <a:solidFill>
                  <a:schemeClr val="accent1"/>
                </a:solidFill>
              </a:defRPr>
            </a:lvl1pPr>
            <a:lvl2pPr marL="462483" indent="0">
              <a:buFontTx/>
              <a:buNone/>
              <a:defRPr sz="1100"/>
            </a:lvl2pPr>
            <a:lvl3pPr marL="924967" indent="0">
              <a:buFontTx/>
              <a:buNone/>
              <a:defRPr sz="1100"/>
            </a:lvl3pPr>
            <a:lvl4pPr marL="1387450" indent="0">
              <a:buFontTx/>
              <a:buNone/>
              <a:defRPr sz="900"/>
            </a:lvl4pPr>
            <a:lvl5pPr marL="1849933" indent="0">
              <a:buFontTx/>
              <a:buNone/>
              <a:defRPr sz="900"/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3" name="Marcador de texto 16">
            <a:extLst>
              <a:ext uri="{FF2B5EF4-FFF2-40B4-BE49-F238E27FC236}">
                <a16:creationId xmlns:a16="http://schemas.microsoft.com/office/drawing/2014/main" id="{3C0F691A-2EF3-4A5F-A7E8-E01ADBCA238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11033" y="1232631"/>
            <a:ext cx="3911401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9" name="Marcador de texto 16">
            <a:extLst>
              <a:ext uri="{FF2B5EF4-FFF2-40B4-BE49-F238E27FC236}">
                <a16:creationId xmlns:a16="http://schemas.microsoft.com/office/drawing/2014/main" id="{714DD14E-5956-4FB9-8BE1-1064DD29319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24070" y="1232631"/>
            <a:ext cx="6456737" cy="680074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spcAft>
                <a:spcPts val="2227"/>
              </a:spcAft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62483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24967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387450" indent="0">
              <a:buFontTx/>
              <a:buNone/>
              <a:defRPr lang="es-ES" sz="1200" kern="120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849933" indent="0">
              <a:buFontTx/>
              <a:buNone/>
              <a:defRPr lang="es-ES"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pt-PT"/>
              <a:t>Editar os estilos de texto do Modelo Global</a:t>
            </a:r>
          </a:p>
        </p:txBody>
      </p:sp>
      <p:sp>
        <p:nvSpPr>
          <p:cNvPr id="16" name="Marcador de gráfico 4">
            <a:extLst>
              <a:ext uri="{FF2B5EF4-FFF2-40B4-BE49-F238E27FC236}">
                <a16:creationId xmlns:a16="http://schemas.microsoft.com/office/drawing/2014/main" id="{9BA63F5F-FC37-4202-A6A3-A0F3EFAC9EB6}"/>
              </a:ext>
            </a:extLst>
          </p:cNvPr>
          <p:cNvSpPr>
            <a:spLocks noGrp="1"/>
          </p:cNvSpPr>
          <p:nvPr>
            <p:ph type="chart" sz="quarter" idx="20" hasCustomPrompt="1"/>
          </p:nvPr>
        </p:nvSpPr>
        <p:spPr>
          <a:xfrm>
            <a:off x="711200" y="2062210"/>
            <a:ext cx="3911600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7" name="Marcador de gráfico 4">
            <a:extLst>
              <a:ext uri="{FF2B5EF4-FFF2-40B4-BE49-F238E27FC236}">
                <a16:creationId xmlns:a16="http://schemas.microsoft.com/office/drawing/2014/main" id="{0CABFB2C-905F-4A94-BBC0-7C32FA7695A4}"/>
              </a:ext>
            </a:extLst>
          </p:cNvPr>
          <p:cNvSpPr>
            <a:spLocks noGrp="1"/>
          </p:cNvSpPr>
          <p:nvPr>
            <p:ph type="chart" sz="quarter" idx="21" hasCustomPrompt="1"/>
          </p:nvPr>
        </p:nvSpPr>
        <p:spPr>
          <a:xfrm>
            <a:off x="5024068" y="2062210"/>
            <a:ext cx="6472719" cy="3729320"/>
          </a:xfrm>
        </p:spPr>
        <p:txBody>
          <a:bodyPr>
            <a:normAutofit/>
          </a:bodyPr>
          <a:lstStyle>
            <a:lvl1pPr marL="0" indent="0" algn="ctr">
              <a:buFontTx/>
              <a:buNone/>
              <a:defRPr sz="1300">
                <a:solidFill>
                  <a:schemeClr val="tx2"/>
                </a:solidFill>
              </a:defRPr>
            </a:lvl1pPr>
          </a:lstStyle>
          <a:p>
            <a:r>
              <a:rPr lang="es-ES" err="1"/>
              <a:t>Insira</a:t>
            </a:r>
            <a:r>
              <a:rPr lang="es-ES"/>
              <a:t> </a:t>
            </a:r>
            <a:r>
              <a:rPr lang="es-ES" err="1"/>
              <a:t>aqui</a:t>
            </a:r>
            <a:r>
              <a:rPr lang="es-ES"/>
              <a:t> </a:t>
            </a:r>
            <a:r>
              <a:rPr lang="es-ES" err="1"/>
              <a:t>seu</a:t>
            </a:r>
            <a:r>
              <a:rPr lang="es-ES"/>
              <a:t> gráfico</a:t>
            </a:r>
          </a:p>
        </p:txBody>
      </p:sp>
      <p:sp>
        <p:nvSpPr>
          <p:cNvPr id="18" name="Forma libre: forma 17">
            <a:extLst>
              <a:ext uri="{FF2B5EF4-FFF2-40B4-BE49-F238E27FC236}">
                <a16:creationId xmlns:a16="http://schemas.microsoft.com/office/drawing/2014/main" id="{AEAA6F10-C407-4622-AF96-B2605139D86B}"/>
              </a:ext>
            </a:extLst>
          </p:cNvPr>
          <p:cNvSpPr/>
          <p:nvPr userDrawn="1"/>
        </p:nvSpPr>
        <p:spPr>
          <a:xfrm>
            <a:off x="4742403" y="3811316"/>
            <a:ext cx="187151" cy="214151"/>
          </a:xfrm>
          <a:custGeom>
            <a:avLst/>
            <a:gdLst/>
            <a:ahLst/>
            <a:cxnLst/>
            <a:rect l="l" t="t" r="r" b="b"/>
            <a:pathLst>
              <a:path w="187151" h="207057">
                <a:moveTo>
                  <a:pt x="0" y="0"/>
                </a:moveTo>
                <a:lnTo>
                  <a:pt x="187151" y="80925"/>
                </a:lnTo>
                <a:lnTo>
                  <a:pt x="187151" y="125574"/>
                </a:lnTo>
                <a:lnTo>
                  <a:pt x="0" y="207057"/>
                </a:lnTo>
                <a:lnTo>
                  <a:pt x="0" y="154409"/>
                </a:lnTo>
                <a:lnTo>
                  <a:pt x="130596" y="103064"/>
                </a:lnTo>
                <a:lnTo>
                  <a:pt x="0" y="5227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4794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brigado - Cont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rma libre: forma 18">
            <a:extLst>
              <a:ext uri="{FF2B5EF4-FFF2-40B4-BE49-F238E27FC236}">
                <a16:creationId xmlns:a16="http://schemas.microsoft.com/office/drawing/2014/main" id="{B61CF4CC-ED27-4967-A11A-B838DFD4D9A3}"/>
              </a:ext>
            </a:extLst>
          </p:cNvPr>
          <p:cNvSpPr/>
          <p:nvPr userDrawn="1"/>
        </p:nvSpPr>
        <p:spPr>
          <a:xfrm>
            <a:off x="0" y="5409102"/>
            <a:ext cx="12192000" cy="1683855"/>
          </a:xfrm>
          <a:custGeom>
            <a:avLst/>
            <a:gdLst>
              <a:gd name="connsiteX0" fmla="*/ 8943278 w 12192000"/>
              <a:gd name="connsiteY0" fmla="*/ 0 h 1628078"/>
              <a:gd name="connsiteX1" fmla="*/ 12192000 w 12192000"/>
              <a:gd name="connsiteY1" fmla="*/ 0 h 1628078"/>
              <a:gd name="connsiteX2" fmla="*/ 12192000 w 12192000"/>
              <a:gd name="connsiteY2" fmla="*/ 1628078 h 1628078"/>
              <a:gd name="connsiteX3" fmla="*/ 0 w 12192000"/>
              <a:gd name="connsiteY3" fmla="*/ 1628078 h 1628078"/>
              <a:gd name="connsiteX4" fmla="*/ 0 w 12192000"/>
              <a:gd name="connsiteY4" fmla="*/ 1226634 h 1628078"/>
              <a:gd name="connsiteX5" fmla="*/ 8943278 w 12192000"/>
              <a:gd name="connsiteY5" fmla="*/ 1226634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2000" h="1628078">
                <a:moveTo>
                  <a:pt x="8943278" y="0"/>
                </a:moveTo>
                <a:lnTo>
                  <a:pt x="12192000" y="0"/>
                </a:lnTo>
                <a:lnTo>
                  <a:pt x="12192000" y="1628078"/>
                </a:lnTo>
                <a:lnTo>
                  <a:pt x="0" y="1628078"/>
                </a:lnTo>
                <a:lnTo>
                  <a:pt x="0" y="1226634"/>
                </a:lnTo>
                <a:lnTo>
                  <a:pt x="8943278" y="1226634"/>
                </a:lnTo>
                <a:close/>
              </a:path>
            </a:pathLst>
          </a:custGeom>
          <a:solidFill>
            <a:schemeClr val="accent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3329" tIns="61666" rIns="123329" bIns="61666" rtlCol="0" anchor="ctr"/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2" name="Gráfico 11">
            <a:extLst>
              <a:ext uri="{FF2B5EF4-FFF2-40B4-BE49-F238E27FC236}">
                <a16:creationId xmlns:a16="http://schemas.microsoft.com/office/drawing/2014/main" id="{67F54544-030A-41BD-9896-574241C718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1979" y="5923620"/>
            <a:ext cx="1896592" cy="343982"/>
          </a:xfrm>
          <a:prstGeom prst="rect">
            <a:avLst/>
          </a:prstGeom>
        </p:spPr>
      </p:pic>
      <p:pic>
        <p:nvPicPr>
          <p:cNvPr id="1026" name="Picture 2" descr="Resultado de imagen de DJSI Member Log">
            <a:extLst>
              <a:ext uri="{FF2B5EF4-FFF2-40B4-BE49-F238E27FC236}">
                <a16:creationId xmlns:a16="http://schemas.microsoft.com/office/drawing/2014/main" id="{892B8B9E-DEBC-4365-A4A8-EB9654BA309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917" y="5764083"/>
            <a:ext cx="1347483" cy="4710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0" name="Grupo 19">
            <a:extLst>
              <a:ext uri="{FF2B5EF4-FFF2-40B4-BE49-F238E27FC236}">
                <a16:creationId xmlns:a16="http://schemas.microsoft.com/office/drawing/2014/main" id="{246620ED-93B0-4966-8E36-4B883B49E634}"/>
              </a:ext>
            </a:extLst>
          </p:cNvPr>
          <p:cNvGrpSpPr/>
          <p:nvPr userDrawn="1"/>
        </p:nvGrpSpPr>
        <p:grpSpPr>
          <a:xfrm>
            <a:off x="7612561" y="5764523"/>
            <a:ext cx="578707" cy="470606"/>
            <a:chOff x="2203451" y="-4230356"/>
            <a:chExt cx="6896100" cy="5422158"/>
          </a:xfrm>
        </p:grpSpPr>
        <p:pic>
          <p:nvPicPr>
            <p:cNvPr id="22" name="Imagen 21" descr="Imagen relacionada">
              <a:extLst>
                <a:ext uri="{FF2B5EF4-FFF2-40B4-BE49-F238E27FC236}">
                  <a16:creationId xmlns:a16="http://schemas.microsoft.com/office/drawing/2014/main" id="{E4D48186-AF8E-4052-97D2-CCAFD0E1AC76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544" t="3352" r="22378" b="28229"/>
            <a:stretch>
              <a:fillRect/>
            </a:stretch>
          </p:blipFill>
          <p:spPr bwMode="auto">
            <a:xfrm>
              <a:off x="3758085" y="-4230356"/>
              <a:ext cx="3798276" cy="3838472"/>
            </a:xfrm>
            <a:custGeom>
              <a:avLst/>
              <a:gdLst>
                <a:gd name="connsiteX0" fmla="*/ 1899138 w 3798276"/>
                <a:gd name="connsiteY0" fmla="*/ 0 h 3838472"/>
                <a:gd name="connsiteX1" fmla="*/ 3798276 w 3798276"/>
                <a:gd name="connsiteY1" fmla="*/ 1919236 h 3838472"/>
                <a:gd name="connsiteX2" fmla="*/ 1899138 w 3798276"/>
                <a:gd name="connsiteY2" fmla="*/ 3838472 h 3838472"/>
                <a:gd name="connsiteX3" fmla="*/ 0 w 3798276"/>
                <a:gd name="connsiteY3" fmla="*/ 1919236 h 3838472"/>
                <a:gd name="connsiteX4" fmla="*/ 1899138 w 3798276"/>
                <a:gd name="connsiteY4" fmla="*/ 0 h 38384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798276" h="3838472">
                  <a:moveTo>
                    <a:pt x="1899138" y="0"/>
                  </a:moveTo>
                  <a:cubicBezTo>
                    <a:pt x="2948003" y="0"/>
                    <a:pt x="3798276" y="859271"/>
                    <a:pt x="3798276" y="1919236"/>
                  </a:cubicBezTo>
                  <a:cubicBezTo>
                    <a:pt x="3798276" y="2979201"/>
                    <a:pt x="2948003" y="3838472"/>
                    <a:pt x="1899138" y="3838472"/>
                  </a:cubicBezTo>
                  <a:cubicBezTo>
                    <a:pt x="850273" y="3838472"/>
                    <a:pt x="0" y="2979201"/>
                    <a:pt x="0" y="1919236"/>
                  </a:cubicBezTo>
                  <a:cubicBezTo>
                    <a:pt x="0" y="859271"/>
                    <a:pt x="850273" y="0"/>
                    <a:pt x="1899138" y="0"/>
                  </a:cubicBez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Imagen 23" descr="Imagen relacionada">
              <a:extLst>
                <a:ext uri="{FF2B5EF4-FFF2-40B4-BE49-F238E27FC236}">
                  <a16:creationId xmlns:a16="http://schemas.microsoft.com/office/drawing/2014/main" id="{411507B2-E393-4DDC-B151-70751F9943CB}"/>
                </a:ext>
              </a:extLst>
            </p:cNvPr>
            <p:cNvPicPr>
              <a:picLocks noChangeAspect="1" noChangeArrowheads="1"/>
            </p:cNvPicPr>
            <p:nvPr userDrawn="1"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8757"/>
            <a:stretch>
              <a:fillRect/>
            </a:stretch>
          </p:blipFill>
          <p:spPr bwMode="auto">
            <a:xfrm>
              <a:off x="2203451" y="0"/>
              <a:ext cx="6896100" cy="1191802"/>
            </a:xfrm>
            <a:custGeom>
              <a:avLst/>
              <a:gdLst>
                <a:gd name="connsiteX0" fmla="*/ 0 w 6896100"/>
                <a:gd name="connsiteY0" fmla="*/ 0 h 1191802"/>
                <a:gd name="connsiteX1" fmla="*/ 6896100 w 6896100"/>
                <a:gd name="connsiteY1" fmla="*/ 0 h 1191802"/>
                <a:gd name="connsiteX2" fmla="*/ 6896100 w 6896100"/>
                <a:gd name="connsiteY2" fmla="*/ 1191802 h 1191802"/>
                <a:gd name="connsiteX3" fmla="*/ 0 w 6896100"/>
                <a:gd name="connsiteY3" fmla="*/ 1191802 h 1191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896100" h="1191802">
                  <a:moveTo>
                    <a:pt x="0" y="0"/>
                  </a:moveTo>
                  <a:lnTo>
                    <a:pt x="6896100" y="0"/>
                  </a:lnTo>
                  <a:lnTo>
                    <a:pt x="6896100" y="1191802"/>
                  </a:lnTo>
                  <a:lnTo>
                    <a:pt x="0" y="1191802"/>
                  </a:lnTo>
                  <a:close/>
                </a:path>
              </a:pathLst>
            </a:cu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3" name="CuadroTexto 22">
            <a:extLst>
              <a:ext uri="{FF2B5EF4-FFF2-40B4-BE49-F238E27FC236}">
                <a16:creationId xmlns:a16="http://schemas.microsoft.com/office/drawing/2014/main" id="{B163354C-97AE-4FC8-BF01-B7FCA9B2C7C0}"/>
              </a:ext>
            </a:extLst>
          </p:cNvPr>
          <p:cNvSpPr txBox="1"/>
          <p:nvPr userDrawn="1"/>
        </p:nvSpPr>
        <p:spPr>
          <a:xfrm>
            <a:off x="719288" y="2012310"/>
            <a:ext cx="3365479" cy="1324865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pt-PT" sz="1300">
                <a:solidFill>
                  <a:srgbClr val="6E7678"/>
                </a:solidFill>
              </a:rPr>
              <a:t>A nossa missão é contribuir para o desenvolvimento das pessoas e das empresas.</a:t>
            </a:r>
          </a:p>
          <a:p>
            <a:pPr defTabSz="1233288"/>
            <a:endParaRPr lang="pt-PT" sz="1300">
              <a:solidFill>
                <a:srgbClr val="6E7678"/>
              </a:solidFill>
            </a:endParaRPr>
          </a:p>
          <a:p>
            <a:pPr defTabSz="1233288"/>
            <a:r>
              <a:rPr lang="pt-PT" sz="1300">
                <a:solidFill>
                  <a:srgbClr val="6E7678"/>
                </a:solidFill>
              </a:rPr>
              <a:t>A nossa cultura baseia-se no princípio de que tudo o que fazemos deve ser </a:t>
            </a:r>
          </a:p>
        </p:txBody>
      </p:sp>
      <p:sp>
        <p:nvSpPr>
          <p:cNvPr id="28" name="CuadroTexto 27">
            <a:extLst>
              <a:ext uri="{FF2B5EF4-FFF2-40B4-BE49-F238E27FC236}">
                <a16:creationId xmlns:a16="http://schemas.microsoft.com/office/drawing/2014/main" id="{68E35268-345F-47C7-ADB2-CE92421E8EED}"/>
              </a:ext>
            </a:extLst>
          </p:cNvPr>
          <p:cNvSpPr txBox="1"/>
          <p:nvPr userDrawn="1"/>
        </p:nvSpPr>
        <p:spPr>
          <a:xfrm>
            <a:off x="721513" y="649715"/>
            <a:ext cx="3365479" cy="763970"/>
          </a:xfrm>
          <a:prstGeom prst="rect">
            <a:avLst/>
          </a:prstGeom>
          <a:noFill/>
        </p:spPr>
        <p:txBody>
          <a:bodyPr wrap="square" lIns="123329" tIns="61666" rIns="123329" bIns="61666" rtlCol="0">
            <a:spAutoFit/>
          </a:bodyPr>
          <a:lstStyle/>
          <a:p>
            <a:pPr defTabSz="1233288"/>
            <a:r>
              <a:rPr lang="es-ES" sz="4000" err="1">
                <a:solidFill>
                  <a:srgbClr val="EB0000"/>
                </a:solidFill>
              </a:rPr>
              <a:t>Obrigado</a:t>
            </a:r>
            <a:r>
              <a:rPr lang="es-ES" sz="4000">
                <a:solidFill>
                  <a:srgbClr val="EB0000"/>
                </a:solidFill>
              </a:rPr>
              <a:t>.</a:t>
            </a:r>
          </a:p>
        </p:txBody>
      </p:sp>
      <p:sp>
        <p:nvSpPr>
          <p:cNvPr id="31" name="Forma libre: forma 30">
            <a:extLst>
              <a:ext uri="{FF2B5EF4-FFF2-40B4-BE49-F238E27FC236}">
                <a16:creationId xmlns:a16="http://schemas.microsoft.com/office/drawing/2014/main" id="{073BDF73-2FC7-4E8C-B95B-B68B9F5D3BE9}"/>
              </a:ext>
            </a:extLst>
          </p:cNvPr>
          <p:cNvSpPr/>
          <p:nvPr userDrawn="1"/>
        </p:nvSpPr>
        <p:spPr>
          <a:xfrm>
            <a:off x="7" y="5409102"/>
            <a:ext cx="12196689" cy="1683855"/>
          </a:xfrm>
          <a:custGeom>
            <a:avLst/>
            <a:gdLst>
              <a:gd name="connsiteX0" fmla="*/ 8932985 w 12196689"/>
              <a:gd name="connsiteY0" fmla="*/ 0 h 1628078"/>
              <a:gd name="connsiteX1" fmla="*/ 12196689 w 12196689"/>
              <a:gd name="connsiteY1" fmla="*/ 0 h 1628078"/>
              <a:gd name="connsiteX2" fmla="*/ 12196689 w 12196689"/>
              <a:gd name="connsiteY2" fmla="*/ 1628078 h 1628078"/>
              <a:gd name="connsiteX3" fmla="*/ 0 w 12196689"/>
              <a:gd name="connsiteY3" fmla="*/ 1628078 h 1628078"/>
              <a:gd name="connsiteX4" fmla="*/ 0 w 12196689"/>
              <a:gd name="connsiteY4" fmla="*/ 1213081 h 1628078"/>
              <a:gd name="connsiteX5" fmla="*/ 8932985 w 12196689"/>
              <a:gd name="connsiteY5" fmla="*/ 1213081 h 16280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6689" h="1628078">
                <a:moveTo>
                  <a:pt x="8932985" y="0"/>
                </a:moveTo>
                <a:lnTo>
                  <a:pt x="12196689" y="0"/>
                </a:lnTo>
                <a:lnTo>
                  <a:pt x="12196689" y="1628078"/>
                </a:lnTo>
                <a:lnTo>
                  <a:pt x="0" y="1628078"/>
                </a:lnTo>
                <a:lnTo>
                  <a:pt x="0" y="1213081"/>
                </a:lnTo>
                <a:lnTo>
                  <a:pt x="8932985" y="121308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2495" tIns="46247" rIns="92495" bIns="46247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1233288"/>
            <a:endParaRPr lang="es-ES">
              <a:solidFill>
                <a:prstClr val="white"/>
              </a:solidFill>
            </a:endParaRPr>
          </a:p>
        </p:txBody>
      </p:sp>
      <p:pic>
        <p:nvPicPr>
          <p:cNvPr id="14" name="Imagen 6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256" y="3576683"/>
            <a:ext cx="3046637" cy="301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620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21.xml"/><Relationship Id="rId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20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91373" tIns="45686" rIns="91373" bIns="4568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69"/>
            <a:ext cx="10515600" cy="4500412"/>
          </a:xfrm>
          <a:prstGeom prst="rect">
            <a:avLst/>
          </a:prstGeom>
        </p:spPr>
        <p:txBody>
          <a:bodyPr vert="horz" lIns="91373" tIns="45686" rIns="91373" bIns="4568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s-ES"/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91373" tIns="45686" rIns="91373" bIns="4568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C0D97B6-E32F-4D7D-B839-7C3B51F2640F}" type="slidenum">
              <a:rPr lang="es-ES" smtClean="0"/>
              <a:t>‹#›</a:t>
            </a:fld>
            <a:endParaRPr lang="es-ES"/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3804683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60" r:id="rId5"/>
    <p:sldLayoutId id="2147483661" r:id="rId6"/>
    <p:sldLayoutId id="2147483662" r:id="rId7"/>
    <p:sldLayoutId id="2147483663" r:id="rId8"/>
    <p:sldLayoutId id="2147483664" r:id="rId9"/>
    <p:sldLayoutId id="2147483665" r:id="rId10"/>
  </p:sldLayoutIdLst>
  <p:hf hdr="0" dt="0"/>
  <p:txStyles>
    <p:titleStyle>
      <a:lvl1pPr algn="l" defTabSz="913751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438" indent="-228438" algn="l" defTabSz="913751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31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189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061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593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2812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69687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6563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3438" indent="-228438" algn="l" defTabSz="913751" rtl="0" eaLnBrk="1" latinLnBrk="0" hangingPunct="1">
        <a:lnSpc>
          <a:spcPct val="90000"/>
        </a:lnSpc>
        <a:spcBef>
          <a:spcPts val="499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6876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3751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06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74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4377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1250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8124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4998" algn="l" defTabSz="913751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A508141E-100E-4635-9FC3-353399DFCC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77634"/>
            <a:ext cx="10515600" cy="1370975"/>
          </a:xfrm>
          <a:prstGeom prst="rect">
            <a:avLst/>
          </a:prstGeom>
        </p:spPr>
        <p:txBody>
          <a:bodyPr vert="horz" lIns="123329" tIns="61666" rIns="123329" bIns="61666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  <a:endParaRPr lang="es-ES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70BD3726-4CCC-4808-AF74-D4FC34B77C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88170"/>
            <a:ext cx="10515600" cy="4500412"/>
          </a:xfrm>
          <a:prstGeom prst="rect">
            <a:avLst/>
          </a:prstGeom>
        </p:spPr>
        <p:txBody>
          <a:bodyPr vert="horz" lIns="123329" tIns="61666" rIns="123329" bIns="61666" rtlCol="0">
            <a:normAutofit/>
          </a:bodyPr>
          <a:lstStyle/>
          <a:p>
            <a:pPr lvl="0"/>
            <a:r>
              <a:rPr lang="pt-PT"/>
              <a:t>Editar os estilos de texto do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  <a:endParaRPr lang="es-ES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89DA10A-F167-488F-8E2B-A0FE565022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C937220-A8C8-4E71-8BA2-4260C5636D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574115"/>
            <a:ext cx="41148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r>
              <a:rPr lang="es-ES">
                <a:solidFill>
                  <a:prstClr val="black">
                    <a:tint val="75000"/>
                  </a:prstClr>
                </a:solidFill>
              </a:rPr>
              <a:t>asas</a:t>
            </a:r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5E98D6-3F4E-4F5E-9BFB-DDFD9AC1E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574115"/>
            <a:ext cx="2743200" cy="377634"/>
          </a:xfrm>
          <a:prstGeom prst="rect">
            <a:avLst/>
          </a:prstGeom>
        </p:spPr>
        <p:txBody>
          <a:bodyPr vert="horz" lIns="123329" tIns="61666" rIns="123329" bIns="6166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defTabSz="1233288"/>
            <a:fld id="{BC0D97B6-E32F-4D7D-B839-7C3B51F2640F}" type="slidenum">
              <a:rPr lang="es-ES" smtClean="0">
                <a:solidFill>
                  <a:prstClr val="black">
                    <a:tint val="75000"/>
                  </a:prstClr>
                </a:solidFill>
              </a:rPr>
              <a:pPr defTabSz="1233288"/>
              <a:t>‹#›</a:t>
            </a:fld>
            <a:endParaRPr lang="es-E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MSIPCMContentMarking" descr="{&quot;HashCode&quot;:-665463564,&quot;Placement&quot;:&quot;Header&quot;,&quot;Top&quot;:0.0,&quot;Left&quot;:0.0,&quot;SlideWidth&quot;:960,&quot;SlideHeight&quot;:558}"/>
          <p:cNvSpPr txBox="1"/>
          <p:nvPr userDrawn="1"/>
        </p:nvSpPr>
        <p:spPr>
          <a:xfrm>
            <a:off x="0" y="0"/>
            <a:ext cx="907183" cy="262344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1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en-US" sz="1000">
                <a:solidFill>
                  <a:srgbClr val="000000"/>
                </a:solidFill>
                <a:latin typeface="Calibri" panose="020F0502020204030204" pitchFamily="34" charset="0"/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95304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dt="0"/>
  <p:txStyles>
    <p:titleStyle>
      <a:lvl1pPr algn="l" defTabSz="924967" rtl="0" eaLnBrk="1" latinLnBrk="0" hangingPunct="1">
        <a:lnSpc>
          <a:spcPct val="90000"/>
        </a:lnSpc>
        <a:spcBef>
          <a:spcPct val="0"/>
        </a:spcBef>
        <a:buNone/>
        <a:defRPr sz="4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31243" indent="-231243" algn="l" defTabSz="924967" rtl="0" eaLnBrk="1" latinLnBrk="0" hangingPunct="1">
        <a:lnSpc>
          <a:spcPct val="90000"/>
        </a:lnSpc>
        <a:spcBef>
          <a:spcPts val="1012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3726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56207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1869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81174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43658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3006140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68621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931105" indent="-231243" algn="l" defTabSz="924967" rtl="0" eaLnBrk="1" latinLnBrk="0" hangingPunct="1">
        <a:lnSpc>
          <a:spcPct val="90000"/>
        </a:lnSpc>
        <a:spcBef>
          <a:spcPts val="506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248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24967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87450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49933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12414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74901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37382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99865" algn="l" defTabSz="92496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3.emf"/><Relationship Id="rId4" Type="http://schemas.openxmlformats.org/officeDocument/2006/relationships/oleObject" Target="../embeddings/oleObject1.bin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7.wmf"/><Relationship Id="rId5" Type="http://schemas.openxmlformats.org/officeDocument/2006/relationships/package" Target="../embeddings/Microsoft_Excel_Worksheet2.xlsx"/><Relationship Id="rId4" Type="http://schemas.openxmlformats.org/officeDocument/2006/relationships/image" Target="../media/image1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6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2.png"/><Relationship Id="rId7" Type="http://schemas.openxmlformats.org/officeDocument/2006/relationships/image" Target="../media/image15.sv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png"/><Relationship Id="rId5" Type="http://schemas.openxmlformats.org/officeDocument/2006/relationships/image" Target="../media/image18.emf"/><Relationship Id="rId4" Type="http://schemas.openxmlformats.org/officeDocument/2006/relationships/oleObject" Target="../embeddings/oleObject2.bin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6.png"/><Relationship Id="rId4" Type="http://schemas.openxmlformats.org/officeDocument/2006/relationships/image" Target="../media/image15.sv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40447380-3E61-4E42-AFCA-CAF1866AAF9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21748" y="1546412"/>
            <a:ext cx="11340264" cy="645459"/>
          </a:xfrm>
        </p:spPr>
        <p:txBody>
          <a:bodyPr>
            <a:normAutofit/>
          </a:bodyPr>
          <a:lstStyle/>
          <a:p>
            <a:r>
              <a:rPr lang="es-ES"/>
              <a:t>Projeto Repositório Consolidado de Garantias</a:t>
            </a:r>
          </a:p>
        </p:txBody>
      </p:sp>
      <p:sp>
        <p:nvSpPr>
          <p:cNvPr id="5" name="CuadroTexto 7"/>
          <p:cNvSpPr txBox="1"/>
          <p:nvPr/>
        </p:nvSpPr>
        <p:spPr>
          <a:xfrm>
            <a:off x="5031441" y="365329"/>
            <a:ext cx="6855759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>
                <a:solidFill>
                  <a:schemeClr val="bg2">
                    <a:lumMod val="50000"/>
                  </a:schemeClr>
                </a:solidFill>
              </a:rPr>
              <a:t>Para conhecimento   </a:t>
            </a:r>
          </a:p>
        </p:txBody>
      </p:sp>
      <p:sp>
        <p:nvSpPr>
          <p:cNvPr id="8" name="CuadroTexto 11"/>
          <p:cNvSpPr txBox="1"/>
          <p:nvPr/>
        </p:nvSpPr>
        <p:spPr>
          <a:xfrm>
            <a:off x="928689" y="815696"/>
            <a:ext cx="10958512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300">
                <a:solidFill>
                  <a:schemeClr val="bg2">
                    <a:lumMod val="50000"/>
                  </a:schemeClr>
                </a:solidFill>
              </a:rPr>
              <a:t>Confidencial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6189" y="2680456"/>
            <a:ext cx="9964598" cy="8002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200"/>
              </a:spcAft>
            </a:pPr>
            <a:r>
              <a:rPr lang="pt-PT" sz="2000" dirty="0">
                <a:solidFill>
                  <a:schemeClr val="tx2"/>
                </a:solidFill>
              </a:rPr>
              <a:t>Ponto de Situação</a:t>
            </a:r>
          </a:p>
          <a:p>
            <a:pPr>
              <a:spcAft>
                <a:spcPts val="1200"/>
              </a:spcAft>
            </a:pPr>
            <a:r>
              <a:rPr lang="pt-PT" sz="1600" dirty="0">
                <a:solidFill>
                  <a:schemeClr val="tx2"/>
                </a:solidFill>
              </a:rPr>
              <a:t>22 de Maio de 2023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5657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18" y="647833"/>
            <a:ext cx="6879009" cy="2950470"/>
          </a:xfrm>
        </p:spPr>
        <p:txBody>
          <a:bodyPr>
            <a:normAutofit fontScale="90000"/>
          </a:bodyPr>
          <a:lstStyle/>
          <a:p>
            <a:r>
              <a:rPr lang="pt-PT" dirty="0"/>
              <a:t>Análise e testes de Modelo em produção a 30 Abril 2023, com respeito à data re-simulada de 28 Fevereiro 2023</a:t>
            </a: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42154262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</a:t>
            </a:r>
            <a:r>
              <a:rPr lang="pt-PT" sz="2000" dirty="0"/>
              <a:t>Análise e testes de Modelo em produção a 30 Abril 2023, com respeito à data re-simulada de 28 Fevereiro 2023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3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1.1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17E78E-41EA-4899-8FEE-94E9E4145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0159263"/>
              </p:ext>
            </p:extLst>
          </p:nvPr>
        </p:nvGraphicFramePr>
        <p:xfrm>
          <a:off x="722242" y="2202181"/>
          <a:ext cx="9518400" cy="31146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6422400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ID</a:t>
                      </a:r>
                      <a:endParaRPr lang="pt-PT" sz="95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Temas</a:t>
                      </a:r>
                      <a:endParaRPr lang="pt-PT" sz="95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Apenas serão contempladas responsabilidades/processos com bens associados e com datas de vencimento válidas (exceto bens com origem </a:t>
                      </a:r>
                      <a:r>
                        <a:rPr lang="pt-PT" sz="95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leasing</a:t>
                      </a:r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).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2 506</a:t>
                      </a:r>
                    </a:p>
                  </a:txBody>
                  <a:tcPr marL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-886 937 308</a:t>
                      </a:r>
                    </a:p>
                  </a:txBody>
                  <a:tcPr marL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395443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Todos os titulares, utilizados atualmente como garantias pessoais, serão excluídos.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65 461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-4 683 472 503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875890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 algoritmos de apuramento de saldos das responsabilidades, relevantes para a distribuição dos montantes das garantias, passará a contemplar contas contabilisticas de juros e despesas vencidas.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188 298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21 626 230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200727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 metodologia de aprovisionamento de montantes de avaliação para fomentos à construção e IFRRUs, manter-se-á como no BIYR9500, à exceção da percentagem de avaliação atribuida ao BST (será como base o financiamento inicial do IFRRU e não no saldo em dívida atual). A mesma será revista após o rácio de Abril.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233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47 114 506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057866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Santander Text" panose="020B0504020201020104" pitchFamily="34" charset="0"/>
                        </a:rPr>
                        <a:t>5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 montante considerado em garantias pessoais deve ser o da responsabilidade e não o do processo.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149 237</a:t>
                      </a:r>
                      <a:r>
                        <a:rPr lang="pt-PT" sz="95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-6 376 406 165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077517"/>
                  </a:ext>
                </a:extLst>
              </a:tr>
              <a:tr h="456412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No caso das garantias financeiras, serão descartadas as garantias cuja data de vencimento seja inferior à data do rácio, mesmo tendo uma data de cativo válida (uma vez que a data de cativo pode ser referente à DO e não ao bem contratualizado incialmente com o cliente). Metodologia que será aplicada após quantificação de impactos. 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Por quantificar 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pt-PT" sz="95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576559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Apenas serão contemplados bens com datas de avaliação válidas (exceto bens com origem </a:t>
                      </a:r>
                      <a:r>
                        <a:rPr lang="pt-PT" sz="95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leasing</a:t>
                      </a:r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329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-90 881 145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40860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 metodologia de aprovisionamento de montantes/datas de avaliação aplicada a Fomentos à Construção deve ser igual para todas as origens.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-159 517 354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31618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391C80-8503-526C-1599-9EAA37A0065B}"/>
              </a:ext>
            </a:extLst>
          </p:cNvPr>
          <p:cNvSpPr txBox="1"/>
          <p:nvPr/>
        </p:nvSpPr>
        <p:spPr>
          <a:xfrm>
            <a:off x="711028" y="1837443"/>
            <a:ext cx="99476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 dirty="0">
                <a:effectLst/>
                <a:latin typeface="Santander Text" panose="020B0504020201020104" pitchFamily="34" charset="0"/>
                <a:ea typeface="Times New Roman" panose="02020603050405020304" pitchFamily="18" charset="0"/>
              </a:rPr>
              <a:t>Alterações que foram realizadas no modelo face à situação que existe atualmente no BIYR2500 com impacto nos resultados (1/2):</a:t>
            </a:r>
            <a:endParaRPr lang="en-US" sz="1100" dirty="0">
              <a:latin typeface="Santander Text" panose="020B05040202010201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253D2F7-582B-9495-0091-F9EDA507B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037194"/>
            <a:ext cx="39565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16 de abril.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800" dirty="0">
                <a:latin typeface="Santander Text" panose="020B0504020201020104" pitchFamily="34" charset="0"/>
              </a:rPr>
              <a:t>2. A granularidade utilizada para análise foi ao nivel do bem (garantia pessoal – Cliente)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ntander Text" panose="020B0504020201020104" pitchFamily="34" charset="0"/>
              <a:ea typeface="Calibri" panose="020F05020202040302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18C708A-8BD1-AC1B-BB7B-66FE96C4AC15}"/>
              </a:ext>
            </a:extLst>
          </p:cNvPr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Controlos e Resultados (relativo a 28 de Fevereiro 2023)</a:t>
            </a:r>
            <a:r>
              <a:rPr lang="pt-PT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1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Resumo de diferenças no Novo Modelo de Garantias</a:t>
            </a:r>
            <a:endParaRPr lang="en-US" sz="12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graphicFrame>
        <p:nvGraphicFramePr>
          <p:cNvPr id="9" name="Object 8">
            <a:extLst>
              <a:ext uri="{FF2B5EF4-FFF2-40B4-BE49-F238E27FC236}">
                <a16:creationId xmlns:a16="http://schemas.microsoft.com/office/drawing/2014/main" id="{9B383417-2A2C-F340-BC89-89F1D75CE92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5098176"/>
              </p:ext>
            </p:extLst>
          </p:nvPr>
        </p:nvGraphicFramePr>
        <p:xfrm>
          <a:off x="10327219" y="2202181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2" imgW="914400" imgH="792360" progId="Excel.Sheet.12">
                  <p:embed/>
                </p:oleObj>
              </mc:Choice>
              <mc:Fallback>
                <p:oleObj name="Worksheet" showAsIcon="1" r:id="rId2" imgW="914400" imgH="792360" progId="Excel.Sheet.12">
                  <p:embed/>
                  <p:pic>
                    <p:nvPicPr>
                      <p:cNvPr id="9" name="Object 8">
                        <a:extLst>
                          <a:ext uri="{FF2B5EF4-FFF2-40B4-BE49-F238E27FC236}">
                            <a16:creationId xmlns:a16="http://schemas.microsoft.com/office/drawing/2014/main" id="{9B383417-2A2C-F340-BC89-89F1D75CE92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327219" y="2202181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115355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</a:t>
            </a:r>
            <a:r>
              <a:rPr lang="pt-PT" sz="2000" dirty="0"/>
              <a:t>Análise e testes de Modelo em produção a 30 Abril 2023, com respeito à data re-simulada de 28 Fevereiro 2023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4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1.1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Controlos e Resultados (relativo a 28 de Fevereiro 2023)</a:t>
            </a:r>
            <a:r>
              <a:rPr lang="pt-PT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1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Resumo de diferenças no Novo Modelo de Garantias</a:t>
            </a:r>
            <a:endParaRPr lang="en-US" sz="12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17E78E-41EA-4899-8FEE-94E9E4145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090519"/>
              </p:ext>
            </p:extLst>
          </p:nvPr>
        </p:nvGraphicFramePr>
        <p:xfrm>
          <a:off x="722242" y="2202181"/>
          <a:ext cx="9518400" cy="28350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6422400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ID</a:t>
                      </a:r>
                      <a:endParaRPr lang="pt-PT" sz="95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Temas</a:t>
                      </a:r>
                      <a:endParaRPr lang="pt-PT" sz="95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 rateio dos bens pelos processos/responsabilidades deve ser feito independentemente da origem e deve ser realizado com base no valor atual da responsabilidade e não pela percentagem de cobertura calculada no momento da contratação.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279</a:t>
                      </a:r>
                    </a:p>
                  </a:txBody>
                  <a:tcPr marL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-189 418 866</a:t>
                      </a:r>
                    </a:p>
                  </a:txBody>
                  <a:tcPr marL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737352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Saldos de bens financeiros utilizados no modelo apresentam lag de um dia face ao BIYR (BIYR utiliza saldos de D+1).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3 079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1 081 239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79692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São consideradas todas as garantias financeiras válidas dentro da mesma caução, independentemente da sua tipologia (exemplo, DO e TT).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118 763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613097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Apenas serão contempladas garantias manuais de PPC com caução carregada para o respetivo emitente/programa. Nos títulos as cauções são as mesmas.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73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-198 447 882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964744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 montante das garantias pessoais será o resultado após a multiplicação do valor da responsabilidade pela percentagem de cobertura do cliente (bem).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149 237</a:t>
                      </a:r>
                      <a:r>
                        <a:rPr lang="pt-PT" sz="95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-953 149 145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482687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Deve ser considerado o valor de avaliação mais recente, independentemente do seu montante (inclusão de avaliações com montante igual a zero).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55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-16 258 323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158917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Apenas serão contemplados empréstimos e processos formalizados.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-1 621 716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473621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Cauções de garantias manuais de PPC selecionadas de acordo com a nova parametrização (cauções mais recentes carregadas por emitente/programa).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73</a:t>
                      </a:r>
                      <a:r>
                        <a:rPr lang="pt-PT" sz="950" b="0" i="0" u="none" strike="noStrike" baseline="300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95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25 968 613</a:t>
                      </a:r>
                    </a:p>
                  </a:txBody>
                  <a:tcPr marL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80488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391C80-8503-526C-1599-9EAA37A0065B}"/>
              </a:ext>
            </a:extLst>
          </p:cNvPr>
          <p:cNvSpPr txBox="1"/>
          <p:nvPr/>
        </p:nvSpPr>
        <p:spPr>
          <a:xfrm>
            <a:off x="711028" y="1837443"/>
            <a:ext cx="99476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 dirty="0">
                <a:effectLst/>
                <a:latin typeface="Santander Text" panose="020B0504020201020104" pitchFamily="34" charset="0"/>
                <a:ea typeface="Times New Roman" panose="02020603050405020304" pitchFamily="18" charset="0"/>
              </a:rPr>
              <a:t>Alterações que foram realizadas no modelo face à situação que existe atualmente no BIYR2500 com impacto nos resultados (2/2):</a:t>
            </a:r>
            <a:endParaRPr lang="en-US" sz="1100" dirty="0">
              <a:latin typeface="Santander Text" panose="020B05040202010201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81D586-B3A4-FFE9-CA88-29DE168AE118}"/>
              </a:ext>
            </a:extLst>
          </p:cNvPr>
          <p:cNvSpPr/>
          <p:nvPr/>
        </p:nvSpPr>
        <p:spPr>
          <a:xfrm>
            <a:off x="-24384" y="4419307"/>
            <a:ext cx="827024" cy="315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PT" sz="700" b="1" dirty="0">
                <a:solidFill>
                  <a:srgbClr val="00B050"/>
                </a:solidFill>
              </a:rPr>
              <a:t>NOVO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5D750DF-A697-68D7-B1BD-D2D54EDCD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037194"/>
            <a:ext cx="39565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16 de abril.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800" dirty="0">
                <a:latin typeface="Santander Text" panose="020B0504020201020104" pitchFamily="34" charset="0"/>
              </a:rPr>
              <a:t>2. A granularidade utilizada para análise foi ao nivel do bem (garantia pessoal – Cliente)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ntander Text" panose="020B0504020201020104" pitchFamily="34" charset="0"/>
              <a:ea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BAEF15-400D-8CE6-5DB7-EEF0E96B4230}"/>
              </a:ext>
            </a:extLst>
          </p:cNvPr>
          <p:cNvSpPr/>
          <p:nvPr/>
        </p:nvSpPr>
        <p:spPr>
          <a:xfrm>
            <a:off x="-24384" y="4728724"/>
            <a:ext cx="827024" cy="315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PT" sz="700" b="1" dirty="0">
                <a:solidFill>
                  <a:srgbClr val="00B050"/>
                </a:solidFill>
              </a:rPr>
              <a:t>NOVO</a:t>
            </a:r>
          </a:p>
        </p:txBody>
      </p:sp>
    </p:spTree>
    <p:extLst>
      <p:ext uri="{BB962C8B-B14F-4D97-AF65-F5344CB8AC3E}">
        <p14:creationId xmlns:p14="http://schemas.microsoft.com/office/powerpoint/2010/main" val="3044600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sz="2000" dirty="0"/>
              <a:t>1. </a:t>
            </a:r>
            <a:r>
              <a:rPr lang="pt-PT" sz="2000" dirty="0"/>
              <a:t>Análise e testes de Modelo em produção a 30 Abril 2023, com respeito à data re-simulada de 28 Fevereiro 2023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5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1.1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2264425"/>
              </p:ext>
            </p:extLst>
          </p:nvPr>
        </p:nvGraphicFramePr>
        <p:xfrm>
          <a:off x="722242" y="2455200"/>
          <a:ext cx="9936401" cy="2625600"/>
        </p:xfrm>
        <a:graphic>
          <a:graphicData uri="http://schemas.openxmlformats.org/drawingml/2006/table">
            <a:tbl>
              <a:tblPr firstRow="1" firstCol="1" bandRow="1"/>
              <a:tblGrid>
                <a:gridCol w="14775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1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4093056714"/>
                    </a:ext>
                  </a:extLst>
                </a:gridCol>
                <a:gridCol w="1419486">
                  <a:extLst>
                    <a:ext uri="{9D8B030D-6E8A-4147-A177-3AD203B41FA5}">
                      <a16:colId xmlns:a16="http://schemas.microsoft.com/office/drawing/2014/main" val="2876392654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en-US" sz="1000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BIYR2500 (1)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Novo Modelo de Garantias (2)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1000" b="1" i="1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∆ </a:t>
                      </a:r>
                      <a:r>
                        <a:rPr lang="pt-PT" sz="1000" b="1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(2-1)</a:t>
                      </a:r>
                      <a:r>
                        <a:rPr lang="pt-PT" sz="1000" b="1" i="1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endParaRPr lang="en-US" sz="1000" b="1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Tipo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Factoring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908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89 756 471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9 041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89 757 971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8 133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Pessoais </a:t>
                      </a:r>
                      <a:r>
                        <a:rPr lang="en-US" sz="1000" b="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1000" b="0" i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Leasing e Factoring</a:t>
                      </a:r>
                      <a:r>
                        <a:rPr lang="en-US" sz="1000" b="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)</a:t>
                      </a:r>
                      <a:r>
                        <a:rPr lang="en-US" sz="1000" b="0" baseline="3000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401 166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35 128 682 521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365 599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22 755 708 277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-35 567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-12 372 974 245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Financeiras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7 828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1 223 879 325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7 797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689 000 109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-534 879 216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506073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Imóveis </a:t>
                      </a:r>
                      <a:r>
                        <a:rPr lang="en-US" sz="1000" b="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1000" b="0" i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)</a:t>
                      </a: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369 230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57 924 831 957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404 834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57 290 731 815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35 604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-634 100 142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i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Pessoais </a:t>
                      </a:r>
                      <a:r>
                        <a:rPr lang="en-US" sz="1000" b="0" baseline="3000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38 217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1 670 926 407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33 731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1 589 008 761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-4 486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-81 917 646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31953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i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Imóveis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5 224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1 527 943 327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5 005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1 503 824 682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-219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-24 118 645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997582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822 573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97 566 020 010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826 007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83 918 031 616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3 434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-13 647 988 394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36366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11028" y="1837443"/>
            <a:ext cx="85111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>
                <a:latin typeface="Santander Text" panose="020B0504020201020104" pitchFamily="34" charset="0"/>
              </a:rPr>
              <a:t>Comparação de universo e montantes de avaliações:</a:t>
            </a:r>
            <a:endParaRPr lang="en-US" sz="1100">
              <a:latin typeface="Santander Text" panose="020B0504020201020104" pitchFamily="34" charset="0"/>
            </a:endParaRP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395CC0C-E4E9-D409-255D-6A32BEE35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037194"/>
            <a:ext cx="39565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16 de abril.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800" dirty="0">
                <a:latin typeface="Santander Text" panose="020B0504020201020104" pitchFamily="34" charset="0"/>
              </a:rPr>
              <a:t>2. A granularidade utilizada para análise foi ao nivel do bem (garantia pessoal – Cliente)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ntander Text" panose="020B0504020201020104" pitchFamily="34" charset="0"/>
              <a:ea typeface="Calibri" panose="020F05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F714F8A-1CCA-0BE0-DD1C-FDBAED35AF07}"/>
              </a:ext>
            </a:extLst>
          </p:cNvPr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Controlos e Resultados (relativo a 28 de Fevereiro 2023)</a:t>
            </a:r>
            <a:r>
              <a:rPr lang="pt-PT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1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Resumo de diferenças no Novo Modelo de Garantias</a:t>
            </a:r>
            <a:endParaRPr lang="en-US" sz="12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004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</a:t>
            </a:r>
            <a:r>
              <a:rPr lang="pt-PT" sz="2000" dirty="0"/>
              <a:t>Análise e testes de Modelo em produção a 30 Abril 2023, com respeito à data re-simulada de 28 Fevereiro 2023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6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1.2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Controlos e Resultados (relativo a 28 de Fevereiro 2023)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Detalhe por tipologia de garantia</a:t>
            </a:r>
            <a:endParaRPr lang="en-US" sz="12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Garantias Pessoais</a:t>
            </a:r>
            <a:r>
              <a:rPr lang="pt-PT" sz="1000" b="1" baseline="30000">
                <a:solidFill>
                  <a:schemeClr val="tx1"/>
                </a:solidFill>
                <a:latin typeface="Santander Text" panose="020B0504020201020104" pitchFamily="34" charset="0"/>
              </a:rPr>
              <a:t>1 2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9209315"/>
              </p:ext>
            </p:extLst>
          </p:nvPr>
        </p:nvGraphicFramePr>
        <p:xfrm>
          <a:off x="722243" y="1992456"/>
          <a:ext cx="9063850" cy="3112032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719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Processo/ Cliente </a:t>
                      </a:r>
                      <a:r>
                        <a:rPr lang="pt-PT" sz="900" b="1" baseline="30000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</a:t>
                      </a:r>
                      <a:endParaRPr lang="pt-PT" sz="900" baseline="30000" noProof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476">
                <a:tc row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1) Universo Comum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26 962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1 978 657 023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1 978 657 023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337 535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20 501 400 928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27 809 330 008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-7 307 929 080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58791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1 037 387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877 638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159 749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037319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15 662 211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15 657 244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4 967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364 524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22 496 757 549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29 804 521 913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-7 307 764 364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476">
                <a:tc rowSpan="5">
                  <a:txBody>
                    <a:bodyPr/>
                    <a:lstStyle/>
                    <a:p>
                      <a:pPr algn="l"/>
                      <a:r>
                        <a:rPr lang="pt-PT" sz="1000" b="1">
                          <a:latin typeface="Santander Text" panose="020B0504020201020104" pitchFamily="34" charset="0"/>
                        </a:rPr>
                        <a:t>2) Exclusivo Novo Modelo de Garantias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159 334 780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159 334 780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197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26 759 366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26 759 366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298044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261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51 894 748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51 894 748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969398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20 961 833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20 961 833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1 075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258 950 728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258 950 728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476">
                <a:tc rowSpan="5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3) Exclusivo BIYR2500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62 346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5 085 273 875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-5 085 273 875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2 465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ysClr val="windowText" lastClr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182 294 039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-182 294 039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551771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48 504 637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-48 504 637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310498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8 088 057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-8 088 057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65 347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5 324 160 608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-5 324 160 608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23268" y="6499188"/>
            <a:ext cx="3972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Santander Text" panose="020B0504020201020104" pitchFamily="34" charset="0"/>
              </a:rPr>
              <a:t>1. A análise exclui o universo de </a:t>
            </a:r>
            <a:r>
              <a:rPr lang="pt-BR" sz="800" i="1" dirty="0">
                <a:latin typeface="Santander Text" panose="020B0504020201020104" pitchFamily="34" charset="0"/>
              </a:rPr>
              <a:t>Leasing</a:t>
            </a:r>
            <a:r>
              <a:rPr lang="pt-BR" sz="800" dirty="0">
                <a:latin typeface="Santander Text" panose="020B0504020201020104" pitchFamily="34" charset="0"/>
              </a:rPr>
              <a:t> e </a:t>
            </a:r>
            <a:r>
              <a:rPr lang="pt-BR" sz="800" i="1" dirty="0">
                <a:latin typeface="Santander Text" panose="020B0504020201020104" pitchFamily="34" charset="0"/>
              </a:rPr>
              <a:t>Factoring</a:t>
            </a:r>
          </a:p>
          <a:p>
            <a:r>
              <a:rPr lang="pt-BR" sz="800" dirty="0">
                <a:latin typeface="Santander Text" panose="020B0504020201020104" pitchFamily="34" charset="0"/>
              </a:rPr>
              <a:t>2. A granularidade utilizada para análise foi ao nivel do bem (garantia pessoal – Cliente)</a:t>
            </a:r>
          </a:p>
          <a:p>
            <a:r>
              <a:rPr lang="pt-BR" sz="800" dirty="0">
                <a:latin typeface="Santander Text" panose="020B0504020201020104" pitchFamily="34" charset="0"/>
              </a:rPr>
              <a:t>3. A granularidade apresentada é a do Novo Modelo de Garantias (granularidade de IC’s)</a:t>
            </a:r>
            <a:endParaRPr lang="en-US" sz="800" dirty="0">
              <a:latin typeface="Santander Text" panose="020B05040202010201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F56CD-ED3D-EFF2-896B-D465D8A8C9A8}"/>
              </a:ext>
            </a:extLst>
          </p:cNvPr>
          <p:cNvSpPr/>
          <p:nvPr/>
        </p:nvSpPr>
        <p:spPr>
          <a:xfrm>
            <a:off x="722243" y="5056456"/>
            <a:ext cx="7710557" cy="12642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1) Universo Comum: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Montante da garantia pessoal reflete o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valor da reponsabilidade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 e não o do processo.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Montante da garantia resulta da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multiplicação do valor da responsabilidade pela percentagem de cobertura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 do cliente.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O saldo das responsabilidades passará a contemplar contas contabilisticas de juros e despesas vencidas.</a:t>
            </a:r>
          </a:p>
          <a:p>
            <a:pPr marL="228600" indent="-228600">
              <a:buFont typeface="+mj-lt"/>
              <a:buAutoNum type="arabicPeriod"/>
            </a:pPr>
            <a:endParaRPr lang="pt-PT" sz="900" u="sng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3) Exclusivo BIYR2500:</a:t>
            </a:r>
            <a:endParaRPr lang="pt-PT" sz="900" u="sng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Todos os titulares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, utilizados atualmente como garantias pessoais,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serão excluídos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com bens associados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contempladas garantias manuais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com cauções carregadas pora o respetivo emitente/programa.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Cauções de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garantias manuais de PPC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selecionadas de acordo com a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nova parametrização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(cauções mais recentes carregadas por emitente/programa).</a:t>
            </a:r>
          </a:p>
          <a:p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33524D-FE29-441D-4EBA-6582676B972E}"/>
              </a:ext>
            </a:extLst>
          </p:cNvPr>
          <p:cNvSpPr/>
          <p:nvPr/>
        </p:nvSpPr>
        <p:spPr>
          <a:xfrm>
            <a:off x="6991927" y="5056456"/>
            <a:ext cx="4197927" cy="12642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2) Exclusivo Novo Modelo de Garantias:</a:t>
            </a:r>
            <a:endParaRPr lang="pt-PT" sz="900" b="1" u="sng" dirty="0">
              <a:solidFill>
                <a:schemeClr val="accent4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Cauções de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garantias manuais de PPC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selecionadas de acordo com a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nova parametrização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(cauções mais recentes carregadas por emitente/programa).</a:t>
            </a: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286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</a:t>
            </a:r>
            <a:r>
              <a:rPr lang="pt-PT" sz="2000" dirty="0"/>
              <a:t>Análise e testes de Modelo em produção a 30 Abril 2023, com respeito à data re-simulada de 28 Fevereiro 2023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7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1.2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Controlos e Resultados (relativo a 28 de Fevereiro 2023)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Detalhe por tipologia de garantia</a:t>
            </a:r>
            <a:endParaRPr lang="en-US" sz="12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Garantias Financeiras</a:t>
            </a:r>
            <a:endParaRPr lang="en-US" sz="1000" b="1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DBE921F-5189-2684-9605-7881F2DD0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6427162"/>
              </p:ext>
            </p:extLst>
          </p:nvPr>
        </p:nvGraphicFramePr>
        <p:xfrm>
          <a:off x="722243" y="1992456"/>
          <a:ext cx="9063850" cy="218256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1</a:t>
                      </a:r>
                      <a:endParaRPr lang="pt-PT" sz="900" baseline="300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1) Universo Comum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4 421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399 888 684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399 888 684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3 149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262 774 328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261 574 326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1 200 002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1786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8 360 586,24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8 360 925,44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-339,20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51067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16 743 636,27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14 338 634,24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2 405 002,03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7 764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687 767 235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684 162 570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3 604 665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>
                          <a:latin typeface="Santander Text" panose="020B0504020201020104" pitchFamily="34" charset="0"/>
                        </a:rPr>
                        <a:t>2) Exclusivo Novo Modelo de Garantias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1 232 875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1 232 875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1 232 875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1 232 875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3) Exclusivo BIYR2500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539 713 422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-539 713 422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3 333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-3 333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539 716 755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-539 716 755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D9B12163-7231-98A4-752B-C91842F7088D}"/>
              </a:ext>
            </a:extLst>
          </p:cNvPr>
          <p:cNvSpPr/>
          <p:nvPr/>
        </p:nvSpPr>
        <p:spPr>
          <a:xfrm>
            <a:off x="711028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1) Universo Comum:</a:t>
            </a:r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Saldos de bens financeiros utilizados no modelo apresentam </a:t>
            </a:r>
            <a:r>
              <a:rPr lang="pt-PT" sz="900" i="1" u="sng">
                <a:solidFill>
                  <a:schemeClr val="tx1"/>
                </a:solidFill>
                <a:latin typeface="Santander Text" panose="020B0504020201020104" pitchFamily="34" charset="0"/>
              </a:rPr>
              <a:t>lag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 de um dia 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face ao BIYR (BIYR utiliza saldos de D+1).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b="0" i="0" u="none" strike="noStrike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São consideradas todas as </a:t>
            </a:r>
            <a:r>
              <a:rPr lang="pt-PT" sz="900" b="0" i="0" u="sng" strike="noStrike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garantias financeiras válidas dentro da mesma caução</a:t>
            </a:r>
            <a:r>
              <a:rPr lang="pt-PT" sz="900" b="0" i="0" u="none" strike="noStrike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, independentemente da sua tipologia (exemplo, DO e TT)</a:t>
            </a:r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r>
              <a:rPr lang="pt-PT" sz="900" b="1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3) Exclusivo BIYR2500:</a:t>
            </a:r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contempladas responsabilidades/processos 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com bens associados 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e com 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datas de vencimento válidas</a:t>
            </a: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D0D770-CF7C-B3A4-7476-7F7C8EE33F02}"/>
              </a:ext>
            </a:extLst>
          </p:cNvPr>
          <p:cNvSpPr txBox="1"/>
          <p:nvPr/>
        </p:nvSpPr>
        <p:spPr>
          <a:xfrm>
            <a:off x="711028" y="6072469"/>
            <a:ext cx="39950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>
                <a:latin typeface="Santander Text" panose="020B0504020201020104" pitchFamily="34" charset="0"/>
              </a:rPr>
              <a:t>1. A granularidade apresentada é a do Novo Modelo de Garantias (granularidade de IC’s) </a:t>
            </a:r>
            <a:endParaRPr lang="en-US" sz="800"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5639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</a:t>
            </a:r>
            <a:r>
              <a:rPr lang="pt-PT" sz="2000" dirty="0"/>
              <a:t>Análise e testes de Modelo em produção a 30 Abril 2023, com respeito à data re-simulada de 28 Fevereiro 2023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8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1.2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Controlos e Resultados (relativo a 28 de Fevereiro 2023)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Detalhe por tipologia de garantia</a:t>
            </a:r>
            <a:endParaRPr lang="en-US" sz="12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Garantias Imóveis</a:t>
            </a:r>
            <a:r>
              <a:rPr lang="pt-PT" sz="1000" b="1" baseline="30000">
                <a:solidFill>
                  <a:schemeClr val="tx1"/>
                </a:solidFill>
                <a:latin typeface="Santander Text" panose="020B0504020201020104" pitchFamily="34" charset="0"/>
              </a:rPr>
              <a:t>1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4EF0D11-64A1-95A7-5896-603B98071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9117764"/>
              </p:ext>
            </p:extLst>
          </p:nvPr>
        </p:nvGraphicFramePr>
        <p:xfrm>
          <a:off x="722243" y="1992456"/>
          <a:ext cx="9063850" cy="2182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1) Universo Comum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249 864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43 265 584 690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43 265 584 690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132 607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12 912 284 035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13 227 714 323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-315 430 288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11558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22 232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1 099 716 635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1 099 697 582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19 053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44698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11 559 126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11 567 373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-8 247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25974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1 013 108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1 294 777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-281 669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404 726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57 290 157 594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57 605 858 745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-315 701 151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2) Exclusivo Novo </a:t>
                      </a:r>
                    </a:p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Modelo de Garantias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9530" marR="6627" marT="662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574 221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574 221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60737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ysClr val="windowText" lastClr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574 221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574 221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049901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3)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1 262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318 973 212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-318 973 212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1 262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318 973 212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-318 973 212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3A208F6-5AB8-A553-3145-F5362921AE62}"/>
              </a:ext>
            </a:extLst>
          </p:cNvPr>
          <p:cNvSpPr/>
          <p:nvPr/>
        </p:nvSpPr>
        <p:spPr>
          <a:xfrm>
            <a:off x="722243" y="4594860"/>
            <a:ext cx="9645107" cy="16673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1) Universo Comum:</a:t>
            </a: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A metodologia de aprovisionamento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de montantes/datas de avaliação 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aplicada a Fomentos à Construção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deve ser igual para todas as origens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rateio dos bens 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pelos processos/responsabilidades deve ser feito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independentemente da origem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 e deve ser realizado com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base no valor atual da responsabilidade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e não pela percentagem de cobertura calculada no momento da contratação.</a:t>
            </a:r>
            <a:endParaRPr lang="pt-PT" sz="900" u="none" strike="noStrike" dirty="0">
              <a:solidFill>
                <a:schemeClr val="tx1"/>
              </a:solidFill>
              <a:effectLst/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percentagem de avaliação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atribuida ao BST no que respeita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IFRRUs,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terá como base o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financiamento inicial do IFRRU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e não o saldo em dívida atual.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Deve ser considerado o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valor de avaliação mais recente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, independentemente do seu montante (inclusão de avaliações com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montante igual a zero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).</a:t>
            </a:r>
          </a:p>
          <a:p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3) Exclusivo BIYR9500: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com bens associados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contemplados bens com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datas de avaliação válidas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contemplados empréstimos e processos formalizados.</a:t>
            </a:r>
          </a:p>
          <a:p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7CA54-E9D4-15E2-B844-863EF76FF921}"/>
              </a:ext>
            </a:extLst>
          </p:cNvPr>
          <p:cNvSpPr txBox="1"/>
          <p:nvPr/>
        </p:nvSpPr>
        <p:spPr>
          <a:xfrm>
            <a:off x="2095391" y="6427283"/>
            <a:ext cx="39950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>
                <a:latin typeface="Santander Text" panose="020B0504020201020104" pitchFamily="34" charset="0"/>
              </a:rPr>
              <a:t>1. A análise exclui o universo de </a:t>
            </a:r>
            <a:r>
              <a:rPr lang="pt-BR" sz="800" i="1">
                <a:latin typeface="Santander Text" panose="020B0504020201020104" pitchFamily="34" charset="0"/>
              </a:rPr>
              <a:t>Leasing</a:t>
            </a:r>
          </a:p>
          <a:p>
            <a:r>
              <a:rPr lang="pt-BR" sz="800">
                <a:latin typeface="Santander Text" panose="020B0504020201020104" pitchFamily="34" charset="0"/>
              </a:rPr>
              <a:t>2. A granularidade apresentada é a do Novo Modelo de Garantias (granularidade de IC’s) </a:t>
            </a:r>
            <a:endParaRPr lang="en-US" sz="800"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2530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</a:t>
            </a:r>
            <a:r>
              <a:rPr lang="pt-PT" sz="2000" dirty="0"/>
              <a:t>Análise e testes de Modelo em produção a 30 Abril 2023, com respeito à data re-simulada de 28 Fevereiro 2023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9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1.2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Controlos e Resultados (relativo a 28 de Fevereiro 2023)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 | Detalhe por tipologia de garantia</a:t>
            </a:r>
            <a:endParaRPr lang="en-US" sz="12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>
                <a:solidFill>
                  <a:schemeClr val="tx1"/>
                </a:solidFill>
                <a:latin typeface="Santander Text" panose="020B0504020201020104" pitchFamily="34" charset="0"/>
              </a:rPr>
              <a:t>Leasing</a:t>
            </a:r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 Imóveis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F8BDE-9239-AD09-EF31-CC46E4FB8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64763"/>
              </p:ext>
            </p:extLst>
          </p:nvPr>
        </p:nvGraphicFramePr>
        <p:xfrm>
          <a:off x="722243" y="1992456"/>
          <a:ext cx="9063850" cy="1426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1</a:t>
                      </a:r>
                      <a:endParaRPr lang="pt-PT" sz="900" baseline="300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1) Universo Comum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4 991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1 502 274 186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1 502 274 186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1 550 496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70 000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1 480 496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5 005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1 503 824 682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1 502 344 186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1 480 496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BIYR2500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194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23 403 006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-23 403 006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2 196 135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-2 196 135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1044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219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25 599 141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-25 599 141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39725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>
                <a:latin typeface="Santander Text" panose="020B0504020201020104" pitchFamily="34" charset="0"/>
              </a:rPr>
              <a:t>1. A granularidade apresentada é a do Novo Modelo de Garantias (granularidade de IC’s)</a:t>
            </a:r>
            <a:endParaRPr lang="en-US" sz="800"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1773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</a:t>
            </a:r>
            <a:r>
              <a:rPr lang="pt-PT" sz="2000" dirty="0"/>
              <a:t>Análise e testes de Modelo em produção a 30 Abril 2023, com respeito à data re-simulada de 28 Fevereiro 2023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10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1.2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Controlos e Resultados (relativo a 28 de Fevereiro 2023)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Detalhe por tipologia de garantia</a:t>
            </a:r>
            <a:endParaRPr lang="en-US" sz="12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B7515AF-BE8F-166D-017D-FFA2E7258BC8}"/>
              </a:ext>
            </a:extLst>
          </p:cNvPr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>
                <a:solidFill>
                  <a:schemeClr val="tx1"/>
                </a:solidFill>
                <a:latin typeface="Santander Text" panose="020B0504020201020104" pitchFamily="34" charset="0"/>
              </a:rPr>
              <a:t>Leasing </a:t>
            </a:r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Pessoais</a:t>
            </a:r>
            <a:r>
              <a:rPr lang="pt-PT" sz="1000" b="1" baseline="30000">
                <a:solidFill>
                  <a:schemeClr val="tx1"/>
                </a:solidFill>
                <a:latin typeface="Santander Text" panose="020B0504020201020104" pitchFamily="34" charset="0"/>
              </a:rPr>
              <a:t> 1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B80F0A-E11B-61FA-EFAD-1E764024B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2400065"/>
              </p:ext>
            </p:extLst>
          </p:nvPr>
        </p:nvGraphicFramePr>
        <p:xfrm>
          <a:off x="722243" y="1992456"/>
          <a:ext cx="9063850" cy="200256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Processo/Cliente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  <a:cs typeface="+mn-cs"/>
                        </a:rPr>
                        <a:t> 1) Universo Comum</a:t>
                      </a:r>
                      <a:endParaRPr lang="en-US" sz="1000" b="1" kern="12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2 413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22 657 023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22 657 023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30 142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1 442 913 682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1 439 712 189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3 201 493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69802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1 175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123 437 780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113 344 027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10 093 753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9329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33 730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1 589 008 485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1 575 713 239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13 295 246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Novo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Garantias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ysClr val="windowText" lastClr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276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BIYR2500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4 455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95 212 268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-95 212 268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-900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01240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4 487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95 213 168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-95 213 168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39725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>
                <a:latin typeface="Santander Text" panose="020B0504020201020104" pitchFamily="34" charset="0"/>
              </a:rPr>
              <a:t>1. A granularidade utilizada para análise foi ao nivel do bem (garantia pessoal – Cliente)</a:t>
            </a:r>
          </a:p>
          <a:p>
            <a:r>
              <a:rPr lang="pt-BR" sz="800">
                <a:latin typeface="Santander Text" panose="020B0504020201020104" pitchFamily="34" charset="0"/>
              </a:rPr>
              <a:t>2. A granularidade apresentada é a do Novo Modelo de Garantias (granularidade de IC’s)</a:t>
            </a:r>
            <a:endParaRPr lang="en-US" sz="800">
              <a:latin typeface="Santander Text" panose="020B05040202010201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460541-F1A5-22A6-3107-8623D4A2824A}"/>
              </a:ext>
            </a:extLst>
          </p:cNvPr>
          <p:cNvSpPr/>
          <p:nvPr/>
        </p:nvSpPr>
        <p:spPr>
          <a:xfrm>
            <a:off x="722243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1) Universo Comum:</a:t>
            </a: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O saldo das responsabilidades passará a contemplar contas contabilisticas de juros e despesas vencidas.</a:t>
            </a: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3) Exclusivo BIYR9500: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Todos os titulares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, utilizados atualmente como garantias pessoais,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serão excluídos</a:t>
            </a: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1757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</a:t>
            </a:r>
            <a:r>
              <a:rPr lang="pt-PT" sz="2000" dirty="0"/>
              <a:t>Análise e testes de Modelo em produção a 30 Abril 2023, com respeito à data re-simulada de 28 Fevereiro 2023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11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1.2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Controlos e Resultados (relativo a 28 de Fevereiro 2023)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Detalhe por tipologia de garantia</a:t>
            </a:r>
            <a:endParaRPr lang="en-US" sz="12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>
                <a:solidFill>
                  <a:schemeClr val="tx1"/>
                </a:solidFill>
                <a:latin typeface="Santander Text" panose="020B0504020201020104" pitchFamily="34" charset="0"/>
              </a:rPr>
              <a:t>Factoring</a:t>
            </a:r>
            <a:r>
              <a:rPr lang="pt-PT" sz="1000" b="1" baseline="30000">
                <a:solidFill>
                  <a:schemeClr val="tx1"/>
                </a:solidFill>
                <a:latin typeface="Santander Text" panose="020B0504020201020104" pitchFamily="34" charset="0"/>
              </a:rPr>
              <a:t>1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F8BDE-9239-AD09-EF31-CC46E4FB8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8389539"/>
              </p:ext>
            </p:extLst>
          </p:nvPr>
        </p:nvGraphicFramePr>
        <p:xfrm>
          <a:off x="722243" y="1992456"/>
          <a:ext cx="9063850" cy="1462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Processo/Cliente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1) Universo Comum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9 039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89 756 471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89 756 471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9 039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89 756 471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89 756 471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2) Exclusivo Novo</a:t>
                      </a:r>
                    </a:p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Modelo de Garantias</a:t>
                      </a:r>
                      <a:endParaRPr lang="en-US" sz="11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184169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078739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3) Exclusivo BIYR2500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39725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>
                <a:latin typeface="Santander Text" panose="020B0504020201020104" pitchFamily="34" charset="0"/>
              </a:rPr>
              <a:t>1. A granularidade utilizada para análise foi ao nivel do bem (garantia pessoal – Cliente)</a:t>
            </a:r>
          </a:p>
          <a:p>
            <a:r>
              <a:rPr lang="pt-BR" sz="800">
                <a:latin typeface="Santander Text" panose="020B0504020201020104" pitchFamily="34" charset="0"/>
              </a:rPr>
              <a:t>2. A granularidade apresentada é a do Novo Modelo de Garantias (granularidade de IC’s)</a:t>
            </a:r>
            <a:endParaRPr lang="en-US" sz="800">
              <a:latin typeface="Santander Text" panose="020B05040202010201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43CEB4-3F97-6292-8DF9-FED5B9D3721D}"/>
              </a:ext>
            </a:extLst>
          </p:cNvPr>
          <p:cNvSpPr/>
          <p:nvPr/>
        </p:nvSpPr>
        <p:spPr>
          <a:xfrm>
            <a:off x="722243" y="3752023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3) Exclusivo BIYR9500: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>
                <a:solidFill>
                  <a:schemeClr val="tx1"/>
                </a:solidFill>
                <a:latin typeface="Santander Text" panose="020B0504020201020104" pitchFamily="34" charset="0"/>
              </a:rPr>
              <a:t>Apenas consideradas responsabilidades/faturas </a:t>
            </a:r>
            <a:r>
              <a:rPr lang="pt-PT" sz="900" u="sng">
                <a:solidFill>
                  <a:schemeClr val="tx1"/>
                </a:solidFill>
                <a:latin typeface="Santander Text" panose="020B0504020201020104" pitchFamily="34" charset="0"/>
              </a:rPr>
              <a:t>com saldo</a:t>
            </a:r>
          </a:p>
          <a:p>
            <a:endParaRPr lang="pt-PT" sz="9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5262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</a:t>
            </a:r>
            <a:r>
              <a:rPr lang="pt-PT" sz="2000" dirty="0"/>
              <a:t>Análise e testes de Modelo em produção a 30 Abril 2023, com respeito à data re-simulada de 28 Fevereiro 2023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12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>
                <a:solidFill>
                  <a:schemeClr val="bg1"/>
                </a:solidFill>
                <a:latin typeface="Santander Headline" panose="020B0504020201020104" pitchFamily="34" charset="0"/>
              </a:rPr>
              <a:t>1.3</a:t>
            </a:r>
            <a:endParaRPr lang="en-US" sz="1000" b="1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Resultados da Área de Capital (relativo a 28 de Fevereiro 2023)</a:t>
            </a:r>
            <a:r>
              <a:rPr lang="pt-PT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1</a:t>
            </a:r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Validação de processo </a:t>
            </a:r>
            <a:r>
              <a:rPr lang="pt-PT" sz="1200" i="1" dirty="0">
                <a:solidFill>
                  <a:schemeClr val="tx1"/>
                </a:solidFill>
                <a:latin typeface="Santander Headline" panose="020B0504020201020104" pitchFamily="34" charset="0"/>
              </a:rPr>
              <a:t>end-to-end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(BDR)</a:t>
            </a:r>
            <a:endParaRPr lang="en-US" sz="1200" baseline="300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Modelo VS JM_GARANT_CTO</a:t>
            </a:r>
            <a:endParaRPr lang="en-US" sz="1000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790DD7-7A57-A5DD-1BF3-EDD100B3C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76892560"/>
              </p:ext>
            </p:extLst>
          </p:nvPr>
        </p:nvGraphicFramePr>
        <p:xfrm>
          <a:off x="722243" y="2038432"/>
          <a:ext cx="10562903" cy="107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4647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1226608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1226608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1226608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1226608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1226608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1226608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  <a:gridCol w="1332000">
                  <a:extLst>
                    <a:ext uri="{9D8B030D-6E8A-4147-A177-3AD203B41FA5}">
                      <a16:colId xmlns:a16="http://schemas.microsoft.com/office/drawing/2014/main" val="567590336"/>
                    </a:ext>
                  </a:extLst>
                </a:gridCol>
                <a:gridCol w="1226608">
                  <a:extLst>
                    <a:ext uri="{9D8B030D-6E8A-4147-A177-3AD203B41FA5}">
                      <a16:colId xmlns:a16="http://schemas.microsoft.com/office/drawing/2014/main" val="3497693630"/>
                    </a:ext>
                  </a:extLst>
                </a:gridCol>
              </a:tblGrid>
              <a:tr h="171368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 Registos</a:t>
                      </a: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Valor de avaliação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PT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Status de resolução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pt-PT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Owner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Tipologia</a:t>
                      </a:r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Novo Modelo Garantias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JM_GARANT_CTO</a:t>
                      </a:r>
                      <a:r>
                        <a:rPr lang="pt-PT" sz="900" b="1" u="none" strike="noStrike" baseline="3000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Novo Modelo Garantias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JM_GARANT_CTO</a:t>
                      </a:r>
                      <a:r>
                        <a:rPr lang="pt-PT" sz="900" b="1" u="none" strike="noStrike" baseline="3000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 dirty="0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Status de resolução</a:t>
                      </a: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Owner</a:t>
                      </a: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u="none" strike="noStrike">
                          <a:effectLst/>
                          <a:latin typeface="Santander Text" panose="020B0504020201020104" pitchFamily="34" charset="0"/>
                        </a:rPr>
                        <a:t> Financeira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8 489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8 488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-1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689 000 109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688 999 955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-154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Def. de requisitos em curso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CDO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Imóvel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373 081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373 081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58 794 556 497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58 794 556 497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n/a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n/a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96122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u="none" strike="noStrike">
                          <a:effectLst/>
                          <a:latin typeface="Santander Text" panose="020B0504020201020104" pitchFamily="34" charset="0"/>
                        </a:rPr>
                        <a:t> Pessoais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371 199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371 190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-9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24 434 475 009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24 434 368 942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-106 067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</a:t>
                      </a:r>
                      <a:endParaRPr lang="pt-PT" sz="900" b="0" i="0" u="none" strike="noStrike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IT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752 769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752 760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83 918 031 616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83 917 925 394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-106 221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BB4D737-4769-DA22-3EBA-563EBC6CDD40}"/>
              </a:ext>
            </a:extLst>
          </p:cNvPr>
          <p:cNvSpPr txBox="1"/>
          <p:nvPr/>
        </p:nvSpPr>
        <p:spPr>
          <a:xfrm>
            <a:off x="711028" y="6072469"/>
            <a:ext cx="5208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27 de abril.</a:t>
            </a:r>
          </a:p>
          <a:p>
            <a:r>
              <a:rPr lang="pt-PT" sz="800" dirty="0">
                <a:latin typeface="Santander Text" panose="020B0504020201020104" pitchFamily="34" charset="0"/>
              </a:rPr>
              <a:t>2. Tabela JM_GARANT_CTO carregada na BDR2 e resulta do processo utilizando o Novo Modelo de Garantias (GT015).</a:t>
            </a:r>
            <a:endParaRPr lang="pt-BR" sz="800" dirty="0">
              <a:latin typeface="Santander Text" panose="020B05040202010201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8ECC50B-117E-FC80-C5A0-31682E40DD74}"/>
              </a:ext>
            </a:extLst>
          </p:cNvPr>
          <p:cNvSpPr/>
          <p:nvPr/>
        </p:nvSpPr>
        <p:spPr>
          <a:xfrm>
            <a:off x="722242" y="4649462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1"/>
                </a:solidFill>
                <a:latin typeface="Santander Text" panose="020B0504020201020104" pitchFamily="34" charset="0"/>
              </a:rPr>
              <a:t>Exemplo de Garantias Pessoais:</a:t>
            </a:r>
            <a:endParaRPr lang="pt-PT" sz="900" b="1" dirty="0">
              <a:solidFill>
                <a:schemeClr val="accent4"/>
              </a:solidFill>
              <a:latin typeface="Santander Text" panose="020B0504020201020104" pitchFamily="34" charset="0"/>
            </a:endParaRPr>
          </a:p>
          <a:p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O tratamento da escolha do cliente/ caução atribuído por responsabilidade do modelo não está a ser corretamente aprovisionado. A BDR não observa a chave de cauções para garantias pessoais, considerando que 1 responsabilidade com 2 cauções e o mesmo cliente são registos duplicados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descartando aleatoriamente um dos registos por chave primária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349DF03-51C3-E098-A4B4-331DEF7F0F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262180"/>
              </p:ext>
            </p:extLst>
          </p:nvPr>
        </p:nvGraphicFramePr>
        <p:xfrm>
          <a:off x="875124" y="5160890"/>
          <a:ext cx="7381596" cy="721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76000">
                  <a:extLst>
                    <a:ext uri="{9D8B030D-6E8A-4147-A177-3AD203B41FA5}">
                      <a16:colId xmlns:a16="http://schemas.microsoft.com/office/drawing/2014/main" val="1926378817"/>
                    </a:ext>
                  </a:extLst>
                </a:gridCol>
                <a:gridCol w="576000">
                  <a:extLst>
                    <a:ext uri="{9D8B030D-6E8A-4147-A177-3AD203B41FA5}">
                      <a16:colId xmlns:a16="http://schemas.microsoft.com/office/drawing/2014/main" val="3631060514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2509831810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3661695928"/>
                    </a:ext>
                  </a:extLst>
                </a:gridCol>
                <a:gridCol w="648000">
                  <a:extLst>
                    <a:ext uri="{9D8B030D-6E8A-4147-A177-3AD203B41FA5}">
                      <a16:colId xmlns:a16="http://schemas.microsoft.com/office/drawing/2014/main" val="4279995539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046986175"/>
                    </a:ext>
                  </a:extLst>
                </a:gridCol>
                <a:gridCol w="1044000">
                  <a:extLst>
                    <a:ext uri="{9D8B030D-6E8A-4147-A177-3AD203B41FA5}">
                      <a16:colId xmlns:a16="http://schemas.microsoft.com/office/drawing/2014/main" val="3980163432"/>
                    </a:ext>
                  </a:extLst>
                </a:gridCol>
                <a:gridCol w="1620000">
                  <a:extLst>
                    <a:ext uri="{9D8B030D-6E8A-4147-A177-3AD203B41FA5}">
                      <a16:colId xmlns:a16="http://schemas.microsoft.com/office/drawing/2014/main" val="783516918"/>
                    </a:ext>
                  </a:extLst>
                </a:gridCol>
                <a:gridCol w="793596">
                  <a:extLst>
                    <a:ext uri="{9D8B030D-6E8A-4147-A177-3AD203B41FA5}">
                      <a16:colId xmlns:a16="http://schemas.microsoft.com/office/drawing/2014/main" val="458466323"/>
                    </a:ext>
                  </a:extLst>
                </a:gridCol>
              </a:tblGrid>
              <a:tr h="180975">
                <a:tc gridSpan="9">
                  <a:txBody>
                    <a:bodyPr/>
                    <a:lstStyle/>
                    <a:p>
                      <a:pPr algn="ctr"/>
                      <a:r>
                        <a:rPr lang="pt-PT" sz="900" b="1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GT015</a:t>
                      </a: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 sz="900" b="1">
                        <a:solidFill>
                          <a:schemeClr val="bg1"/>
                        </a:solidFill>
                        <a:effectLst/>
                        <a:latin typeface="+mj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7917146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tipologia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origem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mavaliaa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cempresa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ckbalcao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cknumcta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zdeposit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 dirty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processo</a:t>
                      </a:r>
                      <a:endParaRPr lang="pt-PT" sz="900" dirty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zcliente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15074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PES</a:t>
                      </a:r>
                      <a:endParaRPr lang="pt-PT" sz="9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CS</a:t>
                      </a:r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12306.18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862304880273620</a:t>
                      </a:r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0008019759320810000000009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2100189981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72251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r>
                        <a:rPr lang="pt-PT" sz="9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PES</a:t>
                      </a:r>
                      <a:endParaRPr lang="pt-PT" sz="9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CS</a:t>
                      </a:r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12306.18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31</a:t>
                      </a:r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862304880273620</a:t>
                      </a:r>
                      <a:endParaRPr lang="pt-PT" sz="9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0008019759320810000000001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2100189981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8747491"/>
                  </a:ext>
                </a:extLst>
              </a:tr>
            </a:tbl>
          </a:graphicData>
        </a:graphic>
      </p:graphicFrame>
      <p:sp>
        <p:nvSpPr>
          <p:cNvPr id="11" name="Rectangle 10">
            <a:extLst>
              <a:ext uri="{FF2B5EF4-FFF2-40B4-BE49-F238E27FC236}">
                <a16:creationId xmlns:a16="http://schemas.microsoft.com/office/drawing/2014/main" id="{B5110827-6A0C-3EB9-5778-7CC7F8E958DE}"/>
              </a:ext>
            </a:extLst>
          </p:cNvPr>
          <p:cNvSpPr/>
          <p:nvPr/>
        </p:nvSpPr>
        <p:spPr>
          <a:xfrm>
            <a:off x="722242" y="3270720"/>
            <a:ext cx="9645107" cy="12562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1"/>
                </a:solidFill>
                <a:latin typeface="Santander Text" panose="020B0504020201020104" pitchFamily="34" charset="0"/>
              </a:rPr>
              <a:t>Exemplo de Garantias Financeiras:</a:t>
            </a:r>
            <a:endParaRPr lang="pt-PT" sz="900" b="1" dirty="0">
              <a:solidFill>
                <a:schemeClr val="accent4"/>
              </a:solidFill>
              <a:latin typeface="Santander Text" panose="020B0504020201020104" pitchFamily="34" charset="0"/>
            </a:endParaRPr>
          </a:p>
          <a:p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O tratamento da chaves da responsabilidade do modelo para a tabela output </a:t>
            </a:r>
            <a:r>
              <a:rPr lang="pt-PT" sz="900" b="1" dirty="0">
                <a:solidFill>
                  <a:schemeClr val="tx1"/>
                </a:solidFill>
                <a:latin typeface="Santander Text" panose="020B0504020201020104" pitchFamily="34" charset="0"/>
              </a:rPr>
              <a:t>gt015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 não está a ser refletido no código de </a:t>
            </a:r>
            <a:r>
              <a:rPr lang="pt-PT" sz="900" b="1" dirty="0">
                <a:solidFill>
                  <a:schemeClr val="tx1"/>
                </a:solidFill>
                <a:latin typeface="Santander Text" panose="020B0504020201020104" pitchFamily="34" charset="0"/>
              </a:rPr>
              <a:t>produto/subproduto da responsabilidade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, duplicando registos.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A BDR descarta aleatoriamente um dos registos duplicados por chave primária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F1D7B62E-0BC4-AE03-FF27-D6E7004AE5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39361268"/>
              </p:ext>
            </p:extLst>
          </p:nvPr>
        </p:nvGraphicFramePr>
        <p:xfrm>
          <a:off x="875124" y="3774527"/>
          <a:ext cx="6409596" cy="7219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8396">
                  <a:extLst>
                    <a:ext uri="{9D8B030D-6E8A-4147-A177-3AD203B41FA5}">
                      <a16:colId xmlns:a16="http://schemas.microsoft.com/office/drawing/2014/main" val="1028419816"/>
                    </a:ext>
                  </a:extLst>
                </a:gridCol>
                <a:gridCol w="556260">
                  <a:extLst>
                    <a:ext uri="{9D8B030D-6E8A-4147-A177-3AD203B41FA5}">
                      <a16:colId xmlns:a16="http://schemas.microsoft.com/office/drawing/2014/main" val="1908497701"/>
                    </a:ext>
                  </a:extLst>
                </a:gridCol>
                <a:gridCol w="601980">
                  <a:extLst>
                    <a:ext uri="{9D8B030D-6E8A-4147-A177-3AD203B41FA5}">
                      <a16:colId xmlns:a16="http://schemas.microsoft.com/office/drawing/2014/main" val="419162840"/>
                    </a:ext>
                  </a:extLst>
                </a:gridCol>
                <a:gridCol w="617220">
                  <a:extLst>
                    <a:ext uri="{9D8B030D-6E8A-4147-A177-3AD203B41FA5}">
                      <a16:colId xmlns:a16="http://schemas.microsoft.com/office/drawing/2014/main" val="3980163432"/>
                    </a:ext>
                  </a:extLst>
                </a:gridCol>
                <a:gridCol w="693420">
                  <a:extLst>
                    <a:ext uri="{9D8B030D-6E8A-4147-A177-3AD203B41FA5}">
                      <a16:colId xmlns:a16="http://schemas.microsoft.com/office/drawing/2014/main" val="372968277"/>
                    </a:ext>
                  </a:extLst>
                </a:gridCol>
                <a:gridCol w="815340">
                  <a:extLst>
                    <a:ext uri="{9D8B030D-6E8A-4147-A177-3AD203B41FA5}">
                      <a16:colId xmlns:a16="http://schemas.microsoft.com/office/drawing/2014/main" val="2993343626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340000135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783516918"/>
                    </a:ext>
                  </a:extLst>
                </a:gridCol>
                <a:gridCol w="746760">
                  <a:extLst>
                    <a:ext uri="{9D8B030D-6E8A-4147-A177-3AD203B41FA5}">
                      <a16:colId xmlns:a16="http://schemas.microsoft.com/office/drawing/2014/main" val="458466323"/>
                    </a:ext>
                  </a:extLst>
                </a:gridCol>
              </a:tblGrid>
              <a:tr h="180975">
                <a:tc gridSpan="9">
                  <a:txBody>
                    <a:bodyPr/>
                    <a:lstStyle/>
                    <a:p>
                      <a:pPr algn="ctr" fontAlgn="b"/>
                      <a:r>
                        <a:rPr lang="pt-PT" sz="9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GT015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r>
                        <a:rPr lang="pt-PT" sz="900" b="1" i="0" u="none" strike="noStrike">
                          <a:solidFill>
                            <a:schemeClr val="bg1"/>
                          </a:solidFill>
                          <a:effectLst/>
                          <a:latin typeface="+mj-lt"/>
                        </a:rPr>
                        <a:t>GT015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+mj-lt"/>
                      </a:endParaRPr>
                    </a:p>
                  </a:txBody>
                  <a:tcPr marL="9525" marR="9525" marT="9525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2855171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tipologia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PT" sz="900" b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Times New Roman" panose="02020603050405020304" pitchFamily="18" charset="0"/>
                          <a:cs typeface="Calibri" panose="020F0502020204030204" pitchFamily="34" charset="0"/>
                        </a:rPr>
                        <a:t>origem</a:t>
                      </a:r>
                      <a:endParaRPr lang="pt-PT" sz="90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4450" marR="4445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mavaliaa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cempresa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ckbalcao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cknumcta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zdeposit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ckprodut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cksubpro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15074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FIN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154.22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00826406001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000000000000000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 dirty="0">
                          <a:solidFill>
                            <a:schemeClr val="accent1"/>
                          </a:solidFill>
                          <a:effectLst/>
                          <a:latin typeface="Santander Text" panose="020B0504020201020104" pitchFamily="34" charset="0"/>
                        </a:rPr>
                        <a:t>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672251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FIN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444.34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00826406001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000000000000000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020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1" i="0" u="none" strike="noStrike" dirty="0">
                          <a:solidFill>
                            <a:schemeClr val="accent1"/>
                          </a:solidFill>
                          <a:effectLst/>
                          <a:latin typeface="Santander Text" panose="020B0504020201020104" pitchFamily="34" charset="0"/>
                        </a:rPr>
                        <a:t>170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8747491"/>
                  </a:ext>
                </a:extLst>
              </a:tr>
            </a:tbl>
          </a:graphicData>
        </a:graphic>
      </p:graphicFrame>
      <p:grpSp>
        <p:nvGrpSpPr>
          <p:cNvPr id="18" name="Group 17">
            <a:extLst>
              <a:ext uri="{FF2B5EF4-FFF2-40B4-BE49-F238E27FC236}">
                <a16:creationId xmlns:a16="http://schemas.microsoft.com/office/drawing/2014/main" id="{CD585925-A3F8-83DE-F85D-65C7D98656F2}"/>
              </a:ext>
            </a:extLst>
          </p:cNvPr>
          <p:cNvGrpSpPr/>
          <p:nvPr/>
        </p:nvGrpSpPr>
        <p:grpSpPr>
          <a:xfrm>
            <a:off x="7284720" y="4238625"/>
            <a:ext cx="3526325" cy="297857"/>
            <a:chOff x="7224264" y="4229100"/>
            <a:chExt cx="3175301" cy="297857"/>
          </a:xfrm>
        </p:grpSpPr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71B1DA16-FF52-8FA8-A00F-F66DC2D4B380}"/>
                </a:ext>
              </a:extLst>
            </p:cNvPr>
            <p:cNvCxnSpPr>
              <a:cxnSpLocks/>
              <a:endCxn id="13" idx="1"/>
            </p:cNvCxnSpPr>
            <p:nvPr/>
          </p:nvCxnSpPr>
          <p:spPr>
            <a:xfrm>
              <a:off x="7224264" y="4378029"/>
              <a:ext cx="1089156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B8B0167-9E94-4E0E-9F4A-A0B3B210ACC7}"/>
                </a:ext>
              </a:extLst>
            </p:cNvPr>
            <p:cNvSpPr/>
            <p:nvPr/>
          </p:nvSpPr>
          <p:spPr>
            <a:xfrm>
              <a:off x="8313420" y="4229100"/>
              <a:ext cx="2086145" cy="2978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800" b="1">
                  <a:solidFill>
                    <a:srgbClr val="C00000"/>
                  </a:solidFill>
                  <a:latin typeface="Santander Text" panose="020B0504020201020104" pitchFamily="34" charset="0"/>
                </a:rPr>
                <a:t>Registo eliminado pela processo da BDR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BEA76A0D-D2C9-81FC-334A-F979CDA30ED4}"/>
              </a:ext>
            </a:extLst>
          </p:cNvPr>
          <p:cNvGrpSpPr/>
          <p:nvPr/>
        </p:nvGrpSpPr>
        <p:grpSpPr>
          <a:xfrm>
            <a:off x="8313420" y="5459730"/>
            <a:ext cx="2497625" cy="297857"/>
            <a:chOff x="7901940" y="4229100"/>
            <a:chExt cx="2497625" cy="297857"/>
          </a:xfrm>
        </p:grpSpPr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A881EE9A-7708-CD11-0E53-A73542568215}"/>
                </a:ext>
              </a:extLst>
            </p:cNvPr>
            <p:cNvCxnSpPr>
              <a:cxnSpLocks/>
              <a:endCxn id="21" idx="1"/>
            </p:cNvCxnSpPr>
            <p:nvPr/>
          </p:nvCxnSpPr>
          <p:spPr>
            <a:xfrm>
              <a:off x="7901940" y="4378029"/>
              <a:ext cx="411480" cy="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35249DB2-AB51-3A3A-3CD5-98E67E069580}"/>
                </a:ext>
              </a:extLst>
            </p:cNvPr>
            <p:cNvSpPr/>
            <p:nvPr/>
          </p:nvSpPr>
          <p:spPr>
            <a:xfrm>
              <a:off x="8313420" y="4229100"/>
              <a:ext cx="2086145" cy="297857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800" b="1" dirty="0">
                  <a:solidFill>
                    <a:srgbClr val="C00000"/>
                  </a:solidFill>
                  <a:latin typeface="Santander Text" panose="020B0504020201020104" pitchFamily="34" charset="0"/>
                </a:rPr>
                <a:t>Registo eliminado pela processo da BDR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0364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>
          <a:xfrm>
            <a:off x="1752600" y="3403875"/>
            <a:ext cx="7905751" cy="252626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Santander Text" panose="020B0504020201020104" pitchFamily="34" charset="0"/>
            </a:endParaRP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</a:t>
            </a:r>
            <a:r>
              <a:rPr lang="pt-PT" sz="2000" dirty="0"/>
              <a:t>Análise e testes de Modelo em produção a 30 Abril 2023, com respeito à data re-simulada de 28 Fevereiro 2023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13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  <a:latin typeface="Santander Headline" panose="020B0504020201020104" pitchFamily="34" charset="0"/>
              </a:rPr>
              <a:t>1.4</a:t>
            </a:r>
            <a:endParaRPr lang="en-US" sz="1000" b="1" dirty="0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Resultados da Área de Capital (relativo a 28 de Fevereiro 2023)</a:t>
            </a:r>
            <a:r>
              <a:rPr lang="pt-PT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1</a:t>
            </a:r>
            <a:r>
              <a:rPr lang="en-US" sz="1200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Impactos Capital</a:t>
            </a:r>
            <a:endParaRPr lang="en-US" sz="1200" baseline="300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3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Impactos Capital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5938631"/>
              </p:ext>
            </p:extLst>
          </p:nvPr>
        </p:nvGraphicFramePr>
        <p:xfrm>
          <a:off x="2085975" y="3443247"/>
          <a:ext cx="7030616" cy="1455110"/>
        </p:xfrm>
        <a:graphic>
          <a:graphicData uri="http://schemas.openxmlformats.org/drawingml/2006/table">
            <a:tbl>
              <a:tblPr/>
              <a:tblGrid>
                <a:gridCol w="3352322">
                  <a:extLst>
                    <a:ext uri="{9D8B030D-6E8A-4147-A177-3AD203B41FA5}">
                      <a16:colId xmlns:a16="http://schemas.microsoft.com/office/drawing/2014/main" val="2525455244"/>
                    </a:ext>
                  </a:extLst>
                </a:gridCol>
                <a:gridCol w="762294">
                  <a:extLst>
                    <a:ext uri="{9D8B030D-6E8A-4147-A177-3AD203B41FA5}">
                      <a16:colId xmlns:a16="http://schemas.microsoft.com/office/drawing/2014/main" val="741639320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42864794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14102646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392995825"/>
                    </a:ext>
                  </a:extLst>
                </a:gridCol>
              </a:tblGrid>
              <a:tr h="186805"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RWA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428216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Casuística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# Registos</a:t>
                      </a:r>
                      <a:r>
                        <a:rPr lang="pt-PT" sz="1000" b="1" i="0" u="none" strike="noStrike" baseline="3000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effectLst/>
                          <a:latin typeface="Santander Text" panose="020B0504020201020104" pitchFamily="34" charset="0"/>
                        </a:rPr>
                        <a:t>IRB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effectLst/>
                          <a:latin typeface="Santander Text" panose="020B0504020201020104" pitchFamily="34" charset="0"/>
                        </a:rPr>
                        <a:t>STD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53125"/>
                  </a:ext>
                </a:extLst>
              </a:tr>
              <a:tr h="1872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62B96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3 769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-2 593 801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-706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-2 594 507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13864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effectLst/>
                          <a:latin typeface="Santander Text" panose="020B0504020201020104" pitchFamily="34" charset="0"/>
                        </a:rPr>
                        <a:t>Em resolução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187 188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187 268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2269089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-1 791 715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-19 738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-1 811 454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03822"/>
                  </a:ext>
                </a:extLst>
              </a:tr>
              <a:tr h="18680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effectLst/>
                          <a:latin typeface="Santander Text" panose="020B0504020201020104" pitchFamily="34" charset="0"/>
                        </a:rPr>
                        <a:t>Impacto Global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-4 198 328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-20 365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-4 218 692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453271"/>
                  </a:ext>
                </a:extLst>
              </a:tr>
              <a:tr h="144000">
                <a:tc gridSpan="5">
                  <a:txBody>
                    <a:bodyPr/>
                    <a:lstStyle/>
                    <a:p>
                      <a:pPr algn="ctr" fontAlgn="ctr"/>
                      <a:endParaRPr lang="pt-PT" sz="900" b="1" i="0" u="none" strike="noStrike" dirty="0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237777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  Outras</a:t>
                      </a:r>
                      <a:r>
                        <a:rPr lang="pt-PT" sz="900" b="0" i="0" u="none" strike="noStrike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 Diferenças *</a:t>
                      </a:r>
                      <a:endParaRPr lang="pt-PT" sz="9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-139 548 439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-2 228 185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-141 776 624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117167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037186" y="5050029"/>
            <a:ext cx="5725689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* Foram identificadas </a:t>
            </a:r>
            <a:r>
              <a:rPr lang="pt-PT" sz="900" b="1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diferenças não inerentes ao novo modelo de garantias</a:t>
            </a: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, que se desagregam em: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Erros do motor (falha na identificação do cliente – IDNUMCLI = 0) | - 130M €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Alteração de marcação de reestruturados | - 10M €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Diferenças de Reconciliação que são apenas calculadas na BDR1 | -1M €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pt-PT" sz="900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Outras diferenças | -0.1M €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1D5AD34C-9F22-0F96-ADAD-0463A5602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7475856"/>
              </p:ext>
            </p:extLst>
          </p:nvPr>
        </p:nvGraphicFramePr>
        <p:xfrm>
          <a:off x="722243" y="2038432"/>
          <a:ext cx="6479999" cy="89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3789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171368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RWA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EAD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Método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BDR2</a:t>
                      </a:r>
                      <a:r>
                        <a:rPr lang="pt-PT" sz="1000" b="1" u="none" strike="noStrike" baseline="30000" dirty="0"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BDR1</a:t>
                      </a:r>
                      <a:r>
                        <a:rPr lang="pt-PT" sz="1000" b="1" u="none" strike="noStrike" baseline="30000" dirty="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BDR2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BDR1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IRB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10 838 337 267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10 982 084 034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-143 746 767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34 092 453 552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34 607 992 164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-515 538 612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STD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1 313 080 337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1 315 328 886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-2 248 550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16 509 804 582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17 114 429 698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-604 625 116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12 151 417 604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12 297 412 921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-145 995 317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50 602 258 134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51 722 421 862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-1 120 163 728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711028" y="5981029"/>
            <a:ext cx="493917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27 de abril.</a:t>
            </a:r>
          </a:p>
          <a:p>
            <a:r>
              <a:rPr lang="pt-PT" sz="800" dirty="0">
                <a:latin typeface="Santander Text" panose="020B0504020201020104" pitchFamily="34" charset="0"/>
              </a:rPr>
              <a:t>2. BDR1 resulta do processo atual do BIYR9500.</a:t>
            </a:r>
          </a:p>
          <a:p>
            <a:r>
              <a:rPr lang="pt-PT" sz="800" dirty="0">
                <a:latin typeface="Santander Text" panose="020B0504020201020104" pitchFamily="34" charset="0"/>
              </a:rPr>
              <a:t>3. BDR2 resulta do processo utilizando o Novo Modelo de Garantias.</a:t>
            </a:r>
          </a:p>
          <a:p>
            <a:r>
              <a:rPr lang="pt-PT" sz="800" dirty="0">
                <a:latin typeface="Santander Text" panose="020B0504020201020104" pitchFamily="34" charset="0"/>
              </a:rPr>
              <a:t>4. Universo definido com base na combinação entre o método de cálculo de capital, segmento e contrato BDR.</a:t>
            </a:r>
            <a:r>
              <a:rPr lang="pt-BR" sz="800" dirty="0">
                <a:latin typeface="Santander Text" panose="020B0504020201020104" pitchFamily="34" charset="0"/>
              </a:rPr>
              <a:t>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7382" y="2152651"/>
            <a:ext cx="987423" cy="849140"/>
          </a:xfrm>
          <a:prstGeom prst="rect">
            <a:avLst/>
          </a:prstGeom>
          <a:solidFill>
            <a:srgbClr val="C00000">
              <a:alpha val="10000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Santander Text" panose="020B0504020201020104" pitchFamily="34" charset="0"/>
            </a:endParaRPr>
          </a:p>
        </p:txBody>
      </p:sp>
      <p:cxnSp>
        <p:nvCxnSpPr>
          <p:cNvPr id="38" name="Elbow Connector 37"/>
          <p:cNvCxnSpPr>
            <a:cxnSpLocks/>
            <a:stCxn id="36" idx="2"/>
            <a:endCxn id="44" idx="0"/>
          </p:cNvCxnSpPr>
          <p:nvPr/>
        </p:nvCxnSpPr>
        <p:spPr>
          <a:xfrm rot="16200000" flipH="1">
            <a:off x="4547243" y="2245642"/>
            <a:ext cx="402084" cy="1914382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375880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</a:t>
            </a:r>
            <a:r>
              <a:rPr lang="pt-PT" sz="2000" dirty="0"/>
              <a:t>Análise e testes de Modelo em produção a 30 Abril 2023, com respeito à data re-simulada de 28 Fevereiro 2023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14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  <a:latin typeface="Santander Headline" panose="020B0504020201020104" pitchFamily="34" charset="0"/>
              </a:rPr>
              <a:t>1.5</a:t>
            </a:r>
            <a:endParaRPr lang="en-US" sz="1000" b="1" dirty="0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Resultados da Área de Imparidade (relativo a 28 de Fevereiro 2023)</a:t>
            </a:r>
            <a:r>
              <a:rPr lang="pt-PT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1</a:t>
            </a:r>
            <a:r>
              <a:rPr lang="en-US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Validação de processo </a:t>
            </a:r>
            <a:r>
              <a:rPr lang="pt-PT" sz="1200" i="1" dirty="0">
                <a:solidFill>
                  <a:schemeClr val="tx1"/>
                </a:solidFill>
                <a:latin typeface="Santander Headline" panose="020B0504020201020104" pitchFamily="34" charset="0"/>
              </a:rPr>
              <a:t>end-to-end 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(</a:t>
            </a:r>
            <a:r>
              <a:rPr lang="pt-PT" sz="1200" i="1" dirty="0">
                <a:solidFill>
                  <a:schemeClr val="tx1"/>
                </a:solidFill>
                <a:latin typeface="Santander Headline" panose="020B0504020201020104" pitchFamily="34" charset="0"/>
              </a:rPr>
              <a:t>Input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de Imparidade)</a:t>
            </a:r>
            <a:endParaRPr lang="en-US" sz="1200" baseline="300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dirty="0">
                <a:solidFill>
                  <a:schemeClr val="tx1"/>
                </a:solidFill>
                <a:latin typeface="Santander Text" panose="020B0504020201020104" pitchFamily="34" charset="0"/>
              </a:rPr>
              <a:t>Modelo VS Input Imparidade</a:t>
            </a:r>
            <a:endParaRPr lang="en-US" sz="1000" baseline="300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790DD7-7A57-A5DD-1BF3-EDD100B3C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2930125"/>
              </p:ext>
            </p:extLst>
          </p:nvPr>
        </p:nvGraphicFramePr>
        <p:xfrm>
          <a:off x="722243" y="2531415"/>
          <a:ext cx="9540000" cy="161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80000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171368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 Registos</a:t>
                      </a: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Valor de avaliação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Tipologia</a:t>
                      </a:r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Novo Modelo Garantias</a:t>
                      </a:r>
                      <a:r>
                        <a:rPr lang="pt-PT" sz="900" b="1" u="none" strike="noStrike" baseline="3000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Input Imparidade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Novo Modelo Garantias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Input Imparidade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 dirty="0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u="none" strike="noStrike">
                          <a:effectLst/>
                          <a:latin typeface="Santander Text" panose="020B0504020201020104" pitchFamily="34" charset="0"/>
                        </a:rPr>
                        <a:t> Financeira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7 465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7 465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689 000 109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689 000 109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Imóveis (exc </a:t>
                      </a:r>
                      <a:r>
                        <a:rPr lang="pt-PT" sz="100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Leasing</a:t>
                      </a:r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)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368 076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368 076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57 290 731 815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57 290 731 815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96122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Imóveis </a:t>
                      </a:r>
                      <a:r>
                        <a:rPr lang="pt-PT" sz="100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Leasing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5 005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5 005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1 503 824 682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1 503 824 682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Pessoais (exc </a:t>
                      </a:r>
                      <a:r>
                        <a:rPr lang="pt-PT" sz="100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Leasing&amp;Factoring</a:t>
                      </a:r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)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336 870</a:t>
                      </a:r>
                      <a:endParaRPr lang="pt-PT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336 870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22 755 708 277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22 755 708 277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47097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Pessoais </a:t>
                      </a:r>
                      <a:r>
                        <a:rPr lang="pt-PT" sz="100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Leasing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33 731</a:t>
                      </a:r>
                      <a:endParaRPr lang="pt-PT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33 731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1 589 008 761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1 589 008 761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31371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Pessoais </a:t>
                      </a:r>
                      <a:r>
                        <a:rPr lang="pt-PT" sz="100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Factoring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9 039</a:t>
                      </a:r>
                      <a:endParaRPr lang="pt-PT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119 204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-110 165</a:t>
                      </a:r>
                      <a:endParaRPr lang="pt-PT" sz="18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89 757 971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22 713 516 495</a:t>
                      </a:r>
                      <a:endParaRPr lang="pt-PT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Arial" panose="020B0604020202020204" pitchFamily="34" charset="0"/>
                        </a:rPr>
                        <a:t>-22 623 758 524</a:t>
                      </a:r>
                      <a:endParaRPr lang="pt-PT" sz="1800" b="0" i="0" u="none" strike="noStrike" dirty="0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13539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760 186</a:t>
                      </a:r>
                      <a:endParaRPr lang="pt-PT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870 351</a:t>
                      </a:r>
                      <a:endParaRPr lang="pt-PT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-110 165</a:t>
                      </a:r>
                      <a:endParaRPr lang="pt-PT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83 918 031 615</a:t>
                      </a:r>
                      <a:endParaRPr lang="pt-PT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106 541 790 139</a:t>
                      </a:r>
                      <a:endParaRPr lang="pt-PT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-22 623 758 524</a:t>
                      </a:r>
                      <a:endParaRPr lang="pt-PT" sz="2000" b="1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6350" marR="6350" marT="635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BB4D737-4769-DA22-3EBA-563EBC6CDD40}"/>
              </a:ext>
            </a:extLst>
          </p:cNvPr>
          <p:cNvSpPr txBox="1"/>
          <p:nvPr/>
        </p:nvSpPr>
        <p:spPr>
          <a:xfrm>
            <a:off x="711028" y="6162004"/>
            <a:ext cx="63930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20 de março(imparidade) e 16 de abril (Modelo).</a:t>
            </a:r>
          </a:p>
          <a:p>
            <a:r>
              <a:rPr lang="pt-PT" sz="800" dirty="0">
                <a:latin typeface="Santander Text" panose="020B0504020201020104" pitchFamily="34" charset="0"/>
              </a:rPr>
              <a:t>2. Granularidade do Modelo de Garantias  foi convertida para a granularidade de contract_id/guarantee_id de imparidade para facilitar a análise.</a:t>
            </a:r>
            <a:endParaRPr lang="pt-BR" sz="800" dirty="0">
              <a:latin typeface="Santander Text" panose="020B05040202010201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36B22A9-19EB-43C4-DEBD-F560F28EE65D}"/>
              </a:ext>
            </a:extLst>
          </p:cNvPr>
          <p:cNvSpPr txBox="1"/>
          <p:nvPr/>
        </p:nvSpPr>
        <p:spPr>
          <a:xfrm>
            <a:off x="722243" y="1876930"/>
            <a:ext cx="9598916" cy="5292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pt-PT" sz="1000" dirty="0">
                <a:latin typeface="Santander Text" panose="020B0504020201020104" pitchFamily="34" charset="0"/>
              </a:rPr>
              <a:t>Através da comparação do universo de garantias existente no Modelo, com o universo carregado em Imparidade, </a:t>
            </a:r>
            <a:r>
              <a:rPr lang="pt-PT" sz="1000" b="1" dirty="0">
                <a:latin typeface="Santander Text" panose="020B0504020201020104" pitchFamily="34" charset="0"/>
              </a:rPr>
              <a:t>confirma-se que as garantias transitam corretamente para Imparidade </a:t>
            </a:r>
            <a:r>
              <a:rPr lang="pt-PT" sz="1000" dirty="0">
                <a:latin typeface="Santander Text" panose="020B0504020201020104" pitchFamily="34" charset="0"/>
              </a:rPr>
              <a:t>exceto </a:t>
            </a:r>
            <a:r>
              <a:rPr lang="pt-PT" sz="1000" i="1" dirty="0">
                <a:latin typeface="Santander Text" panose="020B0504020201020104" pitchFamily="34" charset="0"/>
              </a:rPr>
              <a:t>factoring </a:t>
            </a:r>
            <a:r>
              <a:rPr lang="pt-PT" sz="1000" dirty="0">
                <a:latin typeface="Santander Text" panose="020B0504020201020104" pitchFamily="34" charset="0"/>
              </a:rPr>
              <a:t>(diferenças relacionadas com o processo que Imparidade utiliza para desagregar o processo </a:t>
            </a:r>
            <a:r>
              <a:rPr lang="pt-PT" sz="1000" i="1" dirty="0">
                <a:latin typeface="Santander Text" panose="020B0504020201020104" pitchFamily="34" charset="0"/>
              </a:rPr>
              <a:t>factoring</a:t>
            </a:r>
            <a:r>
              <a:rPr lang="pt-PT" sz="1000" dirty="0">
                <a:latin typeface="Santander Text" panose="020B0504020201020104" pitchFamily="34" charset="0"/>
              </a:rPr>
              <a:t>, não com o Modelo de Garantias):</a:t>
            </a:r>
          </a:p>
        </p:txBody>
      </p:sp>
    </p:spTree>
    <p:extLst>
      <p:ext uri="{BB962C8B-B14F-4D97-AF65-F5344CB8AC3E}">
        <p14:creationId xmlns:p14="http://schemas.microsoft.com/office/powerpoint/2010/main" val="3809727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</a:t>
            </a:r>
            <a:r>
              <a:rPr lang="pt-PT" sz="2000" dirty="0"/>
              <a:t>Análise e testes de Modelo em produção a 30 Abril 2023, com respeito à data re-simulada de 28 Fevereiro 2023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15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  <a:latin typeface="Santander Headline" panose="020B0504020201020104" pitchFamily="34" charset="0"/>
              </a:rPr>
              <a:t>1.6</a:t>
            </a:r>
            <a:endParaRPr lang="en-US" sz="1000" b="1" dirty="0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Resultados da Área de Imparidade (relativo a 28 de Fevereiro 2023)</a:t>
            </a:r>
            <a:r>
              <a:rPr lang="pt-PT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1 </a:t>
            </a:r>
            <a:r>
              <a:rPr lang="pt-PT" sz="1200" dirty="0">
                <a:solidFill>
                  <a:schemeClr val="tx1"/>
                </a:solidFill>
                <a:latin typeface="Santander Headline" panose="020B0504020201020104" pitchFamily="34" charset="0"/>
              </a:rPr>
              <a:t>| Impactos provisões</a:t>
            </a:r>
            <a:endParaRPr lang="en-US" sz="1200" baseline="300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2243" y="1876930"/>
            <a:ext cx="9598916" cy="13756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spcBef>
                <a:spcPts val="600"/>
              </a:spcBef>
            </a:pPr>
            <a:r>
              <a:rPr lang="pt-PT" sz="1000" dirty="0">
                <a:latin typeface="Santander Text" panose="020B0504020201020104" pitchFamily="34" charset="0"/>
              </a:rPr>
              <a:t>Foi realizada uma comparação entre provisões calculadas em produção e provisões calculadas utilizando o </a:t>
            </a:r>
            <a:r>
              <a:rPr lang="pt-PT" sz="1000" i="1" dirty="0">
                <a:latin typeface="Santander Text" panose="020B0504020201020104" pitchFamily="34" charset="0"/>
              </a:rPr>
              <a:t>input</a:t>
            </a:r>
            <a:r>
              <a:rPr lang="pt-PT" sz="1000" dirty="0">
                <a:latin typeface="Santander Text" panose="020B0504020201020104" pitchFamily="34" charset="0"/>
              </a:rPr>
              <a:t> com as correções mais recentes e foram obtidos os seguintes resultados: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 dirty="0">
                <a:latin typeface="Santander Text" panose="020B0504020201020104" pitchFamily="34" charset="0"/>
              </a:rPr>
              <a:t>Total de contratos com diferenças de provisão: </a:t>
            </a:r>
            <a:r>
              <a:rPr lang="pt-PT" sz="1000" b="1" dirty="0">
                <a:latin typeface="Santander Text" panose="020B0504020201020104" pitchFamily="34" charset="0"/>
              </a:rPr>
              <a:t>762</a:t>
            </a:r>
          </a:p>
          <a:p>
            <a:pPr marL="285750" indent="-285750">
              <a:lnSpc>
                <a:spcPct val="150000"/>
              </a:lnSpc>
              <a:spcBef>
                <a:spcPts val="600"/>
              </a:spcBef>
              <a:buFont typeface="Wingdings" panose="05000000000000000000" pitchFamily="2" charset="2"/>
              <a:buChar char="Ø"/>
            </a:pPr>
            <a:r>
              <a:rPr lang="pt-PT" sz="1000" dirty="0">
                <a:latin typeface="Santander Text" panose="020B0504020201020104" pitchFamily="34" charset="0"/>
              </a:rPr>
              <a:t>Aumento na provisão, da Análise Coletiva, apurada face ao rácio de Janeiro de 2023 em produção: </a:t>
            </a:r>
            <a:r>
              <a:rPr lang="pt-PT" sz="1000" b="1" dirty="0">
                <a:latin typeface="Santander Text" panose="020B0504020201020104" pitchFamily="34" charset="0"/>
              </a:rPr>
              <a:t>+33k€. Todas as alterações estão relacionadas com correções implementadas no Modelo:</a:t>
            </a:r>
            <a:endParaRPr lang="pt-PT" sz="1000" dirty="0">
              <a:latin typeface="Santander Text" panose="020B0504020201020104" pitchFamily="34" charset="0"/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6E1D030-109C-9A49-378B-6C82B5FF0708}"/>
              </a:ext>
            </a:extLst>
          </p:cNvPr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Input produção vs Input atualizado</a:t>
            </a:r>
            <a:endParaRPr lang="en-US" sz="1000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7CBBE27-E806-7F25-9E76-FE3304FE8F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036803"/>
              </p:ext>
            </p:extLst>
          </p:nvPr>
        </p:nvGraphicFramePr>
        <p:xfrm>
          <a:off x="722241" y="3357201"/>
          <a:ext cx="10600416" cy="21600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99902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2557478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1135759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  <a:gridCol w="1135759">
                  <a:extLst>
                    <a:ext uri="{9D8B030D-6E8A-4147-A177-3AD203B41FA5}">
                      <a16:colId xmlns:a16="http://schemas.microsoft.com/office/drawing/2014/main" val="1378513955"/>
                    </a:ext>
                  </a:extLst>
                </a:gridCol>
                <a:gridCol w="1135759">
                  <a:extLst>
                    <a:ext uri="{9D8B030D-6E8A-4147-A177-3AD203B41FA5}">
                      <a16:colId xmlns:a16="http://schemas.microsoft.com/office/drawing/2014/main" val="3364552637"/>
                    </a:ext>
                  </a:extLst>
                </a:gridCol>
                <a:gridCol w="1135759">
                  <a:extLst>
                    <a:ext uri="{9D8B030D-6E8A-4147-A177-3AD203B41FA5}">
                      <a16:colId xmlns:a16="http://schemas.microsoft.com/office/drawing/2014/main" val="1750181681"/>
                    </a:ext>
                  </a:extLst>
                </a:gridCol>
              </a:tblGrid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Justificação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Impacto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#Contratos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Provisão Simulada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Provisão Produção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 1. Correção do Asset Class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Perda e redução do valor de colaterais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358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955 992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879 211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76 781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 2. Alteração do mapeamento do valor do imóvel da GPT39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Redução do valor de colaterais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28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6 617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3 628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2 989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96122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 3. Alteração do mapeamento do saldo da responsabilidade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Alteração do rateio dos colaterais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35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99 764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99 859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-95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 4. Correção no universo de </a:t>
                      </a:r>
                      <a:r>
                        <a:rPr lang="pt-PT" sz="900" i="1" u="none" strike="noStrike">
                          <a:effectLst/>
                          <a:latin typeface="Santander Text" panose="020B0504020201020104" pitchFamily="34" charset="0"/>
                        </a:rPr>
                        <a:t>Leasing</a:t>
                      </a:r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 Imobiliário 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Inclusão de novos colaterais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19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9 285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17 795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-8 510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147097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 5. Inclusão do universo de responsabilidades das Carteiras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Inclusão de novos colaterais e alteração do rateio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68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171 465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176 987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-5 522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831371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 6. Correção da renumeração dos zdeposit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Inclusão de novos colaterais e aumento de valor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41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30 402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59 321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-28 919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113539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7. Dependência do</a:t>
                      </a:r>
                      <a:r>
                        <a:rPr lang="pt-PT" sz="900" b="0" i="1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job</a:t>
                      </a: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da tabela de contratos/intervenientes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Inclusão de novos colaterais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34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217614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216540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1 074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985513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8. Correção da avaliação proveniente da GPT26 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Alteração do rateio dos colaterais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16511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12733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3 778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898323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9. Correção dos arredodamentos nos cálculos intermédios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Alteração do rateio dos colaterais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39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39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7643670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l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10. Correção em confirmação por IT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Inclusão de novos colaterais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160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11096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b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19343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-8 247</a:t>
                      </a:r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711260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762</a:t>
                      </a:r>
                      <a:endParaRPr lang="pt-PT" sz="1000" b="1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1 518 785</a:t>
                      </a:r>
                      <a:endParaRPr lang="pt-PT" sz="1000" b="1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1 485 456</a:t>
                      </a:r>
                      <a:endParaRPr lang="pt-PT" sz="1000" b="1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rtl="0" eaLnBrk="1" fontAlgn="ctr" latinLnBrk="0" hangingPunct="1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pt-PT" sz="1000" b="1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33 329</a:t>
                      </a:r>
                      <a:endParaRPr lang="pt-PT" sz="1000" b="1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318" marR="4318" marT="4318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06C6B63B-CDB2-98E0-54E2-768992CCD6F5}"/>
              </a:ext>
            </a:extLst>
          </p:cNvPr>
          <p:cNvSpPr txBox="1"/>
          <p:nvPr/>
        </p:nvSpPr>
        <p:spPr>
          <a:xfrm>
            <a:off x="711028" y="6162004"/>
            <a:ext cx="473559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20 de março (imparidade) e 16 de abril (Modelo)</a:t>
            </a:r>
          </a:p>
        </p:txBody>
      </p:sp>
    </p:spTree>
    <p:extLst>
      <p:ext uri="{BB962C8B-B14F-4D97-AF65-F5344CB8AC3E}">
        <p14:creationId xmlns:p14="http://schemas.microsoft.com/office/powerpoint/2010/main" val="326973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125DFD4-F75B-4CEF-A4D7-EA79824B532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pt-BR" sz="2000" dirty="0"/>
              <a:t>1. </a:t>
            </a:r>
            <a:r>
              <a:rPr lang="pt-PT" sz="2000" dirty="0"/>
              <a:t>Análise e testes de Modelo em produção a 30 Abril 2023, com respeito à data re-simulada de 28 Fevereiro 2023</a:t>
            </a:r>
            <a:endParaRPr lang="es-ES" sz="2000" dirty="0"/>
          </a:p>
          <a:p>
            <a:endParaRPr lang="es-ES" sz="2000" dirty="0"/>
          </a:p>
          <a:p>
            <a:endParaRPr lang="es-ES" dirty="0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16</a:t>
            </a:fld>
            <a:endParaRPr lang="es-ES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  <a:latin typeface="Santander Headline" panose="020B0504020201020104" pitchFamily="34" charset="0"/>
              </a:rPr>
              <a:t>1.7</a:t>
            </a:r>
            <a:endParaRPr lang="en-US" sz="1000" b="1" dirty="0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44767037"/>
              </p:ext>
            </p:extLst>
          </p:nvPr>
        </p:nvGraphicFramePr>
        <p:xfrm>
          <a:off x="646337" y="1908000"/>
          <a:ext cx="3375182" cy="1999319"/>
        </p:xfrm>
        <a:graphic>
          <a:graphicData uri="http://schemas.openxmlformats.org/drawingml/2006/table">
            <a:tbl>
              <a:tblPr/>
              <a:tblGrid>
                <a:gridCol w="11140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05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0494">
                <a:tc>
                  <a:txBody>
                    <a:bodyPr/>
                    <a:lstStyle/>
                    <a:p>
                      <a:pPr algn="l" fontAlgn="b"/>
                      <a:endParaRPr lang="en-US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1000" b="1" i="0" u="none" strike="noStrike" kern="120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Fevereiro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861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Resultado do Controlo </a:t>
                      </a:r>
                      <a:r>
                        <a:rPr lang="pt-PT" sz="1000" b="1" i="0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Num 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% </a:t>
                      </a:r>
                      <a:r>
                        <a:rPr lang="pt-PT" sz="1000" b="1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04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VERMELHO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04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ED7D31"/>
                          </a:solidFill>
                          <a:effectLst/>
                          <a:latin typeface="Santander Text" panose="020B0504020201020104" pitchFamily="34" charset="0"/>
                        </a:rPr>
                        <a:t>LARANJA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04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</a:rPr>
                        <a:t>AMARELO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04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70AD47"/>
                          </a:solidFill>
                          <a:effectLst/>
                          <a:latin typeface="Santander Text" panose="020B0504020201020104" pitchFamily="34" charset="0"/>
                        </a:rPr>
                        <a:t>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89%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04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SEM DADOS</a:t>
                      </a:r>
                      <a:endParaRPr lang="en-US" sz="10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0494"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10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0" name="Chart 49">
            <a:extLst>
              <a:ext uri="{FF2B5EF4-FFF2-40B4-BE49-F238E27FC236}">
                <a16:creationId xmlns:a16="http://schemas.microsoft.com/office/drawing/2014/main" id="{65AC3D7A-0F4B-4606-AFA3-9FCD304916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37729338"/>
              </p:ext>
            </p:extLst>
          </p:nvPr>
        </p:nvGraphicFramePr>
        <p:xfrm>
          <a:off x="4280703" y="1907243"/>
          <a:ext cx="7104675" cy="23790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1" name="Rounded Rectangle 36">
            <a:extLst>
              <a:ext uri="{FF2B5EF4-FFF2-40B4-BE49-F238E27FC236}">
                <a16:creationId xmlns:a16="http://schemas.microsoft.com/office/drawing/2014/main" id="{6A436EC5-7AD1-4622-9D4D-836200569CBB}"/>
              </a:ext>
            </a:extLst>
          </p:cNvPr>
          <p:cNvSpPr/>
          <p:nvPr/>
        </p:nvSpPr>
        <p:spPr>
          <a:xfrm>
            <a:off x="4282273" y="1907243"/>
            <a:ext cx="6973695" cy="234315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1100" b="1">
                <a:solidFill>
                  <a:prstClr val="white"/>
                </a:solidFill>
                <a:latin typeface="Santander Text" panose="020B0504020201020104" pitchFamily="34" charset="0"/>
              </a:rPr>
              <a:t>Evolução Temporal</a:t>
            </a:r>
            <a:endParaRPr lang="en-US" sz="1100" b="1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9DD8DEA-13F3-4183-9376-B9E57DFDA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37" y="4131609"/>
            <a:ext cx="213137" cy="283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CEF6F44-A6B1-4A9F-A96A-C1F135FD6C3A}"/>
              </a:ext>
            </a:extLst>
          </p:cNvPr>
          <p:cNvSpPr txBox="1"/>
          <p:nvPr/>
        </p:nvSpPr>
        <p:spPr>
          <a:xfrm>
            <a:off x="766146" y="4135278"/>
            <a:ext cx="6204965" cy="246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b="1">
                <a:latin typeface="Santander Text" panose="020B0504020201020104" pitchFamily="34" charset="0"/>
              </a:rPr>
              <a:t>Controlos corrigidos face ao mês anterior: 0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179B468-5618-35D8-E774-9BDD9C0B39BC}"/>
              </a:ext>
            </a:extLst>
          </p:cNvPr>
          <p:cNvGrpSpPr/>
          <p:nvPr/>
        </p:nvGrpSpPr>
        <p:grpSpPr>
          <a:xfrm>
            <a:off x="6701538" y="3544243"/>
            <a:ext cx="2529850" cy="234318"/>
            <a:chOff x="7977888" y="3544243"/>
            <a:chExt cx="2529850" cy="234318"/>
          </a:xfrm>
        </p:grpSpPr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24DB13A8-4E32-40F1-9F47-C855D21B4BD8}"/>
                </a:ext>
              </a:extLst>
            </p:cNvPr>
            <p:cNvSpPr/>
            <p:nvPr/>
          </p:nvSpPr>
          <p:spPr>
            <a:xfrm>
              <a:off x="7977888" y="3544243"/>
              <a:ext cx="681481" cy="2343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PT" sz="800" b="1">
                  <a:solidFill>
                    <a:srgbClr val="FF0000"/>
                  </a:solidFill>
                  <a:latin typeface="Santander Text" panose="020B0504020201020104" pitchFamily="34" charset="0"/>
                </a:rPr>
                <a:t>4 (6%) 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F970F823-2E01-4308-B014-187F8759B064}"/>
                </a:ext>
              </a:extLst>
            </p:cNvPr>
            <p:cNvSpPr/>
            <p:nvPr/>
          </p:nvSpPr>
          <p:spPr>
            <a:xfrm>
              <a:off x="8597739" y="3544243"/>
              <a:ext cx="681480" cy="2343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PT" sz="800" b="1">
                  <a:solidFill>
                    <a:srgbClr val="FF0000"/>
                  </a:solidFill>
                  <a:latin typeface="Santander Text" panose="020B0504020201020104" pitchFamily="34" charset="0"/>
                </a:rPr>
                <a:t>3 (4%) 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604B33CD-064E-46A4-B7B2-4E1F42332B5A}"/>
                </a:ext>
              </a:extLst>
            </p:cNvPr>
            <p:cNvSpPr/>
            <p:nvPr/>
          </p:nvSpPr>
          <p:spPr>
            <a:xfrm>
              <a:off x="9178111" y="3544243"/>
              <a:ext cx="681481" cy="2343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PT" sz="800" b="1">
                  <a:solidFill>
                    <a:srgbClr val="FF0000"/>
                  </a:solidFill>
                  <a:latin typeface="Santander Text" panose="020B0504020201020104" pitchFamily="34" charset="0"/>
                </a:rPr>
                <a:t>3 (3%) 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9CE0D7D-E475-486C-84CA-5212474003E6}"/>
                </a:ext>
              </a:extLst>
            </p:cNvPr>
            <p:cNvSpPr/>
            <p:nvPr/>
          </p:nvSpPr>
          <p:spPr>
            <a:xfrm>
              <a:off x="9826257" y="3544243"/>
              <a:ext cx="681481" cy="23431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lvl1pPr marL="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indent="0">
                <a:defRPr sz="11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pt-PT" sz="800" b="1">
                  <a:solidFill>
                    <a:srgbClr val="FF0000"/>
                  </a:solidFill>
                  <a:latin typeface="Santander Text" panose="020B0504020201020104" pitchFamily="34" charset="0"/>
                </a:rPr>
                <a:t>4 (4%) </a:t>
              </a:r>
            </a:p>
          </p:txBody>
        </p:sp>
      </p:grp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B27E4F2-1BB6-421D-A899-460BD3DA6CCD}"/>
              </a:ext>
            </a:extLst>
          </p:cNvPr>
          <p:cNvCxnSpPr>
            <a:cxnSpLocks/>
          </p:cNvCxnSpPr>
          <p:nvPr/>
        </p:nvCxnSpPr>
        <p:spPr>
          <a:xfrm>
            <a:off x="4704067" y="2287789"/>
            <a:ext cx="0" cy="1675000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60" name="Table 59">
            <a:extLst>
              <a:ext uri="{FF2B5EF4-FFF2-40B4-BE49-F238E27FC236}">
                <a16:creationId xmlns:a16="http://schemas.microsoft.com/office/drawing/2014/main" id="{29B6B899-6ACA-41AB-914A-76573652C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509235"/>
              </p:ext>
            </p:extLst>
          </p:nvPr>
        </p:nvGraphicFramePr>
        <p:xfrm>
          <a:off x="646337" y="4600916"/>
          <a:ext cx="10609631" cy="1398889"/>
        </p:xfrm>
        <a:graphic>
          <a:graphicData uri="http://schemas.openxmlformats.org/drawingml/2006/table">
            <a:tbl>
              <a:tblPr/>
              <a:tblGrid>
                <a:gridCol w="4331957">
                  <a:extLst>
                    <a:ext uri="{9D8B030D-6E8A-4147-A177-3AD203B41FA5}">
                      <a16:colId xmlns:a16="http://schemas.microsoft.com/office/drawing/2014/main" val="3404390578"/>
                    </a:ext>
                  </a:extLst>
                </a:gridCol>
                <a:gridCol w="834789">
                  <a:extLst>
                    <a:ext uri="{9D8B030D-6E8A-4147-A177-3AD203B41FA5}">
                      <a16:colId xmlns:a16="http://schemas.microsoft.com/office/drawing/2014/main" val="1914649429"/>
                    </a:ext>
                  </a:extLst>
                </a:gridCol>
                <a:gridCol w="1073300">
                  <a:extLst>
                    <a:ext uri="{9D8B030D-6E8A-4147-A177-3AD203B41FA5}">
                      <a16:colId xmlns:a16="http://schemas.microsoft.com/office/drawing/2014/main" val="2263703599"/>
                    </a:ext>
                  </a:extLst>
                </a:gridCol>
                <a:gridCol w="2649176">
                  <a:extLst>
                    <a:ext uri="{9D8B030D-6E8A-4147-A177-3AD203B41FA5}">
                      <a16:colId xmlns:a16="http://schemas.microsoft.com/office/drawing/2014/main" val="1099477314"/>
                    </a:ext>
                  </a:extLst>
                </a:gridCol>
                <a:gridCol w="757320">
                  <a:extLst>
                    <a:ext uri="{9D8B030D-6E8A-4147-A177-3AD203B41FA5}">
                      <a16:colId xmlns:a16="http://schemas.microsoft.com/office/drawing/2014/main" val="877178562"/>
                    </a:ext>
                  </a:extLst>
                </a:gridCol>
                <a:gridCol w="963089">
                  <a:extLst>
                    <a:ext uri="{9D8B030D-6E8A-4147-A177-3AD203B41FA5}">
                      <a16:colId xmlns:a16="http://schemas.microsoft.com/office/drawing/2014/main" val="659895237"/>
                    </a:ext>
                  </a:extLst>
                </a:gridCol>
              </a:tblGrid>
              <a:tr h="426764">
                <a:tc>
                  <a:txBody>
                    <a:bodyPr/>
                    <a:lstStyle/>
                    <a:p>
                      <a:pPr marL="0" algn="ctr" defTabSz="914011" rtl="0" eaLnBrk="1" fontAlgn="ctr" latinLnBrk="0" hangingPunct="1"/>
                      <a:r>
                        <a:rPr lang="pt-PT" sz="1000" b="1" kern="120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Data Início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Nº de Incidências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Plano de Remediação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Data Fim</a:t>
                      </a:r>
                      <a:b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</a:br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(previsão)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Responsável</a:t>
                      </a:r>
                    </a:p>
                  </a:txBody>
                  <a:tcPr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80829"/>
                  </a:ext>
                </a:extLst>
              </a:tr>
              <a:tr h="194425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  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Garantias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imobiliárias com código postal do imóvel com formato incorreto </a:t>
                      </a:r>
                      <a:endParaRPr lang="pt-PT" sz="900" b="0" i="0" u="none" strike="noStrike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1377 (0,49%)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</a:t>
                      </a:r>
                      <a:r>
                        <a:rPr lang="pt-PT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CDO e IT de Empréstimos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573088"/>
                  </a:ext>
                </a:extLst>
              </a:tr>
              <a:tr h="194425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  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Garantias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pessoais com percentagem de cobertura com formato incorreto (igual a 0) </a:t>
                      </a:r>
                      <a:endParaRPr lang="pt-PT" sz="900" b="0" i="0" u="none" strike="noStrike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5670</a:t>
                      </a:r>
                      <a:r>
                        <a:rPr lang="pt-PT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(1,45%)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com Operações de Serviço de Crédito</a:t>
                      </a:r>
                      <a:endParaRPr lang="pt-PT" sz="900" b="0" i="0" u="none" strike="noStrike" baseline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938399"/>
                  </a:ext>
                </a:extLst>
              </a:tr>
              <a:tr h="194425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baseline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Títulos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com código do depositário de títulos com valores fora do catálogo </a:t>
                      </a:r>
                      <a:endParaRPr lang="pt-PT" sz="900" b="0" i="0" u="none" strike="noStrike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(1,37%)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Análise e correção manual dos casos</a:t>
                      </a:r>
                      <a:r>
                        <a:rPr lang="pt-PT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por</a:t>
                      </a:r>
                      <a:r>
                        <a:rPr lang="pt-PT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operações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1" marR="6351" marT="63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524967"/>
                  </a:ext>
                </a:extLst>
              </a:tr>
              <a:tr h="194425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 baseline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Garantias cuja moeda é diferente de euro e que não foram </a:t>
                      </a:r>
                      <a:r>
                        <a:rPr lang="pt-PT" sz="9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contravaloradas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endParaRPr lang="pt-PT" sz="900" b="0" i="0" u="none" strike="noStrike" noProof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</a:t>
                      </a:r>
                      <a:r>
                        <a:rPr 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(7,09%)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 CDO e equipa IT do projeto</a:t>
                      </a:r>
                    </a:p>
                  </a:txBody>
                  <a:tcPr marL="6351" marR="6351" marT="6351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0976"/>
                  </a:ext>
                </a:extLst>
              </a:tr>
              <a:tr h="194425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   </a:t>
                      </a:r>
                      <a:r>
                        <a:rPr lang="pt-PT" sz="900" b="0" i="0" u="none" strike="noStrike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Resp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.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no modelo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que não se encontram na tabela de </a:t>
                      </a:r>
                      <a:r>
                        <a:rPr lang="pt-PT" sz="900" b="0" i="0" u="none" strike="noStrike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interv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nem em contabilidade</a:t>
                      </a:r>
                      <a:endParaRPr lang="pt-PT" sz="900" b="0" i="0" u="none" strike="noStrike" noProof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2917</a:t>
                      </a:r>
                      <a:r>
                        <a:rPr 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(0,59%)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Resolvido</a:t>
                      </a:r>
                      <a:r>
                        <a:rPr lang="pt-PT" sz="900" b="0" i="0" u="none" strike="noStrike" baseline="0" noProof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em versão de testes do modelo de garantias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CDO, IT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6" marR="9526" marT="9526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511283"/>
                  </a:ext>
                </a:extLst>
              </a:tr>
            </a:tbl>
          </a:graphicData>
        </a:graphic>
      </p:graphicFrame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E92542DC-4893-4427-B718-6CFDC057A1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08847195"/>
              </p:ext>
            </p:extLst>
          </p:nvPr>
        </p:nvGraphicFramePr>
        <p:xfrm>
          <a:off x="10938497" y="1484712"/>
          <a:ext cx="381050" cy="806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4" imgW="380753" imgH="806311" progId="Excel.Sheet.12">
                  <p:embed/>
                </p:oleObj>
              </mc:Choice>
              <mc:Fallback>
                <p:oleObj name="Worksheet" showAsIcon="1" r:id="rId4" imgW="380753" imgH="806311" progId="Excel.Sheet.12">
                  <p:embed/>
                  <p:pic>
                    <p:nvPicPr>
                      <p:cNvPr id="61" name="Object 60">
                        <a:extLst>
                          <a:ext uri="{FF2B5EF4-FFF2-40B4-BE49-F238E27FC236}">
                            <a16:creationId xmlns:a16="http://schemas.microsoft.com/office/drawing/2014/main" id="{E92542DC-4893-4427-B718-6CFDC057A1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938497" y="1484712"/>
                        <a:ext cx="381050" cy="8065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7200FFCA-F1CF-419D-B201-55015DE975D0}"/>
              </a:ext>
            </a:extLst>
          </p:cNvPr>
          <p:cNvSpPr txBox="1"/>
          <p:nvPr/>
        </p:nvSpPr>
        <p:spPr>
          <a:xfrm>
            <a:off x="646337" y="6180729"/>
            <a:ext cx="8814222" cy="63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b="1" baseline="30000">
                <a:latin typeface="Santander Text" panose="020B0504020201020104" pitchFamily="34" charset="0"/>
              </a:rPr>
              <a:t>1  </a:t>
            </a:r>
            <a:r>
              <a:rPr lang="pt-PT" sz="800">
                <a:latin typeface="Santander Text" panose="020B0504020201020104" pitchFamily="34" charset="0"/>
              </a:rPr>
              <a:t>O universo dos controlos tem como base o universo do novo Modelo único de Garantias, mesmo quando a informação relativa a determinado atributo não se encontra no Modelo.</a:t>
            </a:r>
          </a:p>
          <a:p>
            <a:endParaRPr lang="pt-PT" sz="800">
              <a:latin typeface="Santander Text" panose="020B0504020201020104" pitchFamily="34" charset="0"/>
            </a:endParaRPr>
          </a:p>
          <a:p>
            <a:endParaRPr lang="pt-PT" sz="800">
              <a:latin typeface="Santander Text" panose="020B0504020201020104" pitchFamily="34" charset="0"/>
            </a:endParaRPr>
          </a:p>
          <a:p>
            <a:endParaRPr lang="pt-PT" sz="110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6A9DF7-FCEA-317F-D8F1-0A59CE0B31A5}"/>
              </a:ext>
            </a:extLst>
          </p:cNvPr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Módulo de Controlos Garantias (relativo a 28 de Fevereiro 2023)</a:t>
            </a:r>
            <a:r>
              <a:rPr lang="pt-PT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1</a:t>
            </a:r>
            <a:endParaRPr lang="en-US" sz="1200" baseline="300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130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D3E78DA-069E-4823-8E49-CBFF8D792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518" y="647833"/>
            <a:ext cx="6879009" cy="2950470"/>
          </a:xfrm>
        </p:spPr>
        <p:txBody>
          <a:bodyPr>
            <a:normAutofit/>
          </a:bodyPr>
          <a:lstStyle/>
          <a:p>
            <a:r>
              <a:rPr lang="pt-PT" dirty="0"/>
              <a:t>Análise e testes de Modelo em produção a 30 Abril 2023, com respeito a 30 Abril 2023 real</a:t>
            </a: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6DCEE02-D34D-4F11-9432-3B5DE7C3D53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s-ES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74606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18</a:t>
            </a:fld>
            <a:endParaRPr lang="es-ES" dirty="0"/>
          </a:p>
        </p:txBody>
      </p:sp>
      <p:sp>
        <p:nvSpPr>
          <p:cNvPr id="80" name="Title 1"/>
          <p:cNvSpPr>
            <a:spLocks noGrp="1"/>
          </p:cNvSpPr>
          <p:nvPr>
            <p:ph type="title"/>
          </p:nvPr>
        </p:nvSpPr>
        <p:spPr>
          <a:xfrm>
            <a:off x="722243" y="1124713"/>
            <a:ext cx="360000" cy="360000"/>
          </a:xfrm>
          <a:solidFill>
            <a:srgbClr val="FF0000"/>
          </a:solidFill>
        </p:spPr>
        <p:txBody>
          <a:bodyPr anchor="ctr"/>
          <a:lstStyle/>
          <a:p>
            <a:pPr algn="ctr"/>
            <a:r>
              <a:rPr lang="pt-PT" sz="1000" b="1" dirty="0">
                <a:solidFill>
                  <a:schemeClr val="bg1"/>
                </a:solidFill>
                <a:latin typeface="Santander Headline" panose="020B0504020201020104" pitchFamily="34" charset="0"/>
              </a:rPr>
              <a:t>2.1</a:t>
            </a:r>
            <a:endParaRPr lang="en-US" sz="1000" b="1" dirty="0">
              <a:solidFill>
                <a:schemeClr val="bg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81" name="Title 1"/>
          <p:cNvSpPr txBox="1">
            <a:spLocks/>
          </p:cNvSpPr>
          <p:nvPr/>
        </p:nvSpPr>
        <p:spPr>
          <a:xfrm>
            <a:off x="1141342" y="1124713"/>
            <a:ext cx="9517303" cy="360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200" b="1" dirty="0">
                <a:solidFill>
                  <a:schemeClr val="tx1"/>
                </a:solidFill>
                <a:latin typeface="Santander Headline" panose="020B0504020201020104" pitchFamily="34" charset="0"/>
              </a:rPr>
              <a:t>Quadro Resumo de Resultados (relativo a 30 de Abril 2023)</a:t>
            </a:r>
            <a:r>
              <a:rPr lang="pt-PT" sz="1200" b="1" baseline="30000" dirty="0">
                <a:solidFill>
                  <a:schemeClr val="tx1"/>
                </a:solidFill>
                <a:latin typeface="Santander Headline" panose="020B0504020201020104" pitchFamily="34" charset="0"/>
              </a:rPr>
              <a:t>1</a:t>
            </a:r>
            <a:endParaRPr lang="en-US" sz="1200" b="1" baseline="30000" dirty="0">
              <a:solidFill>
                <a:schemeClr val="tx1"/>
              </a:solidFill>
              <a:latin typeface="Santander Headline" panose="020B05040202010201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11028" y="1689663"/>
            <a:ext cx="851117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 dirty="0">
                <a:latin typeface="Santander Text" panose="020B0504020201020104" pitchFamily="34" charset="0"/>
              </a:rPr>
              <a:t>Apresentação de análises/resultados sobre a entrada em produção na data de referência 30 de Abril 2023:</a:t>
            </a:r>
            <a:endParaRPr lang="en-US" sz="1100" dirty="0">
              <a:latin typeface="Santander Text" panose="020B0504020201020104" pitchFamily="34" charset="0"/>
            </a:endParaRP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9BE11D50-696C-5DDD-4966-1C3C1D320F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/>
          <a:lstStyle/>
          <a:p>
            <a:r>
              <a:rPr lang="pt-PT" sz="2000" dirty="0"/>
              <a:t>2. Análise e testes de Modelo em produção a 30 Abril 2023, com respeito a 30 Abril 2023 real</a:t>
            </a:r>
            <a:endParaRPr lang="es-ES" sz="20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C6B89FD-012C-B4B1-757F-1BB25E317108}"/>
              </a:ext>
            </a:extLst>
          </p:cNvPr>
          <p:cNvGrpSpPr/>
          <p:nvPr/>
        </p:nvGrpSpPr>
        <p:grpSpPr>
          <a:xfrm>
            <a:off x="722243" y="2140870"/>
            <a:ext cx="9936402" cy="417600"/>
            <a:chOff x="722243" y="2140870"/>
            <a:chExt cx="9936402" cy="41760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8A4C0AC-C1C1-2BD3-B4F3-60FCB1BB7AAD}"/>
                </a:ext>
              </a:extLst>
            </p:cNvPr>
            <p:cNvSpPr/>
            <p:nvPr/>
          </p:nvSpPr>
          <p:spPr>
            <a:xfrm>
              <a:off x="1221004" y="2142834"/>
              <a:ext cx="8929759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Aquando da comparação entre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Modelo de Garantias e BIYR9500,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observam-se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resultados semelhantes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aos observados em âmbito de testes e em produção, para as datas de referência de Fevereiro e Abril, respetivamente.</a:t>
              </a:r>
              <a:endParaRPr lang="pt-PT" sz="1050" b="1" dirty="0">
                <a:solidFill>
                  <a:sysClr val="windowText" lastClr="000000"/>
                </a:solidFill>
                <a:latin typeface="Santander Headline" panose="020B05040202010201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95151D2D-DD3C-E9D4-BC7B-FB1062C18011}"/>
                </a:ext>
              </a:extLst>
            </p:cNvPr>
            <p:cNvSpPr/>
            <p:nvPr/>
          </p:nvSpPr>
          <p:spPr>
            <a:xfrm>
              <a:off x="722243" y="2142834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A</a:t>
              </a:r>
            </a:p>
          </p:txBody>
        </p:sp>
        <p:pic>
          <p:nvPicPr>
            <p:cNvPr id="31" name="Graphic 30" descr="Badge Tick1 with solid fill">
              <a:extLst>
                <a:ext uri="{FF2B5EF4-FFF2-40B4-BE49-F238E27FC236}">
                  <a16:creationId xmlns:a16="http://schemas.microsoft.com/office/drawing/2014/main" id="{6B70F46B-7F60-F9F5-1450-0E7EAB4FA0C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1045" y="2140870"/>
              <a:ext cx="417600" cy="417600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15B3AF82-602D-680C-ECEB-DF82C7752B43}"/>
              </a:ext>
            </a:extLst>
          </p:cNvPr>
          <p:cNvGrpSpPr/>
          <p:nvPr/>
        </p:nvGrpSpPr>
        <p:grpSpPr>
          <a:xfrm>
            <a:off x="722243" y="2637201"/>
            <a:ext cx="9936402" cy="418657"/>
            <a:chOff x="722243" y="2631686"/>
            <a:chExt cx="9936402" cy="418657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708F1A8-1D8C-A1F0-C902-282CBEFA5B4F}"/>
                </a:ext>
              </a:extLst>
            </p:cNvPr>
            <p:cNvSpPr/>
            <p:nvPr/>
          </p:nvSpPr>
          <p:spPr>
            <a:xfrm>
              <a:off x="1221005" y="2634707"/>
              <a:ext cx="8929758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As variações verificadas entre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Modelo de Garantias FEVEREIRO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 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ABRIL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não foram significativas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, justificando-se pelas variações inerentes a uma nova data de referência. Adicionalmente, verificam-se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resultados semelhantes</a:t>
              </a:r>
              <a:r>
                <a:rPr lang="pt-PT" sz="1050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no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módulo de controlos de garantias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nas 2 datas de referência.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0441E906-DCB1-7A73-7000-8A8CD610653E}"/>
                </a:ext>
              </a:extLst>
            </p:cNvPr>
            <p:cNvSpPr/>
            <p:nvPr/>
          </p:nvSpPr>
          <p:spPr>
            <a:xfrm>
              <a:off x="722243" y="2632013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B</a:t>
              </a:r>
            </a:p>
          </p:txBody>
        </p:sp>
        <p:pic>
          <p:nvPicPr>
            <p:cNvPr id="33" name="Graphic 32" descr="Badge Tick1 with solid fill">
              <a:extLst>
                <a:ext uri="{FF2B5EF4-FFF2-40B4-BE49-F238E27FC236}">
                  <a16:creationId xmlns:a16="http://schemas.microsoft.com/office/drawing/2014/main" id="{C3D68227-E489-6BAF-C55C-12B4695938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1045" y="2631686"/>
              <a:ext cx="417600" cy="417600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5BDADC44-951B-D0C7-A74F-21AF3ABE9C5D}"/>
              </a:ext>
            </a:extLst>
          </p:cNvPr>
          <p:cNvGrpSpPr/>
          <p:nvPr/>
        </p:nvGrpSpPr>
        <p:grpSpPr>
          <a:xfrm>
            <a:off x="722243" y="3134589"/>
            <a:ext cx="9936402" cy="421678"/>
            <a:chOff x="722243" y="3134589"/>
            <a:chExt cx="9936402" cy="421678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970300B-3F16-62E0-B176-A654F1E8F84B}"/>
                </a:ext>
              </a:extLst>
            </p:cNvPr>
            <p:cNvSpPr/>
            <p:nvPr/>
          </p:nvSpPr>
          <p:spPr>
            <a:xfrm>
              <a:off x="1221005" y="3140631"/>
              <a:ext cx="8929758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As casuisticas e nº de registos descartados na BDR a Abril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encontram-se em linha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com o identificado na data de referência de Fevereiro (análise de fluxo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Modelo de Garantias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 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JM_GARANT_CTO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)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3DF891E3-ABD8-40BA-666D-F5A156D510FD}"/>
                </a:ext>
              </a:extLst>
            </p:cNvPr>
            <p:cNvSpPr/>
            <p:nvPr/>
          </p:nvSpPr>
          <p:spPr>
            <a:xfrm>
              <a:off x="722243" y="3135243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C</a:t>
              </a:r>
            </a:p>
          </p:txBody>
        </p:sp>
        <p:pic>
          <p:nvPicPr>
            <p:cNvPr id="32" name="Graphic 31" descr="Badge Tick1 with solid fill">
              <a:extLst>
                <a:ext uri="{FF2B5EF4-FFF2-40B4-BE49-F238E27FC236}">
                  <a16:creationId xmlns:a16="http://schemas.microsoft.com/office/drawing/2014/main" id="{0571C37F-4C0F-C347-BA26-2B9D938059E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1045" y="3134589"/>
              <a:ext cx="417600" cy="41760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088C9818-06B9-725C-FBFC-EA4BBF5E0343}"/>
              </a:ext>
            </a:extLst>
          </p:cNvPr>
          <p:cNvGrpSpPr/>
          <p:nvPr/>
        </p:nvGrpSpPr>
        <p:grpSpPr>
          <a:xfrm>
            <a:off x="722243" y="3634998"/>
            <a:ext cx="9936402" cy="419678"/>
            <a:chOff x="722243" y="3634998"/>
            <a:chExt cx="9936402" cy="419678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2C1822E-1C76-E6B6-F137-4C52A2A8CC9E}"/>
                </a:ext>
              </a:extLst>
            </p:cNvPr>
            <p:cNvSpPr/>
            <p:nvPr/>
          </p:nvSpPr>
          <p:spPr>
            <a:xfrm>
              <a:off x="1221005" y="3639040"/>
              <a:ext cx="8929758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variação de impactos em capital (RWA)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entre as datas de referência de Março e Abril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foram semelhantes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aos impactos calculados na data de referência de Fevereiro (estes impactos dizem respeito </a:t>
              </a:r>
              <a:r>
                <a:rPr lang="pt-PT" sz="1050" u="sng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apenas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 a efeitos resultantes do novo modelo de garantias). 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13E9EF19-0320-C1F9-9F88-215D7524B957}"/>
                </a:ext>
              </a:extLst>
            </p:cNvPr>
            <p:cNvSpPr/>
            <p:nvPr/>
          </p:nvSpPr>
          <p:spPr>
            <a:xfrm>
              <a:off x="722243" y="3634998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D</a:t>
              </a:r>
            </a:p>
          </p:txBody>
        </p:sp>
        <p:pic>
          <p:nvPicPr>
            <p:cNvPr id="40" name="Graphic 39" descr="Badge Tick1 with solid fill">
              <a:extLst>
                <a:ext uri="{FF2B5EF4-FFF2-40B4-BE49-F238E27FC236}">
                  <a16:creationId xmlns:a16="http://schemas.microsoft.com/office/drawing/2014/main" id="{AD8F52F2-00E0-A0DD-46FE-A3C94790EAC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1045" y="3637076"/>
              <a:ext cx="417600" cy="417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19216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19</a:t>
            </a:fld>
            <a:endParaRPr lang="es-E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17E78E-41EA-4899-8FEE-94E9E4145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5120362"/>
              </p:ext>
            </p:extLst>
          </p:nvPr>
        </p:nvGraphicFramePr>
        <p:xfrm>
          <a:off x="722242" y="2202181"/>
          <a:ext cx="9518400" cy="311464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6422400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ID</a:t>
                      </a:r>
                      <a:endParaRPr lang="pt-PT" sz="95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Temas</a:t>
                      </a:r>
                      <a:endParaRPr lang="pt-PT" sz="95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Apenas serão contempladas responsabilidades/processos com bens associados e com datas de vencimento válidas (exceto bens com origem </a:t>
                      </a:r>
                      <a:r>
                        <a:rPr lang="pt-PT" sz="95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leasing</a:t>
                      </a:r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).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  <a:latin typeface="Santander Text" panose="020B0504020201020104" pitchFamily="34" charset="0"/>
                        </a:rPr>
                        <a:t>2 374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  <a:latin typeface="Santander Text" panose="020B0504020201020104" pitchFamily="34" charset="0"/>
                        </a:rPr>
                        <a:t>-892 183 306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1395443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Todos os titulares, utilizados atualmente como garantias pessoais, serão excluídos.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  <a:latin typeface="Santander Text" panose="020B0504020201020104" pitchFamily="34" charset="0"/>
                        </a:rPr>
                        <a:t>63 429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  <a:latin typeface="Santander Text" panose="020B0504020201020104" pitchFamily="34" charset="0"/>
                        </a:rPr>
                        <a:t>-5 167 863 669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36875890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 algoritmos de apuramento de saldos das responsabilidades, relevantes para a distribuição dos montantes das garantias, passará a contemplar contas contabilisticas de juros e despesas vencidas.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  <a:latin typeface="Santander Text" panose="020B0504020201020104" pitchFamily="34" charset="0"/>
                        </a:rPr>
                        <a:t>206 584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  <a:latin typeface="Santander Text" panose="020B0504020201020104" pitchFamily="34" charset="0"/>
                        </a:rPr>
                        <a:t>28 337 689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9200727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 metodologia de aprovisionamento de montantes de avaliação para fomentos à construção e IFRRUs, manter-se-á como no BIYR9500, à exceção da percentagem de avaliação atribuida ao BST (será como base o financiamento inicial do IFRRU e não no saldo em dívida atual). A mesma será revista após o rácio de Abril.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  <a:latin typeface="Santander Text" panose="020B0504020201020104" pitchFamily="34" charset="0"/>
                        </a:rPr>
                        <a:t>242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  <a:latin typeface="Santander Text" panose="020B0504020201020104" pitchFamily="34" charset="0"/>
                        </a:rPr>
                        <a:t>57 230 945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7057866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effectLst/>
                          <a:latin typeface="Santander Text" panose="020B0504020201020104" pitchFamily="34" charset="0"/>
                        </a:rPr>
                        <a:t>5</a:t>
                      </a:r>
                      <a:endParaRPr lang="pt-PT" sz="95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 montante considerado em garantias pessoais deve ser o da responsabilidade e não o do processo.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  <a:latin typeface="Santander Text" panose="020B0504020201020104" pitchFamily="34" charset="0"/>
                        </a:rPr>
                        <a:t>121 833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  <a:latin typeface="Santander Text" panose="020B0504020201020104" pitchFamily="34" charset="0"/>
                        </a:rPr>
                        <a:t>-5 636 507 989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6077517"/>
                  </a:ext>
                </a:extLst>
              </a:tr>
              <a:tr h="456412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No caso das garantias financeiras, serão descartadas as garantias cuja data de vencimento seja inferior à data do rácio, mesmo tendo uma data de cativo válida (uma vez que a data de cativo pode ser referente à DO e não ao bem contratualizado incialmente com o cliente). Metodologia que será aplicada após quantificação de impactos. 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  <a:latin typeface="Santander Text" panose="020B0504020201020104" pitchFamily="34" charset="0"/>
                        </a:rPr>
                        <a:t>Por quantificar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>
                          <a:effectLst/>
                          <a:latin typeface="Santander Text" panose="020B0504020201020104" pitchFamily="34" charset="0"/>
                        </a:rPr>
                        <a:t>Por quantificar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19576559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Apenas serão contemplados bens com datas de avaliação válidas (exceto bens com origem </a:t>
                      </a:r>
                      <a:r>
                        <a:rPr lang="pt-PT" sz="950" b="0" i="1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leasing</a:t>
                      </a:r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  <a:latin typeface="Santander Text" panose="020B0504020201020104" pitchFamily="34" charset="0"/>
                        </a:rPr>
                        <a:t>323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  <a:latin typeface="Santander Text" panose="020B0504020201020104" pitchFamily="34" charset="0"/>
                        </a:rPr>
                        <a:t>-83 177 937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340860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 metodologia de aprovisionamento de montantes/datas de avaliação aplicada a Fomentos à Construção deve ser igual para todas as origens.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  <a:latin typeface="Santander Text" panose="020B0504020201020104" pitchFamily="34" charset="0"/>
                        </a:rPr>
                        <a:t>11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u="none" strike="noStrike" dirty="0">
                          <a:effectLst/>
                          <a:latin typeface="Santander Text" panose="020B0504020201020104" pitchFamily="34" charset="0"/>
                        </a:rPr>
                        <a:t>-160 550 346</a:t>
                      </a:r>
                      <a:endParaRPr lang="pt-PT" sz="10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4316186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391C80-8503-526C-1599-9EAA37A0065B}"/>
              </a:ext>
            </a:extLst>
          </p:cNvPr>
          <p:cNvSpPr txBox="1"/>
          <p:nvPr/>
        </p:nvSpPr>
        <p:spPr>
          <a:xfrm>
            <a:off x="711028" y="1837443"/>
            <a:ext cx="99476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 dirty="0">
                <a:effectLst/>
                <a:latin typeface="Santander Text" panose="020B0504020201020104" pitchFamily="34" charset="0"/>
                <a:ea typeface="Times New Roman" panose="02020603050405020304" pitchFamily="18" charset="0"/>
              </a:rPr>
              <a:t>Alterações que foram realizadas no modelo face à situação que existe atualmente no BIYR9500 com impacto nos resultados (1/2):</a:t>
            </a:r>
            <a:endParaRPr lang="en-US" sz="1100" dirty="0">
              <a:latin typeface="Santander Text" panose="020B0504020201020104" pitchFamily="34" charset="0"/>
            </a:endParaRPr>
          </a:p>
        </p:txBody>
      </p:sp>
      <p:sp>
        <p:nvSpPr>
          <p:cNvPr id="2" name="Rectangle 2">
            <a:extLst>
              <a:ext uri="{FF2B5EF4-FFF2-40B4-BE49-F238E27FC236}">
                <a16:creationId xmlns:a16="http://schemas.microsoft.com/office/drawing/2014/main" id="{8253D2F7-582B-9495-0091-F9EDA507B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037194"/>
            <a:ext cx="39565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16 de abril.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800" dirty="0">
                <a:latin typeface="Santander Text" panose="020B0504020201020104" pitchFamily="34" charset="0"/>
              </a:rPr>
              <a:t>2. A granularidade utilizada para análise foi ao nivel do bem (garantia pessoal – Cliente)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ntander Text" panose="020B0504020201020104" pitchFamily="34" charset="0"/>
              <a:ea typeface="Calibri" panose="020F0502020204030204" pitchFamily="34" charset="0"/>
            </a:endParaRPr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40C7E5FD-3277-1171-5663-58FE0F8CE5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/>
          <a:lstStyle/>
          <a:p>
            <a:r>
              <a:rPr lang="pt-PT" sz="2000" dirty="0"/>
              <a:t>2. Análise e testes de Modelo em produção a 30 Abril 2023, com respeito a 30 Abril 2023 real</a:t>
            </a:r>
            <a:endParaRPr lang="es-ES" sz="2000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51BDB42-E039-C767-4551-CB8C8DC6A9F8}"/>
              </a:ext>
            </a:extLst>
          </p:cNvPr>
          <p:cNvSpPr/>
          <p:nvPr/>
        </p:nvSpPr>
        <p:spPr>
          <a:xfrm>
            <a:off x="722241" y="693094"/>
            <a:ext cx="1863643" cy="193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pt-PT" sz="1200" u="sng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Detalhe: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8D1B4918-33AC-6AD0-B756-C1EF2B41009B}"/>
              </a:ext>
            </a:extLst>
          </p:cNvPr>
          <p:cNvGrpSpPr/>
          <p:nvPr/>
        </p:nvGrpSpPr>
        <p:grpSpPr>
          <a:xfrm>
            <a:off x="722243" y="1134479"/>
            <a:ext cx="9936402" cy="417600"/>
            <a:chOff x="722243" y="2140870"/>
            <a:chExt cx="9936402" cy="417600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6B8E940D-F572-6271-890F-43C1E8BF94DA}"/>
                </a:ext>
              </a:extLst>
            </p:cNvPr>
            <p:cNvSpPr/>
            <p:nvPr/>
          </p:nvSpPr>
          <p:spPr>
            <a:xfrm>
              <a:off x="1221004" y="2142834"/>
              <a:ext cx="8929759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Aquando da comparação entre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Modelo de Garantias e BIYR9500,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observam-se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resultados semelhantes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aos observados em âmbito de testes e em produção, para as datas de referência de Fevereiro e Abril, respetivamente.</a:t>
              </a:r>
              <a:endParaRPr lang="pt-PT" sz="1050" b="1" dirty="0">
                <a:solidFill>
                  <a:sysClr val="windowText" lastClr="000000"/>
                </a:solidFill>
                <a:latin typeface="Santander Headline" panose="020B0504020201020104" pitchFamily="34" charset="0"/>
              </a:endParaRP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1FD66BD0-CCDE-D8CA-4022-D608D4EFEB61}"/>
                </a:ext>
              </a:extLst>
            </p:cNvPr>
            <p:cNvSpPr/>
            <p:nvPr/>
          </p:nvSpPr>
          <p:spPr>
            <a:xfrm>
              <a:off x="722243" y="2142834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A</a:t>
              </a:r>
            </a:p>
          </p:txBody>
        </p:sp>
        <p:pic>
          <p:nvPicPr>
            <p:cNvPr id="24" name="Graphic 23" descr="Badge Tick1 with solid fill">
              <a:extLst>
                <a:ext uri="{FF2B5EF4-FFF2-40B4-BE49-F238E27FC236}">
                  <a16:creationId xmlns:a16="http://schemas.microsoft.com/office/drawing/2014/main" id="{552A4F9D-E36B-C6B9-2AD7-6E0D245FA1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1045" y="2140870"/>
              <a:ext cx="417600" cy="417600"/>
            </a:xfrm>
            <a:prstGeom prst="rect">
              <a:avLst/>
            </a:prstGeom>
          </p:spPr>
        </p:pic>
      </p:grpSp>
      <p:pic>
        <p:nvPicPr>
          <p:cNvPr id="25" name="Picture 24">
            <a:extLst>
              <a:ext uri="{FF2B5EF4-FFF2-40B4-BE49-F238E27FC236}">
                <a16:creationId xmlns:a16="http://schemas.microsoft.com/office/drawing/2014/main" id="{68258F2D-C0EE-08DC-027C-E1C8D81C066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" b="32811"/>
          <a:stretch/>
        </p:blipFill>
        <p:spPr>
          <a:xfrm>
            <a:off x="10032965" y="698760"/>
            <a:ext cx="1787318" cy="358615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AF613F31-85EF-5790-8599-9FA0A6D0A541}"/>
              </a:ext>
            </a:extLst>
          </p:cNvPr>
          <p:cNvSpPr/>
          <p:nvPr/>
        </p:nvSpPr>
        <p:spPr>
          <a:xfrm>
            <a:off x="9965531" y="782103"/>
            <a:ext cx="1955007" cy="29051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alpha val="70000"/>
                </a:schemeClr>
              </a:solidFill>
            </a:endParaRPr>
          </a:p>
        </p:txBody>
      </p:sp>
      <p:graphicFrame>
        <p:nvGraphicFramePr>
          <p:cNvPr id="27" name="Object 26">
            <a:extLst>
              <a:ext uri="{FF2B5EF4-FFF2-40B4-BE49-F238E27FC236}">
                <a16:creationId xmlns:a16="http://schemas.microsoft.com/office/drawing/2014/main" id="{E9DC3347-0CB0-A296-1220-0A8C7CDA08C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1193065"/>
              </p:ext>
            </p:extLst>
          </p:nvPr>
        </p:nvGraphicFramePr>
        <p:xfrm>
          <a:off x="10240642" y="2230927"/>
          <a:ext cx="9144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5" imgW="914400" imgH="792360" progId="Excel.Sheet.12">
                  <p:embed/>
                </p:oleObj>
              </mc:Choice>
              <mc:Fallback>
                <p:oleObj name="Worksheet" showAsIcon="1" r:id="rId5" imgW="914400" imgH="792360" progId="Excel.Sheet.12">
                  <p:embed/>
                  <p:pic>
                    <p:nvPicPr>
                      <p:cNvPr id="27" name="Object 26">
                        <a:extLst>
                          <a:ext uri="{FF2B5EF4-FFF2-40B4-BE49-F238E27FC236}">
                            <a16:creationId xmlns:a16="http://schemas.microsoft.com/office/drawing/2014/main" id="{E9DC3347-0CB0-A296-1220-0A8C7CDA08C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0240642" y="2230927"/>
                        <a:ext cx="914400" cy="79216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2389641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20</a:t>
            </a:fld>
            <a:endParaRPr lang="es-E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F17E78E-41EA-4899-8FEE-94E9E4145CC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9302882"/>
              </p:ext>
            </p:extLst>
          </p:nvPr>
        </p:nvGraphicFramePr>
        <p:xfrm>
          <a:off x="722242" y="2202181"/>
          <a:ext cx="9518400" cy="28350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16000">
                  <a:extLst>
                    <a:ext uri="{9D8B030D-6E8A-4147-A177-3AD203B41FA5}">
                      <a16:colId xmlns:a16="http://schemas.microsoft.com/office/drawing/2014/main" val="2195827580"/>
                    </a:ext>
                  </a:extLst>
                </a:gridCol>
                <a:gridCol w="6422400">
                  <a:extLst>
                    <a:ext uri="{9D8B030D-6E8A-4147-A177-3AD203B41FA5}">
                      <a16:colId xmlns:a16="http://schemas.microsoft.com/office/drawing/2014/main" val="3847489052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688265970"/>
                    </a:ext>
                  </a:extLst>
                </a:gridCol>
                <a:gridCol w="1440000">
                  <a:extLst>
                    <a:ext uri="{9D8B030D-6E8A-4147-A177-3AD203B41FA5}">
                      <a16:colId xmlns:a16="http://schemas.microsoft.com/office/drawing/2014/main" val="3311303509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ID</a:t>
                      </a:r>
                      <a:endParaRPr lang="pt-PT" sz="95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Temas</a:t>
                      </a:r>
                      <a:endParaRPr lang="pt-PT" sz="95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 Responsabilidade/ Processo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MAVALIAA</a:t>
                      </a:r>
                    </a:p>
                  </a:txBody>
                  <a:tcPr marL="7620" marR="7620" marT="7620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1391113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 rateio dos bens pelos processos/responsabilidades deve ser feito independentemente da origem e deve ser realizado com base no valor atual da responsabilidade e não pela percentagem de cobertura calculada no momento da contratação.</a:t>
                      </a:r>
                    </a:p>
                  </a:txBody>
                  <a:tcPr marL="7620" marR="7620" marT="7620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u="none" strike="noStrike" dirty="0">
                          <a:effectLst/>
                          <a:latin typeface="Santander Text" panose="020B0504020201020104" pitchFamily="34" charset="0"/>
                        </a:rPr>
                        <a:t>267</a:t>
                      </a:r>
                      <a:endParaRPr lang="pt-PT" sz="95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u="none" strike="noStrike">
                          <a:effectLst/>
                          <a:latin typeface="Santander Text" panose="020B0504020201020104" pitchFamily="34" charset="0"/>
                        </a:rPr>
                        <a:t>-274 945 779</a:t>
                      </a:r>
                      <a:endParaRPr lang="pt-PT" sz="95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3737352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Saldos de bens financeiros utilizados no modelo apresentam lag de um dia face ao BIYR (BIYR utiliza saldos de D+1).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u="none" strike="noStrike">
                          <a:effectLst/>
                          <a:latin typeface="Santander Text" panose="020B0504020201020104" pitchFamily="34" charset="0"/>
                        </a:rPr>
                        <a:t>2 894</a:t>
                      </a:r>
                      <a:endParaRPr lang="pt-PT" sz="95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u="none" strike="noStrike" dirty="0">
                          <a:effectLst/>
                          <a:latin typeface="Santander Text" panose="020B0504020201020104" pitchFamily="34" charset="0"/>
                        </a:rPr>
                        <a:t>-509 730</a:t>
                      </a:r>
                      <a:endParaRPr lang="pt-PT" sz="95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0796925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São consideradas todas as garantias financeiras válidas dentro da mesma caução, independentemente da sua tipologia (exemplo, DO e TT).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u="none" strike="noStrike"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95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u="none" strike="noStrike" dirty="0"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95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2613097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Apenas serão contempladas garantias manuais de PPC com caução carregada para o respetivo emitente/programa. Nos títulos as cauções são as mesmas.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u="none" strike="noStrike">
                          <a:effectLst/>
                          <a:latin typeface="Santander Text" panose="020B0504020201020104" pitchFamily="34" charset="0"/>
                        </a:rPr>
                        <a:t>61</a:t>
                      </a:r>
                      <a:endParaRPr lang="pt-PT" sz="95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u="none" strike="noStrike">
                          <a:effectLst/>
                          <a:latin typeface="Santander Text" panose="020B0504020201020104" pitchFamily="34" charset="0"/>
                        </a:rPr>
                        <a:t>-193 133 818</a:t>
                      </a:r>
                      <a:endParaRPr lang="pt-PT" sz="95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964744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13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O montante das garantias pessoais será o resultado após a multiplicação do valor da responsabilidade pela percentagem de cobertura do cliente (bem).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u="none" strike="noStrike">
                          <a:effectLst/>
                          <a:latin typeface="Santander Text" panose="020B0504020201020104" pitchFamily="34" charset="0"/>
                        </a:rPr>
                        <a:t>121 833</a:t>
                      </a:r>
                      <a:endParaRPr lang="pt-PT" sz="95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u="none" strike="noStrike" dirty="0">
                          <a:effectLst/>
                          <a:latin typeface="Santander Text" panose="020B0504020201020104" pitchFamily="34" charset="0"/>
                        </a:rPr>
                        <a:t>-494 514 720</a:t>
                      </a:r>
                      <a:endParaRPr lang="pt-PT" sz="95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5482687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14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Deve ser considerado o valor de avaliação mais recente, independentemente do seu montante (inclusão de avaliações com montante igual a zero).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u="none" strike="noStrike">
                          <a:effectLst/>
                          <a:latin typeface="Santander Text" panose="020B0504020201020104" pitchFamily="34" charset="0"/>
                        </a:rPr>
                        <a:t>52</a:t>
                      </a:r>
                      <a:endParaRPr lang="pt-PT" sz="95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u="none" strike="noStrike" dirty="0">
                          <a:effectLst/>
                          <a:latin typeface="Santander Text" panose="020B0504020201020104" pitchFamily="34" charset="0"/>
                        </a:rPr>
                        <a:t>-16 155 461</a:t>
                      </a:r>
                      <a:endParaRPr lang="pt-PT" sz="95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158917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Apenas serão contemplados empréstimos e processos formalizados.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u="none" strike="noStrike"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  <a:endParaRPr lang="pt-PT" sz="95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u="none" strike="noStrike" dirty="0">
                          <a:effectLst/>
                          <a:latin typeface="Santander Text" panose="020B0504020201020104" pitchFamily="34" charset="0"/>
                        </a:rPr>
                        <a:t>-1 621 266</a:t>
                      </a:r>
                      <a:endParaRPr lang="pt-PT" sz="95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4473621"/>
                  </a:ext>
                </a:extLst>
              </a:tr>
              <a:tr h="309379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5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5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Cauções de garantias manuais de PPC selecionadas de acordo com a nova parametrização (cauções mais recentes carregadas por emitente/programa).</a:t>
                      </a:r>
                    </a:p>
                  </a:txBody>
                  <a:tcPr marL="7620" marR="7620" marT="7620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u="none" strike="noStrike">
                          <a:effectLst/>
                          <a:latin typeface="Santander Text" panose="020B0504020201020104" pitchFamily="34" charset="0"/>
                        </a:rPr>
                        <a:t>58</a:t>
                      </a:r>
                      <a:endParaRPr lang="pt-PT" sz="95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50" u="none" strike="noStrike" dirty="0">
                          <a:effectLst/>
                          <a:latin typeface="Santander Text" panose="020B0504020201020104" pitchFamily="34" charset="0"/>
                        </a:rPr>
                        <a:t>97 028 307</a:t>
                      </a:r>
                      <a:endParaRPr lang="pt-PT" sz="95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3977" marR="59657" marT="3977" marB="0" anchor="ctr"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3804889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5E391C80-8503-526C-1599-9EAA37A0065B}"/>
              </a:ext>
            </a:extLst>
          </p:cNvPr>
          <p:cNvSpPr txBox="1"/>
          <p:nvPr/>
        </p:nvSpPr>
        <p:spPr>
          <a:xfrm>
            <a:off x="711028" y="1837443"/>
            <a:ext cx="99476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 dirty="0">
                <a:effectLst/>
                <a:latin typeface="Santander Text" panose="020B0504020201020104" pitchFamily="34" charset="0"/>
                <a:ea typeface="Times New Roman" panose="02020603050405020304" pitchFamily="18" charset="0"/>
              </a:rPr>
              <a:t>Alterações que foram realizadas no modelo face à situação que existe atualmente no BIYR9500 com impacto nos resultados (2/2):</a:t>
            </a:r>
            <a:endParaRPr lang="en-US" sz="1100" dirty="0">
              <a:latin typeface="Santander Text" panose="020B05040202010201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81D586-B3A4-FFE9-CA88-29DE168AE118}"/>
              </a:ext>
            </a:extLst>
          </p:cNvPr>
          <p:cNvSpPr/>
          <p:nvPr/>
        </p:nvSpPr>
        <p:spPr>
          <a:xfrm>
            <a:off x="-24384" y="4419307"/>
            <a:ext cx="827024" cy="315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PT" sz="700" b="1" dirty="0">
                <a:solidFill>
                  <a:srgbClr val="00B050"/>
                </a:solidFill>
              </a:rPr>
              <a:t>NOVO</a:t>
            </a: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35D750DF-A697-68D7-B1BD-D2D54EDCD5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037194"/>
            <a:ext cx="39565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16 de abril.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800" dirty="0">
                <a:latin typeface="Santander Text" panose="020B0504020201020104" pitchFamily="34" charset="0"/>
              </a:rPr>
              <a:t>2. A granularidade utilizada para análise foi ao nivel do bem (garantia pessoal – Cliente)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ntander Text" panose="020B0504020201020104" pitchFamily="34" charset="0"/>
              <a:ea typeface="Calibri" panose="020F050202020403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BAEF15-400D-8CE6-5DB7-EEF0E96B4230}"/>
              </a:ext>
            </a:extLst>
          </p:cNvPr>
          <p:cNvSpPr/>
          <p:nvPr/>
        </p:nvSpPr>
        <p:spPr>
          <a:xfrm>
            <a:off x="-24384" y="4728724"/>
            <a:ext cx="827024" cy="3152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PT" sz="700" b="1" dirty="0">
                <a:solidFill>
                  <a:srgbClr val="00B050"/>
                </a:solidFill>
              </a:rPr>
              <a:t>NOVO</a:t>
            </a:r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5C7BB568-DFEF-242F-3FE2-8A22B56E4BB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20436" y="341745"/>
            <a:ext cx="10749327" cy="322146"/>
          </a:xfrm>
        </p:spPr>
        <p:txBody>
          <a:bodyPr/>
          <a:lstStyle/>
          <a:p>
            <a:r>
              <a:rPr lang="pt-PT" sz="2000" dirty="0"/>
              <a:t>2. Análise e testes de Modelo em produção a 30 Abril 2023, com respeito a 30 Abril 2023 real</a:t>
            </a:r>
            <a:endParaRPr lang="es-ES" sz="2000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9402A6C-6A35-9D2E-6983-F22483C36EB6}"/>
              </a:ext>
            </a:extLst>
          </p:cNvPr>
          <p:cNvSpPr/>
          <p:nvPr/>
        </p:nvSpPr>
        <p:spPr>
          <a:xfrm>
            <a:off x="722241" y="693094"/>
            <a:ext cx="1863643" cy="193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pt-PT" sz="1200" u="sng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Detalhe: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D85D8408-383D-AFC7-E443-2E6622EB20C7}"/>
              </a:ext>
            </a:extLst>
          </p:cNvPr>
          <p:cNvGrpSpPr/>
          <p:nvPr/>
        </p:nvGrpSpPr>
        <p:grpSpPr>
          <a:xfrm>
            <a:off x="722243" y="1134479"/>
            <a:ext cx="9936402" cy="417600"/>
            <a:chOff x="722243" y="2140870"/>
            <a:chExt cx="9936402" cy="417600"/>
          </a:xfrm>
        </p:grpSpPr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3D1BFE41-453D-920D-9292-146BF36ED711}"/>
                </a:ext>
              </a:extLst>
            </p:cNvPr>
            <p:cNvSpPr/>
            <p:nvPr/>
          </p:nvSpPr>
          <p:spPr>
            <a:xfrm>
              <a:off x="1221004" y="2142834"/>
              <a:ext cx="8929759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Aquando da comparação entre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Modelo de Garantias e BIYR9500,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observam-se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resultados semelhantes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aos observados em âmbito de testes e em produção, para as datas de referência de Fevereiro e Abril, respetivamente.</a:t>
              </a:r>
              <a:endParaRPr lang="pt-PT" sz="1050" b="1" dirty="0">
                <a:solidFill>
                  <a:sysClr val="windowText" lastClr="000000"/>
                </a:solidFill>
                <a:latin typeface="Santander Headline" panose="020B0504020201020104" pitchFamily="34" charset="0"/>
              </a:endParaRP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A9A8749-1E42-A149-A25D-6ACBF0D03F2F}"/>
                </a:ext>
              </a:extLst>
            </p:cNvPr>
            <p:cNvSpPr/>
            <p:nvPr/>
          </p:nvSpPr>
          <p:spPr>
            <a:xfrm>
              <a:off x="722243" y="2142834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A</a:t>
              </a:r>
            </a:p>
          </p:txBody>
        </p:sp>
        <p:pic>
          <p:nvPicPr>
            <p:cNvPr id="25" name="Graphic 24" descr="Badge Tick1 with solid fill">
              <a:extLst>
                <a:ext uri="{FF2B5EF4-FFF2-40B4-BE49-F238E27FC236}">
                  <a16:creationId xmlns:a16="http://schemas.microsoft.com/office/drawing/2014/main" id="{17E6A806-F2A7-C817-FFC8-888F49219BA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1045" y="2140870"/>
              <a:ext cx="417600" cy="417600"/>
            </a:xfrm>
            <a:prstGeom prst="rect">
              <a:avLst/>
            </a:prstGeom>
          </p:spPr>
        </p:pic>
      </p:grpSp>
      <p:pic>
        <p:nvPicPr>
          <p:cNvPr id="26" name="Picture 25">
            <a:extLst>
              <a:ext uri="{FF2B5EF4-FFF2-40B4-BE49-F238E27FC236}">
                <a16:creationId xmlns:a16="http://schemas.microsoft.com/office/drawing/2014/main" id="{5D2F07E9-5626-30B9-7D0F-285074A34AC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" b="32811"/>
          <a:stretch/>
        </p:blipFill>
        <p:spPr>
          <a:xfrm>
            <a:off x="10032965" y="698760"/>
            <a:ext cx="1787318" cy="358615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75D63158-3E8A-B2E6-CC43-A70438A74056}"/>
              </a:ext>
            </a:extLst>
          </p:cNvPr>
          <p:cNvSpPr/>
          <p:nvPr/>
        </p:nvSpPr>
        <p:spPr>
          <a:xfrm>
            <a:off x="9965531" y="782103"/>
            <a:ext cx="1955007" cy="29051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alpha val="7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77187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21</a:t>
            </a:fld>
            <a:endParaRPr lang="es-ES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107288"/>
              </p:ext>
            </p:extLst>
          </p:nvPr>
        </p:nvGraphicFramePr>
        <p:xfrm>
          <a:off x="722241" y="2455200"/>
          <a:ext cx="10390900" cy="2642400"/>
        </p:xfrm>
        <a:graphic>
          <a:graphicData uri="http://schemas.openxmlformats.org/drawingml/2006/table">
            <a:tbl>
              <a:tblPr firstRow="1" firstCol="1" bandRow="1"/>
              <a:tblGrid>
                <a:gridCol w="122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6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76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24000">
                  <a:extLst>
                    <a:ext uri="{9D8B030D-6E8A-4147-A177-3AD203B41FA5}">
                      <a16:colId xmlns:a16="http://schemas.microsoft.com/office/drawing/2014/main" val="4093056714"/>
                    </a:ext>
                  </a:extLst>
                </a:gridCol>
                <a:gridCol w="1076120">
                  <a:extLst>
                    <a:ext uri="{9D8B030D-6E8A-4147-A177-3AD203B41FA5}">
                      <a16:colId xmlns:a16="http://schemas.microsoft.com/office/drawing/2014/main" val="2876392654"/>
                    </a:ext>
                  </a:extLst>
                </a:gridCol>
                <a:gridCol w="114300">
                  <a:extLst>
                    <a:ext uri="{9D8B030D-6E8A-4147-A177-3AD203B41FA5}">
                      <a16:colId xmlns:a16="http://schemas.microsoft.com/office/drawing/2014/main" val="3367374250"/>
                    </a:ext>
                  </a:extLst>
                </a:gridCol>
                <a:gridCol w="1076120">
                  <a:extLst>
                    <a:ext uri="{9D8B030D-6E8A-4147-A177-3AD203B41FA5}">
                      <a16:colId xmlns:a16="http://schemas.microsoft.com/office/drawing/2014/main" val="4166007057"/>
                    </a:ext>
                  </a:extLst>
                </a:gridCol>
                <a:gridCol w="1076120">
                  <a:extLst>
                    <a:ext uri="{9D8B030D-6E8A-4147-A177-3AD203B41FA5}">
                      <a16:colId xmlns:a16="http://schemas.microsoft.com/office/drawing/2014/main" val="3767903819"/>
                    </a:ext>
                  </a:extLst>
                </a:gridCol>
              </a:tblGrid>
              <a:tr h="288000">
                <a:tc>
                  <a:txBody>
                    <a:bodyPr/>
                    <a:lstStyle/>
                    <a:p>
                      <a:endParaRPr lang="en-US" sz="1000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44450" marR="44450" marT="0" marB="0" anchor="b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BIYR2500 (1)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Novo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Modelo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de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Garantias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 (2)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pt-PT" sz="1000" b="1" i="1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∆ </a:t>
                      </a:r>
                      <a:r>
                        <a:rPr lang="pt-PT" sz="1000" b="1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(2-1)</a:t>
                      </a:r>
                      <a:r>
                        <a:rPr lang="pt-PT" sz="1000" b="1" i="1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endParaRPr lang="en-US" sz="1000" b="1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9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00" b="1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i="1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% </a:t>
                      </a:r>
                      <a:r>
                        <a:rPr lang="pt-PT" sz="1000" b="1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 (MAVALIAA)</a:t>
                      </a:r>
                      <a:endParaRPr lang="en-US" sz="1000" b="1" i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endParaRPr lang="en-US" sz="1000" b="1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Tipo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</a:t>
                      </a: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Responsabilidade</a:t>
                      </a: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/</a:t>
                      </a: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err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Abril</a:t>
                      </a:r>
                      <a:endParaRPr lang="en-US" sz="100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err="1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Fevereiro</a:t>
                      </a:r>
                      <a:endParaRPr lang="en-US" sz="100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Factoring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931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105 997 481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11 174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105 997 395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u="none" strike="noStrike">
                          <a:effectLst/>
                          <a:latin typeface="Santander Text" panose="020B0504020201020104" pitchFamily="34" charset="0"/>
                        </a:rPr>
                        <a:t>10 243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-86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4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Pessoais </a:t>
                      </a:r>
                      <a:r>
                        <a:rPr lang="en-US" sz="1000" b="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1000" b="0" i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Leasing e Factoring</a:t>
                      </a:r>
                      <a:r>
                        <a:rPr lang="en-US" sz="1000" b="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)</a:t>
                      </a:r>
                      <a:r>
                        <a:rPr lang="en-US" sz="1000" b="0" baseline="3000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393 158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33 810 921 535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358 877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22 339 424 470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u="none" strike="noStrike">
                          <a:effectLst/>
                          <a:latin typeface="Santander Text" panose="020B0504020201020104" pitchFamily="34" charset="0"/>
                        </a:rPr>
                        <a:t>-34 281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-11 471 497 065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-34%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-35%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Financeiras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7 515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1 224 624 975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7 419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679 782 825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u="none" strike="noStrike">
                          <a:effectLst/>
                          <a:latin typeface="Santander Text" panose="020B0504020201020104" pitchFamily="34" charset="0"/>
                        </a:rPr>
                        <a:t>-96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-544 842 150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-44%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-44%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35506073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Imóveis </a:t>
                      </a:r>
                      <a:r>
                        <a:rPr lang="en-US" sz="1000" b="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(excl. </a:t>
                      </a:r>
                      <a:r>
                        <a:rPr lang="en-US" sz="1000" b="0" i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)</a:t>
                      </a: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365 635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58 242 381 158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400 688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57 540 767 658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u="none" strike="noStrike">
                          <a:effectLst/>
                          <a:latin typeface="Santander Text" panose="020B0504020201020104" pitchFamily="34" charset="0"/>
                        </a:rPr>
                        <a:t>35 053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-701 613 499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i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Pessoais </a:t>
                      </a:r>
                      <a:r>
                        <a:rPr lang="en-US" sz="1000" b="0" baseline="30000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37 874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1 644 913 876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33 492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1 586 399 717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u="none" strike="noStrike">
                          <a:effectLst/>
                          <a:latin typeface="Santander Text" panose="020B0504020201020104" pitchFamily="34" charset="0"/>
                        </a:rPr>
                        <a:t>-4 382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-58 514 159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-5%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47319531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i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Leasing</a:t>
                      </a: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Imóveis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5 155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1 516 393 961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4 941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1 492 878 316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u="none" strike="noStrike">
                          <a:effectLst/>
                          <a:latin typeface="Santander Text" panose="020B0504020201020104" pitchFamily="34" charset="0"/>
                        </a:rPr>
                        <a:t>-214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-23 515 645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-2%</a:t>
                      </a:r>
                    </a:p>
                  </a:txBody>
                  <a:tcPr marL="7620" marR="7620" marT="7620" marB="0" anchor="b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969975820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</a:p>
                  </a:txBody>
                  <a:tcPr marL="44450" marR="44450" marT="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810 268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96 545 232 985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816 591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highlight>
                          <a:srgbClr val="FFFF00"/>
                        </a:highlight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83 745 250 380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6 323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-12 799 982 605</a:t>
                      </a: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436366"/>
                  </a:ext>
                </a:extLst>
              </a:tr>
            </a:tbl>
          </a:graphicData>
        </a:graphic>
      </p:graphicFrame>
      <p:sp>
        <p:nvSpPr>
          <p:cNvPr id="4" name="Rectangle 2">
            <a:extLst>
              <a:ext uri="{FF2B5EF4-FFF2-40B4-BE49-F238E27FC236}">
                <a16:creationId xmlns:a16="http://schemas.microsoft.com/office/drawing/2014/main" id="{1395CC0C-E4E9-D409-255D-6A32BEE355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1028" y="6037194"/>
            <a:ext cx="395653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16 de abril.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pt-BR" sz="800" dirty="0">
                <a:latin typeface="Santander Text" panose="020B0504020201020104" pitchFamily="34" charset="0"/>
              </a:rPr>
              <a:t>2. A granularidade utilizada para análise foi ao nivel do bem (garantia pessoal – Cliente)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pt-PT" altLang="en-US" sz="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Santander Text" panose="020B0504020201020104" pitchFamily="34" charset="0"/>
              <a:ea typeface="Calibri" panose="020F0502020204030204" pitchFamily="34" charset="0"/>
            </a:endParaRP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9BE11D50-696C-5DDD-4966-1C3C1D320FE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/>
          <a:lstStyle/>
          <a:p>
            <a:r>
              <a:rPr lang="pt-PT" sz="2000" dirty="0"/>
              <a:t>2. Análise e testes de Modelo em produção a 30 Abril 2023, com respeito a 30 Abril 2023 real</a:t>
            </a:r>
            <a:endParaRPr lang="es-ES" sz="2000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508AE87-C710-AA61-24EC-B9D6240174BC}"/>
              </a:ext>
            </a:extLst>
          </p:cNvPr>
          <p:cNvSpPr/>
          <p:nvPr/>
        </p:nvSpPr>
        <p:spPr>
          <a:xfrm>
            <a:off x="722241" y="693094"/>
            <a:ext cx="1863643" cy="193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pt-PT" sz="1200" u="sng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Detalhe: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368CFCCC-C2BF-3A51-9468-0655C14186BC}"/>
              </a:ext>
            </a:extLst>
          </p:cNvPr>
          <p:cNvGrpSpPr/>
          <p:nvPr/>
        </p:nvGrpSpPr>
        <p:grpSpPr>
          <a:xfrm>
            <a:off x="722243" y="1134479"/>
            <a:ext cx="9936402" cy="417600"/>
            <a:chOff x="722243" y="2140870"/>
            <a:chExt cx="9936402" cy="417600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FD87F3E1-B559-A722-BC69-E684881A880B}"/>
                </a:ext>
              </a:extLst>
            </p:cNvPr>
            <p:cNvSpPr/>
            <p:nvPr/>
          </p:nvSpPr>
          <p:spPr>
            <a:xfrm>
              <a:off x="1221004" y="2142834"/>
              <a:ext cx="8929759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Aquando da comparação entre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Modelo de Garantias e BIYR9500,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observam-se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resultados semelhantes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aos observados em âmbito de testes e em produção, para as datas de referência de Fevereiro e Abril, respetivamente.</a:t>
              </a:r>
              <a:endParaRPr lang="pt-PT" sz="1050" b="1" dirty="0">
                <a:solidFill>
                  <a:sysClr val="windowText" lastClr="000000"/>
                </a:solidFill>
                <a:latin typeface="Santander Headline" panose="020B0504020201020104" pitchFamily="34" charset="0"/>
              </a:endParaRP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63041E96-9B94-AAE3-2238-34F32AC497FC}"/>
                </a:ext>
              </a:extLst>
            </p:cNvPr>
            <p:cNvSpPr/>
            <p:nvPr/>
          </p:nvSpPr>
          <p:spPr>
            <a:xfrm>
              <a:off x="722243" y="2142834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A</a:t>
              </a:r>
            </a:p>
          </p:txBody>
        </p:sp>
        <p:pic>
          <p:nvPicPr>
            <p:cNvPr id="31" name="Graphic 30" descr="Badge Tick1 with solid fill">
              <a:extLst>
                <a:ext uri="{FF2B5EF4-FFF2-40B4-BE49-F238E27FC236}">
                  <a16:creationId xmlns:a16="http://schemas.microsoft.com/office/drawing/2014/main" id="{F317C87C-CFFB-8D88-E2BF-FFD43AC3107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1045" y="2140870"/>
              <a:ext cx="417600" cy="417600"/>
            </a:xfrm>
            <a:prstGeom prst="rect">
              <a:avLst/>
            </a:prstGeom>
          </p:spPr>
        </p:pic>
      </p:grpSp>
      <p:pic>
        <p:nvPicPr>
          <p:cNvPr id="32" name="Picture 31">
            <a:extLst>
              <a:ext uri="{FF2B5EF4-FFF2-40B4-BE49-F238E27FC236}">
                <a16:creationId xmlns:a16="http://schemas.microsoft.com/office/drawing/2014/main" id="{1151A196-9521-909E-EABB-D3E43D97A9C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" b="32811"/>
          <a:stretch/>
        </p:blipFill>
        <p:spPr>
          <a:xfrm>
            <a:off x="10032965" y="698760"/>
            <a:ext cx="1787318" cy="358615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FF1C0768-08C9-38B5-284C-8F065416A3FE}"/>
              </a:ext>
            </a:extLst>
          </p:cNvPr>
          <p:cNvSpPr/>
          <p:nvPr/>
        </p:nvSpPr>
        <p:spPr>
          <a:xfrm>
            <a:off x="9965531" y="782103"/>
            <a:ext cx="1955007" cy="29051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alpha val="70000"/>
                </a:schemeClr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6DAF9522-81E4-6371-7F8D-C0834D4D708A}"/>
              </a:ext>
            </a:extLst>
          </p:cNvPr>
          <p:cNvSpPr txBox="1"/>
          <p:nvPr/>
        </p:nvSpPr>
        <p:spPr>
          <a:xfrm>
            <a:off x="711028" y="1837443"/>
            <a:ext cx="994761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pt-PT" sz="1100" dirty="0">
                <a:effectLst/>
                <a:latin typeface="Santander Text" panose="020B0504020201020104" pitchFamily="34" charset="0"/>
                <a:ea typeface="Times New Roman" panose="02020603050405020304" pitchFamily="18" charset="0"/>
              </a:rPr>
              <a:t>Comparação entre o BIYR2500 e o Novo Modelo de Garantias e respetiva variação entre os meses de Abril e Fevereiro 2023.:</a:t>
            </a:r>
            <a:endParaRPr lang="en-US" sz="1100" dirty="0">
              <a:latin typeface="Santander Text" panose="020B05040202010201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2146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22</a:t>
            </a:fld>
            <a:endParaRPr lang="es-ES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Garantias Pessoais</a:t>
            </a:r>
            <a:r>
              <a:rPr lang="pt-PT" sz="1000" b="1" baseline="30000">
                <a:solidFill>
                  <a:schemeClr val="tx1"/>
                </a:solidFill>
                <a:latin typeface="Santander Text" panose="020B0504020201020104" pitchFamily="34" charset="0"/>
              </a:rPr>
              <a:t>1 2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3889205"/>
              </p:ext>
            </p:extLst>
          </p:nvPr>
        </p:nvGraphicFramePr>
        <p:xfrm>
          <a:off x="722243" y="1992456"/>
          <a:ext cx="9063850" cy="3112032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7193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Processo/ Cliente </a:t>
                      </a:r>
                      <a:r>
                        <a:rPr lang="pt-PT" sz="900" b="1" baseline="30000" noProof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</a:t>
                      </a:r>
                      <a:endParaRPr lang="pt-PT" sz="900" baseline="30000" noProof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476">
                <a:tc row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1) Universo Comum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27 026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1 901 340 022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1 901 340 022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328 417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20 090 765 568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26 193 455 255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-6 102 689 688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658791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1 678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130 742 362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65 730 248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65 012 114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59037319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26 429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18 472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7 957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357 122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22 122 874 381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28 160 543 998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-6 037 669 617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476">
                <a:tc rowSpan="5">
                  <a:txBody>
                    <a:bodyPr/>
                    <a:lstStyle/>
                    <a:p>
                      <a:pPr algn="l"/>
                      <a:r>
                        <a:rPr lang="pt-PT" sz="1000" b="1">
                          <a:latin typeface="Santander Text" panose="020B0504020201020104" pitchFamily="34" charset="0"/>
                        </a:rPr>
                        <a:t>2) Exclusivo Novo Modelo de Garantias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51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137 028 307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137 028 307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8942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49 841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49 841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1298044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263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53 042 568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53 042 568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5969398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1 436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26 429 373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26 429 373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1 755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216 550 089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216 550 089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476">
                <a:tc rowSpan="5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3) Exclusivo BIYR2500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60 346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5 462 818 851</a:t>
                      </a:r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-5 462 818 851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2 448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ysClr val="windowText" lastClr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177 342 823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-177 342 823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551771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108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2 276 055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-2 276 055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310498"/>
                  </a:ext>
                </a:extLst>
              </a:tr>
              <a:tr h="18247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29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7 939 808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-7 939 808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62 931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5 650 377 537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-5 650 377 537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2123268" y="6499188"/>
            <a:ext cx="39725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 dirty="0">
                <a:latin typeface="Santander Text" panose="020B0504020201020104" pitchFamily="34" charset="0"/>
              </a:rPr>
              <a:t>1. A análise exclui o universo de </a:t>
            </a:r>
            <a:r>
              <a:rPr lang="pt-BR" sz="800" i="1" dirty="0">
                <a:latin typeface="Santander Text" panose="020B0504020201020104" pitchFamily="34" charset="0"/>
              </a:rPr>
              <a:t>Leasing</a:t>
            </a:r>
            <a:r>
              <a:rPr lang="pt-BR" sz="800" dirty="0">
                <a:latin typeface="Santander Text" panose="020B0504020201020104" pitchFamily="34" charset="0"/>
              </a:rPr>
              <a:t> e </a:t>
            </a:r>
            <a:r>
              <a:rPr lang="pt-BR" sz="800" i="1" dirty="0">
                <a:latin typeface="Santander Text" panose="020B0504020201020104" pitchFamily="34" charset="0"/>
              </a:rPr>
              <a:t>Factoring</a:t>
            </a:r>
          </a:p>
          <a:p>
            <a:r>
              <a:rPr lang="pt-BR" sz="800" dirty="0">
                <a:latin typeface="Santander Text" panose="020B0504020201020104" pitchFamily="34" charset="0"/>
              </a:rPr>
              <a:t>2. A granularidade utilizada para análise foi ao nivel do bem (garantia pessoal – Cliente)</a:t>
            </a:r>
          </a:p>
          <a:p>
            <a:r>
              <a:rPr lang="pt-BR" sz="800" dirty="0">
                <a:latin typeface="Santander Text" panose="020B0504020201020104" pitchFamily="34" charset="0"/>
              </a:rPr>
              <a:t>3. A granularidade apresentada é a do Novo Modelo de Garantias (granularidade de IC’s)</a:t>
            </a:r>
            <a:endParaRPr lang="en-US" sz="800" dirty="0">
              <a:latin typeface="Santander Text" panose="020B05040202010201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AF56CD-ED3D-EFF2-896B-D465D8A8C9A8}"/>
              </a:ext>
            </a:extLst>
          </p:cNvPr>
          <p:cNvSpPr/>
          <p:nvPr/>
        </p:nvSpPr>
        <p:spPr>
          <a:xfrm>
            <a:off x="722243" y="5056456"/>
            <a:ext cx="7710557" cy="12642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1) Universo Comum: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Montante da garantia pessoal reflete o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valor da reponsabilidade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 e não o do processo.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Montante da garantia resulta da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multiplicação do valor da responsabilidade pela percentagem de cobertura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 do cliente.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O saldo das responsabilidades passará a contemplar contas contabilisticas de juros e despesas vencidas.</a:t>
            </a:r>
          </a:p>
          <a:p>
            <a:pPr marL="228600" indent="-228600">
              <a:buFont typeface="+mj-lt"/>
              <a:buAutoNum type="arabicPeriod"/>
            </a:pPr>
            <a:endParaRPr lang="pt-PT" sz="900" u="sng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3) Exclusivo BIYR2500:</a:t>
            </a:r>
            <a:endParaRPr lang="pt-PT" sz="900" u="sng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Todos os titulares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, utilizados atualmente como garantias pessoais,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serão excluídos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com bens associados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contempladas garantias manuais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com cauções carregadas pora o respetivo emitente/programa.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Cauções de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garantias manuais de PPC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selecionadas de acordo com a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nova parametrização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(cauções mais recentes carregadas por emitente/programa).</a:t>
            </a:r>
          </a:p>
          <a:p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733524D-FE29-441D-4EBA-6582676B972E}"/>
              </a:ext>
            </a:extLst>
          </p:cNvPr>
          <p:cNvSpPr/>
          <p:nvPr/>
        </p:nvSpPr>
        <p:spPr>
          <a:xfrm>
            <a:off x="6991927" y="5056456"/>
            <a:ext cx="4197927" cy="126428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2) Exclusivo Novo Modelo de Garantias:</a:t>
            </a:r>
            <a:endParaRPr lang="pt-PT" sz="900" b="1" u="sng" dirty="0">
              <a:solidFill>
                <a:schemeClr val="accent4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Cauções de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garantias manuais de PPC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selecionadas de acordo com a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nova parametrização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(cauções mais recentes carregadas por emitente/programa).</a:t>
            </a: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5F7108E1-7B88-D8C9-FEAD-A4A259383B7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/>
          <a:lstStyle/>
          <a:p>
            <a:r>
              <a:rPr lang="pt-PT" sz="2000" dirty="0"/>
              <a:t>2. Análise e testes de Modelo em produção a 30 Abril 2023, com respeito a 30 Abril 2023 real</a:t>
            </a:r>
            <a:endParaRPr lang="es-E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9CAD3E-AA82-F02F-75C1-28FB1B93BA59}"/>
              </a:ext>
            </a:extLst>
          </p:cNvPr>
          <p:cNvSpPr/>
          <p:nvPr/>
        </p:nvSpPr>
        <p:spPr>
          <a:xfrm>
            <a:off x="722241" y="693094"/>
            <a:ext cx="1863643" cy="193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pt-PT" sz="1200" u="sng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Detalhe: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1B1D905-42B7-E852-6B34-C65E8852E4CD}"/>
              </a:ext>
            </a:extLst>
          </p:cNvPr>
          <p:cNvGrpSpPr/>
          <p:nvPr/>
        </p:nvGrpSpPr>
        <p:grpSpPr>
          <a:xfrm>
            <a:off x="722243" y="1134479"/>
            <a:ext cx="9936402" cy="417600"/>
            <a:chOff x="722243" y="2140870"/>
            <a:chExt cx="9936402" cy="417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318386A-8306-CFCD-9DD9-EDDC0E113C5E}"/>
                </a:ext>
              </a:extLst>
            </p:cNvPr>
            <p:cNvSpPr/>
            <p:nvPr/>
          </p:nvSpPr>
          <p:spPr>
            <a:xfrm>
              <a:off x="1221004" y="2142834"/>
              <a:ext cx="8929759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Aquando da comparação entre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Modelo de Garantias e BIYR9500,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observam-se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resultados semelhantes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aos observados em âmbito de testes e em produção, para as datas de referência de Fevereiro e Abril, respetivamente.</a:t>
              </a:r>
              <a:endParaRPr lang="pt-PT" sz="1050" b="1" dirty="0">
                <a:solidFill>
                  <a:sysClr val="windowText" lastClr="000000"/>
                </a:solidFill>
                <a:latin typeface="Santander Headline" panose="020B05040202010201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A3A8950-E062-E0A4-E3C8-DE7AB95298B2}"/>
                </a:ext>
              </a:extLst>
            </p:cNvPr>
            <p:cNvSpPr/>
            <p:nvPr/>
          </p:nvSpPr>
          <p:spPr>
            <a:xfrm>
              <a:off x="722243" y="2142834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A</a:t>
              </a:r>
            </a:p>
          </p:txBody>
        </p:sp>
        <p:pic>
          <p:nvPicPr>
            <p:cNvPr id="12" name="Graphic 11" descr="Badge Tick1 with solid fill">
              <a:extLst>
                <a:ext uri="{FF2B5EF4-FFF2-40B4-BE49-F238E27FC236}">
                  <a16:creationId xmlns:a16="http://schemas.microsoft.com/office/drawing/2014/main" id="{0EBAC516-B49C-4D13-ECBC-4FB4B35C441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1045" y="2140870"/>
              <a:ext cx="417600" cy="417600"/>
            </a:xfrm>
            <a:prstGeom prst="rect">
              <a:avLst/>
            </a:prstGeom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96E1B60F-F59D-747E-F179-2D3E7B98A64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" b="32811"/>
          <a:stretch/>
        </p:blipFill>
        <p:spPr>
          <a:xfrm>
            <a:off x="10032965" y="698760"/>
            <a:ext cx="1787318" cy="35861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06507C28-C1BD-2AC5-CD35-1D78FAE4E6AF}"/>
              </a:ext>
            </a:extLst>
          </p:cNvPr>
          <p:cNvSpPr/>
          <p:nvPr/>
        </p:nvSpPr>
        <p:spPr>
          <a:xfrm>
            <a:off x="9965531" y="782103"/>
            <a:ext cx="1955007" cy="29051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alpha val="7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0359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23</a:t>
            </a:fld>
            <a:endParaRPr lang="es-ES"/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Garantias Financeiras</a:t>
            </a:r>
            <a:endParaRPr lang="en-US" sz="1000" b="1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3DBE921F-5189-2684-9605-7881F2DD0E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8024581"/>
              </p:ext>
            </p:extLst>
          </p:nvPr>
        </p:nvGraphicFramePr>
        <p:xfrm>
          <a:off x="722243" y="1992456"/>
          <a:ext cx="9063850" cy="218256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1</a:t>
                      </a:r>
                      <a:endParaRPr lang="pt-PT" sz="900" baseline="300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5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1) Universo Comum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4 235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352 472 655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352 472 655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2 952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303 778 466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304 288 196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-509 730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11786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205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22 601 119,01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20 173 284,57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2 427 834,44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E0F1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5510670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7 392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678 852 240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676 934 136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1 918 104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27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930 585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930 585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>
                          <a:latin typeface="Santander Text" panose="020B0504020201020104" pitchFamily="34" charset="0"/>
                        </a:rPr>
                        <a:t>2) Exclusivo Novo Modelo de Garantias</a:t>
                      </a:r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27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930 585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930 585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396</a:t>
                      </a:r>
                      <a:endParaRPr lang="pt-PT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547 687 506</a:t>
                      </a:r>
                      <a:endParaRPr lang="pt-PT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-547 687 506</a:t>
                      </a:r>
                      <a:endParaRPr lang="pt-PT" sz="1000" b="1" i="0" u="none" strike="noStrike" dirty="0">
                        <a:solidFill>
                          <a:srgbClr val="FFFFFF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3) Exclusivo BIYR2500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3 333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-3 333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398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547 690 839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-547 690 839</a:t>
                      </a:r>
                      <a:endParaRPr lang="pt-PT" sz="9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4 235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352 472 655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352 472 655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2" name="Rectangle 1">
            <a:extLst>
              <a:ext uri="{FF2B5EF4-FFF2-40B4-BE49-F238E27FC236}">
                <a16:creationId xmlns:a16="http://schemas.microsoft.com/office/drawing/2014/main" id="{D9B12163-7231-98A4-752B-C91842F7088D}"/>
              </a:ext>
            </a:extLst>
          </p:cNvPr>
          <p:cNvSpPr/>
          <p:nvPr/>
        </p:nvSpPr>
        <p:spPr>
          <a:xfrm>
            <a:off x="711028" y="4594860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1) Universo Comum:</a:t>
            </a: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Saldos de bens financeiros utilizados no modelo apresentam </a:t>
            </a:r>
            <a:r>
              <a:rPr lang="pt-PT" sz="900" i="1" u="sng" dirty="0">
                <a:solidFill>
                  <a:schemeClr val="tx1"/>
                </a:solidFill>
                <a:latin typeface="Santander Text" panose="020B0504020201020104" pitchFamily="34" charset="0"/>
              </a:rPr>
              <a:t>lag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 de um dia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face ao BIYR (BIYR utiliza saldos de D+1).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b="0" i="0" u="none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São consideradas todas as </a:t>
            </a:r>
            <a:r>
              <a:rPr lang="pt-PT" sz="900" b="0" i="0" u="sng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garantias financeiras válidas dentro da mesma caução</a:t>
            </a:r>
            <a:r>
              <a:rPr lang="pt-PT" sz="900" b="0" i="0" u="none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, independentemente da sua tipologia (exemplo, DO e TT)</a:t>
            </a: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3) Exclusivo BIYR2500:</a:t>
            </a: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com bens associados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e com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datas de vencimento válidas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D0D770-CF7C-B3A4-7476-7F7C8EE33F02}"/>
              </a:ext>
            </a:extLst>
          </p:cNvPr>
          <p:cNvSpPr txBox="1"/>
          <p:nvPr/>
        </p:nvSpPr>
        <p:spPr>
          <a:xfrm>
            <a:off x="711028" y="6072469"/>
            <a:ext cx="399500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>
                <a:latin typeface="Santander Text" panose="020B0504020201020104" pitchFamily="34" charset="0"/>
              </a:rPr>
              <a:t>1. A granularidade apresentada é a do Novo Modelo de Garantias (granularidade de IC’s) </a:t>
            </a:r>
            <a:endParaRPr lang="en-US" sz="800">
              <a:latin typeface="Santander Text" panose="020B0504020201020104" pitchFamily="34" charset="0"/>
            </a:endParaRPr>
          </a:p>
        </p:txBody>
      </p: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D24314ED-9A4D-2A51-6716-B671830FD0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/>
          <a:lstStyle/>
          <a:p>
            <a:r>
              <a:rPr lang="pt-PT" sz="2000" dirty="0"/>
              <a:t>2. Análise e testes de Modelo em produção a 30 Abril 2023, com respeito a 30 Abril 2023 real</a:t>
            </a:r>
            <a:endParaRPr lang="es-ES" sz="20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87DA6CC-E916-1BA6-E674-C18FCF8E814C}"/>
              </a:ext>
            </a:extLst>
          </p:cNvPr>
          <p:cNvSpPr/>
          <p:nvPr/>
        </p:nvSpPr>
        <p:spPr>
          <a:xfrm>
            <a:off x="722241" y="693094"/>
            <a:ext cx="1863643" cy="193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pt-PT" sz="1200" u="sng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Detalhe: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716EDD50-416A-2A64-8248-AB5DA8F8A256}"/>
              </a:ext>
            </a:extLst>
          </p:cNvPr>
          <p:cNvGrpSpPr/>
          <p:nvPr/>
        </p:nvGrpSpPr>
        <p:grpSpPr>
          <a:xfrm>
            <a:off x="722243" y="1134479"/>
            <a:ext cx="9936402" cy="417600"/>
            <a:chOff x="722243" y="2140870"/>
            <a:chExt cx="9936402" cy="417600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4984D4E-1A24-F1A5-50C9-6100AA98A76E}"/>
                </a:ext>
              </a:extLst>
            </p:cNvPr>
            <p:cNvSpPr/>
            <p:nvPr/>
          </p:nvSpPr>
          <p:spPr>
            <a:xfrm>
              <a:off x="1221004" y="2142834"/>
              <a:ext cx="8929759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Aquando da comparação entre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Modelo de Garantias e BIYR9500,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observam-se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resultados semelhantes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aos observados em âmbito de testes e em produção, para as datas de referência de Fevereiro e Abril, respetivamente.</a:t>
              </a:r>
              <a:endParaRPr lang="pt-PT" sz="1050" b="1" dirty="0">
                <a:solidFill>
                  <a:sysClr val="windowText" lastClr="000000"/>
                </a:solidFill>
                <a:latin typeface="Santander Headline" panose="020B0504020201020104" pitchFamily="34" charset="0"/>
              </a:endParaRP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D20FADD-67DA-7D18-28AB-CCE5CBDCDA02}"/>
                </a:ext>
              </a:extLst>
            </p:cNvPr>
            <p:cNvSpPr/>
            <p:nvPr/>
          </p:nvSpPr>
          <p:spPr>
            <a:xfrm>
              <a:off x="722243" y="2142834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A</a:t>
              </a:r>
            </a:p>
          </p:txBody>
        </p:sp>
        <p:pic>
          <p:nvPicPr>
            <p:cNvPr id="12" name="Graphic 11" descr="Badge Tick1 with solid fill">
              <a:extLst>
                <a:ext uri="{FF2B5EF4-FFF2-40B4-BE49-F238E27FC236}">
                  <a16:creationId xmlns:a16="http://schemas.microsoft.com/office/drawing/2014/main" id="{78D33BC6-DFB9-47DE-68C3-1E0DF1123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1045" y="2140870"/>
              <a:ext cx="417600" cy="41760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E734E125-0DE6-32AA-57CF-867370548E3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" b="32811"/>
          <a:stretch/>
        </p:blipFill>
        <p:spPr>
          <a:xfrm>
            <a:off x="10032965" y="698760"/>
            <a:ext cx="1787318" cy="35861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6684AF37-BF19-5AC6-8A1B-7091291FA87B}"/>
              </a:ext>
            </a:extLst>
          </p:cNvPr>
          <p:cNvSpPr/>
          <p:nvPr/>
        </p:nvSpPr>
        <p:spPr>
          <a:xfrm>
            <a:off x="9965531" y="782103"/>
            <a:ext cx="1955007" cy="29051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alpha val="7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52839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24</a:t>
            </a:fld>
            <a:endParaRPr lang="es-ES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Garantias Imóveis</a:t>
            </a:r>
            <a:r>
              <a:rPr lang="pt-PT" sz="1000" b="1" baseline="30000">
                <a:solidFill>
                  <a:schemeClr val="tx1"/>
                </a:solidFill>
                <a:latin typeface="Santander Text" panose="020B0504020201020104" pitchFamily="34" charset="0"/>
              </a:rPr>
              <a:t>1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20" name="Table 19">
            <a:extLst>
              <a:ext uri="{FF2B5EF4-FFF2-40B4-BE49-F238E27FC236}">
                <a16:creationId xmlns:a16="http://schemas.microsoft.com/office/drawing/2014/main" id="{94EF0D11-64A1-95A7-5896-603B980711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4355770"/>
              </p:ext>
            </p:extLst>
          </p:nvPr>
        </p:nvGraphicFramePr>
        <p:xfrm>
          <a:off x="722243" y="1992456"/>
          <a:ext cx="9063850" cy="2182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BIYR9500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6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1) Universo Comum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247 467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43 689 031 013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43 689 031 013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130 335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12 336 141 787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12 728 662 924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-392 521 138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511558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22 752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1 501 072 950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1 501 072 950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544698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11 568 788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11 576 446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-7 658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825974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2 317 975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2 690 135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-372 160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400 577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57 540 132 513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57 933 033 470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-392 900 956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2) Exclusivo Novo </a:t>
                      </a:r>
                    </a:p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Modelo de Garantias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9530" marR="6627" marT="6627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635 145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635 145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6607371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105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ysClr val="windowText" lastClr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635 145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635 145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0049901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3)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BIYR9500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1 243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309 347 688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-309 347 688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1 243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627" marR="6627" marT="6627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309 347 688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-309 347 688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73A208F6-5AB8-A553-3145-F5362921AE62}"/>
              </a:ext>
            </a:extLst>
          </p:cNvPr>
          <p:cNvSpPr/>
          <p:nvPr/>
        </p:nvSpPr>
        <p:spPr>
          <a:xfrm>
            <a:off x="722243" y="4594860"/>
            <a:ext cx="9645107" cy="166739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1) Universo Comum:</a:t>
            </a: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A metodologia de aprovisionamento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de montantes/datas de avaliação 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aplicada a Fomentos à Construção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deve ser igual para todas as origens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u="none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rateio dos bens </a:t>
            </a:r>
            <a:r>
              <a:rPr lang="pt-PT" sz="900" u="none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pelos processos/responsabilidades deve ser feito </a:t>
            </a:r>
            <a:r>
              <a:rPr lang="pt-PT" sz="900" u="sng" strike="noStrike" dirty="0">
                <a:solidFill>
                  <a:schemeClr val="tx1"/>
                </a:solidFill>
                <a:effectLst/>
                <a:latin typeface="Santander Text" panose="020B0504020201020104" pitchFamily="34" charset="0"/>
              </a:rPr>
              <a:t>independentemente da origem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 e deve ser realizado com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base no valor atual da responsabilidade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e não pela percentagem de cobertura calculada no momento da contratação.</a:t>
            </a:r>
            <a:endParaRPr lang="pt-PT" sz="900" u="none" strike="noStrike" dirty="0">
              <a:solidFill>
                <a:schemeClr val="tx1"/>
              </a:solidFill>
              <a:effectLst/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percentagem de avaliação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atribuida ao BST no que respeita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IFRRUs,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terá como base o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financiamento inicial do IFRRU 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e não o saldo em dívida atual.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Deve ser considerado o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valor de avaliação mais recente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, independentemente do seu montante (inclusão de avaliações com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montante igual a zero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).</a:t>
            </a:r>
          </a:p>
          <a:p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3) Exclusivo BIYR9500: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contempladas responsabilidades/processos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com bens associados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contemplados bens com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datas de avaliação válidas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Apenas serão contemplados empréstimos e processos formalizados.</a:t>
            </a:r>
          </a:p>
          <a:p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E7CA54-E9D4-15E2-B844-863EF76FF921}"/>
              </a:ext>
            </a:extLst>
          </p:cNvPr>
          <p:cNvSpPr txBox="1"/>
          <p:nvPr/>
        </p:nvSpPr>
        <p:spPr>
          <a:xfrm>
            <a:off x="2095391" y="6427283"/>
            <a:ext cx="39950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>
                <a:latin typeface="Santander Text" panose="020B0504020201020104" pitchFamily="34" charset="0"/>
              </a:rPr>
              <a:t>1. A análise exclui o universo de </a:t>
            </a:r>
            <a:r>
              <a:rPr lang="pt-BR" sz="800" i="1">
                <a:latin typeface="Santander Text" panose="020B0504020201020104" pitchFamily="34" charset="0"/>
              </a:rPr>
              <a:t>Leasing</a:t>
            </a:r>
          </a:p>
          <a:p>
            <a:r>
              <a:rPr lang="pt-BR" sz="800">
                <a:latin typeface="Santander Text" panose="020B0504020201020104" pitchFamily="34" charset="0"/>
              </a:rPr>
              <a:t>2. A granularidade apresentada é a do Novo Modelo de Garantias (granularidade de IC’s) </a:t>
            </a:r>
            <a:endParaRPr lang="en-US" sz="800">
              <a:latin typeface="Santander Text" panose="020B0504020201020104" pitchFamily="34" charset="0"/>
            </a:endParaRPr>
          </a:p>
        </p:txBody>
      </p:sp>
      <p:sp>
        <p:nvSpPr>
          <p:cNvPr id="6" name="Marcador de texto 2">
            <a:extLst>
              <a:ext uri="{FF2B5EF4-FFF2-40B4-BE49-F238E27FC236}">
                <a16:creationId xmlns:a16="http://schemas.microsoft.com/office/drawing/2014/main" id="{4F590DF6-A4E6-D613-E2B0-84E367B4E8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/>
          <a:lstStyle/>
          <a:p>
            <a:r>
              <a:rPr lang="pt-PT" sz="2000" dirty="0"/>
              <a:t>2. Análise e testes de Modelo em produção a 30 Abril 2023, com respeito a 30 Abril 2023 real</a:t>
            </a:r>
            <a:endParaRPr lang="es-ES" sz="20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0C68D9C-6F8E-649F-55FA-77412190F0AC}"/>
              </a:ext>
            </a:extLst>
          </p:cNvPr>
          <p:cNvSpPr/>
          <p:nvPr/>
        </p:nvSpPr>
        <p:spPr>
          <a:xfrm>
            <a:off x="722241" y="693094"/>
            <a:ext cx="1863643" cy="193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pt-PT" sz="1200" u="sng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Detalhe: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30D9952C-1B23-ECB8-0567-EFF1779E0B41}"/>
              </a:ext>
            </a:extLst>
          </p:cNvPr>
          <p:cNvGrpSpPr/>
          <p:nvPr/>
        </p:nvGrpSpPr>
        <p:grpSpPr>
          <a:xfrm>
            <a:off x="722243" y="1134479"/>
            <a:ext cx="9936402" cy="417600"/>
            <a:chOff x="722243" y="2140870"/>
            <a:chExt cx="9936402" cy="4176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FC43A09-1E9F-EB2D-1CF6-BDB1BCA51BB9}"/>
                </a:ext>
              </a:extLst>
            </p:cNvPr>
            <p:cNvSpPr/>
            <p:nvPr/>
          </p:nvSpPr>
          <p:spPr>
            <a:xfrm>
              <a:off x="1221004" y="2142834"/>
              <a:ext cx="8929759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Aquando da comparação entre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Modelo de Garantias e BIYR9500,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observam-se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resultados semelhantes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aos observados em âmbito de testes e em produção, para as datas de referência de Fevereiro e Abril, respetivamente.</a:t>
              </a:r>
              <a:endParaRPr lang="pt-PT" sz="1050" b="1" dirty="0">
                <a:solidFill>
                  <a:sysClr val="windowText" lastClr="000000"/>
                </a:solidFill>
                <a:latin typeface="Santander Headline" panose="020B05040202010201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4E8AF05-0D5B-95E5-CEBD-A96C2B01956D}"/>
                </a:ext>
              </a:extLst>
            </p:cNvPr>
            <p:cNvSpPr/>
            <p:nvPr/>
          </p:nvSpPr>
          <p:spPr>
            <a:xfrm>
              <a:off x="722243" y="2142834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A</a:t>
              </a:r>
            </a:p>
          </p:txBody>
        </p:sp>
        <p:pic>
          <p:nvPicPr>
            <p:cNvPr id="13" name="Graphic 12" descr="Badge Tick1 with solid fill">
              <a:extLst>
                <a:ext uri="{FF2B5EF4-FFF2-40B4-BE49-F238E27FC236}">
                  <a16:creationId xmlns:a16="http://schemas.microsoft.com/office/drawing/2014/main" id="{65D18001-D727-322F-AEBC-C5F446F7A37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1045" y="2140870"/>
              <a:ext cx="417600" cy="41760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1480531D-D391-E404-EBEA-9DC0369255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" b="32811"/>
          <a:stretch/>
        </p:blipFill>
        <p:spPr>
          <a:xfrm>
            <a:off x="10032965" y="698760"/>
            <a:ext cx="1787318" cy="35861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BC834944-BF81-FB36-64DD-2B3B3841416D}"/>
              </a:ext>
            </a:extLst>
          </p:cNvPr>
          <p:cNvSpPr/>
          <p:nvPr/>
        </p:nvSpPr>
        <p:spPr>
          <a:xfrm>
            <a:off x="9965531" y="782103"/>
            <a:ext cx="1955007" cy="29051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alpha val="7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81338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25</a:t>
            </a:fld>
            <a:endParaRPr lang="es-ES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>
                <a:solidFill>
                  <a:schemeClr val="tx1"/>
                </a:solidFill>
                <a:latin typeface="Santander Text" panose="020B0504020201020104" pitchFamily="34" charset="0"/>
              </a:rPr>
              <a:t>Leasing</a:t>
            </a:r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 Imóveis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F8BDE-9239-AD09-EF31-CC46E4FB8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071813"/>
              </p:ext>
            </p:extLst>
          </p:nvPr>
        </p:nvGraphicFramePr>
        <p:xfrm>
          <a:off x="722243" y="1992456"/>
          <a:ext cx="9063850" cy="1426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1</a:t>
                      </a:r>
                      <a:endParaRPr lang="pt-PT" sz="900" baseline="300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1) Universo Comum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4 926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1 490 769 220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1 490 769 220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2 109 096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757 600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1 351 496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b="1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4 941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1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1 492 878 316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1 491 526 820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1 351 496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BIYR2500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requisitos definidos e planificados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190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22 705 006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-22 705 006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2 162 135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-2 162 135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28104413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214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8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24 867 141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-24 867 141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39725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>
                <a:latin typeface="Santander Text" panose="020B0504020201020104" pitchFamily="34" charset="0"/>
              </a:rPr>
              <a:t>1. A granularidade apresentada é a do Novo Modelo de Garantias (granularidade de IC’s)</a:t>
            </a:r>
            <a:endParaRPr lang="en-US" sz="800">
              <a:latin typeface="Santander Text" panose="020B0504020201020104" pitchFamily="34" charset="0"/>
            </a:endParaRP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C572F8F7-8270-C80E-D00B-8CB56CF982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/>
          <a:lstStyle/>
          <a:p>
            <a:r>
              <a:rPr lang="pt-PT" sz="2000" dirty="0"/>
              <a:t>2. Análise e testes de Modelo em produção a 30 Abril 2023, com respeito a 30 Abril 2023 real</a:t>
            </a:r>
            <a:endParaRPr lang="es-E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72190F-7686-8CBB-338A-3E43527AB1C7}"/>
              </a:ext>
            </a:extLst>
          </p:cNvPr>
          <p:cNvSpPr/>
          <p:nvPr/>
        </p:nvSpPr>
        <p:spPr>
          <a:xfrm>
            <a:off x="722241" y="693094"/>
            <a:ext cx="1863643" cy="193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pt-PT" sz="1200" u="sng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Detalhe: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4284B87-DCFB-5514-5A8C-C322E3ED0A7C}"/>
              </a:ext>
            </a:extLst>
          </p:cNvPr>
          <p:cNvGrpSpPr/>
          <p:nvPr/>
        </p:nvGrpSpPr>
        <p:grpSpPr>
          <a:xfrm>
            <a:off x="722243" y="1134479"/>
            <a:ext cx="9936402" cy="417600"/>
            <a:chOff x="722243" y="2140870"/>
            <a:chExt cx="9936402" cy="4176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EA561DA4-8D62-860F-FD58-3F94194784CD}"/>
                </a:ext>
              </a:extLst>
            </p:cNvPr>
            <p:cNvSpPr/>
            <p:nvPr/>
          </p:nvSpPr>
          <p:spPr>
            <a:xfrm>
              <a:off x="1221004" y="2142834"/>
              <a:ext cx="8929759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Aquando da comparação entre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Modelo de Garantias e BIYR9500,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observam-se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resultados semelhantes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aos observados em âmbito de testes e em produção, para as datas de referência de Fevereiro e Abril, respetivamente.</a:t>
              </a:r>
              <a:endParaRPr lang="pt-PT" sz="1050" b="1" dirty="0">
                <a:solidFill>
                  <a:sysClr val="windowText" lastClr="000000"/>
                </a:solidFill>
                <a:latin typeface="Santander Headline" panose="020B05040202010201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77AFD19-66F3-939F-AB96-DFB5981526FB}"/>
                </a:ext>
              </a:extLst>
            </p:cNvPr>
            <p:cNvSpPr/>
            <p:nvPr/>
          </p:nvSpPr>
          <p:spPr>
            <a:xfrm>
              <a:off x="722243" y="2142834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A</a:t>
              </a:r>
            </a:p>
          </p:txBody>
        </p:sp>
        <p:pic>
          <p:nvPicPr>
            <p:cNvPr id="13" name="Graphic 12" descr="Badge Tick1 with solid fill">
              <a:extLst>
                <a:ext uri="{FF2B5EF4-FFF2-40B4-BE49-F238E27FC236}">
                  <a16:creationId xmlns:a16="http://schemas.microsoft.com/office/drawing/2014/main" id="{838B83D9-4EDA-5C6D-4CB4-2F97F2C9C57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1045" y="2140870"/>
              <a:ext cx="417600" cy="41760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3955CFC1-6A2F-EBA6-AC6B-9E125320CA7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" b="32811"/>
          <a:stretch/>
        </p:blipFill>
        <p:spPr>
          <a:xfrm>
            <a:off x="10032965" y="698760"/>
            <a:ext cx="1787318" cy="35861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B8504E4-9E59-7876-E2BC-6D511B0615E8}"/>
              </a:ext>
            </a:extLst>
          </p:cNvPr>
          <p:cNvSpPr/>
          <p:nvPr/>
        </p:nvSpPr>
        <p:spPr>
          <a:xfrm>
            <a:off x="9965531" y="782103"/>
            <a:ext cx="1955007" cy="29051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alpha val="7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9072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26</a:t>
            </a:fld>
            <a:endParaRPr lang="es-E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B7515AF-BE8F-166D-017D-FFA2E7258BC8}"/>
              </a:ext>
            </a:extLst>
          </p:cNvPr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>
                <a:solidFill>
                  <a:schemeClr val="tx1"/>
                </a:solidFill>
                <a:latin typeface="Santander Text" panose="020B0504020201020104" pitchFamily="34" charset="0"/>
              </a:rPr>
              <a:t>Leasing </a:t>
            </a:r>
            <a:r>
              <a:rPr lang="pt-PT" sz="1000" b="1">
                <a:solidFill>
                  <a:schemeClr val="tx1"/>
                </a:solidFill>
                <a:latin typeface="Santander Text" panose="020B0504020201020104" pitchFamily="34" charset="0"/>
              </a:rPr>
              <a:t>Pessoais</a:t>
            </a:r>
            <a:r>
              <a:rPr lang="pt-PT" sz="1000" b="1" baseline="30000">
                <a:solidFill>
                  <a:schemeClr val="tx1"/>
                </a:solidFill>
                <a:latin typeface="Santander Text" panose="020B0504020201020104" pitchFamily="34" charset="0"/>
              </a:rPr>
              <a:t> 1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AB80F0A-E11B-61FA-EFAD-1E764024BF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568280"/>
              </p:ext>
            </p:extLst>
          </p:nvPr>
        </p:nvGraphicFramePr>
        <p:xfrm>
          <a:off x="722243" y="1992456"/>
          <a:ext cx="9063850" cy="1786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Processo/Cliente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  <a:cs typeface="+mn-cs"/>
                        </a:rPr>
                        <a:t> 1) Universo Comum</a:t>
                      </a:r>
                      <a:endParaRPr lang="en-US" sz="1000" b="1" kern="12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2 352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17 384 623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17 384 623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29 858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1 424 062 181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1 415 314 435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8 747 746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8669802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1 282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144 952 913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120 062 873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24 890 040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9932906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33 492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1 586 399 717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1 552 761 931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33 637 786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4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3) </a:t>
                      </a:r>
                      <a:r>
                        <a:rPr lang="en-US" sz="1000" b="1" err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Exclusivo</a:t>
                      </a: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BIYR2500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4 349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92 125 045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-92 125 045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375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resolução - definição de requisitos em curso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32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900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-900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44012403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ysClr val="windowText" lastClr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26 000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-26 000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2676687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4 381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92 151 945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-92 151 945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39725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>
                <a:latin typeface="Santander Text" panose="020B0504020201020104" pitchFamily="34" charset="0"/>
              </a:rPr>
              <a:t>1. A granularidade utilizada para análise foi ao nivel do bem (garantia pessoal – Cliente)</a:t>
            </a:r>
          </a:p>
          <a:p>
            <a:r>
              <a:rPr lang="pt-BR" sz="800">
                <a:latin typeface="Santander Text" panose="020B0504020201020104" pitchFamily="34" charset="0"/>
              </a:rPr>
              <a:t>2. A granularidade apresentada é a do Novo Modelo de Garantias (granularidade de IC’s)</a:t>
            </a:r>
            <a:endParaRPr lang="en-US" sz="800">
              <a:latin typeface="Santander Text" panose="020B05040202010201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A460541-F1A5-22A6-3107-8623D4A2824A}"/>
              </a:ext>
            </a:extLst>
          </p:cNvPr>
          <p:cNvSpPr/>
          <p:nvPr/>
        </p:nvSpPr>
        <p:spPr>
          <a:xfrm>
            <a:off x="722243" y="3926949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1) Universo Comum:</a:t>
            </a: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O saldo das responsabilidades passará a contemplar contas contabilisticas de juros e despesas vencidas.</a:t>
            </a:r>
          </a:p>
          <a:p>
            <a:pPr marL="228600" indent="-228600">
              <a:buFont typeface="+mj-lt"/>
              <a:buAutoNum type="arabicPeriod"/>
            </a:pP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3) Exclusivo BIYR9500: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Todos os titulares</a:t>
            </a: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, utilizados atualmente como garantias pessoais,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serão excluídos</a:t>
            </a:r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  <a:p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10" name="Marcador de texto 2">
            <a:extLst>
              <a:ext uri="{FF2B5EF4-FFF2-40B4-BE49-F238E27FC236}">
                <a16:creationId xmlns:a16="http://schemas.microsoft.com/office/drawing/2014/main" id="{623523C9-3B09-D1B0-83A1-7F0CAEEAFFA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/>
          <a:lstStyle/>
          <a:p>
            <a:r>
              <a:rPr lang="pt-PT" sz="2000" dirty="0"/>
              <a:t>2. Análise e testes de Modelo em produção a 30 Abril 2023, com respeito a 30 Abril 2023 real</a:t>
            </a:r>
            <a:endParaRPr lang="es-ES" sz="2000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F67A11-6E96-9656-BDA5-8D9A0524DE5D}"/>
              </a:ext>
            </a:extLst>
          </p:cNvPr>
          <p:cNvSpPr/>
          <p:nvPr/>
        </p:nvSpPr>
        <p:spPr>
          <a:xfrm>
            <a:off x="722241" y="693094"/>
            <a:ext cx="1863643" cy="193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pt-PT" sz="1200" u="sng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Detalhe: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67C645F-5798-52EC-EAE3-08B80CBD13B1}"/>
              </a:ext>
            </a:extLst>
          </p:cNvPr>
          <p:cNvGrpSpPr/>
          <p:nvPr/>
        </p:nvGrpSpPr>
        <p:grpSpPr>
          <a:xfrm>
            <a:off x="722243" y="1134479"/>
            <a:ext cx="9936402" cy="417600"/>
            <a:chOff x="722243" y="2140870"/>
            <a:chExt cx="9936402" cy="4176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C5BBEC3B-E450-D4AC-B68A-D9C5AB2CB3B2}"/>
                </a:ext>
              </a:extLst>
            </p:cNvPr>
            <p:cNvSpPr/>
            <p:nvPr/>
          </p:nvSpPr>
          <p:spPr>
            <a:xfrm>
              <a:off x="1221004" y="2142834"/>
              <a:ext cx="8929759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Aquando da comparação entre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Modelo de Garantias e BIYR9500,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observam-se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resultados semelhantes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aos observados em âmbito de testes e em produção, para as datas de referência de Fevereiro e Abril, respetivamente.</a:t>
              </a:r>
              <a:endParaRPr lang="pt-PT" sz="1050" b="1" dirty="0">
                <a:solidFill>
                  <a:sysClr val="windowText" lastClr="000000"/>
                </a:solidFill>
                <a:latin typeface="Santander Headline" panose="020B0504020201020104" pitchFamily="34" charset="0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B4D01B2-C79E-7891-04C0-3E4833442E16}"/>
                </a:ext>
              </a:extLst>
            </p:cNvPr>
            <p:cNvSpPr/>
            <p:nvPr/>
          </p:nvSpPr>
          <p:spPr>
            <a:xfrm>
              <a:off x="722243" y="2142834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A</a:t>
              </a:r>
            </a:p>
          </p:txBody>
        </p:sp>
        <p:pic>
          <p:nvPicPr>
            <p:cNvPr id="14" name="Graphic 13" descr="Badge Tick1 with solid fill">
              <a:extLst>
                <a:ext uri="{FF2B5EF4-FFF2-40B4-BE49-F238E27FC236}">
                  <a16:creationId xmlns:a16="http://schemas.microsoft.com/office/drawing/2014/main" id="{0A95703E-BFCF-F354-91F1-DEB6DE4B5C0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1045" y="2140870"/>
              <a:ext cx="417600" cy="417600"/>
            </a:xfrm>
            <a:prstGeom prst="rect">
              <a:avLst/>
            </a:prstGeom>
          </p:spPr>
        </p:pic>
      </p:grpSp>
      <p:pic>
        <p:nvPicPr>
          <p:cNvPr id="15" name="Picture 14">
            <a:extLst>
              <a:ext uri="{FF2B5EF4-FFF2-40B4-BE49-F238E27FC236}">
                <a16:creationId xmlns:a16="http://schemas.microsoft.com/office/drawing/2014/main" id="{4B8566EA-2D3F-ACD5-8581-610C8B32112B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" b="32811"/>
          <a:stretch/>
        </p:blipFill>
        <p:spPr>
          <a:xfrm>
            <a:off x="10032965" y="698760"/>
            <a:ext cx="1787318" cy="35861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85DC3CFA-6137-1A7A-101C-97245CC2B3E3}"/>
              </a:ext>
            </a:extLst>
          </p:cNvPr>
          <p:cNvSpPr/>
          <p:nvPr/>
        </p:nvSpPr>
        <p:spPr>
          <a:xfrm>
            <a:off x="9965531" y="782103"/>
            <a:ext cx="1955007" cy="29051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alpha val="7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66020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27</a:t>
            </a:fld>
            <a:endParaRPr lang="es-ES"/>
          </a:p>
        </p:txBody>
      </p:sp>
      <p:sp>
        <p:nvSpPr>
          <p:cNvPr id="15" name="Title 1"/>
          <p:cNvSpPr txBox="1">
            <a:spLocks/>
          </p:cNvSpPr>
          <p:nvPr/>
        </p:nvSpPr>
        <p:spPr>
          <a:xfrm>
            <a:off x="722242" y="1631508"/>
            <a:ext cx="2340000" cy="22793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txBody>
          <a:bodyPr vert="horz" lIns="91373" tIns="45686" rIns="91373" bIns="45686" rtlCol="0" anchor="ctr">
            <a:noAutofit/>
          </a:bodyPr>
          <a:lstStyle>
            <a:lvl1pPr algn="l" defTabSz="913751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PT" sz="1000" b="1" i="1">
                <a:solidFill>
                  <a:schemeClr val="tx1"/>
                </a:solidFill>
                <a:latin typeface="Santander Text" panose="020B0504020201020104" pitchFamily="34" charset="0"/>
              </a:rPr>
              <a:t>Factoring</a:t>
            </a:r>
            <a:r>
              <a:rPr lang="pt-PT" sz="1000" b="1" baseline="30000">
                <a:solidFill>
                  <a:schemeClr val="tx1"/>
                </a:solidFill>
                <a:latin typeface="Santander Text" panose="020B0504020201020104" pitchFamily="34" charset="0"/>
              </a:rPr>
              <a:t>1</a:t>
            </a:r>
            <a:endParaRPr lang="en-US" sz="1000" b="1" baseline="3000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909F8BDE-9239-AD09-EF31-CC46E4FB864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6324771"/>
              </p:ext>
            </p:extLst>
          </p:nvPr>
        </p:nvGraphicFramePr>
        <p:xfrm>
          <a:off x="722243" y="1992456"/>
          <a:ext cx="9063850" cy="1246320"/>
        </p:xfrm>
        <a:graphic>
          <a:graphicData uri="http://schemas.openxmlformats.org/drawingml/2006/table">
            <a:tbl>
              <a:tblPr firstRow="1" firstCol="1" bandRow="1"/>
              <a:tblGrid>
                <a:gridCol w="1584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850">
                  <a:extLst>
                    <a:ext uri="{9D8B030D-6E8A-4147-A177-3AD203B41FA5}">
                      <a16:colId xmlns:a16="http://schemas.microsoft.com/office/drawing/2014/main" val="3037039246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88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3891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Universos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Casuística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# Responsabilidade/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Processo/Cliente </a:t>
                      </a:r>
                      <a:r>
                        <a:rPr lang="pt-PT" sz="900" b="1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2</a:t>
                      </a:r>
                      <a:endParaRPr lang="pt-PT" sz="900" baseline="300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- Novo Modelo de garantias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MAVALIAA – BIYR2500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pt-PT" sz="900" b="1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Diferenças</a:t>
                      </a:r>
                      <a:endParaRPr lang="pt-PT" sz="900" noProof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000">
                <a:tc rowSpan="3"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  1) Universo Comum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Sem diferenças de mavaliaa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11 158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105 986 083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105 986 083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000">
                <a:tc v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16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11 311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>
                          <a:effectLst/>
                          <a:latin typeface="Santander Text" panose="020B0504020201020104" pitchFamily="34" charset="0"/>
                        </a:rPr>
                        <a:t>11 397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effectLst/>
                          <a:latin typeface="Santander Text" panose="020B0504020201020104" pitchFamily="34" charset="0"/>
                        </a:rPr>
                        <a:t>-86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508196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 b="1" dirty="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11 174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105 997 395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105 997 481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-86</a:t>
                      </a: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00">
                <a:tc rowSpan="2">
                  <a:txBody>
                    <a:bodyPr/>
                    <a:lstStyle/>
                    <a:p>
                      <a:pPr marL="0" marR="0" lvl="0" indent="0" algn="l" defTabSz="91375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3) Exclusivo BIYR2500</a:t>
                      </a:r>
                      <a:endParaRPr lang="en-US" sz="105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metodologia*</a:t>
                      </a:r>
                    </a:p>
                  </a:txBody>
                  <a:tcPr marR="7620" marT="762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327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  <a:endParaRPr lang="pt-PT" sz="9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900" b="0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Calibri" panose="020F0502020204030204" pitchFamily="34" charset="0"/>
                        </a:rPr>
                        <a:t>Total</a:t>
                      </a:r>
                      <a:endParaRPr lang="en-US" sz="1000">
                        <a:effectLst/>
                        <a:latin typeface="Santander Text" panose="020B0504020201020104" pitchFamily="34" charset="0"/>
                        <a:ea typeface="Calibri" panose="020F0502020204030204" pitchFamily="34" charset="0"/>
                      </a:endParaRPr>
                    </a:p>
                  </a:txBody>
                  <a:tcPr marL="37225" marR="37225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327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b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 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5404" marR="5404" marT="5404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B88421B6-A6DF-B07E-F687-FF291458F5AF}"/>
              </a:ext>
            </a:extLst>
          </p:cNvPr>
          <p:cNvSpPr txBox="1"/>
          <p:nvPr/>
        </p:nvSpPr>
        <p:spPr>
          <a:xfrm>
            <a:off x="711028" y="6072469"/>
            <a:ext cx="39725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800">
                <a:latin typeface="Santander Text" panose="020B0504020201020104" pitchFamily="34" charset="0"/>
              </a:rPr>
              <a:t>1. A granularidade utilizada para análise foi ao nivel do bem (garantia pessoal – Cliente)</a:t>
            </a:r>
          </a:p>
          <a:p>
            <a:r>
              <a:rPr lang="pt-BR" sz="800">
                <a:latin typeface="Santander Text" panose="020B0504020201020104" pitchFamily="34" charset="0"/>
              </a:rPr>
              <a:t>2. A granularidade apresentada é a do Novo Modelo de Garantias (granularidade de IC’s)</a:t>
            </a:r>
            <a:endParaRPr lang="en-US" sz="800">
              <a:latin typeface="Santander Text" panose="020B05040202010201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643CEB4-3F97-6292-8DF9-FED5B9D3721D}"/>
              </a:ext>
            </a:extLst>
          </p:cNvPr>
          <p:cNvSpPr/>
          <p:nvPr/>
        </p:nvSpPr>
        <p:spPr>
          <a:xfrm>
            <a:off x="722243" y="3386262"/>
            <a:ext cx="9645107" cy="137337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pt-PT" sz="900" b="1" dirty="0">
                <a:solidFill>
                  <a:schemeClr val="accent4"/>
                </a:solidFill>
                <a:latin typeface="Santander Text" panose="020B0504020201020104" pitchFamily="34" charset="0"/>
              </a:rPr>
              <a:t>*Diferenças de metodologia refletidas | 3) Exclusivo BIYR9500:</a:t>
            </a:r>
          </a:p>
          <a:p>
            <a:pPr marL="228600" indent="-228600">
              <a:buFont typeface="+mj-lt"/>
              <a:buAutoNum type="arabicPeriod"/>
            </a:pPr>
            <a:r>
              <a:rPr lang="pt-PT" sz="900" dirty="0">
                <a:solidFill>
                  <a:schemeClr val="tx1"/>
                </a:solidFill>
                <a:latin typeface="Santander Text" panose="020B0504020201020104" pitchFamily="34" charset="0"/>
              </a:rPr>
              <a:t>Apenas consideradas responsabilidades/faturas </a:t>
            </a:r>
            <a:r>
              <a:rPr lang="pt-PT" sz="900" u="sng" dirty="0">
                <a:solidFill>
                  <a:schemeClr val="tx1"/>
                </a:solidFill>
                <a:latin typeface="Santander Text" panose="020B0504020201020104" pitchFamily="34" charset="0"/>
              </a:rPr>
              <a:t>com saldo</a:t>
            </a:r>
          </a:p>
          <a:p>
            <a:endParaRPr lang="pt-PT" sz="900" dirty="0">
              <a:solidFill>
                <a:schemeClr val="tx1"/>
              </a:solidFill>
              <a:latin typeface="Santander Text" panose="020B0504020201020104" pitchFamily="34" charset="0"/>
            </a:endParaRPr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D0ACDE93-61F8-F0DE-4FA7-6F677B3B659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/>
          <a:lstStyle/>
          <a:p>
            <a:r>
              <a:rPr lang="pt-PT" sz="2000" dirty="0"/>
              <a:t>2. Análise e testes de Modelo em produção a 30 Abril 2023, com respeito a 30 Abril 2023 real</a:t>
            </a:r>
            <a:endParaRPr lang="es-E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2B93BA-C450-7D64-D846-7CFEC9B2DE85}"/>
              </a:ext>
            </a:extLst>
          </p:cNvPr>
          <p:cNvSpPr/>
          <p:nvPr/>
        </p:nvSpPr>
        <p:spPr>
          <a:xfrm>
            <a:off x="722241" y="693094"/>
            <a:ext cx="1863643" cy="193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pt-PT" sz="1200" u="sng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Detalhe: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D1260A86-AF38-A6CF-8933-9F7CD646464A}"/>
              </a:ext>
            </a:extLst>
          </p:cNvPr>
          <p:cNvGrpSpPr/>
          <p:nvPr/>
        </p:nvGrpSpPr>
        <p:grpSpPr>
          <a:xfrm>
            <a:off x="722243" y="1134479"/>
            <a:ext cx="9936402" cy="417600"/>
            <a:chOff x="722243" y="2140870"/>
            <a:chExt cx="9936402" cy="4176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B676419-B56F-4060-B915-91FE1E50B634}"/>
                </a:ext>
              </a:extLst>
            </p:cNvPr>
            <p:cNvSpPr/>
            <p:nvPr/>
          </p:nvSpPr>
          <p:spPr>
            <a:xfrm>
              <a:off x="1221004" y="2142834"/>
              <a:ext cx="8929759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Aquando da comparação entre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Modelo de Garantias e BIYR9500,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observam-se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resultados semelhantes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aos observados em âmbito de testes e em produção, para as datas de referência de Fevereiro e Abril, respetivamente.</a:t>
              </a:r>
              <a:endParaRPr lang="pt-PT" sz="1050" b="1" dirty="0">
                <a:solidFill>
                  <a:sysClr val="windowText" lastClr="000000"/>
                </a:solidFill>
                <a:latin typeface="Santander Headline" panose="020B0504020201020104" pitchFamily="34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4535F6E-78F3-51B6-9E4B-F34264633657}"/>
                </a:ext>
              </a:extLst>
            </p:cNvPr>
            <p:cNvSpPr/>
            <p:nvPr/>
          </p:nvSpPr>
          <p:spPr>
            <a:xfrm>
              <a:off x="722243" y="2142834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A</a:t>
              </a:r>
            </a:p>
          </p:txBody>
        </p:sp>
        <p:pic>
          <p:nvPicPr>
            <p:cNvPr id="13" name="Graphic 12" descr="Badge Tick1 with solid fill">
              <a:extLst>
                <a:ext uri="{FF2B5EF4-FFF2-40B4-BE49-F238E27FC236}">
                  <a16:creationId xmlns:a16="http://schemas.microsoft.com/office/drawing/2014/main" id="{FFD6D537-6212-3294-4222-2ABD77F32F9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241045" y="2140870"/>
              <a:ext cx="417600" cy="417600"/>
            </a:xfrm>
            <a:prstGeom prst="rect">
              <a:avLst/>
            </a:prstGeom>
          </p:spPr>
        </p:pic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28CD1285-983B-B71C-1EF9-29CD77EC50E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" b="32811"/>
          <a:stretch/>
        </p:blipFill>
        <p:spPr>
          <a:xfrm>
            <a:off x="10032965" y="698760"/>
            <a:ext cx="1787318" cy="35861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E3440800-F1DF-1BAF-9C5A-DFD9EDBA02BC}"/>
              </a:ext>
            </a:extLst>
          </p:cNvPr>
          <p:cNvSpPr/>
          <p:nvPr/>
        </p:nvSpPr>
        <p:spPr>
          <a:xfrm>
            <a:off x="9965531" y="782103"/>
            <a:ext cx="1955007" cy="290512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alpha val="7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7295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28</a:t>
            </a:fld>
            <a:endParaRPr lang="es-ES"/>
          </a:p>
        </p:txBody>
      </p:sp>
      <p:graphicFrame>
        <p:nvGraphicFramePr>
          <p:cNvPr id="49" name="Table 4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642111"/>
              </p:ext>
            </p:extLst>
          </p:nvPr>
        </p:nvGraphicFramePr>
        <p:xfrm>
          <a:off x="646337" y="2476961"/>
          <a:ext cx="3375182" cy="1684867"/>
        </p:xfrm>
        <a:graphic>
          <a:graphicData uri="http://schemas.openxmlformats.org/drawingml/2006/table">
            <a:tbl>
              <a:tblPr/>
              <a:tblGrid>
                <a:gridCol w="12358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82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05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94242">
                <a:tc>
                  <a:txBody>
                    <a:bodyPr/>
                    <a:lstStyle/>
                    <a:p>
                      <a:pPr algn="l" fontAlgn="b"/>
                      <a:endParaRPr lang="en-US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algn="ctr" defTabSz="914377" rtl="0" eaLnBrk="1" fontAlgn="b" latinLnBrk="0" hangingPunct="1"/>
                      <a:r>
                        <a:rPr lang="en-US" sz="900" b="1" i="0" u="none" strike="noStrike" kern="120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Abril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808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5173">
                <a:tc>
                  <a:txBody>
                    <a:bodyPr/>
                    <a:lstStyle/>
                    <a:p>
                      <a:pPr algn="ctr" fontAlgn="b"/>
                      <a:r>
                        <a:rPr lang="pt-PT" sz="900" b="1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Resultado do Controlo </a:t>
                      </a:r>
                      <a:r>
                        <a:rPr lang="pt-PT" sz="900" b="1" i="0" u="none" strike="noStrike" baseline="30000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900" b="1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Num 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% </a:t>
                      </a:r>
                      <a:r>
                        <a:rPr lang="pt-PT" sz="900" b="1" i="0" u="none" strike="noStrike" noProof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Controlos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42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VERMELHO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42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ED7D31"/>
                          </a:solidFill>
                          <a:effectLst/>
                          <a:latin typeface="Santander Text" panose="020B0504020201020104" pitchFamily="34" charset="0"/>
                        </a:rPr>
                        <a:t>LARANJA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42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</a:rPr>
                        <a:t>AMARELO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6%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42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70AD47"/>
                          </a:solidFill>
                          <a:effectLst/>
                          <a:latin typeface="Santander Text" panose="020B0504020201020104" pitchFamily="34" charset="0"/>
                        </a:rPr>
                        <a:t>OK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89%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42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SEM DADOS</a:t>
                      </a:r>
                      <a:endParaRPr lang="en-US" sz="900" b="1" i="0" u="none" strike="noStrike">
                        <a:solidFill>
                          <a:schemeClr val="bg1">
                            <a:lumMod val="50000"/>
                          </a:schemeClr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4242"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011" rtl="0" eaLnBrk="1" fontAlgn="b" latinLnBrk="0" hangingPunct="1"/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8080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50" name="Chart 49">
            <a:extLst>
              <a:ext uri="{FF2B5EF4-FFF2-40B4-BE49-F238E27FC236}">
                <a16:creationId xmlns:a16="http://schemas.microsoft.com/office/drawing/2014/main" id="{65AC3D7A-0F4B-4606-AFA3-9FCD304916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52564179"/>
              </p:ext>
            </p:extLst>
          </p:nvPr>
        </p:nvGraphicFramePr>
        <p:xfrm>
          <a:off x="4280703" y="2476203"/>
          <a:ext cx="6975265" cy="199931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1" name="Rounded Rectangle 36">
            <a:extLst>
              <a:ext uri="{FF2B5EF4-FFF2-40B4-BE49-F238E27FC236}">
                <a16:creationId xmlns:a16="http://schemas.microsoft.com/office/drawing/2014/main" id="{6A436EC5-7AD1-4622-9D4D-836200569CBB}"/>
              </a:ext>
            </a:extLst>
          </p:cNvPr>
          <p:cNvSpPr/>
          <p:nvPr/>
        </p:nvSpPr>
        <p:spPr>
          <a:xfrm>
            <a:off x="4282273" y="2476203"/>
            <a:ext cx="6973695" cy="234315"/>
          </a:xfrm>
          <a:prstGeom prst="roundRect">
            <a:avLst/>
          </a:prstGeom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pt-PT" sz="1100" b="1">
                <a:solidFill>
                  <a:prstClr val="white"/>
                </a:solidFill>
                <a:latin typeface="Santander Text" panose="020B0504020201020104" pitchFamily="34" charset="0"/>
              </a:rPr>
              <a:t>Evolução Temporal</a:t>
            </a:r>
            <a:endParaRPr lang="en-US" sz="1100" b="1">
              <a:solidFill>
                <a:prstClr val="white"/>
              </a:solidFill>
              <a:latin typeface="Santander Text" panose="020B0504020201020104" pitchFamily="34" charset="0"/>
            </a:endParaRPr>
          </a:p>
        </p:txBody>
      </p:sp>
      <p:pic>
        <p:nvPicPr>
          <p:cNvPr id="52" name="Picture 51">
            <a:extLst>
              <a:ext uri="{FF2B5EF4-FFF2-40B4-BE49-F238E27FC236}">
                <a16:creationId xmlns:a16="http://schemas.microsoft.com/office/drawing/2014/main" id="{39DD8DEA-13F3-4183-9376-B9E57DFDA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337" y="4304329"/>
            <a:ext cx="213137" cy="283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0000"/>
                </a:solidFill>
              </a14:hiddenFill>
            </a:ext>
            <a:ext uri="{91240B29-F687-4F45-9708-019B960494DF}">
              <a14:hiddenLine xmlns:a14="http://schemas.microsoft.com/office/drawing/2010/main" w="6350" algn="ctr">
                <a:solidFill>
                  <a:srgbClr val="333333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2CEF6F44-A6B1-4A9F-A96A-C1F135FD6C3A}"/>
              </a:ext>
            </a:extLst>
          </p:cNvPr>
          <p:cNvSpPr txBox="1"/>
          <p:nvPr/>
        </p:nvSpPr>
        <p:spPr>
          <a:xfrm>
            <a:off x="766146" y="4307998"/>
            <a:ext cx="6204965" cy="2462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000" b="1">
                <a:latin typeface="Santander Text" panose="020B0504020201020104" pitchFamily="34" charset="0"/>
              </a:rPr>
              <a:t>Controlos corrigidos face ao mês anterior: 0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24DB13A8-4E32-40F1-9F47-C855D21B4BD8}"/>
              </a:ext>
            </a:extLst>
          </p:cNvPr>
          <p:cNvSpPr/>
          <p:nvPr/>
        </p:nvSpPr>
        <p:spPr>
          <a:xfrm>
            <a:off x="7086854" y="3862952"/>
            <a:ext cx="681481" cy="234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8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3 (4%) 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F970F823-2E01-4308-B014-187F8759B064}"/>
              </a:ext>
            </a:extLst>
          </p:cNvPr>
          <p:cNvSpPr/>
          <p:nvPr/>
        </p:nvSpPr>
        <p:spPr>
          <a:xfrm>
            <a:off x="8884648" y="3862952"/>
            <a:ext cx="681480" cy="234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8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4 (4%) 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04B33CD-064E-46A4-B7B2-4E1F42332B5A}"/>
              </a:ext>
            </a:extLst>
          </p:cNvPr>
          <p:cNvSpPr/>
          <p:nvPr/>
        </p:nvSpPr>
        <p:spPr>
          <a:xfrm>
            <a:off x="9757187" y="3862952"/>
            <a:ext cx="681481" cy="234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8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4 (4%) 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9CE0D7D-E475-486C-84CA-5212474003E6}"/>
              </a:ext>
            </a:extLst>
          </p:cNvPr>
          <p:cNvSpPr/>
          <p:nvPr/>
        </p:nvSpPr>
        <p:spPr>
          <a:xfrm>
            <a:off x="10709117" y="3862952"/>
            <a:ext cx="681481" cy="23431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PT" sz="800" b="1" dirty="0">
                <a:solidFill>
                  <a:srgbClr val="FF0000"/>
                </a:solidFill>
                <a:latin typeface="Santander Text" panose="020B0504020201020104" pitchFamily="34" charset="0"/>
              </a:rPr>
              <a:t>3 (3%) </a:t>
            </a:r>
          </a:p>
        </p:txBody>
      </p: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7B27E4F2-1BB6-421D-A899-460BD3DA6CCD}"/>
              </a:ext>
            </a:extLst>
          </p:cNvPr>
          <p:cNvCxnSpPr>
            <a:cxnSpLocks/>
          </p:cNvCxnSpPr>
          <p:nvPr/>
        </p:nvCxnSpPr>
        <p:spPr>
          <a:xfrm>
            <a:off x="4694834" y="2884456"/>
            <a:ext cx="0" cy="1403064"/>
          </a:xfrm>
          <a:prstGeom prst="line">
            <a:avLst/>
          </a:prstGeom>
          <a:ln w="9525" cap="flat" cmpd="sng" algn="ctr">
            <a:solidFill>
              <a:schemeClr val="bg1">
                <a:lumMod val="50000"/>
              </a:schemeClr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aphicFrame>
        <p:nvGraphicFramePr>
          <p:cNvPr id="61" name="Object 60">
            <a:extLst>
              <a:ext uri="{FF2B5EF4-FFF2-40B4-BE49-F238E27FC236}">
                <a16:creationId xmlns:a16="http://schemas.microsoft.com/office/drawing/2014/main" id="{E92542DC-4893-4427-B718-6CFDC057A17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2521699"/>
              </p:ext>
            </p:extLst>
          </p:nvPr>
        </p:nvGraphicFramePr>
        <p:xfrm>
          <a:off x="10938497" y="2053672"/>
          <a:ext cx="381050" cy="8065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4" imgW="380753" imgH="806311" progId="Excel.Sheet.12">
                  <p:embed/>
                </p:oleObj>
              </mc:Choice>
              <mc:Fallback>
                <p:oleObj name="Worksheet" showAsIcon="1" r:id="rId4" imgW="380753" imgH="806311" progId="Excel.Sheet.12">
                  <p:embed/>
                  <p:pic>
                    <p:nvPicPr>
                      <p:cNvPr id="61" name="Object 60">
                        <a:extLst>
                          <a:ext uri="{FF2B5EF4-FFF2-40B4-BE49-F238E27FC236}">
                            <a16:creationId xmlns:a16="http://schemas.microsoft.com/office/drawing/2014/main" id="{E92542DC-4893-4427-B718-6CFDC057A1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0938497" y="2053672"/>
                        <a:ext cx="381050" cy="8065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2" name="TextBox 61">
            <a:extLst>
              <a:ext uri="{FF2B5EF4-FFF2-40B4-BE49-F238E27FC236}">
                <a16:creationId xmlns:a16="http://schemas.microsoft.com/office/drawing/2014/main" id="{7200FFCA-F1CF-419D-B201-55015DE975D0}"/>
              </a:ext>
            </a:extLst>
          </p:cNvPr>
          <p:cNvSpPr txBox="1"/>
          <p:nvPr/>
        </p:nvSpPr>
        <p:spPr>
          <a:xfrm>
            <a:off x="646337" y="6180729"/>
            <a:ext cx="8814222" cy="631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800" b="1" baseline="30000">
                <a:latin typeface="Santander Text" panose="020B0504020201020104" pitchFamily="34" charset="0"/>
              </a:rPr>
              <a:t>1  </a:t>
            </a:r>
            <a:r>
              <a:rPr lang="pt-PT" sz="800">
                <a:latin typeface="Santander Text" panose="020B0504020201020104" pitchFamily="34" charset="0"/>
              </a:rPr>
              <a:t>O universo dos controlos tem como base o universo do novo Modelo único de Garantias, mesmo quando a informação relativa a determinado atributo não se encontra no Modelo.</a:t>
            </a:r>
          </a:p>
          <a:p>
            <a:endParaRPr lang="pt-PT" sz="800">
              <a:latin typeface="Santander Text" panose="020B0504020201020104" pitchFamily="34" charset="0"/>
            </a:endParaRPr>
          </a:p>
          <a:p>
            <a:endParaRPr lang="pt-PT" sz="800">
              <a:latin typeface="Santander Text" panose="020B0504020201020104" pitchFamily="34" charset="0"/>
            </a:endParaRPr>
          </a:p>
          <a:p>
            <a:endParaRPr lang="pt-PT" sz="1100"/>
          </a:p>
        </p:txBody>
      </p:sp>
      <p:sp>
        <p:nvSpPr>
          <p:cNvPr id="7" name="Marcador de texto 2">
            <a:extLst>
              <a:ext uri="{FF2B5EF4-FFF2-40B4-BE49-F238E27FC236}">
                <a16:creationId xmlns:a16="http://schemas.microsoft.com/office/drawing/2014/main" id="{301585F9-CBF7-C70C-3A7B-0AF5597D12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/>
          <a:lstStyle/>
          <a:p>
            <a:r>
              <a:rPr lang="pt-PT" sz="2000" dirty="0"/>
              <a:t>2. Análise e testes de Modelo em produção a 30 Abril 2023, com respeito a 30 Abril 2023 real</a:t>
            </a:r>
            <a:endParaRPr lang="es-ES" sz="2000" dirty="0"/>
          </a:p>
        </p:txBody>
      </p:sp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29B6B899-6ACA-41AB-914A-76573652C8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1864404"/>
              </p:ext>
            </p:extLst>
          </p:nvPr>
        </p:nvGraphicFramePr>
        <p:xfrm>
          <a:off x="722243" y="4657610"/>
          <a:ext cx="10608249" cy="1368228"/>
        </p:xfrm>
        <a:graphic>
          <a:graphicData uri="http://schemas.openxmlformats.org/drawingml/2006/table">
            <a:tbl>
              <a:tblPr/>
              <a:tblGrid>
                <a:gridCol w="4331393">
                  <a:extLst>
                    <a:ext uri="{9D8B030D-6E8A-4147-A177-3AD203B41FA5}">
                      <a16:colId xmlns:a16="http://schemas.microsoft.com/office/drawing/2014/main" val="3404390578"/>
                    </a:ext>
                  </a:extLst>
                </a:gridCol>
                <a:gridCol w="834680">
                  <a:extLst>
                    <a:ext uri="{9D8B030D-6E8A-4147-A177-3AD203B41FA5}">
                      <a16:colId xmlns:a16="http://schemas.microsoft.com/office/drawing/2014/main" val="1914649429"/>
                    </a:ext>
                  </a:extLst>
                </a:gridCol>
                <a:gridCol w="1073160">
                  <a:extLst>
                    <a:ext uri="{9D8B030D-6E8A-4147-A177-3AD203B41FA5}">
                      <a16:colId xmlns:a16="http://schemas.microsoft.com/office/drawing/2014/main" val="2263703599"/>
                    </a:ext>
                  </a:extLst>
                </a:gridCol>
                <a:gridCol w="2648831">
                  <a:extLst>
                    <a:ext uri="{9D8B030D-6E8A-4147-A177-3AD203B41FA5}">
                      <a16:colId xmlns:a16="http://schemas.microsoft.com/office/drawing/2014/main" val="1099477314"/>
                    </a:ext>
                  </a:extLst>
                </a:gridCol>
                <a:gridCol w="757221">
                  <a:extLst>
                    <a:ext uri="{9D8B030D-6E8A-4147-A177-3AD203B41FA5}">
                      <a16:colId xmlns:a16="http://schemas.microsoft.com/office/drawing/2014/main" val="877178562"/>
                    </a:ext>
                  </a:extLst>
                </a:gridCol>
                <a:gridCol w="962964">
                  <a:extLst>
                    <a:ext uri="{9D8B030D-6E8A-4147-A177-3AD203B41FA5}">
                      <a16:colId xmlns:a16="http://schemas.microsoft.com/office/drawing/2014/main" val="65989523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algn="ctr" defTabSz="914011" rtl="0" eaLnBrk="1" fontAlgn="ctr" latinLnBrk="0" hangingPunct="1"/>
                      <a:r>
                        <a:rPr lang="pt-PT" sz="1000" b="1" kern="1200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Descrição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10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Data Início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Nº de Incidências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Plano de Remediação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Data Fim</a:t>
                      </a:r>
                      <a:br>
                        <a:rPr lang="pt-PT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</a:br>
                      <a:r>
                        <a:rPr lang="pt-PT" sz="10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Headline" panose="020B0504020201020104" pitchFamily="34" charset="0"/>
                        </a:rPr>
                        <a:t>(previsão)</a:t>
                      </a:r>
                    </a:p>
                  </a:txBody>
                  <a:tcPr marL="9524" marR="9524" marT="9524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PT" sz="1000" b="1" dirty="0">
                          <a:solidFill>
                            <a:schemeClr val="bg1"/>
                          </a:solidFill>
                          <a:latin typeface="Santander Text" panose="020B0504020201020104" pitchFamily="34" charset="0"/>
                        </a:rPr>
                        <a:t>Responsável</a:t>
                      </a:r>
                    </a:p>
                  </a:txBody>
                  <a:tcPr marL="91428" marR="91428" marT="45714" marB="45714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98082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  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Garantias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imobiliárias com código postal do imóvel com formato incorreto </a:t>
                      </a:r>
                      <a:endParaRPr lang="pt-PT" sz="900" b="0" i="0" u="none" strike="noStrike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ctr" defTabSz="914377" rtl="0" eaLnBrk="1" fontAlgn="ctr" latinLnBrk="0" hangingPunct="1"/>
                      <a:r>
                        <a:rPr lang="pt-PT" sz="900" b="0" i="0" u="none" strike="noStrike" kern="120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1414 (0,50%)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</a:t>
                      </a: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CDO e IT de Empréstimos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CDO, IT </a:t>
                      </a: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Emp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.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4573088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   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Garantias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pessoais com percentagem de cobertura com formato incorreto (igual a 0) </a:t>
                      </a:r>
                      <a:endParaRPr lang="pt-PT" sz="900" b="0" i="0" u="none" strike="noStrike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3590 </a:t>
                      </a: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(0,95%)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com Operações de Serviço de Crédito</a:t>
                      </a:r>
                      <a:endParaRPr lang="pt-PT" sz="900" b="0" i="0" u="none" strike="noStrike" baseline="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CDO, Op. CS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63938399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algn="l" rtl="0" fontAlgn="ctr"/>
                      <a:r>
                        <a:rPr lang="pt-PT" sz="900" b="0" i="0" u="none" strike="noStrike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l</a:t>
                      </a:r>
                      <a:r>
                        <a:rPr lang="pt-PT" sz="900" b="0" i="0" u="none" strike="noStrike" baseline="0">
                          <a:solidFill>
                            <a:srgbClr val="FF0000"/>
                          </a:solidFill>
                          <a:effectLst/>
                          <a:latin typeface="Wingdings" panose="05000000000000000000" pitchFamily="2" charset="2"/>
                        </a:rPr>
                        <a:t>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Títulos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</a:rPr>
                        <a:t> com código do depositário de títulos com valores fora do catálogo </a:t>
                      </a:r>
                      <a:endParaRPr lang="pt-PT" sz="900" b="0" i="0" u="none" strike="noStrike">
                        <a:solidFill>
                          <a:srgbClr val="FF0000"/>
                        </a:solidFill>
                        <a:effectLst/>
                        <a:latin typeface="Wingdings" panose="05000000000000000000" pitchFamily="2" charset="2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Abr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(1,21%)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Plano</a:t>
                      </a:r>
                      <a:r>
                        <a:rPr lang="pt-PT" sz="9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de correção definido por IT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011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CDO, IT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524967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</a:t>
                      </a:r>
                      <a:r>
                        <a:rPr lang="pt-PT" sz="900" b="0" i="0" u="none" strike="noStrike" baseline="0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  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Garantias cuja moeda é diferente de euro e que não foram </a:t>
                      </a:r>
                      <a:r>
                        <a:rPr lang="pt-PT" sz="900" b="0" i="0" u="none" strike="noStrike" baseline="0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contravaloradas</a:t>
                      </a:r>
                      <a:r>
                        <a:rPr lang="pt-PT" sz="900" b="0" i="0" u="none" strike="noStrike" baseline="0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 </a:t>
                      </a:r>
                      <a:endParaRPr lang="pt-PT" sz="900" b="0" i="0" u="none" strike="noStrike" noProof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Fev</a:t>
                      </a: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/23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</a:t>
                      </a:r>
                      <a:r>
                        <a:rPr 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(3,33%)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 CDO e equipa IT do projeto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CDO, IT modelo</a:t>
                      </a:r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040976"/>
                  </a:ext>
                </a:extLst>
              </a:tr>
              <a:tr h="194400"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>
                          <a:solidFill>
                            <a:srgbClr val="FFC000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    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CC, TT ou FU dados como garantia com saldo </a:t>
                      </a:r>
                      <a:r>
                        <a:rPr lang="pt-PT" sz="900" b="0" i="0" u="none" strike="noStrike" err="1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contab</a:t>
                      </a:r>
                      <a:r>
                        <a:rPr lang="pt-PT" sz="900" b="0" i="0" u="none" strike="noStrike">
                          <a:solidFill>
                            <a:schemeClr val="tx1"/>
                          </a:solidFill>
                          <a:effectLst/>
                          <a:latin typeface="Santander Text" panose="020B0504020201020104" pitchFamily="34" charset="0"/>
                          <a:sym typeface="Wingdings" panose="05000000000000000000" pitchFamily="2" charset="2"/>
                        </a:rPr>
                        <a:t>. &lt; ao montante cativo total</a:t>
                      </a:r>
                      <a:endParaRPr lang="pt-PT" sz="900" b="0" i="0" u="none" strike="noStrike" noProof="0">
                        <a:solidFill>
                          <a:schemeClr val="tx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i="0" u="none" strike="noStrike" baseline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139 </a:t>
                      </a: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(2,17%)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PT" sz="900" b="0" i="0" u="none" strike="noStrike" baseline="0" noProof="0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Em análise por CDO e Operações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TBD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PT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Santander Text" panose="020B0504020201020104" pitchFamily="34" charset="0"/>
                          <a:ea typeface="+mn-ea"/>
                          <a:cs typeface="+mn-cs"/>
                        </a:rPr>
                        <a:t>CDO, Op.</a:t>
                      </a:r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0511283"/>
                  </a:ext>
                </a:extLst>
              </a:tr>
            </a:tbl>
          </a:graphicData>
        </a:graphic>
      </p:graphicFrame>
      <p:sp>
        <p:nvSpPr>
          <p:cNvPr id="13" name="Rectangle 12">
            <a:extLst>
              <a:ext uri="{FF2B5EF4-FFF2-40B4-BE49-F238E27FC236}">
                <a16:creationId xmlns:a16="http://schemas.microsoft.com/office/drawing/2014/main" id="{1B7AFF5F-46D3-7489-5604-3BAFE3FF40CB}"/>
              </a:ext>
            </a:extLst>
          </p:cNvPr>
          <p:cNvSpPr/>
          <p:nvPr/>
        </p:nvSpPr>
        <p:spPr>
          <a:xfrm>
            <a:off x="722241" y="693094"/>
            <a:ext cx="1863643" cy="193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pt-PT" sz="1200" u="sng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Detalhe: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5C813D72-10E5-2616-6917-5B02833A116E}"/>
              </a:ext>
            </a:extLst>
          </p:cNvPr>
          <p:cNvGrpSpPr/>
          <p:nvPr/>
        </p:nvGrpSpPr>
        <p:grpSpPr>
          <a:xfrm>
            <a:off x="722243" y="1134479"/>
            <a:ext cx="9936402" cy="417600"/>
            <a:chOff x="722243" y="2140870"/>
            <a:chExt cx="9936402" cy="417600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09948EFD-D9ED-189C-FF37-624EBF0025F1}"/>
                </a:ext>
              </a:extLst>
            </p:cNvPr>
            <p:cNvSpPr/>
            <p:nvPr/>
          </p:nvSpPr>
          <p:spPr>
            <a:xfrm>
              <a:off x="1221004" y="2142834"/>
              <a:ext cx="8929759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As variações verificadas entre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Modelo de Garantias FEVEREIRO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 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ABRIL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não foram significativas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, justificando-se pelas variações inerentes a uma nova data de referência. Adicionalmente, verificam-se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resultados semelhantes</a:t>
              </a:r>
              <a:r>
                <a:rPr lang="pt-PT" sz="1050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no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módulo de controlos de garantias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nas 2 datas de referência.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93BDD7F-5B16-3A71-95A0-CB045E02CB24}"/>
                </a:ext>
              </a:extLst>
            </p:cNvPr>
            <p:cNvSpPr/>
            <p:nvPr/>
          </p:nvSpPr>
          <p:spPr>
            <a:xfrm>
              <a:off x="722243" y="2142834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B</a:t>
              </a:r>
            </a:p>
          </p:txBody>
        </p:sp>
        <p:pic>
          <p:nvPicPr>
            <p:cNvPr id="21" name="Graphic 20" descr="Badge Tick1 with solid fill">
              <a:extLst>
                <a:ext uri="{FF2B5EF4-FFF2-40B4-BE49-F238E27FC236}">
                  <a16:creationId xmlns:a16="http://schemas.microsoft.com/office/drawing/2014/main" id="{C4B20051-9B1E-1272-CF89-4917CD75945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241045" y="2140870"/>
              <a:ext cx="417600" cy="417600"/>
            </a:xfrm>
            <a:prstGeom prst="rect">
              <a:avLst/>
            </a:prstGeom>
          </p:spPr>
        </p:pic>
      </p:grpSp>
      <p:pic>
        <p:nvPicPr>
          <p:cNvPr id="22" name="Picture 21">
            <a:extLst>
              <a:ext uri="{FF2B5EF4-FFF2-40B4-BE49-F238E27FC236}">
                <a16:creationId xmlns:a16="http://schemas.microsoft.com/office/drawing/2014/main" id="{DE50BAEC-7A5E-69B2-01F4-6DDA56759006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-1" b="32811"/>
          <a:stretch/>
        </p:blipFill>
        <p:spPr>
          <a:xfrm>
            <a:off x="10032965" y="698760"/>
            <a:ext cx="1787318" cy="35861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EBE5684-F81C-8B42-186A-E425180B2489}"/>
              </a:ext>
            </a:extLst>
          </p:cNvPr>
          <p:cNvSpPr/>
          <p:nvPr/>
        </p:nvSpPr>
        <p:spPr>
          <a:xfrm>
            <a:off x="9960993" y="875486"/>
            <a:ext cx="1955007" cy="194801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alpha val="70000"/>
                </a:schemeClr>
              </a:solidFill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6C4A0C4F-C09D-C24B-88F3-124DB4F8F41C}"/>
              </a:ext>
            </a:extLst>
          </p:cNvPr>
          <p:cNvSpPr/>
          <p:nvPr/>
        </p:nvSpPr>
        <p:spPr>
          <a:xfrm>
            <a:off x="9960993" y="691281"/>
            <a:ext cx="1955007" cy="90403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alpha val="7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3191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29</a:t>
            </a:fld>
            <a:endParaRPr lang="es-ES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37790DD7-7A57-A5DD-1BF3-EDD100B3CF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743200"/>
              </p:ext>
            </p:extLst>
          </p:nvPr>
        </p:nvGraphicFramePr>
        <p:xfrm>
          <a:off x="722243" y="2566752"/>
          <a:ext cx="9176402" cy="107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40872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1389255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171368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# Registos</a:t>
                      </a: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Valor de avaliação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Tipologia</a:t>
                      </a:r>
                      <a:endParaRPr lang="pt-PT" sz="9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Novo Modelo Garantias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JM_GARANT_CTO</a:t>
                      </a:r>
                      <a:r>
                        <a:rPr lang="pt-PT" sz="900" b="1" u="none" strike="noStrike" baseline="3000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Novo Modelo Garantias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JM_GARANT_CTO</a:t>
                      </a:r>
                      <a:r>
                        <a:rPr lang="pt-PT" sz="900" b="1" u="none" strike="noStrike" baseline="3000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900" b="1" i="0" u="none" strike="noStrike" baseline="3000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9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9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u="none" strike="noStrike">
                          <a:effectLst/>
                          <a:latin typeface="Santander Text" panose="020B0504020201020104" pitchFamily="34" charset="0"/>
                        </a:rPr>
                        <a:t> Financeira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8 141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8 140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-1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679 782 825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679 782 516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-308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 Imóvel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369 444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369 444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59 033 645 974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59 033 645 974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5961221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0" u="none" strike="noStrike">
                          <a:effectLst/>
                          <a:latin typeface="Santander Text" panose="020B0504020201020104" pitchFamily="34" charset="0"/>
                        </a:rPr>
                        <a:t> Pessoais</a:t>
                      </a:r>
                      <a:endParaRPr lang="pt-PT" sz="1000" b="0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371 199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371 190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-9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24 031 821 582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24 031 715 515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 dirty="0">
                          <a:solidFill>
                            <a:srgbClr val="FF0000"/>
                          </a:solidFill>
                          <a:effectLst/>
                          <a:latin typeface="Santander Text" panose="020B0504020201020104" pitchFamily="34" charset="0"/>
                        </a:rPr>
                        <a:t>-106 067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748 784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748 774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83 745 250 380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83 745 144 005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-106 375</a:t>
                      </a:r>
                    </a:p>
                  </a:txBody>
                  <a:tcPr marL="7620" marR="7620" marT="762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EBB4D737-4769-DA22-3EBA-563EBC6CDD40}"/>
              </a:ext>
            </a:extLst>
          </p:cNvPr>
          <p:cNvSpPr txBox="1"/>
          <p:nvPr/>
        </p:nvSpPr>
        <p:spPr>
          <a:xfrm>
            <a:off x="711028" y="6072469"/>
            <a:ext cx="52084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27 de abril.</a:t>
            </a:r>
          </a:p>
          <a:p>
            <a:r>
              <a:rPr lang="pt-PT" sz="800" dirty="0">
                <a:latin typeface="Santander Text" panose="020B0504020201020104" pitchFamily="34" charset="0"/>
              </a:rPr>
              <a:t>2. Tabela JM_GARANT_CTO carregada na BDR2 e resulta do processo utilizando o Novo Modelo de Garantias (GT015).</a:t>
            </a:r>
            <a:endParaRPr lang="pt-BR" sz="800" dirty="0">
              <a:latin typeface="Santander Text" panose="020B0504020201020104" pitchFamily="34" charset="0"/>
            </a:endParaRPr>
          </a:p>
        </p:txBody>
      </p:sp>
      <p:sp>
        <p:nvSpPr>
          <p:cNvPr id="14" name="Marcador de texto 2">
            <a:extLst>
              <a:ext uri="{FF2B5EF4-FFF2-40B4-BE49-F238E27FC236}">
                <a16:creationId xmlns:a16="http://schemas.microsoft.com/office/drawing/2014/main" id="{F1CBC589-FA16-696D-1407-5680FB9143D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/>
          <a:lstStyle/>
          <a:p>
            <a:r>
              <a:rPr lang="pt-PT" sz="2000" dirty="0"/>
              <a:t>2. Análise e testes de Modelo em produção a 30 Abril 2023, com respeito a 30 Abril 2023 real</a:t>
            </a:r>
            <a:endParaRPr lang="es-ES" sz="2000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9DBD245-E9BC-0ED8-C6F1-DF392802B5B2}"/>
              </a:ext>
            </a:extLst>
          </p:cNvPr>
          <p:cNvSpPr/>
          <p:nvPr/>
        </p:nvSpPr>
        <p:spPr>
          <a:xfrm>
            <a:off x="722241" y="693094"/>
            <a:ext cx="1863643" cy="193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pt-PT" sz="1200" u="sng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Detalhe: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031122F-38D3-5AD9-5C4C-2BE8ABA4225A}"/>
              </a:ext>
            </a:extLst>
          </p:cNvPr>
          <p:cNvGrpSpPr/>
          <p:nvPr/>
        </p:nvGrpSpPr>
        <p:grpSpPr>
          <a:xfrm>
            <a:off x="722243" y="1134479"/>
            <a:ext cx="9936402" cy="417600"/>
            <a:chOff x="722243" y="2140870"/>
            <a:chExt cx="9936402" cy="4176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CAEE3485-A3EA-2DC6-458C-B2D6164FBA8D}"/>
                </a:ext>
              </a:extLst>
            </p:cNvPr>
            <p:cNvSpPr/>
            <p:nvPr/>
          </p:nvSpPr>
          <p:spPr>
            <a:xfrm>
              <a:off x="1221004" y="2142834"/>
              <a:ext cx="8929759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As casuisticas e nº de registos descartados na BDR a Abril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encontram-se em linha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com o identificado na data de referência de Fevereiro (análise de fluxo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Modelo de Garantias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 e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JM_GARANT_CTO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)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835FF8B1-3E69-87CB-4140-427A6C3696E3}"/>
                </a:ext>
              </a:extLst>
            </p:cNvPr>
            <p:cNvSpPr/>
            <p:nvPr/>
          </p:nvSpPr>
          <p:spPr>
            <a:xfrm>
              <a:off x="722243" y="2142834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C</a:t>
              </a:r>
            </a:p>
          </p:txBody>
        </p:sp>
        <p:pic>
          <p:nvPicPr>
            <p:cNvPr id="17" name="Graphic 16" descr="Badge Tick1 with solid fill">
              <a:extLst>
                <a:ext uri="{FF2B5EF4-FFF2-40B4-BE49-F238E27FC236}">
                  <a16:creationId xmlns:a16="http://schemas.microsoft.com/office/drawing/2014/main" id="{FA65CFA0-7D21-2317-07E9-AB7AA21BAB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41045" y="2140870"/>
              <a:ext cx="417600" cy="417600"/>
            </a:xfrm>
            <a:prstGeom prst="rect">
              <a:avLst/>
            </a:prstGeom>
          </p:spPr>
        </p:pic>
      </p:grpSp>
      <p:pic>
        <p:nvPicPr>
          <p:cNvPr id="18" name="Picture 17">
            <a:extLst>
              <a:ext uri="{FF2B5EF4-FFF2-40B4-BE49-F238E27FC236}">
                <a16:creationId xmlns:a16="http://schemas.microsoft.com/office/drawing/2014/main" id="{8EC51A9F-ADED-C866-095F-4B706266BBD0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-1" b="32811"/>
          <a:stretch/>
        </p:blipFill>
        <p:spPr>
          <a:xfrm>
            <a:off x="10032965" y="698760"/>
            <a:ext cx="1787318" cy="35861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193B487F-E8A5-AD20-DBA2-88F6BEA44FAA}"/>
              </a:ext>
            </a:extLst>
          </p:cNvPr>
          <p:cNvSpPr/>
          <p:nvPr/>
        </p:nvSpPr>
        <p:spPr>
          <a:xfrm>
            <a:off x="9975815" y="962839"/>
            <a:ext cx="1955007" cy="11116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alpha val="70000"/>
                </a:schemeClr>
              </a:solidFill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BDD73CE-A9D9-82FE-1A38-F853A5AE8679}"/>
              </a:ext>
            </a:extLst>
          </p:cNvPr>
          <p:cNvSpPr/>
          <p:nvPr/>
        </p:nvSpPr>
        <p:spPr>
          <a:xfrm>
            <a:off x="9975815" y="693094"/>
            <a:ext cx="1955007" cy="188016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alpha val="7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048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/>
          <p:cNvSpPr/>
          <p:nvPr/>
        </p:nvSpPr>
        <p:spPr>
          <a:xfrm>
            <a:off x="699648" y="3403875"/>
            <a:ext cx="10891987" cy="2767858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Santander Text" panose="020B0504020201020104" pitchFamily="34" charset="0"/>
            </a:endParaRPr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85C6C65B-5F9A-4C17-83A2-1BD373C98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30845" y="6422336"/>
            <a:ext cx="2743200" cy="377634"/>
          </a:xfrm>
        </p:spPr>
        <p:txBody>
          <a:bodyPr/>
          <a:lstStyle/>
          <a:p>
            <a:fld id="{BC0D97B6-E32F-4D7D-B839-7C3B51F2640F}" type="slidenum">
              <a:rPr lang="es-ES" smtClean="0"/>
              <a:pPr/>
              <a:t>30</a:t>
            </a:fld>
            <a:endParaRPr lang="es-ES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134385"/>
              </p:ext>
            </p:extLst>
          </p:nvPr>
        </p:nvGraphicFramePr>
        <p:xfrm>
          <a:off x="1033024" y="3443247"/>
          <a:ext cx="5478294" cy="2578310"/>
        </p:xfrm>
        <a:graphic>
          <a:graphicData uri="http://schemas.openxmlformats.org/drawingml/2006/table">
            <a:tbl>
              <a:tblPr/>
              <a:tblGrid>
                <a:gridCol w="1800000">
                  <a:extLst>
                    <a:ext uri="{9D8B030D-6E8A-4147-A177-3AD203B41FA5}">
                      <a16:colId xmlns:a16="http://schemas.microsoft.com/office/drawing/2014/main" val="2525455244"/>
                    </a:ext>
                  </a:extLst>
                </a:gridCol>
                <a:gridCol w="762294">
                  <a:extLst>
                    <a:ext uri="{9D8B030D-6E8A-4147-A177-3AD203B41FA5}">
                      <a16:colId xmlns:a16="http://schemas.microsoft.com/office/drawing/2014/main" val="741639320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242864794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14102646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3392995825"/>
                    </a:ext>
                  </a:extLst>
                </a:gridCol>
              </a:tblGrid>
              <a:tr h="186805"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pt-PT" sz="900" b="0" i="0" u="none" strike="noStrike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RWA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2428216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Casuística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# Registos</a:t>
                      </a:r>
                      <a:r>
                        <a:rPr lang="pt-PT" sz="1000" b="1" i="0" u="none" strike="noStrike" baseline="30000">
                          <a:solidFill>
                            <a:srgbClr val="FFFFFF"/>
                          </a:solidFill>
                          <a:effectLst/>
                          <a:latin typeface="Santander Text" panose="020B0504020201020104" pitchFamily="34" charset="0"/>
                        </a:rPr>
                        <a:t>4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effectLst/>
                          <a:latin typeface="Santander Text" panose="020B0504020201020104" pitchFamily="34" charset="0"/>
                        </a:rPr>
                        <a:t>IRB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>
                          <a:effectLst/>
                          <a:latin typeface="Santander Text" panose="020B0504020201020104" pitchFamily="34" charset="0"/>
                        </a:rPr>
                        <a:t>STD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253125"/>
                  </a:ext>
                </a:extLst>
              </a:tr>
              <a:tr h="187200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Metodologia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62B967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123 031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-4 256 526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-2 328 469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-6 584 994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13864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 dirty="0">
                          <a:effectLst/>
                          <a:latin typeface="Santander Text" panose="020B0504020201020104" pitchFamily="34" charset="0"/>
                        </a:rPr>
                        <a:t>Em resolução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13 492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-2 495 169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-368 051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-2 863 220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02269089"/>
                  </a:ext>
                </a:extLst>
              </a:tr>
              <a:tr h="186805">
                <a:tc>
                  <a:txBody>
                    <a:bodyPr/>
                    <a:lstStyle/>
                    <a:p>
                      <a:pPr algn="l" fontAlgn="ctr"/>
                      <a:r>
                        <a:rPr lang="pt-PT" sz="900" b="1" i="0" u="none" strike="noStrike">
                          <a:effectLst/>
                          <a:latin typeface="Santander Text" panose="020B0504020201020104" pitchFamily="34" charset="0"/>
                        </a:rPr>
                        <a:t>Em análise</a:t>
                      </a:r>
                    </a:p>
                  </a:txBody>
                  <a:tcPr marL="857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6 018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2 375 903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4 952 780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7 328 683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0403822"/>
                  </a:ext>
                </a:extLst>
              </a:tr>
              <a:tr h="186805"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pt-PT" sz="1000" b="1" i="0" u="none" strike="noStrike" dirty="0">
                          <a:effectLst/>
                          <a:latin typeface="Santander Text" panose="020B0504020201020104" pitchFamily="34" charset="0"/>
                        </a:rPr>
                        <a:t>Impacto inerentes a garantias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-4 375 791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2 256 260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-2 119 531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7453271"/>
                  </a:ext>
                </a:extLst>
              </a:tr>
              <a:tr h="144000">
                <a:tc gridSpan="5">
                  <a:txBody>
                    <a:bodyPr/>
                    <a:lstStyle/>
                    <a:p>
                      <a:pPr algn="ctr" fontAlgn="ctr"/>
                      <a:endParaRPr lang="pt-PT" sz="900" b="1" i="0" u="none" strike="noStrike" dirty="0"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r" fontAlgn="ctr"/>
                      <a:endParaRPr lang="pt-PT" sz="1000" b="1" i="0" u="none" strike="noStrike">
                        <a:effectLst/>
                        <a:latin typeface="+mj-lt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5237777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Diferenças de Reconciliação (Cont/Cargabal)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19 099 624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19 099 624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5117167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Alteração PD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30 110 172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30 110 172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2383772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Alteração LGD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-1 787 311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-1 787 311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55514737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Variações de Universo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-28 156 740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-5 242 416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-33 399 157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9660024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Mudanças no rácio atual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-16 508 261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-14 901 741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-31 410 002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8526707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Impactos não inerentes – ENC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0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13 090 879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13 090 879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7521463"/>
                  </a:ext>
                </a:extLst>
              </a:tr>
              <a:tr h="187200">
                <a:tc gridSpan="2">
                  <a:txBody>
                    <a:bodyPr/>
                    <a:lstStyle/>
                    <a:p>
                      <a:pPr algn="l" fontAlgn="ctr"/>
                      <a:r>
                        <a:rPr lang="pt-PT" sz="900" b="0" i="0" u="none" strike="noStrike" dirty="0">
                          <a:solidFill>
                            <a:schemeClr val="bg1">
                              <a:lumMod val="50000"/>
                            </a:schemeClr>
                          </a:solidFill>
                          <a:effectLst/>
                          <a:latin typeface="Santander Text" panose="020B0504020201020104" pitchFamily="34" charset="0"/>
                        </a:rPr>
                        <a:t>Outras Diferenças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pt-P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-150 845 531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0" i="0" u="none" strike="noStrike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20 982 025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pt-PT" sz="900" b="1" i="0" u="none" strike="noStrike" dirty="0">
                          <a:solidFill>
                            <a:srgbClr val="808080"/>
                          </a:solidFill>
                          <a:effectLst/>
                          <a:latin typeface="Santander Text" panose="020B0504020201020104" pitchFamily="34" charset="0"/>
                        </a:rPr>
                        <a:t>-129 863 507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42412481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599163" y="3403875"/>
            <a:ext cx="4992472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900" b="1" u="sng" dirty="0">
                <a:latin typeface="Santander Text" panose="020B0504020201020104" pitchFamily="34" charset="0"/>
              </a:rPr>
              <a:t>Notas adicionais:</a:t>
            </a:r>
          </a:p>
          <a:p>
            <a:endParaRPr lang="pt-PT" sz="900" dirty="0">
              <a:latin typeface="Santander Text" panose="020B0504020201020104" pitchFamily="34" charset="0"/>
            </a:endParaRPr>
          </a:p>
          <a:p>
            <a:pPr marL="228600" indent="-228600">
              <a:spcBef>
                <a:spcPts val="300"/>
              </a:spcBef>
              <a:buFont typeface="+mj-lt"/>
              <a:buAutoNum type="arabicPeriod"/>
            </a:pPr>
            <a:r>
              <a:rPr lang="pt-PT" sz="900" dirty="0">
                <a:latin typeface="Santander Text" panose="020B0504020201020104" pitchFamily="34" charset="0"/>
              </a:rPr>
              <a:t>Para os </a:t>
            </a:r>
            <a:r>
              <a:rPr lang="pt-PT" sz="900" b="1" dirty="0">
                <a:latin typeface="Santander Text" panose="020B0504020201020104" pitchFamily="34" charset="0"/>
              </a:rPr>
              <a:t>impactos inerentes a garantias</a:t>
            </a:r>
            <a:r>
              <a:rPr lang="pt-PT" sz="900" dirty="0">
                <a:latin typeface="Santander Text" panose="020B0504020201020104" pitchFamily="34" charset="0"/>
              </a:rPr>
              <a:t> não foi possível isolar o efeito de variações "normais" de mudança de rácio, incluindo, por exemplo, variações na EAD; </a:t>
            </a:r>
          </a:p>
          <a:p>
            <a:pPr marL="228600" indent="-228600">
              <a:spcBef>
                <a:spcPts val="300"/>
              </a:spcBef>
              <a:buFont typeface="+mj-lt"/>
              <a:buAutoNum type="arabicPeriod"/>
            </a:pPr>
            <a:r>
              <a:rPr lang="pt-PT" sz="900" dirty="0">
                <a:latin typeface="Santander Text" panose="020B0504020201020104" pitchFamily="34" charset="0"/>
              </a:rPr>
              <a:t>As </a:t>
            </a:r>
            <a:r>
              <a:rPr lang="pt-PT" sz="900" b="1" dirty="0">
                <a:latin typeface="Santander Text" panose="020B0504020201020104" pitchFamily="34" charset="0"/>
              </a:rPr>
              <a:t>restantes diferenças </a:t>
            </a:r>
            <a:r>
              <a:rPr lang="pt-PT" sz="900" dirty="0">
                <a:latin typeface="Santander Text" panose="020B0504020201020104" pitchFamily="34" charset="0"/>
              </a:rPr>
              <a:t>dizem respeito a contratos para os quais:</a:t>
            </a:r>
          </a:p>
          <a:p>
            <a:pPr marL="685476" lvl="1" indent="-228600">
              <a:spcBef>
                <a:spcPts val="300"/>
              </a:spcBef>
              <a:buFont typeface="+mj-lt"/>
              <a:buAutoNum type="alphaLcParenR"/>
            </a:pPr>
            <a:r>
              <a:rPr lang="pt-PT" sz="900" dirty="0">
                <a:latin typeface="Santander Text" panose="020B0504020201020104" pitchFamily="34" charset="0"/>
              </a:rPr>
              <a:t>Não existe garantia associada em nenhum dos rácios;</a:t>
            </a:r>
          </a:p>
          <a:p>
            <a:pPr marL="685476" lvl="1" indent="-228600">
              <a:spcBef>
                <a:spcPts val="300"/>
              </a:spcBef>
              <a:buFont typeface="+mj-lt"/>
              <a:buAutoNum type="alphaLcParenR"/>
            </a:pPr>
            <a:r>
              <a:rPr lang="pt-PT" sz="900" dirty="0">
                <a:latin typeface="Santander Text" panose="020B0504020201020104" pitchFamily="34" charset="0"/>
              </a:rPr>
              <a:t>Existe garantia(s) associada(s) em pelo menos um dos rácios, no entanto existe o descarte das mesmas;</a:t>
            </a:r>
          </a:p>
          <a:p>
            <a:pPr marL="685476" lvl="1" indent="-228600">
              <a:spcBef>
                <a:spcPts val="300"/>
              </a:spcBef>
              <a:buFont typeface="+mj-lt"/>
              <a:buAutoNum type="alphaLcParenR"/>
            </a:pPr>
            <a:r>
              <a:rPr lang="pt-PT" sz="900" dirty="0">
                <a:latin typeface="Santander Text" panose="020B0504020201020104" pitchFamily="34" charset="0"/>
              </a:rPr>
              <a:t>A(s) garantia(s) utilizada(s) são exatamente iguais entre os rácios.</a:t>
            </a:r>
          </a:p>
          <a:p>
            <a:pPr marL="228600" indent="-228600">
              <a:spcBef>
                <a:spcPts val="300"/>
              </a:spcBef>
              <a:buFont typeface="+mj-lt"/>
              <a:buAutoNum type="arabicPeriod"/>
            </a:pPr>
            <a:r>
              <a:rPr lang="pt-PT" sz="900" dirty="0">
                <a:latin typeface="Santander Text" panose="020B0504020201020104" pitchFamily="34" charset="0"/>
              </a:rPr>
              <a:t>A casuistica "</a:t>
            </a:r>
            <a:r>
              <a:rPr lang="pt-PT" sz="900" b="1" dirty="0">
                <a:latin typeface="Santander Text" panose="020B0504020201020104" pitchFamily="34" charset="0"/>
              </a:rPr>
              <a:t>Variações de Universo</a:t>
            </a:r>
            <a:r>
              <a:rPr lang="pt-PT" sz="900" dirty="0">
                <a:latin typeface="Santander Text" panose="020B0504020201020104" pitchFamily="34" charset="0"/>
              </a:rPr>
              <a:t>" engloba as seguintes situações: variações de EAD, novos contratos, contratos desaparecidos ou Diferenças no valor do LTV.</a:t>
            </a:r>
          </a:p>
          <a:p>
            <a:pPr marL="228600" indent="-228600">
              <a:spcBef>
                <a:spcPts val="300"/>
              </a:spcBef>
              <a:buFont typeface="+mj-lt"/>
              <a:buAutoNum type="arabicPeriod"/>
            </a:pPr>
            <a:r>
              <a:rPr lang="pt-PT" sz="900" dirty="0">
                <a:latin typeface="Santander Text" panose="020B0504020201020104" pitchFamily="34" charset="0"/>
              </a:rPr>
              <a:t>A casuistica "</a:t>
            </a:r>
            <a:r>
              <a:rPr lang="pt-PT" sz="900" b="1" dirty="0">
                <a:latin typeface="Santander Text" panose="020B0504020201020104" pitchFamily="34" charset="0"/>
              </a:rPr>
              <a:t>Mudanças no rácio atual</a:t>
            </a:r>
            <a:r>
              <a:rPr lang="pt-PT" sz="900" dirty="0">
                <a:latin typeface="Santander Text" panose="020B0504020201020104" pitchFamily="34" charset="0"/>
              </a:rPr>
              <a:t>" diz respeito a contratos para os quais a garantia era descartada em março e a abril é utilizada. </a:t>
            </a:r>
          </a:p>
          <a:p>
            <a:pPr marL="228600" indent="-228600">
              <a:spcBef>
                <a:spcPts val="300"/>
              </a:spcBef>
              <a:buFont typeface="+mj-lt"/>
              <a:buAutoNum type="arabicPeriod"/>
            </a:pPr>
            <a:r>
              <a:rPr lang="pt-PT" sz="900" dirty="0">
                <a:latin typeface="Santander Text" panose="020B0504020201020104" pitchFamily="34" charset="0"/>
              </a:rPr>
              <a:t>Para a casuistica "</a:t>
            </a:r>
            <a:r>
              <a:rPr lang="pt-PT" sz="900" b="1" dirty="0">
                <a:latin typeface="Santander Text" panose="020B0504020201020104" pitchFamily="34" charset="0"/>
              </a:rPr>
              <a:t>Outras Diferenças</a:t>
            </a:r>
            <a:r>
              <a:rPr lang="pt-PT" sz="900" dirty="0">
                <a:latin typeface="Santander Text" panose="020B0504020201020104" pitchFamily="34" charset="0"/>
              </a:rPr>
              <a:t>" não foi possível aferir a razão da variação verificada no montante de RWA, uma vez que os contratos em questão cumprem todos os requisitos identificados no ponto 2</a:t>
            </a:r>
          </a:p>
        </p:txBody>
      </p:sp>
      <p:graphicFrame>
        <p:nvGraphicFramePr>
          <p:cNvPr id="33" name="Table 32">
            <a:extLst>
              <a:ext uri="{FF2B5EF4-FFF2-40B4-BE49-F238E27FC236}">
                <a16:creationId xmlns:a16="http://schemas.microsoft.com/office/drawing/2014/main" id="{1D5AD34C-9F22-0F96-ADAD-0463A560240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708147"/>
              </p:ext>
            </p:extLst>
          </p:nvPr>
        </p:nvGraphicFramePr>
        <p:xfrm>
          <a:off x="722243" y="2247176"/>
          <a:ext cx="6479999" cy="8923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3789">
                  <a:extLst>
                    <a:ext uri="{9D8B030D-6E8A-4147-A177-3AD203B41FA5}">
                      <a16:colId xmlns:a16="http://schemas.microsoft.com/office/drawing/2014/main" val="3950466940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975938831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3198698529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719171195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2734526999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3705975520"/>
                    </a:ext>
                  </a:extLst>
                </a:gridCol>
                <a:gridCol w="981035">
                  <a:extLst>
                    <a:ext uri="{9D8B030D-6E8A-4147-A177-3AD203B41FA5}">
                      <a16:colId xmlns:a16="http://schemas.microsoft.com/office/drawing/2014/main" val="395914557"/>
                    </a:ext>
                  </a:extLst>
                </a:gridCol>
              </a:tblGrid>
              <a:tr h="171368">
                <a:tc>
                  <a:txBody>
                    <a:bodyPr/>
                    <a:lstStyle/>
                    <a:p>
                      <a:pPr algn="l" fontAlgn="b"/>
                      <a:endParaRPr lang="pt-PT" sz="900" b="0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RWA</a:t>
                      </a:r>
                      <a:endParaRPr lang="pt-PT" sz="1000" b="1" i="0" u="none" strike="noStrike" dirty="0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EAD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PT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958829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solidFill>
                            <a:schemeClr val="bg1"/>
                          </a:solidFill>
                          <a:effectLst/>
                          <a:latin typeface="Santander Text" panose="020B0504020201020104" pitchFamily="34" charset="0"/>
                        </a:rPr>
                        <a:t>Método</a:t>
                      </a:r>
                      <a:endParaRPr lang="pt-PT" sz="1000" b="1" i="0" u="none" strike="noStrike">
                        <a:solidFill>
                          <a:schemeClr val="bg1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Abril</a:t>
                      </a:r>
                      <a:r>
                        <a:rPr lang="pt-PT" sz="1000" b="1" u="none" strike="noStrike" baseline="30000" dirty="0"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Março</a:t>
                      </a:r>
                      <a:r>
                        <a:rPr lang="pt-PT" sz="1000" b="1" u="none" strike="noStrike" baseline="30000" dirty="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1000" b="1" i="0" u="none" strike="noStrike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Abril</a:t>
                      </a:r>
                      <a:r>
                        <a:rPr lang="pt-PT" sz="1000" b="1" u="none" strike="noStrike" baseline="30000" dirty="0">
                          <a:effectLst/>
                          <a:latin typeface="Santander Text" panose="020B0504020201020104" pitchFamily="34" charset="0"/>
                        </a:rPr>
                        <a:t>3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 dirty="0">
                          <a:effectLst/>
                          <a:latin typeface="Santander Text" panose="020B0504020201020104" pitchFamily="34" charset="0"/>
                        </a:rPr>
                        <a:t>Março</a:t>
                      </a:r>
                      <a:r>
                        <a:rPr lang="pt-PT" sz="1000" b="1" u="none" strike="noStrike" baseline="30000" dirty="0">
                          <a:effectLst/>
                          <a:latin typeface="Santander Text" panose="020B0504020201020104" pitchFamily="34" charset="0"/>
                        </a:rPr>
                        <a:t>2</a:t>
                      </a:r>
                      <a:endParaRPr lang="pt-PT" sz="1000" b="1" i="0" u="none" strike="noStrike" baseline="30000" dirty="0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Diferenças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7850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IRB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10 231 633 092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10 403 196 555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-171 563 463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32 535 752 617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32 911 360 189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-375 607 572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300382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STD</a:t>
                      </a:r>
                      <a:endParaRPr lang="pt-PT" sz="1000" b="1" i="0" u="none" strike="noStrike">
                        <a:solidFill>
                          <a:srgbClr val="000000"/>
                        </a:solidFill>
                        <a:effectLst/>
                        <a:latin typeface="Santander Text" panose="020B0504020201020104" pitchFamily="34" charset="0"/>
                      </a:endParaRP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1 310 323 255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1 275 038 624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35 284 631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16 509 804 582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17 974 054 454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900" b="0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-1 464 249 872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56384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b"/>
                      <a:r>
                        <a:rPr lang="pt-PT" sz="1000" b="1" u="none" strike="noStrike">
                          <a:effectLst/>
                          <a:latin typeface="Santander Text" panose="020B0504020201020104" pitchFamily="34" charset="0"/>
                        </a:rPr>
                        <a:t>Total</a:t>
                      </a:r>
                    </a:p>
                  </a:txBody>
                  <a:tcPr marL="6132" marR="6132" marT="6132" marB="0" anchor="ctr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7D7D7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11 541 956 347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11 678 235 179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-136 278 831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49 045 557 199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50 885 414 643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pt-PT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Santander Text" panose="020B0504020201020104" pitchFamily="34" charset="0"/>
                        </a:rPr>
                        <a:t>-1 839 857 444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35484053"/>
                  </a:ext>
                </a:extLst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2059536" y="6193464"/>
            <a:ext cx="66672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800" dirty="0">
                <a:latin typeface="Santander Text" panose="020B0504020201020104" pitchFamily="34" charset="0"/>
              </a:rPr>
              <a:t>1. Resultados obtidos sobre a execução realizada no dia 27 de abril.</a:t>
            </a:r>
          </a:p>
          <a:p>
            <a:r>
              <a:rPr lang="pt-PT" sz="800" dirty="0">
                <a:latin typeface="Santander Text" panose="020B0504020201020104" pitchFamily="34" charset="0"/>
              </a:rPr>
              <a:t>2. Resultados obtidos à data de referência de Março resultam do processo do BIYR9500 (</a:t>
            </a:r>
            <a:r>
              <a:rPr lang="pt-PT" sz="800" b="1" dirty="0">
                <a:latin typeface="Santander Text" panose="020B0504020201020104" pitchFamily="34" charset="0"/>
              </a:rPr>
              <a:t>antes</a:t>
            </a:r>
            <a:r>
              <a:rPr lang="pt-PT" sz="800" dirty="0">
                <a:latin typeface="Santander Text" panose="020B0504020201020104" pitchFamily="34" charset="0"/>
              </a:rPr>
              <a:t> da entrada em produção do Novo Modelo de Garantias).</a:t>
            </a:r>
          </a:p>
          <a:p>
            <a:r>
              <a:rPr lang="pt-PT" sz="800" dirty="0">
                <a:latin typeface="Santander Text" panose="020B0504020201020104" pitchFamily="34" charset="0"/>
              </a:rPr>
              <a:t>3. Resultados obtidos à data de referência de Abril resultam do processo do BIYR9500 (</a:t>
            </a:r>
            <a:r>
              <a:rPr lang="pt-PT" sz="800" b="1" dirty="0">
                <a:latin typeface="Santander Text" panose="020B0504020201020104" pitchFamily="34" charset="0"/>
              </a:rPr>
              <a:t>após</a:t>
            </a:r>
            <a:r>
              <a:rPr lang="pt-PT" sz="800" dirty="0">
                <a:latin typeface="Santander Text" panose="020B0504020201020104" pitchFamily="34" charset="0"/>
              </a:rPr>
              <a:t> a entrada em produção do Novo Modelo de Garantias).</a:t>
            </a:r>
          </a:p>
          <a:p>
            <a:r>
              <a:rPr lang="pt-PT" sz="800" dirty="0">
                <a:latin typeface="Santander Text" panose="020B0504020201020104" pitchFamily="34" charset="0"/>
              </a:rPr>
              <a:t>4. Universo definido com base na combinação entre o método de cálculo de capital, segmento e contrato BDR.</a:t>
            </a:r>
            <a:r>
              <a:rPr lang="pt-BR" sz="800" dirty="0">
                <a:latin typeface="Santander Text" panose="020B0504020201020104" pitchFamily="34" charset="0"/>
              </a:rPr>
              <a:t>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97382" y="2361395"/>
            <a:ext cx="987423" cy="849140"/>
          </a:xfrm>
          <a:prstGeom prst="rect">
            <a:avLst/>
          </a:prstGeom>
          <a:solidFill>
            <a:srgbClr val="C00000">
              <a:alpha val="10000"/>
            </a:srgbClr>
          </a:solidFill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latin typeface="Santander Text" panose="020B0504020201020104" pitchFamily="34" charset="0"/>
            </a:endParaRPr>
          </a:p>
        </p:txBody>
      </p:sp>
      <p:cxnSp>
        <p:nvCxnSpPr>
          <p:cNvPr id="38" name="Elbow Connector 37"/>
          <p:cNvCxnSpPr>
            <a:cxnSpLocks/>
            <a:stCxn id="36" idx="2"/>
            <a:endCxn id="44" idx="0"/>
          </p:cNvCxnSpPr>
          <p:nvPr/>
        </p:nvCxnSpPr>
        <p:spPr>
          <a:xfrm rot="16200000" flipH="1">
            <a:off x="4871698" y="2129931"/>
            <a:ext cx="193340" cy="2354548"/>
          </a:xfrm>
          <a:prstGeom prst="bentConnector3">
            <a:avLst>
              <a:gd name="adj1" fmla="val 50000"/>
            </a:avLst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Marcador de texto 2">
            <a:extLst>
              <a:ext uri="{FF2B5EF4-FFF2-40B4-BE49-F238E27FC236}">
                <a16:creationId xmlns:a16="http://schemas.microsoft.com/office/drawing/2014/main" id="{CC505BCC-0D73-2805-BCFB-AD5348869F1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11028" y="348649"/>
            <a:ext cx="10758735" cy="315242"/>
          </a:xfrm>
        </p:spPr>
        <p:txBody>
          <a:bodyPr/>
          <a:lstStyle/>
          <a:p>
            <a:r>
              <a:rPr lang="pt-PT" sz="2000" dirty="0"/>
              <a:t>2. Análise e testes de Modelo em produção a 30 Abril 2023, com respeito a 30 Abril 2023 real</a:t>
            </a:r>
            <a:endParaRPr lang="es-ES" sz="20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F2F0B90-1AA7-72EA-CDAD-AEFD497610ED}"/>
              </a:ext>
            </a:extLst>
          </p:cNvPr>
          <p:cNvSpPr/>
          <p:nvPr/>
        </p:nvSpPr>
        <p:spPr>
          <a:xfrm>
            <a:off x="722241" y="693094"/>
            <a:ext cx="1863643" cy="19378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tlCol="0" anchor="ctr"/>
          <a:lstStyle/>
          <a:p>
            <a:r>
              <a:rPr lang="pt-PT" sz="1200" u="sng" dirty="0">
                <a:solidFill>
                  <a:schemeClr val="bg1">
                    <a:lumMod val="50000"/>
                  </a:schemeClr>
                </a:solidFill>
                <a:latin typeface="Santander Text" panose="020B0504020201020104" pitchFamily="34" charset="0"/>
              </a:rPr>
              <a:t>Detalhe: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F4F26C2E-368F-39CF-D925-DEEE4DEEDE6A}"/>
              </a:ext>
            </a:extLst>
          </p:cNvPr>
          <p:cNvGrpSpPr/>
          <p:nvPr/>
        </p:nvGrpSpPr>
        <p:grpSpPr>
          <a:xfrm>
            <a:off x="722243" y="1134479"/>
            <a:ext cx="9936402" cy="417600"/>
            <a:chOff x="722243" y="2140870"/>
            <a:chExt cx="9936402" cy="417600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A0A5849-4234-99D3-7365-C563CB5CDA71}"/>
                </a:ext>
              </a:extLst>
            </p:cNvPr>
            <p:cNvSpPr/>
            <p:nvPr/>
          </p:nvSpPr>
          <p:spPr>
            <a:xfrm>
              <a:off x="1221004" y="2142834"/>
              <a:ext cx="8929759" cy="415636"/>
            </a:xfrm>
            <a:prstGeom prst="rect">
              <a:avLst/>
            </a:prstGeom>
            <a:noFill/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 </a:t>
              </a:r>
              <a:r>
                <a:rPr lang="pt-PT" sz="1050" b="1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variação de impactos em capital (RWA)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entre as datas de referência de Março e Abril </a:t>
              </a:r>
              <a:r>
                <a:rPr lang="pt-PT" sz="1050" b="1" dirty="0">
                  <a:solidFill>
                    <a:schemeClr val="accent4"/>
                  </a:solidFill>
                  <a:latin typeface="Santander Headline" panose="020B0504020201020104" pitchFamily="34" charset="0"/>
                </a:rPr>
                <a:t>foram semelhantes 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aos impactos calculados na data de referência de Fevereiro (estes impactos dizem respeito </a:t>
              </a:r>
              <a:r>
                <a:rPr lang="pt-PT" sz="1050" u="sng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apenas</a:t>
              </a:r>
              <a:r>
                <a:rPr lang="pt-PT" sz="1050" dirty="0">
                  <a:solidFill>
                    <a:sysClr val="windowText" lastClr="000000"/>
                  </a:solidFill>
                  <a:latin typeface="Santander Headline" panose="020B0504020201020104" pitchFamily="34" charset="0"/>
                </a:rPr>
                <a:t> a efeitos resultantes do novo modelo de garantias). 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0EE5872-2941-54FD-426A-D8D17D30E613}"/>
                </a:ext>
              </a:extLst>
            </p:cNvPr>
            <p:cNvSpPr/>
            <p:nvPr/>
          </p:nvSpPr>
          <p:spPr>
            <a:xfrm>
              <a:off x="722243" y="2142834"/>
              <a:ext cx="419099" cy="41563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PT" sz="1050" b="1" dirty="0">
                  <a:latin typeface="Santander Headline" panose="020B0504020201020104" pitchFamily="34" charset="0"/>
                </a:rPr>
                <a:t>D</a:t>
              </a:r>
            </a:p>
          </p:txBody>
        </p:sp>
        <p:pic>
          <p:nvPicPr>
            <p:cNvPr id="13" name="Graphic 12" descr="Badge Tick1 with solid fill">
              <a:extLst>
                <a:ext uri="{FF2B5EF4-FFF2-40B4-BE49-F238E27FC236}">
                  <a16:creationId xmlns:a16="http://schemas.microsoft.com/office/drawing/2014/main" id="{8F87E1AD-18AE-642D-5AB3-0772B2C9F9B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0241045" y="2140870"/>
              <a:ext cx="417600" cy="417600"/>
            </a:xfrm>
            <a:prstGeom prst="rect">
              <a:avLst/>
            </a:prstGeom>
          </p:spPr>
        </p:pic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A255DAD6-13FA-A16B-B30D-4A83B0B3E826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-1" b="32811"/>
          <a:stretch/>
        </p:blipFill>
        <p:spPr>
          <a:xfrm>
            <a:off x="10032965" y="698760"/>
            <a:ext cx="1787318" cy="358615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043D269C-FF76-6552-458C-28CC9803C4C9}"/>
              </a:ext>
            </a:extLst>
          </p:cNvPr>
          <p:cNvSpPr/>
          <p:nvPr/>
        </p:nvSpPr>
        <p:spPr>
          <a:xfrm>
            <a:off x="9949120" y="692709"/>
            <a:ext cx="1955007" cy="269745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PT">
              <a:solidFill>
                <a:schemeClr val="bg1">
                  <a:alpha val="7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3615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05498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Tema de Office">
  <a:themeElements>
    <a:clrScheme name="Personalizado 3">
      <a:dk1>
        <a:sysClr val="windowText" lastClr="000000"/>
      </a:dk1>
      <a:lt1>
        <a:sysClr val="window" lastClr="FFFFFF"/>
      </a:lt1>
      <a:dk2>
        <a:srgbClr val="6E7678"/>
      </a:dk2>
      <a:lt2>
        <a:srgbClr val="E7E6E6"/>
      </a:lt2>
      <a:accent1>
        <a:srgbClr val="EB0000"/>
      </a:accent1>
      <a:accent2>
        <a:srgbClr val="DEEDF1"/>
      </a:accent2>
      <a:accent3>
        <a:srgbClr val="9D3566"/>
      </a:accent3>
      <a:accent4>
        <a:srgbClr val="62B967"/>
      </a:accent4>
      <a:accent5>
        <a:srgbClr val="1AB2BB"/>
      </a:accent5>
      <a:accent6>
        <a:srgbClr val="FFCB32"/>
      </a:accent6>
      <a:hlink>
        <a:srgbClr val="3265FF"/>
      </a:hlink>
      <a:folHlink>
        <a:srgbClr val="954F72"/>
      </a:folHlink>
    </a:clrScheme>
    <a:fontScheme name="Personalizado 66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9b50dc7-8f72-473c-8b7e-4a8c46ecad32">
      <Terms xmlns="http://schemas.microsoft.com/office/infopath/2007/PartnerControls"/>
    </lcf76f155ced4ddcb4097134ff3c332f>
    <TaxCatchAll xmlns="7b1ec8e5-5652-48eb-8550-a56a35f5f817" xsi:nil="true"/>
    <_ip_UnifiedCompliancePolicyUIAction xmlns="http://schemas.microsoft.com/sharepoint/v3" xsi:nil="true"/>
    <_ip_UnifiedCompliancePolicyProperties xmlns="http://schemas.microsoft.com/sharepoint/v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D051AEB2C48B458F82B58F7F6D9A00" ma:contentTypeVersion="14" ma:contentTypeDescription="Create a new document." ma:contentTypeScope="" ma:versionID="bc2757bd4c151ee688c369fdfdc5da1d">
  <xsd:schema xmlns:xsd="http://www.w3.org/2001/XMLSchema" xmlns:xs="http://www.w3.org/2001/XMLSchema" xmlns:p="http://schemas.microsoft.com/office/2006/metadata/properties" xmlns:ns1="http://schemas.microsoft.com/sharepoint/v3" xmlns:ns2="a9b50dc7-8f72-473c-8b7e-4a8c46ecad32" xmlns:ns3="7b1ec8e5-5652-48eb-8550-a56a35f5f817" targetNamespace="http://schemas.microsoft.com/office/2006/metadata/properties" ma:root="true" ma:fieldsID="49cf35f77f191e8ab7b2974270a8c8bd" ns1:_="" ns2:_="" ns3:_="">
    <xsd:import namespace="http://schemas.microsoft.com/sharepoint/v3"/>
    <xsd:import namespace="a9b50dc7-8f72-473c-8b7e-4a8c46ecad32"/>
    <xsd:import namespace="7b1ec8e5-5652-48eb-8550-a56a35f5f8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1:_ip_UnifiedCompliancePolicyProperties" minOccurs="0"/>
                <xsd:element ref="ns1:_ip_UnifiedCompliancePolicyUIAc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8" nillable="true" ma:displayName="Unified Compliance Policy Properties" ma:hidden="true" ma:internalName="_ip_UnifiedCompliancePolicyProperties">
      <xsd:simpleType>
        <xsd:restriction base="dms:Note"/>
      </xsd:simpleType>
    </xsd:element>
    <xsd:element name="_ip_UnifiedCompliancePolicyUIAction" ma:index="19" nillable="true" ma:displayName="Unified Compliance Policy UI Action" ma:hidden="true" ma:internalName="_ip_UnifiedCompliancePolicyUIAction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9b50dc7-8f72-473c-8b7e-4a8c46eca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e471ada5-31db-43fa-8830-84ca9293ff4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b1ec8e5-5652-48eb-8550-a56a35f5f817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4" nillable="true" ma:displayName="Taxonomy Catch All Column" ma:hidden="true" ma:list="{d1a5ce08-dc66-4f05-9d75-293f82016f98}" ma:internalName="TaxCatchAll" ma:showField="CatchAllData" ma:web="7b1ec8e5-5652-48eb-8550-a56a35f5f81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5B6808E-2F30-4A3E-86D7-9BE6F24DF713}">
  <ds:schemaRefs>
    <ds:schemaRef ds:uri="7b1ec8e5-5652-48eb-8550-a56a35f5f817"/>
    <ds:schemaRef ds:uri="a9b50dc7-8f72-473c-8b7e-4a8c46ecad32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schemas.microsoft.com/sharepoint/v3"/>
  </ds:schemaRefs>
</ds:datastoreItem>
</file>

<file path=customXml/itemProps2.xml><?xml version="1.0" encoding="utf-8"?>
<ds:datastoreItem xmlns:ds="http://schemas.openxmlformats.org/officeDocument/2006/customXml" ds:itemID="{4977CA2D-DDA6-4B62-8B11-431A258D07F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62E05C-B9BC-4454-B26B-983A6E24FCF4}"/>
</file>

<file path=docProps/app.xml><?xml version="1.0" encoding="utf-8"?>
<Properties xmlns="http://schemas.openxmlformats.org/officeDocument/2006/extended-properties" xmlns:vt="http://schemas.openxmlformats.org/officeDocument/2006/docPropsVTypes">
  <TotalTime>1679</TotalTime>
  <Words>8957</Words>
  <Application>Microsoft Office PowerPoint</Application>
  <PresentationFormat>Custom</PresentationFormat>
  <Paragraphs>1806</Paragraphs>
  <Slides>31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9" baseType="lpstr">
      <vt:lpstr>Arial</vt:lpstr>
      <vt:lpstr>Calibri</vt:lpstr>
      <vt:lpstr>Santander Headline</vt:lpstr>
      <vt:lpstr>Santander Text</vt:lpstr>
      <vt:lpstr>Wingdings</vt:lpstr>
      <vt:lpstr>Tema de Office</vt:lpstr>
      <vt:lpstr>1_Tema de Office</vt:lpstr>
      <vt:lpstr>Worksheet</vt:lpstr>
      <vt:lpstr>Projeto Repositório Consolidado de Garantias</vt:lpstr>
      <vt:lpstr>Análise e testes de Modelo em produção a 30 Abril 2023, com respeito à data re-simulada de 28 Fevereiro 2023</vt:lpstr>
      <vt:lpstr>1.1</vt:lpstr>
      <vt:lpstr>1.1</vt:lpstr>
      <vt:lpstr>1.1</vt:lpstr>
      <vt:lpstr>1.2</vt:lpstr>
      <vt:lpstr>1.2</vt:lpstr>
      <vt:lpstr>1.2</vt:lpstr>
      <vt:lpstr>1.2</vt:lpstr>
      <vt:lpstr>1.2</vt:lpstr>
      <vt:lpstr>1.2</vt:lpstr>
      <vt:lpstr>1.3</vt:lpstr>
      <vt:lpstr>1.4</vt:lpstr>
      <vt:lpstr>1.5</vt:lpstr>
      <vt:lpstr>1.6</vt:lpstr>
      <vt:lpstr>1.7</vt:lpstr>
      <vt:lpstr>Análise e testes de Modelo em produção a 30 Abril 2023, com respeito a 30 Abril 2023 real</vt:lpstr>
      <vt:lpstr>2.1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 Power Point SANTANDER</dc:title>
  <dc:creator>Presentalia (info@presentalia.com)</dc:creator>
  <cp:lastModifiedBy>Nádia Genebra Ahmad</cp:lastModifiedBy>
  <cp:revision>2</cp:revision>
  <dcterms:created xsi:type="dcterms:W3CDTF">2018-03-19T11:10:43Z</dcterms:created>
  <dcterms:modified xsi:type="dcterms:W3CDTF">2023-12-20T18:01:59Z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0x010100C6D051AEB2C48B458F82B58F7F6D9A00</vt:lpwstr>
  </property>
  <property fmtid="{D5CDD505-2E9C-101B-9397-08002B2CF9AE}" pid="3" name="MediaServiceImageTags">
    <vt:lpwstr/>
  </property>
  <property fmtid="{D5CDD505-2E9C-101B-9397-08002B2CF9AE}" pid="4" name="MSIP_Label_3c41c091-3cbc-4dba-8b59-ce62f19500db_Enabled">
    <vt:lpwstr>true</vt:lpwstr>
  </property>
  <property fmtid="{D5CDD505-2E9C-101B-9397-08002B2CF9AE}" pid="5" name="MSIP_Label_3c41c091-3cbc-4dba-8b59-ce62f19500db_SetDate">
    <vt:lpwstr>2023-02-22T10:31:56Z</vt:lpwstr>
  </property>
  <property fmtid="{D5CDD505-2E9C-101B-9397-08002B2CF9AE}" pid="6" name="MSIP_Label_3c41c091-3cbc-4dba-8b59-ce62f19500db_Method">
    <vt:lpwstr>Privileged</vt:lpwstr>
  </property>
  <property fmtid="{D5CDD505-2E9C-101B-9397-08002B2CF9AE}" pid="7" name="MSIP_Label_3c41c091-3cbc-4dba-8b59-ce62f19500db_Name">
    <vt:lpwstr>Confidential_0_1</vt:lpwstr>
  </property>
  <property fmtid="{D5CDD505-2E9C-101B-9397-08002B2CF9AE}" pid="8" name="MSIP_Label_3c41c091-3cbc-4dba-8b59-ce62f19500db_SiteId">
    <vt:lpwstr>35595a02-4d6d-44ac-99e1-f9ab4cd872db</vt:lpwstr>
  </property>
  <property fmtid="{D5CDD505-2E9C-101B-9397-08002B2CF9AE}" pid="9" name="MSIP_Label_3c41c091-3cbc-4dba-8b59-ce62f19500db_ActionId">
    <vt:lpwstr>173c60c3-cb47-4784-b350-e5b95560702d</vt:lpwstr>
  </property>
  <property fmtid="{D5CDD505-2E9C-101B-9397-08002B2CF9AE}" pid="10" name="MSIP_Label_3c41c091-3cbc-4dba-8b59-ce62f19500db_ContentBits">
    <vt:lpwstr>1</vt:lpwstr>
  </property>
</Properties>
</file>