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147377455" r:id="rId5"/>
    <p:sldId id="2147377464" r:id="rId6"/>
    <p:sldId id="2147377465" r:id="rId7"/>
    <p:sldId id="2147377466" r:id="rId8"/>
    <p:sldId id="2147377457" r:id="rId9"/>
    <p:sldId id="2147377463" r:id="rId10"/>
    <p:sldId id="2147377459" r:id="rId11"/>
    <p:sldId id="2147377460" r:id="rId12"/>
    <p:sldId id="2147377461" r:id="rId13"/>
  </p:sldIdLst>
  <p:sldSz cx="12190413" cy="6859588"/>
  <p:notesSz cx="6858000" cy="9926638"/>
  <p:defaultTextStyle>
    <a:defPPr>
      <a:defRPr lang="es-ES"/>
    </a:defPPr>
    <a:lvl1pPr marL="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16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868C"/>
    <a:srgbClr val="1AB2BB"/>
    <a:srgbClr val="99FFCC"/>
    <a:srgbClr val="FFDDDD"/>
    <a:srgbClr val="EB0000"/>
    <a:srgbClr val="DEEDF2"/>
    <a:srgbClr val="3C3C3B"/>
    <a:srgbClr val="363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FB3AE4-113F-4AC7-AE18-F842E3C023ED}" v="9" dt="2024-11-22T14:42:43.8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29" autoAdjust="0"/>
    <p:restoredTop sz="94660"/>
  </p:normalViewPr>
  <p:slideViewPr>
    <p:cSldViewPr snapToGrid="0">
      <p:cViewPr varScale="1">
        <p:scale>
          <a:sx n="60" d="100"/>
          <a:sy n="60" d="100"/>
        </p:scale>
        <p:origin x="936" y="48"/>
      </p:cViewPr>
      <p:guideLst>
        <p:guide orient="horz" pos="2160"/>
        <p:guide pos="3840"/>
        <p:guide orient="horz" pos="216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ádia Genebra Ahmad" userId="36126275-cace-419f-8e9b-04679c4f8ea6" providerId="ADAL" clId="{A10DBABD-3390-4EFA-986B-03666C9B9DCC}"/>
    <pc:docChg chg="undo redo custSel addSld delSld modSld sldOrd delMainMaster">
      <pc:chgData name="Nádia Genebra Ahmad" userId="36126275-cace-419f-8e9b-04679c4f8ea6" providerId="ADAL" clId="{A10DBABD-3390-4EFA-986B-03666C9B9DCC}" dt="2023-07-12T11:02:11.113" v="3044"/>
      <pc:docMkLst>
        <pc:docMk/>
      </pc:docMkLst>
      <pc:sldChg chg="del">
        <pc:chgData name="Nádia Genebra Ahmad" userId="36126275-cace-419f-8e9b-04679c4f8ea6" providerId="ADAL" clId="{A10DBABD-3390-4EFA-986B-03666C9B9DCC}" dt="2023-07-11T16:55:26.588" v="0" actId="47"/>
        <pc:sldMkLst>
          <pc:docMk/>
          <pc:sldMk cId="1920796516" sldId="256"/>
        </pc:sldMkLst>
      </pc:sldChg>
      <pc:sldChg chg="del">
        <pc:chgData name="Nádia Genebra Ahmad" userId="36126275-cace-419f-8e9b-04679c4f8ea6" providerId="ADAL" clId="{A10DBABD-3390-4EFA-986B-03666C9B9DCC}" dt="2023-07-11T16:55:26.588" v="0" actId="47"/>
        <pc:sldMkLst>
          <pc:docMk/>
          <pc:sldMk cId="1255669053" sldId="257"/>
        </pc:sldMkLst>
      </pc:sldChg>
      <pc:sldChg chg="del">
        <pc:chgData name="Nádia Genebra Ahmad" userId="36126275-cace-419f-8e9b-04679c4f8ea6" providerId="ADAL" clId="{A10DBABD-3390-4EFA-986B-03666C9B9DCC}" dt="2023-07-11T16:55:26.588" v="0" actId="47"/>
        <pc:sldMkLst>
          <pc:docMk/>
          <pc:sldMk cId="2842620340" sldId="261"/>
        </pc:sldMkLst>
      </pc:sldChg>
      <pc:sldChg chg="del">
        <pc:chgData name="Nádia Genebra Ahmad" userId="36126275-cace-419f-8e9b-04679c4f8ea6" providerId="ADAL" clId="{A10DBABD-3390-4EFA-986B-03666C9B9DCC}" dt="2023-07-11T16:55:26.588" v="0" actId="47"/>
        <pc:sldMkLst>
          <pc:docMk/>
          <pc:sldMk cId="1257438503" sldId="262"/>
        </pc:sldMkLst>
      </pc:sldChg>
      <pc:sldChg chg="del">
        <pc:chgData name="Nádia Genebra Ahmad" userId="36126275-cace-419f-8e9b-04679c4f8ea6" providerId="ADAL" clId="{A10DBABD-3390-4EFA-986B-03666C9B9DCC}" dt="2023-07-11T16:55:26.588" v="0" actId="47"/>
        <pc:sldMkLst>
          <pc:docMk/>
          <pc:sldMk cId="3114355027" sldId="267"/>
        </pc:sldMkLst>
      </pc:sldChg>
      <pc:sldChg chg="del">
        <pc:chgData name="Nádia Genebra Ahmad" userId="36126275-cace-419f-8e9b-04679c4f8ea6" providerId="ADAL" clId="{A10DBABD-3390-4EFA-986B-03666C9B9DCC}" dt="2023-07-11T16:55:26.588" v="0" actId="47"/>
        <pc:sldMkLst>
          <pc:docMk/>
          <pc:sldMk cId="4050460875" sldId="268"/>
        </pc:sldMkLst>
      </pc:sldChg>
      <pc:sldChg chg="del">
        <pc:chgData name="Nádia Genebra Ahmad" userId="36126275-cace-419f-8e9b-04679c4f8ea6" providerId="ADAL" clId="{A10DBABD-3390-4EFA-986B-03666C9B9DCC}" dt="2023-07-11T16:55:26.588" v="0" actId="47"/>
        <pc:sldMkLst>
          <pc:docMk/>
          <pc:sldMk cId="3007820483" sldId="270"/>
        </pc:sldMkLst>
      </pc:sldChg>
      <pc:sldChg chg="del">
        <pc:chgData name="Nádia Genebra Ahmad" userId="36126275-cace-419f-8e9b-04679c4f8ea6" providerId="ADAL" clId="{A10DBABD-3390-4EFA-986B-03666C9B9DCC}" dt="2023-07-11T16:55:26.588" v="0" actId="47"/>
        <pc:sldMkLst>
          <pc:docMk/>
          <pc:sldMk cId="374687123" sldId="281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247470642" sldId="291"/>
        </pc:sldMkLst>
      </pc:sldChg>
      <pc:sldChg chg="addSp delSp modSp add del mod">
        <pc:chgData name="Nádia Genebra Ahmad" userId="36126275-cace-419f-8e9b-04679c4f8ea6" providerId="ADAL" clId="{A10DBABD-3390-4EFA-986B-03666C9B9DCC}" dt="2023-07-11T17:30:55.919" v="661" actId="47"/>
        <pc:sldMkLst>
          <pc:docMk/>
          <pc:sldMk cId="3633615114" sldId="387"/>
        </pc:sldMkLst>
        <pc:spChg chg="add mod">
          <ac:chgData name="Nádia Genebra Ahmad" userId="36126275-cace-419f-8e9b-04679c4f8ea6" providerId="ADAL" clId="{A10DBABD-3390-4EFA-986B-03666C9B9DCC}" dt="2023-07-11T17:26:52.393" v="554" actId="20577"/>
          <ac:spMkLst>
            <pc:docMk/>
            <pc:sldMk cId="3633615114" sldId="387"/>
            <ac:spMk id="2" creationId="{D569648D-14BC-C6FD-1345-382B5A5BBC8E}"/>
          </ac:spMkLst>
        </pc:spChg>
        <pc:spChg chg="del">
          <ac:chgData name="Nádia Genebra Ahmad" userId="36126275-cace-419f-8e9b-04679c4f8ea6" providerId="ADAL" clId="{A10DBABD-3390-4EFA-986B-03666C9B9DCC}" dt="2023-07-11T17:23:48.330" v="308" actId="478"/>
          <ac:spMkLst>
            <pc:docMk/>
            <pc:sldMk cId="3633615114" sldId="387"/>
            <ac:spMk id="3" creationId="{DF2F0B90-1AA7-72EA-CDAD-AEFD497610ED}"/>
          </ac:spMkLst>
        </pc:spChg>
        <pc:spChg chg="mod">
          <ac:chgData name="Nádia Genebra Ahmad" userId="36126275-cace-419f-8e9b-04679c4f8ea6" providerId="ADAL" clId="{A10DBABD-3390-4EFA-986B-03666C9B9DCC}" dt="2023-07-11T17:27:24.824" v="587" actId="554"/>
          <ac:spMkLst>
            <pc:docMk/>
            <pc:sldMk cId="3633615114" sldId="387"/>
            <ac:spMk id="7" creationId="{00000000-0000-0000-0000-000000000000}"/>
          </ac:spMkLst>
        </pc:spChg>
        <pc:spChg chg="mod">
          <ac:chgData name="Nádia Genebra Ahmad" userId="36126275-cace-419f-8e9b-04679c4f8ea6" providerId="ADAL" clId="{A10DBABD-3390-4EFA-986B-03666C9B9DCC}" dt="2023-07-11T17:22:29.774" v="277" actId="20577"/>
          <ac:spMkLst>
            <pc:docMk/>
            <pc:sldMk cId="3633615114" sldId="387"/>
            <ac:spMk id="8" creationId="{CC505BCC-0D73-2805-BCFB-AD5348869F10}"/>
          </ac:spMkLst>
        </pc:spChg>
        <pc:spChg chg="mod">
          <ac:chgData name="Nádia Genebra Ahmad" userId="36126275-cace-419f-8e9b-04679c4f8ea6" providerId="ADAL" clId="{A10DBABD-3390-4EFA-986B-03666C9B9DCC}" dt="2023-07-11T17:26:59.750" v="581" actId="1035"/>
          <ac:spMkLst>
            <pc:docMk/>
            <pc:sldMk cId="3633615114" sldId="387"/>
            <ac:spMk id="36" creationId="{00000000-0000-0000-0000-000000000000}"/>
          </ac:spMkLst>
        </pc:spChg>
        <pc:spChg chg="mod">
          <ac:chgData name="Nádia Genebra Ahmad" userId="36126275-cace-419f-8e9b-04679c4f8ea6" providerId="ADAL" clId="{A10DBABD-3390-4EFA-986B-03666C9B9DCC}" dt="2023-07-11T17:27:07.035" v="582" actId="14100"/>
          <ac:spMkLst>
            <pc:docMk/>
            <pc:sldMk cId="3633615114" sldId="387"/>
            <ac:spMk id="44" creationId="{00000000-0000-0000-0000-000000000000}"/>
          </ac:spMkLst>
        </pc:spChg>
        <pc:grpChg chg="del">
          <ac:chgData name="Nádia Genebra Ahmad" userId="36126275-cace-419f-8e9b-04679c4f8ea6" providerId="ADAL" clId="{A10DBABD-3390-4EFA-986B-03666C9B9DCC}" dt="2023-07-11T17:23:43.642" v="306" actId="478"/>
          <ac:grpSpMkLst>
            <pc:docMk/>
            <pc:sldMk cId="3633615114" sldId="387"/>
            <ac:grpSpMk id="10" creationId="{F4F26C2E-368F-39CF-D925-DEEE4DEEDE6A}"/>
          </ac:grpSpMkLst>
        </pc:grpChg>
        <pc:graphicFrameChg chg="mod modGraphic">
          <ac:chgData name="Nádia Genebra Ahmad" userId="36126275-cace-419f-8e9b-04679c4f8ea6" providerId="ADAL" clId="{A10DBABD-3390-4EFA-986B-03666C9B9DCC}" dt="2023-07-11T17:27:24.824" v="587" actId="554"/>
          <ac:graphicFrameMkLst>
            <pc:docMk/>
            <pc:sldMk cId="3633615114" sldId="387"/>
            <ac:graphicFrameMk id="6" creationId="{00000000-0000-0000-0000-000000000000}"/>
          </ac:graphicFrameMkLst>
        </pc:graphicFrameChg>
        <pc:graphicFrameChg chg="mod">
          <ac:chgData name="Nádia Genebra Ahmad" userId="36126275-cace-419f-8e9b-04679c4f8ea6" providerId="ADAL" clId="{A10DBABD-3390-4EFA-986B-03666C9B9DCC}" dt="2023-07-11T17:26:59.750" v="581" actId="1035"/>
          <ac:graphicFrameMkLst>
            <pc:docMk/>
            <pc:sldMk cId="3633615114" sldId="387"/>
            <ac:graphicFrameMk id="33" creationId="{1D5AD34C-9F22-0F96-ADAD-0463A560240D}"/>
          </ac:graphicFrameMkLst>
        </pc:graphicFrameChg>
        <pc:picChg chg="del">
          <ac:chgData name="Nádia Genebra Ahmad" userId="36126275-cace-419f-8e9b-04679c4f8ea6" providerId="ADAL" clId="{A10DBABD-3390-4EFA-986B-03666C9B9DCC}" dt="2023-07-11T17:23:45.461" v="307" actId="478"/>
          <ac:picMkLst>
            <pc:docMk/>
            <pc:sldMk cId="3633615114" sldId="387"/>
            <ac:picMk id="17" creationId="{A255DAD6-13FA-A16B-B30D-4A83B0B3E826}"/>
          </ac:picMkLst>
        </pc:picChg>
        <pc:cxnChg chg="mod">
          <ac:chgData name="Nádia Genebra Ahmad" userId="36126275-cace-419f-8e9b-04679c4f8ea6" providerId="ADAL" clId="{A10DBABD-3390-4EFA-986B-03666C9B9DCC}" dt="2023-07-11T17:27:07.035" v="582" actId="14100"/>
          <ac:cxnSpMkLst>
            <pc:docMk/>
            <pc:sldMk cId="3633615114" sldId="387"/>
            <ac:cxnSpMk id="38" creationId="{00000000-0000-0000-0000-000000000000}"/>
          </ac:cxnSpMkLst>
        </pc:cxnChg>
      </pc:sldChg>
      <pc:sldChg chg="addSp delSp modSp add del mod">
        <pc:chgData name="Nádia Genebra Ahmad" userId="36126275-cace-419f-8e9b-04679c4f8ea6" providerId="ADAL" clId="{A10DBABD-3390-4EFA-986B-03666C9B9DCC}" dt="2023-07-11T17:29:33.154" v="638" actId="47"/>
        <pc:sldMkLst>
          <pc:docMk/>
          <pc:sldMk cId="2238964139" sldId="402"/>
        </pc:sldMkLst>
        <pc:spChg chg="add del mod">
          <ac:chgData name="Nádia Genebra Ahmad" userId="36126275-cace-419f-8e9b-04679c4f8ea6" providerId="ADAL" clId="{A10DBABD-3390-4EFA-986B-03666C9B9DCC}" dt="2023-07-11T17:19:39.159" v="217" actId="478"/>
          <ac:spMkLst>
            <pc:docMk/>
            <pc:sldMk cId="2238964139" sldId="402"/>
            <ac:spMk id="3" creationId="{ADDCC44C-3819-67AC-9E73-FC39E2D47E89}"/>
          </ac:spMkLst>
        </pc:spChg>
        <pc:spChg chg="add del mod">
          <ac:chgData name="Nádia Genebra Ahmad" userId="36126275-cace-419f-8e9b-04679c4f8ea6" providerId="ADAL" clId="{A10DBABD-3390-4EFA-986B-03666C9B9DCC}" dt="2023-07-11T17:19:58.979" v="229" actId="478"/>
          <ac:spMkLst>
            <pc:docMk/>
            <pc:sldMk cId="2238964139" sldId="402"/>
            <ac:spMk id="4" creationId="{41B26E4B-5352-FCF4-54F7-D2B07DA4CB9A}"/>
          </ac:spMkLst>
        </pc:spChg>
        <pc:spChg chg="mod">
          <ac:chgData name="Nádia Genebra Ahmad" userId="36126275-cace-419f-8e9b-04679c4f8ea6" providerId="ADAL" clId="{A10DBABD-3390-4EFA-986B-03666C9B9DCC}" dt="2023-07-11T17:19:55.646" v="228" actId="552"/>
          <ac:spMkLst>
            <pc:docMk/>
            <pc:sldMk cId="2238964139" sldId="402"/>
            <ac:spMk id="9" creationId="{40C7E5FD-3277-1171-5663-58FE0F8CE523}"/>
          </ac:spMkLst>
        </pc:spChg>
        <pc:spChg chg="mod">
          <ac:chgData name="Nádia Genebra Ahmad" userId="36126275-cace-419f-8e9b-04679c4f8ea6" providerId="ADAL" clId="{A10DBABD-3390-4EFA-986B-03666C9B9DCC}" dt="2023-07-11T17:22:57.013" v="298" actId="20577"/>
          <ac:spMkLst>
            <pc:docMk/>
            <pc:sldMk cId="2238964139" sldId="402"/>
            <ac:spMk id="16" creationId="{5E391C80-8503-526C-1599-9EAA37A0065B}"/>
          </ac:spMkLst>
        </pc:spChg>
        <pc:spChg chg="del">
          <ac:chgData name="Nádia Genebra Ahmad" userId="36126275-cace-419f-8e9b-04679c4f8ea6" providerId="ADAL" clId="{A10DBABD-3390-4EFA-986B-03666C9B9DCC}" dt="2023-07-11T17:16:52.413" v="28" actId="478"/>
          <ac:spMkLst>
            <pc:docMk/>
            <pc:sldMk cId="2238964139" sldId="402"/>
            <ac:spMk id="20" creationId="{451BDB42-E039-C767-4551-CB8C8DC6A9F8}"/>
          </ac:spMkLst>
        </pc:spChg>
        <pc:spChg chg="del">
          <ac:chgData name="Nádia Genebra Ahmad" userId="36126275-cace-419f-8e9b-04679c4f8ea6" providerId="ADAL" clId="{A10DBABD-3390-4EFA-986B-03666C9B9DCC}" dt="2023-07-11T17:16:48.909" v="26" actId="478"/>
          <ac:spMkLst>
            <pc:docMk/>
            <pc:sldMk cId="2238964139" sldId="402"/>
            <ac:spMk id="26" creationId="{AF613F31-85EF-5790-8599-9FA0A6D0A541}"/>
          </ac:spMkLst>
        </pc:spChg>
        <pc:grpChg chg="del">
          <ac:chgData name="Nádia Genebra Ahmad" userId="36126275-cace-419f-8e9b-04679c4f8ea6" providerId="ADAL" clId="{A10DBABD-3390-4EFA-986B-03666C9B9DCC}" dt="2023-07-11T17:16:46.229" v="24" actId="478"/>
          <ac:grpSpMkLst>
            <pc:docMk/>
            <pc:sldMk cId="2238964139" sldId="402"/>
            <ac:grpSpMk id="21" creationId="{8D1B4918-33AC-6AD0-B756-C1EF2B41009B}"/>
          </ac:grpSpMkLst>
        </pc:grpChg>
        <pc:graphicFrameChg chg="mod modGraphic">
          <ac:chgData name="Nádia Genebra Ahmad" userId="36126275-cace-419f-8e9b-04679c4f8ea6" providerId="ADAL" clId="{A10DBABD-3390-4EFA-986B-03666C9B9DCC}" dt="2023-07-11T17:18:31.192" v="159" actId="255"/>
          <ac:graphicFrameMkLst>
            <pc:docMk/>
            <pc:sldMk cId="2238964139" sldId="402"/>
            <ac:graphicFrameMk id="8" creationId="{DF17E78E-41EA-4899-8FEE-94E9E4145CC9}"/>
          </ac:graphicFrameMkLst>
        </pc:graphicFrameChg>
        <pc:graphicFrameChg chg="del">
          <ac:chgData name="Nádia Genebra Ahmad" userId="36126275-cace-419f-8e9b-04679c4f8ea6" providerId="ADAL" clId="{A10DBABD-3390-4EFA-986B-03666C9B9DCC}" dt="2023-07-11T17:16:47.702" v="25" actId="478"/>
          <ac:graphicFrameMkLst>
            <pc:docMk/>
            <pc:sldMk cId="2238964139" sldId="402"/>
            <ac:graphicFrameMk id="27" creationId="{E9DC3347-0CB0-A296-1220-0A8C7CDA08C3}"/>
          </ac:graphicFrameMkLst>
        </pc:graphicFrameChg>
        <pc:picChg chg="del">
          <ac:chgData name="Nádia Genebra Ahmad" userId="36126275-cace-419f-8e9b-04679c4f8ea6" providerId="ADAL" clId="{A10DBABD-3390-4EFA-986B-03666C9B9DCC}" dt="2023-07-11T17:16:50.042" v="27" actId="478"/>
          <ac:picMkLst>
            <pc:docMk/>
            <pc:sldMk cId="2238964139" sldId="402"/>
            <ac:picMk id="25" creationId="{68258F2D-C0EE-08DC-027C-E1C8D81C0664}"/>
          </ac:picMkLst>
        </pc:picChg>
      </pc:sldChg>
      <pc:sldChg chg="addSp delSp modSp add del mod">
        <pc:chgData name="Nádia Genebra Ahmad" userId="36126275-cace-419f-8e9b-04679c4f8ea6" providerId="ADAL" clId="{A10DBABD-3390-4EFA-986B-03666C9B9DCC}" dt="2023-07-11T17:20:31.034" v="235" actId="47"/>
        <pc:sldMkLst>
          <pc:docMk/>
          <pc:sldMk cId="2257718756" sldId="403"/>
        </pc:sldMkLst>
        <pc:spChg chg="del">
          <ac:chgData name="Nádia Genebra Ahmad" userId="36126275-cace-419f-8e9b-04679c4f8ea6" providerId="ADAL" clId="{A10DBABD-3390-4EFA-986B-03666C9B9DCC}" dt="2023-07-11T17:18:17.725" v="156" actId="478"/>
          <ac:spMkLst>
            <pc:docMk/>
            <pc:sldMk cId="2257718756" sldId="403"/>
            <ac:spMk id="2" creationId="{E3BAEF15-400D-8CE6-5DB7-EEF0E96B4230}"/>
          </ac:spMkLst>
        </pc:spChg>
        <pc:spChg chg="add mod">
          <ac:chgData name="Nádia Genebra Ahmad" userId="36126275-cace-419f-8e9b-04679c4f8ea6" providerId="ADAL" clId="{A10DBABD-3390-4EFA-986B-03666C9B9DCC}" dt="2023-07-11T17:19:10.471" v="201" actId="20577"/>
          <ac:spMkLst>
            <pc:docMk/>
            <pc:sldMk cId="2257718756" sldId="403"/>
            <ac:spMk id="4" creationId="{A8DAE746-15EF-7493-4D94-CF24EA5A18BA}"/>
          </ac:spMkLst>
        </pc:spChg>
        <pc:spChg chg="del">
          <ac:chgData name="Nádia Genebra Ahmad" userId="36126275-cace-419f-8e9b-04679c4f8ea6" providerId="ADAL" clId="{A10DBABD-3390-4EFA-986B-03666C9B9DCC}" dt="2023-07-11T17:18:17.725" v="156" actId="478"/>
          <ac:spMkLst>
            <pc:docMk/>
            <pc:sldMk cId="2257718756" sldId="403"/>
            <ac:spMk id="7" creationId="{BE81D586-B3A4-FFE9-CA88-29DE168AE118}"/>
          </ac:spMkLst>
        </pc:spChg>
        <pc:spChg chg="mod">
          <ac:chgData name="Nádia Genebra Ahmad" userId="36126275-cace-419f-8e9b-04679c4f8ea6" providerId="ADAL" clId="{A10DBABD-3390-4EFA-986B-03666C9B9DCC}" dt="2023-07-11T17:18:54.624" v="191" actId="20577"/>
          <ac:spMkLst>
            <pc:docMk/>
            <pc:sldMk cId="2257718756" sldId="403"/>
            <ac:spMk id="9" creationId="{5C7BB568-DFEF-242F-3FE2-8A22B56E4BB8}"/>
          </ac:spMkLst>
        </pc:spChg>
        <pc:spChg chg="add del">
          <ac:chgData name="Nádia Genebra Ahmad" userId="36126275-cace-419f-8e9b-04679c4f8ea6" providerId="ADAL" clId="{A10DBABD-3390-4EFA-986B-03666C9B9DCC}" dt="2023-07-11T17:18:01.460" v="120" actId="478"/>
          <ac:spMkLst>
            <pc:docMk/>
            <pc:sldMk cId="2257718756" sldId="403"/>
            <ac:spMk id="16" creationId="{5E391C80-8503-526C-1599-9EAA37A0065B}"/>
          </ac:spMkLst>
        </pc:spChg>
        <pc:spChg chg="add del">
          <ac:chgData name="Nádia Genebra Ahmad" userId="36126275-cace-419f-8e9b-04679c4f8ea6" providerId="ADAL" clId="{A10DBABD-3390-4EFA-986B-03666C9B9DCC}" dt="2023-07-11T17:18:01.460" v="120" actId="478"/>
          <ac:spMkLst>
            <pc:docMk/>
            <pc:sldMk cId="2257718756" sldId="403"/>
            <ac:spMk id="21" creationId="{49402A6C-6A35-9D2E-6983-F22483C36EB6}"/>
          </ac:spMkLst>
        </pc:spChg>
        <pc:spChg chg="add del">
          <ac:chgData name="Nádia Genebra Ahmad" userId="36126275-cace-419f-8e9b-04679c4f8ea6" providerId="ADAL" clId="{A10DBABD-3390-4EFA-986B-03666C9B9DCC}" dt="2023-07-11T17:18:01.460" v="120" actId="478"/>
          <ac:spMkLst>
            <pc:docMk/>
            <pc:sldMk cId="2257718756" sldId="403"/>
            <ac:spMk id="27" creationId="{75D63158-3E8A-B2E6-CC43-A70438A74056}"/>
          </ac:spMkLst>
        </pc:spChg>
        <pc:grpChg chg="add del">
          <ac:chgData name="Nádia Genebra Ahmad" userId="36126275-cace-419f-8e9b-04679c4f8ea6" providerId="ADAL" clId="{A10DBABD-3390-4EFA-986B-03666C9B9DCC}" dt="2023-07-11T17:18:01.460" v="120" actId="478"/>
          <ac:grpSpMkLst>
            <pc:docMk/>
            <pc:sldMk cId="2257718756" sldId="403"/>
            <ac:grpSpMk id="22" creationId="{D85D8408-383D-AFC7-E443-2E6622EB20C7}"/>
          </ac:grpSpMkLst>
        </pc:grpChg>
        <pc:graphicFrameChg chg="add del mod">
          <ac:chgData name="Nádia Genebra Ahmad" userId="36126275-cace-419f-8e9b-04679c4f8ea6" providerId="ADAL" clId="{A10DBABD-3390-4EFA-986B-03666C9B9DCC}" dt="2023-07-11T17:18:15.736" v="155" actId="478"/>
          <ac:graphicFrameMkLst>
            <pc:docMk/>
            <pc:sldMk cId="2257718756" sldId="403"/>
            <ac:graphicFrameMk id="3" creationId="{5302FCB0-2F2A-B771-7A79-E5F8F676DFB8}"/>
          </ac:graphicFrameMkLst>
        </pc:graphicFrameChg>
        <pc:graphicFrameChg chg="mod modGraphic">
          <ac:chgData name="Nádia Genebra Ahmad" userId="36126275-cace-419f-8e9b-04679c4f8ea6" providerId="ADAL" clId="{A10DBABD-3390-4EFA-986B-03666C9B9DCC}" dt="2023-07-11T17:18:21.423" v="158" actId="255"/>
          <ac:graphicFrameMkLst>
            <pc:docMk/>
            <pc:sldMk cId="2257718756" sldId="403"/>
            <ac:graphicFrameMk id="8" creationId="{DF17E78E-41EA-4899-8FEE-94E9E4145CC9}"/>
          </ac:graphicFrameMkLst>
        </pc:graphicFrameChg>
        <pc:picChg chg="add del">
          <ac:chgData name="Nádia Genebra Ahmad" userId="36126275-cace-419f-8e9b-04679c4f8ea6" providerId="ADAL" clId="{A10DBABD-3390-4EFA-986B-03666C9B9DCC}" dt="2023-07-11T17:18:01.460" v="120" actId="478"/>
          <ac:picMkLst>
            <pc:docMk/>
            <pc:sldMk cId="2257718756" sldId="403"/>
            <ac:picMk id="26" creationId="{5D2F07E9-5626-30B9-7D0F-285074A34ACC}"/>
          </ac:picMkLst>
        </pc:picChg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948684727" sldId="519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1052342203" sldId="774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1457570014" sldId="2146847451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2141598716" sldId="2147377263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3214498220" sldId="2147377313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1837030682" sldId="2147377314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3466734812" sldId="2147377315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3964253960" sldId="2147377322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3711266712" sldId="2147377324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400997514" sldId="2147377330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1760073857" sldId="2147377331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1014012645" sldId="2147377337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1448672159" sldId="2147377345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461121745" sldId="2147377347"/>
        </pc:sldMkLst>
      </pc:sldChg>
      <pc:sldChg chg="del">
        <pc:chgData name="Nádia Genebra Ahmad" userId="36126275-cace-419f-8e9b-04679c4f8ea6" providerId="ADAL" clId="{A10DBABD-3390-4EFA-986B-03666C9B9DCC}" dt="2023-07-11T16:55:26.588" v="0" actId="47"/>
        <pc:sldMkLst>
          <pc:docMk/>
          <pc:sldMk cId="3132594091" sldId="2147377355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2644293094" sldId="2147377357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1057877495" sldId="2147377358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3464820164" sldId="2147377359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3852603763" sldId="2147377364"/>
        </pc:sldMkLst>
      </pc:sldChg>
      <pc:sldChg chg="del">
        <pc:chgData name="Nádia Genebra Ahmad" userId="36126275-cace-419f-8e9b-04679c4f8ea6" providerId="ADAL" clId="{A10DBABD-3390-4EFA-986B-03666C9B9DCC}" dt="2023-07-11T16:55:26.588" v="0" actId="47"/>
        <pc:sldMkLst>
          <pc:docMk/>
          <pc:sldMk cId="88774502" sldId="2147377366"/>
        </pc:sldMkLst>
      </pc:sldChg>
      <pc:sldChg chg="del">
        <pc:chgData name="Nádia Genebra Ahmad" userId="36126275-cace-419f-8e9b-04679c4f8ea6" providerId="ADAL" clId="{A10DBABD-3390-4EFA-986B-03666C9B9DCC}" dt="2023-07-11T16:55:26.588" v="0" actId="47"/>
        <pc:sldMkLst>
          <pc:docMk/>
          <pc:sldMk cId="1615918195" sldId="2147377367"/>
        </pc:sldMkLst>
      </pc:sldChg>
      <pc:sldChg chg="del">
        <pc:chgData name="Nádia Genebra Ahmad" userId="36126275-cace-419f-8e9b-04679c4f8ea6" providerId="ADAL" clId="{A10DBABD-3390-4EFA-986B-03666C9B9DCC}" dt="2023-07-11T16:55:26.588" v="0" actId="47"/>
        <pc:sldMkLst>
          <pc:docMk/>
          <pc:sldMk cId="2049076045" sldId="2147377409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74898338" sldId="2147377410"/>
        </pc:sldMkLst>
      </pc:sldChg>
      <pc:sldChg chg="del">
        <pc:chgData name="Nádia Genebra Ahmad" userId="36126275-cace-419f-8e9b-04679c4f8ea6" providerId="ADAL" clId="{A10DBABD-3390-4EFA-986B-03666C9B9DCC}" dt="2023-07-11T16:55:26.588" v="0" actId="47"/>
        <pc:sldMkLst>
          <pc:docMk/>
          <pc:sldMk cId="3513191199" sldId="2147377411"/>
        </pc:sldMkLst>
      </pc:sldChg>
      <pc:sldChg chg="del">
        <pc:chgData name="Nádia Genebra Ahmad" userId="36126275-cace-419f-8e9b-04679c4f8ea6" providerId="ADAL" clId="{A10DBABD-3390-4EFA-986B-03666C9B9DCC}" dt="2023-07-11T16:55:26.588" v="0" actId="47"/>
        <pc:sldMkLst>
          <pc:docMk/>
          <pc:sldMk cId="390825227" sldId="2147377412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2995167250" sldId="2147377413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3031791931" sldId="2147377414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3646141148" sldId="2147377428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1987165" sldId="2147377429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1939984308" sldId="2147377430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1456450991" sldId="2147377431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183992206" sldId="2147377432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1951069785" sldId="2147377433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536723520" sldId="2147377438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3686400936" sldId="2147377439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999973866" sldId="2147377440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1996336314" sldId="2147377441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3342804331" sldId="2147377442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3347469047" sldId="2147377443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3378343757" sldId="2147377444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3216954769" sldId="2147377445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2301077086" sldId="2147377447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4034453719" sldId="2147377448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1197938212" sldId="2147377449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648148726" sldId="2147377450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2605471807" sldId="2147377451"/>
        </pc:sldMkLst>
      </pc:sldChg>
      <pc:sldChg chg="del">
        <pc:chgData name="Nádia Genebra Ahmad" userId="36126275-cace-419f-8e9b-04679c4f8ea6" providerId="ADAL" clId="{A10DBABD-3390-4EFA-986B-03666C9B9DCC}" dt="2023-07-11T16:55:34.034" v="1" actId="47"/>
        <pc:sldMkLst>
          <pc:docMk/>
          <pc:sldMk cId="707326647" sldId="2147377452"/>
        </pc:sldMkLst>
      </pc:sldChg>
      <pc:sldChg chg="del">
        <pc:chgData name="Nádia Genebra Ahmad" userId="36126275-cace-419f-8e9b-04679c4f8ea6" providerId="ADAL" clId="{A10DBABD-3390-4EFA-986B-03666C9B9DCC}" dt="2023-07-11T16:55:26.588" v="0" actId="47"/>
        <pc:sldMkLst>
          <pc:docMk/>
          <pc:sldMk cId="543576034" sldId="2147377454"/>
        </pc:sldMkLst>
      </pc:sldChg>
      <pc:sldChg chg="addSp delSp modSp mod">
        <pc:chgData name="Nádia Genebra Ahmad" userId="36126275-cace-419f-8e9b-04679c4f8ea6" providerId="ADAL" clId="{A10DBABD-3390-4EFA-986B-03666C9B9DCC}" dt="2023-07-12T08:57:38.446" v="2056" actId="164"/>
        <pc:sldMkLst>
          <pc:docMk/>
          <pc:sldMk cId="798278833" sldId="2147377455"/>
        </pc:sldMkLst>
        <pc:spChg chg="add del mod">
          <ac:chgData name="Nádia Genebra Ahmad" userId="36126275-cace-419f-8e9b-04679c4f8ea6" providerId="ADAL" clId="{A10DBABD-3390-4EFA-986B-03666C9B9DCC}" dt="2023-07-11T17:36:48.145" v="866" actId="478"/>
          <ac:spMkLst>
            <pc:docMk/>
            <pc:sldMk cId="798278833" sldId="2147377455"/>
            <ac:spMk id="3" creationId="{26E4A9AB-081C-4AEF-3941-01CD4FA06100}"/>
          </ac:spMkLst>
        </pc:spChg>
        <pc:spChg chg="add mod">
          <ac:chgData name="Nádia Genebra Ahmad" userId="36126275-cace-419f-8e9b-04679c4f8ea6" providerId="ADAL" clId="{A10DBABD-3390-4EFA-986B-03666C9B9DCC}" dt="2023-07-12T08:45:15.857" v="1992" actId="1036"/>
          <ac:spMkLst>
            <pc:docMk/>
            <pc:sldMk cId="798278833" sldId="2147377455"/>
            <ac:spMk id="4" creationId="{CFE973C6-3590-EF0A-6826-A108EA5FEFF8}"/>
          </ac:spMkLst>
        </pc:spChg>
        <pc:spChg chg="add mod topLvl">
          <ac:chgData name="Nádia Genebra Ahmad" userId="36126275-cace-419f-8e9b-04679c4f8ea6" providerId="ADAL" clId="{A10DBABD-3390-4EFA-986B-03666C9B9DCC}" dt="2023-07-12T08:57:32.202" v="2055" actId="165"/>
          <ac:spMkLst>
            <pc:docMk/>
            <pc:sldMk cId="798278833" sldId="2147377455"/>
            <ac:spMk id="5" creationId="{1DCB38C7-EA54-9460-7AAF-5EA5DCD13D53}"/>
          </ac:spMkLst>
        </pc:spChg>
        <pc:spChg chg="add del mod">
          <ac:chgData name="Nádia Genebra Ahmad" userId="36126275-cace-419f-8e9b-04679c4f8ea6" providerId="ADAL" clId="{A10DBABD-3390-4EFA-986B-03666C9B9DCC}" dt="2023-07-12T08:19:53.064" v="1124" actId="478"/>
          <ac:spMkLst>
            <pc:docMk/>
            <pc:sldMk cId="798278833" sldId="2147377455"/>
            <ac:spMk id="6" creationId="{A5811B93-CDCF-19F3-9A32-8BFD2CA8A28E}"/>
          </ac:spMkLst>
        </pc:spChg>
        <pc:spChg chg="del mod topLvl">
          <ac:chgData name="Nádia Genebra Ahmad" userId="36126275-cace-419f-8e9b-04679c4f8ea6" providerId="ADAL" clId="{A10DBABD-3390-4EFA-986B-03666C9B9DCC}" dt="2023-07-12T08:20:19.933" v="1126" actId="478"/>
          <ac:spMkLst>
            <pc:docMk/>
            <pc:sldMk cId="798278833" sldId="2147377455"/>
            <ac:spMk id="9" creationId="{1423D1DE-8A2D-A2B0-DDDD-4AF72E0D44E8}"/>
          </ac:spMkLst>
        </pc:spChg>
        <pc:spChg chg="mod topLvl">
          <ac:chgData name="Nádia Genebra Ahmad" userId="36126275-cace-419f-8e9b-04679c4f8ea6" providerId="ADAL" clId="{A10DBABD-3390-4EFA-986B-03666C9B9DCC}" dt="2023-07-12T08:57:32.202" v="2055" actId="165"/>
          <ac:spMkLst>
            <pc:docMk/>
            <pc:sldMk cId="798278833" sldId="2147377455"/>
            <ac:spMk id="10" creationId="{BB1F5F71-9BAD-C26E-60AB-34424631FFB6}"/>
          </ac:spMkLst>
        </pc:spChg>
        <pc:spChg chg="mod topLvl">
          <ac:chgData name="Nádia Genebra Ahmad" userId="36126275-cace-419f-8e9b-04679c4f8ea6" providerId="ADAL" clId="{A10DBABD-3390-4EFA-986B-03666C9B9DCC}" dt="2023-07-12T08:57:32.202" v="2055" actId="165"/>
          <ac:spMkLst>
            <pc:docMk/>
            <pc:sldMk cId="798278833" sldId="2147377455"/>
            <ac:spMk id="11" creationId="{7F2CD13F-F7D1-8263-D53B-3A63231C012D}"/>
          </ac:spMkLst>
        </pc:spChg>
        <pc:spChg chg="add del mod">
          <ac:chgData name="Nádia Genebra Ahmad" userId="36126275-cace-419f-8e9b-04679c4f8ea6" providerId="ADAL" clId="{A10DBABD-3390-4EFA-986B-03666C9B9DCC}" dt="2023-07-12T08:25:06.519" v="1253" actId="478"/>
          <ac:spMkLst>
            <pc:docMk/>
            <pc:sldMk cId="798278833" sldId="2147377455"/>
            <ac:spMk id="13" creationId="{C5B7BF2F-13AD-EB5B-EAAC-BE81FE617AAD}"/>
          </ac:spMkLst>
        </pc:spChg>
        <pc:spChg chg="mod">
          <ac:chgData name="Nádia Genebra Ahmad" userId="36126275-cace-419f-8e9b-04679c4f8ea6" providerId="ADAL" clId="{A10DBABD-3390-4EFA-986B-03666C9B9DCC}" dt="2023-07-11T17:31:50.366" v="692" actId="20577"/>
          <ac:spMkLst>
            <pc:docMk/>
            <pc:sldMk cId="798278833" sldId="2147377455"/>
            <ac:spMk id="15" creationId="{1FEBDAC4-900D-D1B7-03CF-97D69CDD17D6}"/>
          </ac:spMkLst>
        </pc:spChg>
        <pc:spChg chg="del mod">
          <ac:chgData name="Nádia Genebra Ahmad" userId="36126275-cace-419f-8e9b-04679c4f8ea6" providerId="ADAL" clId="{A10DBABD-3390-4EFA-986B-03666C9B9DCC}" dt="2023-07-12T08:24:11.376" v="1244" actId="478"/>
          <ac:spMkLst>
            <pc:docMk/>
            <pc:sldMk cId="798278833" sldId="2147377455"/>
            <ac:spMk id="16" creationId="{722B2B3F-46C6-6B6C-EF5C-F0C312EB5B7F}"/>
          </ac:spMkLst>
        </pc:spChg>
        <pc:spChg chg="mod">
          <ac:chgData name="Nádia Genebra Ahmad" userId="36126275-cace-419f-8e9b-04679c4f8ea6" providerId="ADAL" clId="{A10DBABD-3390-4EFA-986B-03666C9B9DCC}" dt="2023-07-11T17:43:50.495" v="894"/>
          <ac:spMkLst>
            <pc:docMk/>
            <pc:sldMk cId="798278833" sldId="2147377455"/>
            <ac:spMk id="19" creationId="{CE2FC7B5-9F0C-2265-1978-8B47ED4DBAB1}"/>
          </ac:spMkLst>
        </pc:spChg>
        <pc:spChg chg="mod">
          <ac:chgData name="Nádia Genebra Ahmad" userId="36126275-cace-419f-8e9b-04679c4f8ea6" providerId="ADAL" clId="{A10DBABD-3390-4EFA-986B-03666C9B9DCC}" dt="2023-07-11T17:43:50.495" v="894"/>
          <ac:spMkLst>
            <pc:docMk/>
            <pc:sldMk cId="798278833" sldId="2147377455"/>
            <ac:spMk id="20" creationId="{161483D2-3D71-F7F8-1798-5327CFA2953C}"/>
          </ac:spMkLst>
        </pc:spChg>
        <pc:spChg chg="mod">
          <ac:chgData name="Nádia Genebra Ahmad" userId="36126275-cace-419f-8e9b-04679c4f8ea6" providerId="ADAL" clId="{A10DBABD-3390-4EFA-986B-03666C9B9DCC}" dt="2023-07-11T17:43:50.495" v="894"/>
          <ac:spMkLst>
            <pc:docMk/>
            <pc:sldMk cId="798278833" sldId="2147377455"/>
            <ac:spMk id="21" creationId="{751B83CA-EF77-07A7-2A16-6FE7FBBF76B9}"/>
          </ac:spMkLst>
        </pc:spChg>
        <pc:spChg chg="add del mod">
          <ac:chgData name="Nádia Genebra Ahmad" userId="36126275-cace-419f-8e9b-04679c4f8ea6" providerId="ADAL" clId="{A10DBABD-3390-4EFA-986B-03666C9B9DCC}" dt="2023-07-12T08:25:06.519" v="1253" actId="478"/>
          <ac:spMkLst>
            <pc:docMk/>
            <pc:sldMk cId="798278833" sldId="2147377455"/>
            <ac:spMk id="23" creationId="{6FD1375F-D13E-7CAC-D1AD-A7A9BCBF7BB6}"/>
          </ac:spMkLst>
        </pc:spChg>
        <pc:spChg chg="mod topLvl">
          <ac:chgData name="Nádia Genebra Ahmad" userId="36126275-cace-419f-8e9b-04679c4f8ea6" providerId="ADAL" clId="{A10DBABD-3390-4EFA-986B-03666C9B9DCC}" dt="2023-07-12T08:57:38.446" v="2056" actId="164"/>
          <ac:spMkLst>
            <pc:docMk/>
            <pc:sldMk cId="798278833" sldId="2147377455"/>
            <ac:spMk id="25" creationId="{E099376F-C981-2E29-6303-934462EA16CA}"/>
          </ac:spMkLst>
        </pc:spChg>
        <pc:spChg chg="mod topLvl">
          <ac:chgData name="Nádia Genebra Ahmad" userId="36126275-cace-419f-8e9b-04679c4f8ea6" providerId="ADAL" clId="{A10DBABD-3390-4EFA-986B-03666C9B9DCC}" dt="2023-07-12T08:57:38.446" v="2056" actId="164"/>
          <ac:spMkLst>
            <pc:docMk/>
            <pc:sldMk cId="798278833" sldId="2147377455"/>
            <ac:spMk id="26" creationId="{15BBA82E-287B-8967-EEDF-43499D69CA9F}"/>
          </ac:spMkLst>
        </pc:spChg>
        <pc:spChg chg="mod">
          <ac:chgData name="Nádia Genebra Ahmad" userId="36126275-cace-419f-8e9b-04679c4f8ea6" providerId="ADAL" clId="{A10DBABD-3390-4EFA-986B-03666C9B9DCC}" dt="2023-07-11T17:43:50.495" v="894"/>
          <ac:spMkLst>
            <pc:docMk/>
            <pc:sldMk cId="798278833" sldId="2147377455"/>
            <ac:spMk id="29" creationId="{DA746332-D60B-BE91-5CC1-A2F3D5FBFC7F}"/>
          </ac:spMkLst>
        </pc:spChg>
        <pc:spChg chg="mod">
          <ac:chgData name="Nádia Genebra Ahmad" userId="36126275-cace-419f-8e9b-04679c4f8ea6" providerId="ADAL" clId="{A10DBABD-3390-4EFA-986B-03666C9B9DCC}" dt="2023-07-11T17:43:50.495" v="894"/>
          <ac:spMkLst>
            <pc:docMk/>
            <pc:sldMk cId="798278833" sldId="2147377455"/>
            <ac:spMk id="30" creationId="{619E6005-BD57-D5FD-3178-E422FC6CB9B6}"/>
          </ac:spMkLst>
        </pc:spChg>
        <pc:spChg chg="mod">
          <ac:chgData name="Nádia Genebra Ahmad" userId="36126275-cace-419f-8e9b-04679c4f8ea6" providerId="ADAL" clId="{A10DBABD-3390-4EFA-986B-03666C9B9DCC}" dt="2023-07-11T17:43:50.495" v="894"/>
          <ac:spMkLst>
            <pc:docMk/>
            <pc:sldMk cId="798278833" sldId="2147377455"/>
            <ac:spMk id="31" creationId="{C5FC10C6-5AA8-B1CA-B269-34665EFF2C48}"/>
          </ac:spMkLst>
        </pc:spChg>
        <pc:spChg chg="mod">
          <ac:chgData name="Nádia Genebra Ahmad" userId="36126275-cace-419f-8e9b-04679c4f8ea6" providerId="ADAL" clId="{A10DBABD-3390-4EFA-986B-03666C9B9DCC}" dt="2023-07-11T17:44:16.603" v="978" actId="207"/>
          <ac:spMkLst>
            <pc:docMk/>
            <pc:sldMk cId="798278833" sldId="2147377455"/>
            <ac:spMk id="34" creationId="{F2691A7C-C324-D6B7-6215-C0811C19A131}"/>
          </ac:spMkLst>
        </pc:spChg>
        <pc:spChg chg="mod">
          <ac:chgData name="Nádia Genebra Ahmad" userId="36126275-cace-419f-8e9b-04679c4f8ea6" providerId="ADAL" clId="{A10DBABD-3390-4EFA-986B-03666C9B9DCC}" dt="2023-07-11T17:44:16.603" v="978" actId="207"/>
          <ac:spMkLst>
            <pc:docMk/>
            <pc:sldMk cId="798278833" sldId="2147377455"/>
            <ac:spMk id="35" creationId="{D23FFC9B-8C13-8705-FECF-094581B26D33}"/>
          </ac:spMkLst>
        </pc:spChg>
        <pc:spChg chg="add del mod">
          <ac:chgData name="Nádia Genebra Ahmad" userId="36126275-cace-419f-8e9b-04679c4f8ea6" providerId="ADAL" clId="{A10DBABD-3390-4EFA-986B-03666C9B9DCC}" dt="2023-07-11T17:47:30.942" v="1041" actId="27803"/>
          <ac:spMkLst>
            <pc:docMk/>
            <pc:sldMk cId="798278833" sldId="2147377455"/>
            <ac:spMk id="38" creationId="{58638417-3896-BD8B-1C1B-188CF7418E38}"/>
          </ac:spMkLst>
        </pc:spChg>
        <pc:spChg chg="add del mod">
          <ac:chgData name="Nádia Genebra Ahmad" userId="36126275-cace-419f-8e9b-04679c4f8ea6" providerId="ADAL" clId="{A10DBABD-3390-4EFA-986B-03666C9B9DCC}" dt="2023-07-11T17:47:30.942" v="1041" actId="27803"/>
          <ac:spMkLst>
            <pc:docMk/>
            <pc:sldMk cId="798278833" sldId="2147377455"/>
            <ac:spMk id="39" creationId="{71BB82AB-C6C4-97C9-1C8F-1B102F503ADA}"/>
          </ac:spMkLst>
        </pc:spChg>
        <pc:spChg chg="add mod topLvl">
          <ac:chgData name="Nádia Genebra Ahmad" userId="36126275-cace-419f-8e9b-04679c4f8ea6" providerId="ADAL" clId="{A10DBABD-3390-4EFA-986B-03666C9B9DCC}" dt="2023-07-12T08:57:32.202" v="2055" actId="165"/>
          <ac:spMkLst>
            <pc:docMk/>
            <pc:sldMk cId="798278833" sldId="2147377455"/>
            <ac:spMk id="39" creationId="{CCF1178C-A00F-20DB-1C96-63DDA02C745F}"/>
          </ac:spMkLst>
        </pc:spChg>
        <pc:spChg chg="add del mod topLvl">
          <ac:chgData name="Nádia Genebra Ahmad" userId="36126275-cace-419f-8e9b-04679c4f8ea6" providerId="ADAL" clId="{A10DBABD-3390-4EFA-986B-03666C9B9DCC}" dt="2023-07-11T17:47:29.951" v="1039" actId="11529"/>
          <ac:spMkLst>
            <pc:docMk/>
            <pc:sldMk cId="798278833" sldId="2147377455"/>
            <ac:spMk id="40" creationId="{F0397D54-BDBD-D835-EE04-3839B616247E}"/>
          </ac:spMkLst>
        </pc:spChg>
        <pc:spChg chg="add mod">
          <ac:chgData name="Nádia Genebra Ahmad" userId="36126275-cace-419f-8e9b-04679c4f8ea6" providerId="ADAL" clId="{A10DBABD-3390-4EFA-986B-03666C9B9DCC}" dt="2023-07-12T08:24:17.456" v="1247"/>
          <ac:spMkLst>
            <pc:docMk/>
            <pc:sldMk cId="798278833" sldId="2147377455"/>
            <ac:spMk id="43" creationId="{0CD5B39F-7351-7486-0023-B22F68F49AE4}"/>
          </ac:spMkLst>
        </pc:spChg>
        <pc:spChg chg="mod">
          <ac:chgData name="Nádia Genebra Ahmad" userId="36126275-cace-419f-8e9b-04679c4f8ea6" providerId="ADAL" clId="{A10DBABD-3390-4EFA-986B-03666C9B9DCC}" dt="2023-07-12T08:25:18.109" v="1255"/>
          <ac:spMkLst>
            <pc:docMk/>
            <pc:sldMk cId="798278833" sldId="2147377455"/>
            <ac:spMk id="46" creationId="{38833FEC-6ED9-AEA6-0424-1FA6B2D6C3D0}"/>
          </ac:spMkLst>
        </pc:spChg>
        <pc:spChg chg="mod">
          <ac:chgData name="Nádia Genebra Ahmad" userId="36126275-cace-419f-8e9b-04679c4f8ea6" providerId="ADAL" clId="{A10DBABD-3390-4EFA-986B-03666C9B9DCC}" dt="2023-07-12T08:25:18.109" v="1255"/>
          <ac:spMkLst>
            <pc:docMk/>
            <pc:sldMk cId="798278833" sldId="2147377455"/>
            <ac:spMk id="47" creationId="{A47485F9-A6F7-E409-C7EE-DD72EB6ED4BD}"/>
          </ac:spMkLst>
        </pc:spChg>
        <pc:spChg chg="mod topLvl">
          <ac:chgData name="Nádia Genebra Ahmad" userId="36126275-cace-419f-8e9b-04679c4f8ea6" providerId="ADAL" clId="{A10DBABD-3390-4EFA-986B-03666C9B9DCC}" dt="2023-07-12T08:57:32.202" v="2055" actId="165"/>
          <ac:spMkLst>
            <pc:docMk/>
            <pc:sldMk cId="798278833" sldId="2147377455"/>
            <ac:spMk id="52" creationId="{3E1ABB61-4773-E036-568C-FA5714F53677}"/>
          </ac:spMkLst>
        </pc:spChg>
        <pc:spChg chg="mod">
          <ac:chgData name="Nádia Genebra Ahmad" userId="36126275-cace-419f-8e9b-04679c4f8ea6" providerId="ADAL" clId="{A10DBABD-3390-4EFA-986B-03666C9B9DCC}" dt="2023-07-12T08:57:32.202" v="2055" actId="165"/>
          <ac:spMkLst>
            <pc:docMk/>
            <pc:sldMk cId="798278833" sldId="2147377455"/>
            <ac:spMk id="54" creationId="{34DB9C5E-D8F8-FA48-ABA1-6346D8B0FFB1}"/>
          </ac:spMkLst>
        </pc:spChg>
        <pc:spChg chg="mod">
          <ac:chgData name="Nádia Genebra Ahmad" userId="36126275-cace-419f-8e9b-04679c4f8ea6" providerId="ADAL" clId="{A10DBABD-3390-4EFA-986B-03666C9B9DCC}" dt="2023-07-12T08:57:32.202" v="2055" actId="165"/>
          <ac:spMkLst>
            <pc:docMk/>
            <pc:sldMk cId="798278833" sldId="2147377455"/>
            <ac:spMk id="55" creationId="{6F18AAB0-E61D-1DB5-1C6A-F2A9D7B22960}"/>
          </ac:spMkLst>
        </pc:spChg>
        <pc:spChg chg="mod topLvl">
          <ac:chgData name="Nádia Genebra Ahmad" userId="36126275-cace-419f-8e9b-04679c4f8ea6" providerId="ADAL" clId="{A10DBABD-3390-4EFA-986B-03666C9B9DCC}" dt="2023-07-12T08:57:32.202" v="2055" actId="165"/>
          <ac:spMkLst>
            <pc:docMk/>
            <pc:sldMk cId="798278833" sldId="2147377455"/>
            <ac:spMk id="65" creationId="{912E6F4D-631B-8D97-D411-FCDE970FC829}"/>
          </ac:spMkLst>
        </pc:spChg>
        <pc:spChg chg="mod">
          <ac:chgData name="Nádia Genebra Ahmad" userId="36126275-cace-419f-8e9b-04679c4f8ea6" providerId="ADAL" clId="{A10DBABD-3390-4EFA-986B-03666C9B9DCC}" dt="2023-07-12T08:57:32.202" v="2055" actId="165"/>
          <ac:spMkLst>
            <pc:docMk/>
            <pc:sldMk cId="798278833" sldId="2147377455"/>
            <ac:spMk id="67" creationId="{373D3E5A-08D3-168D-74B7-5F25245EE1C3}"/>
          </ac:spMkLst>
        </pc:spChg>
        <pc:spChg chg="mod">
          <ac:chgData name="Nádia Genebra Ahmad" userId="36126275-cace-419f-8e9b-04679c4f8ea6" providerId="ADAL" clId="{A10DBABD-3390-4EFA-986B-03666C9B9DCC}" dt="2023-07-12T08:57:32.202" v="2055" actId="165"/>
          <ac:spMkLst>
            <pc:docMk/>
            <pc:sldMk cId="798278833" sldId="2147377455"/>
            <ac:spMk id="68" creationId="{D831ED6C-AF71-977C-813B-B96F46842438}"/>
          </ac:spMkLst>
        </pc:spChg>
        <pc:spChg chg="mod">
          <ac:chgData name="Nádia Genebra Ahmad" userId="36126275-cace-419f-8e9b-04679c4f8ea6" providerId="ADAL" clId="{A10DBABD-3390-4EFA-986B-03666C9B9DCC}" dt="2023-07-12T08:29:30.807" v="1412"/>
          <ac:spMkLst>
            <pc:docMk/>
            <pc:sldMk cId="798278833" sldId="2147377455"/>
            <ac:spMk id="73" creationId="{A6AF118B-5F57-3FD9-7BCB-D0A953BE1616}"/>
          </ac:spMkLst>
        </pc:spChg>
        <pc:spChg chg="mod">
          <ac:chgData name="Nádia Genebra Ahmad" userId="36126275-cace-419f-8e9b-04679c4f8ea6" providerId="ADAL" clId="{A10DBABD-3390-4EFA-986B-03666C9B9DCC}" dt="2023-07-12T08:30:10.747" v="1434" actId="20577"/>
          <ac:spMkLst>
            <pc:docMk/>
            <pc:sldMk cId="798278833" sldId="2147377455"/>
            <ac:spMk id="75" creationId="{A9CF30E4-1509-44C2-7331-B573B695EA06}"/>
          </ac:spMkLst>
        </pc:spChg>
        <pc:spChg chg="mod">
          <ac:chgData name="Nádia Genebra Ahmad" userId="36126275-cace-419f-8e9b-04679c4f8ea6" providerId="ADAL" clId="{A10DBABD-3390-4EFA-986B-03666C9B9DCC}" dt="2023-07-12T08:29:30.807" v="1412"/>
          <ac:spMkLst>
            <pc:docMk/>
            <pc:sldMk cId="798278833" sldId="2147377455"/>
            <ac:spMk id="76" creationId="{B589EE17-3F51-05EB-E0C1-D6DE1E2DFE1C}"/>
          </ac:spMkLst>
        </pc:spChg>
        <pc:spChg chg="mod">
          <ac:chgData name="Nádia Genebra Ahmad" userId="36126275-cace-419f-8e9b-04679c4f8ea6" providerId="ADAL" clId="{A10DBABD-3390-4EFA-986B-03666C9B9DCC}" dt="2023-07-12T08:29:36.983" v="1414"/>
          <ac:spMkLst>
            <pc:docMk/>
            <pc:sldMk cId="798278833" sldId="2147377455"/>
            <ac:spMk id="81" creationId="{A6D9BF9F-79B8-4C84-3F54-9C97C81A4D41}"/>
          </ac:spMkLst>
        </pc:spChg>
        <pc:spChg chg="mod">
          <ac:chgData name="Nádia Genebra Ahmad" userId="36126275-cace-419f-8e9b-04679c4f8ea6" providerId="ADAL" clId="{A10DBABD-3390-4EFA-986B-03666C9B9DCC}" dt="2023-07-12T08:30:15.715" v="1440" actId="20577"/>
          <ac:spMkLst>
            <pc:docMk/>
            <pc:sldMk cId="798278833" sldId="2147377455"/>
            <ac:spMk id="83" creationId="{DEC6C2FE-6AD7-E01D-CF66-5024CB8E99CE}"/>
          </ac:spMkLst>
        </pc:spChg>
        <pc:spChg chg="mod">
          <ac:chgData name="Nádia Genebra Ahmad" userId="36126275-cace-419f-8e9b-04679c4f8ea6" providerId="ADAL" clId="{A10DBABD-3390-4EFA-986B-03666C9B9DCC}" dt="2023-07-12T08:29:36.983" v="1414"/>
          <ac:spMkLst>
            <pc:docMk/>
            <pc:sldMk cId="798278833" sldId="2147377455"/>
            <ac:spMk id="84" creationId="{8E5396BE-C15C-78F3-64EE-2F538FB85995}"/>
          </ac:spMkLst>
        </pc:spChg>
        <pc:spChg chg="mod topLvl">
          <ac:chgData name="Nádia Genebra Ahmad" userId="36126275-cace-419f-8e9b-04679c4f8ea6" providerId="ADAL" clId="{A10DBABD-3390-4EFA-986B-03666C9B9DCC}" dt="2023-07-12T08:57:32.202" v="2055" actId="165"/>
          <ac:spMkLst>
            <pc:docMk/>
            <pc:sldMk cId="798278833" sldId="2147377455"/>
            <ac:spMk id="89" creationId="{4FA8DA5B-7699-1DEE-8A69-1B46230555C5}"/>
          </ac:spMkLst>
        </pc:spChg>
        <pc:spChg chg="mod">
          <ac:chgData name="Nádia Genebra Ahmad" userId="36126275-cace-419f-8e9b-04679c4f8ea6" providerId="ADAL" clId="{A10DBABD-3390-4EFA-986B-03666C9B9DCC}" dt="2023-07-12T08:57:32.202" v="2055" actId="165"/>
          <ac:spMkLst>
            <pc:docMk/>
            <pc:sldMk cId="798278833" sldId="2147377455"/>
            <ac:spMk id="91" creationId="{9DA415CA-0C43-CCF1-38C9-3E8453F6F79C}"/>
          </ac:spMkLst>
        </pc:spChg>
        <pc:spChg chg="mod">
          <ac:chgData name="Nádia Genebra Ahmad" userId="36126275-cace-419f-8e9b-04679c4f8ea6" providerId="ADAL" clId="{A10DBABD-3390-4EFA-986B-03666C9B9DCC}" dt="2023-07-12T08:57:32.202" v="2055" actId="165"/>
          <ac:spMkLst>
            <pc:docMk/>
            <pc:sldMk cId="798278833" sldId="2147377455"/>
            <ac:spMk id="92" creationId="{A3961A91-B602-78BF-FEDB-E6C9353425EE}"/>
          </ac:spMkLst>
        </pc:spChg>
        <pc:spChg chg="mod topLvl">
          <ac:chgData name="Nádia Genebra Ahmad" userId="36126275-cace-419f-8e9b-04679c4f8ea6" providerId="ADAL" clId="{A10DBABD-3390-4EFA-986B-03666C9B9DCC}" dt="2023-07-12T08:57:32.202" v="2055" actId="165"/>
          <ac:spMkLst>
            <pc:docMk/>
            <pc:sldMk cId="798278833" sldId="2147377455"/>
            <ac:spMk id="97" creationId="{F69A4CE8-2EA9-46B3-037C-AB18D98EC79B}"/>
          </ac:spMkLst>
        </pc:spChg>
        <pc:spChg chg="mod">
          <ac:chgData name="Nádia Genebra Ahmad" userId="36126275-cace-419f-8e9b-04679c4f8ea6" providerId="ADAL" clId="{A10DBABD-3390-4EFA-986B-03666C9B9DCC}" dt="2023-07-12T08:57:32.202" v="2055" actId="165"/>
          <ac:spMkLst>
            <pc:docMk/>
            <pc:sldMk cId="798278833" sldId="2147377455"/>
            <ac:spMk id="99" creationId="{EC9DB3E9-34A5-FB3A-B8DA-FF1FD6A7A881}"/>
          </ac:spMkLst>
        </pc:spChg>
        <pc:spChg chg="mod">
          <ac:chgData name="Nádia Genebra Ahmad" userId="36126275-cace-419f-8e9b-04679c4f8ea6" providerId="ADAL" clId="{A10DBABD-3390-4EFA-986B-03666C9B9DCC}" dt="2023-07-12T08:57:32.202" v="2055" actId="165"/>
          <ac:spMkLst>
            <pc:docMk/>
            <pc:sldMk cId="798278833" sldId="2147377455"/>
            <ac:spMk id="100" creationId="{00AA72A0-318D-1703-F12D-B8E06F30D6BB}"/>
          </ac:spMkLst>
        </pc:spChg>
        <pc:spChg chg="add mod topLvl">
          <ac:chgData name="Nádia Genebra Ahmad" userId="36126275-cace-419f-8e9b-04679c4f8ea6" providerId="ADAL" clId="{A10DBABD-3390-4EFA-986B-03666C9B9DCC}" dt="2023-07-12T08:57:32.202" v="2055" actId="165"/>
          <ac:spMkLst>
            <pc:docMk/>
            <pc:sldMk cId="798278833" sldId="2147377455"/>
            <ac:spMk id="104" creationId="{0E641A81-B67C-99C3-D819-4036C544F52B}"/>
          </ac:spMkLst>
        </pc:spChg>
        <pc:spChg chg="add del mod topLvl">
          <ac:chgData name="Nádia Genebra Ahmad" userId="36126275-cace-419f-8e9b-04679c4f8ea6" providerId="ADAL" clId="{A10DBABD-3390-4EFA-986B-03666C9B9DCC}" dt="2023-07-12T08:57:32.202" v="2055" actId="165"/>
          <ac:spMkLst>
            <pc:docMk/>
            <pc:sldMk cId="798278833" sldId="2147377455"/>
            <ac:spMk id="105" creationId="{A8E083ED-F5AF-B096-FD5C-0374C59C6815}"/>
          </ac:spMkLst>
        </pc:spChg>
        <pc:spChg chg="add mod topLvl">
          <ac:chgData name="Nádia Genebra Ahmad" userId="36126275-cace-419f-8e9b-04679c4f8ea6" providerId="ADAL" clId="{A10DBABD-3390-4EFA-986B-03666C9B9DCC}" dt="2023-07-12T08:57:32.202" v="2055" actId="165"/>
          <ac:spMkLst>
            <pc:docMk/>
            <pc:sldMk cId="798278833" sldId="2147377455"/>
            <ac:spMk id="106" creationId="{B6C810AA-3BCA-2B18-1BA2-3C93A5EFD00C}"/>
          </ac:spMkLst>
        </pc:spChg>
        <pc:grpChg chg="add del mod topLvl">
          <ac:chgData name="Nádia Genebra Ahmad" userId="36126275-cace-419f-8e9b-04679c4f8ea6" providerId="ADAL" clId="{A10DBABD-3390-4EFA-986B-03666C9B9DCC}" dt="2023-07-12T08:57:32.202" v="2055" actId="165"/>
          <ac:grpSpMkLst>
            <pc:docMk/>
            <pc:sldMk cId="798278833" sldId="2147377455"/>
            <ac:grpSpMk id="7" creationId="{526518F1-27BF-ED63-626C-99E1068840B4}"/>
          </ac:grpSpMkLst>
        </pc:grpChg>
        <pc:grpChg chg="add del mod">
          <ac:chgData name="Nádia Genebra Ahmad" userId="36126275-cace-419f-8e9b-04679c4f8ea6" providerId="ADAL" clId="{A10DBABD-3390-4EFA-986B-03666C9B9DCC}" dt="2023-07-12T08:57:32.202" v="2055" actId="165"/>
          <ac:grpSpMkLst>
            <pc:docMk/>
            <pc:sldMk cId="798278833" sldId="2147377455"/>
            <ac:grpSpMk id="8" creationId="{25B6388D-5111-F0CB-59BE-46B17E08A041}"/>
          </ac:grpSpMkLst>
        </pc:grpChg>
        <pc:grpChg chg="add del mod">
          <ac:chgData name="Nádia Genebra Ahmad" userId="36126275-cace-419f-8e9b-04679c4f8ea6" providerId="ADAL" clId="{A10DBABD-3390-4EFA-986B-03666C9B9DCC}" dt="2023-07-12T08:25:06.519" v="1253" actId="478"/>
          <ac:grpSpMkLst>
            <pc:docMk/>
            <pc:sldMk cId="798278833" sldId="2147377455"/>
            <ac:grpSpMk id="14" creationId="{A2D364AC-AAF6-1530-4A12-075F7C48E172}"/>
          </ac:grpSpMkLst>
        </pc:grpChg>
        <pc:grpChg chg="mod">
          <ac:chgData name="Nádia Genebra Ahmad" userId="36126275-cace-419f-8e9b-04679c4f8ea6" providerId="ADAL" clId="{A10DBABD-3390-4EFA-986B-03666C9B9DCC}" dt="2023-07-11T17:43:50.495" v="894"/>
          <ac:grpSpMkLst>
            <pc:docMk/>
            <pc:sldMk cId="798278833" sldId="2147377455"/>
            <ac:grpSpMk id="18" creationId="{82AF33C2-B265-CBDA-9F0B-984F0F21A55E}"/>
          </ac:grpSpMkLst>
        </pc:grpChg>
        <pc:grpChg chg="add del mod topLvl">
          <ac:chgData name="Nádia Genebra Ahmad" userId="36126275-cace-419f-8e9b-04679c4f8ea6" providerId="ADAL" clId="{A10DBABD-3390-4EFA-986B-03666C9B9DCC}" dt="2023-07-12T08:47:11.101" v="2004" actId="165"/>
          <ac:grpSpMkLst>
            <pc:docMk/>
            <pc:sldMk cId="798278833" sldId="2147377455"/>
            <ac:grpSpMk id="24" creationId="{23B1FE94-D398-DD0E-2320-699AC73F078F}"/>
          </ac:grpSpMkLst>
        </pc:grpChg>
        <pc:grpChg chg="add del mod">
          <ac:chgData name="Nádia Genebra Ahmad" userId="36126275-cace-419f-8e9b-04679c4f8ea6" providerId="ADAL" clId="{A10DBABD-3390-4EFA-986B-03666C9B9DCC}" dt="2023-07-12T08:25:06.519" v="1253" actId="478"/>
          <ac:grpSpMkLst>
            <pc:docMk/>
            <pc:sldMk cId="798278833" sldId="2147377455"/>
            <ac:grpSpMk id="27" creationId="{23B2DF42-6639-49FC-DEEE-120621A9914D}"/>
          </ac:grpSpMkLst>
        </pc:grpChg>
        <pc:grpChg chg="mod">
          <ac:chgData name="Nádia Genebra Ahmad" userId="36126275-cace-419f-8e9b-04679c4f8ea6" providerId="ADAL" clId="{A10DBABD-3390-4EFA-986B-03666C9B9DCC}" dt="2023-07-11T17:43:50.495" v="894"/>
          <ac:grpSpMkLst>
            <pc:docMk/>
            <pc:sldMk cId="798278833" sldId="2147377455"/>
            <ac:grpSpMk id="28" creationId="{54E5E085-B4FF-EBF9-2251-13BDA68594D4}"/>
          </ac:grpSpMkLst>
        </pc:grpChg>
        <pc:grpChg chg="add del mod">
          <ac:chgData name="Nádia Genebra Ahmad" userId="36126275-cace-419f-8e9b-04679c4f8ea6" providerId="ADAL" clId="{A10DBABD-3390-4EFA-986B-03666C9B9DCC}" dt="2023-07-12T08:25:15.851" v="1254" actId="478"/>
          <ac:grpSpMkLst>
            <pc:docMk/>
            <pc:sldMk cId="798278833" sldId="2147377455"/>
            <ac:grpSpMk id="33" creationId="{95E17DD7-7577-D3E4-582C-815E1CD4AEED}"/>
          </ac:grpSpMkLst>
        </pc:grpChg>
        <pc:grpChg chg="add del mod">
          <ac:chgData name="Nádia Genebra Ahmad" userId="36126275-cace-419f-8e9b-04679c4f8ea6" providerId="ADAL" clId="{A10DBABD-3390-4EFA-986B-03666C9B9DCC}" dt="2023-07-11T17:47:30.942" v="1041" actId="27803"/>
          <ac:grpSpMkLst>
            <pc:docMk/>
            <pc:sldMk cId="798278833" sldId="2147377455"/>
            <ac:grpSpMk id="37" creationId="{B2FFEB84-9A06-7CA2-3816-38FBD520DBCB}"/>
          </ac:grpSpMkLst>
        </pc:grpChg>
        <pc:grpChg chg="add del mod">
          <ac:chgData name="Nádia Genebra Ahmad" userId="36126275-cace-419f-8e9b-04679c4f8ea6" providerId="ADAL" clId="{A10DBABD-3390-4EFA-986B-03666C9B9DCC}" dt="2023-07-11T17:47:27.716" v="1033" actId="164"/>
          <ac:grpSpMkLst>
            <pc:docMk/>
            <pc:sldMk cId="798278833" sldId="2147377455"/>
            <ac:grpSpMk id="41" creationId="{59139137-36FF-CC28-5152-AA6225008760}"/>
          </ac:grpSpMkLst>
        </pc:grpChg>
        <pc:grpChg chg="add del mod">
          <ac:chgData name="Nádia Genebra Ahmad" userId="36126275-cace-419f-8e9b-04679c4f8ea6" providerId="ADAL" clId="{A10DBABD-3390-4EFA-986B-03666C9B9DCC}" dt="2023-07-12T08:26:38.077" v="1276" actId="478"/>
          <ac:grpSpMkLst>
            <pc:docMk/>
            <pc:sldMk cId="798278833" sldId="2147377455"/>
            <ac:grpSpMk id="45" creationId="{270AD1AC-B920-5395-3188-66DB51BB3BED}"/>
          </ac:grpSpMkLst>
        </pc:grpChg>
        <pc:grpChg chg="add del mod">
          <ac:chgData name="Nádia Genebra Ahmad" userId="36126275-cace-419f-8e9b-04679c4f8ea6" providerId="ADAL" clId="{A10DBABD-3390-4EFA-986B-03666C9B9DCC}" dt="2023-07-12T08:28:12.056" v="1388" actId="165"/>
          <ac:grpSpMkLst>
            <pc:docMk/>
            <pc:sldMk cId="798278833" sldId="2147377455"/>
            <ac:grpSpMk id="48" creationId="{8B766242-EA27-FB12-AA27-70C749913812}"/>
          </ac:grpSpMkLst>
        </pc:grpChg>
        <pc:grpChg chg="add del mod">
          <ac:chgData name="Nádia Genebra Ahmad" userId="36126275-cace-419f-8e9b-04679c4f8ea6" providerId="ADAL" clId="{A10DBABD-3390-4EFA-986B-03666C9B9DCC}" dt="2023-07-12T08:28:12.056" v="1388" actId="165"/>
          <ac:grpSpMkLst>
            <pc:docMk/>
            <pc:sldMk cId="798278833" sldId="2147377455"/>
            <ac:grpSpMk id="49" creationId="{DF6DB495-D8CE-DFCF-186D-3D5C6180C57E}"/>
          </ac:grpSpMkLst>
        </pc:grpChg>
        <pc:grpChg chg="mod topLvl">
          <ac:chgData name="Nádia Genebra Ahmad" userId="36126275-cace-419f-8e9b-04679c4f8ea6" providerId="ADAL" clId="{A10DBABD-3390-4EFA-986B-03666C9B9DCC}" dt="2023-07-12T08:57:32.202" v="2055" actId="165"/>
          <ac:grpSpMkLst>
            <pc:docMk/>
            <pc:sldMk cId="798278833" sldId="2147377455"/>
            <ac:grpSpMk id="51" creationId="{397806AA-6298-79F7-34AF-540821A1A3FD}"/>
          </ac:grpSpMkLst>
        </pc:grpChg>
        <pc:grpChg chg="mod">
          <ac:chgData name="Nádia Genebra Ahmad" userId="36126275-cace-419f-8e9b-04679c4f8ea6" providerId="ADAL" clId="{A10DBABD-3390-4EFA-986B-03666C9B9DCC}" dt="2023-07-12T08:57:32.202" v="2055" actId="165"/>
          <ac:grpSpMkLst>
            <pc:docMk/>
            <pc:sldMk cId="798278833" sldId="2147377455"/>
            <ac:grpSpMk id="53" creationId="{B0DC1601-ABB3-D6F4-DBF0-6505182343B8}"/>
          </ac:grpSpMkLst>
        </pc:grpChg>
        <pc:grpChg chg="add del mod topLvl">
          <ac:chgData name="Nádia Genebra Ahmad" userId="36126275-cace-419f-8e9b-04679c4f8ea6" providerId="ADAL" clId="{A10DBABD-3390-4EFA-986B-03666C9B9DCC}" dt="2023-07-12T08:47:11.101" v="2004" actId="165"/>
          <ac:grpSpMkLst>
            <pc:docMk/>
            <pc:sldMk cId="798278833" sldId="2147377455"/>
            <ac:grpSpMk id="57" creationId="{A1B42BA3-1C42-9F2B-0308-5AF63FC8EB7F}"/>
          </ac:grpSpMkLst>
        </pc:grpChg>
        <pc:grpChg chg="add del mod topLvl">
          <ac:chgData name="Nádia Genebra Ahmad" userId="36126275-cace-419f-8e9b-04679c4f8ea6" providerId="ADAL" clId="{A10DBABD-3390-4EFA-986B-03666C9B9DCC}" dt="2023-07-12T08:47:11.101" v="2004" actId="165"/>
          <ac:grpSpMkLst>
            <pc:docMk/>
            <pc:sldMk cId="798278833" sldId="2147377455"/>
            <ac:grpSpMk id="58" creationId="{8A8F920A-652D-7F7D-2571-F1FD4BAE2C20}"/>
          </ac:grpSpMkLst>
        </pc:grpChg>
        <pc:grpChg chg="add del mod topLvl">
          <ac:chgData name="Nádia Genebra Ahmad" userId="36126275-cace-419f-8e9b-04679c4f8ea6" providerId="ADAL" clId="{A10DBABD-3390-4EFA-986B-03666C9B9DCC}" dt="2023-07-12T08:47:11.101" v="2004" actId="165"/>
          <ac:grpSpMkLst>
            <pc:docMk/>
            <pc:sldMk cId="798278833" sldId="2147377455"/>
            <ac:grpSpMk id="62" creationId="{54514DE1-6CC5-EB6E-2582-40B0EA8C10F6}"/>
          </ac:grpSpMkLst>
        </pc:grpChg>
        <pc:grpChg chg="mod topLvl">
          <ac:chgData name="Nádia Genebra Ahmad" userId="36126275-cace-419f-8e9b-04679c4f8ea6" providerId="ADAL" clId="{A10DBABD-3390-4EFA-986B-03666C9B9DCC}" dt="2023-07-12T08:57:32.202" v="2055" actId="165"/>
          <ac:grpSpMkLst>
            <pc:docMk/>
            <pc:sldMk cId="798278833" sldId="2147377455"/>
            <ac:grpSpMk id="64" creationId="{F68B7861-2E9B-124A-C99B-015A4BF03252}"/>
          </ac:grpSpMkLst>
        </pc:grpChg>
        <pc:grpChg chg="mod">
          <ac:chgData name="Nádia Genebra Ahmad" userId="36126275-cace-419f-8e9b-04679c4f8ea6" providerId="ADAL" clId="{A10DBABD-3390-4EFA-986B-03666C9B9DCC}" dt="2023-07-12T08:57:32.202" v="2055" actId="165"/>
          <ac:grpSpMkLst>
            <pc:docMk/>
            <pc:sldMk cId="798278833" sldId="2147377455"/>
            <ac:grpSpMk id="66" creationId="{7DE5EB31-C5AA-94E0-FDDE-2D1EDEF43D61}"/>
          </ac:grpSpMkLst>
        </pc:grpChg>
        <pc:grpChg chg="add del mod">
          <ac:chgData name="Nádia Genebra Ahmad" userId="36126275-cace-419f-8e9b-04679c4f8ea6" providerId="ADAL" clId="{A10DBABD-3390-4EFA-986B-03666C9B9DCC}" dt="2023-07-12T08:31:00.387" v="1446" actId="478"/>
          <ac:grpSpMkLst>
            <pc:docMk/>
            <pc:sldMk cId="798278833" sldId="2147377455"/>
            <ac:grpSpMk id="70" creationId="{81125813-A3DF-36ED-E79E-4E47E60B958D}"/>
          </ac:grpSpMkLst>
        </pc:grpChg>
        <pc:grpChg chg="mod">
          <ac:chgData name="Nádia Genebra Ahmad" userId="36126275-cace-419f-8e9b-04679c4f8ea6" providerId="ADAL" clId="{A10DBABD-3390-4EFA-986B-03666C9B9DCC}" dt="2023-07-12T08:29:30.807" v="1412"/>
          <ac:grpSpMkLst>
            <pc:docMk/>
            <pc:sldMk cId="798278833" sldId="2147377455"/>
            <ac:grpSpMk id="72" creationId="{CE29403F-2036-98FD-501A-ACA59ECE74EB}"/>
          </ac:grpSpMkLst>
        </pc:grpChg>
        <pc:grpChg chg="mod">
          <ac:chgData name="Nádia Genebra Ahmad" userId="36126275-cace-419f-8e9b-04679c4f8ea6" providerId="ADAL" clId="{A10DBABD-3390-4EFA-986B-03666C9B9DCC}" dt="2023-07-12T08:29:30.807" v="1412"/>
          <ac:grpSpMkLst>
            <pc:docMk/>
            <pc:sldMk cId="798278833" sldId="2147377455"/>
            <ac:grpSpMk id="74" creationId="{09A6A34A-254D-ECBA-5233-E227402013B7}"/>
          </ac:grpSpMkLst>
        </pc:grpChg>
        <pc:grpChg chg="add del mod">
          <ac:chgData name="Nádia Genebra Ahmad" userId="36126275-cace-419f-8e9b-04679c4f8ea6" providerId="ADAL" clId="{A10DBABD-3390-4EFA-986B-03666C9B9DCC}" dt="2023-07-12T08:31:00.387" v="1446" actId="478"/>
          <ac:grpSpMkLst>
            <pc:docMk/>
            <pc:sldMk cId="798278833" sldId="2147377455"/>
            <ac:grpSpMk id="78" creationId="{64BD19C7-F8BA-89F3-C79E-5A2A7AF4083E}"/>
          </ac:grpSpMkLst>
        </pc:grpChg>
        <pc:grpChg chg="mod">
          <ac:chgData name="Nádia Genebra Ahmad" userId="36126275-cace-419f-8e9b-04679c4f8ea6" providerId="ADAL" clId="{A10DBABD-3390-4EFA-986B-03666C9B9DCC}" dt="2023-07-12T08:29:36.983" v="1414"/>
          <ac:grpSpMkLst>
            <pc:docMk/>
            <pc:sldMk cId="798278833" sldId="2147377455"/>
            <ac:grpSpMk id="80" creationId="{A4A5B719-FD6B-5F44-E285-D1AEB2F7B9D4}"/>
          </ac:grpSpMkLst>
        </pc:grpChg>
        <pc:grpChg chg="mod">
          <ac:chgData name="Nádia Genebra Ahmad" userId="36126275-cace-419f-8e9b-04679c4f8ea6" providerId="ADAL" clId="{A10DBABD-3390-4EFA-986B-03666C9B9DCC}" dt="2023-07-12T08:29:36.983" v="1414"/>
          <ac:grpSpMkLst>
            <pc:docMk/>
            <pc:sldMk cId="798278833" sldId="2147377455"/>
            <ac:grpSpMk id="82" creationId="{2DAB8D3C-DC9F-A220-653D-BC4752F761D5}"/>
          </ac:grpSpMkLst>
        </pc:grpChg>
        <pc:grpChg chg="add del mod topLvl">
          <ac:chgData name="Nádia Genebra Ahmad" userId="36126275-cace-419f-8e9b-04679c4f8ea6" providerId="ADAL" clId="{A10DBABD-3390-4EFA-986B-03666C9B9DCC}" dt="2023-07-12T08:47:11.101" v="2004" actId="165"/>
          <ac:grpSpMkLst>
            <pc:docMk/>
            <pc:sldMk cId="798278833" sldId="2147377455"/>
            <ac:grpSpMk id="86" creationId="{54D2CA9C-D3D4-E348-1CF4-C69014263CFD}"/>
          </ac:grpSpMkLst>
        </pc:grpChg>
        <pc:grpChg chg="mod topLvl">
          <ac:chgData name="Nádia Genebra Ahmad" userId="36126275-cace-419f-8e9b-04679c4f8ea6" providerId="ADAL" clId="{A10DBABD-3390-4EFA-986B-03666C9B9DCC}" dt="2023-07-12T08:57:32.202" v="2055" actId="165"/>
          <ac:grpSpMkLst>
            <pc:docMk/>
            <pc:sldMk cId="798278833" sldId="2147377455"/>
            <ac:grpSpMk id="88" creationId="{C9CB6D49-EEDA-4F3E-3ACC-0F4CA000D497}"/>
          </ac:grpSpMkLst>
        </pc:grpChg>
        <pc:grpChg chg="mod">
          <ac:chgData name="Nádia Genebra Ahmad" userId="36126275-cace-419f-8e9b-04679c4f8ea6" providerId="ADAL" clId="{A10DBABD-3390-4EFA-986B-03666C9B9DCC}" dt="2023-07-12T08:57:32.202" v="2055" actId="165"/>
          <ac:grpSpMkLst>
            <pc:docMk/>
            <pc:sldMk cId="798278833" sldId="2147377455"/>
            <ac:grpSpMk id="90" creationId="{96CA6AE8-B72B-228E-F8FD-1E168992C445}"/>
          </ac:grpSpMkLst>
        </pc:grpChg>
        <pc:grpChg chg="add del mod topLvl">
          <ac:chgData name="Nádia Genebra Ahmad" userId="36126275-cace-419f-8e9b-04679c4f8ea6" providerId="ADAL" clId="{A10DBABD-3390-4EFA-986B-03666C9B9DCC}" dt="2023-07-12T08:47:11.101" v="2004" actId="165"/>
          <ac:grpSpMkLst>
            <pc:docMk/>
            <pc:sldMk cId="798278833" sldId="2147377455"/>
            <ac:grpSpMk id="94" creationId="{B57E88DA-6A24-FFF9-FBF6-D77C2EBC21B6}"/>
          </ac:grpSpMkLst>
        </pc:grpChg>
        <pc:grpChg chg="mod topLvl">
          <ac:chgData name="Nádia Genebra Ahmad" userId="36126275-cace-419f-8e9b-04679c4f8ea6" providerId="ADAL" clId="{A10DBABD-3390-4EFA-986B-03666C9B9DCC}" dt="2023-07-12T08:57:32.202" v="2055" actId="165"/>
          <ac:grpSpMkLst>
            <pc:docMk/>
            <pc:sldMk cId="798278833" sldId="2147377455"/>
            <ac:grpSpMk id="96" creationId="{073BAB90-A6D5-DBF2-9987-7BF3A85D94F5}"/>
          </ac:grpSpMkLst>
        </pc:grpChg>
        <pc:grpChg chg="mod">
          <ac:chgData name="Nádia Genebra Ahmad" userId="36126275-cace-419f-8e9b-04679c4f8ea6" providerId="ADAL" clId="{A10DBABD-3390-4EFA-986B-03666C9B9DCC}" dt="2023-07-12T08:57:32.202" v="2055" actId="165"/>
          <ac:grpSpMkLst>
            <pc:docMk/>
            <pc:sldMk cId="798278833" sldId="2147377455"/>
            <ac:grpSpMk id="98" creationId="{BB9FEB0E-1A21-70C0-9ED7-6892754FB520}"/>
          </ac:grpSpMkLst>
        </pc:grpChg>
        <pc:grpChg chg="add del mod">
          <ac:chgData name="Nádia Genebra Ahmad" userId="36126275-cace-419f-8e9b-04679c4f8ea6" providerId="ADAL" clId="{A10DBABD-3390-4EFA-986B-03666C9B9DCC}" dt="2023-07-12T08:47:10.702" v="2003" actId="165"/>
          <ac:grpSpMkLst>
            <pc:docMk/>
            <pc:sldMk cId="798278833" sldId="2147377455"/>
            <ac:grpSpMk id="108" creationId="{7469462A-83D9-788E-F0BB-408CB671B74A}"/>
          </ac:grpSpMkLst>
        </pc:grpChg>
        <pc:grpChg chg="add del mod">
          <ac:chgData name="Nádia Genebra Ahmad" userId="36126275-cace-419f-8e9b-04679c4f8ea6" providerId="ADAL" clId="{A10DBABD-3390-4EFA-986B-03666C9B9DCC}" dt="2023-07-12T08:57:32.202" v="2055" actId="165"/>
          <ac:grpSpMkLst>
            <pc:docMk/>
            <pc:sldMk cId="798278833" sldId="2147377455"/>
            <ac:grpSpMk id="114" creationId="{A3476961-9E1E-B2C3-1758-E5D2FDDEE97E}"/>
          </ac:grpSpMkLst>
        </pc:grpChg>
        <pc:grpChg chg="add mod">
          <ac:chgData name="Nádia Genebra Ahmad" userId="36126275-cace-419f-8e9b-04679c4f8ea6" providerId="ADAL" clId="{A10DBABD-3390-4EFA-986B-03666C9B9DCC}" dt="2023-07-12T08:57:38.446" v="2056" actId="164"/>
          <ac:grpSpMkLst>
            <pc:docMk/>
            <pc:sldMk cId="798278833" sldId="2147377455"/>
            <ac:grpSpMk id="115" creationId="{1F2E5BE2-9ABD-9AC0-A7FF-BE24D8C8084E}"/>
          </ac:grpSpMkLst>
        </pc:grpChg>
        <pc:graphicFrameChg chg="del">
          <ac:chgData name="Nádia Genebra Ahmad" userId="36126275-cace-419f-8e9b-04679c4f8ea6" providerId="ADAL" clId="{A10DBABD-3390-4EFA-986B-03666C9B9DCC}" dt="2023-07-11T16:56:39.827" v="2" actId="478"/>
          <ac:graphicFrameMkLst>
            <pc:docMk/>
            <pc:sldMk cId="798278833" sldId="2147377455"/>
            <ac:graphicFrameMk id="21" creationId="{961D41E5-7CA5-E8DB-7AC1-7608C1B33F53}"/>
          </ac:graphicFrameMkLst>
        </pc:graphicFrameChg>
        <pc:picChg chg="add del mod">
          <ac:chgData name="Nádia Genebra Ahmad" userId="36126275-cace-419f-8e9b-04679c4f8ea6" providerId="ADAL" clId="{A10DBABD-3390-4EFA-986B-03666C9B9DCC}" dt="2023-07-12T08:57:32.202" v="2055" actId="165"/>
          <ac:picMkLst>
            <pc:docMk/>
            <pc:sldMk cId="798278833" sldId="2147377455"/>
            <ac:picMk id="12" creationId="{4E8A81A6-3217-01E1-83CC-9DAC66D9C788}"/>
          </ac:picMkLst>
        </pc:picChg>
        <pc:picChg chg="mod">
          <ac:chgData name="Nádia Genebra Ahmad" userId="36126275-cace-419f-8e9b-04679c4f8ea6" providerId="ADAL" clId="{A10DBABD-3390-4EFA-986B-03666C9B9DCC}" dt="2023-07-11T17:43:50.495" v="894"/>
          <ac:picMkLst>
            <pc:docMk/>
            <pc:sldMk cId="798278833" sldId="2147377455"/>
            <ac:picMk id="22" creationId="{AF827B47-D406-EFE9-8021-955446055536}"/>
          </ac:picMkLst>
        </pc:picChg>
        <pc:picChg chg="mod">
          <ac:chgData name="Nádia Genebra Ahmad" userId="36126275-cace-419f-8e9b-04679c4f8ea6" providerId="ADAL" clId="{A10DBABD-3390-4EFA-986B-03666C9B9DCC}" dt="2023-07-11T17:43:50.495" v="894"/>
          <ac:picMkLst>
            <pc:docMk/>
            <pc:sldMk cId="798278833" sldId="2147377455"/>
            <ac:picMk id="32" creationId="{7C3AB1DD-1929-421C-1E71-452E64D6B0C0}"/>
          </ac:picMkLst>
        </pc:picChg>
        <pc:picChg chg="add del mod">
          <ac:chgData name="Nádia Genebra Ahmad" userId="36126275-cace-419f-8e9b-04679c4f8ea6" providerId="ADAL" clId="{A10DBABD-3390-4EFA-986B-03666C9B9DCC}" dt="2023-07-11T17:55:18.058" v="1102" actId="478"/>
          <ac:picMkLst>
            <pc:docMk/>
            <pc:sldMk cId="798278833" sldId="2147377455"/>
            <ac:picMk id="36" creationId="{1AE1BDE5-4218-854E-44CD-E38E62467A3E}"/>
          </ac:picMkLst>
        </pc:picChg>
        <pc:picChg chg="mod">
          <ac:chgData name="Nádia Genebra Ahmad" userId="36126275-cace-419f-8e9b-04679c4f8ea6" providerId="ADAL" clId="{A10DBABD-3390-4EFA-986B-03666C9B9DCC}" dt="2023-07-12T08:57:32.202" v="2055" actId="165"/>
          <ac:picMkLst>
            <pc:docMk/>
            <pc:sldMk cId="798278833" sldId="2147377455"/>
            <ac:picMk id="56" creationId="{9566B6DE-6823-1A37-3788-1ACE767BF9CA}"/>
          </ac:picMkLst>
        </pc:picChg>
        <pc:picChg chg="mod">
          <ac:chgData name="Nádia Genebra Ahmad" userId="36126275-cace-419f-8e9b-04679c4f8ea6" providerId="ADAL" clId="{A10DBABD-3390-4EFA-986B-03666C9B9DCC}" dt="2023-07-12T08:57:32.202" v="2055" actId="165"/>
          <ac:picMkLst>
            <pc:docMk/>
            <pc:sldMk cId="798278833" sldId="2147377455"/>
            <ac:picMk id="69" creationId="{6E52008B-607C-3B41-98F3-D62EBE66B076}"/>
          </ac:picMkLst>
        </pc:picChg>
        <pc:picChg chg="mod">
          <ac:chgData name="Nádia Genebra Ahmad" userId="36126275-cace-419f-8e9b-04679c4f8ea6" providerId="ADAL" clId="{A10DBABD-3390-4EFA-986B-03666C9B9DCC}" dt="2023-07-12T08:29:30.807" v="1412"/>
          <ac:picMkLst>
            <pc:docMk/>
            <pc:sldMk cId="798278833" sldId="2147377455"/>
            <ac:picMk id="77" creationId="{F78A38ED-C1D7-D6DD-D3C1-8867D80C14E5}"/>
          </ac:picMkLst>
        </pc:picChg>
        <pc:picChg chg="mod">
          <ac:chgData name="Nádia Genebra Ahmad" userId="36126275-cace-419f-8e9b-04679c4f8ea6" providerId="ADAL" clId="{A10DBABD-3390-4EFA-986B-03666C9B9DCC}" dt="2023-07-12T08:29:36.983" v="1414"/>
          <ac:picMkLst>
            <pc:docMk/>
            <pc:sldMk cId="798278833" sldId="2147377455"/>
            <ac:picMk id="85" creationId="{3487A177-7068-C803-C270-FD5F55A00EEF}"/>
          </ac:picMkLst>
        </pc:picChg>
        <pc:picChg chg="mod">
          <ac:chgData name="Nádia Genebra Ahmad" userId="36126275-cace-419f-8e9b-04679c4f8ea6" providerId="ADAL" clId="{A10DBABD-3390-4EFA-986B-03666C9B9DCC}" dt="2023-07-12T08:57:32.202" v="2055" actId="165"/>
          <ac:picMkLst>
            <pc:docMk/>
            <pc:sldMk cId="798278833" sldId="2147377455"/>
            <ac:picMk id="93" creationId="{9D77A8CA-C7EB-107A-B233-B010370958D8}"/>
          </ac:picMkLst>
        </pc:picChg>
        <pc:picChg chg="mod">
          <ac:chgData name="Nádia Genebra Ahmad" userId="36126275-cace-419f-8e9b-04679c4f8ea6" providerId="ADAL" clId="{A10DBABD-3390-4EFA-986B-03666C9B9DCC}" dt="2023-07-12T08:57:32.202" v="2055" actId="165"/>
          <ac:picMkLst>
            <pc:docMk/>
            <pc:sldMk cId="798278833" sldId="2147377455"/>
            <ac:picMk id="101" creationId="{99E38AFC-392F-7C44-B07A-B9D6F066CC6A}"/>
          </ac:picMkLst>
        </pc:picChg>
        <pc:cxnChg chg="add mod ord topLvl">
          <ac:chgData name="Nádia Genebra Ahmad" userId="36126275-cace-419f-8e9b-04679c4f8ea6" providerId="ADAL" clId="{A10DBABD-3390-4EFA-986B-03666C9B9DCC}" dt="2023-07-12T08:57:32.202" v="2055" actId="165"/>
          <ac:cxnSpMkLst>
            <pc:docMk/>
            <pc:sldMk cId="798278833" sldId="2147377455"/>
            <ac:cxnSpMk id="36" creationId="{617BB1FA-6E31-C4CC-C57B-8C25BDE65641}"/>
          </ac:cxnSpMkLst>
        </pc:cxnChg>
        <pc:cxnChg chg="mod topLvl">
          <ac:chgData name="Nádia Genebra Ahmad" userId="36126275-cace-419f-8e9b-04679c4f8ea6" providerId="ADAL" clId="{A10DBABD-3390-4EFA-986B-03666C9B9DCC}" dt="2023-07-12T08:57:32.202" v="2055" actId="165"/>
          <ac:cxnSpMkLst>
            <pc:docMk/>
            <pc:sldMk cId="798278833" sldId="2147377455"/>
            <ac:cxnSpMk id="50" creationId="{B685E1D8-E04D-970B-A982-B54F597884D6}"/>
          </ac:cxnSpMkLst>
        </pc:cxnChg>
        <pc:cxnChg chg="mod topLvl">
          <ac:chgData name="Nádia Genebra Ahmad" userId="36126275-cace-419f-8e9b-04679c4f8ea6" providerId="ADAL" clId="{A10DBABD-3390-4EFA-986B-03666C9B9DCC}" dt="2023-07-12T08:57:32.202" v="2055" actId="165"/>
          <ac:cxnSpMkLst>
            <pc:docMk/>
            <pc:sldMk cId="798278833" sldId="2147377455"/>
            <ac:cxnSpMk id="63" creationId="{3EA0565E-1038-8F65-3342-F590F88FDAA5}"/>
          </ac:cxnSpMkLst>
        </pc:cxnChg>
        <pc:cxnChg chg="mod">
          <ac:chgData name="Nádia Genebra Ahmad" userId="36126275-cace-419f-8e9b-04679c4f8ea6" providerId="ADAL" clId="{A10DBABD-3390-4EFA-986B-03666C9B9DCC}" dt="2023-07-12T08:31:00.387" v="1446" actId="478"/>
          <ac:cxnSpMkLst>
            <pc:docMk/>
            <pc:sldMk cId="798278833" sldId="2147377455"/>
            <ac:cxnSpMk id="71" creationId="{49F5C93F-95A9-A373-E862-8336DFEE330C}"/>
          </ac:cxnSpMkLst>
        </pc:cxnChg>
        <pc:cxnChg chg="mod">
          <ac:chgData name="Nádia Genebra Ahmad" userId="36126275-cace-419f-8e9b-04679c4f8ea6" providerId="ADAL" clId="{A10DBABD-3390-4EFA-986B-03666C9B9DCC}" dt="2023-07-12T08:31:00.387" v="1446" actId="478"/>
          <ac:cxnSpMkLst>
            <pc:docMk/>
            <pc:sldMk cId="798278833" sldId="2147377455"/>
            <ac:cxnSpMk id="79" creationId="{87B2DB67-6F8A-C9F3-05DE-6E2F9A498AFF}"/>
          </ac:cxnSpMkLst>
        </pc:cxnChg>
        <pc:cxnChg chg="mod topLvl">
          <ac:chgData name="Nádia Genebra Ahmad" userId="36126275-cace-419f-8e9b-04679c4f8ea6" providerId="ADAL" clId="{A10DBABD-3390-4EFA-986B-03666C9B9DCC}" dt="2023-07-12T08:57:32.202" v="2055" actId="165"/>
          <ac:cxnSpMkLst>
            <pc:docMk/>
            <pc:sldMk cId="798278833" sldId="2147377455"/>
            <ac:cxnSpMk id="87" creationId="{FCB02278-492D-FA42-EBB1-56B49AB21F9A}"/>
          </ac:cxnSpMkLst>
        </pc:cxnChg>
        <pc:cxnChg chg="mod topLvl">
          <ac:chgData name="Nádia Genebra Ahmad" userId="36126275-cace-419f-8e9b-04679c4f8ea6" providerId="ADAL" clId="{A10DBABD-3390-4EFA-986B-03666C9B9DCC}" dt="2023-07-12T08:57:32.202" v="2055" actId="165"/>
          <ac:cxnSpMkLst>
            <pc:docMk/>
            <pc:sldMk cId="798278833" sldId="2147377455"/>
            <ac:cxnSpMk id="95" creationId="{C6222A5E-C82E-093B-B903-4DDCB9F508E7}"/>
          </ac:cxnSpMkLst>
        </pc:cxnChg>
      </pc:sldChg>
      <pc:sldChg chg="del">
        <pc:chgData name="Nádia Genebra Ahmad" userId="36126275-cace-419f-8e9b-04679c4f8ea6" providerId="ADAL" clId="{A10DBABD-3390-4EFA-986B-03666C9B9DCC}" dt="2023-07-11T17:27:43.888" v="588" actId="47"/>
        <pc:sldMkLst>
          <pc:docMk/>
          <pc:sldMk cId="2973758924" sldId="2147377456"/>
        </pc:sldMkLst>
      </pc:sldChg>
      <pc:sldChg chg="modSp mod">
        <pc:chgData name="Nádia Genebra Ahmad" userId="36126275-cace-419f-8e9b-04679c4f8ea6" providerId="ADAL" clId="{A10DBABD-3390-4EFA-986B-03666C9B9DCC}" dt="2023-07-11T17:28:11.289" v="593" actId="20577"/>
        <pc:sldMkLst>
          <pc:docMk/>
          <pc:sldMk cId="391180633" sldId="2147377457"/>
        </pc:sldMkLst>
        <pc:spChg chg="mod">
          <ac:chgData name="Nádia Genebra Ahmad" userId="36126275-cace-419f-8e9b-04679c4f8ea6" providerId="ADAL" clId="{A10DBABD-3390-4EFA-986B-03666C9B9DCC}" dt="2023-07-11T17:28:11.289" v="593" actId="20577"/>
          <ac:spMkLst>
            <pc:docMk/>
            <pc:sldMk cId="391180633" sldId="2147377457"/>
            <ac:spMk id="15" creationId="{1FEBDAC4-900D-D1B7-03CF-97D69CDD17D6}"/>
          </ac:spMkLst>
        </pc:spChg>
      </pc:sldChg>
      <pc:sldChg chg="addSp delSp modSp add del mod">
        <pc:chgData name="Nádia Genebra Ahmad" userId="36126275-cace-419f-8e9b-04679c4f8ea6" providerId="ADAL" clId="{A10DBABD-3390-4EFA-986B-03666C9B9DCC}" dt="2023-07-11T17:30:21.670" v="656" actId="47"/>
        <pc:sldMkLst>
          <pc:docMk/>
          <pc:sldMk cId="3610859753" sldId="2147377458"/>
        </pc:sldMkLst>
        <pc:spChg chg="add del mod">
          <ac:chgData name="Nádia Genebra Ahmad" userId="36126275-cace-419f-8e9b-04679c4f8ea6" providerId="ADAL" clId="{A10DBABD-3390-4EFA-986B-03666C9B9DCC}" dt="2023-07-11T17:20:20.156" v="233"/>
          <ac:spMkLst>
            <pc:docMk/>
            <pc:sldMk cId="3610859753" sldId="2147377458"/>
            <ac:spMk id="3" creationId="{1865BA38-3B8D-1FD7-2EF9-60E167EFC912}"/>
          </ac:spMkLst>
        </pc:spChg>
        <pc:spChg chg="mod">
          <ac:chgData name="Nádia Genebra Ahmad" userId="36126275-cace-419f-8e9b-04679c4f8ea6" providerId="ADAL" clId="{A10DBABD-3390-4EFA-986B-03666C9B9DCC}" dt="2023-07-11T17:20:33.909" v="237" actId="20577"/>
          <ac:spMkLst>
            <pc:docMk/>
            <pc:sldMk cId="3610859753" sldId="2147377458"/>
            <ac:spMk id="9" creationId="{40C7E5FD-3277-1171-5663-58FE0F8CE523}"/>
          </ac:spMkLst>
        </pc:spChg>
        <pc:spChg chg="mod">
          <ac:chgData name="Nádia Genebra Ahmad" userId="36126275-cace-419f-8e9b-04679c4f8ea6" providerId="ADAL" clId="{A10DBABD-3390-4EFA-986B-03666C9B9DCC}" dt="2023-07-11T17:23:25.428" v="305" actId="20577"/>
          <ac:spMkLst>
            <pc:docMk/>
            <pc:sldMk cId="3610859753" sldId="2147377458"/>
            <ac:spMk id="16" creationId="{5E391C80-8503-526C-1599-9EAA37A0065B}"/>
          </ac:spMkLst>
        </pc:spChg>
        <pc:graphicFrameChg chg="add mod">
          <ac:chgData name="Nádia Genebra Ahmad" userId="36126275-cace-419f-8e9b-04679c4f8ea6" providerId="ADAL" clId="{A10DBABD-3390-4EFA-986B-03666C9B9DCC}" dt="2023-07-11T17:20:25.778" v="234"/>
          <ac:graphicFrameMkLst>
            <pc:docMk/>
            <pc:sldMk cId="3610859753" sldId="2147377458"/>
            <ac:graphicFrameMk id="4" creationId="{782DEE22-6A44-2F27-7910-0977809524AB}"/>
          </ac:graphicFrameMkLst>
        </pc:graphicFrameChg>
        <pc:graphicFrameChg chg="del">
          <ac:chgData name="Nádia Genebra Ahmad" userId="36126275-cace-419f-8e9b-04679c4f8ea6" providerId="ADAL" clId="{A10DBABD-3390-4EFA-986B-03666C9B9DCC}" dt="2023-07-11T17:20:13.094" v="231" actId="478"/>
          <ac:graphicFrameMkLst>
            <pc:docMk/>
            <pc:sldMk cId="3610859753" sldId="2147377458"/>
            <ac:graphicFrameMk id="8" creationId="{DF17E78E-41EA-4899-8FEE-94E9E4145CC9}"/>
          </ac:graphicFrameMkLst>
        </pc:graphicFrameChg>
      </pc:sldChg>
      <pc:sldChg chg="addSp delSp modSp add mod modAnim">
        <pc:chgData name="Nádia Genebra Ahmad" userId="36126275-cace-419f-8e9b-04679c4f8ea6" providerId="ADAL" clId="{A10DBABD-3390-4EFA-986B-03666C9B9DCC}" dt="2023-07-12T11:02:11.113" v="3044"/>
        <pc:sldMkLst>
          <pc:docMk/>
          <pc:sldMk cId="3167063670" sldId="2147377459"/>
        </pc:sldMkLst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2" creationId="{CBE634D9-20F1-4014-875C-1A3705C5206E}"/>
          </ac:spMkLst>
        </pc:spChg>
        <pc:spChg chg="add mod">
          <ac:chgData name="Nádia Genebra Ahmad" userId="36126275-cace-419f-8e9b-04679c4f8ea6" providerId="ADAL" clId="{A10DBABD-3390-4EFA-986B-03666C9B9DCC}" dt="2023-07-11T17:33:20.871" v="697" actId="255"/>
          <ac:spMkLst>
            <pc:docMk/>
            <pc:sldMk cId="3167063670" sldId="2147377459"/>
            <ac:spMk id="4" creationId="{F5339693-0ED9-826B-FB9C-531CF17DA85E}"/>
          </ac:spMkLst>
        </pc:spChg>
        <pc:spChg chg="add mod">
          <ac:chgData name="Nádia Genebra Ahmad" userId="36126275-cace-419f-8e9b-04679c4f8ea6" providerId="ADAL" clId="{A10DBABD-3390-4EFA-986B-03666C9B9DCC}" dt="2023-07-11T17:29:30.549" v="637"/>
          <ac:spMkLst>
            <pc:docMk/>
            <pc:sldMk cId="3167063670" sldId="2147377459"/>
            <ac:spMk id="5" creationId="{D5B1E415-B77A-4162-1B59-92B86D9286C8}"/>
          </ac:spMkLst>
        </pc:spChg>
        <pc:spChg chg="mod">
          <ac:chgData name="Nádia Genebra Ahmad" userId="36126275-cace-419f-8e9b-04679c4f8ea6" providerId="ADAL" clId="{A10DBABD-3390-4EFA-986B-03666C9B9DCC}" dt="2023-07-11T17:31:38.491" v="687" actId="20577"/>
          <ac:spMkLst>
            <pc:docMk/>
            <pc:sldMk cId="3167063670" sldId="2147377459"/>
            <ac:spMk id="15" creationId="{1FEBDAC4-900D-D1B7-03CF-97D69CDD17D6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16" creationId="{7906CCBD-313C-DEA5-6923-0CFA32F35C3A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17" creationId="{C44D31F6-2643-9511-88C4-AD0445C4F4D9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118" creationId="{1D0E807A-65BB-A917-459B-BF4EF771E522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119" creationId="{8BDDDB56-8948-D5C5-42A3-3287CDCB915E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122" creationId="{6A42B0CF-7010-8EE8-2B8B-A794B308C6C7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123" creationId="{35959E92-411E-1159-A410-FE23FA7B06B0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124" creationId="{3E996FE0-D0ED-C96F-2F03-27C8DF15BB2E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125" creationId="{059660AC-05E6-36FD-2D74-F7B855E845AC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126" creationId="{79284068-5686-A071-C044-A250434A5F52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127" creationId="{ACB979C5-57C2-D6F3-BAF7-91D3947C29AB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128" creationId="{F53FCEFA-D5E5-F09F-B541-AD29D4AF089F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129" creationId="{56A7ABDD-1A55-4E83-7866-E061F442E5BC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130" creationId="{C90BC251-857E-8C09-CB76-A0E21F6E6DF3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131" creationId="{0D434B28-D6CA-C118-6925-8A3C1F2070B6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132" creationId="{00A310D5-8475-2B57-D45A-43C79AD02429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133" creationId="{676C630A-59FA-DD3E-9749-634C84126652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136" creationId="{4818185C-9D53-CD9D-5964-B494305183E9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137" creationId="{235585EE-CA87-E57D-975D-7AEC5ED08B31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138" creationId="{931C7923-D6CA-CEB1-2338-6885E1267A87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139" creationId="{9B9EF299-C038-FE34-928E-C2CFE6845FC7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140" creationId="{DD6F9B90-50AB-FBD3-781E-D129E42AF9E4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141" creationId="{5FC69DEE-EC93-2775-9CCD-7A8D5E80D3A5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142" creationId="{F4D6CD95-D951-4ECA-D6EC-7E7D3AE1549E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143" creationId="{B99D2602-8CF1-6CFB-9F83-01CF40D97AF0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144" creationId="{4FCEE23A-0ADA-8529-4FD8-3DD854BA6C67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145" creationId="{728DE50E-9058-E588-7DCD-ED5E69F82F6A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146" creationId="{80733FA5-A565-8020-2114-F51E90E4FB13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147" creationId="{DCF5881D-92B5-C4CE-3F48-5A82B9906F08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148" creationId="{D0FE033C-EF59-8FEA-9472-95F4BCCCADD0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149" creationId="{1E9A5911-D64C-2176-6DEF-46B904C5EF70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150" creationId="{94253E49-1BDF-DEF8-F112-54A1AAA13F56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158" creationId="{16A4A094-9062-686B-C2FE-062E0268ECFB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159" creationId="{A0AE8363-D909-E28A-3E7F-A3BFFBFA0BED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160" creationId="{7D00492D-D033-6160-C22E-D70A806BB335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161" creationId="{9B19D8CC-B4B2-F22E-47BF-248E5616D83F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162" creationId="{273E04CD-294D-6183-B148-5A604F2EFF9B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164" creationId="{B1D393A7-0A4F-B0DC-0778-F725EEF2E025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167" creationId="{C6EC396F-DAB4-0B78-1E3E-949A44B53913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168" creationId="{00630B94-9E39-D8C3-2D3E-67BCFF12265F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169" creationId="{D0AB84A0-14F3-848C-D668-DFBFD12B4B7F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170" creationId="{65542D1B-59BD-A55C-D896-3295F1E56B5E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173" creationId="{A6E82650-F98B-3C6A-BB58-05856F0F866C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174" creationId="{CDF83B3B-17F9-9C6E-3F83-4827BFF5FE16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175" creationId="{8F04C286-6D3A-1F9A-734B-0838FCB6EE45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176" creationId="{9094CDF9-B09B-7C4B-3D79-36CC674FE344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181" creationId="{8C37B677-905E-4E5B-3562-FC4117A3CA43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182" creationId="{32D94050-AFF4-12EA-4344-ED6DAF4F25E3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183" creationId="{0B298C02-2D8E-7BCC-8783-BE4605D7019C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184" creationId="{A7592915-14A5-1B24-2780-CBE3EB16C5D4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187" creationId="{36A8DBD7-178B-4E3A-9BAA-5FAD0DCBE64A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188" creationId="{27B2AC47-0495-F46F-562C-EFA64D8C2941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189" creationId="{36B80119-B711-C233-B798-121E5BAF6CA5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190" creationId="{D6DE82B8-07D6-533D-438F-3C13B78B5AD9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196" creationId="{B370BC6A-65AC-85A7-AA70-28A45B9E2106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197" creationId="{4FAFC44E-EC1F-ADDC-EDA8-39C0D9B31EE2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198" creationId="{DD4031A1-B226-8E66-5A91-AD45BA08CF05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199" creationId="{96F91B46-3F27-F831-43DB-3F86315C27D0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202" creationId="{B6DC6D5E-2297-8F51-284A-814861508D76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203" creationId="{D6BF5BC1-E5C5-E6C5-4662-1A64E9EE3F5D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206" creationId="{A63C025D-A4EE-843B-F614-E21C9FC90B35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207" creationId="{9D691279-F531-A7ED-6F37-93083E9893D3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213" creationId="{99BC298F-8338-B79A-DDBD-21BECFEDE254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215" creationId="{FDFE16D1-AFF9-8C2B-9927-44FDE5040612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216" creationId="{1D818E62-FC5D-305E-51FA-5D6DDDDA97ED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217" creationId="{DB09EADD-0352-A7A4-F2D9-DFCC1542FE15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218" creationId="{3B4330A7-67FF-BBA4-D9F5-5C0776FEB29A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220" creationId="{B4398C24-F2EA-7793-1220-4C1359020301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222" creationId="{69C31C23-975B-D1D1-1A55-EB020613B0F9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223" creationId="{549D35F5-5A84-1883-3C95-C0CAE1365C2E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224" creationId="{533822D9-A0AD-437E-F6CC-CB3A15683806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225" creationId="{ED869C08-9C9A-9BC6-52FD-373F989BE443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227" creationId="{F33BB272-1675-9312-0F1A-71FF3C8C3981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228" creationId="{FB1C5921-5087-EB7C-039D-E8895A71F9A2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229" creationId="{0866DFFE-DB14-9506-9A15-E604A3328B43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230" creationId="{E254CE33-2E8F-C82A-A4A8-91EE7102ADF0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232" creationId="{A0CBC098-CC4E-295F-4EC7-C2E46CF727EF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233" creationId="{7ADE0F49-9249-1AC5-DD6A-3AFCDFC708A7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234" creationId="{7779E48E-F22B-BE5B-9D87-4F99B927136B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235" creationId="{5606E915-8A4E-0480-0E06-1077A6EBBF93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238" creationId="{E7122615-B91A-A41E-D541-7FF76CA6E31C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239" creationId="{82BA0C2E-3FEA-C937-FAED-B6ED75E4ACA6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242" creationId="{E369EC2B-465C-D0CE-6D86-73218D8AE50F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244" creationId="{93FFABE2-6D7E-ABB0-9D29-64CB9800A2A4}"/>
          </ac:spMkLst>
        </pc:spChg>
        <pc:spChg chg="mod">
          <ac:chgData name="Nádia Genebra Ahmad" userId="36126275-cace-419f-8e9b-04679c4f8ea6" providerId="ADAL" clId="{A10DBABD-3390-4EFA-986B-03666C9B9DCC}" dt="2023-07-11T17:29:12.915" v="632" actId="14100"/>
          <ac:spMkLst>
            <pc:docMk/>
            <pc:sldMk cId="3167063670" sldId="2147377459"/>
            <ac:spMk id="245" creationId="{D02387C3-0823-1271-E703-19F7FF336A39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247" creationId="{86950773-67B4-A81D-0BFE-5DCEF33AC946}"/>
          </ac:spMkLst>
        </pc:spChg>
        <pc:spChg chg="del mod">
          <ac:chgData name="Nádia Genebra Ahmad" userId="36126275-cace-419f-8e9b-04679c4f8ea6" providerId="ADAL" clId="{A10DBABD-3390-4EFA-986B-03666C9B9DCC}" dt="2023-07-11T17:29:14.775" v="633" actId="478"/>
          <ac:spMkLst>
            <pc:docMk/>
            <pc:sldMk cId="3167063670" sldId="2147377459"/>
            <ac:spMk id="250" creationId="{814324CA-30EC-1092-C738-4A949A487443}"/>
          </ac:spMkLst>
        </pc:spChg>
        <pc:grpChg chg="del mod">
          <ac:chgData name="Nádia Genebra Ahmad" userId="36126275-cace-419f-8e9b-04679c4f8ea6" providerId="ADAL" clId="{A10DBABD-3390-4EFA-986B-03666C9B9DCC}" dt="2023-07-11T17:29:14.775" v="633" actId="478"/>
          <ac:grpSpMkLst>
            <pc:docMk/>
            <pc:sldMk cId="3167063670" sldId="2147377459"/>
            <ac:grpSpMk id="120" creationId="{5466BA4F-AF69-BF8F-4E15-0D7B0A2BA111}"/>
          </ac:grpSpMkLst>
        </pc:grpChg>
        <pc:grpChg chg="mod">
          <ac:chgData name="Nádia Genebra Ahmad" userId="36126275-cace-419f-8e9b-04679c4f8ea6" providerId="ADAL" clId="{A10DBABD-3390-4EFA-986B-03666C9B9DCC}" dt="2023-07-11T17:29:12.915" v="632" actId="14100"/>
          <ac:grpSpMkLst>
            <pc:docMk/>
            <pc:sldMk cId="3167063670" sldId="2147377459"/>
            <ac:grpSpMk id="121" creationId="{6DA66D54-EC07-68C0-2C98-0FFDA3B22A31}"/>
          </ac:grpSpMkLst>
        </pc:grpChg>
        <pc:grpChg chg="del mod">
          <ac:chgData name="Nádia Genebra Ahmad" userId="36126275-cace-419f-8e9b-04679c4f8ea6" providerId="ADAL" clId="{A10DBABD-3390-4EFA-986B-03666C9B9DCC}" dt="2023-07-11T17:29:14.775" v="633" actId="478"/>
          <ac:grpSpMkLst>
            <pc:docMk/>
            <pc:sldMk cId="3167063670" sldId="2147377459"/>
            <ac:grpSpMk id="134" creationId="{E7F8B423-3AF3-63D6-C431-569A0DDB791B}"/>
          </ac:grpSpMkLst>
        </pc:grpChg>
        <pc:grpChg chg="mod">
          <ac:chgData name="Nádia Genebra Ahmad" userId="36126275-cace-419f-8e9b-04679c4f8ea6" providerId="ADAL" clId="{A10DBABD-3390-4EFA-986B-03666C9B9DCC}" dt="2023-07-11T17:29:12.915" v="632" actId="14100"/>
          <ac:grpSpMkLst>
            <pc:docMk/>
            <pc:sldMk cId="3167063670" sldId="2147377459"/>
            <ac:grpSpMk id="135" creationId="{F2DD55D6-712A-E126-ABBA-F43152ABBFF5}"/>
          </ac:grpSpMkLst>
        </pc:grpChg>
        <pc:grpChg chg="del mod">
          <ac:chgData name="Nádia Genebra Ahmad" userId="36126275-cace-419f-8e9b-04679c4f8ea6" providerId="ADAL" clId="{A10DBABD-3390-4EFA-986B-03666C9B9DCC}" dt="2023-07-11T17:29:14.775" v="633" actId="478"/>
          <ac:grpSpMkLst>
            <pc:docMk/>
            <pc:sldMk cId="3167063670" sldId="2147377459"/>
            <ac:grpSpMk id="156" creationId="{C7E10AE4-7C60-0CA5-BA9A-2955B52BA6EF}"/>
          </ac:grpSpMkLst>
        </pc:grpChg>
        <pc:grpChg chg="mod">
          <ac:chgData name="Nádia Genebra Ahmad" userId="36126275-cace-419f-8e9b-04679c4f8ea6" providerId="ADAL" clId="{A10DBABD-3390-4EFA-986B-03666C9B9DCC}" dt="2023-07-11T17:29:12.915" v="632" actId="14100"/>
          <ac:grpSpMkLst>
            <pc:docMk/>
            <pc:sldMk cId="3167063670" sldId="2147377459"/>
            <ac:grpSpMk id="157" creationId="{1719AD6B-7A19-72D1-F752-2206A76D6154}"/>
          </ac:grpSpMkLst>
        </pc:grpChg>
        <pc:grpChg chg="del mod">
          <ac:chgData name="Nádia Genebra Ahmad" userId="36126275-cace-419f-8e9b-04679c4f8ea6" providerId="ADAL" clId="{A10DBABD-3390-4EFA-986B-03666C9B9DCC}" dt="2023-07-11T17:29:14.775" v="633" actId="478"/>
          <ac:grpSpMkLst>
            <pc:docMk/>
            <pc:sldMk cId="3167063670" sldId="2147377459"/>
            <ac:grpSpMk id="165" creationId="{2EA4E730-67A9-BDC0-61FD-14DD74F47562}"/>
          </ac:grpSpMkLst>
        </pc:grpChg>
        <pc:grpChg chg="mod">
          <ac:chgData name="Nádia Genebra Ahmad" userId="36126275-cace-419f-8e9b-04679c4f8ea6" providerId="ADAL" clId="{A10DBABD-3390-4EFA-986B-03666C9B9DCC}" dt="2023-07-11T17:29:12.915" v="632" actId="14100"/>
          <ac:grpSpMkLst>
            <pc:docMk/>
            <pc:sldMk cId="3167063670" sldId="2147377459"/>
            <ac:grpSpMk id="166" creationId="{984FD1D2-19F2-F7EC-3F58-CC8FC9AE35E3}"/>
          </ac:grpSpMkLst>
        </pc:grpChg>
        <pc:grpChg chg="del mod">
          <ac:chgData name="Nádia Genebra Ahmad" userId="36126275-cace-419f-8e9b-04679c4f8ea6" providerId="ADAL" clId="{A10DBABD-3390-4EFA-986B-03666C9B9DCC}" dt="2023-07-11T17:29:14.775" v="633" actId="478"/>
          <ac:grpSpMkLst>
            <pc:docMk/>
            <pc:sldMk cId="3167063670" sldId="2147377459"/>
            <ac:grpSpMk id="171" creationId="{20C05626-7886-C0CC-48D7-7F2623307486}"/>
          </ac:grpSpMkLst>
        </pc:grpChg>
        <pc:grpChg chg="mod">
          <ac:chgData name="Nádia Genebra Ahmad" userId="36126275-cace-419f-8e9b-04679c4f8ea6" providerId="ADAL" clId="{A10DBABD-3390-4EFA-986B-03666C9B9DCC}" dt="2023-07-11T17:29:12.915" v="632" actId="14100"/>
          <ac:grpSpMkLst>
            <pc:docMk/>
            <pc:sldMk cId="3167063670" sldId="2147377459"/>
            <ac:grpSpMk id="172" creationId="{894BA67C-B6B6-0759-C6D2-9E8BCE07C2DD}"/>
          </ac:grpSpMkLst>
        </pc:grpChg>
        <pc:grpChg chg="del mod">
          <ac:chgData name="Nádia Genebra Ahmad" userId="36126275-cace-419f-8e9b-04679c4f8ea6" providerId="ADAL" clId="{A10DBABD-3390-4EFA-986B-03666C9B9DCC}" dt="2023-07-11T17:29:14.775" v="633" actId="478"/>
          <ac:grpSpMkLst>
            <pc:docMk/>
            <pc:sldMk cId="3167063670" sldId="2147377459"/>
            <ac:grpSpMk id="179" creationId="{630A53EA-15DE-253D-5BDA-AC7725F65471}"/>
          </ac:grpSpMkLst>
        </pc:grpChg>
        <pc:grpChg chg="mod">
          <ac:chgData name="Nádia Genebra Ahmad" userId="36126275-cace-419f-8e9b-04679c4f8ea6" providerId="ADAL" clId="{A10DBABD-3390-4EFA-986B-03666C9B9DCC}" dt="2023-07-11T17:29:12.915" v="632" actId="14100"/>
          <ac:grpSpMkLst>
            <pc:docMk/>
            <pc:sldMk cId="3167063670" sldId="2147377459"/>
            <ac:grpSpMk id="180" creationId="{4A0609B1-1F56-9BF9-27C3-3BEE3D770E7A}"/>
          </ac:grpSpMkLst>
        </pc:grpChg>
        <pc:grpChg chg="del mod">
          <ac:chgData name="Nádia Genebra Ahmad" userId="36126275-cace-419f-8e9b-04679c4f8ea6" providerId="ADAL" clId="{A10DBABD-3390-4EFA-986B-03666C9B9DCC}" dt="2023-07-11T17:29:14.775" v="633" actId="478"/>
          <ac:grpSpMkLst>
            <pc:docMk/>
            <pc:sldMk cId="3167063670" sldId="2147377459"/>
            <ac:grpSpMk id="186" creationId="{AD920669-B907-E0F8-ACAA-0092DA2E3F6D}"/>
          </ac:grpSpMkLst>
        </pc:grpChg>
        <pc:grpChg chg="del mod">
          <ac:chgData name="Nádia Genebra Ahmad" userId="36126275-cace-419f-8e9b-04679c4f8ea6" providerId="ADAL" clId="{A10DBABD-3390-4EFA-986B-03666C9B9DCC}" dt="2023-07-11T17:29:14.775" v="633" actId="478"/>
          <ac:grpSpMkLst>
            <pc:docMk/>
            <pc:sldMk cId="3167063670" sldId="2147377459"/>
            <ac:grpSpMk id="194" creationId="{EBCE1AB6-DA5F-674B-20AD-2DA0C57F4B25}"/>
          </ac:grpSpMkLst>
        </pc:grpChg>
        <pc:grpChg chg="mod">
          <ac:chgData name="Nádia Genebra Ahmad" userId="36126275-cace-419f-8e9b-04679c4f8ea6" providerId="ADAL" clId="{A10DBABD-3390-4EFA-986B-03666C9B9DCC}" dt="2023-07-11T17:29:12.915" v="632" actId="14100"/>
          <ac:grpSpMkLst>
            <pc:docMk/>
            <pc:sldMk cId="3167063670" sldId="2147377459"/>
            <ac:grpSpMk id="195" creationId="{9A3ECE09-1368-50F9-77D5-905822FB8BDC}"/>
          </ac:grpSpMkLst>
        </pc:grpChg>
        <pc:grpChg chg="del mod">
          <ac:chgData name="Nádia Genebra Ahmad" userId="36126275-cace-419f-8e9b-04679c4f8ea6" providerId="ADAL" clId="{A10DBABD-3390-4EFA-986B-03666C9B9DCC}" dt="2023-07-11T17:29:14.775" v="633" actId="478"/>
          <ac:grpSpMkLst>
            <pc:docMk/>
            <pc:sldMk cId="3167063670" sldId="2147377459"/>
            <ac:grpSpMk id="200" creationId="{77B7EC61-6CCC-54DD-321F-95BEB31C1439}"/>
          </ac:grpSpMkLst>
        </pc:grpChg>
        <pc:grpChg chg="del mod">
          <ac:chgData name="Nádia Genebra Ahmad" userId="36126275-cace-419f-8e9b-04679c4f8ea6" providerId="ADAL" clId="{A10DBABD-3390-4EFA-986B-03666C9B9DCC}" dt="2023-07-11T17:29:14.775" v="633" actId="478"/>
          <ac:grpSpMkLst>
            <pc:docMk/>
            <pc:sldMk cId="3167063670" sldId="2147377459"/>
            <ac:grpSpMk id="221" creationId="{FDE73FF7-8D0D-5E1B-6657-D0D4D68639DD}"/>
          </ac:grpSpMkLst>
        </pc:grpChg>
        <pc:grpChg chg="del mod">
          <ac:chgData name="Nádia Genebra Ahmad" userId="36126275-cace-419f-8e9b-04679c4f8ea6" providerId="ADAL" clId="{A10DBABD-3390-4EFA-986B-03666C9B9DCC}" dt="2023-07-11T17:29:14.775" v="633" actId="478"/>
          <ac:grpSpMkLst>
            <pc:docMk/>
            <pc:sldMk cId="3167063670" sldId="2147377459"/>
            <ac:grpSpMk id="226" creationId="{96F89EBC-EA99-95D4-4992-216206E4C514}"/>
          </ac:grpSpMkLst>
        </pc:grpChg>
        <pc:grpChg chg="del mod">
          <ac:chgData name="Nádia Genebra Ahmad" userId="36126275-cace-419f-8e9b-04679c4f8ea6" providerId="ADAL" clId="{A10DBABD-3390-4EFA-986B-03666C9B9DCC}" dt="2023-07-11T17:29:14.775" v="633" actId="478"/>
          <ac:grpSpMkLst>
            <pc:docMk/>
            <pc:sldMk cId="3167063670" sldId="2147377459"/>
            <ac:grpSpMk id="231" creationId="{A08D349D-7857-5EDE-DEB0-F861B2828699}"/>
          </ac:grpSpMkLst>
        </pc:grpChg>
        <pc:grpChg chg="del mod">
          <ac:chgData name="Nádia Genebra Ahmad" userId="36126275-cace-419f-8e9b-04679c4f8ea6" providerId="ADAL" clId="{A10DBABD-3390-4EFA-986B-03666C9B9DCC}" dt="2023-07-11T17:29:14.775" v="633" actId="478"/>
          <ac:grpSpMkLst>
            <pc:docMk/>
            <pc:sldMk cId="3167063670" sldId="2147377459"/>
            <ac:grpSpMk id="243" creationId="{8F2A347D-E516-9188-6CF5-611AFCF6FB7F}"/>
          </ac:grpSpMkLst>
        </pc:grpChg>
        <pc:graphicFrameChg chg="add mod">
          <ac:chgData name="Nádia Genebra Ahmad" userId="36126275-cace-419f-8e9b-04679c4f8ea6" providerId="ADAL" clId="{A10DBABD-3390-4EFA-986B-03666C9B9DCC}" dt="2023-07-12T11:02:11.113" v="3044"/>
          <ac:graphicFrameMkLst>
            <pc:docMk/>
            <pc:sldMk cId="3167063670" sldId="2147377459"/>
            <ac:graphicFrameMk id="3" creationId="{55B76387-2B41-0F97-9433-34F9A5FC7957}"/>
          </ac:graphicFrameMkLst>
        </pc:graphicFrameChg>
        <pc:picChg chg="mod">
          <ac:chgData name="Nádia Genebra Ahmad" userId="36126275-cace-419f-8e9b-04679c4f8ea6" providerId="ADAL" clId="{A10DBABD-3390-4EFA-986B-03666C9B9DCC}" dt="2023-07-11T17:29:12.915" v="632" actId="14100"/>
          <ac:picMkLst>
            <pc:docMk/>
            <pc:sldMk cId="3167063670" sldId="2147377459"/>
            <ac:picMk id="201" creationId="{1C3B026A-D148-D4DE-26EE-619E6B112D7F}"/>
          </ac:picMkLst>
        </pc:picChg>
        <pc:cxnChg chg="del mod">
          <ac:chgData name="Nádia Genebra Ahmad" userId="36126275-cace-419f-8e9b-04679c4f8ea6" providerId="ADAL" clId="{A10DBABD-3390-4EFA-986B-03666C9B9DCC}" dt="2023-07-11T17:29:14.775" v="633" actId="478"/>
          <ac:cxnSpMkLst>
            <pc:docMk/>
            <pc:sldMk cId="3167063670" sldId="2147377459"/>
            <ac:cxnSpMk id="151" creationId="{21B1BC0D-93D7-1C8F-9B0F-F2FA22627943}"/>
          </ac:cxnSpMkLst>
        </pc:cxnChg>
        <pc:cxnChg chg="del mod">
          <ac:chgData name="Nádia Genebra Ahmad" userId="36126275-cace-419f-8e9b-04679c4f8ea6" providerId="ADAL" clId="{A10DBABD-3390-4EFA-986B-03666C9B9DCC}" dt="2023-07-11T17:29:14.775" v="633" actId="478"/>
          <ac:cxnSpMkLst>
            <pc:docMk/>
            <pc:sldMk cId="3167063670" sldId="2147377459"/>
            <ac:cxnSpMk id="152" creationId="{063B0E06-E827-B2EF-7083-4A05DA7DE8F4}"/>
          </ac:cxnSpMkLst>
        </pc:cxnChg>
        <pc:cxnChg chg="del mod">
          <ac:chgData name="Nádia Genebra Ahmad" userId="36126275-cace-419f-8e9b-04679c4f8ea6" providerId="ADAL" clId="{A10DBABD-3390-4EFA-986B-03666C9B9DCC}" dt="2023-07-11T17:29:14.775" v="633" actId="478"/>
          <ac:cxnSpMkLst>
            <pc:docMk/>
            <pc:sldMk cId="3167063670" sldId="2147377459"/>
            <ac:cxnSpMk id="153" creationId="{C1D0C755-573C-408F-823F-A869F660D94F}"/>
          </ac:cxnSpMkLst>
        </pc:cxnChg>
        <pc:cxnChg chg="del mod">
          <ac:chgData name="Nádia Genebra Ahmad" userId="36126275-cace-419f-8e9b-04679c4f8ea6" providerId="ADAL" clId="{A10DBABD-3390-4EFA-986B-03666C9B9DCC}" dt="2023-07-11T17:29:14.775" v="633" actId="478"/>
          <ac:cxnSpMkLst>
            <pc:docMk/>
            <pc:sldMk cId="3167063670" sldId="2147377459"/>
            <ac:cxnSpMk id="154" creationId="{BD0B4369-051E-AB58-64DA-6EE447EFAA4D}"/>
          </ac:cxnSpMkLst>
        </pc:cxnChg>
        <pc:cxnChg chg="del mod">
          <ac:chgData name="Nádia Genebra Ahmad" userId="36126275-cace-419f-8e9b-04679c4f8ea6" providerId="ADAL" clId="{A10DBABD-3390-4EFA-986B-03666C9B9DCC}" dt="2023-07-11T17:29:14.775" v="633" actId="478"/>
          <ac:cxnSpMkLst>
            <pc:docMk/>
            <pc:sldMk cId="3167063670" sldId="2147377459"/>
            <ac:cxnSpMk id="155" creationId="{E094EFE0-2E80-9C7C-5A71-45519DE6CAFF}"/>
          </ac:cxnSpMkLst>
        </pc:cxnChg>
        <pc:cxnChg chg="del mod">
          <ac:chgData name="Nádia Genebra Ahmad" userId="36126275-cace-419f-8e9b-04679c4f8ea6" providerId="ADAL" clId="{A10DBABD-3390-4EFA-986B-03666C9B9DCC}" dt="2023-07-11T17:29:14.775" v="633" actId="478"/>
          <ac:cxnSpMkLst>
            <pc:docMk/>
            <pc:sldMk cId="3167063670" sldId="2147377459"/>
            <ac:cxnSpMk id="163" creationId="{27228CDE-A347-CEF4-78C9-82657142C4DB}"/>
          </ac:cxnSpMkLst>
        </pc:cxnChg>
        <pc:cxnChg chg="del mod">
          <ac:chgData name="Nádia Genebra Ahmad" userId="36126275-cace-419f-8e9b-04679c4f8ea6" providerId="ADAL" clId="{A10DBABD-3390-4EFA-986B-03666C9B9DCC}" dt="2023-07-11T17:29:14.775" v="633" actId="478"/>
          <ac:cxnSpMkLst>
            <pc:docMk/>
            <pc:sldMk cId="3167063670" sldId="2147377459"/>
            <ac:cxnSpMk id="177" creationId="{822A2D66-5400-C987-877B-6B517816C61F}"/>
          </ac:cxnSpMkLst>
        </pc:cxnChg>
        <pc:cxnChg chg="del mod">
          <ac:chgData name="Nádia Genebra Ahmad" userId="36126275-cace-419f-8e9b-04679c4f8ea6" providerId="ADAL" clId="{A10DBABD-3390-4EFA-986B-03666C9B9DCC}" dt="2023-07-11T17:29:14.775" v="633" actId="478"/>
          <ac:cxnSpMkLst>
            <pc:docMk/>
            <pc:sldMk cId="3167063670" sldId="2147377459"/>
            <ac:cxnSpMk id="178" creationId="{DBA5A670-AA6E-82FA-7C08-3A132883A67E}"/>
          </ac:cxnSpMkLst>
        </pc:cxnChg>
        <pc:cxnChg chg="del mod">
          <ac:chgData name="Nádia Genebra Ahmad" userId="36126275-cace-419f-8e9b-04679c4f8ea6" providerId="ADAL" clId="{A10DBABD-3390-4EFA-986B-03666C9B9DCC}" dt="2023-07-11T17:29:14.775" v="633" actId="478"/>
          <ac:cxnSpMkLst>
            <pc:docMk/>
            <pc:sldMk cId="3167063670" sldId="2147377459"/>
            <ac:cxnSpMk id="185" creationId="{BE56E6AB-04F7-9639-A563-78715007332C}"/>
          </ac:cxnSpMkLst>
        </pc:cxnChg>
        <pc:cxnChg chg="del mod">
          <ac:chgData name="Nádia Genebra Ahmad" userId="36126275-cace-419f-8e9b-04679c4f8ea6" providerId="ADAL" clId="{A10DBABD-3390-4EFA-986B-03666C9B9DCC}" dt="2023-07-11T17:29:14.775" v="633" actId="478"/>
          <ac:cxnSpMkLst>
            <pc:docMk/>
            <pc:sldMk cId="3167063670" sldId="2147377459"/>
            <ac:cxnSpMk id="191" creationId="{AB76829F-F1CC-26DB-162E-2B5008F62AED}"/>
          </ac:cxnSpMkLst>
        </pc:cxnChg>
        <pc:cxnChg chg="del mod">
          <ac:chgData name="Nádia Genebra Ahmad" userId="36126275-cace-419f-8e9b-04679c4f8ea6" providerId="ADAL" clId="{A10DBABD-3390-4EFA-986B-03666C9B9DCC}" dt="2023-07-11T17:29:14.775" v="633" actId="478"/>
          <ac:cxnSpMkLst>
            <pc:docMk/>
            <pc:sldMk cId="3167063670" sldId="2147377459"/>
            <ac:cxnSpMk id="192" creationId="{0A37DAA8-4345-3822-084D-CB69BD04048A}"/>
          </ac:cxnSpMkLst>
        </pc:cxnChg>
        <pc:cxnChg chg="del mod">
          <ac:chgData name="Nádia Genebra Ahmad" userId="36126275-cace-419f-8e9b-04679c4f8ea6" providerId="ADAL" clId="{A10DBABD-3390-4EFA-986B-03666C9B9DCC}" dt="2023-07-11T17:29:14.775" v="633" actId="478"/>
          <ac:cxnSpMkLst>
            <pc:docMk/>
            <pc:sldMk cId="3167063670" sldId="2147377459"/>
            <ac:cxnSpMk id="193" creationId="{699038A8-0613-57E2-9201-FC4D2F9CAD1D}"/>
          </ac:cxnSpMkLst>
        </pc:cxnChg>
        <pc:cxnChg chg="del mod">
          <ac:chgData name="Nádia Genebra Ahmad" userId="36126275-cace-419f-8e9b-04679c4f8ea6" providerId="ADAL" clId="{A10DBABD-3390-4EFA-986B-03666C9B9DCC}" dt="2023-07-11T17:29:14.775" v="633" actId="478"/>
          <ac:cxnSpMkLst>
            <pc:docMk/>
            <pc:sldMk cId="3167063670" sldId="2147377459"/>
            <ac:cxnSpMk id="204" creationId="{82F37523-BD25-D98C-57EE-1B920D203FF7}"/>
          </ac:cxnSpMkLst>
        </pc:cxnChg>
        <pc:cxnChg chg="del mod">
          <ac:chgData name="Nádia Genebra Ahmad" userId="36126275-cace-419f-8e9b-04679c4f8ea6" providerId="ADAL" clId="{A10DBABD-3390-4EFA-986B-03666C9B9DCC}" dt="2023-07-11T17:29:14.775" v="633" actId="478"/>
          <ac:cxnSpMkLst>
            <pc:docMk/>
            <pc:sldMk cId="3167063670" sldId="2147377459"/>
            <ac:cxnSpMk id="205" creationId="{E0F0A186-8F87-BADC-FBB5-CA2AF4B93D7B}"/>
          </ac:cxnSpMkLst>
        </pc:cxnChg>
        <pc:cxnChg chg="del mod">
          <ac:chgData name="Nádia Genebra Ahmad" userId="36126275-cace-419f-8e9b-04679c4f8ea6" providerId="ADAL" clId="{A10DBABD-3390-4EFA-986B-03666C9B9DCC}" dt="2023-07-11T17:29:14.775" v="633" actId="478"/>
          <ac:cxnSpMkLst>
            <pc:docMk/>
            <pc:sldMk cId="3167063670" sldId="2147377459"/>
            <ac:cxnSpMk id="208" creationId="{8F1BC86A-9BEC-CB5C-5355-BC6DEFAE9880}"/>
          </ac:cxnSpMkLst>
        </pc:cxnChg>
        <pc:cxnChg chg="del mod">
          <ac:chgData name="Nádia Genebra Ahmad" userId="36126275-cace-419f-8e9b-04679c4f8ea6" providerId="ADAL" clId="{A10DBABD-3390-4EFA-986B-03666C9B9DCC}" dt="2023-07-11T17:29:14.775" v="633" actId="478"/>
          <ac:cxnSpMkLst>
            <pc:docMk/>
            <pc:sldMk cId="3167063670" sldId="2147377459"/>
            <ac:cxnSpMk id="209" creationId="{EB5FD89E-4C51-97A2-BA6B-78E8A5802778}"/>
          </ac:cxnSpMkLst>
        </pc:cxnChg>
        <pc:cxnChg chg="del mod">
          <ac:chgData name="Nádia Genebra Ahmad" userId="36126275-cace-419f-8e9b-04679c4f8ea6" providerId="ADAL" clId="{A10DBABD-3390-4EFA-986B-03666C9B9DCC}" dt="2023-07-11T17:29:14.775" v="633" actId="478"/>
          <ac:cxnSpMkLst>
            <pc:docMk/>
            <pc:sldMk cId="3167063670" sldId="2147377459"/>
            <ac:cxnSpMk id="210" creationId="{49B9012F-0D54-3C3C-7C64-3A7E500B5B44}"/>
          </ac:cxnSpMkLst>
        </pc:cxnChg>
        <pc:cxnChg chg="del mod">
          <ac:chgData name="Nádia Genebra Ahmad" userId="36126275-cace-419f-8e9b-04679c4f8ea6" providerId="ADAL" clId="{A10DBABD-3390-4EFA-986B-03666C9B9DCC}" dt="2023-07-11T17:29:14.775" v="633" actId="478"/>
          <ac:cxnSpMkLst>
            <pc:docMk/>
            <pc:sldMk cId="3167063670" sldId="2147377459"/>
            <ac:cxnSpMk id="211" creationId="{29A4F3EC-325A-0EC0-9885-3AE9E2B87BEB}"/>
          </ac:cxnSpMkLst>
        </pc:cxnChg>
        <pc:cxnChg chg="del mod">
          <ac:chgData name="Nádia Genebra Ahmad" userId="36126275-cace-419f-8e9b-04679c4f8ea6" providerId="ADAL" clId="{A10DBABD-3390-4EFA-986B-03666C9B9DCC}" dt="2023-07-11T17:29:14.775" v="633" actId="478"/>
          <ac:cxnSpMkLst>
            <pc:docMk/>
            <pc:sldMk cId="3167063670" sldId="2147377459"/>
            <ac:cxnSpMk id="212" creationId="{90ABB8E0-0B55-F9F6-794F-E378C59C7C03}"/>
          </ac:cxnSpMkLst>
        </pc:cxnChg>
        <pc:cxnChg chg="del mod">
          <ac:chgData name="Nádia Genebra Ahmad" userId="36126275-cace-419f-8e9b-04679c4f8ea6" providerId="ADAL" clId="{A10DBABD-3390-4EFA-986B-03666C9B9DCC}" dt="2023-07-11T17:29:14.775" v="633" actId="478"/>
          <ac:cxnSpMkLst>
            <pc:docMk/>
            <pc:sldMk cId="3167063670" sldId="2147377459"/>
            <ac:cxnSpMk id="214" creationId="{568902DF-750A-0091-0403-E5ED1A66D023}"/>
          </ac:cxnSpMkLst>
        </pc:cxnChg>
        <pc:cxnChg chg="del mod">
          <ac:chgData name="Nádia Genebra Ahmad" userId="36126275-cace-419f-8e9b-04679c4f8ea6" providerId="ADAL" clId="{A10DBABD-3390-4EFA-986B-03666C9B9DCC}" dt="2023-07-11T17:29:14.775" v="633" actId="478"/>
          <ac:cxnSpMkLst>
            <pc:docMk/>
            <pc:sldMk cId="3167063670" sldId="2147377459"/>
            <ac:cxnSpMk id="219" creationId="{8CCA22EA-F2EF-FCBA-104A-E9DA381C8277}"/>
          </ac:cxnSpMkLst>
        </pc:cxnChg>
        <pc:cxnChg chg="del mod">
          <ac:chgData name="Nádia Genebra Ahmad" userId="36126275-cace-419f-8e9b-04679c4f8ea6" providerId="ADAL" clId="{A10DBABD-3390-4EFA-986B-03666C9B9DCC}" dt="2023-07-11T17:29:14.775" v="633" actId="478"/>
          <ac:cxnSpMkLst>
            <pc:docMk/>
            <pc:sldMk cId="3167063670" sldId="2147377459"/>
            <ac:cxnSpMk id="236" creationId="{9DADAAEC-493C-9424-0361-E6BB876511EE}"/>
          </ac:cxnSpMkLst>
        </pc:cxnChg>
        <pc:cxnChg chg="del mod">
          <ac:chgData name="Nádia Genebra Ahmad" userId="36126275-cace-419f-8e9b-04679c4f8ea6" providerId="ADAL" clId="{A10DBABD-3390-4EFA-986B-03666C9B9DCC}" dt="2023-07-11T17:29:14.775" v="633" actId="478"/>
          <ac:cxnSpMkLst>
            <pc:docMk/>
            <pc:sldMk cId="3167063670" sldId="2147377459"/>
            <ac:cxnSpMk id="237" creationId="{D61A7AB2-D801-9DDB-9919-F31E496CF02E}"/>
          </ac:cxnSpMkLst>
        </pc:cxnChg>
        <pc:cxnChg chg="del mod">
          <ac:chgData name="Nádia Genebra Ahmad" userId="36126275-cace-419f-8e9b-04679c4f8ea6" providerId="ADAL" clId="{A10DBABD-3390-4EFA-986B-03666C9B9DCC}" dt="2023-07-11T17:29:14.775" v="633" actId="478"/>
          <ac:cxnSpMkLst>
            <pc:docMk/>
            <pc:sldMk cId="3167063670" sldId="2147377459"/>
            <ac:cxnSpMk id="240" creationId="{92A163FC-CC55-BBAF-E811-22FF778CF39E}"/>
          </ac:cxnSpMkLst>
        </pc:cxnChg>
        <pc:cxnChg chg="del mod">
          <ac:chgData name="Nádia Genebra Ahmad" userId="36126275-cace-419f-8e9b-04679c4f8ea6" providerId="ADAL" clId="{A10DBABD-3390-4EFA-986B-03666C9B9DCC}" dt="2023-07-11T17:29:14.775" v="633" actId="478"/>
          <ac:cxnSpMkLst>
            <pc:docMk/>
            <pc:sldMk cId="3167063670" sldId="2147377459"/>
            <ac:cxnSpMk id="241" creationId="{1DC50237-119F-6DB6-7197-99B9B55BF685}"/>
          </ac:cxnSpMkLst>
        </pc:cxnChg>
        <pc:cxnChg chg="del mod">
          <ac:chgData name="Nádia Genebra Ahmad" userId="36126275-cace-419f-8e9b-04679c4f8ea6" providerId="ADAL" clId="{A10DBABD-3390-4EFA-986B-03666C9B9DCC}" dt="2023-07-11T17:29:14.775" v="633" actId="478"/>
          <ac:cxnSpMkLst>
            <pc:docMk/>
            <pc:sldMk cId="3167063670" sldId="2147377459"/>
            <ac:cxnSpMk id="246" creationId="{CE19F5BA-C8A2-B916-0398-8779F959F3DE}"/>
          </ac:cxnSpMkLst>
        </pc:cxnChg>
        <pc:cxnChg chg="del mod">
          <ac:chgData name="Nádia Genebra Ahmad" userId="36126275-cace-419f-8e9b-04679c4f8ea6" providerId="ADAL" clId="{A10DBABD-3390-4EFA-986B-03666C9B9DCC}" dt="2023-07-11T17:29:14.775" v="633" actId="478"/>
          <ac:cxnSpMkLst>
            <pc:docMk/>
            <pc:sldMk cId="3167063670" sldId="2147377459"/>
            <ac:cxnSpMk id="248" creationId="{E33ADADD-BA40-A293-E664-87C3F3EFF8F2}"/>
          </ac:cxnSpMkLst>
        </pc:cxnChg>
        <pc:cxnChg chg="del mod">
          <ac:chgData name="Nádia Genebra Ahmad" userId="36126275-cace-419f-8e9b-04679c4f8ea6" providerId="ADAL" clId="{A10DBABD-3390-4EFA-986B-03666C9B9DCC}" dt="2023-07-11T17:29:14.775" v="633" actId="478"/>
          <ac:cxnSpMkLst>
            <pc:docMk/>
            <pc:sldMk cId="3167063670" sldId="2147377459"/>
            <ac:cxnSpMk id="249" creationId="{FEAFF883-E34D-6731-E27A-3323E10EAFCD}"/>
          </ac:cxnSpMkLst>
        </pc:cxnChg>
      </pc:sldChg>
      <pc:sldChg chg="addSp delSp modSp add mod">
        <pc:chgData name="Nádia Genebra Ahmad" userId="36126275-cace-419f-8e9b-04679c4f8ea6" providerId="ADAL" clId="{A10DBABD-3390-4EFA-986B-03666C9B9DCC}" dt="2023-07-12T11:02:04.468" v="3043"/>
        <pc:sldMkLst>
          <pc:docMk/>
          <pc:sldMk cId="981696034" sldId="2147377460"/>
        </pc:sldMkLst>
        <pc:spChg chg="mod">
          <ac:chgData name="Nádia Genebra Ahmad" userId="36126275-cace-419f-8e9b-04679c4f8ea6" providerId="ADAL" clId="{A10DBABD-3390-4EFA-986B-03666C9B9DCC}" dt="2023-07-11T17:33:34.641" v="713" actId="255"/>
          <ac:spMkLst>
            <pc:docMk/>
            <pc:sldMk cId="981696034" sldId="2147377460"/>
            <ac:spMk id="4" creationId="{F5339693-0ED9-826B-FB9C-531CF17DA85E}"/>
          </ac:spMkLst>
        </pc:spChg>
        <pc:spChg chg="add del mod">
          <ac:chgData name="Nádia Genebra Ahmad" userId="36126275-cace-419f-8e9b-04679c4f8ea6" providerId="ADAL" clId="{A10DBABD-3390-4EFA-986B-03666C9B9DCC}" dt="2023-07-11T17:29:49.668" v="642"/>
          <ac:spMkLst>
            <pc:docMk/>
            <pc:sldMk cId="981696034" sldId="2147377460"/>
            <ac:spMk id="6" creationId="{C06CF2B8-29D6-6CE0-3624-DF07ECFFB4FF}"/>
          </ac:spMkLst>
        </pc:spChg>
        <pc:spChg chg="mod">
          <ac:chgData name="Nádia Genebra Ahmad" userId="36126275-cace-419f-8e9b-04679c4f8ea6" providerId="ADAL" clId="{A10DBABD-3390-4EFA-986B-03666C9B9DCC}" dt="2023-07-11T17:31:40.816" v="689" actId="20577"/>
          <ac:spMkLst>
            <pc:docMk/>
            <pc:sldMk cId="981696034" sldId="2147377460"/>
            <ac:spMk id="15" creationId="{1FEBDAC4-900D-D1B7-03CF-97D69CDD17D6}"/>
          </ac:spMkLst>
        </pc:spChg>
        <pc:graphicFrameChg chg="del">
          <ac:chgData name="Nádia Genebra Ahmad" userId="36126275-cace-419f-8e9b-04679c4f8ea6" providerId="ADAL" clId="{A10DBABD-3390-4EFA-986B-03666C9B9DCC}" dt="2023-07-11T17:29:47.290" v="640" actId="478"/>
          <ac:graphicFrameMkLst>
            <pc:docMk/>
            <pc:sldMk cId="981696034" sldId="2147377460"/>
            <ac:graphicFrameMk id="3" creationId="{55B76387-2B41-0F97-9433-34F9A5FC7957}"/>
          </ac:graphicFrameMkLst>
        </pc:graphicFrameChg>
        <pc:graphicFrameChg chg="add del mod">
          <ac:chgData name="Nádia Genebra Ahmad" userId="36126275-cace-419f-8e9b-04679c4f8ea6" providerId="ADAL" clId="{A10DBABD-3390-4EFA-986B-03666C9B9DCC}" dt="2023-07-11T17:29:49.668" v="642"/>
          <ac:graphicFrameMkLst>
            <pc:docMk/>
            <pc:sldMk cId="981696034" sldId="2147377460"/>
            <ac:graphicFrameMk id="7" creationId="{A6691DE4-5B9B-414C-74F5-6741F991E1BB}"/>
          </ac:graphicFrameMkLst>
        </pc:graphicFrameChg>
        <pc:graphicFrameChg chg="add mod">
          <ac:chgData name="Nádia Genebra Ahmad" userId="36126275-cace-419f-8e9b-04679c4f8ea6" providerId="ADAL" clId="{A10DBABD-3390-4EFA-986B-03666C9B9DCC}" dt="2023-07-12T11:02:04.468" v="3043"/>
          <ac:graphicFrameMkLst>
            <pc:docMk/>
            <pc:sldMk cId="981696034" sldId="2147377460"/>
            <ac:graphicFrameMk id="8" creationId="{37EDAA7E-BF8C-EA27-4538-C8E477C15485}"/>
          </ac:graphicFrameMkLst>
        </pc:graphicFrameChg>
      </pc:sldChg>
      <pc:sldChg chg="addSp delSp modSp add mod">
        <pc:chgData name="Nádia Genebra Ahmad" userId="36126275-cace-419f-8e9b-04679c4f8ea6" providerId="ADAL" clId="{A10DBABD-3390-4EFA-986B-03666C9B9DCC}" dt="2023-07-12T11:01:22.599" v="3025" actId="20577"/>
        <pc:sldMkLst>
          <pc:docMk/>
          <pc:sldMk cId="158290440" sldId="2147377461"/>
        </pc:sldMkLst>
        <pc:spChg chg="add mod">
          <ac:chgData name="Nádia Genebra Ahmad" userId="36126275-cace-419f-8e9b-04679c4f8ea6" providerId="ADAL" clId="{A10DBABD-3390-4EFA-986B-03666C9B9DCC}" dt="2023-07-11T17:30:46.096" v="660"/>
          <ac:spMkLst>
            <pc:docMk/>
            <pc:sldMk cId="158290440" sldId="2147377461"/>
            <ac:spMk id="3" creationId="{03643B76-64B0-087A-0F8A-55410670EDF7}"/>
          </ac:spMkLst>
        </pc:spChg>
        <pc:spChg chg="del">
          <ac:chgData name="Nádia Genebra Ahmad" userId="36126275-cace-419f-8e9b-04679c4f8ea6" providerId="ADAL" clId="{A10DBABD-3390-4EFA-986B-03666C9B9DCC}" dt="2023-07-11T17:30:32.892" v="658" actId="478"/>
          <ac:spMkLst>
            <pc:docMk/>
            <pc:sldMk cId="158290440" sldId="2147377461"/>
            <ac:spMk id="4" creationId="{F5339693-0ED9-826B-FB9C-531CF17DA85E}"/>
          </ac:spMkLst>
        </pc:spChg>
        <pc:spChg chg="del">
          <ac:chgData name="Nádia Genebra Ahmad" userId="36126275-cace-419f-8e9b-04679c4f8ea6" providerId="ADAL" clId="{A10DBABD-3390-4EFA-986B-03666C9B9DCC}" dt="2023-07-11T17:30:32.892" v="658" actId="478"/>
          <ac:spMkLst>
            <pc:docMk/>
            <pc:sldMk cId="158290440" sldId="2147377461"/>
            <ac:spMk id="5" creationId="{D5B1E415-B77A-4162-1B59-92B86D9286C8}"/>
          </ac:spMkLst>
        </pc:spChg>
        <pc:spChg chg="add mod">
          <ac:chgData name="Nádia Genebra Ahmad" userId="36126275-cace-419f-8e9b-04679c4f8ea6" providerId="ADAL" clId="{A10DBABD-3390-4EFA-986B-03666C9B9DCC}" dt="2023-07-11T17:34:58.750" v="795" actId="1035"/>
          <ac:spMkLst>
            <pc:docMk/>
            <pc:sldMk cId="158290440" sldId="2147377461"/>
            <ac:spMk id="7" creationId="{8A302B00-7081-3CB5-E07D-8F1A4ED6B195}"/>
          </ac:spMkLst>
        </pc:spChg>
        <pc:spChg chg="add mod">
          <ac:chgData name="Nádia Genebra Ahmad" userId="36126275-cace-419f-8e9b-04679c4f8ea6" providerId="ADAL" clId="{A10DBABD-3390-4EFA-986B-03666C9B9DCC}" dt="2023-07-11T17:30:46.096" v="660"/>
          <ac:spMkLst>
            <pc:docMk/>
            <pc:sldMk cId="158290440" sldId="2147377461"/>
            <ac:spMk id="10" creationId="{B3C15687-EEB7-75E1-77D9-CAEC2E6C3D67}"/>
          </ac:spMkLst>
        </pc:spChg>
        <pc:spChg chg="add mod">
          <ac:chgData name="Nádia Genebra Ahmad" userId="36126275-cace-419f-8e9b-04679c4f8ea6" providerId="ADAL" clId="{A10DBABD-3390-4EFA-986B-03666C9B9DCC}" dt="2023-07-11T17:34:35.932" v="774" actId="1038"/>
          <ac:spMkLst>
            <pc:docMk/>
            <pc:sldMk cId="158290440" sldId="2147377461"/>
            <ac:spMk id="11" creationId="{EE196121-35BF-CB4C-AACA-9109457074C7}"/>
          </ac:spMkLst>
        </pc:spChg>
        <pc:spChg chg="add mod">
          <ac:chgData name="Nádia Genebra Ahmad" userId="36126275-cace-419f-8e9b-04679c4f8ea6" providerId="ADAL" clId="{A10DBABD-3390-4EFA-986B-03666C9B9DCC}" dt="2023-07-12T11:01:22.599" v="3025" actId="20577"/>
          <ac:spMkLst>
            <pc:docMk/>
            <pc:sldMk cId="158290440" sldId="2147377461"/>
            <ac:spMk id="13" creationId="{7D0E6F4A-AEB5-780C-C5BA-FFBF0A70FEFE}"/>
          </ac:spMkLst>
        </pc:spChg>
        <pc:spChg chg="mod">
          <ac:chgData name="Nádia Genebra Ahmad" userId="36126275-cace-419f-8e9b-04679c4f8ea6" providerId="ADAL" clId="{A10DBABD-3390-4EFA-986B-03666C9B9DCC}" dt="2023-07-11T17:31:42.865" v="691" actId="20577"/>
          <ac:spMkLst>
            <pc:docMk/>
            <pc:sldMk cId="158290440" sldId="2147377461"/>
            <ac:spMk id="15" creationId="{1FEBDAC4-900D-D1B7-03CF-97D69CDD17D6}"/>
          </ac:spMkLst>
        </pc:spChg>
        <pc:graphicFrameChg chg="add mod modGraphic">
          <ac:chgData name="Nádia Genebra Ahmad" userId="36126275-cace-419f-8e9b-04679c4f8ea6" providerId="ADAL" clId="{A10DBABD-3390-4EFA-986B-03666C9B9DCC}" dt="2023-07-11T17:34:51.698" v="781" actId="1035"/>
          <ac:graphicFrameMkLst>
            <pc:docMk/>
            <pc:sldMk cId="158290440" sldId="2147377461"/>
            <ac:graphicFrameMk id="6" creationId="{D875AE16-C503-081C-A531-7C2B4AA8E386}"/>
          </ac:graphicFrameMkLst>
        </pc:graphicFrameChg>
        <pc:graphicFrameChg chg="del">
          <ac:chgData name="Nádia Genebra Ahmad" userId="36126275-cace-419f-8e9b-04679c4f8ea6" providerId="ADAL" clId="{A10DBABD-3390-4EFA-986B-03666C9B9DCC}" dt="2023-07-11T17:30:32.892" v="658" actId="478"/>
          <ac:graphicFrameMkLst>
            <pc:docMk/>
            <pc:sldMk cId="158290440" sldId="2147377461"/>
            <ac:graphicFrameMk id="8" creationId="{37EDAA7E-BF8C-EA27-4538-C8E477C15485}"/>
          </ac:graphicFrameMkLst>
        </pc:graphicFrameChg>
        <pc:graphicFrameChg chg="add mod modGraphic">
          <ac:chgData name="Nádia Genebra Ahmad" userId="36126275-cace-419f-8e9b-04679c4f8ea6" providerId="ADAL" clId="{A10DBABD-3390-4EFA-986B-03666C9B9DCC}" dt="2023-07-11T17:34:27.727" v="753" actId="14100"/>
          <ac:graphicFrameMkLst>
            <pc:docMk/>
            <pc:sldMk cId="158290440" sldId="2147377461"/>
            <ac:graphicFrameMk id="9" creationId="{B803C859-69E9-FED8-9074-ABAB4BCAA55C}"/>
          </ac:graphicFrameMkLst>
        </pc:graphicFrameChg>
        <pc:cxnChg chg="add mod">
          <ac:chgData name="Nádia Genebra Ahmad" userId="36126275-cace-419f-8e9b-04679c4f8ea6" providerId="ADAL" clId="{A10DBABD-3390-4EFA-986B-03666C9B9DCC}" dt="2023-07-11T17:34:35.932" v="774" actId="1038"/>
          <ac:cxnSpMkLst>
            <pc:docMk/>
            <pc:sldMk cId="158290440" sldId="2147377461"/>
            <ac:cxnSpMk id="12" creationId="{82942404-029E-A228-33D1-C01E9344519D}"/>
          </ac:cxnSpMkLst>
        </pc:cxnChg>
      </pc:sldChg>
      <pc:sldChg chg="modSp add del mod ord">
        <pc:chgData name="Nádia Genebra Ahmad" userId="36126275-cace-419f-8e9b-04679c4f8ea6" providerId="ADAL" clId="{A10DBABD-3390-4EFA-986B-03666C9B9DCC}" dt="2023-07-12T11:00:12.712" v="3022" actId="47"/>
        <pc:sldMkLst>
          <pc:docMk/>
          <pc:sldMk cId="1346057683" sldId="2147377462"/>
        </pc:sldMkLst>
        <pc:spChg chg="mod">
          <ac:chgData name="Nádia Genebra Ahmad" userId="36126275-cace-419f-8e9b-04679c4f8ea6" providerId="ADAL" clId="{A10DBABD-3390-4EFA-986B-03666C9B9DCC}" dt="2023-07-11T17:31:32.123" v="685" actId="20577"/>
          <ac:spMkLst>
            <pc:docMk/>
            <pc:sldMk cId="1346057683" sldId="2147377462"/>
            <ac:spMk id="15" creationId="{1FEBDAC4-900D-D1B7-03CF-97D69CDD17D6}"/>
          </ac:spMkLst>
        </pc:spChg>
      </pc:sldChg>
      <pc:sldChg chg="addSp delSp modSp add mod ord">
        <pc:chgData name="Nádia Genebra Ahmad" userId="36126275-cace-419f-8e9b-04679c4f8ea6" providerId="ADAL" clId="{A10DBABD-3390-4EFA-986B-03666C9B9DCC}" dt="2023-07-12T11:00:56.267" v="3024" actId="208"/>
        <pc:sldMkLst>
          <pc:docMk/>
          <pc:sldMk cId="4186468517" sldId="2147377463"/>
        </pc:sldMkLst>
        <pc:spChg chg="del">
          <ac:chgData name="Nádia Genebra Ahmad" userId="36126275-cace-419f-8e9b-04679c4f8ea6" providerId="ADAL" clId="{A10DBABD-3390-4EFA-986B-03666C9B9DCC}" dt="2023-07-12T09:25:08.471" v="2251" actId="478"/>
          <ac:spMkLst>
            <pc:docMk/>
            <pc:sldMk cId="4186468517" sldId="2147377463"/>
            <ac:spMk id="4" creationId="{CFE973C6-3590-EF0A-6826-A108EA5FEFF8}"/>
          </ac:spMkLst>
        </pc:spChg>
        <pc:spChg chg="add del mod topLvl">
          <ac:chgData name="Nádia Genebra Ahmad" userId="36126275-cace-419f-8e9b-04679c4f8ea6" providerId="ADAL" clId="{A10DBABD-3390-4EFA-986B-03666C9B9DCC}" dt="2023-07-12T10:59:49.804" v="3021" actId="14100"/>
          <ac:spMkLst>
            <pc:docMk/>
            <pc:sldMk cId="4186468517" sldId="2147377463"/>
            <ac:spMk id="5" creationId="{1DCB38C7-EA54-9460-7AAF-5EA5DCD13D53}"/>
          </ac:spMkLst>
        </pc:spChg>
        <pc:spChg chg="mod">
          <ac:chgData name="Nádia Genebra Ahmad" userId="36126275-cace-419f-8e9b-04679c4f8ea6" providerId="ADAL" clId="{A10DBABD-3390-4EFA-986B-03666C9B9DCC}" dt="2023-07-12T08:57:12.114" v="2053" actId="164"/>
          <ac:spMkLst>
            <pc:docMk/>
            <pc:sldMk cId="4186468517" sldId="2147377463"/>
            <ac:spMk id="10" creationId="{BB1F5F71-9BAD-C26E-60AB-34424631FFB6}"/>
          </ac:spMkLst>
        </pc:spChg>
        <pc:spChg chg="mod">
          <ac:chgData name="Nádia Genebra Ahmad" userId="36126275-cace-419f-8e9b-04679c4f8ea6" providerId="ADAL" clId="{A10DBABD-3390-4EFA-986B-03666C9B9DCC}" dt="2023-07-12T08:57:12.114" v="2053" actId="164"/>
          <ac:spMkLst>
            <pc:docMk/>
            <pc:sldMk cId="4186468517" sldId="2147377463"/>
            <ac:spMk id="11" creationId="{7F2CD13F-F7D1-8263-D53B-3A63231C012D}"/>
          </ac:spMkLst>
        </pc:spChg>
        <pc:spChg chg="mod">
          <ac:chgData name="Nádia Genebra Ahmad" userId="36126275-cace-419f-8e9b-04679c4f8ea6" providerId="ADAL" clId="{A10DBABD-3390-4EFA-986B-03666C9B9DCC}" dt="2023-07-12T08:54:43.569" v="2025" actId="20577"/>
          <ac:spMkLst>
            <pc:docMk/>
            <pc:sldMk cId="4186468517" sldId="2147377463"/>
            <ac:spMk id="15" creationId="{1FEBDAC4-900D-D1B7-03CF-97D69CDD17D6}"/>
          </ac:spMkLst>
        </pc:spChg>
        <pc:spChg chg="mod">
          <ac:chgData name="Nádia Genebra Ahmad" userId="36126275-cace-419f-8e9b-04679c4f8ea6" providerId="ADAL" clId="{A10DBABD-3390-4EFA-986B-03666C9B9DCC}" dt="2023-07-12T10:56:36.905" v="2862" actId="20577"/>
          <ac:spMkLst>
            <pc:docMk/>
            <pc:sldMk cId="4186468517" sldId="2147377463"/>
            <ac:spMk id="17" creationId="{4BDF89B6-A5CB-6327-1F02-BEA694A80989}"/>
          </ac:spMkLst>
        </pc:spChg>
        <pc:spChg chg="del mod">
          <ac:chgData name="Nádia Genebra Ahmad" userId="36126275-cace-419f-8e9b-04679c4f8ea6" providerId="ADAL" clId="{A10DBABD-3390-4EFA-986B-03666C9B9DCC}" dt="2023-07-12T10:46:05.330" v="2451" actId="478"/>
          <ac:spMkLst>
            <pc:docMk/>
            <pc:sldMk cId="4186468517" sldId="2147377463"/>
            <ac:spMk id="22" creationId="{D93BBDA7-D1E0-B298-8C0E-4A397011A324}"/>
          </ac:spMkLst>
        </pc:spChg>
        <pc:spChg chg="mod">
          <ac:chgData name="Nádia Genebra Ahmad" userId="36126275-cace-419f-8e9b-04679c4f8ea6" providerId="ADAL" clId="{A10DBABD-3390-4EFA-986B-03666C9B9DCC}" dt="2023-07-12T09:02:26.451" v="2166" actId="20577"/>
          <ac:spMkLst>
            <pc:docMk/>
            <pc:sldMk cId="4186468517" sldId="2147377463"/>
            <ac:spMk id="24" creationId="{29CDBEE6-60BD-CE45-0A6A-4C9F4045E860}"/>
          </ac:spMkLst>
        </pc:spChg>
        <pc:spChg chg="add del mod topLvl">
          <ac:chgData name="Nádia Genebra Ahmad" userId="36126275-cace-419f-8e9b-04679c4f8ea6" providerId="ADAL" clId="{A10DBABD-3390-4EFA-986B-03666C9B9DCC}" dt="2023-07-12T10:47:54.053" v="2491" actId="478"/>
          <ac:spMkLst>
            <pc:docMk/>
            <pc:sldMk cId="4186468517" sldId="2147377463"/>
            <ac:spMk id="25" creationId="{E099376F-C981-2E29-6303-934462EA16CA}"/>
          </ac:spMkLst>
        </pc:spChg>
        <pc:spChg chg="add del mod topLvl">
          <ac:chgData name="Nádia Genebra Ahmad" userId="36126275-cace-419f-8e9b-04679c4f8ea6" providerId="ADAL" clId="{A10DBABD-3390-4EFA-986B-03666C9B9DCC}" dt="2023-07-12T10:47:54.053" v="2491" actId="478"/>
          <ac:spMkLst>
            <pc:docMk/>
            <pc:sldMk cId="4186468517" sldId="2147377463"/>
            <ac:spMk id="26" creationId="{15BBA82E-287B-8967-EEDF-43499D69CA9F}"/>
          </ac:spMkLst>
        </pc:spChg>
        <pc:spChg chg="mod">
          <ac:chgData name="Nádia Genebra Ahmad" userId="36126275-cace-419f-8e9b-04679c4f8ea6" providerId="ADAL" clId="{A10DBABD-3390-4EFA-986B-03666C9B9DCC}" dt="2023-07-12T09:02:13.932" v="2155"/>
          <ac:spMkLst>
            <pc:docMk/>
            <pc:sldMk cId="4186468517" sldId="2147377463"/>
            <ac:spMk id="27" creationId="{5D81B107-DD86-1A14-3DFE-E0E767E9A618}"/>
          </ac:spMkLst>
        </pc:spChg>
        <pc:spChg chg="add mod">
          <ac:chgData name="Nádia Genebra Ahmad" userId="36126275-cace-419f-8e9b-04679c4f8ea6" providerId="ADAL" clId="{A10DBABD-3390-4EFA-986B-03666C9B9DCC}" dt="2023-07-12T10:57:44.995" v="2874" actId="554"/>
          <ac:spMkLst>
            <pc:docMk/>
            <pc:sldMk cId="4186468517" sldId="2147377463"/>
            <ac:spMk id="29" creationId="{4EF569B3-F29D-ECBE-C182-E29937B9B806}"/>
          </ac:spMkLst>
        </pc:spChg>
        <pc:spChg chg="add mod">
          <ac:chgData name="Nádia Genebra Ahmad" userId="36126275-cace-419f-8e9b-04679c4f8ea6" providerId="ADAL" clId="{A10DBABD-3390-4EFA-986B-03666C9B9DCC}" dt="2023-07-12T10:57:54.862" v="2897" actId="1036"/>
          <ac:spMkLst>
            <pc:docMk/>
            <pc:sldMk cId="4186468517" sldId="2147377463"/>
            <ac:spMk id="31" creationId="{6C227378-AF15-4DB3-FC35-3D99E28AF6A8}"/>
          </ac:spMkLst>
        </pc:spChg>
        <pc:spChg chg="add del mod">
          <ac:chgData name="Nádia Genebra Ahmad" userId="36126275-cace-419f-8e9b-04679c4f8ea6" providerId="ADAL" clId="{A10DBABD-3390-4EFA-986B-03666C9B9DCC}" dt="2023-07-12T10:58:23.562" v="2954" actId="478"/>
          <ac:spMkLst>
            <pc:docMk/>
            <pc:sldMk cId="4186468517" sldId="2147377463"/>
            <ac:spMk id="32" creationId="{DAC36893-8479-AAE2-6714-9D06159349B8}"/>
          </ac:spMkLst>
        </pc:spChg>
        <pc:spChg chg="add mod">
          <ac:chgData name="Nádia Genebra Ahmad" userId="36126275-cace-419f-8e9b-04679c4f8ea6" providerId="ADAL" clId="{A10DBABD-3390-4EFA-986B-03666C9B9DCC}" dt="2023-07-12T10:59:37.997" v="3020" actId="20577"/>
          <ac:spMkLst>
            <pc:docMk/>
            <pc:sldMk cId="4186468517" sldId="2147377463"/>
            <ac:spMk id="33" creationId="{480C6CE1-2791-43CF-BB7D-1B051AA120C1}"/>
          </ac:spMkLst>
        </pc:spChg>
        <pc:spChg chg="mod">
          <ac:chgData name="Nádia Genebra Ahmad" userId="36126275-cace-419f-8e9b-04679c4f8ea6" providerId="ADAL" clId="{A10DBABD-3390-4EFA-986B-03666C9B9DCC}" dt="2023-07-12T10:58:57.150" v="3014"/>
          <ac:spMkLst>
            <pc:docMk/>
            <pc:sldMk cId="4186468517" sldId="2147377463"/>
            <ac:spMk id="37" creationId="{736E4D5B-C256-7FBC-7358-B6C6BE888413}"/>
          </ac:spMkLst>
        </pc:spChg>
        <pc:spChg chg="mod">
          <ac:chgData name="Nádia Genebra Ahmad" userId="36126275-cace-419f-8e9b-04679c4f8ea6" providerId="ADAL" clId="{A10DBABD-3390-4EFA-986B-03666C9B9DCC}" dt="2023-07-12T10:58:57.150" v="3014"/>
          <ac:spMkLst>
            <pc:docMk/>
            <pc:sldMk cId="4186468517" sldId="2147377463"/>
            <ac:spMk id="38" creationId="{CA54E219-A595-91F2-BF66-96BF25E45BF5}"/>
          </ac:spMkLst>
        </pc:spChg>
        <pc:spChg chg="mod topLvl">
          <ac:chgData name="Nádia Genebra Ahmad" userId="36126275-cace-419f-8e9b-04679c4f8ea6" providerId="ADAL" clId="{A10DBABD-3390-4EFA-986B-03666C9B9DCC}" dt="2023-07-12T08:57:18.551" v="2054" actId="164"/>
          <ac:spMkLst>
            <pc:docMk/>
            <pc:sldMk cId="4186468517" sldId="2147377463"/>
            <ac:spMk id="39" creationId="{CCF1178C-A00F-20DB-1C96-63DDA02C745F}"/>
          </ac:spMkLst>
        </pc:spChg>
        <pc:spChg chg="add mod">
          <ac:chgData name="Nádia Genebra Ahmad" userId="36126275-cace-419f-8e9b-04679c4f8ea6" providerId="ADAL" clId="{A10DBABD-3390-4EFA-986B-03666C9B9DCC}" dt="2023-07-12T10:58:58.836" v="3015" actId="164"/>
          <ac:spMkLst>
            <pc:docMk/>
            <pc:sldMk cId="4186468517" sldId="2147377463"/>
            <ac:spMk id="41" creationId="{78B0E5AA-5223-F4AE-4719-157DDB482789}"/>
          </ac:spMkLst>
        </pc:spChg>
        <pc:spChg chg="mod">
          <ac:chgData name="Nádia Genebra Ahmad" userId="36126275-cace-419f-8e9b-04679c4f8ea6" providerId="ADAL" clId="{A10DBABD-3390-4EFA-986B-03666C9B9DCC}" dt="2023-07-12T08:55:48.733" v="2030"/>
          <ac:spMkLst>
            <pc:docMk/>
            <pc:sldMk cId="4186468517" sldId="2147377463"/>
            <ac:spMk id="43" creationId="{0CD5B39F-7351-7486-0023-B22F68F49AE4}"/>
          </ac:spMkLst>
        </pc:spChg>
        <pc:spChg chg="mod topLvl">
          <ac:chgData name="Nádia Genebra Ahmad" userId="36126275-cace-419f-8e9b-04679c4f8ea6" providerId="ADAL" clId="{A10DBABD-3390-4EFA-986B-03666C9B9DCC}" dt="2023-07-12T08:56:57.254" v="2048" actId="164"/>
          <ac:spMkLst>
            <pc:docMk/>
            <pc:sldMk cId="4186468517" sldId="2147377463"/>
            <ac:spMk id="52" creationId="{3E1ABB61-4773-E036-568C-FA5714F53677}"/>
          </ac:spMkLst>
        </pc:spChg>
        <pc:spChg chg="mod topLvl">
          <ac:chgData name="Nádia Genebra Ahmad" userId="36126275-cace-419f-8e9b-04679c4f8ea6" providerId="ADAL" clId="{A10DBABD-3390-4EFA-986B-03666C9B9DCC}" dt="2023-07-12T08:56:53.245" v="2047" actId="165"/>
          <ac:spMkLst>
            <pc:docMk/>
            <pc:sldMk cId="4186468517" sldId="2147377463"/>
            <ac:spMk id="54" creationId="{34DB9C5E-D8F8-FA48-ABA1-6346D8B0FFB1}"/>
          </ac:spMkLst>
        </pc:spChg>
        <pc:spChg chg="mod">
          <ac:chgData name="Nádia Genebra Ahmad" userId="36126275-cace-419f-8e9b-04679c4f8ea6" providerId="ADAL" clId="{A10DBABD-3390-4EFA-986B-03666C9B9DCC}" dt="2023-07-12T08:56:53.245" v="2047" actId="165"/>
          <ac:spMkLst>
            <pc:docMk/>
            <pc:sldMk cId="4186468517" sldId="2147377463"/>
            <ac:spMk id="55" creationId="{6F18AAB0-E61D-1DB5-1C6A-F2A9D7B22960}"/>
          </ac:spMkLst>
        </pc:spChg>
        <pc:spChg chg="mod topLvl">
          <ac:chgData name="Nádia Genebra Ahmad" userId="36126275-cace-419f-8e9b-04679c4f8ea6" providerId="ADAL" clId="{A10DBABD-3390-4EFA-986B-03666C9B9DCC}" dt="2023-07-12T08:57:08.825" v="2051" actId="164"/>
          <ac:spMkLst>
            <pc:docMk/>
            <pc:sldMk cId="4186468517" sldId="2147377463"/>
            <ac:spMk id="65" creationId="{912E6F4D-631B-8D97-D411-FCDE970FC829}"/>
          </ac:spMkLst>
        </pc:spChg>
        <pc:spChg chg="mod">
          <ac:chgData name="Nádia Genebra Ahmad" userId="36126275-cace-419f-8e9b-04679c4f8ea6" providerId="ADAL" clId="{A10DBABD-3390-4EFA-986B-03666C9B9DCC}" dt="2023-07-12T08:55:57.197" v="2032" actId="165"/>
          <ac:spMkLst>
            <pc:docMk/>
            <pc:sldMk cId="4186468517" sldId="2147377463"/>
            <ac:spMk id="67" creationId="{373D3E5A-08D3-168D-74B7-5F25245EE1C3}"/>
          </ac:spMkLst>
        </pc:spChg>
        <pc:spChg chg="mod">
          <ac:chgData name="Nádia Genebra Ahmad" userId="36126275-cace-419f-8e9b-04679c4f8ea6" providerId="ADAL" clId="{A10DBABD-3390-4EFA-986B-03666C9B9DCC}" dt="2023-07-12T08:55:57.197" v="2032" actId="165"/>
          <ac:spMkLst>
            <pc:docMk/>
            <pc:sldMk cId="4186468517" sldId="2147377463"/>
            <ac:spMk id="68" creationId="{D831ED6C-AF71-977C-813B-B96F46842438}"/>
          </ac:spMkLst>
        </pc:spChg>
        <pc:spChg chg="mod topLvl">
          <ac:chgData name="Nádia Genebra Ahmad" userId="36126275-cace-419f-8e9b-04679c4f8ea6" providerId="ADAL" clId="{A10DBABD-3390-4EFA-986B-03666C9B9DCC}" dt="2023-07-12T08:57:05.280" v="2050" actId="164"/>
          <ac:spMkLst>
            <pc:docMk/>
            <pc:sldMk cId="4186468517" sldId="2147377463"/>
            <ac:spMk id="89" creationId="{4FA8DA5B-7699-1DEE-8A69-1B46230555C5}"/>
          </ac:spMkLst>
        </pc:spChg>
        <pc:spChg chg="mod">
          <ac:chgData name="Nádia Genebra Ahmad" userId="36126275-cace-419f-8e9b-04679c4f8ea6" providerId="ADAL" clId="{A10DBABD-3390-4EFA-986B-03666C9B9DCC}" dt="2023-07-12T08:55:57.197" v="2032" actId="165"/>
          <ac:spMkLst>
            <pc:docMk/>
            <pc:sldMk cId="4186468517" sldId="2147377463"/>
            <ac:spMk id="91" creationId="{9DA415CA-0C43-CCF1-38C9-3E8453F6F79C}"/>
          </ac:spMkLst>
        </pc:spChg>
        <pc:spChg chg="mod">
          <ac:chgData name="Nádia Genebra Ahmad" userId="36126275-cace-419f-8e9b-04679c4f8ea6" providerId="ADAL" clId="{A10DBABD-3390-4EFA-986B-03666C9B9DCC}" dt="2023-07-12T08:55:57.197" v="2032" actId="165"/>
          <ac:spMkLst>
            <pc:docMk/>
            <pc:sldMk cId="4186468517" sldId="2147377463"/>
            <ac:spMk id="92" creationId="{A3961A91-B602-78BF-FEDB-E6C9353425EE}"/>
          </ac:spMkLst>
        </pc:spChg>
        <pc:spChg chg="add del mod topLvl">
          <ac:chgData name="Nádia Genebra Ahmad" userId="36126275-cace-419f-8e9b-04679c4f8ea6" providerId="ADAL" clId="{A10DBABD-3390-4EFA-986B-03666C9B9DCC}" dt="2023-07-12T10:59:10.848" v="3018" actId="478"/>
          <ac:spMkLst>
            <pc:docMk/>
            <pc:sldMk cId="4186468517" sldId="2147377463"/>
            <ac:spMk id="97" creationId="{F69A4CE8-2EA9-46B3-037C-AB18D98EC79B}"/>
          </ac:spMkLst>
        </pc:spChg>
        <pc:spChg chg="mod">
          <ac:chgData name="Nádia Genebra Ahmad" userId="36126275-cace-419f-8e9b-04679c4f8ea6" providerId="ADAL" clId="{A10DBABD-3390-4EFA-986B-03666C9B9DCC}" dt="2023-07-12T08:58:16.124" v="2102" actId="20577"/>
          <ac:spMkLst>
            <pc:docMk/>
            <pc:sldMk cId="4186468517" sldId="2147377463"/>
            <ac:spMk id="99" creationId="{EC9DB3E9-34A5-FB3A-B8DA-FF1FD6A7A881}"/>
          </ac:spMkLst>
        </pc:spChg>
        <pc:spChg chg="mod">
          <ac:chgData name="Nádia Genebra Ahmad" userId="36126275-cace-419f-8e9b-04679c4f8ea6" providerId="ADAL" clId="{A10DBABD-3390-4EFA-986B-03666C9B9DCC}" dt="2023-07-12T11:00:56.267" v="3024" actId="208"/>
          <ac:spMkLst>
            <pc:docMk/>
            <pc:sldMk cId="4186468517" sldId="2147377463"/>
            <ac:spMk id="100" creationId="{00AA72A0-318D-1703-F12D-B8E06F30D6BB}"/>
          </ac:spMkLst>
        </pc:spChg>
        <pc:spChg chg="del mod topLvl">
          <ac:chgData name="Nádia Genebra Ahmad" userId="36126275-cace-419f-8e9b-04679c4f8ea6" providerId="ADAL" clId="{A10DBABD-3390-4EFA-986B-03666C9B9DCC}" dt="2023-07-12T08:56:04.414" v="2035" actId="478"/>
          <ac:spMkLst>
            <pc:docMk/>
            <pc:sldMk cId="4186468517" sldId="2147377463"/>
            <ac:spMk id="104" creationId="{0E641A81-B67C-99C3-D819-4036C544F52B}"/>
          </ac:spMkLst>
        </pc:spChg>
        <pc:spChg chg="del">
          <ac:chgData name="Nádia Genebra Ahmad" userId="36126275-cace-419f-8e9b-04679c4f8ea6" providerId="ADAL" clId="{A10DBABD-3390-4EFA-986B-03666C9B9DCC}" dt="2023-07-12T08:55:53.725" v="2031" actId="478"/>
          <ac:spMkLst>
            <pc:docMk/>
            <pc:sldMk cId="4186468517" sldId="2147377463"/>
            <ac:spMk id="105" creationId="{A8E083ED-F5AF-B096-FD5C-0374C59C6815}"/>
          </ac:spMkLst>
        </pc:spChg>
        <pc:spChg chg="mod topLvl">
          <ac:chgData name="Nádia Genebra Ahmad" userId="36126275-cace-419f-8e9b-04679c4f8ea6" providerId="ADAL" clId="{A10DBABD-3390-4EFA-986B-03666C9B9DCC}" dt="2023-07-12T08:56:11.421" v="2036" actId="14100"/>
          <ac:spMkLst>
            <pc:docMk/>
            <pc:sldMk cId="4186468517" sldId="2147377463"/>
            <ac:spMk id="106" creationId="{B6C810AA-3BCA-2B18-1BA2-3C93A5EFD00C}"/>
          </ac:spMkLst>
        </pc:spChg>
        <pc:grpChg chg="add mod">
          <ac:chgData name="Nádia Genebra Ahmad" userId="36126275-cace-419f-8e9b-04679c4f8ea6" providerId="ADAL" clId="{A10DBABD-3390-4EFA-986B-03666C9B9DCC}" dt="2023-07-12T08:56:49.764" v="2045" actId="164"/>
          <ac:grpSpMkLst>
            <pc:docMk/>
            <pc:sldMk cId="4186468517" sldId="2147377463"/>
            <ac:grpSpMk id="3" creationId="{CEFCB92D-E739-CBA7-A84C-9C9F34137835}"/>
          </ac:grpSpMkLst>
        </pc:grpChg>
        <pc:grpChg chg="add del mod">
          <ac:chgData name="Nádia Genebra Ahmad" userId="36126275-cace-419f-8e9b-04679c4f8ea6" providerId="ADAL" clId="{A10DBABD-3390-4EFA-986B-03666C9B9DCC}" dt="2023-07-12T08:58:05.360" v="2057" actId="478"/>
          <ac:grpSpMkLst>
            <pc:docMk/>
            <pc:sldMk cId="4186468517" sldId="2147377463"/>
            <ac:grpSpMk id="6" creationId="{917E4E6F-0995-8949-BF3B-5640DC85A3CB}"/>
          </ac:grpSpMkLst>
        </pc:grpChg>
        <pc:grpChg chg="mod topLvl">
          <ac:chgData name="Nádia Genebra Ahmad" userId="36126275-cace-419f-8e9b-04679c4f8ea6" providerId="ADAL" clId="{A10DBABD-3390-4EFA-986B-03666C9B9DCC}" dt="2023-07-12T08:57:18.551" v="2054" actId="164"/>
          <ac:grpSpMkLst>
            <pc:docMk/>
            <pc:sldMk cId="4186468517" sldId="2147377463"/>
            <ac:grpSpMk id="7" creationId="{526518F1-27BF-ED63-626C-99E1068840B4}"/>
          </ac:grpSpMkLst>
        </pc:grpChg>
        <pc:grpChg chg="mod">
          <ac:chgData name="Nádia Genebra Ahmad" userId="36126275-cace-419f-8e9b-04679c4f8ea6" providerId="ADAL" clId="{A10DBABD-3390-4EFA-986B-03666C9B9DCC}" dt="2023-07-12T08:57:12.114" v="2053" actId="164"/>
          <ac:grpSpMkLst>
            <pc:docMk/>
            <pc:sldMk cId="4186468517" sldId="2147377463"/>
            <ac:grpSpMk id="8" creationId="{25B6388D-5111-F0CB-59BE-46B17E08A041}"/>
          </ac:grpSpMkLst>
        </pc:grpChg>
        <pc:grpChg chg="add del mod">
          <ac:chgData name="Nádia Genebra Ahmad" userId="36126275-cace-419f-8e9b-04679c4f8ea6" providerId="ADAL" clId="{A10DBABD-3390-4EFA-986B-03666C9B9DCC}" dt="2023-07-12T10:59:13.345" v="3019" actId="478"/>
          <ac:grpSpMkLst>
            <pc:docMk/>
            <pc:sldMk cId="4186468517" sldId="2147377463"/>
            <ac:grpSpMk id="9" creationId="{C26755DE-F989-27B8-D6AC-3EF69B965158}"/>
          </ac:grpSpMkLst>
        </pc:grpChg>
        <pc:grpChg chg="add del mod">
          <ac:chgData name="Nádia Genebra Ahmad" userId="36126275-cace-419f-8e9b-04679c4f8ea6" providerId="ADAL" clId="{A10DBABD-3390-4EFA-986B-03666C9B9DCC}" dt="2023-07-12T09:25:02.516" v="2249" actId="478"/>
          <ac:grpSpMkLst>
            <pc:docMk/>
            <pc:sldMk cId="4186468517" sldId="2147377463"/>
            <ac:grpSpMk id="13" creationId="{5A4A8E37-7E18-402B-3E22-01708E93681E}"/>
          </ac:grpSpMkLst>
        </pc:grpChg>
        <pc:grpChg chg="add del mod">
          <ac:chgData name="Nádia Genebra Ahmad" userId="36126275-cace-419f-8e9b-04679c4f8ea6" providerId="ADAL" clId="{A10DBABD-3390-4EFA-986B-03666C9B9DCC}" dt="2023-07-12T09:25:06.692" v="2250" actId="478"/>
          <ac:grpSpMkLst>
            <pc:docMk/>
            <pc:sldMk cId="4186468517" sldId="2147377463"/>
            <ac:grpSpMk id="14" creationId="{3D6952AF-EFA2-81FB-660B-F281A06B30AA}"/>
          </ac:grpSpMkLst>
        </pc:grpChg>
        <pc:grpChg chg="add mod">
          <ac:chgData name="Nádia Genebra Ahmad" userId="36126275-cace-419f-8e9b-04679c4f8ea6" providerId="ADAL" clId="{A10DBABD-3390-4EFA-986B-03666C9B9DCC}" dt="2023-07-12T08:57:12.114" v="2053" actId="164"/>
          <ac:grpSpMkLst>
            <pc:docMk/>
            <pc:sldMk cId="4186468517" sldId="2147377463"/>
            <ac:grpSpMk id="16" creationId="{DC0D809C-827B-1D9F-B8C0-06631FA4B077}"/>
          </ac:grpSpMkLst>
        </pc:grpChg>
        <pc:grpChg chg="add del mod">
          <ac:chgData name="Nádia Genebra Ahmad" userId="36126275-cace-419f-8e9b-04679c4f8ea6" providerId="ADAL" clId="{A10DBABD-3390-4EFA-986B-03666C9B9DCC}" dt="2023-07-12T09:25:15.797" v="2252" actId="478"/>
          <ac:grpSpMkLst>
            <pc:docMk/>
            <pc:sldMk cId="4186468517" sldId="2147377463"/>
            <ac:grpSpMk id="18" creationId="{A9719B33-37F9-8712-72EC-03FD02336B12}"/>
          </ac:grpSpMkLst>
        </pc:grpChg>
        <pc:grpChg chg="add del mod">
          <ac:chgData name="Nádia Genebra Ahmad" userId="36126275-cace-419f-8e9b-04679c4f8ea6" providerId="ADAL" clId="{A10DBABD-3390-4EFA-986B-03666C9B9DCC}" dt="2023-07-12T10:48:00.330" v="2492" actId="478"/>
          <ac:grpSpMkLst>
            <pc:docMk/>
            <pc:sldMk cId="4186468517" sldId="2147377463"/>
            <ac:grpSpMk id="19" creationId="{D0029CF2-B012-B1AF-98A3-36ECB896F368}"/>
          </ac:grpSpMkLst>
        </pc:grpChg>
        <pc:grpChg chg="add del mod ord topLvl">
          <ac:chgData name="Nádia Genebra Ahmad" userId="36126275-cace-419f-8e9b-04679c4f8ea6" providerId="ADAL" clId="{A10DBABD-3390-4EFA-986B-03666C9B9DCC}" dt="2023-07-12T10:58:08.784" v="2920" actId="166"/>
          <ac:grpSpMkLst>
            <pc:docMk/>
            <pc:sldMk cId="4186468517" sldId="2147377463"/>
            <ac:grpSpMk id="21" creationId="{2FFC71BA-2532-6D96-FD10-7122C10E8539}"/>
          </ac:grpSpMkLst>
        </pc:grpChg>
        <pc:grpChg chg="mod">
          <ac:chgData name="Nádia Genebra Ahmad" userId="36126275-cace-419f-8e9b-04679c4f8ea6" providerId="ADAL" clId="{A10DBABD-3390-4EFA-986B-03666C9B9DCC}" dt="2023-07-12T09:02:13.932" v="2155"/>
          <ac:grpSpMkLst>
            <pc:docMk/>
            <pc:sldMk cId="4186468517" sldId="2147377463"/>
            <ac:grpSpMk id="23" creationId="{F5CEA90F-001E-95DD-B6FF-2AD8AC9F5449}"/>
          </ac:grpSpMkLst>
        </pc:grpChg>
        <pc:grpChg chg="add mod">
          <ac:chgData name="Nádia Genebra Ahmad" userId="36126275-cace-419f-8e9b-04679c4f8ea6" providerId="ADAL" clId="{A10DBABD-3390-4EFA-986B-03666C9B9DCC}" dt="2023-07-12T10:58:58.836" v="3015" actId="164"/>
          <ac:grpSpMkLst>
            <pc:docMk/>
            <pc:sldMk cId="4186468517" sldId="2147377463"/>
            <ac:grpSpMk id="34" creationId="{3F740C85-C7B9-F0B6-14EB-40B5CB200DDC}"/>
          </ac:grpSpMkLst>
        </pc:grpChg>
        <pc:grpChg chg="mod">
          <ac:chgData name="Nádia Genebra Ahmad" userId="36126275-cace-419f-8e9b-04679c4f8ea6" providerId="ADAL" clId="{A10DBABD-3390-4EFA-986B-03666C9B9DCC}" dt="2023-07-12T10:58:57.150" v="3014"/>
          <ac:grpSpMkLst>
            <pc:docMk/>
            <pc:sldMk cId="4186468517" sldId="2147377463"/>
            <ac:grpSpMk id="35" creationId="{EB0B578C-88B4-503E-1633-35E11CC220C6}"/>
          </ac:grpSpMkLst>
        </pc:grpChg>
        <pc:grpChg chg="add del mod">
          <ac:chgData name="Nádia Genebra Ahmad" userId="36126275-cace-419f-8e9b-04679c4f8ea6" providerId="ADAL" clId="{A10DBABD-3390-4EFA-986B-03666C9B9DCC}" dt="2023-07-12T10:59:06.063" v="3017" actId="478"/>
          <ac:grpSpMkLst>
            <pc:docMk/>
            <pc:sldMk cId="4186468517" sldId="2147377463"/>
            <ac:grpSpMk id="42" creationId="{990D71BA-00E6-7AED-B2FF-6C323DB734E1}"/>
          </ac:grpSpMkLst>
        </pc:grpChg>
        <pc:grpChg chg="add del mod topLvl">
          <ac:chgData name="Nádia Genebra Ahmad" userId="36126275-cace-419f-8e9b-04679c4f8ea6" providerId="ADAL" clId="{A10DBABD-3390-4EFA-986B-03666C9B9DCC}" dt="2023-07-12T08:56:57.254" v="2048" actId="164"/>
          <ac:grpSpMkLst>
            <pc:docMk/>
            <pc:sldMk cId="4186468517" sldId="2147377463"/>
            <ac:grpSpMk id="51" creationId="{397806AA-6298-79F7-34AF-540821A1A3FD}"/>
          </ac:grpSpMkLst>
        </pc:grpChg>
        <pc:grpChg chg="mod topLvl">
          <ac:chgData name="Nádia Genebra Ahmad" userId="36126275-cace-419f-8e9b-04679c4f8ea6" providerId="ADAL" clId="{A10DBABD-3390-4EFA-986B-03666C9B9DCC}" dt="2023-07-12T08:56:53.245" v="2047" actId="165"/>
          <ac:grpSpMkLst>
            <pc:docMk/>
            <pc:sldMk cId="4186468517" sldId="2147377463"/>
            <ac:grpSpMk id="53" creationId="{B0DC1601-ABB3-D6F4-DBF0-6505182343B8}"/>
          </ac:grpSpMkLst>
        </pc:grpChg>
        <pc:grpChg chg="mod topLvl">
          <ac:chgData name="Nádia Genebra Ahmad" userId="36126275-cace-419f-8e9b-04679c4f8ea6" providerId="ADAL" clId="{A10DBABD-3390-4EFA-986B-03666C9B9DCC}" dt="2023-07-12T08:57:08.825" v="2051" actId="164"/>
          <ac:grpSpMkLst>
            <pc:docMk/>
            <pc:sldMk cId="4186468517" sldId="2147377463"/>
            <ac:grpSpMk id="64" creationId="{F68B7861-2E9B-124A-C99B-015A4BF03252}"/>
          </ac:grpSpMkLst>
        </pc:grpChg>
        <pc:grpChg chg="mod">
          <ac:chgData name="Nádia Genebra Ahmad" userId="36126275-cace-419f-8e9b-04679c4f8ea6" providerId="ADAL" clId="{A10DBABD-3390-4EFA-986B-03666C9B9DCC}" dt="2023-07-12T08:55:57.197" v="2032" actId="165"/>
          <ac:grpSpMkLst>
            <pc:docMk/>
            <pc:sldMk cId="4186468517" sldId="2147377463"/>
            <ac:grpSpMk id="66" creationId="{7DE5EB31-C5AA-94E0-FDDE-2D1EDEF43D61}"/>
          </ac:grpSpMkLst>
        </pc:grpChg>
        <pc:grpChg chg="mod topLvl">
          <ac:chgData name="Nádia Genebra Ahmad" userId="36126275-cace-419f-8e9b-04679c4f8ea6" providerId="ADAL" clId="{A10DBABD-3390-4EFA-986B-03666C9B9DCC}" dt="2023-07-12T08:57:05.280" v="2050" actId="164"/>
          <ac:grpSpMkLst>
            <pc:docMk/>
            <pc:sldMk cId="4186468517" sldId="2147377463"/>
            <ac:grpSpMk id="88" creationId="{C9CB6D49-EEDA-4F3E-3ACC-0F4CA000D497}"/>
          </ac:grpSpMkLst>
        </pc:grpChg>
        <pc:grpChg chg="mod">
          <ac:chgData name="Nádia Genebra Ahmad" userId="36126275-cace-419f-8e9b-04679c4f8ea6" providerId="ADAL" clId="{A10DBABD-3390-4EFA-986B-03666C9B9DCC}" dt="2023-07-12T08:55:57.197" v="2032" actId="165"/>
          <ac:grpSpMkLst>
            <pc:docMk/>
            <pc:sldMk cId="4186468517" sldId="2147377463"/>
            <ac:grpSpMk id="90" creationId="{96CA6AE8-B72B-228E-F8FD-1E168992C445}"/>
          </ac:grpSpMkLst>
        </pc:grpChg>
        <pc:grpChg chg="mod topLvl">
          <ac:chgData name="Nádia Genebra Ahmad" userId="36126275-cace-419f-8e9b-04679c4f8ea6" providerId="ADAL" clId="{A10DBABD-3390-4EFA-986B-03666C9B9DCC}" dt="2023-07-12T10:59:13.345" v="3019" actId="478"/>
          <ac:grpSpMkLst>
            <pc:docMk/>
            <pc:sldMk cId="4186468517" sldId="2147377463"/>
            <ac:grpSpMk id="96" creationId="{073BAB90-A6D5-DBF2-9987-7BF3A85D94F5}"/>
          </ac:grpSpMkLst>
        </pc:grpChg>
        <pc:grpChg chg="mod">
          <ac:chgData name="Nádia Genebra Ahmad" userId="36126275-cace-419f-8e9b-04679c4f8ea6" providerId="ADAL" clId="{A10DBABD-3390-4EFA-986B-03666C9B9DCC}" dt="2023-07-12T08:55:57.197" v="2032" actId="165"/>
          <ac:grpSpMkLst>
            <pc:docMk/>
            <pc:sldMk cId="4186468517" sldId="2147377463"/>
            <ac:grpSpMk id="98" creationId="{BB9FEB0E-1A21-70C0-9ED7-6892754FB520}"/>
          </ac:grpSpMkLst>
        </pc:grpChg>
        <pc:grpChg chg="del">
          <ac:chgData name="Nádia Genebra Ahmad" userId="36126275-cace-419f-8e9b-04679c4f8ea6" providerId="ADAL" clId="{A10DBABD-3390-4EFA-986B-03666C9B9DCC}" dt="2023-07-12T08:55:57.197" v="2032" actId="165"/>
          <ac:grpSpMkLst>
            <pc:docMk/>
            <pc:sldMk cId="4186468517" sldId="2147377463"/>
            <ac:grpSpMk id="114" creationId="{A3476961-9E1E-B2C3-1758-E5D2FDDEE97E}"/>
          </ac:grpSpMkLst>
        </pc:grpChg>
        <pc:picChg chg="mod">
          <ac:chgData name="Nádia Genebra Ahmad" userId="36126275-cace-419f-8e9b-04679c4f8ea6" providerId="ADAL" clId="{A10DBABD-3390-4EFA-986B-03666C9B9DCC}" dt="2023-07-12T08:57:12.114" v="2053" actId="164"/>
          <ac:picMkLst>
            <pc:docMk/>
            <pc:sldMk cId="4186468517" sldId="2147377463"/>
            <ac:picMk id="12" creationId="{4E8A81A6-3217-01E1-83CC-9DAC66D9C788}"/>
          </ac:picMkLst>
        </pc:picChg>
        <pc:picChg chg="mod">
          <ac:chgData name="Nádia Genebra Ahmad" userId="36126275-cace-419f-8e9b-04679c4f8ea6" providerId="ADAL" clId="{A10DBABD-3390-4EFA-986B-03666C9B9DCC}" dt="2023-07-12T09:02:13.932" v="2155"/>
          <ac:picMkLst>
            <pc:docMk/>
            <pc:sldMk cId="4186468517" sldId="2147377463"/>
            <ac:picMk id="28" creationId="{CEF6165C-472B-A29E-4AE0-AEEA390D1448}"/>
          </ac:picMkLst>
        </pc:picChg>
        <pc:picChg chg="mod">
          <ac:chgData name="Nádia Genebra Ahmad" userId="36126275-cace-419f-8e9b-04679c4f8ea6" providerId="ADAL" clId="{A10DBABD-3390-4EFA-986B-03666C9B9DCC}" dt="2023-07-12T10:58:57.150" v="3014"/>
          <ac:picMkLst>
            <pc:docMk/>
            <pc:sldMk cId="4186468517" sldId="2147377463"/>
            <ac:picMk id="40" creationId="{89B49454-D614-DC20-0ADF-6A2F2ADFA0AD}"/>
          </ac:picMkLst>
        </pc:picChg>
        <pc:picChg chg="mod">
          <ac:chgData name="Nádia Genebra Ahmad" userId="36126275-cace-419f-8e9b-04679c4f8ea6" providerId="ADAL" clId="{A10DBABD-3390-4EFA-986B-03666C9B9DCC}" dt="2023-07-12T08:56:53.245" v="2047" actId="165"/>
          <ac:picMkLst>
            <pc:docMk/>
            <pc:sldMk cId="4186468517" sldId="2147377463"/>
            <ac:picMk id="56" creationId="{9566B6DE-6823-1A37-3788-1ACE767BF9CA}"/>
          </ac:picMkLst>
        </pc:picChg>
        <pc:picChg chg="mod">
          <ac:chgData name="Nádia Genebra Ahmad" userId="36126275-cace-419f-8e9b-04679c4f8ea6" providerId="ADAL" clId="{A10DBABD-3390-4EFA-986B-03666C9B9DCC}" dt="2023-07-12T08:55:57.197" v="2032" actId="165"/>
          <ac:picMkLst>
            <pc:docMk/>
            <pc:sldMk cId="4186468517" sldId="2147377463"/>
            <ac:picMk id="69" creationId="{6E52008B-607C-3B41-98F3-D62EBE66B076}"/>
          </ac:picMkLst>
        </pc:picChg>
        <pc:picChg chg="mod">
          <ac:chgData name="Nádia Genebra Ahmad" userId="36126275-cace-419f-8e9b-04679c4f8ea6" providerId="ADAL" clId="{A10DBABD-3390-4EFA-986B-03666C9B9DCC}" dt="2023-07-12T08:55:57.197" v="2032" actId="165"/>
          <ac:picMkLst>
            <pc:docMk/>
            <pc:sldMk cId="4186468517" sldId="2147377463"/>
            <ac:picMk id="93" creationId="{9D77A8CA-C7EB-107A-B233-B010370958D8}"/>
          </ac:picMkLst>
        </pc:picChg>
        <pc:picChg chg="mod">
          <ac:chgData name="Nádia Genebra Ahmad" userId="36126275-cace-419f-8e9b-04679c4f8ea6" providerId="ADAL" clId="{A10DBABD-3390-4EFA-986B-03666C9B9DCC}" dt="2023-07-12T11:00:43.085" v="3023" actId="207"/>
          <ac:picMkLst>
            <pc:docMk/>
            <pc:sldMk cId="4186468517" sldId="2147377463"/>
            <ac:picMk id="101" creationId="{99E38AFC-392F-7C44-B07A-B9D6F066CC6A}"/>
          </ac:picMkLst>
        </pc:picChg>
        <pc:cxnChg chg="del mod topLvl">
          <ac:chgData name="Nádia Genebra Ahmad" userId="36126275-cace-419f-8e9b-04679c4f8ea6" providerId="ADAL" clId="{A10DBABD-3390-4EFA-986B-03666C9B9DCC}" dt="2023-07-12T10:48:00.330" v="2492" actId="478"/>
          <ac:cxnSpMkLst>
            <pc:docMk/>
            <pc:sldMk cId="4186468517" sldId="2147377463"/>
            <ac:cxnSpMk id="20" creationId="{FF7BBD86-10CF-EF48-857D-EAE1006F8FBF}"/>
          </ac:cxnSpMkLst>
        </pc:cxnChg>
        <pc:cxnChg chg="add del mod">
          <ac:chgData name="Nádia Genebra Ahmad" userId="36126275-cace-419f-8e9b-04679c4f8ea6" providerId="ADAL" clId="{A10DBABD-3390-4EFA-986B-03666C9B9DCC}" dt="2023-07-12T09:27:40.654" v="2299" actId="478"/>
          <ac:cxnSpMkLst>
            <pc:docMk/>
            <pc:sldMk cId="4186468517" sldId="2147377463"/>
            <ac:cxnSpMk id="30" creationId="{CF42AC60-6ADA-38C6-B3DB-D47A7EEA2AE0}"/>
          </ac:cxnSpMkLst>
        </pc:cxnChg>
        <pc:cxnChg chg="mod topLvl">
          <ac:chgData name="Nádia Genebra Ahmad" userId="36126275-cace-419f-8e9b-04679c4f8ea6" providerId="ADAL" clId="{A10DBABD-3390-4EFA-986B-03666C9B9DCC}" dt="2023-07-12T09:25:15.797" v="2252" actId="478"/>
          <ac:cxnSpMkLst>
            <pc:docMk/>
            <pc:sldMk cId="4186468517" sldId="2147377463"/>
            <ac:cxnSpMk id="36" creationId="{617BB1FA-6E31-C4CC-C57B-8C25BDE65641}"/>
          </ac:cxnSpMkLst>
        </pc:cxnChg>
        <pc:cxnChg chg="mod topLvl">
          <ac:chgData name="Nádia Genebra Ahmad" userId="36126275-cace-419f-8e9b-04679c4f8ea6" providerId="ADAL" clId="{A10DBABD-3390-4EFA-986B-03666C9B9DCC}" dt="2023-07-12T08:58:05.360" v="2057" actId="478"/>
          <ac:cxnSpMkLst>
            <pc:docMk/>
            <pc:sldMk cId="4186468517" sldId="2147377463"/>
            <ac:cxnSpMk id="50" creationId="{B685E1D8-E04D-970B-A982-B54F597884D6}"/>
          </ac:cxnSpMkLst>
        </pc:cxnChg>
        <pc:cxnChg chg="mod topLvl">
          <ac:chgData name="Nádia Genebra Ahmad" userId="36126275-cace-419f-8e9b-04679c4f8ea6" providerId="ADAL" clId="{A10DBABD-3390-4EFA-986B-03666C9B9DCC}" dt="2023-07-12T09:25:06.692" v="2250" actId="478"/>
          <ac:cxnSpMkLst>
            <pc:docMk/>
            <pc:sldMk cId="4186468517" sldId="2147377463"/>
            <ac:cxnSpMk id="63" creationId="{3EA0565E-1038-8F65-3342-F590F88FDAA5}"/>
          </ac:cxnSpMkLst>
        </pc:cxnChg>
        <pc:cxnChg chg="mod topLvl">
          <ac:chgData name="Nádia Genebra Ahmad" userId="36126275-cace-419f-8e9b-04679c4f8ea6" providerId="ADAL" clId="{A10DBABD-3390-4EFA-986B-03666C9B9DCC}" dt="2023-07-12T09:25:02.516" v="2249" actId="478"/>
          <ac:cxnSpMkLst>
            <pc:docMk/>
            <pc:sldMk cId="4186468517" sldId="2147377463"/>
            <ac:cxnSpMk id="87" creationId="{FCB02278-492D-FA42-EBB1-56B49AB21F9A}"/>
          </ac:cxnSpMkLst>
        </pc:cxnChg>
        <pc:cxnChg chg="del mod topLvl">
          <ac:chgData name="Nádia Genebra Ahmad" userId="36126275-cace-419f-8e9b-04679c4f8ea6" providerId="ADAL" clId="{A10DBABD-3390-4EFA-986B-03666C9B9DCC}" dt="2023-07-12T10:59:13.345" v="3019" actId="478"/>
          <ac:cxnSpMkLst>
            <pc:docMk/>
            <pc:sldMk cId="4186468517" sldId="2147377463"/>
            <ac:cxnSpMk id="95" creationId="{C6222A5E-C82E-093B-B903-4DDCB9F508E7}"/>
          </ac:cxnSpMkLst>
        </pc:cxnChg>
      </pc:sldChg>
      <pc:sldMasterChg chg="delSldLayout">
        <pc:chgData name="Nádia Genebra Ahmad" userId="36126275-cace-419f-8e9b-04679c4f8ea6" providerId="ADAL" clId="{A10DBABD-3390-4EFA-986B-03666C9B9DCC}" dt="2023-07-11T16:55:34.034" v="1" actId="47"/>
        <pc:sldMasterMkLst>
          <pc:docMk/>
          <pc:sldMasterMk cId="3804683215" sldId="2147483648"/>
        </pc:sldMasterMkLst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3804683215" sldId="2147483648"/>
            <pc:sldLayoutMk cId="2346125596" sldId="2147483666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3804683215" sldId="2147483648"/>
            <pc:sldLayoutMk cId="3420363276" sldId="2147483667"/>
          </pc:sldLayoutMkLst>
        </pc:sldLayoutChg>
        <pc:sldLayoutChg chg="del">
          <pc:chgData name="Nádia Genebra Ahmad" userId="36126275-cace-419f-8e9b-04679c4f8ea6" providerId="ADAL" clId="{A10DBABD-3390-4EFA-986B-03666C9B9DCC}" dt="2023-07-11T16:55:26.588" v="0" actId="47"/>
          <pc:sldLayoutMkLst>
            <pc:docMk/>
            <pc:sldMasterMk cId="3804683215" sldId="2147483648"/>
            <pc:sldLayoutMk cId="395848167" sldId="2147483668"/>
          </pc:sldLayoutMkLst>
        </pc:sldLayoutChg>
      </pc:sldMasterChg>
      <pc:sldMasterChg chg="del delSldLayout">
        <pc:chgData name="Nádia Genebra Ahmad" userId="36126275-cace-419f-8e9b-04679c4f8ea6" providerId="ADAL" clId="{A10DBABD-3390-4EFA-986B-03666C9B9DCC}" dt="2023-07-11T16:55:34.034" v="1" actId="47"/>
        <pc:sldMasterMkLst>
          <pc:docMk/>
          <pc:sldMasterMk cId="1880851467" sldId="2147483669"/>
        </pc:sldMasterMkLst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880851467" sldId="2147483669"/>
            <pc:sldLayoutMk cId="1280072273" sldId="2147483670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880851467" sldId="2147483669"/>
            <pc:sldLayoutMk cId="3569894959" sldId="2147483671"/>
          </pc:sldLayoutMkLst>
        </pc:sldLayoutChg>
      </pc:sldMasterChg>
      <pc:sldMasterChg chg="del delSldLayout">
        <pc:chgData name="Nádia Genebra Ahmad" userId="36126275-cace-419f-8e9b-04679c4f8ea6" providerId="ADAL" clId="{A10DBABD-3390-4EFA-986B-03666C9B9DCC}" dt="2023-07-11T16:55:34.034" v="1" actId="47"/>
        <pc:sldMasterMkLst>
          <pc:docMk/>
          <pc:sldMasterMk cId="2133818411" sldId="2147483672"/>
        </pc:sldMasterMkLst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2133818411" sldId="2147483672"/>
            <pc:sldLayoutMk cId="3516595731" sldId="2147483673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2133818411" sldId="2147483672"/>
            <pc:sldLayoutMk cId="1392258722" sldId="2147483674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2133818411" sldId="2147483672"/>
            <pc:sldLayoutMk cId="4046544737" sldId="2147483675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2133818411" sldId="2147483672"/>
            <pc:sldLayoutMk cId="4173273351" sldId="2147483676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2133818411" sldId="2147483672"/>
            <pc:sldLayoutMk cId="361405633" sldId="2147483677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2133818411" sldId="2147483672"/>
            <pc:sldLayoutMk cId="1157965656" sldId="2147483678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2133818411" sldId="2147483672"/>
            <pc:sldLayoutMk cId="1424497423" sldId="2147483679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2133818411" sldId="2147483672"/>
            <pc:sldLayoutMk cId="797096876" sldId="2147483680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2133818411" sldId="2147483672"/>
            <pc:sldLayoutMk cId="1303037404" sldId="2147483681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2133818411" sldId="2147483672"/>
            <pc:sldLayoutMk cId="1003121913" sldId="2147483682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2133818411" sldId="2147483672"/>
            <pc:sldLayoutMk cId="3893907324" sldId="2147483683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2133818411" sldId="2147483672"/>
            <pc:sldLayoutMk cId="4054108940" sldId="2147483722"/>
          </pc:sldLayoutMkLst>
        </pc:sldLayoutChg>
      </pc:sldMasterChg>
      <pc:sldMasterChg chg="del delSldLayout">
        <pc:chgData name="Nádia Genebra Ahmad" userId="36126275-cace-419f-8e9b-04679c4f8ea6" providerId="ADAL" clId="{A10DBABD-3390-4EFA-986B-03666C9B9DCC}" dt="2023-07-11T16:55:34.034" v="1" actId="47"/>
        <pc:sldMasterMkLst>
          <pc:docMk/>
          <pc:sldMasterMk cId="1326056840" sldId="2147483684"/>
        </pc:sldMasterMkLst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326056840" sldId="2147483684"/>
            <pc:sldLayoutMk cId="2725136442" sldId="2147483685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326056840" sldId="2147483684"/>
            <pc:sldLayoutMk cId="2870874774" sldId="2147483686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326056840" sldId="2147483684"/>
            <pc:sldLayoutMk cId="219882872" sldId="2147483687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326056840" sldId="2147483684"/>
            <pc:sldLayoutMk cId="4136925193" sldId="2147483688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326056840" sldId="2147483684"/>
            <pc:sldLayoutMk cId="3735852694" sldId="2147483689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326056840" sldId="2147483684"/>
            <pc:sldLayoutMk cId="3668139577" sldId="2147483690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326056840" sldId="2147483684"/>
            <pc:sldLayoutMk cId="4181451951" sldId="2147483691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326056840" sldId="2147483684"/>
            <pc:sldLayoutMk cId="3150055506" sldId="2147483692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326056840" sldId="2147483684"/>
            <pc:sldLayoutMk cId="1294113896" sldId="2147483693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326056840" sldId="2147483684"/>
            <pc:sldLayoutMk cId="3862878497" sldId="2147483694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326056840" sldId="2147483684"/>
            <pc:sldLayoutMk cId="2571199953" sldId="2147483695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326056840" sldId="2147483684"/>
            <pc:sldLayoutMk cId="5567549" sldId="2147483696"/>
          </pc:sldLayoutMkLst>
        </pc:sldLayoutChg>
      </pc:sldMasterChg>
      <pc:sldMasterChg chg="del delSldLayout">
        <pc:chgData name="Nádia Genebra Ahmad" userId="36126275-cace-419f-8e9b-04679c4f8ea6" providerId="ADAL" clId="{A10DBABD-3390-4EFA-986B-03666C9B9DCC}" dt="2023-07-11T16:55:34.034" v="1" actId="47"/>
        <pc:sldMasterMkLst>
          <pc:docMk/>
          <pc:sldMasterMk cId="1275002254" sldId="2147483697"/>
        </pc:sldMasterMkLst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275002254" sldId="2147483697"/>
            <pc:sldLayoutMk cId="1930550591" sldId="2147483698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275002254" sldId="2147483697"/>
            <pc:sldLayoutMk cId="415785248" sldId="2147483699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275002254" sldId="2147483697"/>
            <pc:sldLayoutMk cId="3782615301" sldId="2147483700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275002254" sldId="2147483697"/>
            <pc:sldLayoutMk cId="909998935" sldId="2147483701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275002254" sldId="2147483697"/>
            <pc:sldLayoutMk cId="632770908" sldId="2147483702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275002254" sldId="2147483697"/>
            <pc:sldLayoutMk cId="3649424962" sldId="2147483703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275002254" sldId="2147483697"/>
            <pc:sldLayoutMk cId="205176118" sldId="2147483704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275002254" sldId="2147483697"/>
            <pc:sldLayoutMk cId="3231267515" sldId="2147483705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275002254" sldId="2147483697"/>
            <pc:sldLayoutMk cId="682237517" sldId="2147483706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275002254" sldId="2147483697"/>
            <pc:sldLayoutMk cId="3210569636" sldId="2147483707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275002254" sldId="2147483697"/>
            <pc:sldLayoutMk cId="3531443582" sldId="2147483708"/>
          </pc:sldLayoutMkLst>
        </pc:sldLayoutChg>
      </pc:sldMasterChg>
      <pc:sldMasterChg chg="del delSldLayout">
        <pc:chgData name="Nádia Genebra Ahmad" userId="36126275-cace-419f-8e9b-04679c4f8ea6" providerId="ADAL" clId="{A10DBABD-3390-4EFA-986B-03666C9B9DCC}" dt="2023-07-11T16:55:34.034" v="1" actId="47"/>
        <pc:sldMasterMkLst>
          <pc:docMk/>
          <pc:sldMasterMk cId="2652549803" sldId="2147483709"/>
        </pc:sldMasterMkLst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2652549803" sldId="2147483709"/>
            <pc:sldLayoutMk cId="818286681" sldId="2147483710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2652549803" sldId="2147483709"/>
            <pc:sldLayoutMk cId="1241601542" sldId="2147483711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2652549803" sldId="2147483709"/>
            <pc:sldLayoutMk cId="3389791495" sldId="2147483712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2652549803" sldId="2147483709"/>
            <pc:sldLayoutMk cId="799880535" sldId="2147483713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2652549803" sldId="2147483709"/>
            <pc:sldLayoutMk cId="906770404" sldId="2147483714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2652549803" sldId="2147483709"/>
            <pc:sldLayoutMk cId="1564949848" sldId="2147483715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2652549803" sldId="2147483709"/>
            <pc:sldLayoutMk cId="1478513923" sldId="2147483716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2652549803" sldId="2147483709"/>
            <pc:sldLayoutMk cId="7681364" sldId="2147483717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2652549803" sldId="2147483709"/>
            <pc:sldLayoutMk cId="2669662322" sldId="2147483718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2652549803" sldId="2147483709"/>
            <pc:sldLayoutMk cId="2312542114" sldId="2147483719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2652549803" sldId="2147483709"/>
            <pc:sldLayoutMk cId="857919651" sldId="2147483720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2652549803" sldId="2147483709"/>
            <pc:sldLayoutMk cId="3963451563" sldId="2147483721"/>
          </pc:sldLayoutMkLst>
        </pc:sldLayoutChg>
      </pc:sldMasterChg>
      <pc:sldMasterChg chg="del delSldLayout">
        <pc:chgData name="Nádia Genebra Ahmad" userId="36126275-cace-419f-8e9b-04679c4f8ea6" providerId="ADAL" clId="{A10DBABD-3390-4EFA-986B-03666C9B9DCC}" dt="2023-07-11T16:55:34.034" v="1" actId="47"/>
        <pc:sldMasterMkLst>
          <pc:docMk/>
          <pc:sldMasterMk cId="1725791768" sldId="2147483723"/>
        </pc:sldMasterMkLst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725791768" sldId="2147483723"/>
            <pc:sldLayoutMk cId="134623718" sldId="2147483724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725791768" sldId="2147483723"/>
            <pc:sldLayoutMk cId="1208477469" sldId="2147483725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725791768" sldId="2147483723"/>
            <pc:sldLayoutMk cId="1418713170" sldId="2147483726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725791768" sldId="2147483723"/>
            <pc:sldLayoutMk cId="4037609182" sldId="2147483727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725791768" sldId="2147483723"/>
            <pc:sldLayoutMk cId="2480911285" sldId="2147483728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725791768" sldId="2147483723"/>
            <pc:sldLayoutMk cId="2665055451" sldId="2147483729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725791768" sldId="2147483723"/>
            <pc:sldLayoutMk cId="702115641" sldId="2147483730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725791768" sldId="2147483723"/>
            <pc:sldLayoutMk cId="3581021778" sldId="2147483731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725791768" sldId="2147483723"/>
            <pc:sldLayoutMk cId="3796850" sldId="2147483732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725791768" sldId="2147483723"/>
            <pc:sldLayoutMk cId="3235181178" sldId="2147483733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1725791768" sldId="2147483723"/>
            <pc:sldLayoutMk cId="3936142800" sldId="2147483734"/>
          </pc:sldLayoutMkLst>
        </pc:sldLayoutChg>
      </pc:sldMasterChg>
      <pc:sldMasterChg chg="del delSldLayout">
        <pc:chgData name="Nádia Genebra Ahmad" userId="36126275-cace-419f-8e9b-04679c4f8ea6" providerId="ADAL" clId="{A10DBABD-3390-4EFA-986B-03666C9B9DCC}" dt="2023-07-11T16:55:34.034" v="1" actId="47"/>
        <pc:sldMasterMkLst>
          <pc:docMk/>
          <pc:sldMasterMk cId="3937175954" sldId="2147483735"/>
        </pc:sldMasterMkLst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3937175954" sldId="2147483735"/>
            <pc:sldLayoutMk cId="3820439007" sldId="2147483736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3937175954" sldId="2147483735"/>
            <pc:sldLayoutMk cId="309489964" sldId="2147483737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3937175954" sldId="2147483735"/>
            <pc:sldLayoutMk cId="2928710128" sldId="2147483738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3937175954" sldId="2147483735"/>
            <pc:sldLayoutMk cId="3112475820" sldId="2147483739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3937175954" sldId="2147483735"/>
            <pc:sldLayoutMk cId="2643547052" sldId="2147483740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3937175954" sldId="2147483735"/>
            <pc:sldLayoutMk cId="3302329866" sldId="2147483741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3937175954" sldId="2147483735"/>
            <pc:sldLayoutMk cId="338666168" sldId="2147483742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3937175954" sldId="2147483735"/>
            <pc:sldLayoutMk cId="2967718536" sldId="2147483743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3937175954" sldId="2147483735"/>
            <pc:sldLayoutMk cId="111682442" sldId="2147483744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3937175954" sldId="2147483735"/>
            <pc:sldLayoutMk cId="925331893" sldId="2147483745"/>
          </pc:sldLayoutMkLst>
        </pc:sldLayoutChg>
        <pc:sldLayoutChg chg="del">
          <pc:chgData name="Nádia Genebra Ahmad" userId="36126275-cace-419f-8e9b-04679c4f8ea6" providerId="ADAL" clId="{A10DBABD-3390-4EFA-986B-03666C9B9DCC}" dt="2023-07-11T16:55:34.034" v="1" actId="47"/>
          <pc:sldLayoutMkLst>
            <pc:docMk/>
            <pc:sldMasterMk cId="3937175954" sldId="2147483735"/>
            <pc:sldLayoutMk cId="1212964925" sldId="2147483746"/>
          </pc:sldLayoutMkLst>
        </pc:sldLayoutChg>
      </pc:sldMasterChg>
      <pc:sldMasterChg chg="del delSldLayout">
        <pc:chgData name="Nádia Genebra Ahmad" userId="36126275-cace-419f-8e9b-04679c4f8ea6" providerId="ADAL" clId="{A10DBABD-3390-4EFA-986B-03666C9B9DCC}" dt="2023-07-11T16:55:26.588" v="0" actId="47"/>
        <pc:sldMasterMkLst>
          <pc:docMk/>
          <pc:sldMasterMk cId="1789304411" sldId="2147483747"/>
        </pc:sldMasterMkLst>
        <pc:sldLayoutChg chg="del">
          <pc:chgData name="Nádia Genebra Ahmad" userId="36126275-cace-419f-8e9b-04679c4f8ea6" providerId="ADAL" clId="{A10DBABD-3390-4EFA-986B-03666C9B9DCC}" dt="2023-07-11T16:55:26.588" v="0" actId="47"/>
          <pc:sldLayoutMkLst>
            <pc:docMk/>
            <pc:sldMasterMk cId="1789304411" sldId="2147483747"/>
            <pc:sldLayoutMk cId="2323505238" sldId="2147483748"/>
          </pc:sldLayoutMkLst>
        </pc:sldLayoutChg>
        <pc:sldLayoutChg chg="del">
          <pc:chgData name="Nádia Genebra Ahmad" userId="36126275-cace-419f-8e9b-04679c4f8ea6" providerId="ADAL" clId="{A10DBABD-3390-4EFA-986B-03666C9B9DCC}" dt="2023-07-11T16:55:26.588" v="0" actId="47"/>
          <pc:sldLayoutMkLst>
            <pc:docMk/>
            <pc:sldMasterMk cId="1789304411" sldId="2147483747"/>
            <pc:sldLayoutMk cId="54266133" sldId="2147483749"/>
          </pc:sldLayoutMkLst>
        </pc:sldLayoutChg>
        <pc:sldLayoutChg chg="del">
          <pc:chgData name="Nádia Genebra Ahmad" userId="36126275-cace-419f-8e9b-04679c4f8ea6" providerId="ADAL" clId="{A10DBABD-3390-4EFA-986B-03666C9B9DCC}" dt="2023-07-11T16:55:26.588" v="0" actId="47"/>
          <pc:sldLayoutMkLst>
            <pc:docMk/>
            <pc:sldMasterMk cId="1789304411" sldId="2147483747"/>
            <pc:sldLayoutMk cId="1339531563" sldId="2147483750"/>
          </pc:sldLayoutMkLst>
        </pc:sldLayoutChg>
        <pc:sldLayoutChg chg="del">
          <pc:chgData name="Nádia Genebra Ahmad" userId="36126275-cace-419f-8e9b-04679c4f8ea6" providerId="ADAL" clId="{A10DBABD-3390-4EFA-986B-03666C9B9DCC}" dt="2023-07-11T16:55:26.588" v="0" actId="47"/>
          <pc:sldLayoutMkLst>
            <pc:docMk/>
            <pc:sldMasterMk cId="1789304411" sldId="2147483747"/>
            <pc:sldLayoutMk cId="140301058" sldId="2147483751"/>
          </pc:sldLayoutMkLst>
        </pc:sldLayoutChg>
        <pc:sldLayoutChg chg="del">
          <pc:chgData name="Nádia Genebra Ahmad" userId="36126275-cace-419f-8e9b-04679c4f8ea6" providerId="ADAL" clId="{A10DBABD-3390-4EFA-986B-03666C9B9DCC}" dt="2023-07-11T16:55:26.588" v="0" actId="47"/>
          <pc:sldLayoutMkLst>
            <pc:docMk/>
            <pc:sldMasterMk cId="1789304411" sldId="2147483747"/>
            <pc:sldLayoutMk cId="2836408007" sldId="2147483752"/>
          </pc:sldLayoutMkLst>
        </pc:sldLayoutChg>
        <pc:sldLayoutChg chg="del">
          <pc:chgData name="Nádia Genebra Ahmad" userId="36126275-cace-419f-8e9b-04679c4f8ea6" providerId="ADAL" clId="{A10DBABD-3390-4EFA-986B-03666C9B9DCC}" dt="2023-07-11T16:55:26.588" v="0" actId="47"/>
          <pc:sldLayoutMkLst>
            <pc:docMk/>
            <pc:sldMasterMk cId="1789304411" sldId="2147483747"/>
            <pc:sldLayoutMk cId="2096742665" sldId="2147483753"/>
          </pc:sldLayoutMkLst>
        </pc:sldLayoutChg>
        <pc:sldLayoutChg chg="del">
          <pc:chgData name="Nádia Genebra Ahmad" userId="36126275-cace-419f-8e9b-04679c4f8ea6" providerId="ADAL" clId="{A10DBABD-3390-4EFA-986B-03666C9B9DCC}" dt="2023-07-11T16:55:26.588" v="0" actId="47"/>
          <pc:sldLayoutMkLst>
            <pc:docMk/>
            <pc:sldMasterMk cId="1789304411" sldId="2147483747"/>
            <pc:sldLayoutMk cId="1638081178" sldId="2147483754"/>
          </pc:sldLayoutMkLst>
        </pc:sldLayoutChg>
        <pc:sldLayoutChg chg="del">
          <pc:chgData name="Nádia Genebra Ahmad" userId="36126275-cace-419f-8e9b-04679c4f8ea6" providerId="ADAL" clId="{A10DBABD-3390-4EFA-986B-03666C9B9DCC}" dt="2023-07-11T16:55:26.588" v="0" actId="47"/>
          <pc:sldLayoutMkLst>
            <pc:docMk/>
            <pc:sldMasterMk cId="1789304411" sldId="2147483747"/>
            <pc:sldLayoutMk cId="4164205277" sldId="2147483755"/>
          </pc:sldLayoutMkLst>
        </pc:sldLayoutChg>
        <pc:sldLayoutChg chg="del">
          <pc:chgData name="Nádia Genebra Ahmad" userId="36126275-cace-419f-8e9b-04679c4f8ea6" providerId="ADAL" clId="{A10DBABD-3390-4EFA-986B-03666C9B9DCC}" dt="2023-07-11T16:55:26.588" v="0" actId="47"/>
          <pc:sldLayoutMkLst>
            <pc:docMk/>
            <pc:sldMasterMk cId="1789304411" sldId="2147483747"/>
            <pc:sldLayoutMk cId="3725700472" sldId="2147483756"/>
          </pc:sldLayoutMkLst>
        </pc:sldLayoutChg>
        <pc:sldLayoutChg chg="del">
          <pc:chgData name="Nádia Genebra Ahmad" userId="36126275-cace-419f-8e9b-04679c4f8ea6" providerId="ADAL" clId="{A10DBABD-3390-4EFA-986B-03666C9B9DCC}" dt="2023-07-11T16:55:26.588" v="0" actId="47"/>
          <pc:sldLayoutMkLst>
            <pc:docMk/>
            <pc:sldMasterMk cId="1789304411" sldId="2147483747"/>
            <pc:sldLayoutMk cId="2923715726" sldId="2147483757"/>
          </pc:sldLayoutMkLst>
        </pc:sldLayoutChg>
      </pc:sldMasterChg>
    </pc:docChg>
  </pc:docChgLst>
  <pc:docChgLst>
    <pc:chgData name="Marharyta Synchak" userId="18542655-04ec-4b42-8aad-fd81f81ee43b" providerId="ADAL" clId="{C4FB3AE4-113F-4AC7-AE18-F842E3C023ED}"/>
    <pc:docChg chg="undo custSel addSld modSld">
      <pc:chgData name="Marharyta Synchak" userId="18542655-04ec-4b42-8aad-fd81f81ee43b" providerId="ADAL" clId="{C4FB3AE4-113F-4AC7-AE18-F842E3C023ED}" dt="2024-11-22T14:56:42.981" v="2222" actId="1076"/>
      <pc:docMkLst>
        <pc:docMk/>
      </pc:docMkLst>
      <pc:sldChg chg="addSp delSp modSp add mod">
        <pc:chgData name="Marharyta Synchak" userId="18542655-04ec-4b42-8aad-fd81f81ee43b" providerId="ADAL" clId="{C4FB3AE4-113F-4AC7-AE18-F842E3C023ED}" dt="2024-11-22T14:56:42.981" v="2222" actId="1076"/>
        <pc:sldMkLst>
          <pc:docMk/>
          <pc:sldMk cId="462217068" sldId="2147377464"/>
        </pc:sldMkLst>
        <pc:spChg chg="del">
          <ac:chgData name="Marharyta Synchak" userId="18542655-04ec-4b42-8aad-fd81f81ee43b" providerId="ADAL" clId="{C4FB3AE4-113F-4AC7-AE18-F842E3C023ED}" dt="2024-11-22T14:34:06.302" v="120" actId="478"/>
          <ac:spMkLst>
            <pc:docMk/>
            <pc:sldMk cId="462217068" sldId="2147377464"/>
            <ac:spMk id="4" creationId="{2606CC22-3586-3FF6-3527-5D272E72BE60}"/>
          </ac:spMkLst>
        </pc:spChg>
        <pc:spChg chg="del">
          <ac:chgData name="Marharyta Synchak" userId="18542655-04ec-4b42-8aad-fd81f81ee43b" providerId="ADAL" clId="{C4FB3AE4-113F-4AC7-AE18-F842E3C023ED}" dt="2024-11-22T14:33:40.506" v="100" actId="478"/>
          <ac:spMkLst>
            <pc:docMk/>
            <pc:sldMk cId="462217068" sldId="2147377464"/>
            <ac:spMk id="5" creationId="{0786F14C-AEF8-22C0-9E17-FD780CDE7FC1}"/>
          </ac:spMkLst>
        </pc:spChg>
        <pc:spChg chg="add del mod">
          <ac:chgData name="Marharyta Synchak" userId="18542655-04ec-4b42-8aad-fd81f81ee43b" providerId="ADAL" clId="{C4FB3AE4-113F-4AC7-AE18-F842E3C023ED}" dt="2024-11-22T14:36:11.487" v="216" actId="478"/>
          <ac:spMkLst>
            <pc:docMk/>
            <pc:sldMk cId="462217068" sldId="2147377464"/>
            <ac:spMk id="6" creationId="{DE50F4F6-70D3-DAA4-CFFE-123697AA3E77}"/>
          </ac:spMkLst>
        </pc:spChg>
        <pc:spChg chg="add del mod">
          <ac:chgData name="Marharyta Synchak" userId="18542655-04ec-4b42-8aad-fd81f81ee43b" providerId="ADAL" clId="{C4FB3AE4-113F-4AC7-AE18-F842E3C023ED}" dt="2024-11-22T14:40:21.242" v="507" actId="478"/>
          <ac:spMkLst>
            <pc:docMk/>
            <pc:sldMk cId="462217068" sldId="2147377464"/>
            <ac:spMk id="9" creationId="{011BC601-DB89-0DE7-E078-55657703DB96}"/>
          </ac:spMkLst>
        </pc:spChg>
        <pc:spChg chg="add del mod">
          <ac:chgData name="Marharyta Synchak" userId="18542655-04ec-4b42-8aad-fd81f81ee43b" providerId="ADAL" clId="{C4FB3AE4-113F-4AC7-AE18-F842E3C023ED}" dt="2024-11-22T14:42:37.590" v="889" actId="478"/>
          <ac:spMkLst>
            <pc:docMk/>
            <pc:sldMk cId="462217068" sldId="2147377464"/>
            <ac:spMk id="13" creationId="{32FB46FE-DF92-0362-7C9E-7930D3B08AC9}"/>
          </ac:spMkLst>
        </pc:spChg>
        <pc:spChg chg="mod">
          <ac:chgData name="Marharyta Synchak" userId="18542655-04ec-4b42-8aad-fd81f81ee43b" providerId="ADAL" clId="{C4FB3AE4-113F-4AC7-AE18-F842E3C023ED}" dt="2024-11-22T14:31:57.450" v="23" actId="20577"/>
          <ac:spMkLst>
            <pc:docMk/>
            <pc:sldMk cId="462217068" sldId="2147377464"/>
            <ac:spMk id="15" creationId="{EA4D47FF-6A4C-AD7C-8FCD-CD121372F23A}"/>
          </ac:spMkLst>
        </pc:spChg>
        <pc:spChg chg="mod">
          <ac:chgData name="Marharyta Synchak" userId="18542655-04ec-4b42-8aad-fd81f81ee43b" providerId="ADAL" clId="{C4FB3AE4-113F-4AC7-AE18-F842E3C023ED}" dt="2024-11-22T14:55:50.587" v="2217" actId="113"/>
          <ac:spMkLst>
            <pc:docMk/>
            <pc:sldMk cId="462217068" sldId="2147377464"/>
            <ac:spMk id="16" creationId="{0D8E2A37-5A03-A2C0-6D3A-960A5D7F2E31}"/>
          </ac:spMkLst>
        </pc:spChg>
        <pc:spChg chg="del">
          <ac:chgData name="Marharyta Synchak" userId="18542655-04ec-4b42-8aad-fd81f81ee43b" providerId="ADAL" clId="{C4FB3AE4-113F-4AC7-AE18-F842E3C023ED}" dt="2024-11-22T14:34:08.443" v="121" actId="478"/>
          <ac:spMkLst>
            <pc:docMk/>
            <pc:sldMk cId="462217068" sldId="2147377464"/>
            <ac:spMk id="17" creationId="{073D426B-D288-BBF3-9158-817876D07406}"/>
          </ac:spMkLst>
        </pc:spChg>
        <pc:spChg chg="mod">
          <ac:chgData name="Marharyta Synchak" userId="18542655-04ec-4b42-8aad-fd81f81ee43b" providerId="ADAL" clId="{C4FB3AE4-113F-4AC7-AE18-F842E3C023ED}" dt="2024-11-22T14:39:13.762" v="489"/>
          <ac:spMkLst>
            <pc:docMk/>
            <pc:sldMk cId="462217068" sldId="2147377464"/>
            <ac:spMk id="18" creationId="{59712FFF-96FE-1332-5F21-269C8EEF7151}"/>
          </ac:spMkLst>
        </pc:spChg>
        <pc:spChg chg="mod">
          <ac:chgData name="Marharyta Synchak" userId="18542655-04ec-4b42-8aad-fd81f81ee43b" providerId="ADAL" clId="{C4FB3AE4-113F-4AC7-AE18-F842E3C023ED}" dt="2024-11-22T14:55:57.186" v="2219" actId="113"/>
          <ac:spMkLst>
            <pc:docMk/>
            <pc:sldMk cId="462217068" sldId="2147377464"/>
            <ac:spMk id="21" creationId="{711B4BA2-BF8F-AD47-5331-F3343B848918}"/>
          </ac:spMkLst>
        </pc:spChg>
        <pc:spChg chg="mod">
          <ac:chgData name="Marharyta Synchak" userId="18542655-04ec-4b42-8aad-fd81f81ee43b" providerId="ADAL" clId="{C4FB3AE4-113F-4AC7-AE18-F842E3C023ED}" dt="2024-11-22T14:39:13.762" v="489"/>
          <ac:spMkLst>
            <pc:docMk/>
            <pc:sldMk cId="462217068" sldId="2147377464"/>
            <ac:spMk id="22" creationId="{40A0023D-44DF-B9CF-2D98-A056249CDAFA}"/>
          </ac:spMkLst>
        </pc:spChg>
        <pc:spChg chg="mod">
          <ac:chgData name="Marharyta Synchak" userId="18542655-04ec-4b42-8aad-fd81f81ee43b" providerId="ADAL" clId="{C4FB3AE4-113F-4AC7-AE18-F842E3C023ED}" dt="2024-11-22T14:56:13.212" v="2221" actId="113"/>
          <ac:spMkLst>
            <pc:docMk/>
            <pc:sldMk cId="462217068" sldId="2147377464"/>
            <ac:spMk id="27" creationId="{24581C64-6B42-AF25-A9A1-A3B3BBDC836C}"/>
          </ac:spMkLst>
        </pc:spChg>
        <pc:spChg chg="mod">
          <ac:chgData name="Marharyta Synchak" userId="18542655-04ec-4b42-8aad-fd81f81ee43b" providerId="ADAL" clId="{C4FB3AE4-113F-4AC7-AE18-F842E3C023ED}" dt="2024-11-22T14:39:13.762" v="489"/>
          <ac:spMkLst>
            <pc:docMk/>
            <pc:sldMk cId="462217068" sldId="2147377464"/>
            <ac:spMk id="28" creationId="{54DA8A59-70AB-37B2-389F-5CDF25A827E1}"/>
          </ac:spMkLst>
        </pc:spChg>
        <pc:spChg chg="mod">
          <ac:chgData name="Marharyta Synchak" userId="18542655-04ec-4b42-8aad-fd81f81ee43b" providerId="ADAL" clId="{C4FB3AE4-113F-4AC7-AE18-F842E3C023ED}" dt="2024-11-22T14:39:13.762" v="489"/>
          <ac:spMkLst>
            <pc:docMk/>
            <pc:sldMk cId="462217068" sldId="2147377464"/>
            <ac:spMk id="31" creationId="{35109A22-1367-BB28-B357-1270921DB1D9}"/>
          </ac:spMkLst>
        </pc:spChg>
        <pc:spChg chg="mod">
          <ac:chgData name="Marharyta Synchak" userId="18542655-04ec-4b42-8aad-fd81f81ee43b" providerId="ADAL" clId="{C4FB3AE4-113F-4AC7-AE18-F842E3C023ED}" dt="2024-11-22T14:39:13.762" v="489"/>
          <ac:spMkLst>
            <pc:docMk/>
            <pc:sldMk cId="462217068" sldId="2147377464"/>
            <ac:spMk id="32" creationId="{C312503F-384D-89D0-3E2C-AAE32D819525}"/>
          </ac:spMkLst>
        </pc:spChg>
        <pc:spChg chg="add del mod">
          <ac:chgData name="Marharyta Synchak" userId="18542655-04ec-4b42-8aad-fd81f81ee43b" providerId="ADAL" clId="{C4FB3AE4-113F-4AC7-AE18-F842E3C023ED}" dt="2024-11-22T14:40:15.236" v="505" actId="478"/>
          <ac:spMkLst>
            <pc:docMk/>
            <pc:sldMk cId="462217068" sldId="2147377464"/>
            <ac:spMk id="35" creationId="{D73817DF-8794-7123-3EB5-2A2E5AEB56D1}"/>
          </ac:spMkLst>
        </pc:spChg>
        <pc:spChg chg="add del mod">
          <ac:chgData name="Marharyta Synchak" userId="18542655-04ec-4b42-8aad-fd81f81ee43b" providerId="ADAL" clId="{C4FB3AE4-113F-4AC7-AE18-F842E3C023ED}" dt="2024-11-22T14:40:25.164" v="508" actId="478"/>
          <ac:spMkLst>
            <pc:docMk/>
            <pc:sldMk cId="462217068" sldId="2147377464"/>
            <ac:spMk id="38" creationId="{472F8732-64F6-A063-49E8-218D254A0C69}"/>
          </ac:spMkLst>
        </pc:spChg>
        <pc:spChg chg="del">
          <ac:chgData name="Marharyta Synchak" userId="18542655-04ec-4b42-8aad-fd81f81ee43b" providerId="ADAL" clId="{C4FB3AE4-113F-4AC7-AE18-F842E3C023ED}" dt="2024-11-22T14:33:42.819" v="102" actId="478"/>
          <ac:spMkLst>
            <pc:docMk/>
            <pc:sldMk cId="462217068" sldId="2147377464"/>
            <ac:spMk id="39" creationId="{4B613CAA-9113-0480-2141-770557A0CB05}"/>
          </ac:spMkLst>
        </pc:spChg>
        <pc:spChg chg="add mod">
          <ac:chgData name="Marharyta Synchak" userId="18542655-04ec-4b42-8aad-fd81f81ee43b" providerId="ADAL" clId="{C4FB3AE4-113F-4AC7-AE18-F842E3C023ED}" dt="2024-11-22T14:41:25.590" v="557" actId="20577"/>
          <ac:spMkLst>
            <pc:docMk/>
            <pc:sldMk cId="462217068" sldId="2147377464"/>
            <ac:spMk id="40" creationId="{143E6A52-625B-86D8-6D49-39D66F0F35FA}"/>
          </ac:spMkLst>
        </pc:spChg>
        <pc:spChg chg="add mod">
          <ac:chgData name="Marharyta Synchak" userId="18542655-04ec-4b42-8aad-fd81f81ee43b" providerId="ADAL" clId="{C4FB3AE4-113F-4AC7-AE18-F842E3C023ED}" dt="2024-11-22T14:41:15.700" v="550" actId="20577"/>
          <ac:spMkLst>
            <pc:docMk/>
            <pc:sldMk cId="462217068" sldId="2147377464"/>
            <ac:spMk id="41" creationId="{7A19491D-307B-3323-EE79-25ECD9079C68}"/>
          </ac:spMkLst>
        </pc:spChg>
        <pc:spChg chg="add mod">
          <ac:chgData name="Marharyta Synchak" userId="18542655-04ec-4b42-8aad-fd81f81ee43b" providerId="ADAL" clId="{C4FB3AE4-113F-4AC7-AE18-F842E3C023ED}" dt="2024-11-22T14:43:21.406" v="947" actId="1035"/>
          <ac:spMkLst>
            <pc:docMk/>
            <pc:sldMk cId="462217068" sldId="2147377464"/>
            <ac:spMk id="42" creationId="{D97363A3-D0CF-5504-5870-F7FDD6E022DA}"/>
          </ac:spMkLst>
        </pc:spChg>
        <pc:spChg chg="del mod">
          <ac:chgData name="Marharyta Synchak" userId="18542655-04ec-4b42-8aad-fd81f81ee43b" providerId="ADAL" clId="{C4FB3AE4-113F-4AC7-AE18-F842E3C023ED}" dt="2024-11-22T14:43:00.421" v="892" actId="478"/>
          <ac:spMkLst>
            <pc:docMk/>
            <pc:sldMk cId="462217068" sldId="2147377464"/>
            <ac:spMk id="43" creationId="{7867D852-9EC2-374E-290A-16E71CD901E1}"/>
          </ac:spMkLst>
        </pc:spChg>
        <pc:spChg chg="add mod">
          <ac:chgData name="Marharyta Synchak" userId="18542655-04ec-4b42-8aad-fd81f81ee43b" providerId="ADAL" clId="{C4FB3AE4-113F-4AC7-AE18-F842E3C023ED}" dt="2024-11-22T14:43:21.406" v="947" actId="1035"/>
          <ac:spMkLst>
            <pc:docMk/>
            <pc:sldMk cId="462217068" sldId="2147377464"/>
            <ac:spMk id="44" creationId="{32171EDB-D452-4B74-3D80-DCB6BE2BA361}"/>
          </ac:spMkLst>
        </pc:spChg>
        <pc:spChg chg="del">
          <ac:chgData name="Marharyta Synchak" userId="18542655-04ec-4b42-8aad-fd81f81ee43b" providerId="ADAL" clId="{C4FB3AE4-113F-4AC7-AE18-F842E3C023ED}" dt="2024-11-22T14:34:03.977" v="118" actId="478"/>
          <ac:spMkLst>
            <pc:docMk/>
            <pc:sldMk cId="462217068" sldId="2147377464"/>
            <ac:spMk id="52" creationId="{02CFCB36-53A9-ACE2-3AE2-28F7FC7CBD4C}"/>
          </ac:spMkLst>
        </pc:spChg>
        <pc:spChg chg="del mod">
          <ac:chgData name="Marharyta Synchak" userId="18542655-04ec-4b42-8aad-fd81f81ee43b" providerId="ADAL" clId="{C4FB3AE4-113F-4AC7-AE18-F842E3C023ED}" dt="2024-11-22T14:33:52.029" v="108" actId="478"/>
          <ac:spMkLst>
            <pc:docMk/>
            <pc:sldMk cId="462217068" sldId="2147377464"/>
            <ac:spMk id="65" creationId="{0F248592-4565-1E40-E45B-AD2B97371D96}"/>
          </ac:spMkLst>
        </pc:spChg>
        <pc:spChg chg="del mod">
          <ac:chgData name="Marharyta Synchak" userId="18542655-04ec-4b42-8aad-fd81f81ee43b" providerId="ADAL" clId="{C4FB3AE4-113F-4AC7-AE18-F842E3C023ED}" dt="2024-11-22T14:33:54.087" v="110" actId="478"/>
          <ac:spMkLst>
            <pc:docMk/>
            <pc:sldMk cId="462217068" sldId="2147377464"/>
            <ac:spMk id="89" creationId="{0362608D-213C-9404-FEBD-23704C112936}"/>
          </ac:spMkLst>
        </pc:spChg>
        <pc:spChg chg="del">
          <ac:chgData name="Marharyta Synchak" userId="18542655-04ec-4b42-8aad-fd81f81ee43b" providerId="ADAL" clId="{C4FB3AE4-113F-4AC7-AE18-F842E3C023ED}" dt="2024-11-22T14:33:58.852" v="114" actId="478"/>
          <ac:spMkLst>
            <pc:docMk/>
            <pc:sldMk cId="462217068" sldId="2147377464"/>
            <ac:spMk id="97" creationId="{F8D0C6F5-7304-36CF-CA37-88C573A4BD8C}"/>
          </ac:spMkLst>
        </pc:spChg>
        <pc:spChg chg="del">
          <ac:chgData name="Marharyta Synchak" userId="18542655-04ec-4b42-8aad-fd81f81ee43b" providerId="ADAL" clId="{C4FB3AE4-113F-4AC7-AE18-F842E3C023ED}" dt="2024-11-22T14:33:39.774" v="99" actId="478"/>
          <ac:spMkLst>
            <pc:docMk/>
            <pc:sldMk cId="462217068" sldId="2147377464"/>
            <ac:spMk id="104" creationId="{4B6A14AB-2397-A179-F519-9D1A78A1E354}"/>
          </ac:spMkLst>
        </pc:spChg>
        <pc:spChg chg="del">
          <ac:chgData name="Marharyta Synchak" userId="18542655-04ec-4b42-8aad-fd81f81ee43b" providerId="ADAL" clId="{C4FB3AE4-113F-4AC7-AE18-F842E3C023ED}" dt="2024-11-22T14:33:43.939" v="103" actId="478"/>
          <ac:spMkLst>
            <pc:docMk/>
            <pc:sldMk cId="462217068" sldId="2147377464"/>
            <ac:spMk id="105" creationId="{385EA733-24C2-FFF7-4A08-702381E84E6C}"/>
          </ac:spMkLst>
        </pc:spChg>
        <pc:spChg chg="del">
          <ac:chgData name="Marharyta Synchak" userId="18542655-04ec-4b42-8aad-fd81f81ee43b" providerId="ADAL" clId="{C4FB3AE4-113F-4AC7-AE18-F842E3C023ED}" dt="2024-11-22T14:33:57.153" v="113" actId="478"/>
          <ac:spMkLst>
            <pc:docMk/>
            <pc:sldMk cId="462217068" sldId="2147377464"/>
            <ac:spMk id="106" creationId="{0928950A-BD13-CF81-B1EE-1CF250629105}"/>
          </ac:spMkLst>
        </pc:spChg>
        <pc:grpChg chg="del">
          <ac:chgData name="Marharyta Synchak" userId="18542655-04ec-4b42-8aad-fd81f81ee43b" providerId="ADAL" clId="{C4FB3AE4-113F-4AC7-AE18-F842E3C023ED}" dt="2024-11-22T14:33:41.427" v="101" actId="478"/>
          <ac:grpSpMkLst>
            <pc:docMk/>
            <pc:sldMk cId="462217068" sldId="2147377464"/>
            <ac:grpSpMk id="7" creationId="{B0BCD69E-C491-37A3-C87E-ECC6184EC6AA}"/>
          </ac:grpSpMkLst>
        </pc:grpChg>
        <pc:grpChg chg="add mod">
          <ac:chgData name="Marharyta Synchak" userId="18542655-04ec-4b42-8aad-fd81f81ee43b" providerId="ADAL" clId="{C4FB3AE4-113F-4AC7-AE18-F842E3C023ED}" dt="2024-11-22T14:56:42.981" v="2222" actId="1076"/>
          <ac:grpSpMkLst>
            <pc:docMk/>
            <pc:sldMk cId="462217068" sldId="2147377464"/>
            <ac:grpSpMk id="14" creationId="{5717BC3C-17DB-92A1-F70F-487FB9FE319A}"/>
          </ac:grpSpMkLst>
        </pc:grpChg>
        <pc:grpChg chg="add mod">
          <ac:chgData name="Marharyta Synchak" userId="18542655-04ec-4b42-8aad-fd81f81ee43b" providerId="ADAL" clId="{C4FB3AE4-113F-4AC7-AE18-F842E3C023ED}" dt="2024-11-22T14:56:42.981" v="2222" actId="1076"/>
          <ac:grpSpMkLst>
            <pc:docMk/>
            <pc:sldMk cId="462217068" sldId="2147377464"/>
            <ac:grpSpMk id="20" creationId="{FE16A24D-02DA-8235-3998-2E713283B79B}"/>
          </ac:grpSpMkLst>
        </pc:grpChg>
        <pc:grpChg chg="add mod">
          <ac:chgData name="Marharyta Synchak" userId="18542655-04ec-4b42-8aad-fd81f81ee43b" providerId="ADAL" clId="{C4FB3AE4-113F-4AC7-AE18-F842E3C023ED}" dt="2024-11-22T14:56:42.981" v="2222" actId="1076"/>
          <ac:grpSpMkLst>
            <pc:docMk/>
            <pc:sldMk cId="462217068" sldId="2147377464"/>
            <ac:grpSpMk id="24" creationId="{525D0C76-D79D-DDA8-9FEC-803EABFA2674}"/>
          </ac:grpSpMkLst>
        </pc:grpChg>
        <pc:grpChg chg="add del mod">
          <ac:chgData name="Marharyta Synchak" userId="18542655-04ec-4b42-8aad-fd81f81ee43b" providerId="ADAL" clId="{C4FB3AE4-113F-4AC7-AE18-F842E3C023ED}" dt="2024-11-22T14:48:19.450" v="1500" actId="478"/>
          <ac:grpSpMkLst>
            <pc:docMk/>
            <pc:sldMk cId="462217068" sldId="2147377464"/>
            <ac:grpSpMk id="30" creationId="{ED7DED9A-D591-669D-CF52-6750F12D4639}"/>
          </ac:grpSpMkLst>
        </pc:grpChg>
        <pc:grpChg chg="del">
          <ac:chgData name="Marharyta Synchak" userId="18542655-04ec-4b42-8aad-fd81f81ee43b" providerId="ADAL" clId="{C4FB3AE4-113F-4AC7-AE18-F842E3C023ED}" dt="2024-11-22T14:34:02.248" v="117" actId="478"/>
          <ac:grpSpMkLst>
            <pc:docMk/>
            <pc:sldMk cId="462217068" sldId="2147377464"/>
            <ac:grpSpMk id="51" creationId="{BEB7EAE6-0E12-209F-02E6-A98BE91D3465}"/>
          </ac:grpSpMkLst>
        </pc:grpChg>
        <pc:grpChg chg="del">
          <ac:chgData name="Marharyta Synchak" userId="18542655-04ec-4b42-8aad-fd81f81ee43b" providerId="ADAL" clId="{C4FB3AE4-113F-4AC7-AE18-F842E3C023ED}" dt="2024-11-22T14:33:48.097" v="105" actId="478"/>
          <ac:grpSpMkLst>
            <pc:docMk/>
            <pc:sldMk cId="462217068" sldId="2147377464"/>
            <ac:grpSpMk id="64" creationId="{201E772D-4EAD-425B-6891-07ED70109701}"/>
          </ac:grpSpMkLst>
        </pc:grpChg>
        <pc:grpChg chg="del">
          <ac:chgData name="Marharyta Synchak" userId="18542655-04ec-4b42-8aad-fd81f81ee43b" providerId="ADAL" clId="{C4FB3AE4-113F-4AC7-AE18-F842E3C023ED}" dt="2024-11-22T14:33:55.600" v="111" actId="478"/>
          <ac:grpSpMkLst>
            <pc:docMk/>
            <pc:sldMk cId="462217068" sldId="2147377464"/>
            <ac:grpSpMk id="88" creationId="{914F8BA6-661C-3C56-8BC8-A28BB9F2E14C}"/>
          </ac:grpSpMkLst>
        </pc:grpChg>
        <pc:grpChg chg="del">
          <ac:chgData name="Marharyta Synchak" userId="18542655-04ec-4b42-8aad-fd81f81ee43b" providerId="ADAL" clId="{C4FB3AE4-113F-4AC7-AE18-F842E3C023ED}" dt="2024-11-22T14:34:00.117" v="115" actId="478"/>
          <ac:grpSpMkLst>
            <pc:docMk/>
            <pc:sldMk cId="462217068" sldId="2147377464"/>
            <ac:grpSpMk id="96" creationId="{EA352814-E40E-C383-64A4-636813B7ECBF}"/>
          </ac:grpSpMkLst>
        </pc:grpChg>
        <pc:grpChg chg="mod">
          <ac:chgData name="Marharyta Synchak" userId="18542655-04ec-4b42-8aad-fd81f81ee43b" providerId="ADAL" clId="{C4FB3AE4-113F-4AC7-AE18-F842E3C023ED}" dt="2024-11-22T14:56:42.981" v="2222" actId="1076"/>
          <ac:grpSpMkLst>
            <pc:docMk/>
            <pc:sldMk cId="462217068" sldId="2147377464"/>
            <ac:grpSpMk id="115" creationId="{1950C212-C5A3-8653-491F-477317CE7BAC}"/>
          </ac:grpSpMkLst>
        </pc:grpChg>
        <pc:picChg chg="mod">
          <ac:chgData name="Marharyta Synchak" userId="18542655-04ec-4b42-8aad-fd81f81ee43b" providerId="ADAL" clId="{C4FB3AE4-113F-4AC7-AE18-F842E3C023ED}" dt="2024-11-22T14:39:13.762" v="489"/>
          <ac:picMkLst>
            <pc:docMk/>
            <pc:sldMk cId="462217068" sldId="2147377464"/>
            <ac:picMk id="19" creationId="{A8C2ED71-3879-A27C-3A87-2A772187CBDD}"/>
          </ac:picMkLst>
        </pc:picChg>
        <pc:picChg chg="mod">
          <ac:chgData name="Marharyta Synchak" userId="18542655-04ec-4b42-8aad-fd81f81ee43b" providerId="ADAL" clId="{C4FB3AE4-113F-4AC7-AE18-F842E3C023ED}" dt="2024-11-22T14:39:13.762" v="489"/>
          <ac:picMkLst>
            <pc:docMk/>
            <pc:sldMk cId="462217068" sldId="2147377464"/>
            <ac:picMk id="23" creationId="{ED881CC6-B1D1-41A5-C55A-29274D50CB0E}"/>
          </ac:picMkLst>
        </pc:picChg>
        <pc:picChg chg="mod">
          <ac:chgData name="Marharyta Synchak" userId="18542655-04ec-4b42-8aad-fd81f81ee43b" providerId="ADAL" clId="{C4FB3AE4-113F-4AC7-AE18-F842E3C023ED}" dt="2024-11-22T14:39:13.762" v="489"/>
          <ac:picMkLst>
            <pc:docMk/>
            <pc:sldMk cId="462217068" sldId="2147377464"/>
            <ac:picMk id="29" creationId="{D975A289-C7FB-B385-CAF0-943E42095FA3}"/>
          </ac:picMkLst>
        </pc:picChg>
        <pc:picChg chg="mod">
          <ac:chgData name="Marharyta Synchak" userId="18542655-04ec-4b42-8aad-fd81f81ee43b" providerId="ADAL" clId="{C4FB3AE4-113F-4AC7-AE18-F842E3C023ED}" dt="2024-11-22T14:39:13.762" v="489"/>
          <ac:picMkLst>
            <pc:docMk/>
            <pc:sldMk cId="462217068" sldId="2147377464"/>
            <ac:picMk id="33" creationId="{BCA412E3-96C8-F5A6-E37F-B3704416EC68}"/>
          </ac:picMkLst>
        </pc:picChg>
        <pc:cxnChg chg="del mod">
          <ac:chgData name="Marharyta Synchak" userId="18542655-04ec-4b42-8aad-fd81f81ee43b" providerId="ADAL" clId="{C4FB3AE4-113F-4AC7-AE18-F842E3C023ED}" dt="2024-11-22T14:33:45.214" v="104" actId="478"/>
          <ac:cxnSpMkLst>
            <pc:docMk/>
            <pc:sldMk cId="462217068" sldId="2147377464"/>
            <ac:cxnSpMk id="36" creationId="{FBDF0123-E21A-3B68-F0B5-82FEDB3689FE}"/>
          </ac:cxnSpMkLst>
        </pc:cxnChg>
        <pc:cxnChg chg="del mod">
          <ac:chgData name="Marharyta Synchak" userId="18542655-04ec-4b42-8aad-fd81f81ee43b" providerId="ADAL" clId="{C4FB3AE4-113F-4AC7-AE18-F842E3C023ED}" dt="2024-11-22T14:34:04.996" v="119" actId="478"/>
          <ac:cxnSpMkLst>
            <pc:docMk/>
            <pc:sldMk cId="462217068" sldId="2147377464"/>
            <ac:cxnSpMk id="50" creationId="{7C9D3BF7-A2AE-69FA-6769-EA0D15C9BDAC}"/>
          </ac:cxnSpMkLst>
        </pc:cxnChg>
        <pc:cxnChg chg="del mod">
          <ac:chgData name="Marharyta Synchak" userId="18542655-04ec-4b42-8aad-fd81f81ee43b" providerId="ADAL" clId="{C4FB3AE4-113F-4AC7-AE18-F842E3C023ED}" dt="2024-11-22T14:33:50.857" v="107" actId="478"/>
          <ac:cxnSpMkLst>
            <pc:docMk/>
            <pc:sldMk cId="462217068" sldId="2147377464"/>
            <ac:cxnSpMk id="63" creationId="{E3DA8D0C-8436-9A79-7126-C63539AF3804}"/>
          </ac:cxnSpMkLst>
        </pc:cxnChg>
        <pc:cxnChg chg="del mod">
          <ac:chgData name="Marharyta Synchak" userId="18542655-04ec-4b42-8aad-fd81f81ee43b" providerId="ADAL" clId="{C4FB3AE4-113F-4AC7-AE18-F842E3C023ED}" dt="2024-11-22T14:33:56.320" v="112" actId="478"/>
          <ac:cxnSpMkLst>
            <pc:docMk/>
            <pc:sldMk cId="462217068" sldId="2147377464"/>
            <ac:cxnSpMk id="87" creationId="{ACE7CDA6-4A69-D9D9-E570-F3A1906B913A}"/>
          </ac:cxnSpMkLst>
        </pc:cxnChg>
        <pc:cxnChg chg="del mod">
          <ac:chgData name="Marharyta Synchak" userId="18542655-04ec-4b42-8aad-fd81f81ee43b" providerId="ADAL" clId="{C4FB3AE4-113F-4AC7-AE18-F842E3C023ED}" dt="2024-11-22T14:34:01.361" v="116" actId="478"/>
          <ac:cxnSpMkLst>
            <pc:docMk/>
            <pc:sldMk cId="462217068" sldId="2147377464"/>
            <ac:cxnSpMk id="95" creationId="{CA653A59-C0B4-6EC8-D13C-E139822ACCF7}"/>
          </ac:cxnSpMkLst>
        </pc:cxnChg>
      </pc:sldChg>
      <pc:sldChg chg="modSp add mod">
        <pc:chgData name="Marharyta Synchak" userId="18542655-04ec-4b42-8aad-fd81f81ee43b" providerId="ADAL" clId="{C4FB3AE4-113F-4AC7-AE18-F842E3C023ED}" dt="2024-11-22T14:32:19.729" v="56" actId="20577"/>
        <pc:sldMkLst>
          <pc:docMk/>
          <pc:sldMk cId="3635015008" sldId="2147377465"/>
        </pc:sldMkLst>
        <pc:spChg chg="mod">
          <ac:chgData name="Marharyta Synchak" userId="18542655-04ec-4b42-8aad-fd81f81ee43b" providerId="ADAL" clId="{C4FB3AE4-113F-4AC7-AE18-F842E3C023ED}" dt="2024-11-22T14:32:19.729" v="56" actId="20577"/>
          <ac:spMkLst>
            <pc:docMk/>
            <pc:sldMk cId="3635015008" sldId="2147377465"/>
            <ac:spMk id="15" creationId="{AC793D30-771C-E7A7-C8A2-735DBA2DFD69}"/>
          </ac:spMkLst>
        </pc:spChg>
      </pc:sldChg>
      <pc:sldChg chg="modSp add mod">
        <pc:chgData name="Marharyta Synchak" userId="18542655-04ec-4b42-8aad-fd81f81ee43b" providerId="ADAL" clId="{C4FB3AE4-113F-4AC7-AE18-F842E3C023ED}" dt="2024-11-22T14:32:34.432" v="98" actId="20577"/>
        <pc:sldMkLst>
          <pc:docMk/>
          <pc:sldMk cId="2005307406" sldId="2147377466"/>
        </pc:sldMkLst>
        <pc:spChg chg="mod">
          <ac:chgData name="Marharyta Synchak" userId="18542655-04ec-4b42-8aad-fd81f81ee43b" providerId="ADAL" clId="{C4FB3AE4-113F-4AC7-AE18-F842E3C023ED}" dt="2024-11-22T14:32:34.432" v="98" actId="20577"/>
          <ac:spMkLst>
            <pc:docMk/>
            <pc:sldMk cId="2005307406" sldId="2147377466"/>
            <ac:spMk id="15" creationId="{EE2AEC6F-8651-458E-CFC6-BF44108C9AA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22/11/2024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22/11/2024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54025" y="1241425"/>
            <a:ext cx="59499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777194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0956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34AEA-8CBF-D21B-DA5F-CD7600119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39BFF4FF-DACE-5274-F030-067EDA4621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7D3288D0-6805-2A95-1E4D-7F4B1C09E9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17EC643-250E-DD38-77DC-8EE448B6CA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26205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83AE9-3A72-C58D-92FF-D3658CE37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AD2B3AA3-D000-1EA6-873F-A2E2F1B7C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3A1FB700-9598-26AF-CEF8-053C24EAA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5BECE9F-C91E-1506-A913-481CEA267E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2005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3DCCE-FE48-083C-1897-22A925045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F47E5B27-02D6-55EA-F97E-004396F875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22379BEB-B435-DE7E-486B-47C08B3781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14089F9-D7D7-DBE5-A5C3-A2A2866425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1675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54838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112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49096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49539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721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652" y="1096740"/>
            <a:ext cx="4936541" cy="1407330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535" y="2722781"/>
            <a:ext cx="4933667" cy="243701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9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872" y="5728728"/>
            <a:ext cx="1896345" cy="332665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1" y="5231142"/>
            <a:ext cx="12195102" cy="1628456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557" y="333729"/>
            <a:ext cx="11176096" cy="419197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189" indent="0">
              <a:buNone/>
              <a:defRPr sz="1300">
                <a:solidFill>
                  <a:schemeClr val="tx2"/>
                </a:solidFill>
              </a:defRPr>
            </a:lvl2pPr>
            <a:lvl3pPr marL="914377" indent="0">
              <a:buNone/>
              <a:defRPr sz="1300">
                <a:solidFill>
                  <a:schemeClr val="tx2"/>
                </a:solidFill>
              </a:defRPr>
            </a:lvl3pPr>
            <a:lvl4pPr marL="1371566" indent="0">
              <a:buNone/>
              <a:defRPr sz="1300">
                <a:solidFill>
                  <a:schemeClr val="tx2"/>
                </a:solidFill>
              </a:defRPr>
            </a:lvl4pPr>
            <a:lvl5pPr marL="1828754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439" y="312351"/>
            <a:ext cx="1849581" cy="297586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533" y="1100503"/>
            <a:ext cx="10634458" cy="4907801"/>
          </a:xfrm>
        </p:spPr>
        <p:txBody>
          <a:bodyPr>
            <a:normAutofit/>
          </a:bodyPr>
          <a:lstStyle>
            <a:lvl1pPr marL="431989" indent="-395990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424" y="626519"/>
            <a:ext cx="4385624" cy="2853398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4179" y="0"/>
            <a:ext cx="3266235" cy="6859588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4053" y="3271294"/>
            <a:ext cx="2958370" cy="2365509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700">
                <a:solidFill>
                  <a:schemeClr val="bg1"/>
                </a:solidFill>
              </a:defRPr>
            </a:lvl1pPr>
            <a:lvl2pPr>
              <a:defRPr sz="139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0" y="1087719"/>
            <a:ext cx="5296868" cy="160641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33" y="3094289"/>
            <a:ext cx="5308085" cy="308411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147" y="1087718"/>
            <a:ext cx="5080343" cy="50906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8" y="1087718"/>
            <a:ext cx="10757333" cy="1823433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40" y="3094289"/>
            <a:ext cx="10757333" cy="3084115"/>
          </a:xfrm>
        </p:spPr>
        <p:txBody>
          <a:bodyPr numCol="2" spcCol="719982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76" y="1110027"/>
            <a:ext cx="3800624" cy="505185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110" y="1126534"/>
            <a:ext cx="6696163" cy="505186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1" y="1087711"/>
            <a:ext cx="3910892" cy="118340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3" y="2517761"/>
            <a:ext cx="3910892" cy="366064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6810" y="1087699"/>
            <a:ext cx="6682681" cy="5124049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3" y="1192086"/>
            <a:ext cx="3910892" cy="498631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201" y="1708172"/>
            <a:ext cx="6612105" cy="450356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201" y="1192079"/>
            <a:ext cx="6586719" cy="38159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3" y="1192086"/>
            <a:ext cx="3910892" cy="65769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3418" y="1192086"/>
            <a:ext cx="6455897" cy="65769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107" y="1994371"/>
            <a:ext cx="3911091" cy="360662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3418" y="1994371"/>
            <a:ext cx="6471876" cy="360662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1780" y="3685924"/>
            <a:ext cx="187126" cy="207105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9" y="5231142"/>
            <a:ext cx="12190413" cy="1628456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s-ES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872" y="5728728"/>
            <a:ext cx="1896345" cy="332665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63" y="5574444"/>
            <a:ext cx="1347307" cy="455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1578" y="5574876"/>
            <a:ext cx="578631" cy="455123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04" y="1946100"/>
            <a:ext cx="3365041" cy="1384993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pt-PT" sz="14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400">
              <a:solidFill>
                <a:schemeClr val="tx2"/>
              </a:solidFill>
            </a:endParaRPr>
          </a:p>
          <a:p>
            <a:r>
              <a:rPr lang="pt-PT" sz="1400">
                <a:solidFill>
                  <a:schemeClr val="tx2"/>
                </a:solidFill>
              </a:rPr>
              <a:t>A nossa cultura baseia-se no princípio</a:t>
            </a:r>
            <a:r>
              <a:rPr lang="pt-PT" sz="1400" baseline="0">
                <a:solidFill>
                  <a:schemeClr val="tx2"/>
                </a:solidFill>
              </a:rPr>
              <a:t> </a:t>
            </a:r>
            <a:r>
              <a:rPr lang="pt-PT" sz="1400">
                <a:solidFill>
                  <a:schemeClr val="tx2"/>
                </a:solidFill>
              </a:rPr>
              <a:t>de que tudo</a:t>
            </a:r>
            <a:r>
              <a:rPr lang="pt-PT" sz="1400" baseline="0">
                <a:solidFill>
                  <a:schemeClr val="tx2"/>
                </a:solidFill>
              </a:rPr>
              <a:t> o </a:t>
            </a:r>
            <a:r>
              <a:rPr lang="pt-PT" sz="14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421" y="628348"/>
            <a:ext cx="3365041" cy="708051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pt-PT" sz="4000" noProof="0">
                <a:solidFill>
                  <a:schemeClr val="accent1"/>
                </a:solidFill>
              </a:rPr>
              <a:t>Obrigado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1" y="5231142"/>
            <a:ext cx="12195102" cy="1628456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59" y="3459001"/>
            <a:ext cx="3046241" cy="29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00" y="365210"/>
            <a:ext cx="10514231" cy="1325870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00" y="1826047"/>
            <a:ext cx="10514231" cy="4352346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00" y="6357822"/>
            <a:ext cx="2742843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75" y="6357822"/>
            <a:ext cx="4114264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479" y="6357822"/>
            <a:ext cx="2742843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8" name="MSIPCMContentMarking" descr="{&quot;HashCode&quot;:1156905335,&quot;Placement&quot;:&quot;Header&quot;,&quot;Top&quot;:0.0,&quot;Left&quot;:0.0,&quot;SlideWidth&quot;:959,&quot;SlideHeight&quot;:540}">
            <a:extLst>
              <a:ext uri="{FF2B5EF4-FFF2-40B4-BE49-F238E27FC236}">
                <a16:creationId xmlns:a16="http://schemas.microsoft.com/office/drawing/2014/main" id="{4C3CA411-E46C-4918-92F8-09028ADD12C4}"/>
              </a:ext>
            </a:extLst>
          </p:cNvPr>
          <p:cNvSpPr txBox="1"/>
          <p:nvPr userDrawn="1"/>
        </p:nvSpPr>
        <p:spPr>
          <a:xfrm>
            <a:off x="0" y="0"/>
            <a:ext cx="1472482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PT" sz="1000">
                <a:solidFill>
                  <a:srgbClr val="000000"/>
                </a:solidFill>
                <a:latin typeface="Calibri" panose="020F0502020204030204" pitchFamily="34" charset="0"/>
              </a:rPr>
              <a:t>Restricted-confidential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BE634D9-20F1-4014-875C-1A3705C52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7458" y="6402633"/>
            <a:ext cx="2742843" cy="365077"/>
          </a:xfrm>
        </p:spPr>
        <p:txBody>
          <a:bodyPr/>
          <a:lstStyle/>
          <a:p>
            <a:pPr defTabSz="914309"/>
            <a:fld id="{BC0D97B6-E32F-4D7D-B839-7C3B51F2640F}" type="slidenum">
              <a:rPr lang="es-ES">
                <a:solidFill>
                  <a:srgbClr val="EB0000"/>
                </a:solidFill>
                <a:latin typeface="Arial"/>
              </a:rPr>
              <a:pPr defTabSz="914309"/>
              <a:t>1</a:t>
            </a:fld>
            <a:endParaRPr lang="es-ES" dirty="0">
              <a:solidFill>
                <a:srgbClr val="EB0000"/>
              </a:solidFill>
              <a:latin typeface="Arial"/>
            </a:endParaRPr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1FEBDAC4-900D-D1B7-03CF-97D69CDD17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/>
          <a:lstStyle/>
          <a:p>
            <a:r>
              <a:rPr lang="pt-BR" sz="1934" dirty="0"/>
              <a:t>1. Modelo Único de Garantias | </a:t>
            </a:r>
            <a:r>
              <a:rPr lang="pt-PT" sz="1934" dirty="0"/>
              <a:t>Enquadramento</a:t>
            </a:r>
            <a:endParaRPr lang="es-ES" sz="1934" dirty="0"/>
          </a:p>
          <a:p>
            <a:endParaRPr lang="es-ES" sz="1934" dirty="0"/>
          </a:p>
          <a:p>
            <a:endParaRPr lang="es-ES" dirty="0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4BDF89B6-A5CB-6327-1F02-BEA694A80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9983" y="6288430"/>
            <a:ext cx="6870987" cy="208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400" tIns="44200" rIns="88400" bIns="44200" numCol="1" anchor="ctr" anchorCtr="0" compatLnSpc="1">
            <a:prstTxWarp prst="textNoShape">
              <a:avLst/>
            </a:prstTxWarp>
            <a:spAutoFit/>
          </a:bodyPr>
          <a:lstStyle/>
          <a:p>
            <a:pPr defTabSz="88405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sz="774" dirty="0">
                <a:solidFill>
                  <a:prstClr val="black"/>
                </a:solidFill>
                <a:latin typeface="Santander Text" panose="020B0504020201020104" pitchFamily="34" charset="0"/>
              </a:rPr>
              <a:t>1. Esse modelo já foi criado no 4Q2022, inclui controlos Corporativos e Locais, está ainda a ser alargado, e está a ser governado e seguido regularmente no FGQD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E973C6-3590-EF0A-6826-A108EA5FEFF8}"/>
              </a:ext>
            </a:extLst>
          </p:cNvPr>
          <p:cNvSpPr txBox="1"/>
          <p:nvPr/>
        </p:nvSpPr>
        <p:spPr>
          <a:xfrm>
            <a:off x="1012064" y="4037867"/>
            <a:ext cx="10456202" cy="214674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defTabSz="883424">
              <a:spcAft>
                <a:spcPts val="580"/>
              </a:spcAft>
            </a:pP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Este modelo foi construído nomeadamente para:</a:t>
            </a:r>
          </a:p>
          <a:p>
            <a:pPr marL="260789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Ser </a:t>
            </a:r>
            <a:r>
              <a:rPr lang="pt-PT" sz="12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agnóstico</a:t>
            </a: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 face às aplicações origem.</a:t>
            </a:r>
          </a:p>
          <a:p>
            <a:pPr marL="260789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Assegurar </a:t>
            </a:r>
            <a:r>
              <a:rPr lang="pt-PT" sz="12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granularidade total e completude horizontal de dados</a:t>
            </a: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, ie responsabilidades – cauções – bens.</a:t>
            </a:r>
          </a:p>
          <a:p>
            <a:pPr marL="260789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Ser diretamente </a:t>
            </a:r>
            <a:r>
              <a:rPr lang="pt-PT" sz="12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rastreável</a:t>
            </a: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 face às aplicações </a:t>
            </a:r>
            <a:r>
              <a:rPr lang="pt-PT" sz="12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origem</a:t>
            </a: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.</a:t>
            </a:r>
          </a:p>
          <a:p>
            <a:pPr marL="260789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Ser diretamente </a:t>
            </a:r>
            <a:r>
              <a:rPr lang="pt-PT" sz="12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rastreável</a:t>
            </a: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 face às principais </a:t>
            </a:r>
            <a:r>
              <a:rPr lang="pt-PT" sz="12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aplicações a jusante </a:t>
            </a: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(eg IFRS e BDR).</a:t>
            </a:r>
          </a:p>
          <a:p>
            <a:pPr marL="260789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2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Ligar diretamente com as responsabilidades contabilísticas </a:t>
            </a: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e ser diretamente </a:t>
            </a:r>
            <a:r>
              <a:rPr lang="pt-PT" sz="12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escalável</a:t>
            </a: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 e utilizável pelos diversos domínios, através dos vários Rosetta.</a:t>
            </a:r>
          </a:p>
          <a:p>
            <a:pPr marL="260789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Demonstrar de forma direta o cálculo e </a:t>
            </a:r>
            <a:r>
              <a:rPr lang="pt-PT" sz="12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repartição das cauções e bens pelas responsabilidades</a:t>
            </a: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.</a:t>
            </a:r>
          </a:p>
          <a:p>
            <a:pPr marL="260789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Ter um </a:t>
            </a:r>
            <a:r>
              <a:rPr lang="pt-PT" sz="12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modelo de controlo de Data Quality </a:t>
            </a: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e um governo e seguimento no FGQD comum aos restantes </a:t>
            </a:r>
            <a:r>
              <a:rPr lang="pt-PT" sz="1200" baseline="300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(1)</a:t>
            </a: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D5B39F-7351-7486-0023-B22F68F49AE4}"/>
              </a:ext>
            </a:extLst>
          </p:cNvPr>
          <p:cNvSpPr txBox="1"/>
          <p:nvPr/>
        </p:nvSpPr>
        <p:spPr>
          <a:xfrm>
            <a:off x="887404" y="796601"/>
            <a:ext cx="9620334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6349" indent="-276349">
              <a:buFont typeface="Wingdings" panose="05000000000000000000" pitchFamily="2" charset="2"/>
              <a:buChar char="Ø"/>
            </a:pPr>
            <a:r>
              <a:rPr lang="pt-PT" sz="1450" dirty="0">
                <a:latin typeface="Santander Text" panose="020B0504020201020104" pitchFamily="34" charset="0"/>
                <a:ea typeface="Times New Roman" panose="02020603050405020304" pitchFamily="18" charset="0"/>
              </a:rPr>
              <a:t>Com o objetivo de se ter um repositório único com as garantias recebidas, construiu-se no Data Lake um modelo de dados, a partir dos dados existentes nas aplicações GPs, CS, Lease e Eurofac.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1DCB38C7-EA54-9460-7AAF-5EA5DCD13D53}"/>
              </a:ext>
            </a:extLst>
          </p:cNvPr>
          <p:cNvSpPr/>
          <p:nvPr/>
        </p:nvSpPr>
        <p:spPr>
          <a:xfrm>
            <a:off x="1121363" y="1907257"/>
            <a:ext cx="9785298" cy="155612"/>
          </a:xfrm>
          <a:prstGeom prst="chevron">
            <a:avLst>
              <a:gd name="adj" fmla="val 6095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1F2E5BE2-9ABD-9AC0-A7FF-BE24D8C8084E}"/>
              </a:ext>
            </a:extLst>
          </p:cNvPr>
          <p:cNvGrpSpPr/>
          <p:nvPr/>
        </p:nvGrpSpPr>
        <p:grpSpPr>
          <a:xfrm>
            <a:off x="2292035" y="1907257"/>
            <a:ext cx="257553" cy="154800"/>
            <a:chOff x="2292035" y="1907257"/>
            <a:chExt cx="257553" cy="154800"/>
          </a:xfrm>
        </p:grpSpPr>
        <p:sp>
          <p:nvSpPr>
            <p:cNvPr id="25" name="Arrow: Chevron 24">
              <a:extLst>
                <a:ext uri="{FF2B5EF4-FFF2-40B4-BE49-F238E27FC236}">
                  <a16:creationId xmlns:a16="http://schemas.microsoft.com/office/drawing/2014/main" id="{E099376F-C981-2E29-6303-934462EA16CA}"/>
                </a:ext>
              </a:extLst>
            </p:cNvPr>
            <p:cNvSpPr/>
            <p:nvPr/>
          </p:nvSpPr>
          <p:spPr>
            <a:xfrm>
              <a:off x="2292035" y="1907257"/>
              <a:ext cx="140236" cy="154800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" name="Arrow: Chevron 25">
              <a:extLst>
                <a:ext uri="{FF2B5EF4-FFF2-40B4-BE49-F238E27FC236}">
                  <a16:creationId xmlns:a16="http://schemas.microsoft.com/office/drawing/2014/main" id="{15BBA82E-287B-8967-EEDF-43499D69CA9F}"/>
                </a:ext>
              </a:extLst>
            </p:cNvPr>
            <p:cNvSpPr/>
            <p:nvPr/>
          </p:nvSpPr>
          <p:spPr>
            <a:xfrm>
              <a:off x="2409352" y="1907257"/>
              <a:ext cx="140236" cy="154800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17BB1FA-6E31-C4CC-C57B-8C25BDE65641}"/>
              </a:ext>
            </a:extLst>
          </p:cNvPr>
          <p:cNvCxnSpPr>
            <a:cxnSpLocks/>
            <a:stCxn id="11" idx="4"/>
            <a:endCxn id="39" idx="0"/>
          </p:cNvCxnSpPr>
          <p:nvPr/>
        </p:nvCxnSpPr>
        <p:spPr>
          <a:xfrm>
            <a:off x="1697363" y="2165063"/>
            <a:ext cx="0" cy="531033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526518F1-27BF-ED63-626C-99E1068840B4}"/>
              </a:ext>
            </a:extLst>
          </p:cNvPr>
          <p:cNvGrpSpPr/>
          <p:nvPr/>
        </p:nvGrpSpPr>
        <p:grpSpPr>
          <a:xfrm>
            <a:off x="1086898" y="1805063"/>
            <a:ext cx="1220931" cy="720522"/>
            <a:chOff x="1938106" y="2838314"/>
            <a:chExt cx="1220931" cy="72052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B6388D-5111-F0CB-59BE-46B17E08A041}"/>
                </a:ext>
              </a:extLst>
            </p:cNvPr>
            <p:cNvGrpSpPr/>
            <p:nvPr/>
          </p:nvGrpSpPr>
          <p:grpSpPr>
            <a:xfrm>
              <a:off x="2368571" y="2838314"/>
              <a:ext cx="360000" cy="360000"/>
              <a:chOff x="1515363" y="1988304"/>
              <a:chExt cx="360000" cy="3600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7F2CD13F-F7D1-8263-D53B-3A63231C012D}"/>
                  </a:ext>
                </a:extLst>
              </p:cNvPr>
              <p:cNvSpPr/>
              <p:nvPr/>
            </p:nvSpPr>
            <p:spPr>
              <a:xfrm>
                <a:off x="1515363" y="1988304"/>
                <a:ext cx="360000" cy="360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b="1"/>
              </a:p>
            </p:txBody>
          </p:sp>
          <p:pic>
            <p:nvPicPr>
              <p:cNvPr id="12" name="Graphic 11" descr="Flag with solid fill">
                <a:extLst>
                  <a:ext uri="{FF2B5EF4-FFF2-40B4-BE49-F238E27FC236}">
                    <a16:creationId xmlns:a16="http://schemas.microsoft.com/office/drawing/2014/main" id="{4E8A81A6-3217-01E1-83CC-9DAC66D9C7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576940" y="2049881"/>
                <a:ext cx="236847" cy="236847"/>
              </a:xfrm>
              <a:prstGeom prst="rect">
                <a:avLst/>
              </a:prstGeom>
            </p:spPr>
          </p:pic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B1F5F71-9BAD-C26E-60AB-34424631FFB6}"/>
                </a:ext>
              </a:extLst>
            </p:cNvPr>
            <p:cNvSpPr txBox="1"/>
            <p:nvPr/>
          </p:nvSpPr>
          <p:spPr>
            <a:xfrm>
              <a:off x="1938106" y="3304920"/>
              <a:ext cx="1220931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PT" sz="1050" b="1" dirty="0">
                  <a:latin typeface="Santander Text" panose="020B0504020201020104" pitchFamily="34" charset="0"/>
                </a:rPr>
                <a:t>Abril</a:t>
              </a:r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CCF1178C-A00F-20DB-1C96-63DDA02C745F}"/>
              </a:ext>
            </a:extLst>
          </p:cNvPr>
          <p:cNvSpPr/>
          <p:nvPr/>
        </p:nvSpPr>
        <p:spPr>
          <a:xfrm>
            <a:off x="604805" y="2696096"/>
            <a:ext cx="2185116" cy="1237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Início de desenvolvimento do Modelo de Garantias no DL.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685E1D8-E04D-970B-A982-B54F597884D6}"/>
              </a:ext>
            </a:extLst>
          </p:cNvPr>
          <p:cNvCxnSpPr>
            <a:cxnSpLocks/>
            <a:stCxn id="55" idx="4"/>
            <a:endCxn id="52" idx="0"/>
          </p:cNvCxnSpPr>
          <p:nvPr/>
        </p:nvCxnSpPr>
        <p:spPr>
          <a:xfrm>
            <a:off x="10493049" y="2165063"/>
            <a:ext cx="0" cy="531032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97806AA-6298-79F7-34AF-540821A1A3FD}"/>
              </a:ext>
            </a:extLst>
          </p:cNvPr>
          <p:cNvGrpSpPr/>
          <p:nvPr/>
        </p:nvGrpSpPr>
        <p:grpSpPr>
          <a:xfrm>
            <a:off x="9882584" y="1805063"/>
            <a:ext cx="1220931" cy="720522"/>
            <a:chOff x="1938106" y="2838314"/>
            <a:chExt cx="1220931" cy="720522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B0DC1601-ABB3-D6F4-DBF0-6505182343B8}"/>
                </a:ext>
              </a:extLst>
            </p:cNvPr>
            <p:cNvGrpSpPr/>
            <p:nvPr/>
          </p:nvGrpSpPr>
          <p:grpSpPr>
            <a:xfrm>
              <a:off x="2368571" y="2838314"/>
              <a:ext cx="360000" cy="360000"/>
              <a:chOff x="1515363" y="1988304"/>
              <a:chExt cx="360000" cy="360000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6F18AAB0-E61D-1DB5-1C6A-F2A9D7B22960}"/>
                  </a:ext>
                </a:extLst>
              </p:cNvPr>
              <p:cNvSpPr/>
              <p:nvPr/>
            </p:nvSpPr>
            <p:spPr>
              <a:xfrm>
                <a:off x="1515363" y="1988304"/>
                <a:ext cx="360000" cy="360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b="1"/>
              </a:p>
            </p:txBody>
          </p:sp>
          <p:pic>
            <p:nvPicPr>
              <p:cNvPr id="56" name="Graphic 55" descr="Flag with solid fill">
                <a:extLst>
                  <a:ext uri="{FF2B5EF4-FFF2-40B4-BE49-F238E27FC236}">
                    <a16:creationId xmlns:a16="http://schemas.microsoft.com/office/drawing/2014/main" id="{9566B6DE-6823-1A37-3788-1ACE767BF9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576940" y="2049881"/>
                <a:ext cx="236847" cy="236847"/>
              </a:xfrm>
              <a:prstGeom prst="rect">
                <a:avLst/>
              </a:prstGeom>
            </p:spPr>
          </p:pic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4DB9C5E-D8F8-FA48-ABA1-6346D8B0FFB1}"/>
                </a:ext>
              </a:extLst>
            </p:cNvPr>
            <p:cNvSpPr txBox="1"/>
            <p:nvPr/>
          </p:nvSpPr>
          <p:spPr>
            <a:xfrm>
              <a:off x="1938106" y="3304920"/>
              <a:ext cx="1220931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PT" sz="1050" b="1" dirty="0">
                  <a:latin typeface="Santander Text" panose="020B0504020201020104" pitchFamily="34" charset="0"/>
                </a:rPr>
                <a:t>Junho</a:t>
              </a:r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3E1ABB61-4773-E036-568C-FA5714F53677}"/>
              </a:ext>
            </a:extLst>
          </p:cNvPr>
          <p:cNvSpPr/>
          <p:nvPr/>
        </p:nvSpPr>
        <p:spPr>
          <a:xfrm>
            <a:off x="9400491" y="2696095"/>
            <a:ext cx="2185116" cy="12379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Fim de desenvolvimento do Modelo de Garantias no DL.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EA0565E-1038-8F65-3342-F590F88FDAA5}"/>
              </a:ext>
            </a:extLst>
          </p:cNvPr>
          <p:cNvCxnSpPr>
            <a:cxnSpLocks/>
            <a:stCxn id="68" idx="4"/>
            <a:endCxn id="65" idx="0"/>
          </p:cNvCxnSpPr>
          <p:nvPr/>
        </p:nvCxnSpPr>
        <p:spPr>
          <a:xfrm>
            <a:off x="3896285" y="2165063"/>
            <a:ext cx="0" cy="531032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68B7861-2E9B-124A-C99B-015A4BF03252}"/>
              </a:ext>
            </a:extLst>
          </p:cNvPr>
          <p:cNvGrpSpPr/>
          <p:nvPr/>
        </p:nvGrpSpPr>
        <p:grpSpPr>
          <a:xfrm>
            <a:off x="3285820" y="1805063"/>
            <a:ext cx="1220931" cy="720522"/>
            <a:chOff x="1938106" y="2838314"/>
            <a:chExt cx="1220931" cy="720522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7DE5EB31-C5AA-94E0-FDDE-2D1EDEF43D61}"/>
                </a:ext>
              </a:extLst>
            </p:cNvPr>
            <p:cNvGrpSpPr/>
            <p:nvPr/>
          </p:nvGrpSpPr>
          <p:grpSpPr>
            <a:xfrm>
              <a:off x="2368571" y="2838314"/>
              <a:ext cx="360000" cy="360000"/>
              <a:chOff x="1515363" y="1988304"/>
              <a:chExt cx="360000" cy="360000"/>
            </a:xfrm>
          </p:grpSpPr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D831ED6C-AF71-977C-813B-B96F46842438}"/>
                  </a:ext>
                </a:extLst>
              </p:cNvPr>
              <p:cNvSpPr/>
              <p:nvPr/>
            </p:nvSpPr>
            <p:spPr>
              <a:xfrm>
                <a:off x="1515363" y="1988304"/>
                <a:ext cx="360000" cy="360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b="1"/>
              </a:p>
            </p:txBody>
          </p:sp>
          <p:pic>
            <p:nvPicPr>
              <p:cNvPr id="69" name="Graphic 68" descr="Flag with solid fill">
                <a:extLst>
                  <a:ext uri="{FF2B5EF4-FFF2-40B4-BE49-F238E27FC236}">
                    <a16:creationId xmlns:a16="http://schemas.microsoft.com/office/drawing/2014/main" id="{6E52008B-607C-3B41-98F3-D62EBE66B0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576940" y="2049881"/>
                <a:ext cx="236847" cy="236847"/>
              </a:xfrm>
              <a:prstGeom prst="rect">
                <a:avLst/>
              </a:prstGeom>
            </p:spPr>
          </p:pic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73D3E5A-08D3-168D-74B7-5F25245EE1C3}"/>
                </a:ext>
              </a:extLst>
            </p:cNvPr>
            <p:cNvSpPr txBox="1"/>
            <p:nvPr/>
          </p:nvSpPr>
          <p:spPr>
            <a:xfrm>
              <a:off x="1938106" y="3304920"/>
              <a:ext cx="1220931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PT" sz="1050" b="1" dirty="0">
                  <a:latin typeface="Santander Text" panose="020B0504020201020104" pitchFamily="34" charset="0"/>
                </a:rPr>
                <a:t>Dezembro</a:t>
              </a:r>
            </a:p>
          </p:txBody>
        </p: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912E6F4D-631B-8D97-D411-FCDE970FC829}"/>
              </a:ext>
            </a:extLst>
          </p:cNvPr>
          <p:cNvSpPr/>
          <p:nvPr/>
        </p:nvSpPr>
        <p:spPr>
          <a:xfrm>
            <a:off x="2803727" y="2696095"/>
            <a:ext cx="2185116" cy="12379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Entrada em produção do Modelo de garantias no DL. </a:t>
            </a:r>
          </a:p>
          <a:p>
            <a:pPr algn="ctr"/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As </a:t>
            </a:r>
            <a:r>
              <a:rPr lang="pt-PT" sz="12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aplicações IFRS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e </a:t>
            </a:r>
            <a:r>
              <a:rPr lang="pt-PT" sz="12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Loan Tapes BCE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começaram a apontar para o Modelo de Garantias.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FCB02278-492D-FA42-EBB1-56B49AB21F9A}"/>
              </a:ext>
            </a:extLst>
          </p:cNvPr>
          <p:cNvCxnSpPr>
            <a:cxnSpLocks/>
            <a:stCxn id="92" idx="4"/>
            <a:endCxn id="89" idx="0"/>
          </p:cNvCxnSpPr>
          <p:nvPr/>
        </p:nvCxnSpPr>
        <p:spPr>
          <a:xfrm>
            <a:off x="6095206" y="2165063"/>
            <a:ext cx="0" cy="531032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9CB6D49-EEDA-4F3E-3ACC-0F4CA000D497}"/>
              </a:ext>
            </a:extLst>
          </p:cNvPr>
          <p:cNvGrpSpPr/>
          <p:nvPr/>
        </p:nvGrpSpPr>
        <p:grpSpPr>
          <a:xfrm>
            <a:off x="5484741" y="1805063"/>
            <a:ext cx="1220931" cy="720522"/>
            <a:chOff x="1938106" y="2838314"/>
            <a:chExt cx="1220931" cy="720522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96CA6AE8-B72B-228E-F8FD-1E168992C445}"/>
                </a:ext>
              </a:extLst>
            </p:cNvPr>
            <p:cNvGrpSpPr/>
            <p:nvPr/>
          </p:nvGrpSpPr>
          <p:grpSpPr>
            <a:xfrm>
              <a:off x="2368571" y="2838314"/>
              <a:ext cx="360000" cy="360000"/>
              <a:chOff x="1515363" y="1988304"/>
              <a:chExt cx="360000" cy="360000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A3961A91-B602-78BF-FEDB-E6C9353425EE}"/>
                  </a:ext>
                </a:extLst>
              </p:cNvPr>
              <p:cNvSpPr/>
              <p:nvPr/>
            </p:nvSpPr>
            <p:spPr>
              <a:xfrm>
                <a:off x="1515363" y="1988304"/>
                <a:ext cx="360000" cy="360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b="1"/>
              </a:p>
            </p:txBody>
          </p:sp>
          <p:pic>
            <p:nvPicPr>
              <p:cNvPr id="93" name="Graphic 92" descr="Flag with solid fill">
                <a:extLst>
                  <a:ext uri="{FF2B5EF4-FFF2-40B4-BE49-F238E27FC236}">
                    <a16:creationId xmlns:a16="http://schemas.microsoft.com/office/drawing/2014/main" id="{9D77A8CA-C7EB-107A-B233-B010370958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576940" y="2049881"/>
                <a:ext cx="236847" cy="236847"/>
              </a:xfrm>
              <a:prstGeom prst="rect">
                <a:avLst/>
              </a:prstGeom>
            </p:spPr>
          </p:pic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DA415CA-0C43-CCF1-38C9-3E8453F6F79C}"/>
                </a:ext>
              </a:extLst>
            </p:cNvPr>
            <p:cNvSpPr txBox="1"/>
            <p:nvPr/>
          </p:nvSpPr>
          <p:spPr>
            <a:xfrm>
              <a:off x="1938106" y="3304920"/>
              <a:ext cx="1220931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PT" sz="1050" b="1" dirty="0">
                  <a:latin typeface="Santander Text" panose="020B0504020201020104" pitchFamily="34" charset="0"/>
                </a:rPr>
                <a:t>Abril</a:t>
              </a:r>
            </a:p>
          </p:txBody>
        </p:sp>
      </p:grpSp>
      <p:sp>
        <p:nvSpPr>
          <p:cNvPr id="89" name="Rectangle 88">
            <a:extLst>
              <a:ext uri="{FF2B5EF4-FFF2-40B4-BE49-F238E27FC236}">
                <a16:creationId xmlns:a16="http://schemas.microsoft.com/office/drawing/2014/main" id="{4FA8DA5B-7699-1DEE-8A69-1B46230555C5}"/>
              </a:ext>
            </a:extLst>
          </p:cNvPr>
          <p:cNvSpPr/>
          <p:nvPr/>
        </p:nvSpPr>
        <p:spPr>
          <a:xfrm>
            <a:off x="5002648" y="2696095"/>
            <a:ext cx="2185116" cy="12379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Ficheiros BIYR2500/9500 passaram a apontar para o Modelo de Garantias e consequentemente, a </a:t>
            </a:r>
            <a:r>
              <a:rPr lang="pt-PT" sz="12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BDR – Capital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C6222A5E-C82E-093B-B903-4DDCB9F508E7}"/>
              </a:ext>
            </a:extLst>
          </p:cNvPr>
          <p:cNvCxnSpPr>
            <a:cxnSpLocks/>
            <a:stCxn id="100" idx="4"/>
            <a:endCxn id="97" idx="0"/>
          </p:cNvCxnSpPr>
          <p:nvPr/>
        </p:nvCxnSpPr>
        <p:spPr>
          <a:xfrm>
            <a:off x="8294127" y="2165063"/>
            <a:ext cx="0" cy="531033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Group 95">
            <a:extLst>
              <a:ext uri="{FF2B5EF4-FFF2-40B4-BE49-F238E27FC236}">
                <a16:creationId xmlns:a16="http://schemas.microsoft.com/office/drawing/2014/main" id="{073BAB90-A6D5-DBF2-9987-7BF3A85D94F5}"/>
              </a:ext>
            </a:extLst>
          </p:cNvPr>
          <p:cNvGrpSpPr/>
          <p:nvPr/>
        </p:nvGrpSpPr>
        <p:grpSpPr>
          <a:xfrm>
            <a:off x="7683662" y="1805063"/>
            <a:ext cx="1220931" cy="720522"/>
            <a:chOff x="1938106" y="2838314"/>
            <a:chExt cx="1220931" cy="720522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BB9FEB0E-1A21-70C0-9ED7-6892754FB520}"/>
                </a:ext>
              </a:extLst>
            </p:cNvPr>
            <p:cNvGrpSpPr/>
            <p:nvPr/>
          </p:nvGrpSpPr>
          <p:grpSpPr>
            <a:xfrm>
              <a:off x="2368571" y="2838314"/>
              <a:ext cx="360000" cy="360000"/>
              <a:chOff x="1515363" y="1988304"/>
              <a:chExt cx="360000" cy="360000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00AA72A0-318D-1703-F12D-B8E06F30D6BB}"/>
                  </a:ext>
                </a:extLst>
              </p:cNvPr>
              <p:cNvSpPr/>
              <p:nvPr/>
            </p:nvSpPr>
            <p:spPr>
              <a:xfrm>
                <a:off x="1515363" y="1988304"/>
                <a:ext cx="360000" cy="360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b="1"/>
              </a:p>
            </p:txBody>
          </p:sp>
          <p:pic>
            <p:nvPicPr>
              <p:cNvPr id="101" name="Graphic 100" descr="Flag with solid fill">
                <a:extLst>
                  <a:ext uri="{FF2B5EF4-FFF2-40B4-BE49-F238E27FC236}">
                    <a16:creationId xmlns:a16="http://schemas.microsoft.com/office/drawing/2014/main" id="{99E38AFC-392F-7C44-B07A-B9D6F066CC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576940" y="2049881"/>
                <a:ext cx="236847" cy="236847"/>
              </a:xfrm>
              <a:prstGeom prst="rect">
                <a:avLst/>
              </a:prstGeom>
            </p:spPr>
          </p:pic>
        </p:grp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EC9DB3E9-34A5-FB3A-B8DA-FF1FD6A7A881}"/>
                </a:ext>
              </a:extLst>
            </p:cNvPr>
            <p:cNvSpPr txBox="1"/>
            <p:nvPr/>
          </p:nvSpPr>
          <p:spPr>
            <a:xfrm>
              <a:off x="1938106" y="3304920"/>
              <a:ext cx="1220931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PT" sz="1050" b="1" dirty="0">
                  <a:latin typeface="Santander Text" panose="020B0504020201020104" pitchFamily="34" charset="0"/>
                </a:rPr>
                <a:t>Maio</a:t>
              </a:r>
            </a:p>
          </p:txBody>
        </p:sp>
      </p:grpSp>
      <p:sp>
        <p:nvSpPr>
          <p:cNvPr id="97" name="Rectangle 96">
            <a:extLst>
              <a:ext uri="{FF2B5EF4-FFF2-40B4-BE49-F238E27FC236}">
                <a16:creationId xmlns:a16="http://schemas.microsoft.com/office/drawing/2014/main" id="{F69A4CE8-2EA9-46B3-037C-AB18D98EC79B}"/>
              </a:ext>
            </a:extLst>
          </p:cNvPr>
          <p:cNvSpPr/>
          <p:nvPr/>
        </p:nvSpPr>
        <p:spPr>
          <a:xfrm>
            <a:off x="7201569" y="2696096"/>
            <a:ext cx="2185116" cy="1237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O processo </a:t>
            </a:r>
            <a:r>
              <a:rPr lang="pt-PT" sz="12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Finrep da Contabilidade 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passou a apontar para o Modelo de garantias.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0E641A81-B67C-99C3-D819-4036C544F52B}"/>
              </a:ext>
            </a:extLst>
          </p:cNvPr>
          <p:cNvSpPr/>
          <p:nvPr/>
        </p:nvSpPr>
        <p:spPr>
          <a:xfrm>
            <a:off x="1121363" y="1528932"/>
            <a:ext cx="1266017" cy="2124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2021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8E083ED-F5AF-B096-FD5C-0374C59C6815}"/>
              </a:ext>
            </a:extLst>
          </p:cNvPr>
          <p:cNvSpPr/>
          <p:nvPr/>
        </p:nvSpPr>
        <p:spPr>
          <a:xfrm>
            <a:off x="2454244" y="1528932"/>
            <a:ext cx="1622041" cy="2124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S2 2022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6C810AA-3BCA-2B18-1BA2-3C93A5EFD00C}"/>
              </a:ext>
            </a:extLst>
          </p:cNvPr>
          <p:cNvSpPr/>
          <p:nvPr/>
        </p:nvSpPr>
        <p:spPr>
          <a:xfrm>
            <a:off x="4143149" y="1528932"/>
            <a:ext cx="6529900" cy="2124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S1 2023</a:t>
            </a:r>
          </a:p>
        </p:txBody>
      </p:sp>
    </p:spTree>
    <p:extLst>
      <p:ext uri="{BB962C8B-B14F-4D97-AF65-F5344CB8AC3E}">
        <p14:creationId xmlns:p14="http://schemas.microsoft.com/office/powerpoint/2010/main" val="798278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88004-FBA6-C841-1FDF-E95C1C607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A492EFC-5D23-CFC0-EDC4-9E7B87993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7458" y="6402633"/>
            <a:ext cx="2742843" cy="365077"/>
          </a:xfrm>
        </p:spPr>
        <p:txBody>
          <a:bodyPr/>
          <a:lstStyle/>
          <a:p>
            <a:pPr defTabSz="914309"/>
            <a:fld id="{BC0D97B6-E32F-4D7D-B839-7C3B51F2640F}" type="slidenum">
              <a:rPr lang="es-ES">
                <a:solidFill>
                  <a:srgbClr val="EB0000"/>
                </a:solidFill>
                <a:latin typeface="Arial"/>
              </a:rPr>
              <a:pPr defTabSz="914309"/>
              <a:t>2</a:t>
            </a:fld>
            <a:endParaRPr lang="es-ES" dirty="0">
              <a:solidFill>
                <a:srgbClr val="EB0000"/>
              </a:solidFill>
              <a:latin typeface="Arial"/>
            </a:endParaRPr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EA4D47FF-6A4C-AD7C-8FCD-CD121372F2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/>
          <a:lstStyle/>
          <a:p>
            <a:r>
              <a:rPr lang="pt-BR" sz="1934" dirty="0"/>
              <a:t>1. Modelo Único de Garantias | </a:t>
            </a:r>
            <a:r>
              <a:rPr lang="pt-PT" sz="1934" dirty="0"/>
              <a:t>Projeto CS</a:t>
            </a:r>
            <a:endParaRPr lang="es-ES" sz="1934" dirty="0"/>
          </a:p>
          <a:p>
            <a:endParaRPr lang="es-ES" sz="1934" dirty="0"/>
          </a:p>
          <a:p>
            <a:endParaRPr lang="es-ES" dirty="0"/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1950C212-C5A3-8653-491F-477317CE7BAC}"/>
              </a:ext>
            </a:extLst>
          </p:cNvPr>
          <p:cNvGrpSpPr/>
          <p:nvPr/>
        </p:nvGrpSpPr>
        <p:grpSpPr>
          <a:xfrm>
            <a:off x="2280724" y="2440009"/>
            <a:ext cx="257553" cy="154800"/>
            <a:chOff x="2292035" y="1907257"/>
            <a:chExt cx="257553" cy="154800"/>
          </a:xfrm>
        </p:grpSpPr>
        <p:sp>
          <p:nvSpPr>
            <p:cNvPr id="25" name="Arrow: Chevron 24">
              <a:extLst>
                <a:ext uri="{FF2B5EF4-FFF2-40B4-BE49-F238E27FC236}">
                  <a16:creationId xmlns:a16="http://schemas.microsoft.com/office/drawing/2014/main" id="{14F301EB-2A50-ED1B-1445-C45D25EB2989}"/>
                </a:ext>
              </a:extLst>
            </p:cNvPr>
            <p:cNvSpPr/>
            <p:nvPr/>
          </p:nvSpPr>
          <p:spPr>
            <a:xfrm>
              <a:off x="2292035" y="1907257"/>
              <a:ext cx="140236" cy="154800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" name="Arrow: Chevron 25">
              <a:extLst>
                <a:ext uri="{FF2B5EF4-FFF2-40B4-BE49-F238E27FC236}">
                  <a16:creationId xmlns:a16="http://schemas.microsoft.com/office/drawing/2014/main" id="{26644AA3-9279-F2A6-18D6-8F2B16A79A34}"/>
                </a:ext>
              </a:extLst>
            </p:cNvPr>
            <p:cNvSpPr/>
            <p:nvPr/>
          </p:nvSpPr>
          <p:spPr>
            <a:xfrm>
              <a:off x="2409352" y="1907257"/>
              <a:ext cx="140236" cy="154800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717BC3C-17DB-92A1-F70F-487FB9FE319A}"/>
              </a:ext>
            </a:extLst>
          </p:cNvPr>
          <p:cNvGrpSpPr/>
          <p:nvPr/>
        </p:nvGrpSpPr>
        <p:grpSpPr>
          <a:xfrm>
            <a:off x="710932" y="2014397"/>
            <a:ext cx="9936402" cy="417600"/>
            <a:chOff x="722243" y="2140870"/>
            <a:chExt cx="9936402" cy="4176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8E2A37-5A03-A2C0-6D3A-960A5D7F2E31}"/>
                </a:ext>
              </a:extLst>
            </p:cNvPr>
            <p:cNvSpPr/>
            <p:nvPr/>
          </p:nvSpPr>
          <p:spPr>
            <a:xfrm>
              <a:off x="1221004" y="2142834"/>
              <a:ext cx="8929759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Aplicação CS - Correção do Stock das responsabilidades: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até à data foram atualizados </a:t>
              </a:r>
              <a:r>
                <a:rPr lang="pt-PT" sz="105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Santander Headline" panose="020B0504020201020104" pitchFamily="34" charset="0"/>
                </a:rPr>
                <a:t>X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 registos na stock da aplicação CS, dos quais , </a:t>
              </a:r>
              <a:r>
                <a:rPr lang="pt-PT" sz="105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Santander Headline" panose="020B0504020201020104" pitchFamily="34" charset="0"/>
                </a:rPr>
                <a:t>X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 atualizaram apenas o produto/suproduto da responsabilidade e </a:t>
              </a:r>
              <a:r>
                <a:rPr lang="pt-PT" sz="105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Santander Headline" panose="020B0504020201020104" pitchFamily="34" charset="0"/>
                </a:rPr>
                <a:t> X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 tievram intervenção na chave da responsabilidade.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Entrada em produção 14/Nov – 26/Nov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9712FFF-96FE-1332-5F21-269C8EEF7151}"/>
                </a:ext>
              </a:extLst>
            </p:cNvPr>
            <p:cNvSpPr/>
            <p:nvPr/>
          </p:nvSpPr>
          <p:spPr>
            <a:xfrm>
              <a:off x="722243" y="2142834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A</a:t>
              </a:r>
            </a:p>
          </p:txBody>
        </p:sp>
        <p:pic>
          <p:nvPicPr>
            <p:cNvPr id="19" name="Graphic 18" descr="Badge Tick1 with solid fill">
              <a:extLst>
                <a:ext uri="{FF2B5EF4-FFF2-40B4-BE49-F238E27FC236}">
                  <a16:creationId xmlns:a16="http://schemas.microsoft.com/office/drawing/2014/main" id="{A8C2ED71-3879-A27C-3A87-2A772187CB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41045" y="2140870"/>
              <a:ext cx="417600" cy="4176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E16A24D-02DA-8235-3998-2E713283B79B}"/>
              </a:ext>
            </a:extLst>
          </p:cNvPr>
          <p:cNvGrpSpPr/>
          <p:nvPr/>
        </p:nvGrpSpPr>
        <p:grpSpPr>
          <a:xfrm>
            <a:off x="710932" y="2510728"/>
            <a:ext cx="9936402" cy="418657"/>
            <a:chOff x="722243" y="2631686"/>
            <a:chExt cx="9936402" cy="418657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11B4BA2-BF8F-AD47-5331-F3343B848918}"/>
                </a:ext>
              </a:extLst>
            </p:cNvPr>
            <p:cNvSpPr/>
            <p:nvPr/>
          </p:nvSpPr>
          <p:spPr>
            <a:xfrm>
              <a:off x="1221005" y="2634707"/>
              <a:ext cx="8929758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Aplicação CS – Inclusão de produtos SIGOM no TF: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 permite relacionar a caução diretamente à responsabilidade SIGOM, em vez de utilizar a DO do cliente como chave “intermédia”.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Entrada em produção 14/Nov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0A0023D-44DF-B9CF-2D98-A056249CDAFA}"/>
                </a:ext>
              </a:extLst>
            </p:cNvPr>
            <p:cNvSpPr/>
            <p:nvPr/>
          </p:nvSpPr>
          <p:spPr>
            <a:xfrm>
              <a:off x="722243" y="2632013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B</a:t>
              </a:r>
            </a:p>
          </p:txBody>
        </p:sp>
        <p:pic>
          <p:nvPicPr>
            <p:cNvPr id="23" name="Graphic 22" descr="Badge Tick1 with solid fill">
              <a:extLst>
                <a:ext uri="{FF2B5EF4-FFF2-40B4-BE49-F238E27FC236}">
                  <a16:creationId xmlns:a16="http://schemas.microsoft.com/office/drawing/2014/main" id="{ED881CC6-B1D1-41A5-C55A-29274D50CB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41045" y="2631686"/>
              <a:ext cx="417600" cy="417600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25D0C76-D79D-DDA8-9FEC-803EABFA2674}"/>
              </a:ext>
            </a:extLst>
          </p:cNvPr>
          <p:cNvGrpSpPr/>
          <p:nvPr/>
        </p:nvGrpSpPr>
        <p:grpSpPr>
          <a:xfrm>
            <a:off x="710932" y="3008116"/>
            <a:ext cx="9936402" cy="421678"/>
            <a:chOff x="722243" y="3134589"/>
            <a:chExt cx="9936402" cy="421678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4581C64-6B42-AF25-A9A1-A3B3BBDC836C}"/>
                </a:ext>
              </a:extLst>
            </p:cNvPr>
            <p:cNvSpPr/>
            <p:nvPr/>
          </p:nvSpPr>
          <p:spPr>
            <a:xfrm>
              <a:off x="1221005" y="3140631"/>
              <a:ext cx="8929758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MUG -  adaptação do cruzamento com as responsabilidades CS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: cruzamento com a chave da responsabilidade inserdia nas  CS ,em função do produto da responsabilidade (ex: emprétimos cruzam apenas aravés de balcao e conta; estrangeiro cruza apenas através da referencia etc).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Entarada em produção 14/Nov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 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4DA8A59-70AB-37B2-389F-5CDF25A827E1}"/>
                </a:ext>
              </a:extLst>
            </p:cNvPr>
            <p:cNvSpPr/>
            <p:nvPr/>
          </p:nvSpPr>
          <p:spPr>
            <a:xfrm>
              <a:off x="722243" y="3135243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C</a:t>
              </a:r>
            </a:p>
          </p:txBody>
        </p:sp>
        <p:pic>
          <p:nvPicPr>
            <p:cNvPr id="29" name="Graphic 28" descr="Badge Tick1 with solid fill">
              <a:extLst>
                <a:ext uri="{FF2B5EF4-FFF2-40B4-BE49-F238E27FC236}">
                  <a16:creationId xmlns:a16="http://schemas.microsoft.com/office/drawing/2014/main" id="{D975A289-C7FB-B385-CAF0-943E42095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41045" y="3134589"/>
              <a:ext cx="417600" cy="417600"/>
            </a:xfrm>
            <a:prstGeom prst="rect">
              <a:avLst/>
            </a:prstGeom>
          </p:spPr>
        </p:pic>
      </p:grpSp>
      <p:sp>
        <p:nvSpPr>
          <p:cNvPr id="40" name="Title 1">
            <a:extLst>
              <a:ext uri="{FF2B5EF4-FFF2-40B4-BE49-F238E27FC236}">
                <a16:creationId xmlns:a16="http://schemas.microsoft.com/office/drawing/2014/main" id="{143E6A52-625B-86D8-6D49-39D66F0F3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243" y="795098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  <a:latin typeface="Santander Headline" panose="020B0504020201020104" pitchFamily="34" charset="0"/>
              </a:rPr>
              <a:t>1</a:t>
            </a:r>
            <a:endParaRPr lang="en-US" sz="1000" b="1" dirty="0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7A19491D-307B-3323-EE79-25ECD9079C68}"/>
              </a:ext>
            </a:extLst>
          </p:cNvPr>
          <p:cNvSpPr txBox="1">
            <a:spLocks/>
          </p:cNvSpPr>
          <p:nvPr/>
        </p:nvSpPr>
        <p:spPr>
          <a:xfrm>
            <a:off x="1141342" y="795098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Principais desenvolvimentos e objetivos do projeto</a:t>
            </a:r>
            <a:endParaRPr lang="en-US" sz="1200" b="1" baseline="300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D97363A3-D0CF-5504-5870-F7FDD6E022DA}"/>
              </a:ext>
            </a:extLst>
          </p:cNvPr>
          <p:cNvSpPr txBox="1">
            <a:spLocks/>
          </p:cNvSpPr>
          <p:nvPr/>
        </p:nvSpPr>
        <p:spPr>
          <a:xfrm>
            <a:off x="722243" y="3821837"/>
            <a:ext cx="360000" cy="360000"/>
          </a:xfrm>
          <a:prstGeom prst="rect">
            <a:avLst/>
          </a:prstGeom>
          <a:solidFill>
            <a:srgbClr val="FF0000"/>
          </a:solidFill>
        </p:spPr>
        <p:txBody>
          <a:bodyPr vert="horz" lIns="91438" tIns="45719" rIns="91438" bIns="45719" rtlCol="0" anchor="ctr"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kern="120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sz="1000">
                <a:solidFill>
                  <a:schemeClr val="bg1"/>
                </a:solidFill>
                <a:latin typeface="Santander Headline" panose="020B0504020201020104" pitchFamily="34" charset="0"/>
              </a:rPr>
              <a:t>1</a:t>
            </a:r>
            <a:endParaRPr lang="en-US" sz="1000" dirty="0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32171EDB-D452-4B74-3D80-DCB6BE2BA361}"/>
              </a:ext>
            </a:extLst>
          </p:cNvPr>
          <p:cNvSpPr txBox="1">
            <a:spLocks/>
          </p:cNvSpPr>
          <p:nvPr/>
        </p:nvSpPr>
        <p:spPr>
          <a:xfrm>
            <a:off x="1141342" y="3821837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Principais desenvolvimentos e objetivos do projeto</a:t>
            </a:r>
            <a:endParaRPr lang="en-US" sz="1200" b="1" baseline="300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217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812B2-F336-4CE0-2787-E23E50E94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955ECD6F-A3AC-73A7-7522-5E95022EB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7458" y="6402633"/>
            <a:ext cx="2742843" cy="365077"/>
          </a:xfrm>
        </p:spPr>
        <p:txBody>
          <a:bodyPr/>
          <a:lstStyle/>
          <a:p>
            <a:pPr defTabSz="914309"/>
            <a:fld id="{BC0D97B6-E32F-4D7D-B839-7C3B51F2640F}" type="slidenum">
              <a:rPr lang="es-ES">
                <a:solidFill>
                  <a:srgbClr val="EB0000"/>
                </a:solidFill>
                <a:latin typeface="Arial"/>
              </a:rPr>
              <a:pPr defTabSz="914309"/>
              <a:t>3</a:t>
            </a:fld>
            <a:endParaRPr lang="es-ES" dirty="0">
              <a:solidFill>
                <a:srgbClr val="EB0000"/>
              </a:solidFill>
              <a:latin typeface="Arial"/>
            </a:endParaRPr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AC793D30-771C-E7A7-C8A2-735DBA2DFD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/>
          <a:lstStyle/>
          <a:p>
            <a:r>
              <a:rPr lang="pt-BR" sz="1934" dirty="0"/>
              <a:t>1. Modelo Único de Garantias | </a:t>
            </a:r>
            <a:r>
              <a:rPr lang="pt-PT" sz="1934" dirty="0"/>
              <a:t>Leasing Mobiliário</a:t>
            </a:r>
            <a:endParaRPr lang="es-ES" sz="1934" dirty="0"/>
          </a:p>
          <a:p>
            <a:endParaRPr lang="es-ES" sz="1934" dirty="0"/>
          </a:p>
          <a:p>
            <a:endParaRPr lang="es-ES" dirty="0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B4D03D5-B8C8-6128-9732-55075C332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9983" y="6288430"/>
            <a:ext cx="6870987" cy="208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400" tIns="44200" rIns="88400" bIns="44200" numCol="1" anchor="ctr" anchorCtr="0" compatLnSpc="1">
            <a:prstTxWarp prst="textNoShape">
              <a:avLst/>
            </a:prstTxWarp>
            <a:spAutoFit/>
          </a:bodyPr>
          <a:lstStyle/>
          <a:p>
            <a:pPr defTabSz="88405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sz="774" dirty="0">
                <a:solidFill>
                  <a:prstClr val="black"/>
                </a:solidFill>
                <a:latin typeface="Santander Text" panose="020B0504020201020104" pitchFamily="34" charset="0"/>
              </a:rPr>
              <a:t>1. Esse modelo já foi criado no 4Q2022, inclui controlos Corporativos e Locais, está ainda a ser alargado, e está a ser governado e seguido regularmente no FGQD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58F101-B880-BCBA-ABA4-D21FB10D3BA5}"/>
              </a:ext>
            </a:extLst>
          </p:cNvPr>
          <p:cNvSpPr txBox="1"/>
          <p:nvPr/>
        </p:nvSpPr>
        <p:spPr>
          <a:xfrm>
            <a:off x="1012064" y="4037867"/>
            <a:ext cx="10456202" cy="214674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defTabSz="883424">
              <a:spcAft>
                <a:spcPts val="580"/>
              </a:spcAft>
            </a:pP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Este modelo foi construído nomeadamente para:</a:t>
            </a:r>
          </a:p>
          <a:p>
            <a:pPr marL="260789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Ser </a:t>
            </a:r>
            <a:r>
              <a:rPr lang="pt-PT" sz="12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agnóstico</a:t>
            </a: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 face às aplicações origem.</a:t>
            </a:r>
          </a:p>
          <a:p>
            <a:pPr marL="260789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Assegurar </a:t>
            </a:r>
            <a:r>
              <a:rPr lang="pt-PT" sz="12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granularidade total e completude horizontal de dados</a:t>
            </a: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, ie responsabilidades – cauções – bens.</a:t>
            </a:r>
          </a:p>
          <a:p>
            <a:pPr marL="260789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Ser diretamente </a:t>
            </a:r>
            <a:r>
              <a:rPr lang="pt-PT" sz="12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rastreável</a:t>
            </a: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 face às aplicações </a:t>
            </a:r>
            <a:r>
              <a:rPr lang="pt-PT" sz="12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origem</a:t>
            </a: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.</a:t>
            </a:r>
          </a:p>
          <a:p>
            <a:pPr marL="260789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Ser diretamente </a:t>
            </a:r>
            <a:r>
              <a:rPr lang="pt-PT" sz="12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rastreável</a:t>
            </a: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 face às principais </a:t>
            </a:r>
            <a:r>
              <a:rPr lang="pt-PT" sz="12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aplicações a jusante </a:t>
            </a: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(eg IFRS e BDR).</a:t>
            </a:r>
          </a:p>
          <a:p>
            <a:pPr marL="260789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2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Ligar diretamente com as responsabilidades contabilísticas </a:t>
            </a: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e ser diretamente </a:t>
            </a:r>
            <a:r>
              <a:rPr lang="pt-PT" sz="12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escalável</a:t>
            </a: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 e utilizável pelos diversos domínios, através dos vários Rosetta.</a:t>
            </a:r>
          </a:p>
          <a:p>
            <a:pPr marL="260789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Demonstrar de forma direta o cálculo e </a:t>
            </a:r>
            <a:r>
              <a:rPr lang="pt-PT" sz="12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repartição das cauções e bens pelas responsabilidades</a:t>
            </a: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.</a:t>
            </a:r>
          </a:p>
          <a:p>
            <a:pPr marL="260789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Ter um </a:t>
            </a:r>
            <a:r>
              <a:rPr lang="pt-PT" sz="12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modelo de controlo de Data Quality </a:t>
            </a: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e um governo e seguimento no FGQD comum aos restantes </a:t>
            </a:r>
            <a:r>
              <a:rPr lang="pt-PT" sz="1200" baseline="300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(1)</a:t>
            </a: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23C46E8-52D3-04BE-A98D-E8581D40D1B6}"/>
              </a:ext>
            </a:extLst>
          </p:cNvPr>
          <p:cNvSpPr txBox="1"/>
          <p:nvPr/>
        </p:nvSpPr>
        <p:spPr>
          <a:xfrm>
            <a:off x="887404" y="796601"/>
            <a:ext cx="9620334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6349" indent="-276349">
              <a:buFont typeface="Wingdings" panose="05000000000000000000" pitchFamily="2" charset="2"/>
              <a:buChar char="Ø"/>
            </a:pPr>
            <a:r>
              <a:rPr lang="pt-PT" sz="1450" dirty="0">
                <a:latin typeface="Santander Text" panose="020B0504020201020104" pitchFamily="34" charset="0"/>
                <a:ea typeface="Times New Roman" panose="02020603050405020304" pitchFamily="18" charset="0"/>
              </a:rPr>
              <a:t>Com o objetivo de se ter um repositório único com as garantias recebidas, construiu-se no Data Lake um modelo de dados, a partir dos dados existentes nas aplicações GPs, CS, Lease e Eurofac.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D649BE06-42DD-B4EB-2920-E2A3C271439E}"/>
              </a:ext>
            </a:extLst>
          </p:cNvPr>
          <p:cNvSpPr/>
          <p:nvPr/>
        </p:nvSpPr>
        <p:spPr>
          <a:xfrm>
            <a:off x="1121363" y="1907257"/>
            <a:ext cx="9785298" cy="155612"/>
          </a:xfrm>
          <a:prstGeom prst="chevron">
            <a:avLst>
              <a:gd name="adj" fmla="val 6095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1FC80421-8B81-A21A-8A78-1E89145DA9B5}"/>
              </a:ext>
            </a:extLst>
          </p:cNvPr>
          <p:cNvGrpSpPr/>
          <p:nvPr/>
        </p:nvGrpSpPr>
        <p:grpSpPr>
          <a:xfrm>
            <a:off x="2292035" y="1907257"/>
            <a:ext cx="257553" cy="154800"/>
            <a:chOff x="2292035" y="1907257"/>
            <a:chExt cx="257553" cy="154800"/>
          </a:xfrm>
        </p:grpSpPr>
        <p:sp>
          <p:nvSpPr>
            <p:cNvPr id="25" name="Arrow: Chevron 24">
              <a:extLst>
                <a:ext uri="{FF2B5EF4-FFF2-40B4-BE49-F238E27FC236}">
                  <a16:creationId xmlns:a16="http://schemas.microsoft.com/office/drawing/2014/main" id="{3083052F-A621-9FA5-5FDB-B905DBC6CD1F}"/>
                </a:ext>
              </a:extLst>
            </p:cNvPr>
            <p:cNvSpPr/>
            <p:nvPr/>
          </p:nvSpPr>
          <p:spPr>
            <a:xfrm>
              <a:off x="2292035" y="1907257"/>
              <a:ext cx="140236" cy="154800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" name="Arrow: Chevron 25">
              <a:extLst>
                <a:ext uri="{FF2B5EF4-FFF2-40B4-BE49-F238E27FC236}">
                  <a16:creationId xmlns:a16="http://schemas.microsoft.com/office/drawing/2014/main" id="{4D47B3A1-40B9-6B06-5D81-3FA27858E6B8}"/>
                </a:ext>
              </a:extLst>
            </p:cNvPr>
            <p:cNvSpPr/>
            <p:nvPr/>
          </p:nvSpPr>
          <p:spPr>
            <a:xfrm>
              <a:off x="2409352" y="1907257"/>
              <a:ext cx="140236" cy="154800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688FFCD-EFEB-93F6-D0B8-4270BDE383CC}"/>
              </a:ext>
            </a:extLst>
          </p:cNvPr>
          <p:cNvCxnSpPr>
            <a:cxnSpLocks/>
            <a:stCxn id="11" idx="4"/>
            <a:endCxn id="39" idx="0"/>
          </p:cNvCxnSpPr>
          <p:nvPr/>
        </p:nvCxnSpPr>
        <p:spPr>
          <a:xfrm>
            <a:off x="1697363" y="2165063"/>
            <a:ext cx="0" cy="531033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8430F751-DFE2-ADD9-20D9-B71681DC282D}"/>
              </a:ext>
            </a:extLst>
          </p:cNvPr>
          <p:cNvGrpSpPr/>
          <p:nvPr/>
        </p:nvGrpSpPr>
        <p:grpSpPr>
          <a:xfrm>
            <a:off x="1086898" y="1805063"/>
            <a:ext cx="1220931" cy="720522"/>
            <a:chOff x="1938106" y="2838314"/>
            <a:chExt cx="1220931" cy="72052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0BAB473-D626-401D-62C6-876ED39AD76B}"/>
                </a:ext>
              </a:extLst>
            </p:cNvPr>
            <p:cNvGrpSpPr/>
            <p:nvPr/>
          </p:nvGrpSpPr>
          <p:grpSpPr>
            <a:xfrm>
              <a:off x="2368571" y="2838314"/>
              <a:ext cx="360000" cy="360000"/>
              <a:chOff x="1515363" y="1988304"/>
              <a:chExt cx="360000" cy="3600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66D51EAF-3AA3-14DE-1F3F-D5EB5C255D8B}"/>
                  </a:ext>
                </a:extLst>
              </p:cNvPr>
              <p:cNvSpPr/>
              <p:nvPr/>
            </p:nvSpPr>
            <p:spPr>
              <a:xfrm>
                <a:off x="1515363" y="1988304"/>
                <a:ext cx="360000" cy="360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b="1"/>
              </a:p>
            </p:txBody>
          </p:sp>
          <p:pic>
            <p:nvPicPr>
              <p:cNvPr id="12" name="Graphic 11" descr="Flag with solid fill">
                <a:extLst>
                  <a:ext uri="{FF2B5EF4-FFF2-40B4-BE49-F238E27FC236}">
                    <a16:creationId xmlns:a16="http://schemas.microsoft.com/office/drawing/2014/main" id="{42D130BB-C04E-3512-9CC2-F9A7F8CCBF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576940" y="2049881"/>
                <a:ext cx="236847" cy="236847"/>
              </a:xfrm>
              <a:prstGeom prst="rect">
                <a:avLst/>
              </a:prstGeom>
            </p:spPr>
          </p:pic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FE95288-2BD7-67FB-89B7-1FF3ED554FC9}"/>
                </a:ext>
              </a:extLst>
            </p:cNvPr>
            <p:cNvSpPr txBox="1"/>
            <p:nvPr/>
          </p:nvSpPr>
          <p:spPr>
            <a:xfrm>
              <a:off x="1938106" y="3304920"/>
              <a:ext cx="1220931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PT" sz="1050" b="1" dirty="0">
                  <a:latin typeface="Santander Text" panose="020B0504020201020104" pitchFamily="34" charset="0"/>
                </a:rPr>
                <a:t>Abril</a:t>
              </a:r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15E80B08-6CCD-69FB-D9E5-44391D0E5D6C}"/>
              </a:ext>
            </a:extLst>
          </p:cNvPr>
          <p:cNvSpPr/>
          <p:nvPr/>
        </p:nvSpPr>
        <p:spPr>
          <a:xfrm>
            <a:off x="604805" y="2696096"/>
            <a:ext cx="2185116" cy="1237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Início de desenvolvimento do Modelo de Garantias no DL.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9750300-9666-CE57-3C90-84188F8430A8}"/>
              </a:ext>
            </a:extLst>
          </p:cNvPr>
          <p:cNvCxnSpPr>
            <a:cxnSpLocks/>
            <a:stCxn id="55" idx="4"/>
            <a:endCxn id="52" idx="0"/>
          </p:cNvCxnSpPr>
          <p:nvPr/>
        </p:nvCxnSpPr>
        <p:spPr>
          <a:xfrm>
            <a:off x="10493049" y="2165063"/>
            <a:ext cx="0" cy="531032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BE7D5E8-449B-058C-F1DD-200CB1C9E46F}"/>
              </a:ext>
            </a:extLst>
          </p:cNvPr>
          <p:cNvGrpSpPr/>
          <p:nvPr/>
        </p:nvGrpSpPr>
        <p:grpSpPr>
          <a:xfrm>
            <a:off x="9882584" y="1805063"/>
            <a:ext cx="1220931" cy="720522"/>
            <a:chOff x="1938106" y="2838314"/>
            <a:chExt cx="1220931" cy="720522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672EE435-9935-738C-2908-C70B390C66D6}"/>
                </a:ext>
              </a:extLst>
            </p:cNvPr>
            <p:cNvGrpSpPr/>
            <p:nvPr/>
          </p:nvGrpSpPr>
          <p:grpSpPr>
            <a:xfrm>
              <a:off x="2368571" y="2838314"/>
              <a:ext cx="360000" cy="360000"/>
              <a:chOff x="1515363" y="1988304"/>
              <a:chExt cx="360000" cy="360000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EE549A99-A729-BC7E-7C1A-AB62BC045CF3}"/>
                  </a:ext>
                </a:extLst>
              </p:cNvPr>
              <p:cNvSpPr/>
              <p:nvPr/>
            </p:nvSpPr>
            <p:spPr>
              <a:xfrm>
                <a:off x="1515363" y="1988304"/>
                <a:ext cx="360000" cy="360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b="1"/>
              </a:p>
            </p:txBody>
          </p:sp>
          <p:pic>
            <p:nvPicPr>
              <p:cNvPr id="56" name="Graphic 55" descr="Flag with solid fill">
                <a:extLst>
                  <a:ext uri="{FF2B5EF4-FFF2-40B4-BE49-F238E27FC236}">
                    <a16:creationId xmlns:a16="http://schemas.microsoft.com/office/drawing/2014/main" id="{04873338-53C3-C84A-F71D-486E56ACC1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576940" y="2049881"/>
                <a:ext cx="236847" cy="236847"/>
              </a:xfrm>
              <a:prstGeom prst="rect">
                <a:avLst/>
              </a:prstGeom>
            </p:spPr>
          </p:pic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388CE0E-D4FD-613B-664F-AD1F2B190FDF}"/>
                </a:ext>
              </a:extLst>
            </p:cNvPr>
            <p:cNvSpPr txBox="1"/>
            <p:nvPr/>
          </p:nvSpPr>
          <p:spPr>
            <a:xfrm>
              <a:off x="1938106" y="3304920"/>
              <a:ext cx="1220931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PT" sz="1050" b="1" dirty="0">
                  <a:latin typeface="Santander Text" panose="020B0504020201020104" pitchFamily="34" charset="0"/>
                </a:rPr>
                <a:t>Junho</a:t>
              </a:r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B7F7B273-2968-4B64-17A0-2CE85A78698D}"/>
              </a:ext>
            </a:extLst>
          </p:cNvPr>
          <p:cNvSpPr/>
          <p:nvPr/>
        </p:nvSpPr>
        <p:spPr>
          <a:xfrm>
            <a:off x="9400491" y="2696095"/>
            <a:ext cx="2185116" cy="12379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Fim de desenvolvimento do Modelo de Garantias no DL.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A9FD28A-B44B-7ECF-9B6F-BBD9B2424400}"/>
              </a:ext>
            </a:extLst>
          </p:cNvPr>
          <p:cNvCxnSpPr>
            <a:cxnSpLocks/>
            <a:stCxn id="68" idx="4"/>
            <a:endCxn id="65" idx="0"/>
          </p:cNvCxnSpPr>
          <p:nvPr/>
        </p:nvCxnSpPr>
        <p:spPr>
          <a:xfrm>
            <a:off x="3896285" y="2165063"/>
            <a:ext cx="0" cy="531032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A6970CE-6EB8-543F-12C9-F489ADB270FA}"/>
              </a:ext>
            </a:extLst>
          </p:cNvPr>
          <p:cNvGrpSpPr/>
          <p:nvPr/>
        </p:nvGrpSpPr>
        <p:grpSpPr>
          <a:xfrm>
            <a:off x="3285820" y="1805063"/>
            <a:ext cx="1220931" cy="720522"/>
            <a:chOff x="1938106" y="2838314"/>
            <a:chExt cx="1220931" cy="720522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C7D3A282-C926-823C-3B8C-302A3C4CD5E7}"/>
                </a:ext>
              </a:extLst>
            </p:cNvPr>
            <p:cNvGrpSpPr/>
            <p:nvPr/>
          </p:nvGrpSpPr>
          <p:grpSpPr>
            <a:xfrm>
              <a:off x="2368571" y="2838314"/>
              <a:ext cx="360000" cy="360000"/>
              <a:chOff x="1515363" y="1988304"/>
              <a:chExt cx="360000" cy="360000"/>
            </a:xfrm>
          </p:grpSpPr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96AA754D-A0C4-27FF-1267-A6EDE070B2AF}"/>
                  </a:ext>
                </a:extLst>
              </p:cNvPr>
              <p:cNvSpPr/>
              <p:nvPr/>
            </p:nvSpPr>
            <p:spPr>
              <a:xfrm>
                <a:off x="1515363" y="1988304"/>
                <a:ext cx="360000" cy="360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b="1"/>
              </a:p>
            </p:txBody>
          </p:sp>
          <p:pic>
            <p:nvPicPr>
              <p:cNvPr id="69" name="Graphic 68" descr="Flag with solid fill">
                <a:extLst>
                  <a:ext uri="{FF2B5EF4-FFF2-40B4-BE49-F238E27FC236}">
                    <a16:creationId xmlns:a16="http://schemas.microsoft.com/office/drawing/2014/main" id="{92BF3D2C-6131-2A1B-1000-AFEDF8557F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576940" y="2049881"/>
                <a:ext cx="236847" cy="236847"/>
              </a:xfrm>
              <a:prstGeom prst="rect">
                <a:avLst/>
              </a:prstGeom>
            </p:spPr>
          </p:pic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B159DB4-A7AA-766A-830F-B6B6B386AEB8}"/>
                </a:ext>
              </a:extLst>
            </p:cNvPr>
            <p:cNvSpPr txBox="1"/>
            <p:nvPr/>
          </p:nvSpPr>
          <p:spPr>
            <a:xfrm>
              <a:off x="1938106" y="3304920"/>
              <a:ext cx="1220931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PT" sz="1050" b="1" dirty="0">
                  <a:latin typeface="Santander Text" panose="020B0504020201020104" pitchFamily="34" charset="0"/>
                </a:rPr>
                <a:t>Dezembro</a:t>
              </a:r>
            </a:p>
          </p:txBody>
        </p: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D1AFD772-E817-7517-D44B-DE774174EAC0}"/>
              </a:ext>
            </a:extLst>
          </p:cNvPr>
          <p:cNvSpPr/>
          <p:nvPr/>
        </p:nvSpPr>
        <p:spPr>
          <a:xfrm>
            <a:off x="2803727" y="2696095"/>
            <a:ext cx="2185116" cy="12379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Entrada em produção do Modelo de garantias no DL. </a:t>
            </a:r>
          </a:p>
          <a:p>
            <a:pPr algn="ctr"/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As </a:t>
            </a:r>
            <a:r>
              <a:rPr lang="pt-PT" sz="12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aplicações IFRS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e </a:t>
            </a:r>
            <a:r>
              <a:rPr lang="pt-PT" sz="12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Loan Tapes BCE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começaram a apontar para o Modelo de Garantias.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5A2442F-EDC9-6D2A-879F-5FE6CFB0BFE4}"/>
              </a:ext>
            </a:extLst>
          </p:cNvPr>
          <p:cNvCxnSpPr>
            <a:cxnSpLocks/>
            <a:stCxn id="92" idx="4"/>
            <a:endCxn id="89" idx="0"/>
          </p:cNvCxnSpPr>
          <p:nvPr/>
        </p:nvCxnSpPr>
        <p:spPr>
          <a:xfrm>
            <a:off x="6095206" y="2165063"/>
            <a:ext cx="0" cy="531032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5B7F1AD8-5D09-850A-B424-990D48DBC48C}"/>
              </a:ext>
            </a:extLst>
          </p:cNvPr>
          <p:cNvGrpSpPr/>
          <p:nvPr/>
        </p:nvGrpSpPr>
        <p:grpSpPr>
          <a:xfrm>
            <a:off x="5484741" y="1805063"/>
            <a:ext cx="1220931" cy="720522"/>
            <a:chOff x="1938106" y="2838314"/>
            <a:chExt cx="1220931" cy="720522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F3F95C50-4F28-E5F2-4DF6-1BC681360E64}"/>
                </a:ext>
              </a:extLst>
            </p:cNvPr>
            <p:cNvGrpSpPr/>
            <p:nvPr/>
          </p:nvGrpSpPr>
          <p:grpSpPr>
            <a:xfrm>
              <a:off x="2368571" y="2838314"/>
              <a:ext cx="360000" cy="360000"/>
              <a:chOff x="1515363" y="1988304"/>
              <a:chExt cx="360000" cy="360000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C5DEB050-5A2F-B27C-81AF-F02079CD2477}"/>
                  </a:ext>
                </a:extLst>
              </p:cNvPr>
              <p:cNvSpPr/>
              <p:nvPr/>
            </p:nvSpPr>
            <p:spPr>
              <a:xfrm>
                <a:off x="1515363" y="1988304"/>
                <a:ext cx="360000" cy="360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b="1"/>
              </a:p>
            </p:txBody>
          </p:sp>
          <p:pic>
            <p:nvPicPr>
              <p:cNvPr id="93" name="Graphic 92" descr="Flag with solid fill">
                <a:extLst>
                  <a:ext uri="{FF2B5EF4-FFF2-40B4-BE49-F238E27FC236}">
                    <a16:creationId xmlns:a16="http://schemas.microsoft.com/office/drawing/2014/main" id="{DC0295AD-56A7-5A1D-936E-8613ECA58D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576940" y="2049881"/>
                <a:ext cx="236847" cy="236847"/>
              </a:xfrm>
              <a:prstGeom prst="rect">
                <a:avLst/>
              </a:prstGeom>
            </p:spPr>
          </p:pic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9CF98CE-01BC-A3D8-E0A4-D0ACB46A750B}"/>
                </a:ext>
              </a:extLst>
            </p:cNvPr>
            <p:cNvSpPr txBox="1"/>
            <p:nvPr/>
          </p:nvSpPr>
          <p:spPr>
            <a:xfrm>
              <a:off x="1938106" y="3304920"/>
              <a:ext cx="1220931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PT" sz="1050" b="1" dirty="0">
                  <a:latin typeface="Santander Text" panose="020B0504020201020104" pitchFamily="34" charset="0"/>
                </a:rPr>
                <a:t>Abril</a:t>
              </a:r>
            </a:p>
          </p:txBody>
        </p:sp>
      </p:grpSp>
      <p:sp>
        <p:nvSpPr>
          <p:cNvPr id="89" name="Rectangle 88">
            <a:extLst>
              <a:ext uri="{FF2B5EF4-FFF2-40B4-BE49-F238E27FC236}">
                <a16:creationId xmlns:a16="http://schemas.microsoft.com/office/drawing/2014/main" id="{5F081948-B122-5083-F8A6-BAFCA276F5A1}"/>
              </a:ext>
            </a:extLst>
          </p:cNvPr>
          <p:cNvSpPr/>
          <p:nvPr/>
        </p:nvSpPr>
        <p:spPr>
          <a:xfrm>
            <a:off x="5002648" y="2696095"/>
            <a:ext cx="2185116" cy="12379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Ficheiros BIYR2500/9500 passaram a apontar para o Modelo de Garantias e consequentemente, a </a:t>
            </a:r>
            <a:r>
              <a:rPr lang="pt-PT" sz="12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BDR – Capital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D198740-4B67-E58F-FA02-E37CAAAAD05F}"/>
              </a:ext>
            </a:extLst>
          </p:cNvPr>
          <p:cNvCxnSpPr>
            <a:cxnSpLocks/>
            <a:stCxn id="100" idx="4"/>
            <a:endCxn id="97" idx="0"/>
          </p:cNvCxnSpPr>
          <p:nvPr/>
        </p:nvCxnSpPr>
        <p:spPr>
          <a:xfrm>
            <a:off x="8294127" y="2165063"/>
            <a:ext cx="0" cy="531033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Group 95">
            <a:extLst>
              <a:ext uri="{FF2B5EF4-FFF2-40B4-BE49-F238E27FC236}">
                <a16:creationId xmlns:a16="http://schemas.microsoft.com/office/drawing/2014/main" id="{7A40C635-79F5-A547-6375-0A700284BF34}"/>
              </a:ext>
            </a:extLst>
          </p:cNvPr>
          <p:cNvGrpSpPr/>
          <p:nvPr/>
        </p:nvGrpSpPr>
        <p:grpSpPr>
          <a:xfrm>
            <a:off x="7683662" y="1805063"/>
            <a:ext cx="1220931" cy="720522"/>
            <a:chOff x="1938106" y="2838314"/>
            <a:chExt cx="1220931" cy="720522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C2DC00CA-5E95-929D-A09A-C12D76FE17D0}"/>
                </a:ext>
              </a:extLst>
            </p:cNvPr>
            <p:cNvGrpSpPr/>
            <p:nvPr/>
          </p:nvGrpSpPr>
          <p:grpSpPr>
            <a:xfrm>
              <a:off x="2368571" y="2838314"/>
              <a:ext cx="360000" cy="360000"/>
              <a:chOff x="1515363" y="1988304"/>
              <a:chExt cx="360000" cy="360000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F9C6F27A-7635-4BC8-024C-51BAFAF94B3B}"/>
                  </a:ext>
                </a:extLst>
              </p:cNvPr>
              <p:cNvSpPr/>
              <p:nvPr/>
            </p:nvSpPr>
            <p:spPr>
              <a:xfrm>
                <a:off x="1515363" y="1988304"/>
                <a:ext cx="360000" cy="360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b="1"/>
              </a:p>
            </p:txBody>
          </p:sp>
          <p:pic>
            <p:nvPicPr>
              <p:cNvPr id="101" name="Graphic 100" descr="Flag with solid fill">
                <a:extLst>
                  <a:ext uri="{FF2B5EF4-FFF2-40B4-BE49-F238E27FC236}">
                    <a16:creationId xmlns:a16="http://schemas.microsoft.com/office/drawing/2014/main" id="{96117563-8846-068C-586E-7D94FD775A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576940" y="2049881"/>
                <a:ext cx="236847" cy="236847"/>
              </a:xfrm>
              <a:prstGeom prst="rect">
                <a:avLst/>
              </a:prstGeom>
            </p:spPr>
          </p:pic>
        </p:grp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22B5B51-8D3A-9A41-C5F9-9AD45EFD18E6}"/>
                </a:ext>
              </a:extLst>
            </p:cNvPr>
            <p:cNvSpPr txBox="1"/>
            <p:nvPr/>
          </p:nvSpPr>
          <p:spPr>
            <a:xfrm>
              <a:off x="1938106" y="3304920"/>
              <a:ext cx="1220931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PT" sz="1050" b="1" dirty="0">
                  <a:latin typeface="Santander Text" panose="020B0504020201020104" pitchFamily="34" charset="0"/>
                </a:rPr>
                <a:t>Maio</a:t>
              </a:r>
            </a:p>
          </p:txBody>
        </p:sp>
      </p:grpSp>
      <p:sp>
        <p:nvSpPr>
          <p:cNvPr id="97" name="Rectangle 96">
            <a:extLst>
              <a:ext uri="{FF2B5EF4-FFF2-40B4-BE49-F238E27FC236}">
                <a16:creationId xmlns:a16="http://schemas.microsoft.com/office/drawing/2014/main" id="{6A4C339D-C6BB-0433-6E51-176676C9582F}"/>
              </a:ext>
            </a:extLst>
          </p:cNvPr>
          <p:cNvSpPr/>
          <p:nvPr/>
        </p:nvSpPr>
        <p:spPr>
          <a:xfrm>
            <a:off x="7201569" y="2696096"/>
            <a:ext cx="2185116" cy="1237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O processo </a:t>
            </a:r>
            <a:r>
              <a:rPr lang="pt-PT" sz="12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Finrep da Contabilidade 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passou a apontar para o Modelo de garantias.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DD66C326-9719-20F5-069F-E933A8740833}"/>
              </a:ext>
            </a:extLst>
          </p:cNvPr>
          <p:cNvSpPr/>
          <p:nvPr/>
        </p:nvSpPr>
        <p:spPr>
          <a:xfrm>
            <a:off x="1121363" y="1528932"/>
            <a:ext cx="1266017" cy="2124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2021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904F9A2-513F-970B-A884-8E51A504D74B}"/>
              </a:ext>
            </a:extLst>
          </p:cNvPr>
          <p:cNvSpPr/>
          <p:nvPr/>
        </p:nvSpPr>
        <p:spPr>
          <a:xfrm>
            <a:off x="2454244" y="1528932"/>
            <a:ext cx="1622041" cy="2124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S2 2022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0672C54B-0631-D517-8028-F1A725F5705A}"/>
              </a:ext>
            </a:extLst>
          </p:cNvPr>
          <p:cNvSpPr/>
          <p:nvPr/>
        </p:nvSpPr>
        <p:spPr>
          <a:xfrm>
            <a:off x="4143149" y="1528932"/>
            <a:ext cx="6529900" cy="2124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S1 2023</a:t>
            </a:r>
          </a:p>
        </p:txBody>
      </p:sp>
    </p:spTree>
    <p:extLst>
      <p:ext uri="{BB962C8B-B14F-4D97-AF65-F5344CB8AC3E}">
        <p14:creationId xmlns:p14="http://schemas.microsoft.com/office/powerpoint/2010/main" val="3635015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00C02-B6E3-B912-14D0-B34E2ACD2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58D4302-2669-7434-ADAA-CA1EE3ACC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7458" y="6402633"/>
            <a:ext cx="2742843" cy="365077"/>
          </a:xfrm>
        </p:spPr>
        <p:txBody>
          <a:bodyPr/>
          <a:lstStyle/>
          <a:p>
            <a:pPr defTabSz="914309"/>
            <a:fld id="{BC0D97B6-E32F-4D7D-B839-7C3B51F2640F}" type="slidenum">
              <a:rPr lang="es-ES">
                <a:solidFill>
                  <a:srgbClr val="EB0000"/>
                </a:solidFill>
                <a:latin typeface="Arial"/>
              </a:rPr>
              <a:pPr defTabSz="914309"/>
              <a:t>4</a:t>
            </a:fld>
            <a:endParaRPr lang="es-ES" dirty="0">
              <a:solidFill>
                <a:srgbClr val="EB0000"/>
              </a:solidFill>
              <a:latin typeface="Arial"/>
            </a:endParaRPr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EE2AEC6F-8651-458E-CFC6-BF44108C9A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/>
          <a:lstStyle/>
          <a:p>
            <a:r>
              <a:rPr lang="pt-BR" sz="1934" dirty="0"/>
              <a:t>1. Modelo Único de Garantias | </a:t>
            </a:r>
            <a:r>
              <a:rPr lang="pt-PT" sz="1934" dirty="0"/>
              <a:t>Outros desenvolvimentos</a:t>
            </a:r>
            <a:endParaRPr lang="es-ES" sz="1934" dirty="0"/>
          </a:p>
          <a:p>
            <a:endParaRPr lang="es-ES" sz="1934" dirty="0"/>
          </a:p>
          <a:p>
            <a:endParaRPr lang="es-ES" dirty="0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2FAA0C9-48B7-566B-30AE-2D2B23C21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9983" y="6288430"/>
            <a:ext cx="6870987" cy="208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400" tIns="44200" rIns="88400" bIns="44200" numCol="1" anchor="ctr" anchorCtr="0" compatLnSpc="1">
            <a:prstTxWarp prst="textNoShape">
              <a:avLst/>
            </a:prstTxWarp>
            <a:spAutoFit/>
          </a:bodyPr>
          <a:lstStyle/>
          <a:p>
            <a:pPr defTabSz="88405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sz="774" dirty="0">
                <a:solidFill>
                  <a:prstClr val="black"/>
                </a:solidFill>
                <a:latin typeface="Santander Text" panose="020B0504020201020104" pitchFamily="34" charset="0"/>
              </a:rPr>
              <a:t>1. Esse modelo já foi criado no 4Q2022, inclui controlos Corporativos e Locais, está ainda a ser alargado, e está a ser governado e seguido regularmente no FGQD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CEFE18-8E55-85B3-2934-7F8B4E34FA72}"/>
              </a:ext>
            </a:extLst>
          </p:cNvPr>
          <p:cNvSpPr txBox="1"/>
          <p:nvPr/>
        </p:nvSpPr>
        <p:spPr>
          <a:xfrm>
            <a:off x="1012064" y="4037867"/>
            <a:ext cx="10456202" cy="214674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defTabSz="883424">
              <a:spcAft>
                <a:spcPts val="580"/>
              </a:spcAft>
            </a:pP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Este modelo foi construído nomeadamente para:</a:t>
            </a:r>
          </a:p>
          <a:p>
            <a:pPr marL="260789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Ser </a:t>
            </a:r>
            <a:r>
              <a:rPr lang="pt-PT" sz="12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agnóstico</a:t>
            </a: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 face às aplicações origem.</a:t>
            </a:r>
          </a:p>
          <a:p>
            <a:pPr marL="260789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Assegurar </a:t>
            </a:r>
            <a:r>
              <a:rPr lang="pt-PT" sz="12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granularidade total e completude horizontal de dados</a:t>
            </a: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, ie responsabilidades – cauções – bens.</a:t>
            </a:r>
          </a:p>
          <a:p>
            <a:pPr marL="260789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Ser diretamente </a:t>
            </a:r>
            <a:r>
              <a:rPr lang="pt-PT" sz="12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rastreável</a:t>
            </a: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 face às aplicações </a:t>
            </a:r>
            <a:r>
              <a:rPr lang="pt-PT" sz="12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origem</a:t>
            </a: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.</a:t>
            </a:r>
          </a:p>
          <a:p>
            <a:pPr marL="260789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Ser diretamente </a:t>
            </a:r>
            <a:r>
              <a:rPr lang="pt-PT" sz="12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rastreável</a:t>
            </a: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 face às principais </a:t>
            </a:r>
            <a:r>
              <a:rPr lang="pt-PT" sz="12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aplicações a jusante </a:t>
            </a: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(eg IFRS e BDR).</a:t>
            </a:r>
          </a:p>
          <a:p>
            <a:pPr marL="260789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2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Ligar diretamente com as responsabilidades contabilísticas </a:t>
            </a: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e ser diretamente </a:t>
            </a:r>
            <a:r>
              <a:rPr lang="pt-PT" sz="12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escalável</a:t>
            </a: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 e utilizável pelos diversos domínios, através dos vários Rosetta.</a:t>
            </a:r>
          </a:p>
          <a:p>
            <a:pPr marL="260789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Demonstrar de forma direta o cálculo e </a:t>
            </a:r>
            <a:r>
              <a:rPr lang="pt-PT" sz="12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repartição das cauções e bens pelas responsabilidades</a:t>
            </a: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.</a:t>
            </a:r>
          </a:p>
          <a:p>
            <a:pPr marL="260789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Ter um </a:t>
            </a:r>
            <a:r>
              <a:rPr lang="pt-PT" sz="12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modelo de controlo de Data Quality </a:t>
            </a: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e um governo e seguimento no FGQD comum aos restantes </a:t>
            </a:r>
            <a:r>
              <a:rPr lang="pt-PT" sz="1200" baseline="300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(1)</a:t>
            </a:r>
            <a:r>
              <a:rPr lang="pt-PT" sz="12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3DC5D8D-D6F7-3D7C-581B-9B9B823522B6}"/>
              </a:ext>
            </a:extLst>
          </p:cNvPr>
          <p:cNvSpPr txBox="1"/>
          <p:nvPr/>
        </p:nvSpPr>
        <p:spPr>
          <a:xfrm>
            <a:off x="887404" y="796601"/>
            <a:ext cx="9620334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6349" indent="-276349">
              <a:buFont typeface="Wingdings" panose="05000000000000000000" pitchFamily="2" charset="2"/>
              <a:buChar char="Ø"/>
            </a:pPr>
            <a:r>
              <a:rPr lang="pt-PT" sz="1450" dirty="0">
                <a:latin typeface="Santander Text" panose="020B0504020201020104" pitchFamily="34" charset="0"/>
                <a:ea typeface="Times New Roman" panose="02020603050405020304" pitchFamily="18" charset="0"/>
              </a:rPr>
              <a:t>Com o objetivo de se ter um repositório único com as garantias recebidas, construiu-se no Data Lake um modelo de dados, a partir dos dados existentes nas aplicações GPs, CS, Lease e Eurofac.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525DA11A-3166-3B2B-5AA2-64A8F32D7665}"/>
              </a:ext>
            </a:extLst>
          </p:cNvPr>
          <p:cNvSpPr/>
          <p:nvPr/>
        </p:nvSpPr>
        <p:spPr>
          <a:xfrm>
            <a:off x="1121363" y="1907257"/>
            <a:ext cx="9785298" cy="155612"/>
          </a:xfrm>
          <a:prstGeom prst="chevron">
            <a:avLst>
              <a:gd name="adj" fmla="val 6095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3FF054AA-8582-F0DB-6F52-CF9D3470781D}"/>
              </a:ext>
            </a:extLst>
          </p:cNvPr>
          <p:cNvGrpSpPr/>
          <p:nvPr/>
        </p:nvGrpSpPr>
        <p:grpSpPr>
          <a:xfrm>
            <a:off x="2292035" y="1907257"/>
            <a:ext cx="257553" cy="154800"/>
            <a:chOff x="2292035" y="1907257"/>
            <a:chExt cx="257553" cy="154800"/>
          </a:xfrm>
        </p:grpSpPr>
        <p:sp>
          <p:nvSpPr>
            <p:cNvPr id="25" name="Arrow: Chevron 24">
              <a:extLst>
                <a:ext uri="{FF2B5EF4-FFF2-40B4-BE49-F238E27FC236}">
                  <a16:creationId xmlns:a16="http://schemas.microsoft.com/office/drawing/2014/main" id="{C49A885B-44E5-BCB4-9C5C-063E628D3915}"/>
                </a:ext>
              </a:extLst>
            </p:cNvPr>
            <p:cNvSpPr/>
            <p:nvPr/>
          </p:nvSpPr>
          <p:spPr>
            <a:xfrm>
              <a:off x="2292035" y="1907257"/>
              <a:ext cx="140236" cy="154800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" name="Arrow: Chevron 25">
              <a:extLst>
                <a:ext uri="{FF2B5EF4-FFF2-40B4-BE49-F238E27FC236}">
                  <a16:creationId xmlns:a16="http://schemas.microsoft.com/office/drawing/2014/main" id="{DAEA2B45-E8CA-84C8-5C3C-C4E9CC30598B}"/>
                </a:ext>
              </a:extLst>
            </p:cNvPr>
            <p:cNvSpPr/>
            <p:nvPr/>
          </p:nvSpPr>
          <p:spPr>
            <a:xfrm>
              <a:off x="2409352" y="1907257"/>
              <a:ext cx="140236" cy="154800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30479F4-D3DE-1CE0-E89B-9B77C0903EE9}"/>
              </a:ext>
            </a:extLst>
          </p:cNvPr>
          <p:cNvCxnSpPr>
            <a:cxnSpLocks/>
            <a:stCxn id="11" idx="4"/>
            <a:endCxn id="39" idx="0"/>
          </p:cNvCxnSpPr>
          <p:nvPr/>
        </p:nvCxnSpPr>
        <p:spPr>
          <a:xfrm>
            <a:off x="1697363" y="2165063"/>
            <a:ext cx="0" cy="531033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E620B51F-F319-26E5-7286-9C6509E4FD35}"/>
              </a:ext>
            </a:extLst>
          </p:cNvPr>
          <p:cNvGrpSpPr/>
          <p:nvPr/>
        </p:nvGrpSpPr>
        <p:grpSpPr>
          <a:xfrm>
            <a:off x="1086898" y="1805063"/>
            <a:ext cx="1220931" cy="720522"/>
            <a:chOff x="1938106" y="2838314"/>
            <a:chExt cx="1220931" cy="72052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56B6918-EC0A-D5D6-1FEC-799D0B2A3A24}"/>
                </a:ext>
              </a:extLst>
            </p:cNvPr>
            <p:cNvGrpSpPr/>
            <p:nvPr/>
          </p:nvGrpSpPr>
          <p:grpSpPr>
            <a:xfrm>
              <a:off x="2368571" y="2838314"/>
              <a:ext cx="360000" cy="360000"/>
              <a:chOff x="1515363" y="1988304"/>
              <a:chExt cx="360000" cy="3600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0ED028F-BA9A-BCF6-81F8-75DC7BC65CF1}"/>
                  </a:ext>
                </a:extLst>
              </p:cNvPr>
              <p:cNvSpPr/>
              <p:nvPr/>
            </p:nvSpPr>
            <p:spPr>
              <a:xfrm>
                <a:off x="1515363" y="1988304"/>
                <a:ext cx="360000" cy="360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b="1"/>
              </a:p>
            </p:txBody>
          </p:sp>
          <p:pic>
            <p:nvPicPr>
              <p:cNvPr id="12" name="Graphic 11" descr="Flag with solid fill">
                <a:extLst>
                  <a:ext uri="{FF2B5EF4-FFF2-40B4-BE49-F238E27FC236}">
                    <a16:creationId xmlns:a16="http://schemas.microsoft.com/office/drawing/2014/main" id="{DD3A0BA6-A611-5EA2-94B2-CF8EB449D6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576940" y="2049881"/>
                <a:ext cx="236847" cy="236847"/>
              </a:xfrm>
              <a:prstGeom prst="rect">
                <a:avLst/>
              </a:prstGeom>
            </p:spPr>
          </p:pic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E9FFA7A-FCA4-27A1-A55C-4CA0681612F9}"/>
                </a:ext>
              </a:extLst>
            </p:cNvPr>
            <p:cNvSpPr txBox="1"/>
            <p:nvPr/>
          </p:nvSpPr>
          <p:spPr>
            <a:xfrm>
              <a:off x="1938106" y="3304920"/>
              <a:ext cx="1220931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PT" sz="1050" b="1" dirty="0">
                  <a:latin typeface="Santander Text" panose="020B0504020201020104" pitchFamily="34" charset="0"/>
                </a:rPr>
                <a:t>Abril</a:t>
              </a:r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0A63F832-370D-529B-444C-1AF25920C1FB}"/>
              </a:ext>
            </a:extLst>
          </p:cNvPr>
          <p:cNvSpPr/>
          <p:nvPr/>
        </p:nvSpPr>
        <p:spPr>
          <a:xfrm>
            <a:off x="604805" y="2696096"/>
            <a:ext cx="2185116" cy="1237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Início de desenvolvimento do Modelo de Garantias no DL.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CE25E24-D634-98B6-2365-FE3C02325432}"/>
              </a:ext>
            </a:extLst>
          </p:cNvPr>
          <p:cNvCxnSpPr>
            <a:cxnSpLocks/>
            <a:stCxn id="55" idx="4"/>
            <a:endCxn id="52" idx="0"/>
          </p:cNvCxnSpPr>
          <p:nvPr/>
        </p:nvCxnSpPr>
        <p:spPr>
          <a:xfrm>
            <a:off x="10493049" y="2165063"/>
            <a:ext cx="0" cy="531032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B26CE3B-8E89-3FD0-7B94-E3D4E02D9DF0}"/>
              </a:ext>
            </a:extLst>
          </p:cNvPr>
          <p:cNvGrpSpPr/>
          <p:nvPr/>
        </p:nvGrpSpPr>
        <p:grpSpPr>
          <a:xfrm>
            <a:off x="9882584" y="1805063"/>
            <a:ext cx="1220931" cy="720522"/>
            <a:chOff x="1938106" y="2838314"/>
            <a:chExt cx="1220931" cy="720522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9736256F-D4C0-3D0D-BD57-FF40554DCBC4}"/>
                </a:ext>
              </a:extLst>
            </p:cNvPr>
            <p:cNvGrpSpPr/>
            <p:nvPr/>
          </p:nvGrpSpPr>
          <p:grpSpPr>
            <a:xfrm>
              <a:off x="2368571" y="2838314"/>
              <a:ext cx="360000" cy="360000"/>
              <a:chOff x="1515363" y="1988304"/>
              <a:chExt cx="360000" cy="360000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E24D60E1-83DE-4C6C-B105-1F01C5615279}"/>
                  </a:ext>
                </a:extLst>
              </p:cNvPr>
              <p:cNvSpPr/>
              <p:nvPr/>
            </p:nvSpPr>
            <p:spPr>
              <a:xfrm>
                <a:off x="1515363" y="1988304"/>
                <a:ext cx="360000" cy="360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b="1"/>
              </a:p>
            </p:txBody>
          </p:sp>
          <p:pic>
            <p:nvPicPr>
              <p:cNvPr id="56" name="Graphic 55" descr="Flag with solid fill">
                <a:extLst>
                  <a:ext uri="{FF2B5EF4-FFF2-40B4-BE49-F238E27FC236}">
                    <a16:creationId xmlns:a16="http://schemas.microsoft.com/office/drawing/2014/main" id="{32C8D3D8-DB39-BF6F-51AE-825A7F2298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576940" y="2049881"/>
                <a:ext cx="236847" cy="236847"/>
              </a:xfrm>
              <a:prstGeom prst="rect">
                <a:avLst/>
              </a:prstGeom>
            </p:spPr>
          </p:pic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C65DE8F-1474-8380-4F32-BD22FD4E1CB2}"/>
                </a:ext>
              </a:extLst>
            </p:cNvPr>
            <p:cNvSpPr txBox="1"/>
            <p:nvPr/>
          </p:nvSpPr>
          <p:spPr>
            <a:xfrm>
              <a:off x="1938106" y="3304920"/>
              <a:ext cx="1220931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PT" sz="1050" b="1" dirty="0">
                  <a:latin typeface="Santander Text" panose="020B0504020201020104" pitchFamily="34" charset="0"/>
                </a:rPr>
                <a:t>Junho</a:t>
              </a:r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82883B27-51BE-4199-FCA3-EE68337A0011}"/>
              </a:ext>
            </a:extLst>
          </p:cNvPr>
          <p:cNvSpPr/>
          <p:nvPr/>
        </p:nvSpPr>
        <p:spPr>
          <a:xfrm>
            <a:off x="9400491" y="2696095"/>
            <a:ext cx="2185116" cy="12379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Fim de desenvolvimento do Modelo de Garantias no DL.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7EC61C7-A15C-39C5-01AB-31CE785CE560}"/>
              </a:ext>
            </a:extLst>
          </p:cNvPr>
          <p:cNvCxnSpPr>
            <a:cxnSpLocks/>
            <a:stCxn id="68" idx="4"/>
            <a:endCxn id="65" idx="0"/>
          </p:cNvCxnSpPr>
          <p:nvPr/>
        </p:nvCxnSpPr>
        <p:spPr>
          <a:xfrm>
            <a:off x="3896285" y="2165063"/>
            <a:ext cx="0" cy="531032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60BDCB1-394A-03B0-3006-1DC13DC52E73}"/>
              </a:ext>
            </a:extLst>
          </p:cNvPr>
          <p:cNvGrpSpPr/>
          <p:nvPr/>
        </p:nvGrpSpPr>
        <p:grpSpPr>
          <a:xfrm>
            <a:off x="3285820" y="1805063"/>
            <a:ext cx="1220931" cy="720522"/>
            <a:chOff x="1938106" y="2838314"/>
            <a:chExt cx="1220931" cy="720522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3C189051-6813-7C21-DC55-C1378A51E2AA}"/>
                </a:ext>
              </a:extLst>
            </p:cNvPr>
            <p:cNvGrpSpPr/>
            <p:nvPr/>
          </p:nvGrpSpPr>
          <p:grpSpPr>
            <a:xfrm>
              <a:off x="2368571" y="2838314"/>
              <a:ext cx="360000" cy="360000"/>
              <a:chOff x="1515363" y="1988304"/>
              <a:chExt cx="360000" cy="360000"/>
            </a:xfrm>
          </p:grpSpPr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A12969C1-6D0E-FC87-83A5-4C98059CB3FD}"/>
                  </a:ext>
                </a:extLst>
              </p:cNvPr>
              <p:cNvSpPr/>
              <p:nvPr/>
            </p:nvSpPr>
            <p:spPr>
              <a:xfrm>
                <a:off x="1515363" y="1988304"/>
                <a:ext cx="360000" cy="360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b="1"/>
              </a:p>
            </p:txBody>
          </p:sp>
          <p:pic>
            <p:nvPicPr>
              <p:cNvPr id="69" name="Graphic 68" descr="Flag with solid fill">
                <a:extLst>
                  <a:ext uri="{FF2B5EF4-FFF2-40B4-BE49-F238E27FC236}">
                    <a16:creationId xmlns:a16="http://schemas.microsoft.com/office/drawing/2014/main" id="{97095128-4F98-1B4A-38BD-42905B6F23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576940" y="2049881"/>
                <a:ext cx="236847" cy="236847"/>
              </a:xfrm>
              <a:prstGeom prst="rect">
                <a:avLst/>
              </a:prstGeom>
            </p:spPr>
          </p:pic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843961C-6F86-1000-CCA1-07EEB0361D5E}"/>
                </a:ext>
              </a:extLst>
            </p:cNvPr>
            <p:cNvSpPr txBox="1"/>
            <p:nvPr/>
          </p:nvSpPr>
          <p:spPr>
            <a:xfrm>
              <a:off x="1938106" y="3304920"/>
              <a:ext cx="1220931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PT" sz="1050" b="1" dirty="0">
                  <a:latin typeface="Santander Text" panose="020B0504020201020104" pitchFamily="34" charset="0"/>
                </a:rPr>
                <a:t>Dezembro</a:t>
              </a:r>
            </a:p>
          </p:txBody>
        </p: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D67AF32F-144A-8473-A80E-BB45E8DC6659}"/>
              </a:ext>
            </a:extLst>
          </p:cNvPr>
          <p:cNvSpPr/>
          <p:nvPr/>
        </p:nvSpPr>
        <p:spPr>
          <a:xfrm>
            <a:off x="2803727" y="2696095"/>
            <a:ext cx="2185116" cy="12379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Entrada em produção do Modelo de garantias no DL. </a:t>
            </a:r>
          </a:p>
          <a:p>
            <a:pPr algn="ctr"/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As </a:t>
            </a:r>
            <a:r>
              <a:rPr lang="pt-PT" sz="12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aplicações IFRS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e </a:t>
            </a:r>
            <a:r>
              <a:rPr lang="pt-PT" sz="12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Loan Tapes BCE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começaram a apontar para o Modelo de Garantias.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B358EA3-89FF-D125-B873-B2CE53F8C9B2}"/>
              </a:ext>
            </a:extLst>
          </p:cNvPr>
          <p:cNvCxnSpPr>
            <a:cxnSpLocks/>
            <a:stCxn id="92" idx="4"/>
            <a:endCxn id="89" idx="0"/>
          </p:cNvCxnSpPr>
          <p:nvPr/>
        </p:nvCxnSpPr>
        <p:spPr>
          <a:xfrm>
            <a:off x="6095206" y="2165063"/>
            <a:ext cx="0" cy="531032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37584DE-045F-6A42-3078-A9EE2167BBD6}"/>
              </a:ext>
            </a:extLst>
          </p:cNvPr>
          <p:cNvGrpSpPr/>
          <p:nvPr/>
        </p:nvGrpSpPr>
        <p:grpSpPr>
          <a:xfrm>
            <a:off x="5484741" y="1805063"/>
            <a:ext cx="1220931" cy="720522"/>
            <a:chOff x="1938106" y="2838314"/>
            <a:chExt cx="1220931" cy="720522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5DE89A43-6BCE-4C08-1763-83CBDCB73432}"/>
                </a:ext>
              </a:extLst>
            </p:cNvPr>
            <p:cNvGrpSpPr/>
            <p:nvPr/>
          </p:nvGrpSpPr>
          <p:grpSpPr>
            <a:xfrm>
              <a:off x="2368571" y="2838314"/>
              <a:ext cx="360000" cy="360000"/>
              <a:chOff x="1515363" y="1988304"/>
              <a:chExt cx="360000" cy="360000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5DA9B450-303A-311F-6305-BA72A0E9592E}"/>
                  </a:ext>
                </a:extLst>
              </p:cNvPr>
              <p:cNvSpPr/>
              <p:nvPr/>
            </p:nvSpPr>
            <p:spPr>
              <a:xfrm>
                <a:off x="1515363" y="1988304"/>
                <a:ext cx="360000" cy="360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b="1"/>
              </a:p>
            </p:txBody>
          </p:sp>
          <p:pic>
            <p:nvPicPr>
              <p:cNvPr id="93" name="Graphic 92" descr="Flag with solid fill">
                <a:extLst>
                  <a:ext uri="{FF2B5EF4-FFF2-40B4-BE49-F238E27FC236}">
                    <a16:creationId xmlns:a16="http://schemas.microsoft.com/office/drawing/2014/main" id="{F237EBAD-6A22-F2FE-9B48-F7E31BF181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576940" y="2049881"/>
                <a:ext cx="236847" cy="236847"/>
              </a:xfrm>
              <a:prstGeom prst="rect">
                <a:avLst/>
              </a:prstGeom>
            </p:spPr>
          </p:pic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4D001AD0-1CC6-D655-A3FB-07D1BD0E6230}"/>
                </a:ext>
              </a:extLst>
            </p:cNvPr>
            <p:cNvSpPr txBox="1"/>
            <p:nvPr/>
          </p:nvSpPr>
          <p:spPr>
            <a:xfrm>
              <a:off x="1938106" y="3304920"/>
              <a:ext cx="1220931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PT" sz="1050" b="1" dirty="0">
                  <a:latin typeface="Santander Text" panose="020B0504020201020104" pitchFamily="34" charset="0"/>
                </a:rPr>
                <a:t>Abril</a:t>
              </a:r>
            </a:p>
          </p:txBody>
        </p:sp>
      </p:grpSp>
      <p:sp>
        <p:nvSpPr>
          <p:cNvPr id="89" name="Rectangle 88">
            <a:extLst>
              <a:ext uri="{FF2B5EF4-FFF2-40B4-BE49-F238E27FC236}">
                <a16:creationId xmlns:a16="http://schemas.microsoft.com/office/drawing/2014/main" id="{A2D8ED35-B0A5-3A21-1D75-3EDA9C6393DA}"/>
              </a:ext>
            </a:extLst>
          </p:cNvPr>
          <p:cNvSpPr/>
          <p:nvPr/>
        </p:nvSpPr>
        <p:spPr>
          <a:xfrm>
            <a:off x="5002648" y="2696095"/>
            <a:ext cx="2185116" cy="12379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Ficheiros BIYR2500/9500 passaram a apontar para o Modelo de Garantias e consequentemente, a </a:t>
            </a:r>
            <a:r>
              <a:rPr lang="pt-PT" sz="12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BDR – Capital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467E4291-1F42-8794-4E1F-5886989F0F45}"/>
              </a:ext>
            </a:extLst>
          </p:cNvPr>
          <p:cNvCxnSpPr>
            <a:cxnSpLocks/>
            <a:stCxn id="100" idx="4"/>
            <a:endCxn id="97" idx="0"/>
          </p:cNvCxnSpPr>
          <p:nvPr/>
        </p:nvCxnSpPr>
        <p:spPr>
          <a:xfrm>
            <a:off x="8294127" y="2165063"/>
            <a:ext cx="0" cy="531033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Group 95">
            <a:extLst>
              <a:ext uri="{FF2B5EF4-FFF2-40B4-BE49-F238E27FC236}">
                <a16:creationId xmlns:a16="http://schemas.microsoft.com/office/drawing/2014/main" id="{B50E5E75-B78F-1659-97F8-307408DB476B}"/>
              </a:ext>
            </a:extLst>
          </p:cNvPr>
          <p:cNvGrpSpPr/>
          <p:nvPr/>
        </p:nvGrpSpPr>
        <p:grpSpPr>
          <a:xfrm>
            <a:off x="7683662" y="1805063"/>
            <a:ext cx="1220931" cy="720522"/>
            <a:chOff x="1938106" y="2838314"/>
            <a:chExt cx="1220931" cy="720522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033B2D00-4F42-2258-B2FE-3D082D5700A0}"/>
                </a:ext>
              </a:extLst>
            </p:cNvPr>
            <p:cNvGrpSpPr/>
            <p:nvPr/>
          </p:nvGrpSpPr>
          <p:grpSpPr>
            <a:xfrm>
              <a:off x="2368571" y="2838314"/>
              <a:ext cx="360000" cy="360000"/>
              <a:chOff x="1515363" y="1988304"/>
              <a:chExt cx="360000" cy="360000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FAA2AEDF-CD56-C45E-DDDE-6CC1589F17D9}"/>
                  </a:ext>
                </a:extLst>
              </p:cNvPr>
              <p:cNvSpPr/>
              <p:nvPr/>
            </p:nvSpPr>
            <p:spPr>
              <a:xfrm>
                <a:off x="1515363" y="1988304"/>
                <a:ext cx="360000" cy="360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b="1"/>
              </a:p>
            </p:txBody>
          </p:sp>
          <p:pic>
            <p:nvPicPr>
              <p:cNvPr id="101" name="Graphic 100" descr="Flag with solid fill">
                <a:extLst>
                  <a:ext uri="{FF2B5EF4-FFF2-40B4-BE49-F238E27FC236}">
                    <a16:creationId xmlns:a16="http://schemas.microsoft.com/office/drawing/2014/main" id="{C00B89BF-3729-C871-82DB-5075F138F7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576940" y="2049881"/>
                <a:ext cx="236847" cy="236847"/>
              </a:xfrm>
              <a:prstGeom prst="rect">
                <a:avLst/>
              </a:prstGeom>
            </p:spPr>
          </p:pic>
        </p:grp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0AD4CD6D-FEFE-D653-220A-5E177066CE1B}"/>
                </a:ext>
              </a:extLst>
            </p:cNvPr>
            <p:cNvSpPr txBox="1"/>
            <p:nvPr/>
          </p:nvSpPr>
          <p:spPr>
            <a:xfrm>
              <a:off x="1938106" y="3304920"/>
              <a:ext cx="1220931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PT" sz="1050" b="1" dirty="0">
                  <a:latin typeface="Santander Text" panose="020B0504020201020104" pitchFamily="34" charset="0"/>
                </a:rPr>
                <a:t>Maio</a:t>
              </a:r>
            </a:p>
          </p:txBody>
        </p:sp>
      </p:grpSp>
      <p:sp>
        <p:nvSpPr>
          <p:cNvPr id="97" name="Rectangle 96">
            <a:extLst>
              <a:ext uri="{FF2B5EF4-FFF2-40B4-BE49-F238E27FC236}">
                <a16:creationId xmlns:a16="http://schemas.microsoft.com/office/drawing/2014/main" id="{7F2A58E2-5792-F55A-0D96-1CF03EA228BA}"/>
              </a:ext>
            </a:extLst>
          </p:cNvPr>
          <p:cNvSpPr/>
          <p:nvPr/>
        </p:nvSpPr>
        <p:spPr>
          <a:xfrm>
            <a:off x="7201569" y="2696096"/>
            <a:ext cx="2185116" cy="1237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O processo </a:t>
            </a:r>
            <a:r>
              <a:rPr lang="pt-PT" sz="12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Finrep da Contabilidade 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passou a apontar para o Modelo de garantias.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9B83954-3A92-E025-0A75-F5D3125467D4}"/>
              </a:ext>
            </a:extLst>
          </p:cNvPr>
          <p:cNvSpPr/>
          <p:nvPr/>
        </p:nvSpPr>
        <p:spPr>
          <a:xfrm>
            <a:off x="1121363" y="1528932"/>
            <a:ext cx="1266017" cy="2124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2021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266B6A9-3047-EF9F-85B7-9124F529695C}"/>
              </a:ext>
            </a:extLst>
          </p:cNvPr>
          <p:cNvSpPr/>
          <p:nvPr/>
        </p:nvSpPr>
        <p:spPr>
          <a:xfrm>
            <a:off x="2454244" y="1528932"/>
            <a:ext cx="1622041" cy="2124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S2 2022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31A9187-9377-A1C9-2E60-827B2DCF730C}"/>
              </a:ext>
            </a:extLst>
          </p:cNvPr>
          <p:cNvSpPr/>
          <p:nvPr/>
        </p:nvSpPr>
        <p:spPr>
          <a:xfrm>
            <a:off x="4143149" y="1528932"/>
            <a:ext cx="6529900" cy="2124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S1 2023</a:t>
            </a:r>
          </a:p>
        </p:txBody>
      </p:sp>
    </p:spTree>
    <p:extLst>
      <p:ext uri="{BB962C8B-B14F-4D97-AF65-F5344CB8AC3E}">
        <p14:creationId xmlns:p14="http://schemas.microsoft.com/office/powerpoint/2010/main" val="2005307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BE634D9-20F1-4014-875C-1A3705C52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7458" y="6402633"/>
            <a:ext cx="2742843" cy="365077"/>
          </a:xfrm>
        </p:spPr>
        <p:txBody>
          <a:bodyPr/>
          <a:lstStyle/>
          <a:p>
            <a:pPr defTabSz="914309"/>
            <a:fld id="{BC0D97B6-E32F-4D7D-B839-7C3B51F2640F}" type="slidenum">
              <a:rPr lang="es-ES">
                <a:solidFill>
                  <a:srgbClr val="EB0000"/>
                </a:solidFill>
                <a:latin typeface="Arial"/>
              </a:rPr>
              <a:pPr defTabSz="914309"/>
              <a:t>5</a:t>
            </a:fld>
            <a:endParaRPr lang="es-ES" dirty="0">
              <a:solidFill>
                <a:srgbClr val="EB0000"/>
              </a:solidFill>
              <a:latin typeface="Arial"/>
            </a:endParaRPr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1FEBDAC4-900D-D1B7-03CF-97D69CDD17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/>
          <a:lstStyle/>
          <a:p>
            <a:r>
              <a:rPr lang="pt-BR" sz="1934" dirty="0"/>
              <a:t>2. Modelo Único de Garantias | </a:t>
            </a:r>
            <a:r>
              <a:rPr lang="pt-PT" sz="1934" dirty="0">
                <a:latin typeface="+mj-lt"/>
              </a:rPr>
              <a:t>Arquitetura de Sistemas e de Informação (</a:t>
            </a:r>
            <a:r>
              <a:rPr lang="pt-PT" sz="1934" b="1" dirty="0">
                <a:latin typeface="+mj-lt"/>
              </a:rPr>
              <a:t>AS-IS)</a:t>
            </a:r>
            <a:endParaRPr lang="es-ES" sz="1934" b="1" dirty="0"/>
          </a:p>
          <a:p>
            <a:endParaRPr lang="es-ES" sz="1934" dirty="0"/>
          </a:p>
          <a:p>
            <a:endParaRPr lang="es-ES" sz="1934" dirty="0"/>
          </a:p>
          <a:p>
            <a:endParaRPr lang="es-ES" dirty="0"/>
          </a:p>
        </p:txBody>
      </p:sp>
      <p:sp>
        <p:nvSpPr>
          <p:cNvPr id="16" name="Rectángulo 302">
            <a:extLst>
              <a:ext uri="{FF2B5EF4-FFF2-40B4-BE49-F238E27FC236}">
                <a16:creationId xmlns:a16="http://schemas.microsoft.com/office/drawing/2014/main" id="{7906CCBD-313C-DEA5-6923-0CFA32F35C3A}"/>
              </a:ext>
            </a:extLst>
          </p:cNvPr>
          <p:cNvSpPr/>
          <p:nvPr/>
        </p:nvSpPr>
        <p:spPr>
          <a:xfrm>
            <a:off x="7425962" y="1576290"/>
            <a:ext cx="2327607" cy="36982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endParaRPr lang="es-ES" sz="1741">
              <a:solidFill>
                <a:prstClr val="white"/>
              </a:solidFill>
              <a:latin typeface="Arial"/>
            </a:endParaRPr>
          </a:p>
        </p:txBody>
      </p:sp>
      <p:sp>
        <p:nvSpPr>
          <p:cNvPr id="17" name="Rectángulo 68">
            <a:extLst>
              <a:ext uri="{FF2B5EF4-FFF2-40B4-BE49-F238E27FC236}">
                <a16:creationId xmlns:a16="http://schemas.microsoft.com/office/drawing/2014/main" id="{C44D31F6-2643-9511-88C4-AD0445C4F4D9}"/>
              </a:ext>
            </a:extLst>
          </p:cNvPr>
          <p:cNvSpPr/>
          <p:nvPr/>
        </p:nvSpPr>
        <p:spPr>
          <a:xfrm>
            <a:off x="718200" y="5097362"/>
            <a:ext cx="1672023" cy="11313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endParaRPr lang="es-ES" sz="1741">
              <a:solidFill>
                <a:prstClr val="white"/>
              </a:solidFill>
              <a:latin typeface="Arial"/>
            </a:endParaRPr>
          </a:p>
        </p:txBody>
      </p:sp>
      <p:sp>
        <p:nvSpPr>
          <p:cNvPr id="118" name="Rectángulo 68">
            <a:extLst>
              <a:ext uri="{FF2B5EF4-FFF2-40B4-BE49-F238E27FC236}">
                <a16:creationId xmlns:a16="http://schemas.microsoft.com/office/drawing/2014/main" id="{1D0E807A-65BB-A917-459B-BF4EF771E522}"/>
              </a:ext>
            </a:extLst>
          </p:cNvPr>
          <p:cNvSpPr/>
          <p:nvPr/>
        </p:nvSpPr>
        <p:spPr>
          <a:xfrm>
            <a:off x="717987" y="1829168"/>
            <a:ext cx="1672023" cy="28763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endParaRPr lang="es-ES" sz="1741">
              <a:solidFill>
                <a:prstClr val="white"/>
              </a:solidFill>
              <a:latin typeface="Arial"/>
            </a:endParaRPr>
          </a:p>
        </p:txBody>
      </p:sp>
      <p:sp>
        <p:nvSpPr>
          <p:cNvPr id="119" name="Rectángulo 69">
            <a:extLst>
              <a:ext uri="{FF2B5EF4-FFF2-40B4-BE49-F238E27FC236}">
                <a16:creationId xmlns:a16="http://schemas.microsoft.com/office/drawing/2014/main" id="{8BDDDB56-8948-D5C5-42A3-3287CDCB915E}"/>
              </a:ext>
            </a:extLst>
          </p:cNvPr>
          <p:cNvSpPr/>
          <p:nvPr/>
        </p:nvSpPr>
        <p:spPr>
          <a:xfrm>
            <a:off x="752795" y="1682038"/>
            <a:ext cx="1626309" cy="2784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en-GB" sz="1161" b="1" err="1">
                <a:solidFill>
                  <a:prstClr val="white"/>
                </a:solidFill>
                <a:latin typeface="Santander Text" panose="020B0504020201020104" pitchFamily="34" charset="0"/>
              </a:rPr>
              <a:t>Aplicações</a:t>
            </a:r>
            <a:r>
              <a:rPr lang="en-GB" sz="1161" b="1">
                <a:solidFill>
                  <a:prstClr val="white"/>
                </a:solidFill>
                <a:latin typeface="Santander Text" panose="020B0504020201020104" pitchFamily="34" charset="0"/>
              </a:rPr>
              <a:t> </a:t>
            </a:r>
            <a:r>
              <a:rPr lang="en-GB" sz="1161" b="1" err="1">
                <a:solidFill>
                  <a:prstClr val="white"/>
                </a:solidFill>
                <a:latin typeface="Santander Text" panose="020B0504020201020104" pitchFamily="34" charset="0"/>
              </a:rPr>
              <a:t>Contratos</a:t>
            </a:r>
            <a:endParaRPr lang="en-GB" sz="1161" b="1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5466BA4F-AF69-BF8F-4E15-0D7B0A2BA111}"/>
              </a:ext>
            </a:extLst>
          </p:cNvPr>
          <p:cNvGrpSpPr/>
          <p:nvPr/>
        </p:nvGrpSpPr>
        <p:grpSpPr>
          <a:xfrm>
            <a:off x="3023965" y="2392918"/>
            <a:ext cx="558768" cy="442880"/>
            <a:chOff x="3272267" y="3031604"/>
            <a:chExt cx="577911" cy="458053"/>
          </a:xfrm>
        </p:grpSpPr>
        <p:grpSp>
          <p:nvGrpSpPr>
            <p:cNvPr id="121" name="Grupo 83">
              <a:extLst>
                <a:ext uri="{FF2B5EF4-FFF2-40B4-BE49-F238E27FC236}">
                  <a16:creationId xmlns:a16="http://schemas.microsoft.com/office/drawing/2014/main" id="{6DA66D54-EC07-68C0-2C98-0FFDA3B22A31}"/>
                </a:ext>
              </a:extLst>
            </p:cNvPr>
            <p:cNvGrpSpPr/>
            <p:nvPr/>
          </p:nvGrpSpPr>
          <p:grpSpPr>
            <a:xfrm>
              <a:off x="3272267" y="3273657"/>
              <a:ext cx="577911" cy="216000"/>
              <a:chOff x="8038758" y="3835908"/>
              <a:chExt cx="1282700" cy="1173653"/>
            </a:xfrm>
            <a:solidFill>
              <a:schemeClr val="accent3">
                <a:lumMod val="60000"/>
                <a:lumOff val="40000"/>
              </a:schemeClr>
            </a:solidFill>
          </p:grpSpPr>
          <p:sp>
            <p:nvSpPr>
              <p:cNvPr id="123" name="Disco magnético 89">
                <a:extLst>
                  <a:ext uri="{FF2B5EF4-FFF2-40B4-BE49-F238E27FC236}">
                    <a16:creationId xmlns:a16="http://schemas.microsoft.com/office/drawing/2014/main" id="{35959E92-411E-1159-A410-FE23FA7B06B0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24" name="Disco magnético 91">
                <a:extLst>
                  <a:ext uri="{FF2B5EF4-FFF2-40B4-BE49-F238E27FC236}">
                    <a16:creationId xmlns:a16="http://schemas.microsoft.com/office/drawing/2014/main" id="{3E996FE0-D0ED-C96F-2F03-27C8DF15BB2E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25" name="Disco magnético 92">
                <a:extLst>
                  <a:ext uri="{FF2B5EF4-FFF2-40B4-BE49-F238E27FC236}">
                    <a16:creationId xmlns:a16="http://schemas.microsoft.com/office/drawing/2014/main" id="{059660AC-05E6-36FD-2D74-F7B855E845AC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</p:grpSp>
        <p:sp>
          <p:nvSpPr>
            <p:cNvPr id="122" name="CuadroTexto 86">
              <a:extLst>
                <a:ext uri="{FF2B5EF4-FFF2-40B4-BE49-F238E27FC236}">
                  <a16:creationId xmlns:a16="http://schemas.microsoft.com/office/drawing/2014/main" id="{6A42B0CF-7010-8EE8-2B8B-A794B308C6C7}"/>
                </a:ext>
              </a:extLst>
            </p:cNvPr>
            <p:cNvSpPr txBox="1"/>
            <p:nvPr/>
          </p:nvSpPr>
          <p:spPr>
            <a:xfrm>
              <a:off x="3377514" y="3031604"/>
              <a:ext cx="367415" cy="28226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 defTabSz="883512"/>
              <a:r>
                <a:rPr lang="es-ES" sz="1015" b="1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ICs</a:t>
              </a:r>
              <a:endParaRPr lang="es-ES" sz="1015" b="1">
                <a:solidFill>
                  <a:prstClr val="black"/>
                </a:solidFill>
                <a:latin typeface="Santander Text" panose="020B0504020201020104" pitchFamily="34" charset="0"/>
              </a:endParaRPr>
            </a:p>
          </p:txBody>
        </p:sp>
      </p:grpSp>
      <p:sp>
        <p:nvSpPr>
          <p:cNvPr id="126" name="Rectangle 18">
            <a:extLst>
              <a:ext uri="{FF2B5EF4-FFF2-40B4-BE49-F238E27FC236}">
                <a16:creationId xmlns:a16="http://schemas.microsoft.com/office/drawing/2014/main" id="{79284068-5686-A071-C044-A250434A5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368" y="3703103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PT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Empréstimos CH</a:t>
            </a:r>
          </a:p>
        </p:txBody>
      </p:sp>
      <p:sp>
        <p:nvSpPr>
          <p:cNvPr id="127" name="Rectangle 32">
            <a:extLst>
              <a:ext uri="{FF2B5EF4-FFF2-40B4-BE49-F238E27FC236}">
                <a16:creationId xmlns:a16="http://schemas.microsoft.com/office/drawing/2014/main" id="{ACB979C5-57C2-D6F3-BAF7-91D3947C2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368" y="2242297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BR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Confirming</a:t>
            </a:r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F53FCEFA-D5E5-F09F-B541-AD29D4AF0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368" y="4435170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PT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…</a:t>
            </a:r>
          </a:p>
        </p:txBody>
      </p:sp>
      <p:sp>
        <p:nvSpPr>
          <p:cNvPr id="129" name="Rectangle 18">
            <a:extLst>
              <a:ext uri="{FF2B5EF4-FFF2-40B4-BE49-F238E27FC236}">
                <a16:creationId xmlns:a16="http://schemas.microsoft.com/office/drawing/2014/main" id="{56A7ABDD-1A55-4E83-7866-E061F442E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368" y="3216907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en-US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Leasing</a:t>
            </a:r>
          </a:p>
        </p:txBody>
      </p:sp>
      <p:sp>
        <p:nvSpPr>
          <p:cNvPr id="130" name="Rectangle 30">
            <a:extLst>
              <a:ext uri="{FF2B5EF4-FFF2-40B4-BE49-F238E27FC236}">
                <a16:creationId xmlns:a16="http://schemas.microsoft.com/office/drawing/2014/main" id="{C90BC251-857E-8C09-CB76-A0E21F6E6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368" y="2729602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PT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Empréstimos CP</a:t>
            </a:r>
          </a:p>
        </p:txBody>
      </p:sp>
      <p:sp>
        <p:nvSpPr>
          <p:cNvPr id="131" name="Rectangle 30">
            <a:extLst>
              <a:ext uri="{FF2B5EF4-FFF2-40B4-BE49-F238E27FC236}">
                <a16:creationId xmlns:a16="http://schemas.microsoft.com/office/drawing/2014/main" id="{0D434B28-D6CA-C118-6925-8A3C1F207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368" y="3947865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PT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Contas</a:t>
            </a:r>
          </a:p>
        </p:txBody>
      </p:sp>
      <p:sp>
        <p:nvSpPr>
          <p:cNvPr id="132" name="Rectangle 32">
            <a:extLst>
              <a:ext uri="{FF2B5EF4-FFF2-40B4-BE49-F238E27FC236}">
                <a16:creationId xmlns:a16="http://schemas.microsoft.com/office/drawing/2014/main" id="{00A310D5-8475-2B57-D45A-43C79AD02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368" y="2485950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BR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Cartões</a:t>
            </a:r>
          </a:p>
        </p:txBody>
      </p:sp>
      <p:sp>
        <p:nvSpPr>
          <p:cNvPr id="133" name="Rectangle 32">
            <a:extLst>
              <a:ext uri="{FF2B5EF4-FFF2-40B4-BE49-F238E27FC236}">
                <a16:creationId xmlns:a16="http://schemas.microsoft.com/office/drawing/2014/main" id="{676C630A-59FA-DD3E-9749-634C84126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368" y="1997535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BR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Sigom</a:t>
            </a: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E7F8B423-3AF3-63D6-C431-569A0DDB791B}"/>
              </a:ext>
            </a:extLst>
          </p:cNvPr>
          <p:cNvGrpSpPr/>
          <p:nvPr/>
        </p:nvGrpSpPr>
        <p:grpSpPr>
          <a:xfrm>
            <a:off x="6458772" y="1951589"/>
            <a:ext cx="886781" cy="424435"/>
            <a:chOff x="5270531" y="2813744"/>
            <a:chExt cx="917161" cy="438976"/>
          </a:xfrm>
        </p:grpSpPr>
        <p:grpSp>
          <p:nvGrpSpPr>
            <p:cNvPr id="135" name="Grupo 83">
              <a:extLst>
                <a:ext uri="{FF2B5EF4-FFF2-40B4-BE49-F238E27FC236}">
                  <a16:creationId xmlns:a16="http://schemas.microsoft.com/office/drawing/2014/main" id="{F2DD55D6-712A-E126-ABBA-F43152ABBFF5}"/>
                </a:ext>
              </a:extLst>
            </p:cNvPr>
            <p:cNvGrpSpPr/>
            <p:nvPr/>
          </p:nvGrpSpPr>
          <p:grpSpPr>
            <a:xfrm>
              <a:off x="5423815" y="3036720"/>
              <a:ext cx="577911" cy="216000"/>
              <a:chOff x="8038758" y="3835908"/>
              <a:chExt cx="1282700" cy="1173653"/>
            </a:xfrm>
            <a:solidFill>
              <a:schemeClr val="accent1">
                <a:lumMod val="75000"/>
              </a:schemeClr>
            </a:solidFill>
          </p:grpSpPr>
          <p:sp>
            <p:nvSpPr>
              <p:cNvPr id="137" name="Disco magnético 89">
                <a:extLst>
                  <a:ext uri="{FF2B5EF4-FFF2-40B4-BE49-F238E27FC236}">
                    <a16:creationId xmlns:a16="http://schemas.microsoft.com/office/drawing/2014/main" id="{235585EE-CA87-E57D-975D-7AEC5ED08B31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38" name="Disco magnético 91">
                <a:extLst>
                  <a:ext uri="{FF2B5EF4-FFF2-40B4-BE49-F238E27FC236}">
                    <a16:creationId xmlns:a16="http://schemas.microsoft.com/office/drawing/2014/main" id="{931C7923-D6CA-CEB1-2338-6885E1267A87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39" name="Disco magnético 92">
                <a:extLst>
                  <a:ext uri="{FF2B5EF4-FFF2-40B4-BE49-F238E27FC236}">
                    <a16:creationId xmlns:a16="http://schemas.microsoft.com/office/drawing/2014/main" id="{9B9EF299-C038-FE34-928E-C2CFE6845FC7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</p:grpSp>
        <p:sp>
          <p:nvSpPr>
            <p:cNvPr id="136" name="CuadroTexto 86">
              <a:extLst>
                <a:ext uri="{FF2B5EF4-FFF2-40B4-BE49-F238E27FC236}">
                  <a16:creationId xmlns:a16="http://schemas.microsoft.com/office/drawing/2014/main" id="{4818185C-9D53-CD9D-5964-B494305183E9}"/>
                </a:ext>
              </a:extLst>
            </p:cNvPr>
            <p:cNvSpPr txBox="1"/>
            <p:nvPr/>
          </p:nvSpPr>
          <p:spPr>
            <a:xfrm>
              <a:off x="5270531" y="2813744"/>
              <a:ext cx="917161" cy="1833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 defTabSz="883512"/>
              <a:r>
                <a:rPr lang="es-ES" sz="1015" b="1">
                  <a:solidFill>
                    <a:prstClr val="black"/>
                  </a:solidFill>
                  <a:latin typeface="Santander Text" panose="020B0504020201020104" pitchFamily="34" charset="0"/>
                </a:rPr>
                <a:t>BDR</a:t>
              </a:r>
            </a:p>
          </p:txBody>
        </p:sp>
      </p:grpSp>
      <p:sp>
        <p:nvSpPr>
          <p:cNvPr id="140" name="Rectangle 32">
            <a:extLst>
              <a:ext uri="{FF2B5EF4-FFF2-40B4-BE49-F238E27FC236}">
                <a16:creationId xmlns:a16="http://schemas.microsoft.com/office/drawing/2014/main" id="{DD6F9B90-50AB-FBD3-781E-D129E42AF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986" y="5246092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BR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GPs</a:t>
            </a:r>
          </a:p>
        </p:txBody>
      </p:sp>
      <p:sp>
        <p:nvSpPr>
          <p:cNvPr id="141" name="Rectangle 18">
            <a:extLst>
              <a:ext uri="{FF2B5EF4-FFF2-40B4-BE49-F238E27FC236}">
                <a16:creationId xmlns:a16="http://schemas.microsoft.com/office/drawing/2014/main" id="{5FC69DEE-EC93-2775-9CCD-7A8D5E80D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368" y="3460560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en-US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Factoring</a:t>
            </a:r>
          </a:p>
        </p:txBody>
      </p:sp>
      <p:sp>
        <p:nvSpPr>
          <p:cNvPr id="142" name="Rectangle 30">
            <a:extLst>
              <a:ext uri="{FF2B5EF4-FFF2-40B4-BE49-F238E27FC236}">
                <a16:creationId xmlns:a16="http://schemas.microsoft.com/office/drawing/2014/main" id="{F4D6CD95-D951-4ECA-D6EC-7E7D3AE15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637" y="2973255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PT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Efeitos</a:t>
            </a:r>
          </a:p>
        </p:txBody>
      </p:sp>
      <p:sp>
        <p:nvSpPr>
          <p:cNvPr id="143" name="Rectangle 30">
            <a:extLst>
              <a:ext uri="{FF2B5EF4-FFF2-40B4-BE49-F238E27FC236}">
                <a16:creationId xmlns:a16="http://schemas.microsoft.com/office/drawing/2014/main" id="{B99D2602-8CF1-6CFB-9F83-01CF40D97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76" y="4191518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PT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Títulos</a:t>
            </a:r>
          </a:p>
        </p:txBody>
      </p:sp>
      <p:sp>
        <p:nvSpPr>
          <p:cNvPr id="144" name="Rectángulo 69">
            <a:extLst>
              <a:ext uri="{FF2B5EF4-FFF2-40B4-BE49-F238E27FC236}">
                <a16:creationId xmlns:a16="http://schemas.microsoft.com/office/drawing/2014/main" id="{4FCEE23A-0ADA-8529-4FD8-3DD854BA6C67}"/>
              </a:ext>
            </a:extLst>
          </p:cNvPr>
          <p:cNvSpPr/>
          <p:nvPr/>
        </p:nvSpPr>
        <p:spPr>
          <a:xfrm>
            <a:off x="751709" y="4922603"/>
            <a:ext cx="1626309" cy="2784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en-GB" sz="1161" b="1" err="1">
                <a:solidFill>
                  <a:prstClr val="white"/>
                </a:solidFill>
                <a:latin typeface="Santander Text" panose="020B0504020201020104" pitchFamily="34" charset="0"/>
              </a:rPr>
              <a:t>Aplicações</a:t>
            </a:r>
            <a:r>
              <a:rPr lang="en-GB" sz="1161" b="1">
                <a:solidFill>
                  <a:prstClr val="white"/>
                </a:solidFill>
                <a:latin typeface="Santander Text" panose="020B0504020201020104" pitchFamily="34" charset="0"/>
              </a:rPr>
              <a:t> </a:t>
            </a:r>
            <a:r>
              <a:rPr lang="en-GB" sz="1161" b="1" err="1">
                <a:solidFill>
                  <a:prstClr val="white"/>
                </a:solidFill>
                <a:latin typeface="Santander Text" panose="020B0504020201020104" pitchFamily="34" charset="0"/>
              </a:rPr>
              <a:t>Garantias</a:t>
            </a:r>
            <a:endParaRPr lang="en-GB" sz="1161" b="1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sp>
        <p:nvSpPr>
          <p:cNvPr id="145" name="Rectangle 32">
            <a:extLst>
              <a:ext uri="{FF2B5EF4-FFF2-40B4-BE49-F238E27FC236}">
                <a16:creationId xmlns:a16="http://schemas.microsoft.com/office/drawing/2014/main" id="{728DE50E-9058-E588-7DCD-ED5E69F82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986" y="5489744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BR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CS</a:t>
            </a:r>
          </a:p>
        </p:txBody>
      </p:sp>
      <p:sp>
        <p:nvSpPr>
          <p:cNvPr id="146" name="Rectangle 32">
            <a:extLst>
              <a:ext uri="{FF2B5EF4-FFF2-40B4-BE49-F238E27FC236}">
                <a16:creationId xmlns:a16="http://schemas.microsoft.com/office/drawing/2014/main" id="{80733FA5-A565-8020-2114-F51E90E4F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986" y="5733397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BR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Lease</a:t>
            </a:r>
          </a:p>
        </p:txBody>
      </p:sp>
      <p:sp>
        <p:nvSpPr>
          <p:cNvPr id="147" name="Rectangle 32">
            <a:extLst>
              <a:ext uri="{FF2B5EF4-FFF2-40B4-BE49-F238E27FC236}">
                <a16:creationId xmlns:a16="http://schemas.microsoft.com/office/drawing/2014/main" id="{DCF5881D-92B5-C4CE-3F48-5A82B9906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986" y="5977050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BR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Eurofac</a:t>
            </a:r>
          </a:p>
        </p:txBody>
      </p:sp>
      <p:sp>
        <p:nvSpPr>
          <p:cNvPr id="148" name="Rectángulo 68">
            <a:extLst>
              <a:ext uri="{FF2B5EF4-FFF2-40B4-BE49-F238E27FC236}">
                <a16:creationId xmlns:a16="http://schemas.microsoft.com/office/drawing/2014/main" id="{D0FE033C-EF59-8FEA-9472-95F4BCCCADD0}"/>
              </a:ext>
            </a:extLst>
          </p:cNvPr>
          <p:cNvSpPr/>
          <p:nvPr/>
        </p:nvSpPr>
        <p:spPr>
          <a:xfrm>
            <a:off x="717987" y="1167384"/>
            <a:ext cx="1672023" cy="4164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endParaRPr lang="es-ES" sz="1741">
              <a:solidFill>
                <a:prstClr val="white"/>
              </a:solidFill>
              <a:latin typeface="Arial"/>
            </a:endParaRPr>
          </a:p>
        </p:txBody>
      </p:sp>
      <p:sp>
        <p:nvSpPr>
          <p:cNvPr id="149" name="Rectangle 32">
            <a:extLst>
              <a:ext uri="{FF2B5EF4-FFF2-40B4-BE49-F238E27FC236}">
                <a16:creationId xmlns:a16="http://schemas.microsoft.com/office/drawing/2014/main" id="{1E9A5911-D64C-2176-6DEF-46B904C5EF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986" y="1315337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BR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BDP</a:t>
            </a:r>
          </a:p>
        </p:txBody>
      </p:sp>
      <p:sp>
        <p:nvSpPr>
          <p:cNvPr id="150" name="Rectángulo 69">
            <a:extLst>
              <a:ext uri="{FF2B5EF4-FFF2-40B4-BE49-F238E27FC236}">
                <a16:creationId xmlns:a16="http://schemas.microsoft.com/office/drawing/2014/main" id="{94253E49-1BDF-DEF8-F112-54A1AAA13F56}"/>
              </a:ext>
            </a:extLst>
          </p:cNvPr>
          <p:cNvSpPr/>
          <p:nvPr/>
        </p:nvSpPr>
        <p:spPr>
          <a:xfrm>
            <a:off x="752795" y="991847"/>
            <a:ext cx="1626309" cy="2784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en-GB" sz="1161" b="1" err="1">
                <a:solidFill>
                  <a:prstClr val="white"/>
                </a:solidFill>
                <a:latin typeface="Santander Text" panose="020B0504020201020104" pitchFamily="34" charset="0"/>
              </a:rPr>
              <a:t>Aplicações</a:t>
            </a:r>
            <a:r>
              <a:rPr lang="en-GB" sz="1161" b="1">
                <a:solidFill>
                  <a:prstClr val="white"/>
                </a:solidFill>
                <a:latin typeface="Santander Text" panose="020B0504020201020104" pitchFamily="34" charset="0"/>
              </a:rPr>
              <a:t> </a:t>
            </a:r>
            <a:r>
              <a:rPr lang="en-GB" sz="1161" b="1" err="1">
                <a:solidFill>
                  <a:prstClr val="white"/>
                </a:solidFill>
                <a:latin typeface="Santander Text" panose="020B0504020201020104" pitchFamily="34" charset="0"/>
              </a:rPr>
              <a:t>Clientes</a:t>
            </a:r>
            <a:endParaRPr lang="en-GB" sz="1161" b="1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151" name="Conector angular 217">
            <a:extLst>
              <a:ext uri="{FF2B5EF4-FFF2-40B4-BE49-F238E27FC236}">
                <a16:creationId xmlns:a16="http://schemas.microsoft.com/office/drawing/2014/main" id="{21B1BC0D-93D7-1C8F-9B0F-F2FA22627943}"/>
              </a:ext>
            </a:extLst>
          </p:cNvPr>
          <p:cNvCxnSpPr>
            <a:cxnSpLocks/>
            <a:stCxn id="140" idx="3"/>
            <a:endCxn id="220" idx="1"/>
          </p:cNvCxnSpPr>
          <p:nvPr/>
        </p:nvCxnSpPr>
        <p:spPr>
          <a:xfrm>
            <a:off x="2217023" y="5350513"/>
            <a:ext cx="609794" cy="372918"/>
          </a:xfrm>
          <a:prstGeom prst="bentConnector3">
            <a:avLst>
              <a:gd name="adj1" fmla="val 61957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ector angular 217">
            <a:extLst>
              <a:ext uri="{FF2B5EF4-FFF2-40B4-BE49-F238E27FC236}">
                <a16:creationId xmlns:a16="http://schemas.microsoft.com/office/drawing/2014/main" id="{063B0E06-E827-B2EF-7083-4A05DA7DE8F4}"/>
              </a:ext>
            </a:extLst>
          </p:cNvPr>
          <p:cNvCxnSpPr>
            <a:cxnSpLocks/>
            <a:stCxn id="145" idx="3"/>
            <a:endCxn id="220" idx="1"/>
          </p:cNvCxnSpPr>
          <p:nvPr/>
        </p:nvCxnSpPr>
        <p:spPr>
          <a:xfrm>
            <a:off x="2217023" y="5594166"/>
            <a:ext cx="609794" cy="129265"/>
          </a:xfrm>
          <a:prstGeom prst="bentConnector3">
            <a:avLst>
              <a:gd name="adj1" fmla="val 61893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ector angular 217">
            <a:extLst>
              <a:ext uri="{FF2B5EF4-FFF2-40B4-BE49-F238E27FC236}">
                <a16:creationId xmlns:a16="http://schemas.microsoft.com/office/drawing/2014/main" id="{C1D0C755-573C-408F-823F-A869F660D94F}"/>
              </a:ext>
            </a:extLst>
          </p:cNvPr>
          <p:cNvCxnSpPr>
            <a:cxnSpLocks/>
            <a:stCxn id="146" idx="3"/>
            <a:endCxn id="220" idx="1"/>
          </p:cNvCxnSpPr>
          <p:nvPr/>
        </p:nvCxnSpPr>
        <p:spPr>
          <a:xfrm flipV="1">
            <a:off x="2217023" y="5723431"/>
            <a:ext cx="609794" cy="114388"/>
          </a:xfrm>
          <a:prstGeom prst="bentConnector3">
            <a:avLst>
              <a:gd name="adj1" fmla="val 61893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angular 217">
            <a:extLst>
              <a:ext uri="{FF2B5EF4-FFF2-40B4-BE49-F238E27FC236}">
                <a16:creationId xmlns:a16="http://schemas.microsoft.com/office/drawing/2014/main" id="{BD0B4369-051E-AB58-64DA-6EE447EFAA4D}"/>
              </a:ext>
            </a:extLst>
          </p:cNvPr>
          <p:cNvCxnSpPr>
            <a:cxnSpLocks/>
            <a:stCxn id="118" idx="3"/>
            <a:endCxn id="124" idx="2"/>
          </p:cNvCxnSpPr>
          <p:nvPr/>
        </p:nvCxnSpPr>
        <p:spPr>
          <a:xfrm flipV="1">
            <a:off x="2390010" y="2731375"/>
            <a:ext cx="633955" cy="535971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ector angular 217">
            <a:extLst>
              <a:ext uri="{FF2B5EF4-FFF2-40B4-BE49-F238E27FC236}">
                <a16:creationId xmlns:a16="http://schemas.microsoft.com/office/drawing/2014/main" id="{E094EFE0-2E80-9C7C-5A71-45519DE6CAFF}"/>
              </a:ext>
            </a:extLst>
          </p:cNvPr>
          <p:cNvCxnSpPr>
            <a:cxnSpLocks/>
            <a:stCxn id="124" idx="4"/>
            <a:endCxn id="139" idx="2"/>
          </p:cNvCxnSpPr>
          <p:nvPr/>
        </p:nvCxnSpPr>
        <p:spPr>
          <a:xfrm flipV="1">
            <a:off x="3582733" y="2207163"/>
            <a:ext cx="3024246" cy="524212"/>
          </a:xfrm>
          <a:prstGeom prst="bentConnector3">
            <a:avLst>
              <a:gd name="adj1" fmla="val 46084"/>
            </a:avLst>
          </a:prstGeom>
          <a:ln w="19050">
            <a:solidFill>
              <a:schemeClr val="accent3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C7E10AE4-7C60-0CA5-BA9A-2955B52BA6EF}"/>
              </a:ext>
            </a:extLst>
          </p:cNvPr>
          <p:cNvGrpSpPr/>
          <p:nvPr/>
        </p:nvGrpSpPr>
        <p:grpSpPr>
          <a:xfrm>
            <a:off x="5716530" y="4574163"/>
            <a:ext cx="558768" cy="392611"/>
            <a:chOff x="3847857" y="924730"/>
            <a:chExt cx="577911" cy="406062"/>
          </a:xfrm>
        </p:grpSpPr>
        <p:grpSp>
          <p:nvGrpSpPr>
            <p:cNvPr id="157" name="Grupo 83">
              <a:extLst>
                <a:ext uri="{FF2B5EF4-FFF2-40B4-BE49-F238E27FC236}">
                  <a16:creationId xmlns:a16="http://schemas.microsoft.com/office/drawing/2014/main" id="{1719AD6B-7A19-72D1-F752-2206A76D6154}"/>
                </a:ext>
              </a:extLst>
            </p:cNvPr>
            <p:cNvGrpSpPr/>
            <p:nvPr/>
          </p:nvGrpSpPr>
          <p:grpSpPr>
            <a:xfrm>
              <a:off x="3847857" y="1114792"/>
              <a:ext cx="577911" cy="216000"/>
              <a:chOff x="8038758" y="3835908"/>
              <a:chExt cx="1282700" cy="1173653"/>
            </a:xfrm>
            <a:solidFill>
              <a:schemeClr val="accent5"/>
            </a:solidFill>
          </p:grpSpPr>
          <p:sp>
            <p:nvSpPr>
              <p:cNvPr id="159" name="Disco magnético 89">
                <a:extLst>
                  <a:ext uri="{FF2B5EF4-FFF2-40B4-BE49-F238E27FC236}">
                    <a16:creationId xmlns:a16="http://schemas.microsoft.com/office/drawing/2014/main" id="{A0AE8363-D909-E28A-3E7F-A3BFFBFA0BED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60" name="Disco magnético 91">
                <a:extLst>
                  <a:ext uri="{FF2B5EF4-FFF2-40B4-BE49-F238E27FC236}">
                    <a16:creationId xmlns:a16="http://schemas.microsoft.com/office/drawing/2014/main" id="{7D00492D-D033-6160-C22E-D70A806BB335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61" name="Disco magnético 92">
                <a:extLst>
                  <a:ext uri="{FF2B5EF4-FFF2-40B4-BE49-F238E27FC236}">
                    <a16:creationId xmlns:a16="http://schemas.microsoft.com/office/drawing/2014/main" id="{9B19D8CC-B4B2-F22E-47BF-248E5616D83F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</p:grpSp>
        <p:sp>
          <p:nvSpPr>
            <p:cNvPr id="158" name="CuadroTexto 86">
              <a:extLst>
                <a:ext uri="{FF2B5EF4-FFF2-40B4-BE49-F238E27FC236}">
                  <a16:creationId xmlns:a16="http://schemas.microsoft.com/office/drawing/2014/main" id="{16A4A094-9062-686B-C2FE-062E0268ECFB}"/>
                </a:ext>
              </a:extLst>
            </p:cNvPr>
            <p:cNvSpPr txBox="1"/>
            <p:nvPr/>
          </p:nvSpPr>
          <p:spPr>
            <a:xfrm>
              <a:off x="3860802" y="924730"/>
              <a:ext cx="550921" cy="1833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 defTabSz="883512"/>
              <a:r>
                <a:rPr lang="es-ES" sz="1015" b="1">
                  <a:solidFill>
                    <a:prstClr val="black"/>
                  </a:solidFill>
                  <a:latin typeface="Santander Text" panose="020B0504020201020104" pitchFamily="34" charset="0"/>
                </a:rPr>
                <a:t>IFRS9</a:t>
              </a:r>
            </a:p>
          </p:txBody>
        </p:sp>
      </p:grpSp>
      <p:sp>
        <p:nvSpPr>
          <p:cNvPr id="162" name="TextBox 161">
            <a:extLst>
              <a:ext uri="{FF2B5EF4-FFF2-40B4-BE49-F238E27FC236}">
                <a16:creationId xmlns:a16="http://schemas.microsoft.com/office/drawing/2014/main" id="{273E04CD-294D-6183-B148-5A604F2EFF9B}"/>
              </a:ext>
            </a:extLst>
          </p:cNvPr>
          <p:cNvSpPr txBox="1"/>
          <p:nvPr/>
        </p:nvSpPr>
        <p:spPr>
          <a:xfrm>
            <a:off x="3968923" y="3280432"/>
            <a:ext cx="774462" cy="557966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34808" rIns="34808" rtlCol="0">
            <a:spAutoFit/>
          </a:bodyPr>
          <a:lstStyle/>
          <a:p>
            <a:pPr algn="ctr" defTabSz="883512"/>
            <a:r>
              <a:rPr lang="pt-PT" sz="1015">
                <a:solidFill>
                  <a:prstClr val="black"/>
                </a:solidFill>
                <a:latin typeface="Arial"/>
              </a:rPr>
              <a:t>Ficheiros BIYR2500 / BYR9500</a:t>
            </a:r>
          </a:p>
        </p:txBody>
      </p:sp>
      <p:cxnSp>
        <p:nvCxnSpPr>
          <p:cNvPr id="163" name="Conector angular 217">
            <a:extLst>
              <a:ext uri="{FF2B5EF4-FFF2-40B4-BE49-F238E27FC236}">
                <a16:creationId xmlns:a16="http://schemas.microsoft.com/office/drawing/2014/main" id="{27228CDE-A347-CEF4-78C9-82657142C4DB}"/>
              </a:ext>
            </a:extLst>
          </p:cNvPr>
          <p:cNvCxnSpPr>
            <a:cxnSpLocks/>
            <a:stCxn id="162" idx="3"/>
            <a:endCxn id="138" idx="2"/>
          </p:cNvCxnSpPr>
          <p:nvPr/>
        </p:nvCxnSpPr>
        <p:spPr>
          <a:xfrm flipV="1">
            <a:off x="4743384" y="2271601"/>
            <a:ext cx="1863595" cy="1287813"/>
          </a:xfrm>
          <a:prstGeom prst="bentConnector3">
            <a:avLst>
              <a:gd name="adj1" fmla="val 26069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B1D393A7-0A4F-B0DC-0778-F725EEF2E025}"/>
              </a:ext>
            </a:extLst>
          </p:cNvPr>
          <p:cNvSpPr txBox="1"/>
          <p:nvPr/>
        </p:nvSpPr>
        <p:spPr>
          <a:xfrm>
            <a:off x="7376846" y="1583494"/>
            <a:ext cx="1279762" cy="27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83512"/>
            <a:r>
              <a:rPr lang="pt-PT" sz="1161" b="1">
                <a:solidFill>
                  <a:prstClr val="black"/>
                </a:solidFill>
                <a:latin typeface="Arial"/>
              </a:rPr>
              <a:t>Data </a:t>
            </a:r>
            <a:r>
              <a:rPr lang="pt-PT" sz="1161" b="1" err="1">
                <a:solidFill>
                  <a:prstClr val="black"/>
                </a:solidFill>
                <a:latin typeface="Arial"/>
              </a:rPr>
              <a:t>Lake</a:t>
            </a:r>
            <a:endParaRPr lang="pt-PT" sz="1161" b="1">
              <a:solidFill>
                <a:prstClr val="black"/>
              </a:solidFill>
              <a:latin typeface="Arial"/>
            </a:endParaRPr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2EA4E730-67A9-BDC0-61FD-14DD74F47562}"/>
              </a:ext>
            </a:extLst>
          </p:cNvPr>
          <p:cNvGrpSpPr/>
          <p:nvPr/>
        </p:nvGrpSpPr>
        <p:grpSpPr>
          <a:xfrm>
            <a:off x="7776941" y="4570885"/>
            <a:ext cx="558768" cy="392611"/>
            <a:chOff x="3847857" y="924730"/>
            <a:chExt cx="577911" cy="406062"/>
          </a:xfrm>
        </p:grpSpPr>
        <p:grpSp>
          <p:nvGrpSpPr>
            <p:cNvPr id="166" name="Grupo 83">
              <a:extLst>
                <a:ext uri="{FF2B5EF4-FFF2-40B4-BE49-F238E27FC236}">
                  <a16:creationId xmlns:a16="http://schemas.microsoft.com/office/drawing/2014/main" id="{984FD1D2-19F2-F7EC-3F58-CC8FC9AE35E3}"/>
                </a:ext>
              </a:extLst>
            </p:cNvPr>
            <p:cNvGrpSpPr/>
            <p:nvPr/>
          </p:nvGrpSpPr>
          <p:grpSpPr>
            <a:xfrm>
              <a:off x="3847857" y="1114792"/>
              <a:ext cx="577911" cy="216000"/>
              <a:chOff x="8038758" y="3835908"/>
              <a:chExt cx="1282700" cy="1173653"/>
            </a:xfrm>
            <a:solidFill>
              <a:schemeClr val="accent5"/>
            </a:solidFill>
          </p:grpSpPr>
          <p:sp>
            <p:nvSpPr>
              <p:cNvPr id="168" name="Disco magnético 89">
                <a:extLst>
                  <a:ext uri="{FF2B5EF4-FFF2-40B4-BE49-F238E27FC236}">
                    <a16:creationId xmlns:a16="http://schemas.microsoft.com/office/drawing/2014/main" id="{00630B94-9E39-D8C3-2D3E-67BCFF12265F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69" name="Disco magnético 91">
                <a:extLst>
                  <a:ext uri="{FF2B5EF4-FFF2-40B4-BE49-F238E27FC236}">
                    <a16:creationId xmlns:a16="http://schemas.microsoft.com/office/drawing/2014/main" id="{D0AB84A0-14F3-848C-D668-DFBFD12B4B7F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70" name="Disco magnético 92">
                <a:extLst>
                  <a:ext uri="{FF2B5EF4-FFF2-40B4-BE49-F238E27FC236}">
                    <a16:creationId xmlns:a16="http://schemas.microsoft.com/office/drawing/2014/main" id="{65542D1B-59BD-A55C-D896-3295F1E56B5E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</p:grpSp>
        <p:sp>
          <p:nvSpPr>
            <p:cNvPr id="167" name="CuadroTexto 86">
              <a:extLst>
                <a:ext uri="{FF2B5EF4-FFF2-40B4-BE49-F238E27FC236}">
                  <a16:creationId xmlns:a16="http://schemas.microsoft.com/office/drawing/2014/main" id="{C6EC396F-DAB4-0B78-1E3E-949A44B53913}"/>
                </a:ext>
              </a:extLst>
            </p:cNvPr>
            <p:cNvSpPr txBox="1"/>
            <p:nvPr/>
          </p:nvSpPr>
          <p:spPr>
            <a:xfrm>
              <a:off x="3860802" y="924730"/>
              <a:ext cx="550921" cy="1833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 defTabSz="883512"/>
              <a:r>
                <a:rPr lang="es-ES" sz="1015" b="1">
                  <a:solidFill>
                    <a:prstClr val="black"/>
                  </a:solidFill>
                  <a:latin typeface="Santander Text" panose="020B0504020201020104" pitchFamily="34" charset="0"/>
                </a:rPr>
                <a:t>DL IFRS9</a:t>
              </a:r>
            </a:p>
          </p:txBody>
        </p: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20C05626-7886-C0CC-48D7-7F2623307486}"/>
              </a:ext>
            </a:extLst>
          </p:cNvPr>
          <p:cNvGrpSpPr/>
          <p:nvPr/>
        </p:nvGrpSpPr>
        <p:grpSpPr>
          <a:xfrm>
            <a:off x="7516578" y="3267209"/>
            <a:ext cx="1110368" cy="460184"/>
            <a:chOff x="8628564" y="1927475"/>
            <a:chExt cx="1148408" cy="475950"/>
          </a:xfrm>
        </p:grpSpPr>
        <p:grpSp>
          <p:nvGrpSpPr>
            <p:cNvPr id="172" name="Grupo 83">
              <a:extLst>
                <a:ext uri="{FF2B5EF4-FFF2-40B4-BE49-F238E27FC236}">
                  <a16:creationId xmlns:a16="http://schemas.microsoft.com/office/drawing/2014/main" id="{894BA67C-B6B6-0759-C6D2-9E8BCE07C2DD}"/>
                </a:ext>
              </a:extLst>
            </p:cNvPr>
            <p:cNvGrpSpPr/>
            <p:nvPr/>
          </p:nvGrpSpPr>
          <p:grpSpPr>
            <a:xfrm>
              <a:off x="8913813" y="2187425"/>
              <a:ext cx="577911" cy="216000"/>
              <a:chOff x="8038758" y="3835908"/>
              <a:chExt cx="1282700" cy="1173653"/>
            </a:xfrm>
            <a:solidFill>
              <a:schemeClr val="accent3">
                <a:lumMod val="60000"/>
                <a:lumOff val="40000"/>
              </a:schemeClr>
            </a:solidFill>
          </p:grpSpPr>
          <p:sp>
            <p:nvSpPr>
              <p:cNvPr id="174" name="Disco magnético 89">
                <a:extLst>
                  <a:ext uri="{FF2B5EF4-FFF2-40B4-BE49-F238E27FC236}">
                    <a16:creationId xmlns:a16="http://schemas.microsoft.com/office/drawing/2014/main" id="{CDF83B3B-17F9-9C6E-3F83-4827BFF5FE16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75" name="Disco magnético 91">
                <a:extLst>
                  <a:ext uri="{FF2B5EF4-FFF2-40B4-BE49-F238E27FC236}">
                    <a16:creationId xmlns:a16="http://schemas.microsoft.com/office/drawing/2014/main" id="{8F04C286-6D3A-1F9A-734B-0838FCB6EE45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76" name="Disco magnético 92">
                <a:extLst>
                  <a:ext uri="{FF2B5EF4-FFF2-40B4-BE49-F238E27FC236}">
                    <a16:creationId xmlns:a16="http://schemas.microsoft.com/office/drawing/2014/main" id="{9094CDF9-B09B-7C4B-3D79-36CC674FE344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</p:grpSp>
        <p:sp>
          <p:nvSpPr>
            <p:cNvPr id="173" name="CuadroTexto 86">
              <a:extLst>
                <a:ext uri="{FF2B5EF4-FFF2-40B4-BE49-F238E27FC236}">
                  <a16:creationId xmlns:a16="http://schemas.microsoft.com/office/drawing/2014/main" id="{A6E82650-F98B-3C6A-BB58-05856F0F866C}"/>
                </a:ext>
              </a:extLst>
            </p:cNvPr>
            <p:cNvSpPr txBox="1"/>
            <p:nvPr/>
          </p:nvSpPr>
          <p:spPr>
            <a:xfrm>
              <a:off x="8628564" y="1927475"/>
              <a:ext cx="1148408" cy="18147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 defTabSz="883512"/>
              <a:r>
                <a:rPr lang="es-ES" sz="1015" b="1">
                  <a:solidFill>
                    <a:prstClr val="black"/>
                  </a:solidFill>
                  <a:latin typeface="Santander Text" panose="020B0504020201020104" pitchFamily="34" charset="0"/>
                </a:rPr>
                <a:t>DL </a:t>
              </a:r>
              <a:r>
                <a:rPr lang="es-ES" sz="1015" b="1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Contabilidade</a:t>
              </a:r>
              <a:r>
                <a:rPr lang="es-ES" sz="1015" b="1">
                  <a:solidFill>
                    <a:prstClr val="black"/>
                  </a:solidFill>
                  <a:latin typeface="Santander Text" panose="020B0504020201020104" pitchFamily="34" charset="0"/>
                </a:rPr>
                <a:t> / </a:t>
              </a:r>
              <a:r>
                <a:rPr lang="es-ES" sz="1015" b="1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Finrep</a:t>
              </a:r>
              <a:endParaRPr lang="es-ES" sz="1015" b="1">
                <a:solidFill>
                  <a:prstClr val="black"/>
                </a:solidFill>
                <a:latin typeface="Santander Text" panose="020B0504020201020104" pitchFamily="34" charset="0"/>
              </a:endParaRPr>
            </a:p>
          </p:txBody>
        </p:sp>
      </p:grpSp>
      <p:cxnSp>
        <p:nvCxnSpPr>
          <p:cNvPr id="177" name="Conector angular 217">
            <a:extLst>
              <a:ext uri="{FF2B5EF4-FFF2-40B4-BE49-F238E27FC236}">
                <a16:creationId xmlns:a16="http://schemas.microsoft.com/office/drawing/2014/main" id="{822A2D66-5400-C987-877B-6B517816C61F}"/>
              </a:ext>
            </a:extLst>
          </p:cNvPr>
          <p:cNvCxnSpPr>
            <a:cxnSpLocks/>
            <a:stCxn id="162" idx="3"/>
            <a:endCxn id="189" idx="2"/>
          </p:cNvCxnSpPr>
          <p:nvPr/>
        </p:nvCxnSpPr>
        <p:spPr>
          <a:xfrm>
            <a:off x="4743384" y="3559415"/>
            <a:ext cx="1880715" cy="707348"/>
          </a:xfrm>
          <a:prstGeom prst="bentConnector3">
            <a:avLst>
              <a:gd name="adj1" fmla="val 2594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ector angular 217">
            <a:extLst>
              <a:ext uri="{FF2B5EF4-FFF2-40B4-BE49-F238E27FC236}">
                <a16:creationId xmlns:a16="http://schemas.microsoft.com/office/drawing/2014/main" id="{DBA5A670-AA6E-82FA-7C08-3A132883A67E}"/>
              </a:ext>
            </a:extLst>
          </p:cNvPr>
          <p:cNvCxnSpPr>
            <a:cxnSpLocks/>
            <a:stCxn id="160" idx="4"/>
            <a:endCxn id="169" idx="2"/>
          </p:cNvCxnSpPr>
          <p:nvPr/>
        </p:nvCxnSpPr>
        <p:spPr>
          <a:xfrm flipV="1">
            <a:off x="6275298" y="4859074"/>
            <a:ext cx="1501642" cy="327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630A53EA-15DE-253D-5BDA-AC7725F65471}"/>
              </a:ext>
            </a:extLst>
          </p:cNvPr>
          <p:cNvGrpSpPr/>
          <p:nvPr/>
        </p:nvGrpSpPr>
        <p:grpSpPr>
          <a:xfrm>
            <a:off x="8719668" y="3325011"/>
            <a:ext cx="978392" cy="403059"/>
            <a:chOff x="7424185" y="4914310"/>
            <a:chExt cx="1011910" cy="416867"/>
          </a:xfrm>
        </p:grpSpPr>
        <p:grpSp>
          <p:nvGrpSpPr>
            <p:cNvPr id="180" name="Grupo 83">
              <a:extLst>
                <a:ext uri="{FF2B5EF4-FFF2-40B4-BE49-F238E27FC236}">
                  <a16:creationId xmlns:a16="http://schemas.microsoft.com/office/drawing/2014/main" id="{4A0609B1-1F56-9BF9-27C3-3BEE3D770E7A}"/>
                </a:ext>
              </a:extLst>
            </p:cNvPr>
            <p:cNvGrpSpPr/>
            <p:nvPr/>
          </p:nvGrpSpPr>
          <p:grpSpPr>
            <a:xfrm>
              <a:off x="7460803" y="5115177"/>
              <a:ext cx="577911" cy="216000"/>
              <a:chOff x="8038758" y="3835908"/>
              <a:chExt cx="1282700" cy="1173653"/>
            </a:xfrm>
            <a:solidFill>
              <a:schemeClr val="accent4">
                <a:lumMod val="75000"/>
              </a:schemeClr>
            </a:solidFill>
          </p:grpSpPr>
          <p:sp>
            <p:nvSpPr>
              <p:cNvPr id="182" name="Disco magnético 89">
                <a:extLst>
                  <a:ext uri="{FF2B5EF4-FFF2-40B4-BE49-F238E27FC236}">
                    <a16:creationId xmlns:a16="http://schemas.microsoft.com/office/drawing/2014/main" id="{32D94050-AFF4-12EA-4344-ED6DAF4F25E3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83" name="Disco magnético 91">
                <a:extLst>
                  <a:ext uri="{FF2B5EF4-FFF2-40B4-BE49-F238E27FC236}">
                    <a16:creationId xmlns:a16="http://schemas.microsoft.com/office/drawing/2014/main" id="{0B298C02-2D8E-7BCC-8783-BE4605D7019C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84" name="Disco magnético 92">
                <a:extLst>
                  <a:ext uri="{FF2B5EF4-FFF2-40B4-BE49-F238E27FC236}">
                    <a16:creationId xmlns:a16="http://schemas.microsoft.com/office/drawing/2014/main" id="{A7592915-14A5-1B24-2780-CBE3EB16C5D4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</p:grpSp>
        <p:sp>
          <p:nvSpPr>
            <p:cNvPr id="181" name="CuadroTexto 86">
              <a:extLst>
                <a:ext uri="{FF2B5EF4-FFF2-40B4-BE49-F238E27FC236}">
                  <a16:creationId xmlns:a16="http://schemas.microsoft.com/office/drawing/2014/main" id="{8C37B677-905E-4E5B-3562-FC4117A3CA43}"/>
                </a:ext>
              </a:extLst>
            </p:cNvPr>
            <p:cNvSpPr txBox="1"/>
            <p:nvPr/>
          </p:nvSpPr>
          <p:spPr>
            <a:xfrm>
              <a:off x="7424185" y="4914310"/>
              <a:ext cx="1011910" cy="15951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 defTabSz="883512"/>
              <a:r>
                <a:rPr lang="es-ES" sz="1015" b="1">
                  <a:solidFill>
                    <a:prstClr val="black"/>
                  </a:solidFill>
                  <a:latin typeface="Santander Text" panose="020B0504020201020104" pitchFamily="34" charset="0"/>
                </a:rPr>
                <a:t>DL ALM Liquidez</a:t>
              </a:r>
            </a:p>
          </p:txBody>
        </p:sp>
      </p:grpSp>
      <p:cxnSp>
        <p:nvCxnSpPr>
          <p:cNvPr id="185" name="Conector angular 217">
            <a:extLst>
              <a:ext uri="{FF2B5EF4-FFF2-40B4-BE49-F238E27FC236}">
                <a16:creationId xmlns:a16="http://schemas.microsoft.com/office/drawing/2014/main" id="{BE56E6AB-04F7-9639-A563-78715007332C}"/>
              </a:ext>
            </a:extLst>
          </p:cNvPr>
          <p:cNvCxnSpPr>
            <a:cxnSpLocks/>
            <a:stCxn id="148" idx="3"/>
            <a:endCxn id="124" idx="2"/>
          </p:cNvCxnSpPr>
          <p:nvPr/>
        </p:nvCxnSpPr>
        <p:spPr>
          <a:xfrm>
            <a:off x="2390010" y="1375618"/>
            <a:ext cx="633955" cy="1355757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AD920669-B907-E0F8-ACAA-0092DA2E3F6D}"/>
              </a:ext>
            </a:extLst>
          </p:cNvPr>
          <p:cNvGrpSpPr/>
          <p:nvPr/>
        </p:nvGrpSpPr>
        <p:grpSpPr>
          <a:xfrm>
            <a:off x="6412593" y="4011191"/>
            <a:ext cx="1008000" cy="424435"/>
            <a:chOff x="5627047" y="4580785"/>
            <a:chExt cx="1042532" cy="438976"/>
          </a:xfrm>
        </p:grpSpPr>
        <p:sp>
          <p:nvSpPr>
            <p:cNvPr id="187" name="Disco magnético 89">
              <a:extLst>
                <a:ext uri="{FF2B5EF4-FFF2-40B4-BE49-F238E27FC236}">
                  <a16:creationId xmlns:a16="http://schemas.microsoft.com/office/drawing/2014/main" id="{36A8DBD7-178B-4E3A-9BAA-5FAD0DCBE64A}"/>
                </a:ext>
              </a:extLst>
            </p:cNvPr>
            <p:cNvSpPr/>
            <p:nvPr/>
          </p:nvSpPr>
          <p:spPr>
            <a:xfrm>
              <a:off x="5845805" y="4937056"/>
              <a:ext cx="577911" cy="82705"/>
            </a:xfrm>
            <a:prstGeom prst="flowChartMagneticDisk">
              <a:avLst/>
            </a:prstGeom>
            <a:solidFill>
              <a:srgbClr val="FFC000"/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83512"/>
              <a:endParaRPr lang="es-ES" sz="1741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188" name="Disco magnético 91">
              <a:extLst>
                <a:ext uri="{FF2B5EF4-FFF2-40B4-BE49-F238E27FC236}">
                  <a16:creationId xmlns:a16="http://schemas.microsoft.com/office/drawing/2014/main" id="{27B2AC47-0495-F46F-562C-EFA64D8C2941}"/>
                </a:ext>
              </a:extLst>
            </p:cNvPr>
            <p:cNvSpPr/>
            <p:nvPr/>
          </p:nvSpPr>
          <p:spPr>
            <a:xfrm>
              <a:off x="5845805" y="4870408"/>
              <a:ext cx="577911" cy="82705"/>
            </a:xfrm>
            <a:prstGeom prst="flowChartMagneticDisk">
              <a:avLst/>
            </a:prstGeom>
            <a:solidFill>
              <a:srgbClr val="FFC000"/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83512"/>
              <a:endParaRPr lang="es-ES" sz="1741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189" name="Disco magnético 92">
              <a:extLst>
                <a:ext uri="{FF2B5EF4-FFF2-40B4-BE49-F238E27FC236}">
                  <a16:creationId xmlns:a16="http://schemas.microsoft.com/office/drawing/2014/main" id="{36B80119-B711-C233-B798-121E5BAF6CA5}"/>
                </a:ext>
              </a:extLst>
            </p:cNvPr>
            <p:cNvSpPr/>
            <p:nvPr/>
          </p:nvSpPr>
          <p:spPr>
            <a:xfrm>
              <a:off x="5845805" y="4803761"/>
              <a:ext cx="577911" cy="82705"/>
            </a:xfrm>
            <a:prstGeom prst="flowChartMagneticDisk">
              <a:avLst/>
            </a:prstGeom>
            <a:solidFill>
              <a:srgbClr val="FFC000"/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83512"/>
              <a:endParaRPr lang="es-ES" sz="1741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190" name="CuadroTexto 86">
              <a:extLst>
                <a:ext uri="{FF2B5EF4-FFF2-40B4-BE49-F238E27FC236}">
                  <a16:creationId xmlns:a16="http://schemas.microsoft.com/office/drawing/2014/main" id="{D6DE82B8-07D6-533D-438F-3C13B78B5AD9}"/>
                </a:ext>
              </a:extLst>
            </p:cNvPr>
            <p:cNvSpPr txBox="1"/>
            <p:nvPr/>
          </p:nvSpPr>
          <p:spPr>
            <a:xfrm>
              <a:off x="5627047" y="4580785"/>
              <a:ext cx="1042532" cy="14071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 defTabSz="883512"/>
              <a:r>
                <a:rPr lang="es-ES" sz="1015" b="1" dirty="0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Finrep</a:t>
              </a:r>
              <a:r>
                <a:rPr lang="es-ES" sz="1015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/</a:t>
              </a:r>
              <a:r>
                <a:rPr lang="es-ES" sz="1015" b="1" dirty="0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Repesp</a:t>
              </a:r>
              <a:r>
                <a:rPr lang="es-ES" sz="1015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 </a:t>
              </a:r>
              <a:r>
                <a:rPr lang="es-ES" sz="1015" b="1" baseline="30000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(1)</a:t>
              </a:r>
            </a:p>
          </p:txBody>
        </p:sp>
      </p:grpSp>
      <p:cxnSp>
        <p:nvCxnSpPr>
          <p:cNvPr id="191" name="Conector angular 217">
            <a:extLst>
              <a:ext uri="{FF2B5EF4-FFF2-40B4-BE49-F238E27FC236}">
                <a16:creationId xmlns:a16="http://schemas.microsoft.com/office/drawing/2014/main" id="{AB76829F-F1CC-26DB-162E-2B5008F62AED}"/>
              </a:ext>
            </a:extLst>
          </p:cNvPr>
          <p:cNvCxnSpPr>
            <a:cxnSpLocks/>
            <a:stCxn id="162" idx="3"/>
            <a:endCxn id="176" idx="2"/>
          </p:cNvCxnSpPr>
          <p:nvPr/>
        </p:nvCxnSpPr>
        <p:spPr>
          <a:xfrm flipV="1">
            <a:off x="4743383" y="3558532"/>
            <a:ext cx="3048994" cy="883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onector angular 217">
            <a:extLst>
              <a:ext uri="{FF2B5EF4-FFF2-40B4-BE49-F238E27FC236}">
                <a16:creationId xmlns:a16="http://schemas.microsoft.com/office/drawing/2014/main" id="{0A37DAA8-4345-3822-084D-CB69BD04048A}"/>
              </a:ext>
            </a:extLst>
          </p:cNvPr>
          <p:cNvCxnSpPr>
            <a:cxnSpLocks/>
            <a:stCxn id="175" idx="4"/>
            <a:endCxn id="183" idx="2"/>
          </p:cNvCxnSpPr>
          <p:nvPr/>
        </p:nvCxnSpPr>
        <p:spPr>
          <a:xfrm>
            <a:off x="8351146" y="3622971"/>
            <a:ext cx="403928" cy="676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Conector angular 217">
            <a:extLst>
              <a:ext uri="{FF2B5EF4-FFF2-40B4-BE49-F238E27FC236}">
                <a16:creationId xmlns:a16="http://schemas.microsoft.com/office/drawing/2014/main" id="{699038A8-0613-57E2-9201-FC4D2F9CAD1D}"/>
              </a:ext>
            </a:extLst>
          </p:cNvPr>
          <p:cNvCxnSpPr>
            <a:cxnSpLocks/>
            <a:stCxn id="160" idx="4"/>
            <a:endCxn id="187" idx="2"/>
          </p:cNvCxnSpPr>
          <p:nvPr/>
        </p:nvCxnSpPr>
        <p:spPr>
          <a:xfrm flipV="1">
            <a:off x="6275298" y="4395643"/>
            <a:ext cx="348801" cy="466709"/>
          </a:xfrm>
          <a:prstGeom prst="bentConnector3">
            <a:avLst>
              <a:gd name="adj1" fmla="val 48350"/>
            </a:avLst>
          </a:prstGeom>
          <a:ln w="19050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EBCE1AB6-DA5F-674B-20AD-2DA0C57F4B25}"/>
              </a:ext>
            </a:extLst>
          </p:cNvPr>
          <p:cNvGrpSpPr/>
          <p:nvPr/>
        </p:nvGrpSpPr>
        <p:grpSpPr>
          <a:xfrm>
            <a:off x="7612402" y="1954633"/>
            <a:ext cx="886781" cy="424435"/>
            <a:chOff x="7664352" y="2572167"/>
            <a:chExt cx="917161" cy="438976"/>
          </a:xfrm>
        </p:grpSpPr>
        <p:grpSp>
          <p:nvGrpSpPr>
            <p:cNvPr id="195" name="Grupo 83">
              <a:extLst>
                <a:ext uri="{FF2B5EF4-FFF2-40B4-BE49-F238E27FC236}">
                  <a16:creationId xmlns:a16="http://schemas.microsoft.com/office/drawing/2014/main" id="{9A3ECE09-1368-50F9-77D5-905822FB8BDC}"/>
                </a:ext>
              </a:extLst>
            </p:cNvPr>
            <p:cNvGrpSpPr/>
            <p:nvPr/>
          </p:nvGrpSpPr>
          <p:grpSpPr>
            <a:xfrm>
              <a:off x="7817637" y="2795143"/>
              <a:ext cx="577912" cy="216000"/>
              <a:chOff x="8038758" y="3835908"/>
              <a:chExt cx="1282702" cy="1173653"/>
            </a:xfrm>
            <a:solidFill>
              <a:schemeClr val="accent1">
                <a:lumMod val="75000"/>
              </a:schemeClr>
            </a:solidFill>
          </p:grpSpPr>
          <p:sp>
            <p:nvSpPr>
              <p:cNvPr id="197" name="Disco magnético 89">
                <a:extLst>
                  <a:ext uri="{FF2B5EF4-FFF2-40B4-BE49-F238E27FC236}">
                    <a16:creationId xmlns:a16="http://schemas.microsoft.com/office/drawing/2014/main" id="{4FAFC44E-EC1F-ADDC-EDA8-39C0D9B31EE2}"/>
                  </a:ext>
                </a:extLst>
              </p:cNvPr>
              <p:cNvSpPr/>
              <p:nvPr/>
            </p:nvSpPr>
            <p:spPr>
              <a:xfrm>
                <a:off x="8038760" y="4560177"/>
                <a:ext cx="1282700" cy="449384"/>
              </a:xfrm>
              <a:prstGeom prst="flowChartMagneticDisk">
                <a:avLst/>
              </a:prstGeom>
              <a:grpFill/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98" name="Disco magnético 91">
                <a:extLst>
                  <a:ext uri="{FF2B5EF4-FFF2-40B4-BE49-F238E27FC236}">
                    <a16:creationId xmlns:a16="http://schemas.microsoft.com/office/drawing/2014/main" id="{DD4031A1-B226-8E66-5A91-AD45BA08CF05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99" name="Disco magnético 92">
                <a:extLst>
                  <a:ext uri="{FF2B5EF4-FFF2-40B4-BE49-F238E27FC236}">
                    <a16:creationId xmlns:a16="http://schemas.microsoft.com/office/drawing/2014/main" id="{96F91B46-3F27-F831-43DB-3F86315C27D0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</p:grpSp>
        <p:sp>
          <p:nvSpPr>
            <p:cNvPr id="196" name="CuadroTexto 86">
              <a:extLst>
                <a:ext uri="{FF2B5EF4-FFF2-40B4-BE49-F238E27FC236}">
                  <a16:creationId xmlns:a16="http://schemas.microsoft.com/office/drawing/2014/main" id="{B370BC6A-65AC-85A7-AA70-28A45B9E2106}"/>
                </a:ext>
              </a:extLst>
            </p:cNvPr>
            <p:cNvSpPr txBox="1"/>
            <p:nvPr/>
          </p:nvSpPr>
          <p:spPr>
            <a:xfrm>
              <a:off x="7664352" y="2572167"/>
              <a:ext cx="917161" cy="1833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 defTabSz="883512"/>
              <a:r>
                <a:rPr lang="es-ES" sz="1015" b="1">
                  <a:solidFill>
                    <a:prstClr val="black"/>
                  </a:solidFill>
                  <a:latin typeface="Santander Text" panose="020B0504020201020104" pitchFamily="34" charset="0"/>
                </a:rPr>
                <a:t>DL Capital</a:t>
              </a:r>
            </a:p>
          </p:txBody>
        </p: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77B7EC61-6CCC-54DD-321F-95BEB31C1439}"/>
              </a:ext>
            </a:extLst>
          </p:cNvPr>
          <p:cNvGrpSpPr/>
          <p:nvPr/>
        </p:nvGrpSpPr>
        <p:grpSpPr>
          <a:xfrm>
            <a:off x="10450208" y="2864498"/>
            <a:ext cx="1253071" cy="710059"/>
            <a:chOff x="9049403" y="1468587"/>
            <a:chExt cx="1296000" cy="734385"/>
          </a:xfrm>
        </p:grpSpPr>
        <p:pic>
          <p:nvPicPr>
            <p:cNvPr id="201" name="Picture 4" descr="Banco de Portugal - Wikipedia">
              <a:extLst>
                <a:ext uri="{FF2B5EF4-FFF2-40B4-BE49-F238E27FC236}">
                  <a16:creationId xmlns:a16="http://schemas.microsoft.com/office/drawing/2014/main" id="{1C3B026A-D148-D4DE-26EE-619E6B112D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01303" y="1528227"/>
              <a:ext cx="571219" cy="4134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B6DC6D5E-2297-8F51-284A-814861508D76}"/>
                </a:ext>
              </a:extLst>
            </p:cNvPr>
            <p:cNvSpPr/>
            <p:nvPr/>
          </p:nvSpPr>
          <p:spPr>
            <a:xfrm>
              <a:off x="9049403" y="1468587"/>
              <a:ext cx="1296000" cy="734385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83512"/>
              <a:endParaRPr lang="pt-PT" sz="1451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D6BF5BC1-E5C5-E6C5-4662-1A64E9EE3F5D}"/>
                </a:ext>
              </a:extLst>
            </p:cNvPr>
            <p:cNvSpPr/>
            <p:nvPr/>
          </p:nvSpPr>
          <p:spPr>
            <a:xfrm>
              <a:off x="9101302" y="2021488"/>
              <a:ext cx="1188000" cy="1335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4808" rIns="34808" rtlCol="0" anchor="ctr"/>
            <a:lstStyle/>
            <a:p>
              <a:pPr algn="ctr" defTabSz="883512"/>
              <a:r>
                <a:rPr lang="pt-PT" sz="967" b="1" err="1">
                  <a:solidFill>
                    <a:prstClr val="black"/>
                  </a:solidFill>
                  <a:latin typeface="Arial"/>
                </a:rPr>
                <a:t>Finrep</a:t>
              </a:r>
              <a:r>
                <a:rPr lang="pt-PT" sz="967" b="1">
                  <a:solidFill>
                    <a:prstClr val="black"/>
                  </a:solidFill>
                  <a:latin typeface="Arial"/>
                </a:rPr>
                <a:t> / </a:t>
              </a:r>
              <a:r>
                <a:rPr lang="pt-PT" sz="967" b="1" err="1">
                  <a:solidFill>
                    <a:prstClr val="black"/>
                  </a:solidFill>
                  <a:latin typeface="Arial"/>
                </a:rPr>
                <a:t>Corep</a:t>
              </a:r>
              <a:endParaRPr lang="pt-PT" sz="967" b="1">
                <a:solidFill>
                  <a:prstClr val="black"/>
                </a:solidFill>
                <a:latin typeface="Arial"/>
              </a:endParaRPr>
            </a:p>
          </p:txBody>
        </p:sp>
      </p:grpSp>
      <p:cxnSp>
        <p:nvCxnSpPr>
          <p:cNvPr id="204" name="Conector angular 217">
            <a:extLst>
              <a:ext uri="{FF2B5EF4-FFF2-40B4-BE49-F238E27FC236}">
                <a16:creationId xmlns:a16="http://schemas.microsoft.com/office/drawing/2014/main" id="{82F37523-BD25-D98C-57EE-1B920D203FF7}"/>
              </a:ext>
            </a:extLst>
          </p:cNvPr>
          <p:cNvCxnSpPr>
            <a:cxnSpLocks/>
            <a:stCxn id="198" idx="4"/>
            <a:endCxn id="206" idx="0"/>
          </p:cNvCxnSpPr>
          <p:nvPr/>
        </p:nvCxnSpPr>
        <p:spPr>
          <a:xfrm>
            <a:off x="8319377" y="2274646"/>
            <a:ext cx="2757367" cy="227228"/>
          </a:xfrm>
          <a:prstGeom prst="bentConnector2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ector angular 217">
            <a:extLst>
              <a:ext uri="{FF2B5EF4-FFF2-40B4-BE49-F238E27FC236}">
                <a16:creationId xmlns:a16="http://schemas.microsoft.com/office/drawing/2014/main" id="{E0F0A186-8F87-BADC-FBB5-CA2AF4B93D7B}"/>
              </a:ext>
            </a:extLst>
          </p:cNvPr>
          <p:cNvCxnSpPr>
            <a:cxnSpLocks/>
            <a:stCxn id="188" idx="4"/>
            <a:endCxn id="202" idx="2"/>
          </p:cNvCxnSpPr>
          <p:nvPr/>
        </p:nvCxnSpPr>
        <p:spPr>
          <a:xfrm flipV="1">
            <a:off x="7182868" y="3574557"/>
            <a:ext cx="3893876" cy="756646"/>
          </a:xfrm>
          <a:prstGeom prst="bentConnector2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Rectangle 205">
            <a:extLst>
              <a:ext uri="{FF2B5EF4-FFF2-40B4-BE49-F238E27FC236}">
                <a16:creationId xmlns:a16="http://schemas.microsoft.com/office/drawing/2014/main" id="{A63C025D-A4EE-843B-F614-E21C9FC90B35}"/>
              </a:ext>
            </a:extLst>
          </p:cNvPr>
          <p:cNvSpPr/>
          <p:nvPr/>
        </p:nvSpPr>
        <p:spPr>
          <a:xfrm>
            <a:off x="10450209" y="2501873"/>
            <a:ext cx="1253071" cy="34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557" tIns="23278" rIns="46557" bIns="2327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83512"/>
            <a:endParaRPr lang="pt-PT" sz="1041">
              <a:solidFill>
                <a:prstClr val="white"/>
              </a:solidFill>
              <a:latin typeface="Arial"/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9D691279-F531-A7ED-6F37-93083E9893D3}"/>
              </a:ext>
            </a:extLst>
          </p:cNvPr>
          <p:cNvSpPr/>
          <p:nvPr/>
        </p:nvSpPr>
        <p:spPr>
          <a:xfrm>
            <a:off x="10486548" y="2534868"/>
            <a:ext cx="1183456" cy="28656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PT" sz="967">
                <a:solidFill>
                  <a:prstClr val="white"/>
                </a:solidFill>
                <a:latin typeface="Arial"/>
              </a:rPr>
              <a:t>Reporting Interno e Corporativo</a:t>
            </a:r>
          </a:p>
        </p:txBody>
      </p:sp>
      <p:cxnSp>
        <p:nvCxnSpPr>
          <p:cNvPr id="208" name="Conector angular 217">
            <a:extLst>
              <a:ext uri="{FF2B5EF4-FFF2-40B4-BE49-F238E27FC236}">
                <a16:creationId xmlns:a16="http://schemas.microsoft.com/office/drawing/2014/main" id="{8F1BC86A-9BEC-CB5C-5355-BC6DEFAE9880}"/>
              </a:ext>
            </a:extLst>
          </p:cNvPr>
          <p:cNvCxnSpPr>
            <a:cxnSpLocks/>
            <a:stCxn id="183" idx="4"/>
            <a:endCxn id="202" idx="1"/>
          </p:cNvCxnSpPr>
          <p:nvPr/>
        </p:nvCxnSpPr>
        <p:spPr>
          <a:xfrm flipV="1">
            <a:off x="9313842" y="3219528"/>
            <a:ext cx="1136365" cy="404119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onector angular 217">
            <a:extLst>
              <a:ext uri="{FF2B5EF4-FFF2-40B4-BE49-F238E27FC236}">
                <a16:creationId xmlns:a16="http://schemas.microsoft.com/office/drawing/2014/main" id="{EB5FD89E-4C51-97A2-BA6B-78E8A5802778}"/>
              </a:ext>
            </a:extLst>
          </p:cNvPr>
          <p:cNvCxnSpPr>
            <a:cxnSpLocks/>
            <a:stCxn id="124" idx="4"/>
            <a:endCxn id="161" idx="2"/>
          </p:cNvCxnSpPr>
          <p:nvPr/>
        </p:nvCxnSpPr>
        <p:spPr>
          <a:xfrm>
            <a:off x="3582733" y="2731374"/>
            <a:ext cx="2133797" cy="2066538"/>
          </a:xfrm>
          <a:prstGeom prst="bentConnector3">
            <a:avLst>
              <a:gd name="adj1" fmla="val 65196"/>
            </a:avLst>
          </a:prstGeom>
          <a:ln w="19050">
            <a:solidFill>
              <a:schemeClr val="accent3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Conector angular 217">
            <a:extLst>
              <a:ext uri="{FF2B5EF4-FFF2-40B4-BE49-F238E27FC236}">
                <a16:creationId xmlns:a16="http://schemas.microsoft.com/office/drawing/2014/main" id="{49B9012F-0D54-3C3C-7C64-3A7E500B5B44}"/>
              </a:ext>
            </a:extLst>
          </p:cNvPr>
          <p:cNvCxnSpPr>
            <a:cxnSpLocks/>
            <a:stCxn id="160" idx="4"/>
            <a:endCxn id="137" idx="2"/>
          </p:cNvCxnSpPr>
          <p:nvPr/>
        </p:nvCxnSpPr>
        <p:spPr>
          <a:xfrm flipV="1">
            <a:off x="6275298" y="2336043"/>
            <a:ext cx="331681" cy="2526309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ector angular 217">
            <a:extLst>
              <a:ext uri="{FF2B5EF4-FFF2-40B4-BE49-F238E27FC236}">
                <a16:creationId xmlns:a16="http://schemas.microsoft.com/office/drawing/2014/main" id="{29A4F3EC-325A-0EC0-9885-3AE9E2B87BEB}"/>
              </a:ext>
            </a:extLst>
          </p:cNvPr>
          <p:cNvCxnSpPr>
            <a:cxnSpLocks/>
            <a:stCxn id="124" idx="4"/>
            <a:endCxn id="188" idx="2"/>
          </p:cNvCxnSpPr>
          <p:nvPr/>
        </p:nvCxnSpPr>
        <p:spPr>
          <a:xfrm>
            <a:off x="3582733" y="2731374"/>
            <a:ext cx="3041366" cy="1599828"/>
          </a:xfrm>
          <a:prstGeom prst="bentConnector3">
            <a:avLst>
              <a:gd name="adj1" fmla="val 45708"/>
            </a:avLst>
          </a:prstGeom>
          <a:ln w="19050">
            <a:solidFill>
              <a:schemeClr val="accent3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ector angular 217">
            <a:extLst>
              <a:ext uri="{FF2B5EF4-FFF2-40B4-BE49-F238E27FC236}">
                <a16:creationId xmlns:a16="http://schemas.microsoft.com/office/drawing/2014/main" id="{90ABB8E0-0B55-F9F6-794F-E378C59C7C03}"/>
              </a:ext>
            </a:extLst>
          </p:cNvPr>
          <p:cNvCxnSpPr>
            <a:cxnSpLocks/>
            <a:stCxn id="138" idx="4"/>
            <a:endCxn id="198" idx="2"/>
          </p:cNvCxnSpPr>
          <p:nvPr/>
        </p:nvCxnSpPr>
        <p:spPr>
          <a:xfrm>
            <a:off x="7165747" y="2271603"/>
            <a:ext cx="594862" cy="3042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CuadroTexto 86">
            <a:extLst>
              <a:ext uri="{FF2B5EF4-FFF2-40B4-BE49-F238E27FC236}">
                <a16:creationId xmlns:a16="http://schemas.microsoft.com/office/drawing/2014/main" id="{99BC298F-8338-B79A-DDBD-21BECFEDE254}"/>
              </a:ext>
            </a:extLst>
          </p:cNvPr>
          <p:cNvSpPr txBox="1"/>
          <p:nvPr/>
        </p:nvSpPr>
        <p:spPr>
          <a:xfrm>
            <a:off x="3906919" y="2951685"/>
            <a:ext cx="886781" cy="333813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883512"/>
            <a:r>
              <a:rPr lang="es-ES" sz="1015" b="1" err="1">
                <a:solidFill>
                  <a:prstClr val="black"/>
                </a:solidFill>
                <a:latin typeface="Santander Text" panose="020B0504020201020104" pitchFamily="34" charset="0"/>
              </a:rPr>
              <a:t>Processo</a:t>
            </a:r>
            <a:r>
              <a:rPr lang="es-ES" sz="1015" b="1">
                <a:solidFill>
                  <a:prstClr val="black"/>
                </a:solidFill>
                <a:latin typeface="Santander Text" panose="020B0504020201020104" pitchFamily="34" charset="0"/>
              </a:rPr>
              <a:t> de Basileia</a:t>
            </a:r>
          </a:p>
        </p:txBody>
      </p:sp>
      <p:cxnSp>
        <p:nvCxnSpPr>
          <p:cNvPr id="214" name="Conector angular 217">
            <a:extLst>
              <a:ext uri="{FF2B5EF4-FFF2-40B4-BE49-F238E27FC236}">
                <a16:creationId xmlns:a16="http://schemas.microsoft.com/office/drawing/2014/main" id="{568902DF-750A-0091-0403-E5ED1A66D023}"/>
              </a:ext>
            </a:extLst>
          </p:cNvPr>
          <p:cNvCxnSpPr>
            <a:cxnSpLocks/>
            <a:stCxn id="124" idx="4"/>
            <a:endCxn id="174" idx="2"/>
          </p:cNvCxnSpPr>
          <p:nvPr/>
        </p:nvCxnSpPr>
        <p:spPr>
          <a:xfrm>
            <a:off x="3582733" y="2731374"/>
            <a:ext cx="4209645" cy="956037"/>
          </a:xfrm>
          <a:prstGeom prst="bentConnector3">
            <a:avLst>
              <a:gd name="adj1" fmla="val 33111"/>
            </a:avLst>
          </a:prstGeom>
          <a:ln w="19050">
            <a:solidFill>
              <a:schemeClr val="accent3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FDFE16D1-AFF9-8C2B-9927-44FDE5040612}"/>
              </a:ext>
            </a:extLst>
          </p:cNvPr>
          <p:cNvSpPr txBox="1"/>
          <p:nvPr/>
        </p:nvSpPr>
        <p:spPr>
          <a:xfrm>
            <a:off x="9735627" y="1877419"/>
            <a:ext cx="931509" cy="538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83512"/>
            <a:r>
              <a:rPr lang="pt-PT" sz="967">
                <a:solidFill>
                  <a:prstClr val="black"/>
                </a:solidFill>
                <a:latin typeface="Arial"/>
              </a:rPr>
              <a:t>Reporte </a:t>
            </a:r>
            <a:r>
              <a:rPr lang="pt-PT" sz="967" err="1">
                <a:solidFill>
                  <a:prstClr val="black"/>
                </a:solidFill>
                <a:latin typeface="Arial"/>
              </a:rPr>
              <a:t>Corep</a:t>
            </a:r>
            <a:r>
              <a:rPr lang="pt-PT" sz="967">
                <a:solidFill>
                  <a:prstClr val="black"/>
                </a:solidFill>
                <a:latin typeface="Arial"/>
              </a:rPr>
              <a:t> Capital 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1D818E62-FC5D-305E-51FA-5D6DDDDA97ED}"/>
              </a:ext>
            </a:extLst>
          </p:cNvPr>
          <p:cNvSpPr txBox="1"/>
          <p:nvPr/>
        </p:nvSpPr>
        <p:spPr>
          <a:xfrm>
            <a:off x="9334395" y="3649533"/>
            <a:ext cx="1358778" cy="386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83512"/>
            <a:r>
              <a:rPr lang="pt-PT" sz="967">
                <a:solidFill>
                  <a:prstClr val="black"/>
                </a:solidFill>
                <a:latin typeface="Arial"/>
              </a:rPr>
              <a:t>Reporte </a:t>
            </a:r>
            <a:r>
              <a:rPr lang="pt-PT" sz="967" err="1">
                <a:solidFill>
                  <a:prstClr val="black"/>
                </a:solidFill>
                <a:latin typeface="Arial"/>
              </a:rPr>
              <a:t>Corep</a:t>
            </a:r>
            <a:r>
              <a:rPr lang="pt-PT" sz="967">
                <a:solidFill>
                  <a:prstClr val="black"/>
                </a:solidFill>
                <a:latin typeface="Arial"/>
              </a:rPr>
              <a:t> e </a:t>
            </a:r>
            <a:r>
              <a:rPr lang="pt-PT" sz="967" err="1">
                <a:solidFill>
                  <a:prstClr val="black"/>
                </a:solidFill>
                <a:latin typeface="Arial"/>
              </a:rPr>
              <a:t>Finrep</a:t>
            </a:r>
            <a:r>
              <a:rPr lang="pt-PT" sz="967">
                <a:solidFill>
                  <a:prstClr val="black"/>
                </a:solidFill>
                <a:latin typeface="Arial"/>
              </a:rPr>
              <a:t> ALM Liquidez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DB09EADD-0352-A7A4-F2D9-DFCC1542FE15}"/>
              </a:ext>
            </a:extLst>
          </p:cNvPr>
          <p:cNvSpPr txBox="1"/>
          <p:nvPr/>
        </p:nvSpPr>
        <p:spPr>
          <a:xfrm>
            <a:off x="7391157" y="4099618"/>
            <a:ext cx="1922685" cy="241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83512"/>
            <a:r>
              <a:rPr lang="pt-PT" sz="967">
                <a:solidFill>
                  <a:prstClr val="black"/>
                </a:solidFill>
                <a:latin typeface="Arial"/>
              </a:rPr>
              <a:t>Reporte </a:t>
            </a:r>
            <a:r>
              <a:rPr lang="pt-PT" sz="967" err="1">
                <a:solidFill>
                  <a:prstClr val="black"/>
                </a:solidFill>
                <a:latin typeface="Arial"/>
              </a:rPr>
              <a:t>Finrep</a:t>
            </a:r>
            <a:r>
              <a:rPr lang="pt-PT" sz="967">
                <a:solidFill>
                  <a:prstClr val="black"/>
                </a:solidFill>
                <a:latin typeface="Arial"/>
              </a:rPr>
              <a:t> Contabilidade</a:t>
            </a:r>
          </a:p>
        </p:txBody>
      </p:sp>
      <p:sp>
        <p:nvSpPr>
          <p:cNvPr id="218" name="Rectángulo 305">
            <a:extLst>
              <a:ext uri="{FF2B5EF4-FFF2-40B4-BE49-F238E27FC236}">
                <a16:creationId xmlns:a16="http://schemas.microsoft.com/office/drawing/2014/main" id="{3B4330A7-67FF-BBA4-D9F5-5C0776FEB29A}"/>
              </a:ext>
            </a:extLst>
          </p:cNvPr>
          <p:cNvSpPr/>
          <p:nvPr/>
        </p:nvSpPr>
        <p:spPr>
          <a:xfrm>
            <a:off x="2888954" y="874877"/>
            <a:ext cx="8841110" cy="246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PT" sz="1161" b="1">
                <a:solidFill>
                  <a:prstClr val="white"/>
                </a:solidFill>
                <a:latin typeface="Santander Text" panose="020B0504020201020104" pitchFamily="34" charset="0"/>
              </a:rPr>
              <a:t>Fluxo temporal</a:t>
            </a:r>
          </a:p>
        </p:txBody>
      </p:sp>
      <p:cxnSp>
        <p:nvCxnSpPr>
          <p:cNvPr id="219" name="Conector angular 217">
            <a:extLst>
              <a:ext uri="{FF2B5EF4-FFF2-40B4-BE49-F238E27FC236}">
                <a16:creationId xmlns:a16="http://schemas.microsoft.com/office/drawing/2014/main" id="{8CCA22EA-F2EF-FCBA-104A-E9DA381C8277}"/>
              </a:ext>
            </a:extLst>
          </p:cNvPr>
          <p:cNvCxnSpPr>
            <a:cxnSpLocks/>
            <a:stCxn id="160" idx="4"/>
            <a:endCxn id="175" idx="2"/>
          </p:cNvCxnSpPr>
          <p:nvPr/>
        </p:nvCxnSpPr>
        <p:spPr>
          <a:xfrm flipV="1">
            <a:off x="6275298" y="3622971"/>
            <a:ext cx="1517080" cy="1239381"/>
          </a:xfrm>
          <a:prstGeom prst="bentConnector3">
            <a:avLst>
              <a:gd name="adj1" fmla="val 11063"/>
            </a:avLst>
          </a:prstGeom>
          <a:ln w="19050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Rectángulo 302">
            <a:extLst>
              <a:ext uri="{FF2B5EF4-FFF2-40B4-BE49-F238E27FC236}">
                <a16:creationId xmlns:a16="http://schemas.microsoft.com/office/drawing/2014/main" id="{B4398C24-F2EA-7793-1220-4C1359020301}"/>
              </a:ext>
            </a:extLst>
          </p:cNvPr>
          <p:cNvSpPr/>
          <p:nvPr/>
        </p:nvSpPr>
        <p:spPr>
          <a:xfrm>
            <a:off x="2826817" y="5305560"/>
            <a:ext cx="2401185" cy="8357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endParaRPr lang="pt-PT" sz="1741">
              <a:solidFill>
                <a:prstClr val="white"/>
              </a:solidFill>
              <a:latin typeface="Arial"/>
            </a:endParaRPr>
          </a:p>
        </p:txBody>
      </p:sp>
      <p:grpSp>
        <p:nvGrpSpPr>
          <p:cNvPr id="221" name="Grupo 83">
            <a:extLst>
              <a:ext uri="{FF2B5EF4-FFF2-40B4-BE49-F238E27FC236}">
                <a16:creationId xmlns:a16="http://schemas.microsoft.com/office/drawing/2014/main" id="{FDE73FF7-8D0D-5E1B-6657-D0D4D68639DD}"/>
              </a:ext>
            </a:extLst>
          </p:cNvPr>
          <p:cNvGrpSpPr/>
          <p:nvPr/>
        </p:nvGrpSpPr>
        <p:grpSpPr>
          <a:xfrm>
            <a:off x="3062407" y="5909663"/>
            <a:ext cx="382882" cy="174038"/>
            <a:chOff x="8038756" y="3835908"/>
            <a:chExt cx="1282702" cy="1173653"/>
          </a:xfrm>
          <a:solidFill>
            <a:srgbClr val="FFC000"/>
          </a:solidFill>
        </p:grpSpPr>
        <p:sp>
          <p:nvSpPr>
            <p:cNvPr id="222" name="Disco magnético 89">
              <a:extLst>
                <a:ext uri="{FF2B5EF4-FFF2-40B4-BE49-F238E27FC236}">
                  <a16:creationId xmlns:a16="http://schemas.microsoft.com/office/drawing/2014/main" id="{69C31C23-975B-D1D1-1A55-EB020613B0F9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83512"/>
              <a:endParaRPr lang="es-ES" sz="1741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223" name="Disco magnético 91">
              <a:extLst>
                <a:ext uri="{FF2B5EF4-FFF2-40B4-BE49-F238E27FC236}">
                  <a16:creationId xmlns:a16="http://schemas.microsoft.com/office/drawing/2014/main" id="{549D35F5-5A84-1883-3C95-C0CAE1365C2E}"/>
                </a:ext>
              </a:extLst>
            </p:cNvPr>
            <p:cNvSpPr/>
            <p:nvPr/>
          </p:nvSpPr>
          <p:spPr>
            <a:xfrm>
              <a:off x="8038756" y="4198040"/>
              <a:ext cx="1282700" cy="449384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83512"/>
              <a:endParaRPr lang="es-ES" sz="1741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224" name="Disco magnético 92">
              <a:extLst>
                <a:ext uri="{FF2B5EF4-FFF2-40B4-BE49-F238E27FC236}">
                  <a16:creationId xmlns:a16="http://schemas.microsoft.com/office/drawing/2014/main" id="{533822D9-A0AD-437E-F6CC-CB3A15683806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83512"/>
              <a:endParaRPr lang="es-ES" sz="1741">
                <a:solidFill>
                  <a:prstClr val="white"/>
                </a:solidFill>
                <a:latin typeface="Arial"/>
              </a:endParaRPr>
            </a:p>
          </p:txBody>
        </p:sp>
      </p:grpSp>
      <p:sp>
        <p:nvSpPr>
          <p:cNvPr id="225" name="CuadroTexto 86">
            <a:extLst>
              <a:ext uri="{FF2B5EF4-FFF2-40B4-BE49-F238E27FC236}">
                <a16:creationId xmlns:a16="http://schemas.microsoft.com/office/drawing/2014/main" id="{ED869C08-9C9A-9BC6-52FD-373F989BE443}"/>
              </a:ext>
            </a:extLst>
          </p:cNvPr>
          <p:cNvSpPr txBox="1"/>
          <p:nvPr/>
        </p:nvSpPr>
        <p:spPr>
          <a:xfrm>
            <a:off x="2887362" y="5624751"/>
            <a:ext cx="757091" cy="272333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883512"/>
            <a:r>
              <a:rPr lang="pt-PT" sz="774" b="1">
                <a:solidFill>
                  <a:prstClr val="black"/>
                </a:solidFill>
                <a:latin typeface="Santander Text" panose="020B0504020201020104" pitchFamily="34" charset="0"/>
              </a:rPr>
              <a:t>Modelo Base de Garantias</a:t>
            </a:r>
          </a:p>
        </p:txBody>
      </p:sp>
      <p:grpSp>
        <p:nvGrpSpPr>
          <p:cNvPr id="226" name="Grupo 83">
            <a:extLst>
              <a:ext uri="{FF2B5EF4-FFF2-40B4-BE49-F238E27FC236}">
                <a16:creationId xmlns:a16="http://schemas.microsoft.com/office/drawing/2014/main" id="{96F89EBC-EA99-95D4-4992-216206E4C514}"/>
              </a:ext>
            </a:extLst>
          </p:cNvPr>
          <p:cNvGrpSpPr/>
          <p:nvPr/>
        </p:nvGrpSpPr>
        <p:grpSpPr>
          <a:xfrm>
            <a:off x="3877524" y="5910715"/>
            <a:ext cx="382882" cy="174038"/>
            <a:chOff x="8038758" y="3835908"/>
            <a:chExt cx="1282700" cy="1173653"/>
          </a:xfrm>
          <a:solidFill>
            <a:srgbClr val="FFC000"/>
          </a:solidFill>
        </p:grpSpPr>
        <p:sp>
          <p:nvSpPr>
            <p:cNvPr id="227" name="Disco magnético 89">
              <a:extLst>
                <a:ext uri="{FF2B5EF4-FFF2-40B4-BE49-F238E27FC236}">
                  <a16:creationId xmlns:a16="http://schemas.microsoft.com/office/drawing/2014/main" id="{F33BB272-1675-9312-0F1A-71FF3C8C3981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83512"/>
              <a:endParaRPr lang="es-ES" sz="1741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228" name="Disco magnético 91">
              <a:extLst>
                <a:ext uri="{FF2B5EF4-FFF2-40B4-BE49-F238E27FC236}">
                  <a16:creationId xmlns:a16="http://schemas.microsoft.com/office/drawing/2014/main" id="{FB1C5921-5087-EB7C-039D-E8895A71F9A2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83512"/>
              <a:endParaRPr lang="es-ES" sz="1741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229" name="Disco magnético 92">
              <a:extLst>
                <a:ext uri="{FF2B5EF4-FFF2-40B4-BE49-F238E27FC236}">
                  <a16:creationId xmlns:a16="http://schemas.microsoft.com/office/drawing/2014/main" id="{0866DFFE-DB14-9506-9A15-E604A3328B43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83512"/>
              <a:endParaRPr lang="es-ES" sz="1741">
                <a:solidFill>
                  <a:prstClr val="white"/>
                </a:solidFill>
                <a:latin typeface="Arial"/>
              </a:endParaRPr>
            </a:p>
          </p:txBody>
        </p:sp>
      </p:grpSp>
      <p:sp>
        <p:nvSpPr>
          <p:cNvPr id="230" name="CuadroTexto 86">
            <a:extLst>
              <a:ext uri="{FF2B5EF4-FFF2-40B4-BE49-F238E27FC236}">
                <a16:creationId xmlns:a16="http://schemas.microsoft.com/office/drawing/2014/main" id="{E254CE33-2E8F-C82A-A4A8-91EE7102ADF0}"/>
              </a:ext>
            </a:extLst>
          </p:cNvPr>
          <p:cNvSpPr txBox="1"/>
          <p:nvPr/>
        </p:nvSpPr>
        <p:spPr>
          <a:xfrm>
            <a:off x="3679907" y="5502657"/>
            <a:ext cx="843003" cy="383638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883512"/>
            <a:r>
              <a:rPr lang="pt-PT" sz="774" b="1">
                <a:solidFill>
                  <a:prstClr val="black"/>
                </a:solidFill>
                <a:latin typeface="Santander Text" panose="020B0504020201020104" pitchFamily="34" charset="0"/>
              </a:rPr>
              <a:t>Relação Responsabilidades vs Garantias</a:t>
            </a:r>
          </a:p>
        </p:txBody>
      </p:sp>
      <p:grpSp>
        <p:nvGrpSpPr>
          <p:cNvPr id="231" name="Grupo 83">
            <a:extLst>
              <a:ext uri="{FF2B5EF4-FFF2-40B4-BE49-F238E27FC236}">
                <a16:creationId xmlns:a16="http://schemas.microsoft.com/office/drawing/2014/main" id="{A08D349D-7857-5EDE-DEB0-F861B2828699}"/>
              </a:ext>
            </a:extLst>
          </p:cNvPr>
          <p:cNvGrpSpPr/>
          <p:nvPr/>
        </p:nvGrpSpPr>
        <p:grpSpPr>
          <a:xfrm>
            <a:off x="4675931" y="5909387"/>
            <a:ext cx="382882" cy="174038"/>
            <a:chOff x="8038758" y="3835908"/>
            <a:chExt cx="1282700" cy="1173653"/>
          </a:xfrm>
          <a:solidFill>
            <a:srgbClr val="FFC000"/>
          </a:solidFill>
        </p:grpSpPr>
        <p:sp>
          <p:nvSpPr>
            <p:cNvPr id="232" name="Disco magnético 89">
              <a:extLst>
                <a:ext uri="{FF2B5EF4-FFF2-40B4-BE49-F238E27FC236}">
                  <a16:creationId xmlns:a16="http://schemas.microsoft.com/office/drawing/2014/main" id="{A0CBC098-CC4E-295F-4EC7-C2E46CF727EF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83512"/>
              <a:endParaRPr lang="es-ES" sz="1741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233" name="Disco magnético 91">
              <a:extLst>
                <a:ext uri="{FF2B5EF4-FFF2-40B4-BE49-F238E27FC236}">
                  <a16:creationId xmlns:a16="http://schemas.microsoft.com/office/drawing/2014/main" id="{7ADE0F49-9249-1AC5-DD6A-3AFCDFC708A7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83512"/>
              <a:endParaRPr lang="es-ES" sz="1741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234" name="Disco magnético 92">
              <a:extLst>
                <a:ext uri="{FF2B5EF4-FFF2-40B4-BE49-F238E27FC236}">
                  <a16:creationId xmlns:a16="http://schemas.microsoft.com/office/drawing/2014/main" id="{7779E48E-F22B-BE5B-9D87-4F99B927136B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83512"/>
              <a:endParaRPr lang="es-ES" sz="1741">
                <a:solidFill>
                  <a:prstClr val="white"/>
                </a:solidFill>
                <a:latin typeface="Arial"/>
              </a:endParaRPr>
            </a:p>
          </p:txBody>
        </p:sp>
      </p:grpSp>
      <p:sp>
        <p:nvSpPr>
          <p:cNvPr id="235" name="CuadroTexto 86">
            <a:extLst>
              <a:ext uri="{FF2B5EF4-FFF2-40B4-BE49-F238E27FC236}">
                <a16:creationId xmlns:a16="http://schemas.microsoft.com/office/drawing/2014/main" id="{5606E915-8A4E-0480-0E06-1077A6EBBF93}"/>
              </a:ext>
            </a:extLst>
          </p:cNvPr>
          <p:cNvSpPr txBox="1"/>
          <p:nvPr/>
        </p:nvSpPr>
        <p:spPr>
          <a:xfrm>
            <a:off x="4585611" y="5642026"/>
            <a:ext cx="563520" cy="24596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883512"/>
            <a:r>
              <a:rPr lang="pt-PT" sz="774" b="1">
                <a:solidFill>
                  <a:prstClr val="black"/>
                </a:solidFill>
                <a:latin typeface="Santander Text" panose="020B0504020201020104" pitchFamily="34" charset="0"/>
              </a:rPr>
              <a:t>Output para BDR/IFRS</a:t>
            </a:r>
          </a:p>
        </p:txBody>
      </p:sp>
      <p:cxnSp>
        <p:nvCxnSpPr>
          <p:cNvPr id="236" name="Conector angular 217">
            <a:extLst>
              <a:ext uri="{FF2B5EF4-FFF2-40B4-BE49-F238E27FC236}">
                <a16:creationId xmlns:a16="http://schemas.microsoft.com/office/drawing/2014/main" id="{9DADAAEC-493C-9424-0361-E6BB876511EE}"/>
              </a:ext>
            </a:extLst>
          </p:cNvPr>
          <p:cNvCxnSpPr>
            <a:cxnSpLocks/>
            <a:stCxn id="223" idx="4"/>
            <a:endCxn id="228" idx="2"/>
          </p:cNvCxnSpPr>
          <p:nvPr/>
        </p:nvCxnSpPr>
        <p:spPr>
          <a:xfrm>
            <a:off x="3445288" y="5996682"/>
            <a:ext cx="432236" cy="1054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Conector angular 217">
            <a:extLst>
              <a:ext uri="{FF2B5EF4-FFF2-40B4-BE49-F238E27FC236}">
                <a16:creationId xmlns:a16="http://schemas.microsoft.com/office/drawing/2014/main" id="{D61A7AB2-D801-9DDB-9919-F31E496CF02E}"/>
              </a:ext>
            </a:extLst>
          </p:cNvPr>
          <p:cNvCxnSpPr>
            <a:cxnSpLocks/>
            <a:stCxn id="228" idx="4"/>
            <a:endCxn id="233" idx="2"/>
          </p:cNvCxnSpPr>
          <p:nvPr/>
        </p:nvCxnSpPr>
        <p:spPr>
          <a:xfrm flipV="1">
            <a:off x="4260406" y="5996407"/>
            <a:ext cx="415525" cy="1329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TextBox 237">
            <a:extLst>
              <a:ext uri="{FF2B5EF4-FFF2-40B4-BE49-F238E27FC236}">
                <a16:creationId xmlns:a16="http://schemas.microsoft.com/office/drawing/2014/main" id="{E7122615-B91A-A41E-D541-7FF76CA6E31C}"/>
              </a:ext>
            </a:extLst>
          </p:cNvPr>
          <p:cNvSpPr txBox="1"/>
          <p:nvPr/>
        </p:nvSpPr>
        <p:spPr>
          <a:xfrm>
            <a:off x="2826817" y="5288508"/>
            <a:ext cx="2270826" cy="27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83512"/>
            <a:r>
              <a:rPr lang="pt-PT" sz="1161" b="1">
                <a:solidFill>
                  <a:prstClr val="black"/>
                </a:solidFill>
                <a:latin typeface="Arial"/>
              </a:rPr>
              <a:t>Data </a:t>
            </a:r>
            <a:r>
              <a:rPr lang="pt-PT" sz="1161" b="1" err="1">
                <a:solidFill>
                  <a:prstClr val="black"/>
                </a:solidFill>
                <a:latin typeface="Arial"/>
              </a:rPr>
              <a:t>Lake</a:t>
            </a:r>
            <a:r>
              <a:rPr lang="pt-PT" sz="1161" b="1">
                <a:solidFill>
                  <a:prstClr val="black"/>
                </a:solidFill>
                <a:latin typeface="Arial"/>
              </a:rPr>
              <a:t> – </a:t>
            </a:r>
            <a:r>
              <a:rPr lang="pt-PT" sz="1161" b="1" err="1">
                <a:solidFill>
                  <a:prstClr val="black"/>
                </a:solidFill>
                <a:latin typeface="Arial"/>
              </a:rPr>
              <a:t>Mod</a:t>
            </a:r>
            <a:r>
              <a:rPr lang="pt-PT" sz="1161" b="1">
                <a:solidFill>
                  <a:prstClr val="black"/>
                </a:solidFill>
                <a:latin typeface="Arial"/>
              </a:rPr>
              <a:t>. Garantias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82BA0C2E-3FEA-C937-FAED-B6ED75E4ACA6}"/>
              </a:ext>
            </a:extLst>
          </p:cNvPr>
          <p:cNvSpPr txBox="1"/>
          <p:nvPr/>
        </p:nvSpPr>
        <p:spPr>
          <a:xfrm>
            <a:off x="3970168" y="3546576"/>
            <a:ext cx="399685" cy="35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83512"/>
            <a:r>
              <a:rPr lang="pt-PT" sz="1741">
                <a:solidFill>
                  <a:prstClr val="black"/>
                </a:solidFill>
                <a:latin typeface="Arial"/>
              </a:rPr>
              <a:t> </a:t>
            </a:r>
          </a:p>
        </p:txBody>
      </p:sp>
      <p:cxnSp>
        <p:nvCxnSpPr>
          <p:cNvPr id="240" name="Conector angular 217">
            <a:extLst>
              <a:ext uri="{FF2B5EF4-FFF2-40B4-BE49-F238E27FC236}">
                <a16:creationId xmlns:a16="http://schemas.microsoft.com/office/drawing/2014/main" id="{92A163FC-CC55-BBAF-E811-22FF778CF39E}"/>
              </a:ext>
            </a:extLst>
          </p:cNvPr>
          <p:cNvCxnSpPr>
            <a:cxnSpLocks/>
            <a:stCxn id="147" idx="3"/>
            <a:endCxn id="220" idx="1"/>
          </p:cNvCxnSpPr>
          <p:nvPr/>
        </p:nvCxnSpPr>
        <p:spPr>
          <a:xfrm flipV="1">
            <a:off x="2217023" y="5723431"/>
            <a:ext cx="609794" cy="358040"/>
          </a:xfrm>
          <a:prstGeom prst="bentConnector3">
            <a:avLst>
              <a:gd name="adj1" fmla="val 6183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Conector angular 217">
            <a:extLst>
              <a:ext uri="{FF2B5EF4-FFF2-40B4-BE49-F238E27FC236}">
                <a16:creationId xmlns:a16="http://schemas.microsoft.com/office/drawing/2014/main" id="{1DC50237-119F-6DB6-7197-99B9B55BF685}"/>
              </a:ext>
            </a:extLst>
          </p:cNvPr>
          <p:cNvCxnSpPr>
            <a:cxnSpLocks/>
            <a:stCxn id="247" idx="2"/>
            <a:endCxn id="242" idx="0"/>
          </p:cNvCxnSpPr>
          <p:nvPr/>
        </p:nvCxnSpPr>
        <p:spPr>
          <a:xfrm rot="16200000" flipH="1">
            <a:off x="1975390" y="4064291"/>
            <a:ext cx="2465516" cy="1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TextBox 241">
            <a:extLst>
              <a:ext uri="{FF2B5EF4-FFF2-40B4-BE49-F238E27FC236}">
                <a16:creationId xmlns:a16="http://schemas.microsoft.com/office/drawing/2014/main" id="{E369EC2B-465C-D0CE-6D86-73218D8AE50F}"/>
              </a:ext>
            </a:extLst>
          </p:cNvPr>
          <p:cNvSpPr txBox="1"/>
          <p:nvPr/>
        </p:nvSpPr>
        <p:spPr>
          <a:xfrm>
            <a:off x="3008313" y="5297058"/>
            <a:ext cx="399685" cy="35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83512"/>
            <a:r>
              <a:rPr lang="pt-PT" sz="1741">
                <a:solidFill>
                  <a:prstClr val="black"/>
                </a:solidFill>
                <a:latin typeface="Arial"/>
              </a:rPr>
              <a:t> 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8F2A347D-E516-9188-6CF5-611AFCF6FB7F}"/>
              </a:ext>
            </a:extLst>
          </p:cNvPr>
          <p:cNvGrpSpPr/>
          <p:nvPr/>
        </p:nvGrpSpPr>
        <p:grpSpPr>
          <a:xfrm>
            <a:off x="2661836" y="6331278"/>
            <a:ext cx="1177068" cy="307055"/>
            <a:chOff x="3608497" y="4223067"/>
            <a:chExt cx="952559" cy="323062"/>
          </a:xfrm>
        </p:grpSpPr>
        <p:sp>
          <p:nvSpPr>
            <p:cNvPr id="244" name="Fluxograma: multidocumentos 215">
              <a:extLst>
                <a:ext uri="{FF2B5EF4-FFF2-40B4-BE49-F238E27FC236}">
                  <a16:creationId xmlns:a16="http://schemas.microsoft.com/office/drawing/2014/main" id="{93FFABE2-6D7E-ABB0-9D29-64CB9800A2A4}"/>
                </a:ext>
              </a:extLst>
            </p:cNvPr>
            <p:cNvSpPr/>
            <p:nvPr/>
          </p:nvSpPr>
          <p:spPr>
            <a:xfrm>
              <a:off x="3608497" y="4223067"/>
              <a:ext cx="814813" cy="323062"/>
            </a:xfrm>
            <a:prstGeom prst="flowChartMultidocumen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4808" tIns="0" rIns="34808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883512"/>
              <a:endParaRPr lang="pt-PT" sz="774" baseline="30000">
                <a:solidFill>
                  <a:sysClr val="windowText" lastClr="000000"/>
                </a:solidFill>
                <a:latin typeface="Arial"/>
              </a:endParaRPr>
            </a:p>
          </p:txBody>
        </p:sp>
        <p:sp>
          <p:nvSpPr>
            <p:cNvPr id="245" name="CaixaDeTexto 167">
              <a:extLst>
                <a:ext uri="{FF2B5EF4-FFF2-40B4-BE49-F238E27FC236}">
                  <a16:creationId xmlns:a16="http://schemas.microsoft.com/office/drawing/2014/main" id="{D02387C3-0823-1271-E703-19F7FF336A39}"/>
                </a:ext>
              </a:extLst>
            </p:cNvPr>
            <p:cNvSpPr txBox="1"/>
            <p:nvPr/>
          </p:nvSpPr>
          <p:spPr>
            <a:xfrm>
              <a:off x="3613291" y="4247645"/>
              <a:ext cx="947765" cy="2614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883512"/>
              <a:r>
                <a:rPr lang="pt-PT" sz="1015">
                  <a:solidFill>
                    <a:srgbClr val="E7E6E6">
                      <a:lumMod val="25000"/>
                    </a:srgbClr>
                  </a:solidFill>
                  <a:latin typeface="Santander Text" panose="020B0504020201020104" pitchFamily="34" charset="0"/>
                </a:rPr>
                <a:t>Input Manual</a:t>
              </a:r>
            </a:p>
          </p:txBody>
        </p:sp>
      </p:grpSp>
      <p:cxnSp>
        <p:nvCxnSpPr>
          <p:cNvPr id="246" name="Conector angular 217">
            <a:extLst>
              <a:ext uri="{FF2B5EF4-FFF2-40B4-BE49-F238E27FC236}">
                <a16:creationId xmlns:a16="http://schemas.microsoft.com/office/drawing/2014/main" id="{CE19F5BA-C8A2-B916-0398-8779F959F3DE}"/>
              </a:ext>
            </a:extLst>
          </p:cNvPr>
          <p:cNvCxnSpPr>
            <a:cxnSpLocks/>
            <a:stCxn id="245" idx="0"/>
            <a:endCxn id="222" idx="3"/>
          </p:cNvCxnSpPr>
          <p:nvPr/>
        </p:nvCxnSpPr>
        <p:spPr>
          <a:xfrm rot="5400000" flipH="1" flipV="1">
            <a:off x="3118122" y="6218912"/>
            <a:ext cx="270938" cy="516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TextBox 246">
            <a:extLst>
              <a:ext uri="{FF2B5EF4-FFF2-40B4-BE49-F238E27FC236}">
                <a16:creationId xmlns:a16="http://schemas.microsoft.com/office/drawing/2014/main" id="{86950773-67B4-A81D-0BFE-5DCEF33AC946}"/>
              </a:ext>
            </a:extLst>
          </p:cNvPr>
          <p:cNvSpPr txBox="1"/>
          <p:nvPr/>
        </p:nvSpPr>
        <p:spPr>
          <a:xfrm>
            <a:off x="3008296" y="2474444"/>
            <a:ext cx="399685" cy="35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83512"/>
            <a:r>
              <a:rPr lang="pt-PT" sz="1741">
                <a:solidFill>
                  <a:prstClr val="black"/>
                </a:solidFill>
                <a:latin typeface="Arial"/>
              </a:rPr>
              <a:t> </a:t>
            </a:r>
          </a:p>
        </p:txBody>
      </p:sp>
      <p:cxnSp>
        <p:nvCxnSpPr>
          <p:cNvPr id="248" name="Conector angular 217">
            <a:extLst>
              <a:ext uri="{FF2B5EF4-FFF2-40B4-BE49-F238E27FC236}">
                <a16:creationId xmlns:a16="http://schemas.microsoft.com/office/drawing/2014/main" id="{E33ADADD-BA40-A293-E664-87C3F3EFF8F2}"/>
              </a:ext>
            </a:extLst>
          </p:cNvPr>
          <p:cNvCxnSpPr>
            <a:cxnSpLocks/>
            <a:stCxn id="233" idx="4"/>
            <a:endCxn id="159" idx="3"/>
          </p:cNvCxnSpPr>
          <p:nvPr/>
        </p:nvCxnSpPr>
        <p:spPr>
          <a:xfrm flipV="1">
            <a:off x="5058813" y="4966774"/>
            <a:ext cx="937101" cy="1029633"/>
          </a:xfrm>
          <a:prstGeom prst="bentConnector2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Conector angular 217">
            <a:extLst>
              <a:ext uri="{FF2B5EF4-FFF2-40B4-BE49-F238E27FC236}">
                <a16:creationId xmlns:a16="http://schemas.microsoft.com/office/drawing/2014/main" id="{FEAFF883-E34D-6731-E27A-3323E10EAFCD}"/>
              </a:ext>
            </a:extLst>
          </p:cNvPr>
          <p:cNvCxnSpPr>
            <a:cxnSpLocks/>
            <a:endCxn id="162" idx="2"/>
          </p:cNvCxnSpPr>
          <p:nvPr/>
        </p:nvCxnSpPr>
        <p:spPr>
          <a:xfrm rot="16200000" flipV="1">
            <a:off x="3719508" y="4475042"/>
            <a:ext cx="1803629" cy="530337"/>
          </a:xfrm>
          <a:prstGeom prst="bentConnector3">
            <a:avLst>
              <a:gd name="adj1" fmla="val 35363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TextBox 249">
            <a:extLst>
              <a:ext uri="{FF2B5EF4-FFF2-40B4-BE49-F238E27FC236}">
                <a16:creationId xmlns:a16="http://schemas.microsoft.com/office/drawing/2014/main" id="{814324CA-30EC-1092-C738-4A949A487443}"/>
              </a:ext>
            </a:extLst>
          </p:cNvPr>
          <p:cNvSpPr txBox="1"/>
          <p:nvPr/>
        </p:nvSpPr>
        <p:spPr>
          <a:xfrm>
            <a:off x="6458772" y="6326863"/>
            <a:ext cx="5025734" cy="210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770" dirty="0"/>
              <a:t>(1) Os processos do </a:t>
            </a:r>
            <a:r>
              <a:rPr lang="pt-PT" sz="770" dirty="0" err="1"/>
              <a:t>Finrep</a:t>
            </a:r>
            <a:r>
              <a:rPr lang="pt-PT" sz="770" dirty="0"/>
              <a:t> da contabilidade só serão afetados no rácio de Maio 2023.</a:t>
            </a:r>
          </a:p>
        </p:txBody>
      </p:sp>
    </p:spTree>
    <p:extLst>
      <p:ext uri="{BB962C8B-B14F-4D97-AF65-F5344CB8AC3E}">
        <p14:creationId xmlns:p14="http://schemas.microsoft.com/office/powerpoint/2010/main" val="391180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BE634D9-20F1-4014-875C-1A3705C52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7458" y="6402633"/>
            <a:ext cx="2742843" cy="365077"/>
          </a:xfrm>
        </p:spPr>
        <p:txBody>
          <a:bodyPr/>
          <a:lstStyle/>
          <a:p>
            <a:pPr defTabSz="914309"/>
            <a:fld id="{BC0D97B6-E32F-4D7D-B839-7C3B51F2640F}" type="slidenum">
              <a:rPr lang="es-ES">
                <a:solidFill>
                  <a:srgbClr val="EB0000"/>
                </a:solidFill>
                <a:latin typeface="Arial"/>
              </a:rPr>
              <a:pPr defTabSz="914309"/>
              <a:t>6</a:t>
            </a:fld>
            <a:endParaRPr lang="es-ES" dirty="0">
              <a:solidFill>
                <a:srgbClr val="EB0000"/>
              </a:solidFill>
              <a:latin typeface="Arial"/>
            </a:endParaRPr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1FEBDAC4-900D-D1B7-03CF-97D69CDD17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/>
          <a:lstStyle/>
          <a:p>
            <a:r>
              <a:rPr lang="pt-BR" sz="1934" dirty="0"/>
              <a:t>3. Modelo Único de Garantias | </a:t>
            </a:r>
            <a:r>
              <a:rPr lang="pt-PT" sz="1934" dirty="0"/>
              <a:t>Próximos passos</a:t>
            </a:r>
            <a:endParaRPr lang="es-ES" sz="1934" dirty="0"/>
          </a:p>
          <a:p>
            <a:endParaRPr lang="es-ES" dirty="0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4BDF89B6-A5CB-6327-1F02-BEA694A80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9983" y="6288372"/>
            <a:ext cx="9420329" cy="208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400" tIns="44200" rIns="88400" bIns="44200" numCol="1" anchor="ctr" anchorCtr="0" compatLnSpc="1">
            <a:prstTxWarp prst="textNoShape">
              <a:avLst/>
            </a:prstTxWarp>
            <a:spAutoFit/>
          </a:bodyPr>
          <a:lstStyle/>
          <a:p>
            <a:pPr defTabSz="88405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sz="774" dirty="0">
                <a:solidFill>
                  <a:prstClr val="black"/>
                </a:solidFill>
                <a:latin typeface="Santander Text" panose="020B0504020201020104" pitchFamily="34" charset="0"/>
              </a:rPr>
              <a:t>1. Por uma questão de integridade, é necessária a passagem do submodelo de imóveis da BDR para o Modelo de Garantias. Este submodelo é independente do processo de mitigação realizado na BDR para efetos de capital.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D5B39F-7351-7486-0023-B22F68F49AE4}"/>
              </a:ext>
            </a:extLst>
          </p:cNvPr>
          <p:cNvSpPr txBox="1"/>
          <p:nvPr/>
        </p:nvSpPr>
        <p:spPr>
          <a:xfrm>
            <a:off x="887404" y="796601"/>
            <a:ext cx="9620334" cy="315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6349" indent="-276349">
              <a:buFont typeface="Wingdings" panose="05000000000000000000" pitchFamily="2" charset="2"/>
              <a:buChar char="Ø"/>
            </a:pPr>
            <a:r>
              <a:rPr lang="pt-PT" sz="1450" dirty="0">
                <a:latin typeface="Santander Text" panose="020B0504020201020104" pitchFamily="34" charset="0"/>
                <a:ea typeface="Times New Roman" panose="02020603050405020304" pitchFamily="18" charset="0"/>
              </a:rPr>
              <a:t>Sem prejuízo do modelo estar em PRO, subsistem ainda algumas situações em análise, melhoria e remediação com IT.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1DCB38C7-EA54-9460-7AAF-5EA5DCD13D53}"/>
              </a:ext>
            </a:extLst>
          </p:cNvPr>
          <p:cNvSpPr/>
          <p:nvPr/>
        </p:nvSpPr>
        <p:spPr>
          <a:xfrm>
            <a:off x="1121363" y="2662916"/>
            <a:ext cx="9420329" cy="155612"/>
          </a:xfrm>
          <a:prstGeom prst="chevron">
            <a:avLst>
              <a:gd name="adj" fmla="val 6095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073BAB90-A6D5-DBF2-9987-7BF3A85D94F5}"/>
              </a:ext>
            </a:extLst>
          </p:cNvPr>
          <p:cNvGrpSpPr/>
          <p:nvPr/>
        </p:nvGrpSpPr>
        <p:grpSpPr>
          <a:xfrm>
            <a:off x="9882584" y="2554871"/>
            <a:ext cx="1220931" cy="720522"/>
            <a:chOff x="1938106" y="2838314"/>
            <a:chExt cx="1220931" cy="720522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BB9FEB0E-1A21-70C0-9ED7-6892754FB520}"/>
                </a:ext>
              </a:extLst>
            </p:cNvPr>
            <p:cNvGrpSpPr/>
            <p:nvPr/>
          </p:nvGrpSpPr>
          <p:grpSpPr>
            <a:xfrm>
              <a:off x="2368571" y="2838314"/>
              <a:ext cx="360000" cy="360000"/>
              <a:chOff x="1515363" y="1988304"/>
              <a:chExt cx="360000" cy="360000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00AA72A0-318D-1703-F12D-B8E06F30D6BB}"/>
                  </a:ext>
                </a:extLst>
              </p:cNvPr>
              <p:cNvSpPr/>
              <p:nvPr/>
            </p:nvSpPr>
            <p:spPr>
              <a:xfrm>
                <a:off x="1515363" y="1988304"/>
                <a:ext cx="360000" cy="360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b="1"/>
              </a:p>
            </p:txBody>
          </p:sp>
          <p:pic>
            <p:nvPicPr>
              <p:cNvPr id="101" name="Graphic 100" descr="Flag with solid fill">
                <a:extLst>
                  <a:ext uri="{FF2B5EF4-FFF2-40B4-BE49-F238E27FC236}">
                    <a16:creationId xmlns:a16="http://schemas.microsoft.com/office/drawing/2014/main" id="{99E38AFC-392F-7C44-B07A-B9D6F066CC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576940" y="2049881"/>
                <a:ext cx="236847" cy="236847"/>
              </a:xfrm>
              <a:prstGeom prst="rect">
                <a:avLst/>
              </a:prstGeom>
            </p:spPr>
          </p:pic>
        </p:grp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EC9DB3E9-34A5-FB3A-B8DA-FF1FD6A7A881}"/>
                </a:ext>
              </a:extLst>
            </p:cNvPr>
            <p:cNvSpPr txBox="1"/>
            <p:nvPr/>
          </p:nvSpPr>
          <p:spPr>
            <a:xfrm>
              <a:off x="1938106" y="3304920"/>
              <a:ext cx="1220931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PT" sz="1050" b="1" dirty="0">
                  <a:latin typeface="Santander Text" panose="020B0504020201020104" pitchFamily="34" charset="0"/>
                </a:rPr>
                <a:t>Novembro</a:t>
              </a:r>
            </a:p>
          </p:txBody>
        </p:sp>
      </p:grp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6C810AA-3BCA-2B18-1BA2-3C93A5EFD00C}"/>
              </a:ext>
            </a:extLst>
          </p:cNvPr>
          <p:cNvSpPr/>
          <p:nvPr/>
        </p:nvSpPr>
        <p:spPr>
          <a:xfrm>
            <a:off x="1121363" y="1528932"/>
            <a:ext cx="9551686" cy="2124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S2 2023</a:t>
            </a:r>
          </a:p>
        </p:txBody>
      </p:sp>
      <p:sp>
        <p:nvSpPr>
          <p:cNvPr id="29" name="Arrow: Chevron 28">
            <a:extLst>
              <a:ext uri="{FF2B5EF4-FFF2-40B4-BE49-F238E27FC236}">
                <a16:creationId xmlns:a16="http://schemas.microsoft.com/office/drawing/2014/main" id="{4EF569B3-F29D-ECBE-C182-E29937B9B806}"/>
              </a:ext>
            </a:extLst>
          </p:cNvPr>
          <p:cNvSpPr/>
          <p:nvPr/>
        </p:nvSpPr>
        <p:spPr>
          <a:xfrm>
            <a:off x="1121363" y="1907257"/>
            <a:ext cx="6574837" cy="155612"/>
          </a:xfrm>
          <a:prstGeom prst="chevron">
            <a:avLst>
              <a:gd name="adj" fmla="val 6095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C227378-AF15-4DB3-FC35-3D99E28AF6A8}"/>
              </a:ext>
            </a:extLst>
          </p:cNvPr>
          <p:cNvSpPr/>
          <p:nvPr/>
        </p:nvSpPr>
        <p:spPr>
          <a:xfrm>
            <a:off x="913338" y="2064541"/>
            <a:ext cx="7065368" cy="1237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marL="171450" indent="-171450">
              <a:buFontTx/>
              <a:buChar char="-"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Realização de melhorias ao Modelo de Garantias no DL.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0C6CE1-2791-43CF-BB7D-1B051AA120C1}"/>
              </a:ext>
            </a:extLst>
          </p:cNvPr>
          <p:cNvSpPr/>
          <p:nvPr/>
        </p:nvSpPr>
        <p:spPr>
          <a:xfrm>
            <a:off x="913338" y="2870431"/>
            <a:ext cx="7065368" cy="1237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marL="171450" indent="-171450">
              <a:buFontTx/>
              <a:buChar char="-"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Especificação e passagem do Submodelo de Imóveis da BDR</a:t>
            </a:r>
            <a:r>
              <a:rPr lang="pt-PT" sz="1200" baseline="30000" dirty="0">
                <a:solidFill>
                  <a:schemeClr val="tx1"/>
                </a:solidFill>
                <a:latin typeface="Santander Text" panose="020B0504020201020104" pitchFamily="34" charset="0"/>
              </a:rPr>
              <a:t>(1)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para o Modelo de Garantias;</a:t>
            </a:r>
          </a:p>
          <a:p>
            <a:pPr marL="171450" indent="-171450">
              <a:buFontTx/>
              <a:buChar char="-"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Especificação e passagem da CRC para o Modelo de Garantias.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FFC71BA-2532-6D96-FD10-7122C10E8539}"/>
              </a:ext>
            </a:extLst>
          </p:cNvPr>
          <p:cNvGrpSpPr/>
          <p:nvPr/>
        </p:nvGrpSpPr>
        <p:grpSpPr>
          <a:xfrm>
            <a:off x="7057345" y="1805063"/>
            <a:ext cx="1220931" cy="720522"/>
            <a:chOff x="1938106" y="2838314"/>
            <a:chExt cx="1220931" cy="720522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5CEA90F-001E-95DD-B6FF-2AD8AC9F5449}"/>
                </a:ext>
              </a:extLst>
            </p:cNvPr>
            <p:cNvGrpSpPr/>
            <p:nvPr/>
          </p:nvGrpSpPr>
          <p:grpSpPr>
            <a:xfrm>
              <a:off x="2368571" y="2838314"/>
              <a:ext cx="360000" cy="360000"/>
              <a:chOff x="1515363" y="1988304"/>
              <a:chExt cx="360000" cy="360000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5D81B107-DD86-1A14-3DFE-E0E767E9A618}"/>
                  </a:ext>
                </a:extLst>
              </p:cNvPr>
              <p:cNvSpPr/>
              <p:nvPr/>
            </p:nvSpPr>
            <p:spPr>
              <a:xfrm>
                <a:off x="1515363" y="1988304"/>
                <a:ext cx="360000" cy="360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b="1" dirty="0"/>
              </a:p>
            </p:txBody>
          </p:sp>
          <p:pic>
            <p:nvPicPr>
              <p:cNvPr id="28" name="Graphic 27" descr="Flag with solid fill">
                <a:extLst>
                  <a:ext uri="{FF2B5EF4-FFF2-40B4-BE49-F238E27FC236}">
                    <a16:creationId xmlns:a16="http://schemas.microsoft.com/office/drawing/2014/main" id="{CEF6165C-472B-A29E-4AE0-AEEA390D14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576940" y="2049881"/>
                <a:ext cx="236847" cy="236847"/>
              </a:xfrm>
              <a:prstGeom prst="rect">
                <a:avLst/>
              </a:prstGeom>
            </p:spPr>
          </p:pic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9CDBEE6-60BD-CE45-0A6A-4C9F4045E860}"/>
                </a:ext>
              </a:extLst>
            </p:cNvPr>
            <p:cNvSpPr txBox="1"/>
            <p:nvPr/>
          </p:nvSpPr>
          <p:spPr>
            <a:xfrm>
              <a:off x="1938106" y="3304920"/>
              <a:ext cx="1220931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PT" sz="1050" b="1" dirty="0">
                  <a:latin typeface="Santander Text" panose="020B0504020201020104" pitchFamily="34" charset="0"/>
                </a:rPr>
                <a:t>Outubro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6468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BE634D9-20F1-4014-875C-1A3705C52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7458" y="6402633"/>
            <a:ext cx="2742843" cy="365077"/>
          </a:xfrm>
        </p:spPr>
        <p:txBody>
          <a:bodyPr/>
          <a:lstStyle/>
          <a:p>
            <a:pPr defTabSz="914309"/>
            <a:fld id="{BC0D97B6-E32F-4D7D-B839-7C3B51F2640F}" type="slidenum">
              <a:rPr lang="es-ES">
                <a:solidFill>
                  <a:srgbClr val="EB0000"/>
                </a:solidFill>
                <a:latin typeface="Arial"/>
              </a:rPr>
              <a:pPr defTabSz="914309"/>
              <a:t>7</a:t>
            </a:fld>
            <a:endParaRPr lang="es-ES" dirty="0">
              <a:solidFill>
                <a:srgbClr val="EB0000"/>
              </a:solidFill>
              <a:latin typeface="Arial"/>
            </a:endParaRPr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1FEBDAC4-900D-D1B7-03CF-97D69CDD17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/>
          <a:lstStyle/>
          <a:p>
            <a:r>
              <a:rPr lang="pt-BR" sz="1934" dirty="0"/>
              <a:t>4. Modelo Único de Garantias | </a:t>
            </a:r>
            <a:r>
              <a:rPr lang="pt-PT" sz="1934" dirty="0"/>
              <a:t>Critérios alterados</a:t>
            </a:r>
            <a:endParaRPr lang="es-E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5B76387-2B41-0F97-9433-34F9A5FC79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922264"/>
              </p:ext>
            </p:extLst>
          </p:nvPr>
        </p:nvGraphicFramePr>
        <p:xfrm>
          <a:off x="898248" y="1432142"/>
          <a:ext cx="9834139" cy="32942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893">
                  <a:extLst>
                    <a:ext uri="{9D8B030D-6E8A-4147-A177-3AD203B41FA5}">
                      <a16:colId xmlns:a16="http://schemas.microsoft.com/office/drawing/2014/main" val="2195827580"/>
                    </a:ext>
                  </a:extLst>
                </a:gridCol>
                <a:gridCol w="6840000">
                  <a:extLst>
                    <a:ext uri="{9D8B030D-6E8A-4147-A177-3AD203B41FA5}">
                      <a16:colId xmlns:a16="http://schemas.microsoft.com/office/drawing/2014/main" val="3847489052"/>
                    </a:ext>
                  </a:extLst>
                </a:gridCol>
                <a:gridCol w="1392623">
                  <a:extLst>
                    <a:ext uri="{9D8B030D-6E8A-4147-A177-3AD203B41FA5}">
                      <a16:colId xmlns:a16="http://schemas.microsoft.com/office/drawing/2014/main" val="688265970"/>
                    </a:ext>
                  </a:extLst>
                </a:gridCol>
                <a:gridCol w="1392623">
                  <a:extLst>
                    <a:ext uri="{9D8B030D-6E8A-4147-A177-3AD203B41FA5}">
                      <a16:colId xmlns:a16="http://schemas.microsoft.com/office/drawing/2014/main" val="3311303509"/>
                    </a:ext>
                  </a:extLst>
                </a:gridCol>
              </a:tblGrid>
              <a:tr h="348156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ID</a:t>
                      </a:r>
                      <a:endParaRPr lang="pt-PT" sz="11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369" marR="7369" marT="7369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1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Temas</a:t>
                      </a:r>
                      <a:endParaRPr lang="pt-PT" sz="1100" b="1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369" marR="7369" marT="7369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# Responsabilidade/ Processo</a:t>
                      </a:r>
                    </a:p>
                  </a:txBody>
                  <a:tcPr marL="7369" marR="7369" marT="7369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MAVALIAA</a:t>
                      </a:r>
                    </a:p>
                  </a:txBody>
                  <a:tcPr marL="7369" marR="7369" marT="7369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11135"/>
                  </a:ext>
                </a:extLst>
              </a:tr>
              <a:tr h="2992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u="none" strike="noStrike"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  <a:endParaRPr lang="pt-PT" sz="11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369" marR="7369" marT="7369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Apenas serão contempladas responsabilidades/processos com bens associados e com datas de vencimento válidas (exceto bens com origem </a:t>
                      </a:r>
                      <a:r>
                        <a:rPr lang="pt-PT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leasing</a:t>
                      </a:r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).</a:t>
                      </a:r>
                    </a:p>
                  </a:txBody>
                  <a:tcPr marL="7369" marR="7369" marT="7369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u="none" strike="noStrike" dirty="0">
                          <a:effectLst/>
                          <a:latin typeface="Santander Text" panose="020B0504020201020104" pitchFamily="34" charset="0"/>
                        </a:rPr>
                        <a:t>2 374</a:t>
                      </a: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846" marR="57694" marT="3846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u="none" strike="noStrike" dirty="0">
                          <a:effectLst/>
                          <a:latin typeface="Santander Text" panose="020B0504020201020104" pitchFamily="34" charset="0"/>
                        </a:rPr>
                        <a:t>-892 183 306</a:t>
                      </a: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846" marR="57694" marT="3846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395443"/>
                  </a:ext>
                </a:extLst>
              </a:tr>
              <a:tr h="2992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u="none" strike="noStrike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11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369" marR="7369" marT="7369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Todos os titulares, utilizados atualmente como garantias pessoais, serão excluídos.</a:t>
                      </a:r>
                    </a:p>
                  </a:txBody>
                  <a:tcPr marL="7369" marR="7369" marT="7369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u="none" strike="noStrike" dirty="0">
                          <a:effectLst/>
                          <a:latin typeface="Santander Text" panose="020B0504020201020104" pitchFamily="34" charset="0"/>
                        </a:rPr>
                        <a:t>63 429</a:t>
                      </a: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846" marR="57694" marT="3846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u="none" strike="noStrike" dirty="0">
                          <a:effectLst/>
                          <a:latin typeface="Santander Text" panose="020B0504020201020104" pitchFamily="34" charset="0"/>
                        </a:rPr>
                        <a:t>-5 167 863 669</a:t>
                      </a: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846" marR="57694" marT="3846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875890"/>
                  </a:ext>
                </a:extLst>
              </a:tr>
              <a:tr h="2992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u="none" strike="noStrike"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  <a:endParaRPr lang="pt-PT" sz="11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369" marR="7369" marT="7369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 algoritmos de apuramento de saldos das responsabilidades, relevantes para a distribuição dos montantes das garantias, passará a contemplar contas contabilisticas de juros e despesas vencidas.</a:t>
                      </a:r>
                    </a:p>
                  </a:txBody>
                  <a:tcPr marL="7369" marR="7369" marT="7369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u="none" strike="noStrike" dirty="0">
                          <a:effectLst/>
                          <a:latin typeface="Santander Text" panose="020B0504020201020104" pitchFamily="34" charset="0"/>
                        </a:rPr>
                        <a:t>206 584</a:t>
                      </a: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846" marR="57694" marT="3846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u="none" strike="noStrike" dirty="0">
                          <a:effectLst/>
                          <a:latin typeface="Santander Text" panose="020B0504020201020104" pitchFamily="34" charset="0"/>
                        </a:rPr>
                        <a:t>28 337 689</a:t>
                      </a: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846" marR="57694" marT="3846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200727"/>
                  </a:ext>
                </a:extLst>
              </a:tr>
              <a:tr h="42741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u="none" strike="noStrike"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  <a:endParaRPr lang="pt-PT" sz="11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369" marR="7369" marT="7369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 metodologia de aprovisionamento de montantes de avaliação para fomentos à construção e IFRRUs, manter-se-á como no BIYR9500, à exceção da percentagem de avaliação atribuida ao BST (será como base o financiamento inicial do IFRRU e não no saldo em dívida atual). A mesma será revista após o rácio de Abril.</a:t>
                      </a:r>
                    </a:p>
                  </a:txBody>
                  <a:tcPr marL="7369" marR="7369" marT="7369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u="none" strike="noStrike" dirty="0">
                          <a:effectLst/>
                          <a:latin typeface="Santander Text" panose="020B0504020201020104" pitchFamily="34" charset="0"/>
                        </a:rPr>
                        <a:t>242</a:t>
                      </a: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846" marR="57694" marT="3846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u="none" strike="noStrike" dirty="0">
                          <a:effectLst/>
                          <a:latin typeface="Santander Text" panose="020B0504020201020104" pitchFamily="34" charset="0"/>
                        </a:rPr>
                        <a:t>57 230 945</a:t>
                      </a: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846" marR="57694" marT="3846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057866"/>
                  </a:ext>
                </a:extLst>
              </a:tr>
              <a:tr h="2992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u="none" strike="noStrike">
                          <a:effectLst/>
                          <a:latin typeface="Santander Text" panose="020B0504020201020104" pitchFamily="34" charset="0"/>
                        </a:rPr>
                        <a:t>5</a:t>
                      </a:r>
                      <a:endParaRPr lang="pt-PT" sz="11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369" marR="7369" marT="7369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 montante considerado em garantias pessoais deve ser o da responsabilidade e não o do processo.</a:t>
                      </a:r>
                    </a:p>
                  </a:txBody>
                  <a:tcPr marL="7369" marR="7369" marT="7369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u="none" strike="noStrike" dirty="0">
                          <a:effectLst/>
                          <a:latin typeface="Santander Text" panose="020B0504020201020104" pitchFamily="34" charset="0"/>
                        </a:rPr>
                        <a:t>121 833</a:t>
                      </a: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846" marR="57694" marT="3846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u="none" strike="noStrike" dirty="0">
                          <a:effectLst/>
                          <a:latin typeface="Santander Text" panose="020B0504020201020104" pitchFamily="34" charset="0"/>
                        </a:rPr>
                        <a:t>-5 636 507 989</a:t>
                      </a: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846" marR="57694" marT="3846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077517"/>
                  </a:ext>
                </a:extLst>
              </a:tr>
              <a:tr h="441396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</a:t>
                      </a:r>
                    </a:p>
                  </a:txBody>
                  <a:tcPr marL="7369" marR="7369" marT="7369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No caso das garantias financeiras, serão descartadas as garantias cuja data de vencimento seja inferior à data do rácio, mesmo tendo uma data de cativo válida (uma vez que a data de cativo pode ser referente à DO e não ao bem contratualizado incialmente com o cliente). Metodologia que será aplicada após quantificação de impactos. </a:t>
                      </a:r>
                    </a:p>
                  </a:txBody>
                  <a:tcPr marL="7369" marR="7369" marT="7369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u="none" strike="noStrike" dirty="0">
                          <a:effectLst/>
                          <a:latin typeface="Santander Text" panose="020B0504020201020104" pitchFamily="34" charset="0"/>
                        </a:rPr>
                        <a:t>Por quantificar</a:t>
                      </a: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846" marR="57694" marT="3846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u="none" strike="noStrike" dirty="0">
                          <a:effectLst/>
                          <a:latin typeface="Santander Text" panose="020B0504020201020104" pitchFamily="34" charset="0"/>
                        </a:rPr>
                        <a:t>Por quantificar</a:t>
                      </a: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846" marR="57694" marT="3846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576559"/>
                  </a:ext>
                </a:extLst>
              </a:tr>
              <a:tr h="2992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</a:t>
                      </a:r>
                    </a:p>
                  </a:txBody>
                  <a:tcPr marL="7369" marR="7369" marT="7369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Apenas serão contemplados bens com datas de avaliação válidas (exceto bens com origem </a:t>
                      </a:r>
                      <a:r>
                        <a:rPr lang="pt-PT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leasing</a:t>
                      </a:r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).</a:t>
                      </a:r>
                    </a:p>
                  </a:txBody>
                  <a:tcPr marL="7369" marR="7369" marT="7369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u="none" strike="noStrike" dirty="0">
                          <a:effectLst/>
                          <a:latin typeface="Santander Text" panose="020B0504020201020104" pitchFamily="34" charset="0"/>
                        </a:rPr>
                        <a:t>323</a:t>
                      </a: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846" marR="57694" marT="3846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u="none" strike="noStrike" dirty="0">
                          <a:effectLst/>
                          <a:latin typeface="Santander Text" panose="020B0504020201020104" pitchFamily="34" charset="0"/>
                        </a:rPr>
                        <a:t>-83 177 937</a:t>
                      </a: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846" marR="57694" marT="3846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40860"/>
                  </a:ext>
                </a:extLst>
              </a:tr>
              <a:tr h="2992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</a:t>
                      </a:r>
                    </a:p>
                  </a:txBody>
                  <a:tcPr marL="7369" marR="7369" marT="7369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 metodologia de aprovisionamento de montantes/datas de avaliação aplicada a Fomentos à Construção deve ser igual para todas as origens.</a:t>
                      </a:r>
                    </a:p>
                  </a:txBody>
                  <a:tcPr marL="7369" marR="7369" marT="7369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u="none" strike="noStrike" dirty="0">
                          <a:effectLst/>
                          <a:latin typeface="Santander Text" panose="020B0504020201020104" pitchFamily="34" charset="0"/>
                        </a:rPr>
                        <a:t>11</a:t>
                      </a: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846" marR="57694" marT="3846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u="none" strike="noStrike" dirty="0">
                          <a:effectLst/>
                          <a:latin typeface="Santander Text" panose="020B0504020201020104" pitchFamily="34" charset="0"/>
                        </a:rPr>
                        <a:t>-160 550 346</a:t>
                      </a: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846" marR="57694" marT="3846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31618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5339693-0ED9-826B-FB9C-531CF17DA85E}"/>
              </a:ext>
            </a:extLst>
          </p:cNvPr>
          <p:cNvSpPr txBox="1"/>
          <p:nvPr/>
        </p:nvSpPr>
        <p:spPr>
          <a:xfrm>
            <a:off x="887404" y="796601"/>
            <a:ext cx="9620334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6349" indent="-276349">
              <a:buFont typeface="Wingdings" panose="05000000000000000000" pitchFamily="2" charset="2"/>
              <a:buChar char="Ø"/>
            </a:pPr>
            <a:r>
              <a:rPr lang="pt-PT" sz="1450" dirty="0">
                <a:latin typeface="Santander Text" panose="020B0504020201020104" pitchFamily="34" charset="0"/>
                <a:ea typeface="Times New Roman" panose="02020603050405020304" pitchFamily="18" charset="0"/>
              </a:rPr>
              <a:t>Alterações que foram realizadas no modelo face à situação que existe atualmente no BIYR9500 com impacto nos resultados – dados rácio abril (1/2):</a:t>
            </a:r>
            <a:endParaRPr lang="en-US" sz="1450" dirty="0">
              <a:latin typeface="Santander Text" panose="020B05040202010201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5B1E415-B77A-4162-1B59-92B86D928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03" y="5838567"/>
            <a:ext cx="3826360" cy="446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8432" tIns="44216" rIns="88432" bIns="44216" numCol="1" anchor="ctr" anchorCtr="0" compatLnSpc="1">
            <a:prstTxWarp prst="textNoShape">
              <a:avLst/>
            </a:prstTxWarp>
            <a:spAutoFit/>
          </a:bodyPr>
          <a:lstStyle/>
          <a:p>
            <a:pPr defTabSz="884316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sz="774" dirty="0">
                <a:latin typeface="Santander Text" panose="020B0504020201020104" pitchFamily="34" charset="0"/>
              </a:rPr>
              <a:t>1. Resultados obtidos sobre a execução realizada no dia 16 de abril.</a:t>
            </a:r>
          </a:p>
          <a:p>
            <a:pPr defTabSz="884316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774" dirty="0">
                <a:latin typeface="Santander Text" panose="020B0504020201020104" pitchFamily="34" charset="0"/>
              </a:rPr>
              <a:t>2. A granularidade utilizada para análise foi ao nivel do bem (garantia pessoal – Cliente)</a:t>
            </a:r>
          </a:p>
          <a:p>
            <a:pPr defTabSz="884316" eaLnBrk="0" fontAlgn="base" hangingPunct="0">
              <a:spcBef>
                <a:spcPct val="0"/>
              </a:spcBef>
              <a:spcAft>
                <a:spcPct val="0"/>
              </a:spcAft>
            </a:pPr>
            <a:endParaRPr lang="pt-PT" altLang="en-US" sz="774" dirty="0">
              <a:latin typeface="Santander Text" panose="020B05040202010201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063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BE634D9-20F1-4014-875C-1A3705C52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7458" y="6402633"/>
            <a:ext cx="2742843" cy="365077"/>
          </a:xfrm>
        </p:spPr>
        <p:txBody>
          <a:bodyPr/>
          <a:lstStyle/>
          <a:p>
            <a:pPr defTabSz="914309"/>
            <a:fld id="{BC0D97B6-E32F-4D7D-B839-7C3B51F2640F}" type="slidenum">
              <a:rPr lang="es-ES">
                <a:solidFill>
                  <a:srgbClr val="EB0000"/>
                </a:solidFill>
                <a:latin typeface="Arial"/>
              </a:rPr>
              <a:pPr defTabSz="914309"/>
              <a:t>8</a:t>
            </a:fld>
            <a:endParaRPr lang="es-ES" dirty="0">
              <a:solidFill>
                <a:srgbClr val="EB0000"/>
              </a:solidFill>
              <a:latin typeface="Arial"/>
            </a:endParaRPr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1FEBDAC4-900D-D1B7-03CF-97D69CDD17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/>
          <a:lstStyle/>
          <a:p>
            <a:r>
              <a:rPr lang="pt-BR" sz="1934" dirty="0"/>
              <a:t>4. Modelo Único de Garantias | </a:t>
            </a:r>
            <a:r>
              <a:rPr lang="pt-PT" sz="1934" dirty="0"/>
              <a:t>Critérios alterados</a:t>
            </a:r>
            <a:endParaRPr lang="es-E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339693-0ED9-826B-FB9C-531CF17DA85E}"/>
              </a:ext>
            </a:extLst>
          </p:cNvPr>
          <p:cNvSpPr txBox="1"/>
          <p:nvPr/>
        </p:nvSpPr>
        <p:spPr>
          <a:xfrm>
            <a:off x="887404" y="796601"/>
            <a:ext cx="9620334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6349" indent="-276349">
              <a:buFont typeface="Wingdings" panose="05000000000000000000" pitchFamily="2" charset="2"/>
              <a:buChar char="Ø"/>
            </a:pPr>
            <a:r>
              <a:rPr lang="pt-PT" sz="1450" dirty="0">
                <a:latin typeface="Santander Text" panose="020B0504020201020104" pitchFamily="34" charset="0"/>
                <a:ea typeface="Times New Roman" panose="02020603050405020304" pitchFamily="18" charset="0"/>
              </a:rPr>
              <a:t>Alterações que foram realizadas no modelo face à situação que existe atualmente no BIYR9500 com impacto nos resultados – dados rácio abril (2/2):</a:t>
            </a:r>
            <a:endParaRPr lang="en-US" sz="1450" dirty="0">
              <a:latin typeface="Santander Text" panose="020B05040202010201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5B1E415-B77A-4162-1B59-92B86D928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03" y="5838567"/>
            <a:ext cx="3826360" cy="446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8432" tIns="44216" rIns="88432" bIns="44216" numCol="1" anchor="ctr" anchorCtr="0" compatLnSpc="1">
            <a:prstTxWarp prst="textNoShape">
              <a:avLst/>
            </a:prstTxWarp>
            <a:spAutoFit/>
          </a:bodyPr>
          <a:lstStyle/>
          <a:p>
            <a:pPr defTabSz="884316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sz="774" dirty="0">
                <a:latin typeface="Santander Text" panose="020B0504020201020104" pitchFamily="34" charset="0"/>
              </a:rPr>
              <a:t>1. Resultados obtidos sobre a execução realizada no dia 16 de abril.</a:t>
            </a:r>
          </a:p>
          <a:p>
            <a:pPr defTabSz="884316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774" dirty="0">
                <a:latin typeface="Santander Text" panose="020B0504020201020104" pitchFamily="34" charset="0"/>
              </a:rPr>
              <a:t>2. A granularidade utilizada para análise foi ao nivel do bem (garantia pessoal – Cliente)</a:t>
            </a:r>
          </a:p>
          <a:p>
            <a:pPr defTabSz="884316" eaLnBrk="0" fontAlgn="base" hangingPunct="0">
              <a:spcBef>
                <a:spcPct val="0"/>
              </a:spcBef>
              <a:spcAft>
                <a:spcPct val="0"/>
              </a:spcAft>
            </a:pPr>
            <a:endParaRPr lang="pt-PT" altLang="en-US" sz="774" dirty="0">
              <a:latin typeface="Santander Text" panose="020B0504020201020104" pitchFamily="34" charset="0"/>
              <a:ea typeface="Calibri" panose="020F050202020403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7EDAA7E-BF8C-EA27-4538-C8E477C15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415551"/>
              </p:ext>
            </p:extLst>
          </p:nvPr>
        </p:nvGraphicFramePr>
        <p:xfrm>
          <a:off x="898248" y="1432142"/>
          <a:ext cx="9834139" cy="31710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893">
                  <a:extLst>
                    <a:ext uri="{9D8B030D-6E8A-4147-A177-3AD203B41FA5}">
                      <a16:colId xmlns:a16="http://schemas.microsoft.com/office/drawing/2014/main" val="2195827580"/>
                    </a:ext>
                  </a:extLst>
                </a:gridCol>
                <a:gridCol w="6840000">
                  <a:extLst>
                    <a:ext uri="{9D8B030D-6E8A-4147-A177-3AD203B41FA5}">
                      <a16:colId xmlns:a16="http://schemas.microsoft.com/office/drawing/2014/main" val="3847489052"/>
                    </a:ext>
                  </a:extLst>
                </a:gridCol>
                <a:gridCol w="1392623">
                  <a:extLst>
                    <a:ext uri="{9D8B030D-6E8A-4147-A177-3AD203B41FA5}">
                      <a16:colId xmlns:a16="http://schemas.microsoft.com/office/drawing/2014/main" val="688265970"/>
                    </a:ext>
                  </a:extLst>
                </a:gridCol>
                <a:gridCol w="1392623">
                  <a:extLst>
                    <a:ext uri="{9D8B030D-6E8A-4147-A177-3AD203B41FA5}">
                      <a16:colId xmlns:a16="http://schemas.microsoft.com/office/drawing/2014/main" val="3311303509"/>
                    </a:ext>
                  </a:extLst>
                </a:gridCol>
              </a:tblGrid>
              <a:tr h="348156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ID</a:t>
                      </a:r>
                      <a:endParaRPr lang="pt-PT" sz="11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369" marR="7369" marT="7369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1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Temas</a:t>
                      </a:r>
                      <a:endParaRPr lang="pt-PT" sz="1100" b="1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369" marR="7369" marT="7369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# Responsabilidade/ Processo</a:t>
                      </a:r>
                    </a:p>
                  </a:txBody>
                  <a:tcPr marL="7369" marR="7369" marT="7369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MAVALIAA</a:t>
                      </a:r>
                    </a:p>
                  </a:txBody>
                  <a:tcPr marL="7369" marR="7369" marT="7369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11135"/>
                  </a:ext>
                </a:extLst>
              </a:tr>
              <a:tr h="2992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</a:t>
                      </a:r>
                    </a:p>
                  </a:txBody>
                  <a:tcPr marL="7369" marR="7369" marT="7369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 rateio dos bens pelos processos/responsabilidades deve ser feito independentemente da origem e deve ser realizado com base no valor atual da responsabilidade e não pela percentagem de cobertura calculada no momento da contratação.</a:t>
                      </a:r>
                    </a:p>
                  </a:txBody>
                  <a:tcPr marL="7369" marR="7369" marT="7369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u="none" strike="noStrike" dirty="0">
                          <a:effectLst/>
                          <a:latin typeface="Santander Text" panose="020B0504020201020104" pitchFamily="34" charset="0"/>
                        </a:rPr>
                        <a:t>267</a:t>
                      </a: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846" marR="57694" marT="3846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u="none" strike="noStrike">
                          <a:effectLst/>
                          <a:latin typeface="Santander Text" panose="020B0504020201020104" pitchFamily="34" charset="0"/>
                        </a:rPr>
                        <a:t>-274 945 779</a:t>
                      </a:r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846" marR="57694" marT="3846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737352"/>
                  </a:ext>
                </a:extLst>
              </a:tr>
              <a:tr h="2992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</a:t>
                      </a:r>
                    </a:p>
                  </a:txBody>
                  <a:tcPr marL="7369" marR="7369" marT="7369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Saldos de bens financeiros utilizados no modelo apresentam lag de um dia face ao BIYR (BIYR utiliza saldos de D+1).</a:t>
                      </a:r>
                    </a:p>
                  </a:txBody>
                  <a:tcPr marL="7369" marR="7369" marT="7369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u="none" strike="noStrike">
                          <a:effectLst/>
                          <a:latin typeface="Santander Text" panose="020B0504020201020104" pitchFamily="34" charset="0"/>
                        </a:rPr>
                        <a:t>2 894</a:t>
                      </a:r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846" marR="57694" marT="3846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u="none" strike="noStrike" dirty="0">
                          <a:effectLst/>
                          <a:latin typeface="Santander Text" panose="020B0504020201020104" pitchFamily="34" charset="0"/>
                        </a:rPr>
                        <a:t>-509 730</a:t>
                      </a: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846" marR="57694" marT="3846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796925"/>
                  </a:ext>
                </a:extLst>
              </a:tr>
              <a:tr h="2992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</a:t>
                      </a:r>
                    </a:p>
                  </a:txBody>
                  <a:tcPr marL="7369" marR="7369" marT="7369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São consideradas todas as garantias financeiras válidas dentro da mesma caução, independentemente da sua tipologia (exemplo, DO e TT).</a:t>
                      </a:r>
                    </a:p>
                  </a:txBody>
                  <a:tcPr marL="7369" marR="7369" marT="7369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u="none" strike="noStrike"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846" marR="57694" marT="3846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u="none" strike="noStrike" dirty="0"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846" marR="57694" marT="3846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613097"/>
                  </a:ext>
                </a:extLst>
              </a:tr>
              <a:tr h="2992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</a:t>
                      </a:r>
                    </a:p>
                  </a:txBody>
                  <a:tcPr marL="7369" marR="7369" marT="7369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Apenas serão contempladas garantias manuais de PPC com caução carregada para o respetivo emitente/programa. Nos títulos as cauções são as mesmas.</a:t>
                      </a:r>
                    </a:p>
                  </a:txBody>
                  <a:tcPr marL="7369" marR="7369" marT="7369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u="none" strike="noStrike">
                          <a:effectLst/>
                          <a:latin typeface="Santander Text" panose="020B0504020201020104" pitchFamily="34" charset="0"/>
                        </a:rPr>
                        <a:t>61</a:t>
                      </a:r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846" marR="57694" marT="3846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u="none" strike="noStrike">
                          <a:effectLst/>
                          <a:latin typeface="Santander Text" panose="020B0504020201020104" pitchFamily="34" charset="0"/>
                        </a:rPr>
                        <a:t>-193 133 818</a:t>
                      </a:r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846" marR="57694" marT="3846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964744"/>
                  </a:ext>
                </a:extLst>
              </a:tr>
              <a:tr h="2992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13</a:t>
                      </a:r>
                    </a:p>
                  </a:txBody>
                  <a:tcPr marL="7369" marR="7369" marT="7369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 montante das garantias pessoais será o resultado após a multiplicação do valor da responsabilidade pela percentagem de cobertura do cliente (bem).</a:t>
                      </a:r>
                    </a:p>
                  </a:txBody>
                  <a:tcPr marL="7369" marR="7369" marT="7369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u="none" strike="noStrike">
                          <a:effectLst/>
                          <a:latin typeface="Santander Text" panose="020B0504020201020104" pitchFamily="34" charset="0"/>
                        </a:rPr>
                        <a:t>121 833</a:t>
                      </a:r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846" marR="57694" marT="3846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u="none" strike="noStrike" dirty="0">
                          <a:effectLst/>
                          <a:latin typeface="Santander Text" panose="020B0504020201020104" pitchFamily="34" charset="0"/>
                        </a:rPr>
                        <a:t>-494 514 720</a:t>
                      </a: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846" marR="57694" marT="3846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482687"/>
                  </a:ext>
                </a:extLst>
              </a:tr>
              <a:tr h="3436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14</a:t>
                      </a:r>
                    </a:p>
                  </a:txBody>
                  <a:tcPr marL="7369" marR="7369" marT="7369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Deve ser considerado o valor de avaliação mais recente, independentemente do seu montante (inclusão de avaliações com montante igual a zero).</a:t>
                      </a:r>
                    </a:p>
                  </a:txBody>
                  <a:tcPr marL="7369" marR="7369" marT="7369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u="none" strike="noStrike">
                          <a:effectLst/>
                          <a:latin typeface="Santander Text" panose="020B0504020201020104" pitchFamily="34" charset="0"/>
                        </a:rPr>
                        <a:t>52</a:t>
                      </a:r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846" marR="57694" marT="3846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u="none" strike="noStrike" dirty="0">
                          <a:effectLst/>
                          <a:latin typeface="Santander Text" panose="020B0504020201020104" pitchFamily="34" charset="0"/>
                        </a:rPr>
                        <a:t>-16 155 461</a:t>
                      </a: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846" marR="57694" marT="3846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158917"/>
                  </a:ext>
                </a:extLst>
              </a:tr>
              <a:tr h="2992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15</a:t>
                      </a:r>
                    </a:p>
                  </a:txBody>
                  <a:tcPr marL="7369" marR="7369" marT="7369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Apenas serão contemplados empréstimos e processos formalizados.</a:t>
                      </a:r>
                    </a:p>
                  </a:txBody>
                  <a:tcPr marL="7369" marR="7369" marT="7369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u="none" strike="noStrike"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846" marR="57694" marT="3846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u="none" strike="noStrike" dirty="0">
                          <a:effectLst/>
                          <a:latin typeface="Santander Text" panose="020B0504020201020104" pitchFamily="34" charset="0"/>
                        </a:rPr>
                        <a:t>-1 621 266</a:t>
                      </a: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846" marR="57694" marT="3846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473621"/>
                  </a:ext>
                </a:extLst>
              </a:tr>
              <a:tr h="2992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16</a:t>
                      </a:r>
                    </a:p>
                  </a:txBody>
                  <a:tcPr marL="7369" marR="7369" marT="7369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Cauções de garantias manuais de PPC selecionadas de acordo com a nova parametrização (cauções mais recentes carregadas por emitente/programa).</a:t>
                      </a:r>
                    </a:p>
                  </a:txBody>
                  <a:tcPr marL="7369" marR="7369" marT="7369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u="none" strike="noStrike">
                          <a:effectLst/>
                          <a:latin typeface="Santander Text" panose="020B0504020201020104" pitchFamily="34" charset="0"/>
                        </a:rPr>
                        <a:t>58</a:t>
                      </a:r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846" marR="57694" marT="3846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u="none" strike="noStrike" dirty="0">
                          <a:effectLst/>
                          <a:latin typeface="Santander Text" panose="020B0504020201020104" pitchFamily="34" charset="0"/>
                        </a:rPr>
                        <a:t>97 028 307</a:t>
                      </a: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846" marR="57694" marT="3846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804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1696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BE634D9-20F1-4014-875C-1A3705C52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7458" y="6402633"/>
            <a:ext cx="2742843" cy="365077"/>
          </a:xfrm>
        </p:spPr>
        <p:txBody>
          <a:bodyPr/>
          <a:lstStyle/>
          <a:p>
            <a:pPr defTabSz="914309"/>
            <a:fld id="{BC0D97B6-E32F-4D7D-B839-7C3B51F2640F}" type="slidenum">
              <a:rPr lang="es-ES">
                <a:solidFill>
                  <a:srgbClr val="EB0000"/>
                </a:solidFill>
                <a:latin typeface="Arial"/>
              </a:rPr>
              <a:pPr defTabSz="914309"/>
              <a:t>9</a:t>
            </a:fld>
            <a:endParaRPr lang="es-ES" dirty="0">
              <a:solidFill>
                <a:srgbClr val="EB0000"/>
              </a:solidFill>
              <a:latin typeface="Arial"/>
            </a:endParaRPr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1FEBDAC4-900D-D1B7-03CF-97D69CDD17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/>
          <a:lstStyle/>
          <a:p>
            <a:r>
              <a:rPr lang="pt-BR" sz="1934" dirty="0"/>
              <a:t>5. Modelo Único de Garantias | </a:t>
            </a:r>
            <a:r>
              <a:rPr lang="pt-PT" sz="1934" dirty="0"/>
              <a:t>Impactos em capital (RWA)</a:t>
            </a:r>
            <a:endParaRPr lang="es-E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643B76-64B0-087A-0F8A-55410670EDF7}"/>
              </a:ext>
            </a:extLst>
          </p:cNvPr>
          <p:cNvSpPr/>
          <p:nvPr/>
        </p:nvSpPr>
        <p:spPr>
          <a:xfrm>
            <a:off x="876398" y="2727764"/>
            <a:ext cx="10533634" cy="324091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837">
              <a:latin typeface="Santander Text" panose="020B05040202010201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875AE16-C503-081C-A531-7C2B4AA8E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533190"/>
              </p:ext>
            </p:extLst>
          </p:nvPr>
        </p:nvGraphicFramePr>
        <p:xfrm>
          <a:off x="1198805" y="2798624"/>
          <a:ext cx="5298056" cy="3104474"/>
        </p:xfrm>
        <a:graphic>
          <a:graphicData uri="http://schemas.openxmlformats.org/drawingml/2006/table">
            <a:tbl>
              <a:tblPr/>
              <a:tblGrid>
                <a:gridCol w="1740779">
                  <a:extLst>
                    <a:ext uri="{9D8B030D-6E8A-4147-A177-3AD203B41FA5}">
                      <a16:colId xmlns:a16="http://schemas.microsoft.com/office/drawing/2014/main" val="2525455244"/>
                    </a:ext>
                  </a:extLst>
                </a:gridCol>
                <a:gridCol w="737214">
                  <a:extLst>
                    <a:ext uri="{9D8B030D-6E8A-4147-A177-3AD203B41FA5}">
                      <a16:colId xmlns:a16="http://schemas.microsoft.com/office/drawing/2014/main" val="741639320"/>
                    </a:ext>
                  </a:extLst>
                </a:gridCol>
                <a:gridCol w="940021">
                  <a:extLst>
                    <a:ext uri="{9D8B030D-6E8A-4147-A177-3AD203B41FA5}">
                      <a16:colId xmlns:a16="http://schemas.microsoft.com/office/drawing/2014/main" val="2428647949"/>
                    </a:ext>
                  </a:extLst>
                </a:gridCol>
                <a:gridCol w="940021">
                  <a:extLst>
                    <a:ext uri="{9D8B030D-6E8A-4147-A177-3AD203B41FA5}">
                      <a16:colId xmlns:a16="http://schemas.microsoft.com/office/drawing/2014/main" val="1141026469"/>
                    </a:ext>
                  </a:extLst>
                </a:gridCol>
                <a:gridCol w="940021">
                  <a:extLst>
                    <a:ext uri="{9D8B030D-6E8A-4147-A177-3AD203B41FA5}">
                      <a16:colId xmlns:a16="http://schemas.microsoft.com/office/drawing/2014/main" val="3392995825"/>
                    </a:ext>
                  </a:extLst>
                </a:gridCol>
              </a:tblGrid>
              <a:tr h="214996">
                <a:tc>
                  <a:txBody>
                    <a:bodyPr/>
                    <a:lstStyle/>
                    <a:p>
                      <a:pPr algn="l" fontAlgn="ctr"/>
                      <a:endParaRPr lang="pt-PT" sz="11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212" marR="9212" marT="92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PT" sz="11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212" marR="9212" marT="9212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RWA</a:t>
                      </a:r>
                    </a:p>
                  </a:txBody>
                  <a:tcPr marL="9212" marR="9212" marT="921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428216"/>
                  </a:ext>
                </a:extLst>
              </a:tr>
              <a:tr h="214996"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Casuística</a:t>
                      </a:r>
                    </a:p>
                  </a:txBody>
                  <a:tcPr marL="9212" marR="9212" marT="921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# Registos</a:t>
                      </a:r>
                      <a:r>
                        <a:rPr lang="pt-PT" sz="1100" b="1" i="0" u="none" strike="noStrike" baseline="3000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</a:p>
                  </a:txBody>
                  <a:tcPr marL="9212" marR="9212" marT="921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effectLst/>
                          <a:latin typeface="Santander Text" panose="020B0504020201020104" pitchFamily="34" charset="0"/>
                        </a:rPr>
                        <a:t>IRB</a:t>
                      </a:r>
                    </a:p>
                  </a:txBody>
                  <a:tcPr marL="9212" marR="9212" marT="921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effectLst/>
                          <a:latin typeface="Santander Text" panose="020B0504020201020104" pitchFamily="34" charset="0"/>
                        </a:rPr>
                        <a:t>STD</a:t>
                      </a:r>
                    </a:p>
                  </a:txBody>
                  <a:tcPr marL="9212" marR="9212" marT="921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9212" marR="9212" marT="921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53125"/>
                  </a:ext>
                </a:extLst>
              </a:tr>
              <a:tr h="21545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</a:t>
                      </a:r>
                    </a:p>
                  </a:txBody>
                  <a:tcPr marL="82905" marR="9212" marT="921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62B96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123 031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-4 256 526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-2 328 469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-6 584 994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13864"/>
                  </a:ext>
                </a:extLst>
              </a:tr>
              <a:tr h="214996"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1" i="0" u="none" strike="noStrike" dirty="0">
                          <a:effectLst/>
                          <a:latin typeface="Santander Text" panose="020B0504020201020104" pitchFamily="34" charset="0"/>
                        </a:rPr>
                        <a:t>Em resolução</a:t>
                      </a:r>
                    </a:p>
                  </a:txBody>
                  <a:tcPr marL="82905" marR="9212" marT="921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13 492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-2 495 169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-368 051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-2 863 220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2269089"/>
                  </a:ext>
                </a:extLst>
              </a:tr>
              <a:tr h="214996"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1" i="0" u="none" strike="noStrike"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L="82905" marR="9212" marT="921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6 018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2 375 903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4 952 780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7 328 683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03822"/>
                  </a:ext>
                </a:extLst>
              </a:tr>
              <a:tr h="21499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effectLst/>
                          <a:latin typeface="Santander Text" panose="020B0504020201020104" pitchFamily="34" charset="0"/>
                        </a:rPr>
                        <a:t>Impacto inerentes a garantias</a:t>
                      </a:r>
                    </a:p>
                  </a:txBody>
                  <a:tcPr marL="9212" marR="9212" marT="921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-4 375 791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2 256 260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-2 119 531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453271"/>
                  </a:ext>
                </a:extLst>
              </a:tr>
              <a:tr h="174192">
                <a:tc gridSpan="5">
                  <a:txBody>
                    <a:bodyPr/>
                    <a:lstStyle/>
                    <a:p>
                      <a:pPr algn="ctr" fontAlgn="ctr"/>
                      <a:endParaRPr lang="pt-PT" sz="1100" b="1" i="0" u="none" strike="noStrike" dirty="0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212" marR="9212" marT="921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5237777"/>
                  </a:ext>
                </a:extLst>
              </a:tr>
              <a:tr h="21545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11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Reconciliação (Cont/Cargabal)</a:t>
                      </a:r>
                    </a:p>
                  </a:txBody>
                  <a:tcPr marL="9212" marR="9212" marT="921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19 099 624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19 099 624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117167"/>
                  </a:ext>
                </a:extLst>
              </a:tr>
              <a:tr h="21545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11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Alteração PD</a:t>
                      </a:r>
                    </a:p>
                  </a:txBody>
                  <a:tcPr marL="9212" marR="9212" marT="921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30 110 172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30 110 172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383772"/>
                  </a:ext>
                </a:extLst>
              </a:tr>
              <a:tr h="21545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11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Alteração LGD</a:t>
                      </a:r>
                    </a:p>
                  </a:txBody>
                  <a:tcPr marL="9212" marR="9212" marT="921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-1 787 311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-1 787 311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5514737"/>
                  </a:ext>
                </a:extLst>
              </a:tr>
              <a:tr h="21545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11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Variações de Universo</a:t>
                      </a:r>
                    </a:p>
                  </a:txBody>
                  <a:tcPr marL="9212" marR="9212" marT="921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-28 156 740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-5 242 416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-33 399 157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660024"/>
                  </a:ext>
                </a:extLst>
              </a:tr>
              <a:tr h="21545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11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Mudanças no rácio atual</a:t>
                      </a:r>
                    </a:p>
                  </a:txBody>
                  <a:tcPr marL="9212" marR="9212" marT="921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-16 508 261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-14 901 741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-31 410 002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526707"/>
                  </a:ext>
                </a:extLst>
              </a:tr>
              <a:tr h="21545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11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Impactos não inerentes – ENC</a:t>
                      </a:r>
                    </a:p>
                  </a:txBody>
                  <a:tcPr marL="9212" marR="9212" marT="921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13 090 879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13 090 879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521463"/>
                  </a:ext>
                </a:extLst>
              </a:tr>
              <a:tr h="21545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11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Outras Diferenças</a:t>
                      </a:r>
                    </a:p>
                  </a:txBody>
                  <a:tcPr marL="9212" marR="9212" marT="921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-150 845 531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20 982 025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100" b="1" i="0" u="none" strike="noStrike" dirty="0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-129 863 507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41248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A302B00-7081-3CB5-E07D-8F1A4ED6B195}"/>
              </a:ext>
            </a:extLst>
          </p:cNvPr>
          <p:cNvSpPr txBox="1"/>
          <p:nvPr/>
        </p:nvSpPr>
        <p:spPr>
          <a:xfrm>
            <a:off x="6581814" y="2713781"/>
            <a:ext cx="4828217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50" b="1" u="sng" dirty="0">
                <a:latin typeface="Santander Text" panose="020B0504020201020104" pitchFamily="34" charset="0"/>
              </a:rPr>
              <a:t>Notas adicionais:</a:t>
            </a:r>
          </a:p>
          <a:p>
            <a:endParaRPr lang="pt-PT" sz="1050" dirty="0">
              <a:latin typeface="Santander Text" panose="020B0504020201020104" pitchFamily="34" charset="0"/>
            </a:endParaRPr>
          </a:p>
          <a:p>
            <a:pPr marL="221079" indent="-221079">
              <a:spcBef>
                <a:spcPts val="290"/>
              </a:spcBef>
              <a:buFont typeface="+mj-lt"/>
              <a:buAutoNum type="arabicPeriod"/>
            </a:pPr>
            <a:r>
              <a:rPr lang="pt-PT" sz="1050" dirty="0">
                <a:latin typeface="Santander Text" panose="020B0504020201020104" pitchFamily="34" charset="0"/>
              </a:rPr>
              <a:t>Para os </a:t>
            </a:r>
            <a:r>
              <a:rPr lang="pt-PT" sz="1050" b="1" dirty="0">
                <a:latin typeface="Santander Text" panose="020B0504020201020104" pitchFamily="34" charset="0"/>
              </a:rPr>
              <a:t>impactos inerentes a garantias</a:t>
            </a:r>
            <a:r>
              <a:rPr lang="pt-PT" sz="1050" dirty="0">
                <a:latin typeface="Santander Text" panose="020B0504020201020104" pitchFamily="34" charset="0"/>
              </a:rPr>
              <a:t> não foi possível isolar o efeito de variações "normais" de mudança de rácio, incluindo, por exemplo, variações na EAD; </a:t>
            </a:r>
          </a:p>
          <a:p>
            <a:pPr marL="221079" indent="-221079">
              <a:spcBef>
                <a:spcPts val="290"/>
              </a:spcBef>
              <a:buFont typeface="+mj-lt"/>
              <a:buAutoNum type="arabicPeriod"/>
            </a:pPr>
            <a:r>
              <a:rPr lang="pt-PT" sz="1050" dirty="0">
                <a:latin typeface="Santander Text" panose="020B0504020201020104" pitchFamily="34" charset="0"/>
              </a:rPr>
              <a:t>As </a:t>
            </a:r>
            <a:r>
              <a:rPr lang="pt-PT" sz="1050" b="1" dirty="0">
                <a:latin typeface="Santander Text" panose="020B0504020201020104" pitchFamily="34" charset="0"/>
              </a:rPr>
              <a:t>restantes diferenças </a:t>
            </a:r>
            <a:r>
              <a:rPr lang="pt-PT" sz="1050" dirty="0">
                <a:latin typeface="Santander Text" panose="020B0504020201020104" pitchFamily="34" charset="0"/>
              </a:rPr>
              <a:t>dizem respeito a contratos para os quais:</a:t>
            </a:r>
          </a:p>
          <a:p>
            <a:pPr marL="662924" lvl="1" indent="-221079">
              <a:spcBef>
                <a:spcPts val="290"/>
              </a:spcBef>
              <a:buFont typeface="+mj-lt"/>
              <a:buAutoNum type="alphaLcParenR"/>
            </a:pPr>
            <a:r>
              <a:rPr lang="pt-PT" sz="1050" dirty="0">
                <a:latin typeface="Santander Text" panose="020B0504020201020104" pitchFamily="34" charset="0"/>
              </a:rPr>
              <a:t>Não existe garantia associada em nenhum dos rácios;</a:t>
            </a:r>
          </a:p>
          <a:p>
            <a:pPr marL="662924" lvl="1" indent="-221079">
              <a:spcBef>
                <a:spcPts val="290"/>
              </a:spcBef>
              <a:buFont typeface="+mj-lt"/>
              <a:buAutoNum type="alphaLcParenR"/>
            </a:pPr>
            <a:r>
              <a:rPr lang="pt-PT" sz="1050" dirty="0">
                <a:latin typeface="Santander Text" panose="020B0504020201020104" pitchFamily="34" charset="0"/>
              </a:rPr>
              <a:t>Existe garantia(s) associada(s) em pelo menos um dos rácios, no entanto existe o descarte das mesmas;</a:t>
            </a:r>
          </a:p>
          <a:p>
            <a:pPr marL="662924" lvl="1" indent="-221079">
              <a:spcBef>
                <a:spcPts val="290"/>
              </a:spcBef>
              <a:buFont typeface="+mj-lt"/>
              <a:buAutoNum type="alphaLcParenR"/>
            </a:pPr>
            <a:r>
              <a:rPr lang="pt-PT" sz="1050" dirty="0">
                <a:latin typeface="Santander Text" panose="020B0504020201020104" pitchFamily="34" charset="0"/>
              </a:rPr>
              <a:t>A(s) garantia(s) utilizada(s) são exatamente iguais entre os rácios.</a:t>
            </a:r>
          </a:p>
          <a:p>
            <a:pPr marL="221079" indent="-221079">
              <a:spcBef>
                <a:spcPts val="290"/>
              </a:spcBef>
              <a:buFont typeface="+mj-lt"/>
              <a:buAutoNum type="arabicPeriod"/>
            </a:pPr>
            <a:r>
              <a:rPr lang="pt-PT" sz="1050" dirty="0">
                <a:latin typeface="Santander Text" panose="020B0504020201020104" pitchFamily="34" charset="0"/>
              </a:rPr>
              <a:t>A casuistica "</a:t>
            </a:r>
            <a:r>
              <a:rPr lang="pt-PT" sz="1050" b="1" dirty="0">
                <a:latin typeface="Santander Text" panose="020B0504020201020104" pitchFamily="34" charset="0"/>
              </a:rPr>
              <a:t>Variações de Universo</a:t>
            </a:r>
            <a:r>
              <a:rPr lang="pt-PT" sz="1050" dirty="0">
                <a:latin typeface="Santander Text" panose="020B0504020201020104" pitchFamily="34" charset="0"/>
              </a:rPr>
              <a:t>" engloba as seguintes situações: variações de EAD, novos contratos, contratos desaparecidos ou Diferenças no valor do LTV.</a:t>
            </a:r>
          </a:p>
          <a:p>
            <a:pPr marL="221079" indent="-221079">
              <a:spcBef>
                <a:spcPts val="290"/>
              </a:spcBef>
              <a:buFont typeface="+mj-lt"/>
              <a:buAutoNum type="arabicPeriod"/>
            </a:pPr>
            <a:r>
              <a:rPr lang="pt-PT" sz="1050" dirty="0">
                <a:latin typeface="Santander Text" panose="020B0504020201020104" pitchFamily="34" charset="0"/>
              </a:rPr>
              <a:t>A casuistica "</a:t>
            </a:r>
            <a:r>
              <a:rPr lang="pt-PT" sz="1050" b="1" dirty="0">
                <a:latin typeface="Santander Text" panose="020B0504020201020104" pitchFamily="34" charset="0"/>
              </a:rPr>
              <a:t>Mudanças no rácio atual</a:t>
            </a:r>
            <a:r>
              <a:rPr lang="pt-PT" sz="1050" dirty="0">
                <a:latin typeface="Santander Text" panose="020B0504020201020104" pitchFamily="34" charset="0"/>
              </a:rPr>
              <a:t>" diz respeito a contratos para os quais a garantia era descartada em março e a abril é utilizada. </a:t>
            </a:r>
          </a:p>
          <a:p>
            <a:pPr marL="221079" indent="-221079">
              <a:spcBef>
                <a:spcPts val="290"/>
              </a:spcBef>
              <a:buFont typeface="+mj-lt"/>
              <a:buAutoNum type="arabicPeriod"/>
            </a:pPr>
            <a:r>
              <a:rPr lang="pt-PT" sz="1050" dirty="0">
                <a:latin typeface="Santander Text" panose="020B0504020201020104" pitchFamily="34" charset="0"/>
              </a:rPr>
              <a:t>Para a casuistica "</a:t>
            </a:r>
            <a:r>
              <a:rPr lang="pt-PT" sz="1050" b="1" dirty="0">
                <a:latin typeface="Santander Text" panose="020B0504020201020104" pitchFamily="34" charset="0"/>
              </a:rPr>
              <a:t>Outras Diferenças</a:t>
            </a:r>
            <a:r>
              <a:rPr lang="pt-PT" sz="1050" dirty="0">
                <a:latin typeface="Santander Text" panose="020B0504020201020104" pitchFamily="34" charset="0"/>
              </a:rPr>
              <a:t>" não foi possível aferir a razão da variação verificada no montante de RWA, uma vez que os contratos em questão cumprem todos os requisitos identificados no ponto 2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803C859-69E9-FED8-9074-ABAB4BCAA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483652"/>
              </p:ext>
            </p:extLst>
          </p:nvPr>
        </p:nvGraphicFramePr>
        <p:xfrm>
          <a:off x="898249" y="1334948"/>
          <a:ext cx="6662047" cy="10115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0471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1008596">
                  <a:extLst>
                    <a:ext uri="{9D8B030D-6E8A-4147-A177-3AD203B41FA5}">
                      <a16:colId xmlns:a16="http://schemas.microsoft.com/office/drawing/2014/main" val="975938831"/>
                    </a:ext>
                  </a:extLst>
                </a:gridCol>
                <a:gridCol w="1008596">
                  <a:extLst>
                    <a:ext uri="{9D8B030D-6E8A-4147-A177-3AD203B41FA5}">
                      <a16:colId xmlns:a16="http://schemas.microsoft.com/office/drawing/2014/main" val="3198698529"/>
                    </a:ext>
                  </a:extLst>
                </a:gridCol>
                <a:gridCol w="1008596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1008596">
                  <a:extLst>
                    <a:ext uri="{9D8B030D-6E8A-4147-A177-3AD203B41FA5}">
                      <a16:colId xmlns:a16="http://schemas.microsoft.com/office/drawing/2014/main" val="2734526999"/>
                    </a:ext>
                  </a:extLst>
                </a:gridCol>
                <a:gridCol w="1008596">
                  <a:extLst>
                    <a:ext uri="{9D8B030D-6E8A-4147-A177-3AD203B41FA5}">
                      <a16:colId xmlns:a16="http://schemas.microsoft.com/office/drawing/2014/main" val="3705975520"/>
                    </a:ext>
                  </a:extLst>
                </a:gridCol>
                <a:gridCol w="1008596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</a:tblGrid>
              <a:tr h="201616"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930" marR="5930" marT="593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100" b="1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RWA</a:t>
                      </a:r>
                      <a:endParaRPr lang="pt-PT" sz="1100" b="1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930" marR="5930" marT="593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1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EAD</a:t>
                      </a:r>
                      <a:endParaRPr lang="pt-PT" sz="11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930" marR="5930" marT="593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58829"/>
                  </a:ext>
                </a:extLst>
              </a:tr>
              <a:tr h="203301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Método</a:t>
                      </a:r>
                      <a:endParaRPr lang="pt-PT" sz="11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930" marR="5930" marT="593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u="none" strike="noStrike" dirty="0">
                          <a:effectLst/>
                          <a:latin typeface="Santander Text" panose="020B0504020201020104" pitchFamily="34" charset="0"/>
                        </a:rPr>
                        <a:t>Abril</a:t>
                      </a:r>
                      <a:r>
                        <a:rPr lang="pt-PT" sz="1100" b="1" u="none" strike="noStrike" baseline="30000" dirty="0"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  <a:endParaRPr lang="pt-PT" sz="11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930" marR="5930" marT="593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u="none" strike="noStrike" dirty="0">
                          <a:effectLst/>
                          <a:latin typeface="Santander Text" panose="020B0504020201020104" pitchFamily="34" charset="0"/>
                        </a:rPr>
                        <a:t>Março</a:t>
                      </a:r>
                      <a:r>
                        <a:rPr lang="pt-PT" sz="1100" b="1" u="none" strike="noStrike" baseline="30000" dirty="0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11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930" marR="5930" marT="593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u="none" strike="noStrike" dirty="0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930" marR="5930" marT="593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u="none" strike="noStrike" dirty="0">
                          <a:effectLst/>
                          <a:latin typeface="Santander Text" panose="020B0504020201020104" pitchFamily="34" charset="0"/>
                        </a:rPr>
                        <a:t>Abril</a:t>
                      </a:r>
                      <a:r>
                        <a:rPr lang="pt-PT" sz="1100" b="1" u="none" strike="noStrike" baseline="30000" dirty="0"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  <a:endParaRPr lang="pt-PT" sz="11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930" marR="5930" marT="593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u="none" strike="noStrike" dirty="0">
                          <a:effectLst/>
                          <a:latin typeface="Santander Text" panose="020B0504020201020104" pitchFamily="34" charset="0"/>
                        </a:rPr>
                        <a:t>Março</a:t>
                      </a:r>
                      <a:r>
                        <a:rPr lang="pt-PT" sz="1100" b="1" u="none" strike="noStrike" baseline="30000" dirty="0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11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930" marR="5930" marT="593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u="none" strike="noStrike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11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930" marR="5930" marT="593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202206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u="none" strike="noStrike">
                          <a:effectLst/>
                          <a:latin typeface="Santander Text" panose="020B0504020201020104" pitchFamily="34" charset="0"/>
                        </a:rPr>
                        <a:t>IRB</a:t>
                      </a:r>
                      <a:endParaRPr lang="pt-PT" sz="11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930" marR="5930" marT="593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10 231 633 092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10 403 196 555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-171 563 463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32 535 752 617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32 911 360 189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-375 607 572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202206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u="none" strike="noStrike">
                          <a:effectLst/>
                          <a:latin typeface="Santander Text" panose="020B0504020201020104" pitchFamily="34" charset="0"/>
                        </a:rPr>
                        <a:t>STD</a:t>
                      </a:r>
                      <a:endParaRPr lang="pt-PT" sz="11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930" marR="5930" marT="593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1 310 323 255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1 275 038 624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35 284 631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16 509 804 582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17 974 054 454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-1 464 249 872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202206">
                <a:tc>
                  <a:txBody>
                    <a:bodyPr/>
                    <a:lstStyle/>
                    <a:p>
                      <a:pPr algn="ctr" fontAlgn="b"/>
                      <a:r>
                        <a:rPr lang="pt-PT" sz="1100" b="1" u="none" strike="noStrike"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5930" marR="5930" marT="593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11 541 956 347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11 678 235 179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-136 278 831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49 045 557 199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50 885 414 643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-1 839 857 444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3C15687-EEB7-75E1-77D9-CAEC2E6C3D67}"/>
              </a:ext>
            </a:extLst>
          </p:cNvPr>
          <p:cNvSpPr txBox="1"/>
          <p:nvPr/>
        </p:nvSpPr>
        <p:spPr>
          <a:xfrm>
            <a:off x="2191544" y="5989696"/>
            <a:ext cx="6447855" cy="5655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774" dirty="0">
                <a:latin typeface="Santander Text" panose="020B0504020201020104" pitchFamily="34" charset="0"/>
              </a:rPr>
              <a:t>1. Resultados obtidos sobre a execução realizada no dia 27 de abril.</a:t>
            </a:r>
          </a:p>
          <a:p>
            <a:r>
              <a:rPr lang="pt-PT" sz="774" dirty="0">
                <a:latin typeface="Santander Text" panose="020B0504020201020104" pitchFamily="34" charset="0"/>
              </a:rPr>
              <a:t>2. Resultados obtidos à data de referência de Março resultam do processo do BIYR9500 (</a:t>
            </a:r>
            <a:r>
              <a:rPr lang="pt-PT" sz="774" b="1" dirty="0">
                <a:latin typeface="Santander Text" panose="020B0504020201020104" pitchFamily="34" charset="0"/>
              </a:rPr>
              <a:t>antes</a:t>
            </a:r>
            <a:r>
              <a:rPr lang="pt-PT" sz="774" dirty="0">
                <a:latin typeface="Santander Text" panose="020B0504020201020104" pitchFamily="34" charset="0"/>
              </a:rPr>
              <a:t> da entrada em produção do Novo Modelo de Garantias).</a:t>
            </a:r>
          </a:p>
          <a:p>
            <a:r>
              <a:rPr lang="pt-PT" sz="774" dirty="0">
                <a:latin typeface="Santander Text" panose="020B0504020201020104" pitchFamily="34" charset="0"/>
              </a:rPr>
              <a:t>3. Resultados obtidos à data de referência de Abril resultam do processo do BIYR9500 (</a:t>
            </a:r>
            <a:r>
              <a:rPr lang="pt-PT" sz="774" b="1" dirty="0">
                <a:latin typeface="Santander Text" panose="020B0504020201020104" pitchFamily="34" charset="0"/>
              </a:rPr>
              <a:t>após</a:t>
            </a:r>
            <a:r>
              <a:rPr lang="pt-PT" sz="774" dirty="0">
                <a:latin typeface="Santander Text" panose="020B0504020201020104" pitchFamily="34" charset="0"/>
              </a:rPr>
              <a:t> a entrada em produção do Novo Modelo de Garantias).</a:t>
            </a:r>
          </a:p>
          <a:p>
            <a:r>
              <a:rPr lang="pt-PT" sz="774" dirty="0">
                <a:latin typeface="Santander Text" panose="020B0504020201020104" pitchFamily="34" charset="0"/>
              </a:rPr>
              <a:t>4. Universo definido com base na combinação entre o método de cálculo de capital, segmento e contrato BDR.</a:t>
            </a:r>
            <a:r>
              <a:rPr lang="pt-BR" sz="774" dirty="0">
                <a:latin typeface="Santander Text" panose="020B0504020201020104" pitchFamily="34" charset="0"/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196121-35BF-CB4C-AACA-9109457074C7}"/>
              </a:ext>
            </a:extLst>
          </p:cNvPr>
          <p:cNvSpPr/>
          <p:nvPr/>
        </p:nvSpPr>
        <p:spPr>
          <a:xfrm>
            <a:off x="3520030" y="1497924"/>
            <a:ext cx="1050430" cy="903323"/>
          </a:xfrm>
          <a:prstGeom prst="rect">
            <a:avLst/>
          </a:prstGeom>
          <a:solidFill>
            <a:srgbClr val="C00000">
              <a:alpha val="10000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837">
              <a:latin typeface="Santander Text" panose="020B0504020201020104" pitchFamily="34" charset="0"/>
            </a:endParaRPr>
          </a:p>
        </p:txBody>
      </p:sp>
      <p:cxnSp>
        <p:nvCxnSpPr>
          <p:cNvPr id="12" name="Elbow Connector 37">
            <a:extLst>
              <a:ext uri="{FF2B5EF4-FFF2-40B4-BE49-F238E27FC236}">
                <a16:creationId xmlns:a16="http://schemas.microsoft.com/office/drawing/2014/main" id="{82942404-029E-A228-33D1-C01E9344519D}"/>
              </a:ext>
            </a:extLst>
          </p:cNvPr>
          <p:cNvCxnSpPr>
            <a:cxnSpLocks/>
            <a:stCxn id="11" idx="2"/>
            <a:endCxn id="3" idx="0"/>
          </p:cNvCxnSpPr>
          <p:nvPr/>
        </p:nvCxnSpPr>
        <p:spPr>
          <a:xfrm rot="16200000" flipH="1">
            <a:off x="4930972" y="1515520"/>
            <a:ext cx="326517" cy="2097970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D0E6F4A-AEB5-780C-C5BA-FFBF0A70FEFE}"/>
              </a:ext>
            </a:extLst>
          </p:cNvPr>
          <p:cNvSpPr txBox="1"/>
          <p:nvPr/>
        </p:nvSpPr>
        <p:spPr>
          <a:xfrm>
            <a:off x="887404" y="796601"/>
            <a:ext cx="9620334" cy="315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6349" indent="-276349">
              <a:buFont typeface="Wingdings" panose="05000000000000000000" pitchFamily="2" charset="2"/>
              <a:buChar char="Ø"/>
            </a:pPr>
            <a:r>
              <a:rPr lang="pt-PT" sz="1450" dirty="0">
                <a:latin typeface="Santander Text" panose="020B0504020201020104" pitchFamily="34" charset="0"/>
                <a:ea typeface="Times New Roman" panose="02020603050405020304" pitchFamily="18" charset="0"/>
              </a:rPr>
              <a:t>Análise de impactos em captital – variação de RWA  entre março e abril, data de entrada em produção:</a:t>
            </a:r>
            <a:endParaRPr lang="en-US" sz="1450" dirty="0"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9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D051AEB2C48B458F82B58F7F6D9A00" ma:contentTypeVersion="15" ma:contentTypeDescription="Create a new document." ma:contentTypeScope="" ma:versionID="227ef61e06442c04571c71c62bc066b5">
  <xsd:schema xmlns:xsd="http://www.w3.org/2001/XMLSchema" xmlns:xs="http://www.w3.org/2001/XMLSchema" xmlns:p="http://schemas.microsoft.com/office/2006/metadata/properties" xmlns:ns1="http://schemas.microsoft.com/sharepoint/v3" xmlns:ns2="a9b50dc7-8f72-473c-8b7e-4a8c46ecad32" xmlns:ns3="7b1ec8e5-5652-48eb-8550-a56a35f5f817" targetNamespace="http://schemas.microsoft.com/office/2006/metadata/properties" ma:root="true" ma:fieldsID="664ccac259a9ef08632df25fa10eaa8b" ns1:_="" ns2:_="" ns3:_="">
    <xsd:import namespace="http://schemas.microsoft.com/sharepoint/v3"/>
    <xsd:import namespace="a9b50dc7-8f72-473c-8b7e-4a8c46ecad32"/>
    <xsd:import namespace="7b1ec8e5-5652-48eb-8550-a56a35f5f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50dc7-8f72-473c-8b7e-4a8c46ecad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1ec8e5-5652-48eb-8550-a56a35f5f8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a5ce08-dc66-4f05-9d75-293f82016f98}" ma:internalName="TaxCatchAll" ma:showField="CatchAllData" ma:web="7b1ec8e5-5652-48eb-8550-a56a35f5f8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b1ec8e5-5652-48eb-8550-a56a35f5f817" xsi:nil="true"/>
    <lcf76f155ced4ddcb4097134ff3c332f xmlns="a9b50dc7-8f72-473c-8b7e-4a8c46ecad32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ACDEBB0-26F9-4F01-ADF2-034F30A5B468}"/>
</file>

<file path=customXml/itemProps2.xml><?xml version="1.0" encoding="utf-8"?>
<ds:datastoreItem xmlns:ds="http://schemas.openxmlformats.org/officeDocument/2006/customXml" ds:itemID="{C110BE0F-158A-4048-94DA-080A6D67F648}">
  <ds:schemaRefs>
    <ds:schemaRef ds:uri="07a4d86f-9e5e-4cf4-bf5c-11fd242bc091"/>
    <ds:schemaRef ds:uri="e1f58ce8-c405-43f9-bee4-0f901dda00d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7b1ec8e5-5652-48eb-8550-a56a35f5f817"/>
    <ds:schemaRef ds:uri="a9b50dc7-8f72-473c-8b7e-4a8c46ecad32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6B10D050-DF1B-4E4D-81F1-0DA827DFFA3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4475</TotalTime>
  <Words>2486</Words>
  <Application>Microsoft Office PowerPoint</Application>
  <PresentationFormat>Custom</PresentationFormat>
  <Paragraphs>339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Santander Headline</vt:lpstr>
      <vt:lpstr>Santander Text</vt:lpstr>
      <vt:lpstr>Wingdings</vt:lpstr>
      <vt:lpstr>Tema de Office</vt:lpstr>
      <vt:lpstr>PowerPoint Presentation</vt:lpstr>
      <vt:lpstr>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Presentalia (info@presentalia.com)</dc:creator>
  <cp:lastModifiedBy>Marharyta Synchak</cp:lastModifiedBy>
  <cp:revision>24</cp:revision>
  <cp:lastPrinted>2020-02-14T10:49:34Z</cp:lastPrinted>
  <dcterms:created xsi:type="dcterms:W3CDTF">2018-03-19T11:10:43Z</dcterms:created>
  <dcterms:modified xsi:type="dcterms:W3CDTF">2024-11-22T14:56:53Z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0x010100C6D051AEB2C48B458F82B58F7F6D9A00</vt:lpwstr>
  </property>
  <property fmtid="{D5CDD505-2E9C-101B-9397-08002B2CF9AE}" pid="3" name="MediaServiceImageTags">
    <vt:lpwstr/>
  </property>
  <property fmtid="{D5CDD505-2E9C-101B-9397-08002B2CF9AE}" pid="4" name="MSIP_Label_c28a54a4-093b-4fbd-aebd-593e22a43ea3_Enabled">
    <vt:lpwstr>true</vt:lpwstr>
  </property>
  <property fmtid="{D5CDD505-2E9C-101B-9397-08002B2CF9AE}" pid="5" name="MSIP_Label_c28a54a4-093b-4fbd-aebd-593e22a43ea3_SetDate">
    <vt:lpwstr>2023-07-10T14:24:22Z</vt:lpwstr>
  </property>
  <property fmtid="{D5CDD505-2E9C-101B-9397-08002B2CF9AE}" pid="6" name="MSIP_Label_c28a54a4-093b-4fbd-aebd-593e22a43ea3_Method">
    <vt:lpwstr>Privileged</vt:lpwstr>
  </property>
  <property fmtid="{D5CDD505-2E9C-101B-9397-08002B2CF9AE}" pid="7" name="MSIP_Label_c28a54a4-093b-4fbd-aebd-593e22a43ea3_Name">
    <vt:lpwstr>Restricted-confidential</vt:lpwstr>
  </property>
  <property fmtid="{D5CDD505-2E9C-101B-9397-08002B2CF9AE}" pid="8" name="MSIP_Label_c28a54a4-093b-4fbd-aebd-593e22a43ea3_SiteId">
    <vt:lpwstr>35595a02-4d6d-44ac-99e1-f9ab4cd872db</vt:lpwstr>
  </property>
  <property fmtid="{D5CDD505-2E9C-101B-9397-08002B2CF9AE}" pid="9" name="MSIP_Label_c28a54a4-093b-4fbd-aebd-593e22a43ea3_ActionId">
    <vt:lpwstr>3b7a3b52-a3ee-42f9-b835-b11cbdf979e5</vt:lpwstr>
  </property>
  <property fmtid="{D5CDD505-2E9C-101B-9397-08002B2CF9AE}" pid="10" name="MSIP_Label_c28a54a4-093b-4fbd-aebd-593e22a43ea3_ContentBits">
    <vt:lpwstr>1</vt:lpwstr>
  </property>
</Properties>
</file>