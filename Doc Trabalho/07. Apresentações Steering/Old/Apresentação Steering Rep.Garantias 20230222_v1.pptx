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4"/>
  </p:notesMasterIdLst>
  <p:handoutMasterIdLst>
    <p:handoutMasterId r:id="rId15"/>
  </p:handoutMasterIdLst>
  <p:sldIdLst>
    <p:sldId id="351" r:id="rId6"/>
    <p:sldId id="353" r:id="rId7"/>
    <p:sldId id="354" r:id="rId8"/>
    <p:sldId id="355" r:id="rId9"/>
    <p:sldId id="356" r:id="rId10"/>
    <p:sldId id="361" r:id="rId11"/>
    <p:sldId id="330" r:id="rId12"/>
    <p:sldId id="338" r:id="rId13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C00000"/>
    <a:srgbClr val="3B3838"/>
    <a:srgbClr val="9ECFDE"/>
    <a:srgbClr val="7F7F7F"/>
    <a:srgbClr val="D9D9D9"/>
    <a:srgbClr val="13868C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2ABCB-0211-41C9-A858-A12DB11A25B7}" v="25" dt="2023-02-20T13:08:54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4592ABCB-0211-41C9-A858-A12DB11A25B7}"/>
    <pc:docChg chg="undo custSel addSld delSld modSld delMainMaster">
      <pc:chgData name="Nádia Genebra Ahmad" userId="36126275-cace-419f-8e9b-04679c4f8ea6" providerId="ADAL" clId="{4592ABCB-0211-41C9-A858-A12DB11A25B7}" dt="2023-02-20T14:10:09.903" v="382" actId="20577"/>
      <pc:docMkLst>
        <pc:docMk/>
      </pc:docMkLst>
      <pc:sldChg chg="del">
        <pc:chgData name="Nádia Genebra Ahmad" userId="36126275-cace-419f-8e9b-04679c4f8ea6" providerId="ADAL" clId="{4592ABCB-0211-41C9-A858-A12DB11A25B7}" dt="2023-02-20T12:45:39.587" v="0" actId="47"/>
        <pc:sldMkLst>
          <pc:docMk/>
          <pc:sldMk cId="1125657622" sldId="256"/>
        </pc:sldMkLst>
      </pc:sldChg>
      <pc:sldChg chg="del">
        <pc:chgData name="Nádia Genebra Ahmad" userId="36126275-cace-419f-8e9b-04679c4f8ea6" providerId="ADAL" clId="{4592ABCB-0211-41C9-A858-A12DB11A25B7}" dt="2023-02-20T12:46:16.219" v="17" actId="47"/>
        <pc:sldMkLst>
          <pc:docMk/>
          <pc:sldMk cId="1005498502" sldId="267"/>
        </pc:sldMkLst>
      </pc:sldChg>
      <pc:sldChg chg="del">
        <pc:chgData name="Nádia Genebra Ahmad" userId="36126275-cace-419f-8e9b-04679c4f8ea6" providerId="ADAL" clId="{4592ABCB-0211-41C9-A858-A12DB11A25B7}" dt="2023-02-20T12:45:39.587" v="0" actId="47"/>
        <pc:sldMkLst>
          <pc:docMk/>
          <pc:sldMk cId="4215426283" sldId="306"/>
        </pc:sldMkLst>
      </pc:sldChg>
      <pc:sldChg chg="del">
        <pc:chgData name="Nádia Genebra Ahmad" userId="36126275-cace-419f-8e9b-04679c4f8ea6" providerId="ADAL" clId="{4592ABCB-0211-41C9-A858-A12DB11A25B7}" dt="2023-02-20T12:46:23.101" v="19" actId="47"/>
        <pc:sldMkLst>
          <pc:docMk/>
          <pc:sldMk cId="3757026652" sldId="324"/>
        </pc:sldMkLst>
      </pc:sldChg>
      <pc:sldChg chg="del">
        <pc:chgData name="Nádia Genebra Ahmad" userId="36126275-cace-419f-8e9b-04679c4f8ea6" providerId="ADAL" clId="{4592ABCB-0211-41C9-A858-A12DB11A25B7}" dt="2023-02-20T12:46:16.219" v="17" actId="47"/>
        <pc:sldMkLst>
          <pc:docMk/>
          <pc:sldMk cId="136012540" sldId="325"/>
        </pc:sldMkLst>
      </pc:sldChg>
      <pc:sldChg chg="del">
        <pc:chgData name="Nádia Genebra Ahmad" userId="36126275-cace-419f-8e9b-04679c4f8ea6" providerId="ADAL" clId="{4592ABCB-0211-41C9-A858-A12DB11A25B7}" dt="2023-02-20T12:46:16.219" v="17" actId="47"/>
        <pc:sldMkLst>
          <pc:docMk/>
          <pc:sldMk cId="1184307580" sldId="326"/>
        </pc:sldMkLst>
      </pc:sldChg>
      <pc:sldChg chg="addSp modSp">
        <pc:chgData name="Nádia Genebra Ahmad" userId="36126275-cace-419f-8e9b-04679c4f8ea6" providerId="ADAL" clId="{4592ABCB-0211-41C9-A858-A12DB11A25B7}" dt="2023-02-20T12:46:26.317" v="20"/>
        <pc:sldMkLst>
          <pc:docMk/>
          <pc:sldMk cId="326973016" sldId="330"/>
        </pc:sldMkLst>
        <pc:spChg chg="add mod">
          <ac:chgData name="Nádia Genebra Ahmad" userId="36126275-cace-419f-8e9b-04679c4f8ea6" providerId="ADAL" clId="{4592ABCB-0211-41C9-A858-A12DB11A25B7}" dt="2023-02-20T12:46:26.317" v="20"/>
          <ac:spMkLst>
            <pc:docMk/>
            <pc:sldMk cId="326973016" sldId="330"/>
            <ac:spMk id="4" creationId="{7A0DA8A2-2509-1F09-CD9E-B09BD62E22F9}"/>
          </ac:spMkLst>
        </pc:spChg>
      </pc:sldChg>
      <pc:sldChg chg="addSp modSp">
        <pc:chgData name="Nádia Genebra Ahmad" userId="36126275-cace-419f-8e9b-04679c4f8ea6" providerId="ADAL" clId="{4592ABCB-0211-41C9-A858-A12DB11A25B7}" dt="2023-02-20T12:46:18.927" v="18"/>
        <pc:sldMkLst>
          <pc:docMk/>
          <pc:sldMk cId="2607518833" sldId="338"/>
        </pc:sldMkLst>
        <pc:spChg chg="add mod">
          <ac:chgData name="Nádia Genebra Ahmad" userId="36126275-cace-419f-8e9b-04679c4f8ea6" providerId="ADAL" clId="{4592ABCB-0211-41C9-A858-A12DB11A25B7}" dt="2023-02-20T12:46:18.927" v="18"/>
          <ac:spMkLst>
            <pc:docMk/>
            <pc:sldMk cId="2607518833" sldId="338"/>
            <ac:spMk id="2" creationId="{C1DC96A0-092D-CD7D-1683-2C40EB6D0B9E}"/>
          </ac:spMkLst>
        </pc:spChg>
      </pc:sldChg>
      <pc:sldChg chg="del">
        <pc:chgData name="Nádia Genebra Ahmad" userId="36126275-cace-419f-8e9b-04679c4f8ea6" providerId="ADAL" clId="{4592ABCB-0211-41C9-A858-A12DB11A25B7}" dt="2023-02-20T12:46:16.219" v="17" actId="47"/>
        <pc:sldMkLst>
          <pc:docMk/>
          <pc:sldMk cId="152537382" sldId="348"/>
        </pc:sldMkLst>
      </pc:sldChg>
      <pc:sldChg chg="del">
        <pc:chgData name="Nádia Genebra Ahmad" userId="36126275-cace-419f-8e9b-04679c4f8ea6" providerId="ADAL" clId="{4592ABCB-0211-41C9-A858-A12DB11A25B7}" dt="2023-02-20T12:46:16.219" v="17" actId="47"/>
        <pc:sldMkLst>
          <pc:docMk/>
          <pc:sldMk cId="3371953063" sldId="349"/>
        </pc:sldMkLst>
      </pc:sldChg>
      <pc:sldChg chg="del">
        <pc:chgData name="Nádia Genebra Ahmad" userId="36126275-cace-419f-8e9b-04679c4f8ea6" providerId="ADAL" clId="{4592ABCB-0211-41C9-A858-A12DB11A25B7}" dt="2023-02-20T12:45:39.587" v="0" actId="47"/>
        <pc:sldMkLst>
          <pc:docMk/>
          <pc:sldMk cId="3811271935" sldId="350"/>
        </pc:sldMkLst>
      </pc:sldChg>
      <pc:sldChg chg="addSp modSp mod">
        <pc:chgData name="Nádia Genebra Ahmad" userId="36126275-cace-419f-8e9b-04679c4f8ea6" providerId="ADAL" clId="{4592ABCB-0211-41C9-A858-A12DB11A25B7}" dt="2023-02-20T12:45:55.144" v="11" actId="20577"/>
        <pc:sldMkLst>
          <pc:docMk/>
          <pc:sldMk cId="4031859946" sldId="351"/>
        </pc:sldMkLst>
        <pc:spChg chg="add mod">
          <ac:chgData name="Nádia Genebra Ahmad" userId="36126275-cace-419f-8e9b-04679c4f8ea6" providerId="ADAL" clId="{4592ABCB-0211-41C9-A858-A12DB11A25B7}" dt="2023-02-20T12:45:55.144" v="11" actId="20577"/>
          <ac:spMkLst>
            <pc:docMk/>
            <pc:sldMk cId="4031859946" sldId="351"/>
            <ac:spMk id="4" creationId="{1B11CD06-0063-116C-E00C-0603174C5F0E}"/>
          </ac:spMkLst>
        </pc:spChg>
      </pc:sldChg>
      <pc:sldChg chg="addSp modSp">
        <pc:chgData name="Nádia Genebra Ahmad" userId="36126275-cace-419f-8e9b-04679c4f8ea6" providerId="ADAL" clId="{4592ABCB-0211-41C9-A858-A12DB11A25B7}" dt="2023-02-20T12:45:59.695" v="12"/>
        <pc:sldMkLst>
          <pc:docMk/>
          <pc:sldMk cId="4211747046" sldId="353"/>
        </pc:sldMkLst>
        <pc:spChg chg="add mod">
          <ac:chgData name="Nádia Genebra Ahmad" userId="36126275-cace-419f-8e9b-04679c4f8ea6" providerId="ADAL" clId="{4592ABCB-0211-41C9-A858-A12DB11A25B7}" dt="2023-02-20T12:45:59.695" v="12"/>
          <ac:spMkLst>
            <pc:docMk/>
            <pc:sldMk cId="4211747046" sldId="353"/>
            <ac:spMk id="2" creationId="{378879AE-B8B7-F866-CE36-013EFF08122E}"/>
          </ac:spMkLst>
        </pc:spChg>
      </pc:sldChg>
      <pc:sldChg chg="addSp modSp">
        <pc:chgData name="Nádia Genebra Ahmad" userId="36126275-cace-419f-8e9b-04679c4f8ea6" providerId="ADAL" clId="{4592ABCB-0211-41C9-A858-A12DB11A25B7}" dt="2023-02-20T12:46:01.373" v="13"/>
        <pc:sldMkLst>
          <pc:docMk/>
          <pc:sldMk cId="2213494510" sldId="354"/>
        </pc:sldMkLst>
        <pc:spChg chg="add mod">
          <ac:chgData name="Nádia Genebra Ahmad" userId="36126275-cace-419f-8e9b-04679c4f8ea6" providerId="ADAL" clId="{4592ABCB-0211-41C9-A858-A12DB11A25B7}" dt="2023-02-20T12:46:01.373" v="13"/>
          <ac:spMkLst>
            <pc:docMk/>
            <pc:sldMk cId="2213494510" sldId="354"/>
            <ac:spMk id="6" creationId="{958769FB-BE28-F39D-1905-43A5472B6483}"/>
          </ac:spMkLst>
        </pc:spChg>
      </pc:sldChg>
      <pc:sldChg chg="addSp delSp modSp mod">
        <pc:chgData name="Nádia Genebra Ahmad" userId="36126275-cace-419f-8e9b-04679c4f8ea6" providerId="ADAL" clId="{4592ABCB-0211-41C9-A858-A12DB11A25B7}" dt="2023-02-20T13:07:16.172" v="351" actId="572"/>
        <pc:sldMkLst>
          <pc:docMk/>
          <pc:sldMk cId="3691828548" sldId="355"/>
        </pc:sldMkLst>
        <pc:spChg chg="add del mod">
          <ac:chgData name="Nádia Genebra Ahmad" userId="36126275-cace-419f-8e9b-04679c4f8ea6" providerId="ADAL" clId="{4592ABCB-0211-41C9-A858-A12DB11A25B7}" dt="2023-02-20T12:57:22.666" v="37" actId="478"/>
          <ac:spMkLst>
            <pc:docMk/>
            <pc:sldMk cId="3691828548" sldId="355"/>
            <ac:spMk id="2" creationId="{973E4170-D297-31B4-B9B4-F168089277B8}"/>
          </ac:spMkLst>
        </pc:spChg>
        <pc:spChg chg="mod">
          <ac:chgData name="Nádia Genebra Ahmad" userId="36126275-cace-419f-8e9b-04679c4f8ea6" providerId="ADAL" clId="{4592ABCB-0211-41C9-A858-A12DB11A25B7}" dt="2023-02-20T13:03:52.395" v="343" actId="115"/>
          <ac:spMkLst>
            <pc:docMk/>
            <pc:sldMk cId="3691828548" sldId="355"/>
            <ac:spMk id="7" creationId="{73A208F6-5AB8-A553-3145-F5362921AE62}"/>
          </ac:spMkLst>
        </pc:spChg>
        <pc:graphicFrameChg chg="mod modGraphic">
          <ac:chgData name="Nádia Genebra Ahmad" userId="36126275-cace-419f-8e9b-04679c4f8ea6" providerId="ADAL" clId="{4592ABCB-0211-41C9-A858-A12DB11A25B7}" dt="2023-02-20T13:07:16.172" v="351" actId="572"/>
          <ac:graphicFrameMkLst>
            <pc:docMk/>
            <pc:sldMk cId="3691828548" sldId="355"/>
            <ac:graphicFrameMk id="20" creationId="{94EF0D11-64A1-95A7-5896-603B980711CC}"/>
          </ac:graphicFrameMkLst>
        </pc:graphicFrameChg>
      </pc:sldChg>
      <pc:sldChg chg="addSp modSp mod">
        <pc:chgData name="Nádia Genebra Ahmad" userId="36126275-cace-419f-8e9b-04679c4f8ea6" providerId="ADAL" clId="{4592ABCB-0211-41C9-A858-A12DB11A25B7}" dt="2023-02-20T13:09:18.164" v="368" actId="255"/>
        <pc:sldMkLst>
          <pc:docMk/>
          <pc:sldMk cId="1794762086" sldId="356"/>
        </pc:sldMkLst>
        <pc:spChg chg="add mod">
          <ac:chgData name="Nádia Genebra Ahmad" userId="36126275-cace-419f-8e9b-04679c4f8ea6" providerId="ADAL" clId="{4592ABCB-0211-41C9-A858-A12DB11A25B7}" dt="2023-02-20T13:05:13.551" v="344" actId="1076"/>
          <ac:spMkLst>
            <pc:docMk/>
            <pc:sldMk cId="1794762086" sldId="356"/>
            <ac:spMk id="7" creationId="{C8BFF713-905F-0546-DE15-5319BBA3E2B5}"/>
          </ac:spMkLst>
        </pc:spChg>
        <pc:graphicFrameChg chg="mod modGraphic">
          <ac:chgData name="Nádia Genebra Ahmad" userId="36126275-cace-419f-8e9b-04679c4f8ea6" providerId="ADAL" clId="{4592ABCB-0211-41C9-A858-A12DB11A25B7}" dt="2023-02-20T13:09:18.164" v="368" actId="255"/>
          <ac:graphicFrameMkLst>
            <pc:docMk/>
            <pc:sldMk cId="1794762086" sldId="356"/>
            <ac:graphicFrameMk id="2" creationId="{909F8BDE-9239-AD09-EF31-CC46E4FB8645}"/>
          </ac:graphicFrameMkLst>
        </pc:graphicFrameChg>
      </pc:sldChg>
      <pc:sldChg chg="addSp modSp del">
        <pc:chgData name="Nádia Genebra Ahmad" userId="36126275-cace-419f-8e9b-04679c4f8ea6" providerId="ADAL" clId="{4592ABCB-0211-41C9-A858-A12DB11A25B7}" dt="2023-02-20T12:50:08.706" v="25" actId="47"/>
        <pc:sldMkLst>
          <pc:docMk/>
          <pc:sldMk cId="3900949716" sldId="357"/>
        </pc:sldMkLst>
        <pc:spChg chg="add mod">
          <ac:chgData name="Nádia Genebra Ahmad" userId="36126275-cace-419f-8e9b-04679c4f8ea6" providerId="ADAL" clId="{4592ABCB-0211-41C9-A858-A12DB11A25B7}" dt="2023-02-20T12:46:05.257" v="16"/>
          <ac:spMkLst>
            <pc:docMk/>
            <pc:sldMk cId="3900949716" sldId="357"/>
            <ac:spMk id="2" creationId="{4DCF97D5-C1EB-CFC5-45A1-D55C3631FD7B}"/>
          </ac:spMkLst>
        </pc:spChg>
      </pc:sldChg>
      <pc:sldChg chg="delSp modSp add mod">
        <pc:chgData name="Nádia Genebra Ahmad" userId="36126275-cace-419f-8e9b-04679c4f8ea6" providerId="ADAL" clId="{4592ABCB-0211-41C9-A858-A12DB11A25B7}" dt="2023-02-20T14:10:09.903" v="382" actId="20577"/>
        <pc:sldMkLst>
          <pc:docMk/>
          <pc:sldMk cId="3537588073" sldId="361"/>
        </pc:sldMkLst>
        <pc:spChg chg="del">
          <ac:chgData name="Nádia Genebra Ahmad" userId="36126275-cace-419f-8e9b-04679c4f8ea6" providerId="ADAL" clId="{4592ABCB-0211-41C9-A858-A12DB11A25B7}" dt="2023-02-20T12:49:41.213" v="22" actId="478"/>
          <ac:spMkLst>
            <pc:docMk/>
            <pc:sldMk cId="3537588073" sldId="361"/>
            <ac:spMk id="2" creationId="{00000000-0000-0000-0000-000000000000}"/>
          </ac:spMkLst>
        </pc:spChg>
        <pc:spChg chg="mod">
          <ac:chgData name="Nádia Genebra Ahmad" userId="36126275-cace-419f-8e9b-04679c4f8ea6" providerId="ADAL" clId="{4592ABCB-0211-41C9-A858-A12DB11A25B7}" dt="2023-02-20T14:10:09.903" v="382" actId="20577"/>
          <ac:spMkLst>
            <pc:docMk/>
            <pc:sldMk cId="3537588073" sldId="361"/>
            <ac:spMk id="7" creationId="{00000000-0000-0000-0000-000000000000}"/>
          </ac:spMkLst>
        </pc:spChg>
        <pc:spChg chg="mod">
          <ac:chgData name="Nádia Genebra Ahmad" userId="36126275-cace-419f-8e9b-04679c4f8ea6" providerId="ADAL" clId="{4592ABCB-0211-41C9-A858-A12DB11A25B7}" dt="2023-02-20T13:09:36.643" v="369" actId="20577"/>
          <ac:spMkLst>
            <pc:docMk/>
            <pc:sldMk cId="3537588073" sldId="36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592ABCB-0211-41C9-A858-A12DB11A25B7}" dt="2023-02-20T13:09:39.133" v="370" actId="20577"/>
          <ac:spMkLst>
            <pc:docMk/>
            <pc:sldMk cId="3537588073" sldId="361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4592ABCB-0211-41C9-A858-A12DB11A25B7}" dt="2023-02-20T12:50:04.092" v="24"/>
          <ac:spMkLst>
            <pc:docMk/>
            <pc:sldMk cId="3537588073" sldId="361"/>
            <ac:spMk id="81" creationId="{00000000-0000-0000-0000-000000000000}"/>
          </ac:spMkLst>
        </pc:spChg>
        <pc:cxnChg chg="mod">
          <ac:chgData name="Nádia Genebra Ahmad" userId="36126275-cace-419f-8e9b-04679c4f8ea6" providerId="ADAL" clId="{4592ABCB-0211-41C9-A858-A12DB11A25B7}" dt="2023-02-20T13:00:19.339" v="107" actId="14100"/>
          <ac:cxnSpMkLst>
            <pc:docMk/>
            <pc:sldMk cId="3537588073" sldId="361"/>
            <ac:cxnSpMk id="38" creationId="{00000000-0000-0000-0000-000000000000}"/>
          </ac:cxnSpMkLst>
        </pc:cxnChg>
      </pc:sldChg>
      <pc:sldMasterChg chg="del delSldLayout">
        <pc:chgData name="Nádia Genebra Ahmad" userId="36126275-cace-419f-8e9b-04679c4f8ea6" providerId="ADAL" clId="{4592ABCB-0211-41C9-A858-A12DB11A25B7}" dt="2023-02-20T12:46:16.219" v="17" actId="47"/>
        <pc:sldMasterMkLst>
          <pc:docMk/>
          <pc:sldMasterMk cId="3439044603" sldId="2147483678"/>
        </pc:sldMasterMkLst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Nádia Genebra Ahmad" userId="36126275-cace-419f-8e9b-04679c4f8ea6" providerId="ADAL" clId="{4592ABCB-0211-41C9-A858-A12DB11A25B7}" dt="2023-02-20T12:46:16.219" v="17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BA-40EA-9156-5775D8117C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BA-40EA-9156-5775D8117C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BA-40EA-9156-5775D8117C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Novembro (Mês Ini)</c:v>
                </c:pt>
                <c:pt idx="1">
                  <c:v>Dezembro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61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BA-40EA-9156-5775D8117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23456160"/>
        <c:axId val="723456552"/>
      </c:barChart>
      <c:catAx>
        <c:axId val="72345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23456552"/>
        <c:crosses val="autoZero"/>
        <c:auto val="1"/>
        <c:lblAlgn val="ctr"/>
        <c:lblOffset val="100"/>
        <c:noMultiLvlLbl val="0"/>
      </c:catAx>
      <c:valAx>
        <c:axId val="723456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72345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0.15249</cdr:x>
      <cdr:y>0.74449</cdr:y>
    </cdr:from>
    <cdr:to>
      <cdr:x>0.24841</cdr:x>
      <cdr:y>0.84298</cdr:y>
    </cdr:to>
    <cdr:sp macro="" textlink="">
      <cdr:nvSpPr>
        <cdr:cNvPr id="9" name="Rectangle 8">
          <a:extLst xmlns:a="http://schemas.openxmlformats.org/drawingml/2006/main">
            <a:ext uri="{FF2B5EF4-FFF2-40B4-BE49-F238E27FC236}">
              <a16:creationId xmlns:a16="http://schemas.microsoft.com/office/drawing/2014/main" id="{0F919E79-806B-4690-8603-777BDB4B56B9}"/>
            </a:ext>
          </a:extLst>
        </cdr:cNvPr>
        <cdr:cNvSpPr/>
      </cdr:nvSpPr>
      <cdr:spPr>
        <a:xfrm xmlns:a="http://schemas.openxmlformats.org/drawingml/2006/main">
          <a:off x="1083234" y="1770975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4 (6%) </a:t>
          </a:r>
        </a:p>
      </cdr:txBody>
    </cdr:sp>
  </cdr:relSizeAnchor>
  <cdr:relSizeAnchor xmlns:cdr="http://schemas.openxmlformats.org/drawingml/2006/chartDrawing">
    <cdr:from>
      <cdr:x>0.30591</cdr:x>
      <cdr:y>0.74449</cdr:y>
    </cdr:from>
    <cdr:to>
      <cdr:x>0.40183</cdr:x>
      <cdr:y>0.84298</cdr:y>
    </cdr:to>
    <cdr:sp macro="" textlink="">
      <cdr:nvSpPr>
        <cdr:cNvPr id="6" name="Rectangle 5">
          <a:extLst xmlns:a="http://schemas.openxmlformats.org/drawingml/2006/main">
            <a:ext uri="{FF2B5EF4-FFF2-40B4-BE49-F238E27FC236}">
              <a16:creationId xmlns:a16="http://schemas.microsoft.com/office/drawing/2014/main" id="{000B30B4-7B9E-402A-9E29-2EE921BB066F}"/>
            </a:ext>
          </a:extLst>
        </cdr:cNvPr>
        <cdr:cNvSpPr/>
      </cdr:nvSpPr>
      <cdr:spPr>
        <a:xfrm xmlns:a="http://schemas.openxmlformats.org/drawingml/2006/main">
          <a:off x="2173108" y="1770981"/>
          <a:ext cx="681392" cy="23428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3 (4%) </a:t>
          </a:r>
        </a:p>
      </cdr:txBody>
    </cdr:sp>
  </cdr:relSizeAnchor>
  <cdr:relSizeAnchor xmlns:cdr="http://schemas.openxmlformats.org/drawingml/2006/chartDrawing">
    <cdr:from>
      <cdr:x>0.46082</cdr:x>
      <cdr:y>0.74449</cdr:y>
    </cdr:from>
    <cdr:to>
      <cdr:x>0.55674</cdr:x>
      <cdr:y>0.84298</cdr:y>
    </cdr:to>
    <cdr:sp macro="" textlink="">
      <cdr:nvSpPr>
        <cdr:cNvPr id="11" name="Rectangle 10">
          <a:extLst xmlns:a="http://schemas.openxmlformats.org/drawingml/2006/main">
            <a:ext uri="{FF2B5EF4-FFF2-40B4-BE49-F238E27FC236}">
              <a16:creationId xmlns:a16="http://schemas.microsoft.com/office/drawing/2014/main" id="{8419D4B2-0DBF-4215-8850-FA03E4D96833}"/>
            </a:ext>
          </a:extLst>
        </cdr:cNvPr>
        <cdr:cNvSpPr/>
      </cdr:nvSpPr>
      <cdr:spPr>
        <a:xfrm xmlns:a="http://schemas.openxmlformats.org/drawingml/2006/main">
          <a:off x="3273533" y="1770975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chemeClr val="bg1"/>
              </a:solidFill>
              <a:latin typeface="Santander Text" panose="020B0504020201020104" pitchFamily="34" charset="0"/>
            </a:rPr>
            <a:t>10 (7%)</a:t>
          </a:r>
        </a:p>
      </cdr:txBody>
    </cdr:sp>
  </cdr:relSizeAnchor>
  <cdr:relSizeAnchor xmlns:cdr="http://schemas.openxmlformats.org/drawingml/2006/chartDrawing">
    <cdr:from>
      <cdr:x>0.61424</cdr:x>
      <cdr:y>0.74449</cdr:y>
    </cdr:from>
    <cdr:to>
      <cdr:x>0.71016</cdr:x>
      <cdr:y>0.84298</cdr:y>
    </cdr:to>
    <cdr:sp macro="" textlink="">
      <cdr:nvSpPr>
        <cdr:cNvPr id="12" name="Rectangle 11">
          <a:extLst xmlns:a="http://schemas.openxmlformats.org/drawingml/2006/main">
            <a:ext uri="{FF2B5EF4-FFF2-40B4-BE49-F238E27FC236}">
              <a16:creationId xmlns:a16="http://schemas.microsoft.com/office/drawing/2014/main" id="{F3B32EAE-92E1-44CF-9F48-866D7A5E54DE}"/>
            </a:ext>
          </a:extLst>
        </cdr:cNvPr>
        <cdr:cNvSpPr/>
      </cdr:nvSpPr>
      <cdr:spPr>
        <a:xfrm xmlns:a="http://schemas.openxmlformats.org/drawingml/2006/main">
          <a:off x="4363391" y="1770975"/>
          <a:ext cx="681391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chemeClr val="bg1"/>
              </a:solidFill>
              <a:latin typeface="Santander Text" panose="020B0504020201020104" pitchFamily="34" charset="0"/>
            </a:rPr>
            <a:t>9 (6%) </a:t>
          </a:r>
        </a:p>
      </cdr:txBody>
    </cdr:sp>
  </cdr:relSizeAnchor>
  <cdr:relSizeAnchor xmlns:cdr="http://schemas.openxmlformats.org/drawingml/2006/chartDrawing">
    <cdr:from>
      <cdr:x>0.76766</cdr:x>
      <cdr:y>0.74449</cdr:y>
    </cdr:from>
    <cdr:to>
      <cdr:x>0.86358</cdr:x>
      <cdr:y>0.84298</cdr:y>
    </cdr:to>
    <cdr:sp macro="" textlink="">
      <cdr:nvSpPr>
        <cdr:cNvPr id="13" name="Rectangle 12">
          <a:extLst xmlns:a="http://schemas.openxmlformats.org/drawingml/2006/main">
            <a:ext uri="{FF2B5EF4-FFF2-40B4-BE49-F238E27FC236}">
              <a16:creationId xmlns:a16="http://schemas.microsoft.com/office/drawing/2014/main" id="{4883EC3B-D499-48FD-9A4F-14679DDD9096}"/>
            </a:ext>
          </a:extLst>
        </cdr:cNvPr>
        <cdr:cNvSpPr/>
      </cdr:nvSpPr>
      <cdr:spPr>
        <a:xfrm xmlns:a="http://schemas.openxmlformats.org/drawingml/2006/main">
          <a:off x="5453248" y="1770975"/>
          <a:ext cx="681392" cy="23428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chemeClr val="bg1"/>
              </a:solidFill>
              <a:latin typeface="Santander Text" panose="020B0504020201020104" pitchFamily="34" charset="0"/>
            </a:rPr>
            <a:t>6 (4%)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20/02/2023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20/02/2023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/>
        </p:nvGraphicFramePr>
        <p:xfrm>
          <a:off x="722242" y="2202181"/>
          <a:ext cx="10003785" cy="3910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 dirty="0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 dirty="0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2 317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-827 246 890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62 653</a:t>
                      </a:r>
                      <a:r>
                        <a:rPr lang="pt-PT" sz="900" b="0" baseline="30000" dirty="0">
                          <a:solidFill>
                            <a:schemeClr val="tx1"/>
                          </a:solidFill>
                        </a:rPr>
                        <a:t>1 </a:t>
                      </a:r>
                      <a:endParaRPr lang="pt-PT" sz="95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-4 153 168 305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-73 561 152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-154 228 026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-286 114 515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3 083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690 906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367 626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Os temas abaixo identificados, representam alterações que foram realizadas no modelo face à situação que existe atualmente e cuja sua alteração têm impacto nos resultados:</a:t>
            </a:r>
            <a:endParaRPr lang="en-US" sz="11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1</a:t>
            </a:r>
            <a:r>
              <a:rPr lang="pt-BR" sz="800" dirty="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1CD06-0063-116C-E00C-0603174C5F0E}"/>
              </a:ext>
            </a:extLst>
          </p:cNvPr>
          <p:cNvSpPr/>
          <p:nvPr/>
        </p:nvSpPr>
        <p:spPr>
          <a:xfrm>
            <a:off x="9286240" y="447040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403185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  <a:p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22243" y="1992456"/>
          <a:ext cx="9174866" cy="219965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29 833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321 751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20 095 079 690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27 567 617 666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351 584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22 284 932 583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29 757 470 560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8 315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1 428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9 743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63 696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3 181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241 835 372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-241 835 372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720 467 913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-720 467 913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67 091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879AE-B8B7-F866-CE36-013EFF08122E}"/>
              </a:ext>
            </a:extLst>
          </p:cNvPr>
          <p:cNvSpPr/>
          <p:nvPr/>
        </p:nvSpPr>
        <p:spPr>
          <a:xfrm>
            <a:off x="9286240" y="447040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421174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1992456"/>
          <a:ext cx="9174866" cy="236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3 136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299 400 575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298 342 043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1 058 532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5 734 519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5 731 617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2 902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14 288 689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11 522 432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2 766 258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8 005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734 381 201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730 553 509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3 827 692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391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198 006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-198 006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 dirty="0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769FB-BE28-F39D-1905-43A5472B6483}"/>
              </a:ext>
            </a:extLst>
          </p:cNvPr>
          <p:cNvSpPr/>
          <p:nvPr/>
        </p:nvSpPr>
        <p:spPr>
          <a:xfrm>
            <a:off x="9286240" y="447040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221349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333944"/>
              </p:ext>
            </p:extLst>
          </p:nvPr>
        </p:nvGraphicFramePr>
        <p:xfrm>
          <a:off x="722243" y="1992456"/>
          <a:ext cx="9174866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215 126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40 578 722 513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430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1 734 391 534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2 164 665 641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-430 274 107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190 778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15 441 792 449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15 485 671 203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-43 878 754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406 334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57 754 906 496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58 229 059 357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-474 152 861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650 556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-254 338 252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-11 720 768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-266 059 020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não o saldo em dívida atual.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9182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5789"/>
              </p:ext>
            </p:extLst>
          </p:nvPr>
        </p:nvGraphicFramePr>
        <p:xfrm>
          <a:off x="722243" y="1992456"/>
          <a:ext cx="9174866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5 015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1 527 527 369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1 527 527 369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1 530 155 865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1 528 502 669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51 623 257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-51 623 257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51 623 257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-51 623 257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4370854"/>
          <a:ext cx="9174866" cy="164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BFF713-905F-0546-DE15-5319BBA3E2B5}"/>
              </a:ext>
            </a:extLst>
          </p:cNvPr>
          <p:cNvSpPr/>
          <p:nvPr/>
        </p:nvSpPr>
        <p:spPr>
          <a:xfrm>
            <a:off x="7040880" y="4703359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179476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3114675" y="3441975"/>
            <a:ext cx="6543676" cy="23301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1.2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(relativo a 31 de Dezembro 2022)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r>
              <a:rPr lang="pt-PT" sz="1000" b="1" baseline="30000" dirty="0">
                <a:solidFill>
                  <a:schemeClr val="tx1"/>
                </a:solidFill>
              </a:rPr>
              <a:t>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6436" y="3576597"/>
          <a:ext cx="5460155" cy="1412305"/>
        </p:xfrm>
        <a:graphic>
          <a:graphicData uri="http://schemas.openxmlformats.org/drawingml/2006/table">
            <a:tbl>
              <a:tblPr/>
              <a:tblGrid>
                <a:gridCol w="1781861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# Registos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9 247 573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6 647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9 254 219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43 708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46 691 409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103 817 908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150 509 316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Dos</a:t>
                      </a:r>
                      <a:r>
                        <a:rPr lang="pt-PT" sz="800" b="0" i="0" u="none" strike="noStrike" baseline="0" dirty="0">
                          <a:effectLst/>
                          <a:latin typeface="+mj-lt"/>
                        </a:rPr>
                        <a:t> quais: </a:t>
                      </a:r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Pessoais</a:t>
                      </a:r>
                    </a:p>
                  </a:txBody>
                  <a:tcPr marL="171450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10 088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18 927 079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103 626 611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0" i="0" u="none" strike="noStrike" dirty="0">
                          <a:effectLst/>
                          <a:latin typeface="+mj-lt"/>
                        </a:rPr>
                        <a:t>122 553 690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105388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55 938 981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103 824 554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159 763 535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 dirty="0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251 197 783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-1 815 984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249 381 800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6436" y="5047431"/>
            <a:ext cx="5725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no motor NDD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Cálculo do LTV diferente entre motores (utilização de montante de avaliação atual vs inicial)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Alteração da maturidade ao nível do motor (carteiras de Foundation IRB)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/>
        </p:nvGraphicFramePr>
        <p:xfrm>
          <a:off x="722243" y="2038432"/>
          <a:ext cx="6420320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9 387 813 312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9 694 950 076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307 136 764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32 286 779 303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32 195 009 517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-91 769 786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1 704 824 158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1 806 832 729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102 008 571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21 423 368 106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21 015 833 210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effectLst/>
                          <a:latin typeface="+mj-lt"/>
                        </a:rPr>
                        <a:t>-407 534 897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11 092 637 470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11 501 782 805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409 145 335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53 710 147 409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53 210 842 727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-499 304 682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5410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pt-PT" sz="800" dirty="0"/>
              <a:t>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pPr marL="228600" indent="-228600">
              <a:buAutoNum type="arabicPeriod"/>
            </a:pPr>
            <a:r>
              <a:rPr lang="pt-PT" sz="800" dirty="0"/>
              <a:t>BDR1 resulta do processo atual do BIYR9500.</a:t>
            </a:r>
          </a:p>
          <a:p>
            <a:pPr marL="228600" indent="-228600">
              <a:buAutoNum type="arabicPeriod"/>
            </a:pPr>
            <a:r>
              <a:rPr lang="pt-PT" sz="800" dirty="0"/>
              <a:t>BDR2 resulta do processo utilizando o Novo Modelo de Garantias.</a:t>
            </a:r>
            <a:endParaRPr lang="pt-BR" sz="800" dirty="0"/>
          </a:p>
        </p:txBody>
      </p:sp>
      <p:sp>
        <p:nvSpPr>
          <p:cNvPr id="36" name="Rectangle 35"/>
          <p:cNvSpPr/>
          <p:nvPr/>
        </p:nvSpPr>
        <p:spPr>
          <a:xfrm>
            <a:off x="3228975" y="2152651"/>
            <a:ext cx="1028700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44827" y="1900289"/>
            <a:ext cx="440184" cy="264318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Imparidade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contratos com diferenças de provisão: </a:t>
            </a:r>
            <a:r>
              <a:rPr lang="pt-PT" sz="1000" b="1" dirty="0"/>
              <a:t>3.494</a:t>
            </a:r>
            <a:r>
              <a:rPr lang="pt-PT" sz="1000" baseline="30000" dirty="0"/>
              <a:t>1</a:t>
            </a:r>
            <a:r>
              <a:rPr lang="pt-PT" sz="1000" b="1" dirty="0"/>
              <a:t>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Total de garantias duplicadas: </a:t>
            </a:r>
            <a:r>
              <a:rPr lang="pt-PT" sz="1000" b="1" dirty="0"/>
              <a:t>0;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/>
              <a:t>Aumento na provisão apurada a 31 de Dezembro de 2022: </a:t>
            </a:r>
            <a:r>
              <a:rPr lang="pt-PT" sz="1000" b="1" dirty="0"/>
              <a:t>+651k€</a:t>
            </a:r>
            <a:endParaRPr lang="pt-PT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22243" y="3418031"/>
            <a:ext cx="8511177" cy="559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900" dirty="0"/>
              <a:t>Outros temas identificados :</a:t>
            </a:r>
          </a:p>
          <a:p>
            <a:pPr marL="171450" indent="-1714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900" dirty="0"/>
              <a:t>Operações de Leasing com temas de qualidade de informação nos campos de identificador de garantia e tipologia de garantia;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2243" y="5999625"/>
            <a:ext cx="80086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aseline="30000" dirty="0"/>
              <a:t>1</a:t>
            </a:r>
            <a:r>
              <a:rPr lang="pt-PT" sz="800" dirty="0"/>
              <a:t> Valor considera todos os contratos com diferenças de provisão, </a:t>
            </a:r>
            <a:r>
              <a:rPr lang="pt-PT" sz="800"/>
              <a:t>cujo total das </a:t>
            </a:r>
            <a:r>
              <a:rPr lang="pt-PT" sz="800" dirty="0"/>
              <a:t>diferenças podem não estar todas relacionadas com o </a:t>
            </a:r>
            <a:r>
              <a:rPr lang="pt-PT" sz="800" i="1" dirty="0" err="1"/>
              <a:t>go</a:t>
            </a:r>
            <a:r>
              <a:rPr lang="pt-PT" sz="800" i="1" dirty="0"/>
              <a:t> live</a:t>
            </a:r>
            <a:r>
              <a:rPr lang="pt-PT" sz="800" dirty="0"/>
              <a:t> do modelo de garantias. 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0DA8A2-2509-1F09-CD9E-B09BD62E22F9}"/>
              </a:ext>
            </a:extLst>
          </p:cNvPr>
          <p:cNvSpPr/>
          <p:nvPr/>
        </p:nvSpPr>
        <p:spPr>
          <a:xfrm>
            <a:off x="9286240" y="447040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Plano e status do 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1.4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Módulo de Controlos Garantias – Dezembro 2022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849870" y="6222363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 dirty="0">
                <a:latin typeface="Santander Text" panose="020B0504020201020104" pitchFamily="34" charset="0"/>
              </a:rPr>
              <a:t>1  </a:t>
            </a:r>
            <a:r>
              <a:rPr lang="pt-PT" sz="800" dirty="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800" dirty="0">
              <a:latin typeface="Santander Text" panose="020B0504020201020104" pitchFamily="34" charset="0"/>
            </a:endParaRPr>
          </a:p>
          <a:p>
            <a:endParaRPr lang="pt-PT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6AC62E-4EFC-4A96-8B1F-E2B5046500E5}"/>
              </a:ext>
            </a:extLst>
          </p:cNvPr>
          <p:cNvSpPr/>
          <p:nvPr/>
        </p:nvSpPr>
        <p:spPr>
          <a:xfrm>
            <a:off x="10886848" y="3787539"/>
            <a:ext cx="681392" cy="2342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chemeClr val="bg1"/>
                </a:solidFill>
                <a:latin typeface="Santander Text" panose="020B0504020201020104" pitchFamily="34" charset="0"/>
              </a:rPr>
              <a:t>8 (5%) 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599055"/>
              </p:ext>
            </p:extLst>
          </p:nvPr>
        </p:nvGraphicFramePr>
        <p:xfrm>
          <a:off x="732962" y="2083823"/>
          <a:ext cx="3374743" cy="1999059"/>
        </p:xfrm>
        <a:graphic>
          <a:graphicData uri="http://schemas.openxmlformats.org/drawingml/2006/table">
            <a:tbl>
              <a:tblPr/>
              <a:tblGrid>
                <a:gridCol w="1113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64"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200" b="0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Dezembro</a:t>
                      </a:r>
                      <a:endParaRPr lang="en-US" sz="1200" b="0" i="0" u="none" strike="noStrike" kern="1200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1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200" b="0" i="0" u="none" strike="noStrike" noProof="0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6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0267"/>
              </p:ext>
            </p:extLst>
          </p:nvPr>
        </p:nvGraphicFramePr>
        <p:xfrm>
          <a:off x="742487" y="4563014"/>
          <a:ext cx="10608249" cy="139870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6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1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1494 (0,52%)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Nov/22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5951 (1,47%)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Serviço de Crédito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 </a:t>
                      </a:r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(1,19%)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# DPs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cativos sem saldo disponível ou que não cobre a o montante cativo de garantia 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52 </a:t>
                      </a: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(2,01%)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kumimoji="0" lang="pt-PT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 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(3,42%)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análise por CDO e equipa do projeto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10054"/>
                  </a:ext>
                </a:extLst>
              </a:tr>
            </a:tbl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94AC1FE0-D361-443B-ABF4-50B691DDE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3353225"/>
              </p:ext>
            </p:extLst>
          </p:nvPr>
        </p:nvGraphicFramePr>
        <p:xfrm>
          <a:off x="4353701" y="2085434"/>
          <a:ext cx="7103750" cy="2378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ounded Rectangle 36">
            <a:extLst>
              <a:ext uri="{FF2B5EF4-FFF2-40B4-BE49-F238E27FC236}">
                <a16:creationId xmlns:a16="http://schemas.microsoft.com/office/drawing/2014/main" id="{5D600705-A4E0-4A2F-A381-D4482B0082EC}"/>
              </a:ext>
            </a:extLst>
          </p:cNvPr>
          <p:cNvSpPr/>
          <p:nvPr/>
        </p:nvSpPr>
        <p:spPr>
          <a:xfrm>
            <a:off x="4368424" y="2083067"/>
            <a:ext cx="6972787" cy="234284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8" tIns="45714" rIns="91428" bIns="457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400" dirty="0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400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644C12CA-C815-405D-A669-1C04E68F01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539107"/>
              </p:ext>
            </p:extLst>
          </p:nvPr>
        </p:nvGraphicFramePr>
        <p:xfrm>
          <a:off x="10658645" y="1584088"/>
          <a:ext cx="479425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380753" imgH="806311" progId="Excel.Sheet.12">
                  <p:embed/>
                </p:oleObj>
              </mc:Choice>
              <mc:Fallback>
                <p:oleObj name="Worksheet" showAsIcon="1" r:id="rId3" imgW="380753" imgH="806311" progId="Excel.Sheet.12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644C12CA-C815-405D-A669-1C04E68F01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58645" y="1584088"/>
                        <a:ext cx="479425" cy="1011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1DC96A0-092D-CD7D-1683-2C40EB6D0B9E}"/>
              </a:ext>
            </a:extLst>
          </p:cNvPr>
          <p:cNvSpPr/>
          <p:nvPr/>
        </p:nvSpPr>
        <p:spPr>
          <a:xfrm>
            <a:off x="9286240" y="447040"/>
            <a:ext cx="2357120" cy="10376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Atualizar</a:t>
            </a:r>
          </a:p>
        </p:txBody>
      </p:sp>
    </p:spTree>
    <p:extLst>
      <p:ext uri="{BB962C8B-B14F-4D97-AF65-F5344CB8AC3E}">
        <p14:creationId xmlns:p14="http://schemas.microsoft.com/office/powerpoint/2010/main" val="260751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4" ma:contentTypeDescription="Criar um novo documento." ma:contentTypeScope="" ma:versionID="21b3148052822e609950cc8d6e1216fc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5081dca7d93d65f94f936cf4dfc14f7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C664888-E1F4-4F3F-8F60-C06E9CED6CDE}"/>
</file>

<file path=customXml/itemProps2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B6808E-2F30-4A3E-86D7-9BE6F24DF713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beef631-8f1e-4c1a-be60-1d5dcae54efd"/>
    <ds:schemaRef ds:uri="http://purl.org/dc/elements/1.1/"/>
    <ds:schemaRef ds:uri="621ea064-9f67-4017-b065-3d285bfa18a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4074</TotalTime>
  <Words>2172</Words>
  <Application>Microsoft Office PowerPoint</Application>
  <PresentationFormat>Custom</PresentationFormat>
  <Paragraphs>521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Santander Headline</vt:lpstr>
      <vt:lpstr>Santander Text</vt:lpstr>
      <vt:lpstr>Wingdings</vt:lpstr>
      <vt:lpstr>Tema de Office</vt:lpstr>
      <vt:lpstr>1_Tema de Office</vt:lpstr>
      <vt:lpstr>Worksheet</vt:lpstr>
      <vt:lpstr>1.2</vt:lpstr>
      <vt:lpstr>1.2</vt:lpstr>
      <vt:lpstr>1.2</vt:lpstr>
      <vt:lpstr>1.2</vt:lpstr>
      <vt:lpstr>1.2</vt:lpstr>
      <vt:lpstr>1.2</vt:lpstr>
      <vt:lpstr>1.3</vt:lpstr>
      <vt:lpstr>1.4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221</cp:revision>
  <dcterms:created xsi:type="dcterms:W3CDTF">2018-03-19T11:10:43Z</dcterms:created>
  <dcterms:modified xsi:type="dcterms:W3CDTF">2023-02-20T14:10:17Z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2023-01-19T10:27:23Z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35ba7f7c-778d-4922-affb-f2cfbb36ac3c</vt:lpwstr>
  </property>
  <property fmtid="{D5CDD505-2E9C-101B-9397-08002B2CF9AE}" pid="10" name="MSIP_Label_3c41c091-3cbc-4dba-8b59-ce62f19500db_ContentBits">
    <vt:lpwstr>1</vt:lpwstr>
  </property>
</Properties>
</file>