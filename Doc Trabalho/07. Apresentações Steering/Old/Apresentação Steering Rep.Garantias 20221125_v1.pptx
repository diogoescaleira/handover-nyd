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11"/>
  </p:notesMasterIdLst>
  <p:handoutMasterIdLst>
    <p:handoutMasterId r:id="rId12"/>
  </p:handoutMasterIdLst>
  <p:sldIdLst>
    <p:sldId id="331" r:id="rId6"/>
    <p:sldId id="332" r:id="rId7"/>
    <p:sldId id="333" r:id="rId8"/>
    <p:sldId id="334" r:id="rId9"/>
    <p:sldId id="335" r:id="rId10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CE4D6"/>
    <a:srgbClr val="FF7575"/>
    <a:srgbClr val="C00000"/>
    <a:srgbClr val="3B3838"/>
    <a:srgbClr val="9ECFDE"/>
    <a:srgbClr val="7F7F7F"/>
    <a:srgbClr val="13868C"/>
    <a:srgbClr val="EB0000"/>
    <a:srgbClr val="DE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F2CA9-6C1F-46B9-8A0D-70C05F50F831}" v="117" dt="2022-11-25T11:26:20.371"/>
    <p1510:client id="{910BF22F-792C-49A4-A32C-F7BC8865264E}" v="111" dt="2022-11-25T11:47:19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96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haryta Synchak" userId="18542655-04ec-4b42-8aad-fd81f81ee43b" providerId="ADAL" clId="{2F8F2CA9-6C1F-46B9-8A0D-70C05F50F831}"/>
    <pc:docChg chg="undo custSel modSld">
      <pc:chgData name="Marharyta Synchak" userId="18542655-04ec-4b42-8aad-fd81f81ee43b" providerId="ADAL" clId="{2F8F2CA9-6C1F-46B9-8A0D-70C05F50F831}" dt="2022-11-25T11:26:20.371" v="116" actId="20577"/>
      <pc:docMkLst>
        <pc:docMk/>
      </pc:docMkLst>
      <pc:sldChg chg="modSp mod">
        <pc:chgData name="Marharyta Synchak" userId="18542655-04ec-4b42-8aad-fd81f81ee43b" providerId="ADAL" clId="{2F8F2CA9-6C1F-46B9-8A0D-70C05F50F831}" dt="2022-11-25T11:26:20.371" v="116" actId="20577"/>
        <pc:sldMkLst>
          <pc:docMk/>
          <pc:sldMk cId="237622159" sldId="331"/>
        </pc:sldMkLst>
        <pc:graphicFrameChg chg="modGraphic">
          <ac:chgData name="Marharyta Synchak" userId="18542655-04ec-4b42-8aad-fd81f81ee43b" providerId="ADAL" clId="{2F8F2CA9-6C1F-46B9-8A0D-70C05F50F831}" dt="2022-11-25T11:26:20.371" v="116" actId="20577"/>
          <ac:graphicFrameMkLst>
            <pc:docMk/>
            <pc:sldMk cId="237622159" sldId="331"/>
            <ac:graphicFrameMk id="8" creationId="{DF17E78E-41EA-4899-8FEE-94E9E4145CC9}"/>
          </ac:graphicFrameMkLst>
        </pc:graphicFrameChg>
      </pc:sldChg>
      <pc:sldChg chg="modSp mod">
        <pc:chgData name="Marharyta Synchak" userId="18542655-04ec-4b42-8aad-fd81f81ee43b" providerId="ADAL" clId="{2F8F2CA9-6C1F-46B9-8A0D-70C05F50F831}" dt="2022-11-25T11:25:54.232" v="52" actId="115"/>
        <pc:sldMkLst>
          <pc:docMk/>
          <pc:sldMk cId="91448694" sldId="332"/>
        </pc:sldMkLst>
        <pc:spChg chg="mod">
          <ac:chgData name="Marharyta Synchak" userId="18542655-04ec-4b42-8aad-fd81f81ee43b" providerId="ADAL" clId="{2F8F2CA9-6C1F-46B9-8A0D-70C05F50F831}" dt="2022-11-25T11:25:54.232" v="52" actId="115"/>
          <ac:spMkLst>
            <pc:docMk/>
            <pc:sldMk cId="91448694" sldId="332"/>
            <ac:spMk id="7" creationId="{6AAF56CD-ED3D-EFF2-896B-D465D8A8C9A8}"/>
          </ac:spMkLst>
        </pc:spChg>
      </pc:sldChg>
      <pc:sldChg chg="modSp mod">
        <pc:chgData name="Marharyta Synchak" userId="18542655-04ec-4b42-8aad-fd81f81ee43b" providerId="ADAL" clId="{2F8F2CA9-6C1F-46B9-8A0D-70C05F50F831}" dt="2022-11-25T11:25:43.899" v="50" actId="115"/>
        <pc:sldMkLst>
          <pc:docMk/>
          <pc:sldMk cId="2665056389" sldId="333"/>
        </pc:sldMkLst>
        <pc:spChg chg="mod">
          <ac:chgData name="Marharyta Synchak" userId="18542655-04ec-4b42-8aad-fd81f81ee43b" providerId="ADAL" clId="{2F8F2CA9-6C1F-46B9-8A0D-70C05F50F831}" dt="2022-11-25T11:25:43.899" v="50" actId="115"/>
          <ac:spMkLst>
            <pc:docMk/>
            <pc:sldMk cId="2665056389" sldId="333"/>
            <ac:spMk id="2" creationId="{D9B12163-7231-98A4-752B-C91842F7088D}"/>
          </ac:spMkLst>
        </pc:spChg>
      </pc:sldChg>
      <pc:sldChg chg="modSp mod">
        <pc:chgData name="Marharyta Synchak" userId="18542655-04ec-4b42-8aad-fd81f81ee43b" providerId="ADAL" clId="{2F8F2CA9-6C1F-46B9-8A0D-70C05F50F831}" dt="2022-11-25T11:25:37.319" v="49" actId="115"/>
        <pc:sldMkLst>
          <pc:docMk/>
          <pc:sldMk cId="2612471751" sldId="334"/>
        </pc:sldMkLst>
        <pc:spChg chg="mod">
          <ac:chgData name="Marharyta Synchak" userId="18542655-04ec-4b42-8aad-fd81f81ee43b" providerId="ADAL" clId="{2F8F2CA9-6C1F-46B9-8A0D-70C05F50F831}" dt="2022-11-25T11:25:37.319" v="49" actId="115"/>
          <ac:spMkLst>
            <pc:docMk/>
            <pc:sldMk cId="2612471751" sldId="334"/>
            <ac:spMk id="7" creationId="{73A208F6-5AB8-A553-3145-F5362921AE62}"/>
          </ac:spMkLst>
        </pc:spChg>
      </pc:sldChg>
    </pc:docChg>
  </pc:docChgLst>
  <pc:docChgLst>
    <pc:chgData name="Nádia Genebra Ahmad" userId="36126275-cace-419f-8e9b-04679c4f8ea6" providerId="ADAL" clId="{910BF22F-792C-49A4-A32C-F7BC8865264E}"/>
    <pc:docChg chg="undo custSel addSld delSld modSld sldOrd delMainMaster">
      <pc:chgData name="Nádia Genebra Ahmad" userId="36126275-cace-419f-8e9b-04679c4f8ea6" providerId="ADAL" clId="{910BF22F-792C-49A4-A32C-F7BC8865264E}" dt="2022-11-25T11:47:24.162" v="1253" actId="14734"/>
      <pc:docMkLst>
        <pc:docMk/>
      </pc:docMkLst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1125657622" sldId="256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1005498502" sldId="267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850796119" sldId="268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2710188691" sldId="269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4198064318" sldId="281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1048031411" sldId="284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2615993555" sldId="291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4215426283" sldId="306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3648791960" sldId="307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2897991740" sldId="314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853539714" sldId="320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3349553966" sldId="321"/>
        </pc:sldMkLst>
      </pc:sldChg>
      <pc:sldChg chg="del">
        <pc:chgData name="Nádia Genebra Ahmad" userId="36126275-cace-419f-8e9b-04679c4f8ea6" providerId="ADAL" clId="{910BF22F-792C-49A4-A32C-F7BC8865264E}" dt="2022-11-24T15:50:19.307" v="0" actId="47"/>
        <pc:sldMkLst>
          <pc:docMk/>
          <pc:sldMk cId="3444156174" sldId="322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3757026652" sldId="324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136012540" sldId="325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1184307580" sldId="326"/>
        </pc:sldMkLst>
      </pc:sldChg>
      <pc:sldChg chg="del">
        <pc:chgData name="Nádia Genebra Ahmad" userId="36126275-cace-419f-8e9b-04679c4f8ea6" providerId="ADAL" clId="{910BF22F-792C-49A4-A32C-F7BC8865264E}" dt="2022-11-24T15:50:26.380" v="1" actId="47"/>
        <pc:sldMkLst>
          <pc:docMk/>
          <pc:sldMk cId="326973016" sldId="330"/>
        </pc:sldMkLst>
      </pc:sldChg>
      <pc:sldChg chg="addSp delSp modSp mod modShow">
        <pc:chgData name="Nádia Genebra Ahmad" userId="36126275-cace-419f-8e9b-04679c4f8ea6" providerId="ADAL" clId="{910BF22F-792C-49A4-A32C-F7BC8865264E}" dt="2022-11-25T11:47:24.162" v="1253" actId="14734"/>
        <pc:sldMkLst>
          <pc:docMk/>
          <pc:sldMk cId="237622159" sldId="331"/>
        </pc:sldMkLst>
        <pc:spChg chg="add del mod">
          <ac:chgData name="Nádia Genebra Ahmad" userId="36126275-cace-419f-8e9b-04679c4f8ea6" providerId="ADAL" clId="{910BF22F-792C-49A4-A32C-F7BC8865264E}" dt="2022-11-25T09:19:33.574" v="588" actId="478"/>
          <ac:spMkLst>
            <pc:docMk/>
            <pc:sldMk cId="237622159" sldId="331"/>
            <ac:spMk id="2" creationId="{E00ED07B-179D-6FD0-DF2D-531C16B52FC2}"/>
          </ac:spMkLst>
        </pc:spChg>
        <pc:spChg chg="add del mod">
          <ac:chgData name="Nádia Genebra Ahmad" userId="36126275-cace-419f-8e9b-04679c4f8ea6" providerId="ADAL" clId="{910BF22F-792C-49A4-A32C-F7BC8865264E}" dt="2022-11-25T09:19:35.801" v="589" actId="478"/>
          <ac:spMkLst>
            <pc:docMk/>
            <pc:sldMk cId="237622159" sldId="331"/>
            <ac:spMk id="4" creationId="{2D095B9F-5807-7A5A-B733-795E75A1EB7C}"/>
          </ac:spMkLst>
        </pc:spChg>
        <pc:spChg chg="add del mod">
          <ac:chgData name="Nádia Genebra Ahmad" userId="36126275-cace-419f-8e9b-04679c4f8ea6" providerId="ADAL" clId="{910BF22F-792C-49A4-A32C-F7BC8865264E}" dt="2022-11-25T09:26:12.300" v="656" actId="478"/>
          <ac:spMkLst>
            <pc:docMk/>
            <pc:sldMk cId="237622159" sldId="331"/>
            <ac:spMk id="6" creationId="{56126E94-757D-27B6-FA76-93E252D9F9F4}"/>
          </ac:spMkLst>
        </pc:spChg>
        <pc:spChg chg="mod">
          <ac:chgData name="Nádia Genebra Ahmad" userId="36126275-cace-419f-8e9b-04679c4f8ea6" providerId="ADAL" clId="{910BF22F-792C-49A4-A32C-F7BC8865264E}" dt="2022-11-24T15:55:44.946" v="69" actId="20577"/>
          <ac:spMkLst>
            <pc:docMk/>
            <pc:sldMk cId="237622159" sldId="331"/>
            <ac:spMk id="11" creationId="{00000000-0000-0000-0000-000000000000}"/>
          </ac:spMkLst>
        </pc:spChg>
        <pc:graphicFrameChg chg="mod modGraphic">
          <ac:chgData name="Nádia Genebra Ahmad" userId="36126275-cace-419f-8e9b-04679c4f8ea6" providerId="ADAL" clId="{910BF22F-792C-49A4-A32C-F7BC8865264E}" dt="2022-11-25T09:22:30.469" v="643"/>
          <ac:graphicFrameMkLst>
            <pc:docMk/>
            <pc:sldMk cId="237622159" sldId="331"/>
            <ac:graphicFrameMk id="8" creationId="{DF17E78E-41EA-4899-8FEE-94E9E4145CC9}"/>
          </ac:graphicFrameMkLst>
        </pc:graphicFrameChg>
        <pc:graphicFrameChg chg="mod modGraphic">
          <ac:chgData name="Nádia Genebra Ahmad" userId="36126275-cace-419f-8e9b-04679c4f8ea6" providerId="ADAL" clId="{910BF22F-792C-49A4-A32C-F7BC8865264E}" dt="2022-11-25T11:47:24.162" v="1253" actId="14734"/>
          <ac:graphicFrameMkLst>
            <pc:docMk/>
            <pc:sldMk cId="237622159" sldId="331"/>
            <ac:graphicFrameMk id="9" creationId="{00000000-0000-0000-0000-000000000000}"/>
          </ac:graphicFrameMkLst>
        </pc:graphicFrameChg>
      </pc:sldChg>
      <pc:sldChg chg="addSp delSp modSp mod">
        <pc:chgData name="Nádia Genebra Ahmad" userId="36126275-cace-419f-8e9b-04679c4f8ea6" providerId="ADAL" clId="{910BF22F-792C-49A4-A32C-F7BC8865264E}" dt="2022-11-25T11:44:47.004" v="1224" actId="20577"/>
        <pc:sldMkLst>
          <pc:docMk/>
          <pc:sldMk cId="91448694" sldId="332"/>
        </pc:sldMkLst>
        <pc:spChg chg="add del mod">
          <ac:chgData name="Nádia Genebra Ahmad" userId="36126275-cace-419f-8e9b-04679c4f8ea6" providerId="ADAL" clId="{910BF22F-792C-49A4-A32C-F7BC8865264E}" dt="2022-11-25T09:34:33.833" v="733" actId="478"/>
          <ac:spMkLst>
            <pc:docMk/>
            <pc:sldMk cId="91448694" sldId="332"/>
            <ac:spMk id="4" creationId="{1F432C75-4FE6-48EF-D89F-6D35D99F9CEE}"/>
          </ac:spMkLst>
        </pc:spChg>
        <pc:spChg chg="add del mod">
          <ac:chgData name="Nádia Genebra Ahmad" userId="36126275-cace-419f-8e9b-04679c4f8ea6" providerId="ADAL" clId="{910BF22F-792C-49A4-A32C-F7BC8865264E}" dt="2022-11-25T10:03:01.989" v="884" actId="478"/>
          <ac:spMkLst>
            <pc:docMk/>
            <pc:sldMk cId="91448694" sldId="332"/>
            <ac:spMk id="6" creationId="{0CB2CC61-74FC-3D34-24CA-1A2694CFCBDD}"/>
          </ac:spMkLst>
        </pc:spChg>
        <pc:spChg chg="add mod">
          <ac:chgData name="Nádia Genebra Ahmad" userId="36126275-cace-419f-8e9b-04679c4f8ea6" providerId="ADAL" clId="{910BF22F-792C-49A4-A32C-F7BC8865264E}" dt="2022-11-25T11:44:47.004" v="1224" actId="20577"/>
          <ac:spMkLst>
            <pc:docMk/>
            <pc:sldMk cId="91448694" sldId="332"/>
            <ac:spMk id="7" creationId="{6AAF56CD-ED3D-EFF2-896B-D465D8A8C9A8}"/>
          </ac:spMkLst>
        </pc:spChg>
        <pc:spChg chg="mod">
          <ac:chgData name="Nádia Genebra Ahmad" userId="36126275-cace-419f-8e9b-04679c4f8ea6" providerId="ADAL" clId="{910BF22F-792C-49A4-A32C-F7BC8865264E}" dt="2022-11-25T10:21:46.381" v="1207" actId="20577"/>
          <ac:spMkLst>
            <pc:docMk/>
            <pc:sldMk cId="91448694" sldId="332"/>
            <ac:spMk id="13" creationId="{00000000-0000-0000-0000-000000000000}"/>
          </ac:spMkLst>
        </pc:spChg>
        <pc:graphicFrameChg chg="add del mod modGraphic">
          <ac:chgData name="Nádia Genebra Ahmad" userId="36126275-cace-419f-8e9b-04679c4f8ea6" providerId="ADAL" clId="{910BF22F-792C-49A4-A32C-F7BC8865264E}" dt="2022-11-25T09:34:36.355" v="734" actId="478"/>
          <ac:graphicFrameMkLst>
            <pc:docMk/>
            <pc:sldMk cId="91448694" sldId="332"/>
            <ac:graphicFrameMk id="2" creationId="{FBDA7B53-2680-8669-A96A-217D2940CE47}"/>
          </ac:graphicFrameMkLst>
        </pc:graphicFrameChg>
        <pc:graphicFrameChg chg="mod modGraphic">
          <ac:chgData name="Nádia Genebra Ahmad" userId="36126275-cace-419f-8e9b-04679c4f8ea6" providerId="ADAL" clId="{910BF22F-792C-49A4-A32C-F7BC8865264E}" dt="2022-11-25T11:44:36.853" v="1222" actId="20577"/>
          <ac:graphicFrameMkLst>
            <pc:docMk/>
            <pc:sldMk cId="91448694" sldId="332"/>
            <ac:graphicFrameMk id="14" creationId="{00000000-0000-0000-0000-000000000000}"/>
          </ac:graphicFrameMkLst>
        </pc:graphicFrameChg>
      </pc:sldChg>
      <pc:sldChg chg="addSp modSp mod">
        <pc:chgData name="Nádia Genebra Ahmad" userId="36126275-cace-419f-8e9b-04679c4f8ea6" providerId="ADAL" clId="{910BF22F-792C-49A4-A32C-F7BC8865264E}" dt="2022-11-25T11:45:13.251" v="1228" actId="20577"/>
        <pc:sldMkLst>
          <pc:docMk/>
          <pc:sldMk cId="2665056389" sldId="333"/>
        </pc:sldMkLst>
        <pc:spChg chg="add mod">
          <ac:chgData name="Nádia Genebra Ahmad" userId="36126275-cace-419f-8e9b-04679c4f8ea6" providerId="ADAL" clId="{910BF22F-792C-49A4-A32C-F7BC8865264E}" dt="2022-11-25T11:44:52.552" v="1225" actId="20577"/>
          <ac:spMkLst>
            <pc:docMk/>
            <pc:sldMk cId="2665056389" sldId="333"/>
            <ac:spMk id="2" creationId="{D9B12163-7231-98A4-752B-C91842F7088D}"/>
          </ac:spMkLst>
        </pc:spChg>
        <pc:spChg chg="add mod">
          <ac:chgData name="Nádia Genebra Ahmad" userId="36126275-cace-419f-8e9b-04679c4f8ea6" providerId="ADAL" clId="{910BF22F-792C-49A4-A32C-F7BC8865264E}" dt="2022-11-25T10:21:49.154" v="1208" actId="20577"/>
          <ac:spMkLst>
            <pc:docMk/>
            <pc:sldMk cId="2665056389" sldId="333"/>
            <ac:spMk id="4" creationId="{97D0D770-CF7C-B3A4-7476-7F7C8EE33F02}"/>
          </ac:spMkLst>
        </pc:spChg>
        <pc:graphicFrameChg chg="mod modGraphic">
          <ac:chgData name="Nádia Genebra Ahmad" userId="36126275-cace-419f-8e9b-04679c4f8ea6" providerId="ADAL" clId="{910BF22F-792C-49A4-A32C-F7BC8865264E}" dt="2022-11-25T11:45:13.251" v="1228" actId="20577"/>
          <ac:graphicFrameMkLst>
            <pc:docMk/>
            <pc:sldMk cId="2665056389" sldId="333"/>
            <ac:graphicFrameMk id="20" creationId="{3DBE921F-5189-2684-9605-7881F2DD0E5E}"/>
          </ac:graphicFrameMkLst>
        </pc:graphicFrameChg>
      </pc:sldChg>
      <pc:sldChg chg="addSp delSp modSp mod">
        <pc:chgData name="Nádia Genebra Ahmad" userId="36126275-cace-419f-8e9b-04679c4f8ea6" providerId="ADAL" clId="{910BF22F-792C-49A4-A32C-F7BC8865264E}" dt="2022-11-25T11:45:21.922" v="1230" actId="20577"/>
        <pc:sldMkLst>
          <pc:docMk/>
          <pc:sldMk cId="2612471751" sldId="334"/>
        </pc:sldMkLst>
        <pc:spChg chg="add del mod">
          <ac:chgData name="Nádia Genebra Ahmad" userId="36126275-cace-419f-8e9b-04679c4f8ea6" providerId="ADAL" clId="{910BF22F-792C-49A4-A32C-F7BC8865264E}" dt="2022-11-25T09:33:29.380" v="730" actId="478"/>
          <ac:spMkLst>
            <pc:docMk/>
            <pc:sldMk cId="2612471751" sldId="334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910BF22F-792C-49A4-A32C-F7BC8865264E}" dt="2022-11-25T10:02:48.851" v="853" actId="478"/>
          <ac:spMkLst>
            <pc:docMk/>
            <pc:sldMk cId="2612471751" sldId="334"/>
            <ac:spMk id="6" creationId="{2C95EEB3-C678-9C22-8304-F12FFB1FA027}"/>
          </ac:spMkLst>
        </pc:spChg>
        <pc:spChg chg="add mod">
          <ac:chgData name="Nádia Genebra Ahmad" userId="36126275-cace-419f-8e9b-04679c4f8ea6" providerId="ADAL" clId="{910BF22F-792C-49A4-A32C-F7BC8865264E}" dt="2022-11-25T11:45:21.922" v="1230" actId="20577"/>
          <ac:spMkLst>
            <pc:docMk/>
            <pc:sldMk cId="2612471751" sldId="334"/>
            <ac:spMk id="7" creationId="{73A208F6-5AB8-A553-3145-F5362921AE62}"/>
          </ac:spMkLst>
        </pc:spChg>
        <pc:spChg chg="add mod">
          <ac:chgData name="Nádia Genebra Ahmad" userId="36126275-cace-419f-8e9b-04679c4f8ea6" providerId="ADAL" clId="{910BF22F-792C-49A4-A32C-F7BC8865264E}" dt="2022-11-25T10:21:53.712" v="1210" actId="20577"/>
          <ac:spMkLst>
            <pc:docMk/>
            <pc:sldMk cId="2612471751" sldId="334"/>
            <ac:spMk id="8" creationId="{05E7CA54-E9D4-15E2-B844-863EF76FF921}"/>
          </ac:spMkLst>
        </pc:spChg>
        <pc:spChg chg="del mod">
          <ac:chgData name="Nádia Genebra Ahmad" userId="36126275-cace-419f-8e9b-04679c4f8ea6" providerId="ADAL" clId="{910BF22F-792C-49A4-A32C-F7BC8865264E}" dt="2022-11-25T10:21:33.068" v="1203" actId="478"/>
          <ac:spMkLst>
            <pc:docMk/>
            <pc:sldMk cId="2612471751" sldId="334"/>
            <ac:spMk id="14" creationId="{00000000-0000-0000-0000-000000000000}"/>
          </ac:spMkLst>
        </pc:spChg>
        <pc:graphicFrameChg chg="add del mod">
          <ac:chgData name="Nádia Genebra Ahmad" userId="36126275-cace-419f-8e9b-04679c4f8ea6" providerId="ADAL" clId="{910BF22F-792C-49A4-A32C-F7BC8865264E}" dt="2022-11-25T09:33:42.971" v="732" actId="478"/>
          <ac:graphicFrameMkLst>
            <pc:docMk/>
            <pc:sldMk cId="2612471751" sldId="334"/>
            <ac:graphicFrameMk id="2" creationId="{909F8BDE-9239-AD09-EF31-CC46E4FB8645}"/>
          </ac:graphicFrameMkLst>
        </pc:graphicFrameChg>
        <pc:graphicFrameChg chg="mod modGraphic">
          <ac:chgData name="Nádia Genebra Ahmad" userId="36126275-cace-419f-8e9b-04679c4f8ea6" providerId="ADAL" clId="{910BF22F-792C-49A4-A32C-F7BC8865264E}" dt="2022-11-25T11:45:18.602" v="1229" actId="20577"/>
          <ac:graphicFrameMkLst>
            <pc:docMk/>
            <pc:sldMk cId="2612471751" sldId="334"/>
            <ac:graphicFrameMk id="20" creationId="{94EF0D11-64A1-95A7-5896-603B980711CC}"/>
          </ac:graphicFrameMkLst>
        </pc:graphicFrameChg>
      </pc:sldChg>
      <pc:sldChg chg="add del mod ord modShow">
        <pc:chgData name="Nádia Genebra Ahmad" userId="36126275-cace-419f-8e9b-04679c4f8ea6" providerId="ADAL" clId="{910BF22F-792C-49A4-A32C-F7BC8865264E}" dt="2022-11-25T09:19:12.058" v="586" actId="47"/>
        <pc:sldMkLst>
          <pc:docMk/>
          <pc:sldMk cId="3704052676" sldId="335"/>
        </pc:sldMkLst>
      </pc:sldChg>
      <pc:sldChg chg="addSp delSp modSp add mod">
        <pc:chgData name="Nádia Genebra Ahmad" userId="36126275-cace-419f-8e9b-04679c4f8ea6" providerId="ADAL" clId="{910BF22F-792C-49A4-A32C-F7BC8865264E}" dt="2022-11-25T10:22:39.832" v="1221" actId="947"/>
        <pc:sldMkLst>
          <pc:docMk/>
          <pc:sldMk cId="4076986654" sldId="335"/>
        </pc:sldMkLst>
        <pc:spChg chg="mod">
          <ac:chgData name="Nádia Genebra Ahmad" userId="36126275-cace-419f-8e9b-04679c4f8ea6" providerId="ADAL" clId="{910BF22F-792C-49A4-A32C-F7BC8865264E}" dt="2022-11-25T10:02:23.442" v="820" actId="20577"/>
          <ac:spMkLst>
            <pc:docMk/>
            <pc:sldMk cId="4076986654" sldId="335"/>
            <ac:spMk id="4" creationId="{4B7515AF-BE8F-166D-017D-FFA2E7258BC8}"/>
          </ac:spMkLst>
        </pc:spChg>
        <pc:spChg chg="add del mod">
          <ac:chgData name="Nádia Genebra Ahmad" userId="36126275-cace-419f-8e9b-04679c4f8ea6" providerId="ADAL" clId="{910BF22F-792C-49A4-A32C-F7BC8865264E}" dt="2022-11-25T10:22:06.714" v="1211" actId="478"/>
          <ac:spMkLst>
            <pc:docMk/>
            <pc:sldMk cId="4076986654" sldId="335"/>
            <ac:spMk id="7" creationId="{8E8B1A8A-0FF9-4EF2-F430-509A81197D9B}"/>
          </ac:spMkLst>
        </pc:spChg>
        <pc:spChg chg="add mod">
          <ac:chgData name="Nádia Genebra Ahmad" userId="36126275-cace-419f-8e9b-04679c4f8ea6" providerId="ADAL" clId="{910BF22F-792C-49A4-A32C-F7BC8865264E}" dt="2022-11-25T10:22:12.315" v="1215" actId="20577"/>
          <ac:spMkLst>
            <pc:docMk/>
            <pc:sldMk cId="4076986654" sldId="335"/>
            <ac:spMk id="8" creationId="{B88421B6-A6DF-B07E-F687-FF291458F5AF}"/>
          </ac:spMkLst>
        </pc:spChg>
        <pc:spChg chg="del">
          <ac:chgData name="Nádia Genebra Ahmad" userId="36126275-cace-419f-8e9b-04679c4f8ea6" providerId="ADAL" clId="{910BF22F-792C-49A4-A32C-F7BC8865264E}" dt="2022-11-25T10:02:00.331" v="816" actId="478"/>
          <ac:spMkLst>
            <pc:docMk/>
            <pc:sldMk cId="4076986654" sldId="335"/>
            <ac:spMk id="14" creationId="{00000000-0000-0000-0000-000000000000}"/>
          </ac:spMkLst>
        </pc:spChg>
        <pc:spChg chg="mod">
          <ac:chgData name="Nádia Genebra Ahmad" userId="36126275-cace-419f-8e9b-04679c4f8ea6" providerId="ADAL" clId="{910BF22F-792C-49A4-A32C-F7BC8865264E}" dt="2022-11-25T09:32:39.520" v="674" actId="20577"/>
          <ac:spMkLst>
            <pc:docMk/>
            <pc:sldMk cId="4076986654" sldId="335"/>
            <ac:spMk id="15" creationId="{00000000-0000-0000-0000-000000000000}"/>
          </ac:spMkLst>
        </pc:spChg>
        <pc:graphicFrameChg chg="mod modGraphic">
          <ac:chgData name="Nádia Genebra Ahmad" userId="36126275-cace-419f-8e9b-04679c4f8ea6" providerId="ADAL" clId="{910BF22F-792C-49A4-A32C-F7BC8865264E}" dt="2022-11-25T10:22:22.176" v="1218" actId="947"/>
          <ac:graphicFrameMkLst>
            <pc:docMk/>
            <pc:sldMk cId="4076986654" sldId="335"/>
            <ac:graphicFrameMk id="2" creationId="{909F8BDE-9239-AD09-EF31-CC46E4FB8645}"/>
          </ac:graphicFrameMkLst>
        </pc:graphicFrameChg>
        <pc:graphicFrameChg chg="add mod modGraphic">
          <ac:chgData name="Nádia Genebra Ahmad" userId="36126275-cace-419f-8e9b-04679c4f8ea6" providerId="ADAL" clId="{910BF22F-792C-49A4-A32C-F7BC8865264E}" dt="2022-11-25T10:22:39.832" v="1221" actId="947"/>
          <ac:graphicFrameMkLst>
            <pc:docMk/>
            <pc:sldMk cId="4076986654" sldId="335"/>
            <ac:graphicFrameMk id="6" creationId="{CAB80F0A-E11B-61FA-EFAD-1E764024BFDF}"/>
          </ac:graphicFrameMkLst>
        </pc:graphicFrameChg>
        <pc:graphicFrameChg chg="del mod">
          <ac:chgData name="Nádia Genebra Ahmad" userId="36126275-cace-419f-8e9b-04679c4f8ea6" providerId="ADAL" clId="{910BF22F-792C-49A4-A32C-F7BC8865264E}" dt="2022-11-25T09:33:09.472" v="728" actId="478"/>
          <ac:graphicFrameMkLst>
            <pc:docMk/>
            <pc:sldMk cId="4076986654" sldId="335"/>
            <ac:graphicFrameMk id="20" creationId="{94EF0D11-64A1-95A7-5896-603B980711CC}"/>
          </ac:graphicFrameMkLst>
        </pc:graphicFrameChg>
      </pc:sldChg>
      <pc:sldMasterChg chg="delSldLayout">
        <pc:chgData name="Nádia Genebra Ahmad" userId="36126275-cace-419f-8e9b-04679c4f8ea6" providerId="ADAL" clId="{910BF22F-792C-49A4-A32C-F7BC8865264E}" dt="2022-11-24T15:50:19.307" v="0" actId="47"/>
        <pc:sldMasterMkLst>
          <pc:docMk/>
          <pc:sldMasterMk cId="3804683215" sldId="2147483648"/>
        </pc:sldMasterMkLst>
        <pc:sldLayoutChg chg="del">
          <pc:chgData name="Nádia Genebra Ahmad" userId="36126275-cace-419f-8e9b-04679c4f8ea6" providerId="ADAL" clId="{910BF22F-792C-49A4-A32C-F7BC8865264E}" dt="2022-11-24T15:50:19.307" v="0" actId="47"/>
          <pc:sldLayoutMkLst>
            <pc:docMk/>
            <pc:sldMasterMk cId="3804683215" sldId="2147483648"/>
            <pc:sldLayoutMk cId="3940589481" sldId="2147483689"/>
          </pc:sldLayoutMkLst>
        </pc:sldLayoutChg>
      </pc:sldMasterChg>
      <pc:sldMasterChg chg="del delSldLayout">
        <pc:chgData name="Nádia Genebra Ahmad" userId="36126275-cace-419f-8e9b-04679c4f8ea6" providerId="ADAL" clId="{910BF22F-792C-49A4-A32C-F7BC8865264E}" dt="2022-11-24T15:50:26.380" v="1" actId="47"/>
        <pc:sldMasterMkLst>
          <pc:docMk/>
          <pc:sldMasterMk cId="3439044603" sldId="2147483678"/>
        </pc:sldMasterMkLst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3642383350" sldId="2147483679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281052327" sldId="2147483680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2840998749" sldId="2147483681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902793163" sldId="2147483682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3736067159" sldId="2147483683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2607973248" sldId="2147483684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1780023394" sldId="2147483685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160378146" sldId="2147483686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2219466805" sldId="2147483687"/>
          </pc:sldLayoutMkLst>
        </pc:sldLayoutChg>
        <pc:sldLayoutChg chg="del">
          <pc:chgData name="Nádia Genebra Ahmad" userId="36126275-cace-419f-8e9b-04679c4f8ea6" providerId="ADAL" clId="{910BF22F-792C-49A4-A32C-F7BC8865264E}" dt="2022-11-24T15:50:26.380" v="1" actId="47"/>
          <pc:sldLayoutMkLst>
            <pc:docMk/>
            <pc:sldMasterMk cId="3439044603" sldId="2147483678"/>
            <pc:sldLayoutMk cId="3669157277" sldId="214748368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25/11/2022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25/11/2022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2243" y="1637202"/>
            <a:ext cx="1957457" cy="163005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dirty="0"/>
              <a:t>CDO</a:t>
            </a:r>
            <a:endParaRPr lang="en-US" sz="11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910374"/>
              </p:ext>
            </p:extLst>
          </p:nvPr>
        </p:nvGraphicFramePr>
        <p:xfrm>
          <a:off x="722242" y="4651439"/>
          <a:ext cx="9936400" cy="1165080"/>
        </p:xfrm>
        <a:graphic>
          <a:graphicData uri="http://schemas.openxmlformats.org/drawingml/2006/table">
            <a:tbl>
              <a:tblPr firstRow="1" firstCol="1" bandRow="1"/>
              <a:tblGrid>
                <a:gridCol w="2068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BIYR9500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 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/</a:t>
                      </a:r>
                      <a:r>
                        <a:rPr lang="en-US" sz="900" b="1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6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69 890 321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45 451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772 741 065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900" b="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*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425 035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36 093 061 168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347 395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23 028 457 175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8 953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1 229 973 638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8 903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761 297 498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900" b="0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)</a:t>
                      </a:r>
                      <a:endParaRPr lang="en-US" sz="900" b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375 526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57 882 806 898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387 889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58 263 335 666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Pessoais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*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39 922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1 780 782 381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32 551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164 607 179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900" b="1" i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900" b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900" b="1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Imóveis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5 300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1 679 522 396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1 508 387 449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711028" y="6160304"/>
            <a:ext cx="4168129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/>
              <a:t>*</a:t>
            </a:r>
            <a:r>
              <a:rPr lang="pt-BR" sz="800" dirty="0"/>
              <a:t> A granularidade utilizada para análise foi ao nivel do bem (garantia pessoal – Cliente)</a:t>
            </a: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4338190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Comparação de universo e montantes de avaliações (dados de agosto 2022):</a:t>
            </a:r>
            <a:endParaRPr lang="en-US" sz="10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200622"/>
              </p:ext>
            </p:extLst>
          </p:nvPr>
        </p:nvGraphicFramePr>
        <p:xfrm>
          <a:off x="722243" y="2202181"/>
          <a:ext cx="9936402" cy="1945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3716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9422686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</a:tblGrid>
              <a:tr h="123477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ID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Temas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1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contempladas responsabilidades/processos com bens associados e com datas de vencimento válidas. </a:t>
                      </a:r>
                      <a:r>
                        <a:rPr lang="pt-PT" sz="800" b="1" u="none" strike="noStrike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ATUALIZADO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2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Todos os titulares, utilizados atualmente como garantias pessoais, serão excluídos.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3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4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 metodologia de aprovisionamento de montantes de avaliação para fomentos à construção e IFRRUs, manter-se-á como no BIYR9500. A mesma será revista após o rácio de Novembro.</a:t>
                      </a:r>
                      <a:endParaRPr lang="pt-PT" sz="8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u="none" strike="noStrike" dirty="0">
                          <a:effectLst/>
                          <a:latin typeface="+mj-lt"/>
                        </a:rPr>
                        <a:t>5</a:t>
                      </a:r>
                      <a:endParaRPr lang="pt-PT" sz="800" b="1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O montante considerado em garantias pessoais deve ser o da responsabilidade e não o do processo. 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  <a:r>
                        <a:rPr lang="pt-PT" sz="800" b="1" u="none" strike="noStrike" dirty="0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NOVO</a:t>
                      </a:r>
                      <a:endParaRPr lang="pt-PT" sz="800" b="1" i="0" u="none" strike="noStrike" dirty="0">
                        <a:solidFill>
                          <a:srgbClr val="00B050"/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25724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u="none" strike="noStrike" dirty="0">
                          <a:effectLst/>
                          <a:latin typeface="+mj-lt"/>
                        </a:rPr>
                        <a:t>Apenas serão contemplados bens com datas de avaliação válidas. </a:t>
                      </a:r>
                      <a:r>
                        <a:rPr lang="pt-PT" sz="800" b="1" u="none" strike="noStrike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NOVO</a:t>
                      </a:r>
                      <a:endParaRPr lang="pt-PT" sz="800" b="0" i="0" u="none" strike="noStrike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78083"/>
            <a:ext cx="85111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000" dirty="0"/>
              <a:t>Temas relevantes considerados no novo modelo de garantias: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76221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Pessoais</a:t>
            </a:r>
            <a:r>
              <a:rPr lang="pt-PT" sz="1000" b="1" baseline="30000" dirty="0">
                <a:solidFill>
                  <a:schemeClr val="tx1"/>
                </a:solidFill>
              </a:rPr>
              <a:t>1 2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937869"/>
              </p:ext>
            </p:extLst>
          </p:nvPr>
        </p:nvGraphicFramePr>
        <p:xfrm>
          <a:off x="722243" y="1992456"/>
          <a:ext cx="9645107" cy="240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33 802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-280 714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2 257 263 902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2 257 263 902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303 589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293 906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20 025 003 893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27 993 111 247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-7 968 107 354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337 391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13 192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22 282 267 796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30 250 375 150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-7 968 107 354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8 785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570 090 608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94135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12 869 710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1 092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-2 901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163 229 061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10 004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-2 494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746 189 379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68 199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68 199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4 015 141 758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25 599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-2 498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1 110 709 308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-958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80 005 659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1 304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-68 834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636 829 293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96 745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-4 091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5 842 686 018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11028" y="6072469"/>
            <a:ext cx="4342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  <a:r>
              <a:rPr lang="pt-BR" sz="800" dirty="0"/>
              <a:t> e </a:t>
            </a:r>
            <a:r>
              <a:rPr lang="pt-BR" sz="800" i="1" dirty="0"/>
              <a:t>Factoring</a:t>
            </a:r>
          </a:p>
          <a:p>
            <a:r>
              <a:rPr lang="pt-BR" sz="800" dirty="0"/>
              <a:t>2. A granularidade utilizada para análise foi ao nivel do bem (garantia pessoal – Cliente)</a:t>
            </a:r>
          </a:p>
          <a:p>
            <a:r>
              <a:rPr lang="pt-BR" sz="800" dirty="0"/>
              <a:t>3. A granularidade apresentada é a do Novo Modelo de Garantias (granularidade de IC’s)</a:t>
            </a:r>
            <a:endParaRPr lang="en-US" sz="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+mj-lt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1448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Financeiras</a:t>
            </a:r>
            <a:endParaRPr 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30225"/>
              </p:ext>
            </p:extLst>
          </p:nvPr>
        </p:nvGraphicFramePr>
        <p:xfrm>
          <a:off x="722243" y="1992456"/>
          <a:ext cx="9645107" cy="204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5 175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406 729 592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406 729 592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3 687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353 879 383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346 195 648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7 683 736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8 862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760 608 975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752 925 239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7 683 736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377 663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310 860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688 523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476 975 412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48 613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24 373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477 048 398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43428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65056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Garantias Imóveis</a:t>
            </a:r>
            <a:r>
              <a:rPr lang="pt-PT" sz="1000" b="1" baseline="30000" dirty="0">
                <a:solidFill>
                  <a:schemeClr val="tx1"/>
                </a:solidFill>
              </a:rPr>
              <a:t>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402189"/>
              </p:ext>
            </p:extLst>
          </p:nvPr>
        </p:nvGraphicFramePr>
        <p:xfrm>
          <a:off x="722243" y="1992456"/>
          <a:ext cx="9645107" cy="22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205 485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24 855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40 239 470 242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40 239 470 242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-188 567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1 747 015 254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962 584 616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784 430 638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21071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78391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181 888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178 285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16 276 850 170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16 269 658 753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7 191 417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387 889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14 383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58 263 335 666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57 471 713 611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791 622 055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2)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Exclusivo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Novo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Modelo</a:t>
                      </a:r>
                      <a:r>
                        <a:rPr lang="en-US" sz="800" b="1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de </a:t>
                      </a:r>
                      <a:r>
                        <a:rPr lang="en-US" sz="800" b="1" kern="120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Garantias</a:t>
                      </a:r>
                      <a:endParaRPr lang="en-US" sz="800" b="1" kern="12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800" b="1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241 452 554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-1 267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127 710 551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41 930 182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-576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411 093 286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+mj-lt"/>
              </a:rPr>
              <a:t>*Diferenças de metodologia refletidas:</a:t>
            </a:r>
          </a:p>
          <a:p>
            <a:endParaRPr lang="pt-PT" sz="900" dirty="0">
              <a:solidFill>
                <a:schemeClr val="tx1"/>
              </a:solidFill>
              <a:latin typeface="+mj-lt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+mj-lt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+mj-lt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711028" y="6072469"/>
            <a:ext cx="43428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análise exclui o universo de </a:t>
            </a:r>
            <a:r>
              <a:rPr lang="pt-BR" sz="800" i="1" dirty="0"/>
              <a:t>Leasing</a:t>
            </a:r>
          </a:p>
          <a:p>
            <a:r>
              <a:rPr lang="pt-BR" sz="800" dirty="0"/>
              <a:t>2. A granularidade apresentada é a do Novo Modelo de Garantias (granularidade de IC’s) 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12471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3. Plano e </a:t>
            </a:r>
            <a:r>
              <a:rPr lang="es-ES" sz="2000" i="1" dirty="0"/>
              <a:t>status</a:t>
            </a:r>
            <a:r>
              <a:rPr lang="es-ES" sz="2000" dirty="0"/>
              <a:t> do </a:t>
            </a:r>
            <a:r>
              <a:rPr lang="es-ES" sz="2000" dirty="0" err="1"/>
              <a:t>projeto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</a:rPr>
              <a:t>3.3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</a:rPr>
              <a:t>Quadro Resumo de Controlos e Resultados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</a:t>
            </a:r>
            <a:r>
              <a:rPr lang="pt-PT" sz="1000" b="1" dirty="0">
                <a:solidFill>
                  <a:schemeClr val="tx1"/>
                </a:solidFill>
              </a:rPr>
              <a:t> Imóveis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345772"/>
              </p:ext>
            </p:extLst>
          </p:nvPr>
        </p:nvGraphicFramePr>
        <p:xfrm>
          <a:off x="722243" y="1992456"/>
          <a:ext cx="9645107" cy="168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 1)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Comum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3 973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1 490 843 247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1 490 843 247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15 954 578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17 899 691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-1 945 113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1 506 797 825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1 508 742 938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-1 945 113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1 589 624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1 589 624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60 754 871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110 024 587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2523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110 024 587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3" y="4001414"/>
            <a:ext cx="1957457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 dirty="0">
                <a:solidFill>
                  <a:schemeClr val="tx1"/>
                </a:solidFill>
              </a:rPr>
              <a:t>Leasing </a:t>
            </a:r>
            <a:r>
              <a:rPr lang="pt-PT" sz="1000" b="1" dirty="0">
                <a:solidFill>
                  <a:schemeClr val="tx1"/>
                </a:solidFill>
              </a:rPr>
              <a:t>Pessoais</a:t>
            </a:r>
            <a:r>
              <a:rPr lang="pt-PT" sz="1000" b="1" baseline="30000" dirty="0">
                <a:solidFill>
                  <a:schemeClr val="tx1"/>
                </a:solidFill>
              </a:rPr>
              <a:t> 1</a:t>
            </a:r>
            <a:endParaRPr lang="en-US" sz="1000" b="1" baseline="30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452165"/>
              </p:ext>
            </p:extLst>
          </p:nvPr>
        </p:nvGraphicFramePr>
        <p:xfrm>
          <a:off x="722243" y="4370854"/>
          <a:ext cx="9645107" cy="1323840"/>
        </p:xfrm>
        <a:graphic>
          <a:graphicData uri="http://schemas.openxmlformats.org/drawingml/2006/table">
            <a:tbl>
              <a:tblPr firstRow="1" firstCol="1" bandRow="1"/>
              <a:tblGrid>
                <a:gridCol w="1864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6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9479426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800" b="1" baseline="30000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800" b="1" i="1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∆ Follow up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800" b="1" noProof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1)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Universo</a:t>
                      </a:r>
                      <a:r>
                        <a:rPr lang="en-US" sz="800" b="1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 </a:t>
                      </a:r>
                      <a:r>
                        <a:rPr lang="en-US" sz="800" b="1" kern="12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+mn-cs"/>
                        </a:rPr>
                        <a:t>Comum</a:t>
                      </a:r>
                      <a:endParaRPr lang="en-US" sz="800" b="1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164 210 681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1 637 636 926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-1 473 426 245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32 529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164 210 681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1 637 636 926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-1 473 426 245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396 499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396 499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800" b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7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143 145 455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7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7 393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n/a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en-US" sz="800" dirty="0">
                        <a:effectLst/>
                        <a:latin typeface="+mj-lt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143 145 455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4285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/>
              <a:t>1. A granularidade utilizada para análise foi ao nivel do bem (garantia pessoal – Cliente)</a:t>
            </a:r>
          </a:p>
          <a:p>
            <a:r>
              <a:rPr lang="pt-BR" sz="800" dirty="0"/>
              <a:t>2. A granularidade apresentada é a do Novo Modelo de Garantias (granularidade de IC’s)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7698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5" ma:contentTypeDescription="Create a new document." ma:contentTypeScope="" ma:versionID="227ef61e06442c04571c71c62bc066b5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664ccac259a9ef08632df25fa10eaa8b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B6808E-2F30-4A3E-86D7-9BE6F24DF713}">
  <ds:schemaRefs>
    <ds:schemaRef ds:uri="621ea064-9f67-4017-b065-3d285bfa18a7"/>
    <ds:schemaRef ds:uri="7beef631-8f1e-4c1a-be60-1d5dcae54e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D5EC9AB-B367-4FFC-AAE9-E4B09C9E09DF}"/>
</file>

<file path=docProps/app.xml><?xml version="1.0" encoding="utf-8"?>
<Properties xmlns="http://schemas.openxmlformats.org/officeDocument/2006/extended-properties" xmlns:vt="http://schemas.openxmlformats.org/officeDocument/2006/docPropsVTypes">
  <TotalTime>3675</TotalTime>
  <Words>1424</Words>
  <Application>Microsoft Office PowerPoint</Application>
  <PresentationFormat>Custom</PresentationFormat>
  <Paragraphs>437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Times New Roman</vt:lpstr>
      <vt:lpstr>Wingdings</vt:lpstr>
      <vt:lpstr>Tema de Office</vt:lpstr>
      <vt:lpstr>1_Tema de Office</vt:lpstr>
      <vt:lpstr>3.3</vt:lpstr>
      <vt:lpstr>3.3</vt:lpstr>
      <vt:lpstr>3.3</vt:lpstr>
      <vt:lpstr>3.3</vt:lpstr>
      <vt:lpstr>3.3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158</cp:revision>
  <dcterms:created xsi:type="dcterms:W3CDTF">2018-03-19T11:10:43Z</dcterms:created>
  <dcterms:modified xsi:type="dcterms:W3CDTF">2022-11-25T11:47:29Z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2022-11-25T09:32:59Z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53e3e866-1bc8-4da4-b2ba-2cbc097fbdc7</vt:lpwstr>
  </property>
  <property fmtid="{D5CDD505-2E9C-101B-9397-08002B2CF9AE}" pid="10" name="MSIP_Label_3c41c091-3cbc-4dba-8b59-ce62f19500db_ContentBits">
    <vt:lpwstr>1</vt:lpwstr>
  </property>
</Properties>
</file>