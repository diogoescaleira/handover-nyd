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13"/>
  </p:notesMasterIdLst>
  <p:handoutMasterIdLst>
    <p:handoutMasterId r:id="rId14"/>
  </p:handoutMasterIdLst>
  <p:sldIdLst>
    <p:sldId id="331" r:id="rId6"/>
    <p:sldId id="338" r:id="rId7"/>
    <p:sldId id="332" r:id="rId8"/>
    <p:sldId id="333" r:id="rId9"/>
    <p:sldId id="334" r:id="rId10"/>
    <p:sldId id="335" r:id="rId11"/>
    <p:sldId id="337" r:id="rId12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46BB9A7-573F-48DC-B429-02CEC7A84303}">
          <p14:sldIdLst>
            <p14:sldId id="331"/>
            <p14:sldId id="338"/>
            <p14:sldId id="332"/>
            <p14:sldId id="333"/>
            <p14:sldId id="334"/>
            <p14:sldId id="335"/>
            <p14:sldId id="3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4D6"/>
    <a:srgbClr val="B7ABA4"/>
    <a:srgbClr val="E0F1E1"/>
    <a:srgbClr val="FF7575"/>
    <a:srgbClr val="C00000"/>
    <a:srgbClr val="3B3838"/>
    <a:srgbClr val="9ECFDE"/>
    <a:srgbClr val="7F7F7F"/>
    <a:srgbClr val="D9D9D9"/>
    <a:srgbClr val="138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B686B-8A00-4015-82AC-85EDF2E7838E}" v="213" dt="2022-12-22T10:53:34.301"/>
    <p1510:client id="{F1684632-5A0D-4DDE-A80B-CEA06431E119}" v="278" vWet="282" dt="2022-12-22T10:26:38.1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-256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F1684632-5A0D-4DDE-A80B-CEA06431E119}"/>
    <pc:docChg chg="undo custSel addSld modSld modSection">
      <pc:chgData name="Nádia Genebra Ahmad" userId="36126275-cace-419f-8e9b-04679c4f8ea6" providerId="ADAL" clId="{F1684632-5A0D-4DDE-A80B-CEA06431E119}" dt="2022-12-22T10:22:30.869" v="270" actId="20577"/>
      <pc:docMkLst>
        <pc:docMk/>
      </pc:docMkLst>
      <pc:sldChg chg="addSp delSp modSp mod">
        <pc:chgData name="Nádia Genebra Ahmad" userId="36126275-cace-419f-8e9b-04679c4f8ea6" providerId="ADAL" clId="{F1684632-5A0D-4DDE-A80B-CEA06431E119}" dt="2022-12-22T10:22:30.869" v="270" actId="20577"/>
        <pc:sldMkLst>
          <pc:docMk/>
          <pc:sldMk cId="2511839246" sldId="331"/>
        </pc:sldMkLst>
        <pc:spChg chg="add mod">
          <ac:chgData name="Nádia Genebra Ahmad" userId="36126275-cace-419f-8e9b-04679c4f8ea6" providerId="ADAL" clId="{F1684632-5A0D-4DDE-A80B-CEA06431E119}" dt="2022-12-22T10:00:29.163" v="120"/>
          <ac:spMkLst>
            <pc:docMk/>
            <pc:sldMk cId="2511839246" sldId="331"/>
            <ac:spMk id="2" creationId="{8253D2F7-582B-9495-0091-F9EDA507B97C}"/>
          </ac:spMkLst>
        </pc:spChg>
        <pc:spChg chg="del">
          <ac:chgData name="Nádia Genebra Ahmad" userId="36126275-cace-419f-8e9b-04679c4f8ea6" providerId="ADAL" clId="{F1684632-5A0D-4DDE-A80B-CEA06431E119}" dt="2022-12-22T09:38:50.779" v="1" actId="478"/>
          <ac:spMkLst>
            <pc:docMk/>
            <pc:sldMk cId="2511839246" sldId="331"/>
            <ac:spMk id="11" creationId="{00000000-0000-0000-0000-000000000000}"/>
          </ac:spMkLst>
        </pc:spChg>
        <pc:spChg chg="del">
          <ac:chgData name="Nádia Genebra Ahmad" userId="36126275-cace-419f-8e9b-04679c4f8ea6" providerId="ADAL" clId="{F1684632-5A0D-4DDE-A80B-CEA06431E119}" dt="2022-12-22T09:38:50.779" v="1" actId="478"/>
          <ac:spMkLst>
            <pc:docMk/>
            <pc:sldMk cId="2511839246" sldId="331"/>
            <ac:spMk id="12" creationId="{00000000-0000-0000-0000-000000000000}"/>
          </ac:spMkLst>
        </pc:spChg>
        <pc:graphicFrameChg chg="mod modGraphic">
          <ac:chgData name="Nádia Genebra Ahmad" userId="36126275-cace-419f-8e9b-04679c4f8ea6" providerId="ADAL" clId="{F1684632-5A0D-4DDE-A80B-CEA06431E119}" dt="2022-12-22T10:22:30.869" v="270" actId="20577"/>
          <ac:graphicFrameMkLst>
            <pc:docMk/>
            <pc:sldMk cId="2511839246" sldId="331"/>
            <ac:graphicFrameMk id="8" creationId="{DF17E78E-41EA-4899-8FEE-94E9E4145CC9}"/>
          </ac:graphicFrameMkLst>
        </pc:graphicFrameChg>
        <pc:graphicFrameChg chg="del">
          <ac:chgData name="Nádia Genebra Ahmad" userId="36126275-cace-419f-8e9b-04679c4f8ea6" providerId="ADAL" clId="{F1684632-5A0D-4DDE-A80B-CEA06431E119}" dt="2022-12-22T09:38:50.779" v="1" actId="478"/>
          <ac:graphicFrameMkLst>
            <pc:docMk/>
            <pc:sldMk cId="2511839246" sldId="331"/>
            <ac:graphicFrameMk id="9" creationId="{00000000-0000-0000-0000-000000000000}"/>
          </ac:graphicFrameMkLst>
        </pc:graphicFrameChg>
      </pc:sldChg>
      <pc:sldChg chg="modSp mod">
        <pc:chgData name="Nádia Genebra Ahmad" userId="36126275-cace-419f-8e9b-04679c4f8ea6" providerId="ADAL" clId="{F1684632-5A0D-4DDE-A80B-CEA06431E119}" dt="2022-12-22T10:12:49.408" v="178" actId="115"/>
        <pc:sldMkLst>
          <pc:docMk/>
          <pc:sldMk cId="3960319929" sldId="333"/>
        </pc:sldMkLst>
        <pc:spChg chg="mod">
          <ac:chgData name="Nádia Genebra Ahmad" userId="36126275-cace-419f-8e9b-04679c4f8ea6" providerId="ADAL" clId="{F1684632-5A0D-4DDE-A80B-CEA06431E119}" dt="2022-12-22T10:12:49.408" v="178" actId="115"/>
          <ac:spMkLst>
            <pc:docMk/>
            <pc:sldMk cId="3960319929" sldId="333"/>
            <ac:spMk id="2" creationId="{D9B12163-7231-98A4-752B-C91842F7088D}"/>
          </ac:spMkLst>
        </pc:spChg>
      </pc:sldChg>
      <pc:sldChg chg="addSp delSp modSp add mod">
        <pc:chgData name="Nádia Genebra Ahmad" userId="36126275-cace-419f-8e9b-04679c4f8ea6" providerId="ADAL" clId="{F1684632-5A0D-4DDE-A80B-CEA06431E119}" dt="2022-12-22T09:40:52.227" v="104" actId="1035"/>
        <pc:sldMkLst>
          <pc:docMk/>
          <pc:sldMk cId="1865004159" sldId="338"/>
        </pc:sldMkLst>
        <pc:spChg chg="add del mod topLvl">
          <ac:chgData name="Nádia Genebra Ahmad" userId="36126275-cace-419f-8e9b-04679c4f8ea6" providerId="ADAL" clId="{F1684632-5A0D-4DDE-A80B-CEA06431E119}" dt="2022-12-22T09:40:47.219" v="66" actId="478"/>
          <ac:spMkLst>
            <pc:docMk/>
            <pc:sldMk cId="1865004159" sldId="338"/>
            <ac:spMk id="2" creationId="{A1EE33A5-F5A2-21EA-0F05-700E4B8531B8}"/>
          </ac:spMkLst>
        </pc:spChg>
        <pc:spChg chg="mod topLvl">
          <ac:chgData name="Nádia Genebra Ahmad" userId="36126275-cace-419f-8e9b-04679c4f8ea6" providerId="ADAL" clId="{F1684632-5A0D-4DDE-A80B-CEA06431E119}" dt="2022-12-22T09:40:44.709" v="65" actId="554"/>
          <ac:spMkLst>
            <pc:docMk/>
            <pc:sldMk cId="1865004159" sldId="338"/>
            <ac:spMk id="12" creationId="{00000000-0000-0000-0000-000000000000}"/>
          </ac:spMkLst>
        </pc:spChg>
        <pc:spChg chg="del">
          <ac:chgData name="Nádia Genebra Ahmad" userId="36126275-cace-419f-8e9b-04679c4f8ea6" providerId="ADAL" clId="{F1684632-5A0D-4DDE-A80B-CEA06431E119}" dt="2022-12-22T09:38:56.729" v="2" actId="478"/>
          <ac:spMkLst>
            <pc:docMk/>
            <pc:sldMk cId="1865004159" sldId="338"/>
            <ac:spMk id="16" creationId="{5E391C80-8503-526C-1599-9EAA37A0065B}"/>
          </ac:spMkLst>
        </pc:spChg>
        <pc:grpChg chg="add del mod">
          <ac:chgData name="Nádia Genebra Ahmad" userId="36126275-cace-419f-8e9b-04679c4f8ea6" providerId="ADAL" clId="{F1684632-5A0D-4DDE-A80B-CEA06431E119}" dt="2022-12-22T09:40:39.700" v="64" actId="165"/>
          <ac:grpSpMkLst>
            <pc:docMk/>
            <pc:sldMk cId="1865004159" sldId="338"/>
            <ac:grpSpMk id="4" creationId="{7710C70E-2116-6D44-CB10-33C06A64084C}"/>
          </ac:grpSpMkLst>
        </pc:grpChg>
        <pc:graphicFrameChg chg="del">
          <ac:chgData name="Nádia Genebra Ahmad" userId="36126275-cace-419f-8e9b-04679c4f8ea6" providerId="ADAL" clId="{F1684632-5A0D-4DDE-A80B-CEA06431E119}" dt="2022-12-22T09:38:56.729" v="2" actId="478"/>
          <ac:graphicFrameMkLst>
            <pc:docMk/>
            <pc:sldMk cId="1865004159" sldId="338"/>
            <ac:graphicFrameMk id="8" creationId="{DF17E78E-41EA-4899-8FEE-94E9E4145CC9}"/>
          </ac:graphicFrameMkLst>
        </pc:graphicFrameChg>
        <pc:graphicFrameChg chg="mod">
          <ac:chgData name="Nádia Genebra Ahmad" userId="36126275-cace-419f-8e9b-04679c4f8ea6" providerId="ADAL" clId="{F1684632-5A0D-4DDE-A80B-CEA06431E119}" dt="2022-12-22T09:40:52.227" v="104" actId="1035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</pc:docChg>
  </pc:docChgLst>
  <pc:docChgLst>
    <pc:chgData name="Marharyta Synchak" userId="18542655-04ec-4b42-8aad-fd81f81ee43b" providerId="ADAL" clId="{C68B686B-8A00-4015-82AC-85EDF2E7838E}"/>
    <pc:docChg chg="undo custSel addSld delSld modSld sldOrd delMainMaster delSection modSection">
      <pc:chgData name="Marharyta Synchak" userId="18542655-04ec-4b42-8aad-fd81f81ee43b" providerId="ADAL" clId="{C68B686B-8A00-4015-82AC-85EDF2E7838E}" dt="2022-12-22T10:53:34.302" v="682" actId="17851"/>
      <pc:docMkLst>
        <pc:docMk/>
      </pc:docMkLst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1125657622" sldId="256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005498502" sldId="267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850796119" sldId="268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2710188691" sldId="269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4198064318" sldId="28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1048031411" sldId="28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2615993555" sldId="29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4215426283" sldId="306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3648791960" sldId="307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2897991740" sldId="31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853539714" sldId="320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349553966" sldId="321"/>
        </pc:sldMkLst>
      </pc:sldChg>
      <pc:sldChg chg="del">
        <pc:chgData name="Marharyta Synchak" userId="18542655-04ec-4b42-8aad-fd81f81ee43b" providerId="ADAL" clId="{C68B686B-8A00-4015-82AC-85EDF2E7838E}" dt="2022-12-22T09:30:27.488" v="503" actId="47"/>
        <pc:sldMkLst>
          <pc:docMk/>
          <pc:sldMk cId="3444156174" sldId="322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757026652" sldId="324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36012540" sldId="325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1184307580" sldId="326"/>
        </pc:sldMkLst>
      </pc:sldChg>
      <pc:sldChg chg="del">
        <pc:chgData name="Marharyta Synchak" userId="18542655-04ec-4b42-8aad-fd81f81ee43b" providerId="ADAL" clId="{C68B686B-8A00-4015-82AC-85EDF2E7838E}" dt="2022-12-22T09:30:33.033" v="504" actId="47"/>
        <pc:sldMkLst>
          <pc:docMk/>
          <pc:sldMk cId="326973016" sldId="330"/>
        </pc:sldMkLst>
      </pc:sldChg>
      <pc:sldChg chg="modSp">
        <pc:chgData name="Marharyta Synchak" userId="18542655-04ec-4b42-8aad-fd81f81ee43b" providerId="ADAL" clId="{C68B686B-8A00-4015-82AC-85EDF2E7838E}" dt="2022-12-21T23:25:16.263" v="501" actId="572"/>
        <pc:sldMkLst>
          <pc:docMk/>
          <pc:sldMk cId="3667396156" sldId="332"/>
        </pc:sldMkLst>
        <pc:graphicFrameChg chg="mod">
          <ac:chgData name="Marharyta Synchak" userId="18542655-04ec-4b42-8aad-fd81f81ee43b" providerId="ADAL" clId="{C68B686B-8A00-4015-82AC-85EDF2E7838E}" dt="2022-12-21T23:25:16.263" v="501" actId="572"/>
          <ac:graphicFrameMkLst>
            <pc:docMk/>
            <pc:sldMk cId="3667396156" sldId="332"/>
            <ac:graphicFrameMk id="14" creationId="{00000000-0000-0000-0000-000000000000}"/>
          </ac:graphicFrameMkLst>
        </pc:graphicFrameChg>
      </pc:sldChg>
      <pc:sldChg chg="modSp mod">
        <pc:chgData name="Marharyta Synchak" userId="18542655-04ec-4b42-8aad-fd81f81ee43b" providerId="ADAL" clId="{C68B686B-8A00-4015-82AC-85EDF2E7838E}" dt="2022-12-22T10:29:56.656" v="542" actId="207"/>
        <pc:sldMkLst>
          <pc:docMk/>
          <pc:sldMk cId="3960319929" sldId="333"/>
        </pc:sldMkLst>
        <pc:graphicFrameChg chg="modGraphic">
          <ac:chgData name="Marharyta Synchak" userId="18542655-04ec-4b42-8aad-fd81f81ee43b" providerId="ADAL" clId="{C68B686B-8A00-4015-82AC-85EDF2E7838E}" dt="2022-12-22T10:29:56.656" v="542" actId="207"/>
          <ac:graphicFrameMkLst>
            <pc:docMk/>
            <pc:sldMk cId="3960319929" sldId="333"/>
            <ac:graphicFrameMk id="20" creationId="{3DBE921F-5189-2684-9605-7881F2DD0E5E}"/>
          </ac:graphicFrameMkLst>
        </pc:graphicFrameChg>
      </pc:sldChg>
      <pc:sldChg chg="modSp mod">
        <pc:chgData name="Marharyta Synchak" userId="18542655-04ec-4b42-8aad-fd81f81ee43b" providerId="ADAL" clId="{C68B686B-8A00-4015-82AC-85EDF2E7838E}" dt="2022-12-22T10:29:36.047" v="538" actId="207"/>
        <pc:sldMkLst>
          <pc:docMk/>
          <pc:sldMk cId="1984871019" sldId="334"/>
        </pc:sldMkLst>
        <pc:spChg chg="mod">
          <ac:chgData name="Marharyta Synchak" userId="18542655-04ec-4b42-8aad-fd81f81ee43b" providerId="ADAL" clId="{C68B686B-8A00-4015-82AC-85EDF2E7838E}" dt="2022-12-22T10:29:07.996" v="536" actId="20577"/>
          <ac:spMkLst>
            <pc:docMk/>
            <pc:sldMk cId="1984871019" sldId="334"/>
            <ac:spMk id="7" creationId="{73A208F6-5AB8-A553-3145-F5362921AE62}"/>
          </ac:spMkLst>
        </pc:spChg>
        <pc:graphicFrameChg chg="mod modGraphic">
          <ac:chgData name="Marharyta Synchak" userId="18542655-04ec-4b42-8aad-fd81f81ee43b" providerId="ADAL" clId="{C68B686B-8A00-4015-82AC-85EDF2E7838E}" dt="2022-12-22T10:29:36.047" v="538" actId="207"/>
          <ac:graphicFrameMkLst>
            <pc:docMk/>
            <pc:sldMk cId="1984871019" sldId="334"/>
            <ac:graphicFrameMk id="20" creationId="{94EF0D11-64A1-95A7-5896-603B980711CC}"/>
          </ac:graphicFrameMkLst>
        </pc:graphicFrameChg>
      </pc:sldChg>
      <pc:sldChg chg="modSp mod ord">
        <pc:chgData name="Marharyta Synchak" userId="18542655-04ec-4b42-8aad-fd81f81ee43b" providerId="ADAL" clId="{C68B686B-8A00-4015-82AC-85EDF2E7838E}" dt="2022-12-22T10:45:16.062" v="591" actId="20577"/>
        <pc:sldMkLst>
          <pc:docMk/>
          <pc:sldMk cId="2656608788" sldId="335"/>
        </pc:sldMkLst>
        <pc:graphicFrameChg chg="mod modGraphic">
          <ac:chgData name="Marharyta Synchak" userId="18542655-04ec-4b42-8aad-fd81f81ee43b" providerId="ADAL" clId="{C68B686B-8A00-4015-82AC-85EDF2E7838E}" dt="2022-12-22T10:45:16.062" v="591" actId="20577"/>
          <ac:graphicFrameMkLst>
            <pc:docMk/>
            <pc:sldMk cId="2656608788" sldId="335"/>
            <ac:graphicFrameMk id="2" creationId="{909F8BDE-9239-AD09-EF31-CC46E4FB8645}"/>
          </ac:graphicFrameMkLst>
        </pc:graphicFrameChg>
        <pc:graphicFrameChg chg="mod modGraphic">
          <ac:chgData name="Marharyta Synchak" userId="18542655-04ec-4b42-8aad-fd81f81ee43b" providerId="ADAL" clId="{C68B686B-8A00-4015-82AC-85EDF2E7838E}" dt="2022-12-22T10:33:52.263" v="558" actId="113"/>
          <ac:graphicFrameMkLst>
            <pc:docMk/>
            <pc:sldMk cId="2656608788" sldId="335"/>
            <ac:graphicFrameMk id="6" creationId="{CAB80F0A-E11B-61FA-EFAD-1E764024BFDF}"/>
          </ac:graphicFrameMkLst>
        </pc:graphicFrameChg>
      </pc:sldChg>
      <pc:sldChg chg="addSp delSp modSp del mod ord">
        <pc:chgData name="Marharyta Synchak" userId="18542655-04ec-4b42-8aad-fd81f81ee43b" providerId="ADAL" clId="{C68B686B-8A00-4015-82AC-85EDF2E7838E}" dt="2022-12-21T23:22:17.079" v="468" actId="2696"/>
        <pc:sldMkLst>
          <pc:docMk/>
          <pc:sldMk cId="2971637634" sldId="336"/>
        </pc:sldMkLst>
        <pc:graphicFrameChg chg="del modGraphic">
          <ac:chgData name="Marharyta Synchak" userId="18542655-04ec-4b42-8aad-fd81f81ee43b" providerId="ADAL" clId="{C68B686B-8A00-4015-82AC-85EDF2E7838E}" dt="2022-12-21T22:59:19.379" v="21" actId="478"/>
          <ac:graphicFrameMkLst>
            <pc:docMk/>
            <pc:sldMk cId="2971637634" sldId="336"/>
            <ac:graphicFrameMk id="9" creationId="{C9BD9C71-3485-4DF5-ABFB-008415C21D29}"/>
          </ac:graphicFrameMkLst>
        </pc:graphicFrameChg>
        <pc:graphicFrameChg chg="add del mod">
          <ac:chgData name="Marharyta Synchak" userId="18542655-04ec-4b42-8aad-fd81f81ee43b" providerId="ADAL" clId="{C68B686B-8A00-4015-82AC-85EDF2E7838E}" dt="2022-12-21T23:03:10.366" v="49" actId="478"/>
          <ac:graphicFrameMkLst>
            <pc:docMk/>
            <pc:sldMk cId="2971637634" sldId="336"/>
            <ac:graphicFrameMk id="10" creationId="{736D4E1A-7B6A-4B8B-82AA-4840B91AEADF}"/>
          </ac:graphicFrameMkLst>
        </pc:graphicFrameChg>
        <pc:graphicFrameChg chg="add del mod">
          <ac:chgData name="Marharyta Synchak" userId="18542655-04ec-4b42-8aad-fd81f81ee43b" providerId="ADAL" clId="{C68B686B-8A00-4015-82AC-85EDF2E7838E}" dt="2022-12-21T23:08:25.494" v="146" actId="478"/>
          <ac:graphicFrameMkLst>
            <pc:docMk/>
            <pc:sldMk cId="2971637634" sldId="336"/>
            <ac:graphicFrameMk id="11" creationId="{59076D8A-946F-40CC-A549-F559498DB676}"/>
          </ac:graphicFrameMkLst>
        </pc:graphicFrameChg>
        <pc:graphicFrameChg chg="add mod modGraphic">
          <ac:chgData name="Marharyta Synchak" userId="18542655-04ec-4b42-8aad-fd81f81ee43b" providerId="ADAL" clId="{C68B686B-8A00-4015-82AC-85EDF2E7838E}" dt="2022-12-21T23:08:40.039" v="148" actId="2166"/>
          <ac:graphicFrameMkLst>
            <pc:docMk/>
            <pc:sldMk cId="2971637634" sldId="336"/>
            <ac:graphicFrameMk id="12" creationId="{36B49EA3-9A2E-4F1A-8B72-E4A7AD3BAFAE}"/>
          </ac:graphicFrameMkLst>
        </pc:graphicFrameChg>
      </pc:sldChg>
      <pc:sldChg chg="modSp add mod ord">
        <pc:chgData name="Marharyta Synchak" userId="18542655-04ec-4b42-8aad-fd81f81ee43b" providerId="ADAL" clId="{C68B686B-8A00-4015-82AC-85EDF2E7838E}" dt="2022-12-22T10:52:12.192" v="680" actId="20577"/>
        <pc:sldMkLst>
          <pc:docMk/>
          <pc:sldMk cId="4197686812" sldId="337"/>
        </pc:sldMkLst>
        <pc:spChg chg="mod">
          <ac:chgData name="Marharyta Synchak" userId="18542655-04ec-4b42-8aad-fd81f81ee43b" providerId="ADAL" clId="{C68B686B-8A00-4015-82AC-85EDF2E7838E}" dt="2022-12-21T23:19:18.464" v="417" actId="20577"/>
          <ac:spMkLst>
            <pc:docMk/>
            <pc:sldMk cId="4197686812" sldId="337"/>
            <ac:spMk id="7" creationId="{6AAF56CD-ED3D-EFF2-896B-D465D8A8C9A8}"/>
          </ac:spMkLst>
        </pc:spChg>
        <pc:spChg chg="mod">
          <ac:chgData name="Marharyta Synchak" userId="18542655-04ec-4b42-8aad-fd81f81ee43b" providerId="ADAL" clId="{C68B686B-8A00-4015-82AC-85EDF2E7838E}" dt="2022-12-22T10:52:12.192" v="680" actId="20577"/>
          <ac:spMkLst>
            <pc:docMk/>
            <pc:sldMk cId="4197686812" sldId="337"/>
            <ac:spMk id="13" creationId="{00000000-0000-0000-0000-000000000000}"/>
          </ac:spMkLst>
        </pc:spChg>
        <pc:spChg chg="mod">
          <ac:chgData name="Marharyta Synchak" userId="18542655-04ec-4b42-8aad-fd81f81ee43b" providerId="ADAL" clId="{C68B686B-8A00-4015-82AC-85EDF2E7838E}" dt="2022-12-21T23:22:39.989" v="487" actId="20577"/>
          <ac:spMkLst>
            <pc:docMk/>
            <pc:sldMk cId="4197686812" sldId="337"/>
            <ac:spMk id="15" creationId="{00000000-0000-0000-0000-000000000000}"/>
          </ac:spMkLst>
        </pc:spChg>
        <pc:graphicFrameChg chg="mod modGraphic">
          <ac:chgData name="Marharyta Synchak" userId="18542655-04ec-4b42-8aad-fd81f81ee43b" providerId="ADAL" clId="{C68B686B-8A00-4015-82AC-85EDF2E7838E}" dt="2022-12-22T10:51:33.895" v="654" actId="20577"/>
          <ac:graphicFrameMkLst>
            <pc:docMk/>
            <pc:sldMk cId="4197686812" sldId="337"/>
            <ac:graphicFrameMk id="14" creationId="{00000000-0000-0000-0000-000000000000}"/>
          </ac:graphicFrameMkLst>
        </pc:graphicFrameChg>
      </pc:sldChg>
      <pc:sldChg chg="modSp mod">
        <pc:chgData name="Marharyta Synchak" userId="18542655-04ec-4b42-8aad-fd81f81ee43b" providerId="ADAL" clId="{C68B686B-8A00-4015-82AC-85EDF2E7838E}" dt="2022-12-22T10:40:59.570" v="571" actId="20577"/>
        <pc:sldMkLst>
          <pc:docMk/>
          <pc:sldMk cId="1865004159" sldId="338"/>
        </pc:sldMkLst>
        <pc:graphicFrameChg chg="mod modGraphic">
          <ac:chgData name="Marharyta Synchak" userId="18542655-04ec-4b42-8aad-fd81f81ee43b" providerId="ADAL" clId="{C68B686B-8A00-4015-82AC-85EDF2E7838E}" dt="2022-12-22T10:40:59.570" v="571" actId="20577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  <pc:sldChg chg="addSp modSp new del mod">
        <pc:chgData name="Marharyta Synchak" userId="18542655-04ec-4b42-8aad-fd81f81ee43b" providerId="ADAL" clId="{C68B686B-8A00-4015-82AC-85EDF2E7838E}" dt="2022-12-22T10:34:02.045" v="559" actId="2696"/>
        <pc:sldMkLst>
          <pc:docMk/>
          <pc:sldMk cId="827458218" sldId="339"/>
        </pc:sldMkLst>
        <pc:graphicFrameChg chg="add mod">
          <ac:chgData name="Marharyta Synchak" userId="18542655-04ec-4b42-8aad-fd81f81ee43b" providerId="ADAL" clId="{C68B686B-8A00-4015-82AC-85EDF2E7838E}" dt="2022-12-22T10:32:30.577" v="546" actId="1076"/>
          <ac:graphicFrameMkLst>
            <pc:docMk/>
            <pc:sldMk cId="827458218" sldId="339"/>
            <ac:graphicFrameMk id="6" creationId="{05F1B40E-8ED2-414A-AB96-3C8A63B816D1}"/>
          </ac:graphicFrameMkLst>
        </pc:graphicFrameChg>
      </pc:sldChg>
      <pc:sldChg chg="addSp delSp modSp new del mod">
        <pc:chgData name="Marharyta Synchak" userId="18542655-04ec-4b42-8aad-fd81f81ee43b" providerId="ADAL" clId="{C68B686B-8A00-4015-82AC-85EDF2E7838E}" dt="2022-12-22T10:27:35.776" v="520" actId="2696"/>
        <pc:sldMkLst>
          <pc:docMk/>
          <pc:sldMk cId="1724204888" sldId="339"/>
        </pc:sldMkLst>
        <pc:spChg chg="del">
          <ac:chgData name="Marharyta Synchak" userId="18542655-04ec-4b42-8aad-fd81f81ee43b" providerId="ADAL" clId="{C68B686B-8A00-4015-82AC-85EDF2E7838E}" dt="2022-12-22T10:26:41.908" v="514" actId="478"/>
          <ac:spMkLst>
            <pc:docMk/>
            <pc:sldMk cId="1724204888" sldId="339"/>
            <ac:spMk id="2" creationId="{BA94FB2A-D969-4805-9CC8-A1C3E89C7345}"/>
          </ac:spMkLst>
        </pc:spChg>
        <pc:spChg chg="del">
          <ac:chgData name="Marharyta Synchak" userId="18542655-04ec-4b42-8aad-fd81f81ee43b" providerId="ADAL" clId="{C68B686B-8A00-4015-82AC-85EDF2E7838E}" dt="2022-12-22T10:26:40.146" v="513" actId="478"/>
          <ac:spMkLst>
            <pc:docMk/>
            <pc:sldMk cId="1724204888" sldId="339"/>
            <ac:spMk id="4" creationId="{14025BAB-7779-414F-B3AD-A30427BD3AB9}"/>
          </ac:spMkLst>
        </pc:spChg>
        <pc:spChg chg="del">
          <ac:chgData name="Marharyta Synchak" userId="18542655-04ec-4b42-8aad-fd81f81ee43b" providerId="ADAL" clId="{C68B686B-8A00-4015-82AC-85EDF2E7838E}" dt="2022-12-22T10:26:43.648" v="515" actId="478"/>
          <ac:spMkLst>
            <pc:docMk/>
            <pc:sldMk cId="1724204888" sldId="339"/>
            <ac:spMk id="5" creationId="{DDBF2597-C3F6-44C5-A618-F8CD8A8F6BB0}"/>
          </ac:spMkLst>
        </pc:spChg>
        <pc:graphicFrameChg chg="add mod modGraphic">
          <ac:chgData name="Marharyta Synchak" userId="18542655-04ec-4b42-8aad-fd81f81ee43b" providerId="ADAL" clId="{C68B686B-8A00-4015-82AC-85EDF2E7838E}" dt="2022-12-22T10:27:05.159" v="518" actId="2166"/>
          <ac:graphicFrameMkLst>
            <pc:docMk/>
            <pc:sldMk cId="1724204888" sldId="339"/>
            <ac:graphicFrameMk id="6" creationId="{F35ADDCB-39B1-4E28-81A3-74A28CE72861}"/>
          </ac:graphicFrameMkLst>
        </pc:graphicFrameChg>
      </pc:sldChg>
      <pc:sldMasterChg chg="delSldLayout">
        <pc:chgData name="Marharyta Synchak" userId="18542655-04ec-4b42-8aad-fd81f81ee43b" providerId="ADAL" clId="{C68B686B-8A00-4015-82AC-85EDF2E7838E}" dt="2022-12-22T09:30:27.488" v="503" actId="47"/>
        <pc:sldMasterMkLst>
          <pc:docMk/>
          <pc:sldMasterMk cId="3804683215" sldId="2147483648"/>
        </pc:sldMasterMkLst>
        <pc:sldLayoutChg chg="del">
          <pc:chgData name="Marharyta Synchak" userId="18542655-04ec-4b42-8aad-fd81f81ee43b" providerId="ADAL" clId="{C68B686B-8A00-4015-82AC-85EDF2E7838E}" dt="2022-12-22T09:30:27.488" v="503" actId="47"/>
          <pc:sldLayoutMkLst>
            <pc:docMk/>
            <pc:sldMasterMk cId="3804683215" sldId="2147483648"/>
            <pc:sldLayoutMk cId="3940589481" sldId="2147483689"/>
          </pc:sldLayoutMkLst>
        </pc:sldLayoutChg>
      </pc:sldMasterChg>
      <pc:sldMasterChg chg="del delSldLayout">
        <pc:chgData name="Marharyta Synchak" userId="18542655-04ec-4b42-8aad-fd81f81ee43b" providerId="ADAL" clId="{C68B686B-8A00-4015-82AC-85EDF2E7838E}" dt="2022-12-22T09:30:33.033" v="504" actId="47"/>
        <pc:sldMasterMkLst>
          <pc:docMk/>
          <pc:sldMasterMk cId="3439044603" sldId="2147483678"/>
        </pc:sldMasterMkLst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642383350" sldId="2147483679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81052327" sldId="2147483680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840998749" sldId="2147483681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902793163" sldId="2147483682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736067159" sldId="2147483683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607973248" sldId="2147483684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1780023394" sldId="2147483685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160378146" sldId="2147483686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2219466805" sldId="2147483687"/>
          </pc:sldLayoutMkLst>
        </pc:sldLayoutChg>
        <pc:sldLayoutChg chg="del">
          <pc:chgData name="Marharyta Synchak" userId="18542655-04ec-4b42-8aad-fd81f81ee43b" providerId="ADAL" clId="{C68B686B-8A00-4015-82AC-85EDF2E7838E}" dt="2022-12-22T09:30:33.033" v="504" actId="47"/>
          <pc:sldLayoutMkLst>
            <pc:docMk/>
            <pc:sldMasterMk cId="3439044603" sldId="2147483678"/>
            <pc:sldLayoutMk cId="3669157277" sldId="214748368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22/12/2022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22/12/2022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626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56471"/>
              </p:ext>
            </p:extLst>
          </p:nvPr>
        </p:nvGraphicFramePr>
        <p:xfrm>
          <a:off x="722242" y="2202181"/>
          <a:ext cx="9923673" cy="3233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038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1635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576581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85739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80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800" u="none" strike="noStrike">
                          <a:effectLst/>
                          <a:latin typeface="+mj-lt"/>
                        </a:rPr>
                        <a:t>).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1 295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 (+ 0)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659 274 841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*36 617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(- 31 582)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3 225 480 935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(- 789 660 823)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80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80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Apenas serão contemplados bens com datas de avaliação válidas (exceto bens com origem </a:t>
                      </a:r>
                      <a:r>
                        <a:rPr lang="pt-PT" sz="80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800" u="none" strike="noStrike">
                          <a:effectLst/>
                          <a:latin typeface="+mj-lt"/>
                        </a:rPr>
                        <a:t>). 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59 103 625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(- 49 500)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 metodologia de aprovisionamento de montantes/datas de avaliação aplicada a Fomentos à Construção deve ser igual para todas as origens. </a:t>
                      </a:r>
                      <a:r>
                        <a:rPr lang="pt-PT" sz="8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- 54 164 535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(- 54 164 535)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rateio dos bens pelos processos/responsabilidades deve ser feito independentemente da origem. </a:t>
                      </a:r>
                      <a:r>
                        <a:rPr lang="pt-PT" sz="8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(+104)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- 362 791 463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(- 362 791 463)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>
                          <a:effectLst/>
                          <a:latin typeface="+mj-lt"/>
                        </a:rPr>
                        <a:t>Saldos de bens financeiros utilizados no modelo apresentam lag de um dia face ao BIYR (BIYR utiliza saldos de D+1). </a:t>
                      </a:r>
                      <a:r>
                        <a:rPr lang="pt-PT" sz="800" b="1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3 409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(+ 3 409)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1 380 426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(+ 1 380 426)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São consideradas todas as garantias financeiras válidas dentro da mesma caução, independentemente da sua tipologia (exemplo, DO e TT).</a:t>
                      </a:r>
                      <a:r>
                        <a:rPr lang="pt-PT" sz="800" b="1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NOVO</a:t>
                      </a:r>
                      <a:endParaRPr lang="pt-PT" sz="8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 (+ 21)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2 493 179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(+ 2 493 179)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78083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 dirty="0"/>
              <a:t>Temas relevantes considerados no novo modelo de garantias:</a:t>
            </a:r>
            <a:endParaRPr lang="en-US" sz="10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839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378797"/>
              </p:ext>
            </p:extLst>
          </p:nvPr>
        </p:nvGraphicFramePr>
        <p:xfrm>
          <a:off x="722242" y="2406079"/>
          <a:ext cx="9936400" cy="1159910"/>
        </p:xfrm>
        <a:graphic>
          <a:graphicData uri="http://schemas.openxmlformats.org/drawingml/2006/table">
            <a:tbl>
              <a:tblPr firstRow="1" firstCol="1" bandRow="1"/>
              <a:tblGrid>
                <a:gridCol w="2068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BIYR9500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6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975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69 890 321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51 592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1 351 980 215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425 035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36 093 061 168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372 313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24 009 494 267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8 953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1 229 973 638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8 899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760 497 074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n-US" sz="9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375 526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57 882 806 898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387 985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57 342 224 672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*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39 922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1 780 782 381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32 625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166 388 845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5 300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1 679 522 396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4 911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1 612 971 553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1878083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/>
              <a:t>Comparação de universo e montantes de avaliações (dados de agosto 2022):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82217"/>
              </p:ext>
            </p:extLst>
          </p:nvPr>
        </p:nvGraphicFramePr>
        <p:xfrm>
          <a:off x="722243" y="1992456"/>
          <a:ext cx="9645107" cy="222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34 521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719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2 290 892 432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2 290 892 432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327 656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24 067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20 983 896 879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28 935 000 664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-7 951 103 785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362 177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24 786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23 274 789 311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31 225 893 096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-7 951 103 785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2)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Exclusivo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Novo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Modelo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de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Garantias</a:t>
                      </a:r>
                      <a:endParaRPr lang="en-US" sz="8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8 781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569 335 996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12 869 710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1 228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152 499 250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10 136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-2 362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734 704 956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36 617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-31 582</a:t>
                      </a:r>
                      <a:endParaRPr lang="pt-PT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3 225 480 935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2 826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-22 773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202 639 730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33 044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31 740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1 439 047 408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72 487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-28 349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4 867 168 072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739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133239"/>
              </p:ext>
            </p:extLst>
          </p:nvPr>
        </p:nvGraphicFramePr>
        <p:xfrm>
          <a:off x="722243" y="1992456"/>
          <a:ext cx="9645107" cy="240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5 206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417 630 421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417 630 421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3 465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3 465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323 854 725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319 981 121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3 873 604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1400229,88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1397813,61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2416,27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-3 501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16923174,2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13915883,42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3007290,78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7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8 858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-4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759 808 551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752 925 239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6 883 311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377 663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310 860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>
                          <a:effectLst/>
                        </a:rPr>
                        <a:t> 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41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0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688 523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 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388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476 975 412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48 613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24 373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402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0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>
                          <a:effectLst/>
                        </a:rPr>
                        <a:t> 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477 048 398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u="sng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 de um dia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>
                <a:solidFill>
                  <a:schemeClr val="tx1"/>
                </a:solidFill>
                <a:effectLst/>
                <a:latin typeface="+mj-lt"/>
              </a:rPr>
              <a:t>São consideradas todas as </a:t>
            </a:r>
            <a:r>
              <a:rPr lang="pt-PT" sz="900" b="0" i="0" u="sng" strike="noStrike">
                <a:solidFill>
                  <a:schemeClr val="tx1"/>
                </a:solidFill>
                <a:effectLst/>
                <a:latin typeface="+mj-lt"/>
              </a:rPr>
              <a:t>garantias financeiras válidas dentro da mesma caução</a:t>
            </a:r>
            <a:r>
              <a:rPr lang="pt-PT" sz="900" b="0" i="0" u="none" strike="noStrike">
                <a:solidFill>
                  <a:schemeClr val="tx1"/>
                </a:solidFill>
                <a:effectLst/>
                <a:latin typeface="+mj-lt"/>
              </a:rPr>
              <a:t>, independentemente da sua tipologia (exemplo, DO e TT)</a:t>
            </a:r>
            <a:endParaRPr lang="pt-PT" sz="9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60319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046589"/>
              </p:ext>
            </p:extLst>
          </p:nvPr>
        </p:nvGraphicFramePr>
        <p:xfrm>
          <a:off x="722243" y="1992456"/>
          <a:ext cx="9645107" cy="204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205 636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151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40 216 736 384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40 216 736 384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110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393 710 455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810 666 452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-416 955 998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-516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071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193 814 387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61 550 651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132 263 736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8391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182 208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16 537 963 446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16 511 328 559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26 634 887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387 985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96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57 342 224 672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57 600 282 046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-258 057 374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1 122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241 403 054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-115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275 000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40 846 797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1 349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-95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600" b="1" u="none" strike="noStrike" dirty="0">
                          <a:effectLst/>
                        </a:rPr>
                        <a:t> </a:t>
                      </a:r>
                      <a:endParaRPr lang="pt-PT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282 524 851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 metodologia de aprovisionamento de montantes/datas de avaliação aplicada a Fomentos à Construção deve ser igual para todas as origens.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O rateio dos bens pelos processos/responsabilidades deve ser feito independentemente da origem. </a:t>
            </a:r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8487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491389"/>
              </p:ext>
            </p:extLst>
          </p:nvPr>
        </p:nvGraphicFramePr>
        <p:xfrm>
          <a:off x="722243" y="1992456"/>
          <a:ext cx="9645107" cy="186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4 893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920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1 609 181 007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1 609 181 007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18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-11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3 790 546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1 960 800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1 829 746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4 911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909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1 612 971 553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1 611 141 807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1 829 746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0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-5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0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125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24 720 012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85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-144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23 812 914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523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179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-93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19 847 663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5985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389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-112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68 380 590</a:t>
                      </a: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3" y="4001414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941976"/>
              </p:ext>
            </p:extLst>
          </p:nvPr>
        </p:nvGraphicFramePr>
        <p:xfrm>
          <a:off x="722243" y="4370854"/>
          <a:ext cx="9645107" cy="150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8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8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8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32 584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166 311 498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1 661 515 768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-1 495 204 270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2715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32 593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>
                          <a:effectLst/>
                        </a:rPr>
                        <a:t>166 311 498</a:t>
                      </a:r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1 661 515 768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-1 495 204 270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32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77 347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32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77 347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7 329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-64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119 266 612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7 329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-64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 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119 266 612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5660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Imparidade</a:t>
            </a:r>
            <a:r>
              <a:rPr lang="pt-PT" sz="1000" b="1" baseline="30000" dirty="0">
                <a:solidFill>
                  <a:schemeClr val="tx1"/>
                </a:solidFill>
              </a:rPr>
              <a:t>1 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279088"/>
              </p:ext>
            </p:extLst>
          </p:nvPr>
        </p:nvGraphicFramePr>
        <p:xfrm>
          <a:off x="722243" y="1992456"/>
          <a:ext cx="8447257" cy="223146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Provisão - Novo Modelo de garantias</a:t>
                      </a:r>
                      <a:endParaRPr lang="pt-PT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Provisão -</a:t>
                      </a:r>
                    </a:p>
                    <a:p>
                      <a:pPr algn="l" fontAlgn="ctr"/>
                      <a:r>
                        <a:rPr lang="pt-PT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BIYR9500</a:t>
                      </a:r>
                      <a:endParaRPr lang="pt-PT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Diferenças</a:t>
                      </a: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1) </a:t>
                      </a:r>
                      <a:r>
                        <a:rPr lang="pt-PT" sz="800" b="1" u="none" strike="noStrike" dirty="0">
                          <a:effectLst/>
                        </a:rPr>
                        <a:t>Universo sem diferenças de Imparidade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Sem Garantia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1 387 569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223 975 021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223 975 021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Colaterais descartados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234 834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522 880 602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522 880 602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Colaterais elegiveis - Sem Diferenças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199 719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128 346 386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128 346 386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810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u="none" strike="noStrike" dirty="0">
                          <a:effectLst/>
                        </a:rPr>
                        <a:t>Colaterais elegiveis - Com Diferenças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172 647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91 778 926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91 778 926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u="none" strike="noStrike" dirty="0">
                          <a:effectLst/>
                        </a:rPr>
                        <a:t>Total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1 994 769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966 980 935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966 980 935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0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pt-PT" sz="800" b="1" u="none" strike="noStrike" dirty="0">
                          <a:effectLst/>
                        </a:rPr>
                        <a:t>Universo com diferenças de Imparidade</a:t>
                      </a:r>
                      <a:endParaRPr lang="en-US" sz="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1 679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3 084 916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2 914 375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170 541</a:t>
                      </a:r>
                      <a:endParaRPr lang="pt-PT" sz="7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236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568 464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372 531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195 933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73489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464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916 776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931 586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-14 810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2 022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2 268 687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2 359 062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-90 375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u="none" strike="noStrike" dirty="0">
                          <a:effectLst/>
                        </a:rPr>
                        <a:t>Impactos não relacionados com garantias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25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>
                          <a:effectLst/>
                        </a:rPr>
                        <a:t>98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u="none" strike="noStrike" dirty="0">
                          <a:effectLst/>
                        </a:rPr>
                        <a:t>-74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2679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4 402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6 838 868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6 577 652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u="none" strike="noStrike" dirty="0">
                          <a:effectLst/>
                        </a:rPr>
                        <a:t>261 216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097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Análise com base na execução do dia 12 de dezembro e com dados de setembro. </a:t>
            </a:r>
            <a:endParaRPr lang="pt-BR" sz="800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768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89A6DD-E5EA-4AA3-9F57-7F5B472BA604}"/>
</file>

<file path=customXml/itemProps3.xml><?xml version="1.0" encoding="utf-8"?>
<ds:datastoreItem xmlns:ds="http://schemas.openxmlformats.org/officeDocument/2006/customXml" ds:itemID="{45B6808E-2F30-4A3E-86D7-9BE6F24DF713}">
  <ds:schemaRefs>
    <ds:schemaRef ds:uri="621ea064-9f67-4017-b065-3d285bfa18a7"/>
    <ds:schemaRef ds:uri="7beef631-8f1e-4c1a-be60-1d5dcae54e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3863</TotalTime>
  <Words>1951</Words>
  <Application>Microsoft Office PowerPoint</Application>
  <PresentationFormat>Custom</PresentationFormat>
  <Paragraphs>572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Tema de Office</vt:lpstr>
      <vt:lpstr>1_Tema de Office</vt:lpstr>
      <vt:lpstr>3.3</vt:lpstr>
      <vt:lpstr>3.3</vt:lpstr>
      <vt:lpstr>3.3</vt:lpstr>
      <vt:lpstr>3.3</vt:lpstr>
      <vt:lpstr>3.3</vt:lpstr>
      <vt:lpstr>3.3</vt:lpstr>
      <vt:lpstr>3.3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Marharyta Synchak</cp:lastModifiedBy>
  <cp:revision>166</cp:revision>
  <dcterms:created xsi:type="dcterms:W3CDTF">2018-03-19T11:10:43Z</dcterms:created>
  <dcterms:modified xsi:type="dcterms:W3CDTF">2022-12-22T10:53:42Z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2022-11-25T14:33:26Z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75ced0a5-2e7d-4292-9a2f-8176e3efd260</vt:lpwstr>
  </property>
  <property fmtid="{D5CDD505-2E9C-101B-9397-08002B2CF9AE}" pid="10" name="MSIP_Label_3c41c091-3cbc-4dba-8b59-ce62f19500db_ContentBits">
    <vt:lpwstr>1</vt:lpwstr>
  </property>
</Properties>
</file>